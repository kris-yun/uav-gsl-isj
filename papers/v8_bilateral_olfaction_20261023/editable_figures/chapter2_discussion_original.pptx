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5630525" cy="80924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PANEL_01-locator-geographic-zoom-funnel"/>
          <p:cNvSpPr/>
          <p:nvPr/>
        </p:nvSpPr>
        <p:spPr>
          <a:xfrm>
            <a:off x="136924" y="641009"/>
            <a:ext cx="1063910" cy="4252282"/>
          </a:xfrm>
          <a:custGeom>
            <a:avLst/>
            <a:gdLst/>
            <a:ahLst/>
            <a:cxnLst/>
            <a:rect l="0" t="0" r="r" b="b"/>
            <a:pathLst>
              <a:path w="1116965" h="4464338">
                <a:moveTo>
                  <a:pt x="1083192" y="0"/>
                </a:moveTo>
                <a:lnTo>
                  <a:pt x="1116965" y="177728"/>
                </a:lnTo>
                <a:lnTo>
                  <a:pt x="0" y="4464338"/>
                </a:lnTo>
                <a:lnTo>
                  <a:pt x="0" y="1798766"/>
                </a:lnTo>
                <a:close/>
              </a:path>
            </a:pathLst>
          </a:custGeom>
          <a:solidFill>
            <a:srgbClr val="8B8B8B">
              <a:alpha val="3500"/>
            </a:srgbClr>
          </a:solidFill>
          <a:ln w="0" cap="rnd" cmpd="sng">
            <a:solidFill>
              <a:srgbClr val="8B8B8B">
                <a:alpha val="3500"/>
              </a:srgbClr>
            </a:solidFill>
            <a:round/>
          </a:ln>
        </p:spPr>
      </p:sp>
      <p:sp>
        <p:nvSpPr>
          <p:cNvPr id="5" name="PANEL_01-locator-straight-zoom-guide-1-outside-locator"/>
          <p:cNvSpPr/>
          <p:nvPr/>
        </p:nvSpPr>
        <p:spPr>
          <a:xfrm>
            <a:off x="136924" y="1457386"/>
            <a:ext cx="895297" cy="3435905"/>
          </a:xfrm>
          <a:custGeom>
            <a:avLst/>
            <a:gdLst/>
            <a:ahLst/>
            <a:cxnLst/>
            <a:rect l="0" t="0" r="r" b="b"/>
            <a:pathLst>
              <a:path w="939944" h="3607249">
                <a:moveTo>
                  <a:pt x="939944" y="0"/>
                </a:moveTo>
                <a:lnTo>
                  <a:pt x="0" y="3607249"/>
                </a:lnTo>
              </a:path>
            </a:pathLst>
          </a:custGeom>
          <a:noFill/>
          <a:ln w="23812" cap="rnd" cmpd="sng">
            <a:solidFill>
              <a:srgbClr val="707070">
                <a:alpha val="85000"/>
              </a:srgbClr>
            </a:solidFill>
            <a:round/>
          </a:ln>
        </p:spPr>
      </p:sp>
      <p:sp>
        <p:nvSpPr>
          <p:cNvPr id="6" name="PANEL_01-locator-straight-zoom-guide-2-outside-locator"/>
          <p:cNvSpPr/>
          <p:nvPr/>
        </p:nvSpPr>
        <p:spPr>
          <a:xfrm>
            <a:off x="136924" y="1457386"/>
            <a:ext cx="540130" cy="896948"/>
          </a:xfrm>
          <a:custGeom>
            <a:avLst/>
            <a:gdLst/>
            <a:ahLst/>
            <a:cxnLst/>
            <a:rect l="0" t="0" r="r" b="b"/>
            <a:pathLst>
              <a:path w="567065" h="941677">
                <a:moveTo>
                  <a:pt x="567065" y="0"/>
                </a:moveTo>
                <a:lnTo>
                  <a:pt x="0" y="941677"/>
                </a:lnTo>
              </a:path>
            </a:pathLst>
          </a:custGeom>
          <a:noFill/>
          <a:ln w="23812" cap="rnd" cmpd="sng">
            <a:solidFill>
              <a:srgbClr val="707070">
                <a:alpha val="85000"/>
              </a:srgbClr>
            </a:solidFill>
            <a:round/>
          </a:ln>
        </p:spPr>
      </p:sp>
      <p:sp>
        <p:nvSpPr>
          <p:cNvPr id="8" name="PANEL_01-front-cut-faces_1">
            <a:extLst>
              <a:ext uri="{FF2B5EF4-FFF2-40B4-BE49-F238E27FC236}">
                <a16:creationId xmlns:a16="http://schemas.microsoft.com/office/drawing/2014/main" id="{0BE87B98-0095-4BA2-8FDF-9E9C10F7220D}"/>
              </a:ext>
            </a:extLst>
          </p:cNvPr>
          <p:cNvSpPr>
            <a:spLocks/>
          </p:cNvSpPr>
          <p:nvPr/>
        </p:nvSpPr>
        <p:spPr>
          <a:xfrm>
            <a:off x="136924" y="2388995"/>
            <a:ext cx="10813252" cy="4234690"/>
          </a:xfrm>
          <a:custGeom>
            <a:pathLst>
              <a:path w="11352495" h="4445869">
                <a:moveTo>
                  <a:pt x="0" y="2665572"/>
                </a:moveTo>
                <a:lnTo>
                  <a:pt x="0" y="2539519"/>
                </a:lnTo>
                <a:lnTo>
                  <a:pt x="0" y="2455603"/>
                </a:lnTo>
                <a:lnTo>
                  <a:pt x="0" y="2317256"/>
                </a:lnTo>
                <a:lnTo>
                  <a:pt x="0" y="2266412"/>
                </a:lnTo>
                <a:lnTo>
                  <a:pt x="0" y="2099367"/>
                </a:lnTo>
                <a:lnTo>
                  <a:pt x="0" y="1950760"/>
                </a:lnTo>
                <a:lnTo>
                  <a:pt x="0" y="1813836"/>
                </a:lnTo>
                <a:lnTo>
                  <a:pt x="0" y="1725249"/>
                </a:lnTo>
                <a:lnTo>
                  <a:pt x="0" y="1658851"/>
                </a:lnTo>
                <a:lnTo>
                  <a:pt x="0" y="1482023"/>
                </a:lnTo>
                <a:lnTo>
                  <a:pt x="0" y="1424831"/>
                </a:lnTo>
                <a:lnTo>
                  <a:pt x="0" y="1413755"/>
                </a:lnTo>
                <a:lnTo>
                  <a:pt x="0" y="1394764"/>
                </a:lnTo>
                <a:lnTo>
                  <a:pt x="0" y="1269102"/>
                </a:lnTo>
                <a:lnTo>
                  <a:pt x="0" y="1246111"/>
                </a:lnTo>
                <a:lnTo>
                  <a:pt x="0" y="1199471"/>
                </a:lnTo>
                <a:lnTo>
                  <a:pt x="0" y="1184859"/>
                </a:lnTo>
                <a:lnTo>
                  <a:pt x="0" y="1129825"/>
                </a:lnTo>
                <a:lnTo>
                  <a:pt x="0" y="1082979"/>
                </a:lnTo>
                <a:lnTo>
                  <a:pt x="0" y="980367"/>
                </a:lnTo>
                <a:lnTo>
                  <a:pt x="0" y="903900"/>
                </a:lnTo>
                <a:lnTo>
                  <a:pt x="0" y="860452"/>
                </a:lnTo>
                <a:lnTo>
                  <a:pt x="0" y="578368"/>
                </a:lnTo>
                <a:lnTo>
                  <a:pt x="0" y="499056"/>
                </a:lnTo>
                <a:lnTo>
                  <a:pt x="0" y="476718"/>
                </a:lnTo>
                <a:lnTo>
                  <a:pt x="0" y="433489"/>
                </a:lnTo>
                <a:lnTo>
                  <a:pt x="0" y="94051"/>
                </a:lnTo>
                <a:lnTo>
                  <a:pt x="0" y="16917"/>
                </a:lnTo>
                <a:lnTo>
                  <a:pt x="0" y="0"/>
                </a:lnTo>
                <a:lnTo>
                  <a:pt x="0" y="2218140"/>
                </a:lnTo>
                <a:lnTo>
                  <a:pt x="0" y="4445869"/>
                </a:lnTo>
                <a:close/>
                <a:moveTo>
                  <a:pt x="0" y="2665572"/>
                </a:moveTo>
                <a:lnTo>
                  <a:pt x="28229" y="2681025"/>
                </a:lnTo>
                <a:lnTo>
                  <a:pt x="369475" y="2844668"/>
                </a:lnTo>
                <a:lnTo>
                  <a:pt x="520797" y="2917937"/>
                </a:lnTo>
                <a:lnTo>
                  <a:pt x="558705" y="2937607"/>
                </a:lnTo>
                <a:lnTo>
                  <a:pt x="621955" y="2973788"/>
                </a:lnTo>
                <a:lnTo>
                  <a:pt x="1013364" y="3156126"/>
                </a:lnTo>
                <a:lnTo>
                  <a:pt x="1174668" y="3221132"/>
                </a:lnTo>
                <a:lnTo>
                  <a:pt x="1443805" y="3371845"/>
                </a:lnTo>
                <a:lnTo>
                  <a:pt x="1505932" y="3399852"/>
                </a:lnTo>
                <a:lnTo>
                  <a:pt x="1790632" y="3496720"/>
                </a:lnTo>
                <a:lnTo>
                  <a:pt x="1998500" y="3610593"/>
                </a:lnTo>
                <a:lnTo>
                  <a:pt x="2265654" y="3712294"/>
                </a:lnTo>
                <a:lnTo>
                  <a:pt x="2406595" y="3754299"/>
                </a:lnTo>
                <a:lnTo>
                  <a:pt x="2491067" y="3793987"/>
                </a:lnTo>
                <a:lnTo>
                  <a:pt x="2828259" y="3887158"/>
                </a:lnTo>
                <a:lnTo>
                  <a:pt x="2983635" y="3934826"/>
                </a:lnTo>
                <a:lnTo>
                  <a:pt x="3022559" y="3941415"/>
                </a:lnTo>
                <a:lnTo>
                  <a:pt x="3087503" y="3955604"/>
                </a:lnTo>
                <a:lnTo>
                  <a:pt x="3476202" y="4037737"/>
                </a:lnTo>
                <a:lnTo>
                  <a:pt x="3638522" y="4064876"/>
                </a:lnTo>
                <a:lnTo>
                  <a:pt x="3909353" y="4115496"/>
                </a:lnTo>
                <a:lnTo>
                  <a:pt x="3968770" y="4125755"/>
                </a:lnTo>
                <a:lnTo>
                  <a:pt x="4254486" y="4158016"/>
                </a:lnTo>
                <a:lnTo>
                  <a:pt x="4461338" y="4181543"/>
                </a:lnTo>
                <a:lnTo>
                  <a:pt x="4731202" y="4282616"/>
                </a:lnTo>
                <a:lnTo>
                  <a:pt x="4870449" y="4354895"/>
                </a:lnTo>
                <a:lnTo>
                  <a:pt x="4953905" y="4354895"/>
                </a:lnTo>
                <a:lnTo>
                  <a:pt x="5287043" y="4354895"/>
                </a:lnTo>
                <a:lnTo>
                  <a:pt x="5446473" y="4354895"/>
                </a:lnTo>
                <a:lnTo>
                  <a:pt x="5486412" y="4354895"/>
                </a:lnTo>
                <a:lnTo>
                  <a:pt x="5553052" y="4354895"/>
                </a:lnTo>
                <a:lnTo>
                  <a:pt x="5939040" y="4354895"/>
                </a:lnTo>
                <a:lnTo>
                  <a:pt x="6102376" y="4354895"/>
                </a:lnTo>
                <a:lnTo>
                  <a:pt x="6374901" y="4354895"/>
                </a:lnTo>
                <a:lnTo>
                  <a:pt x="6431608" y="4354895"/>
                </a:lnTo>
                <a:lnTo>
                  <a:pt x="6718339" y="4354895"/>
                </a:lnTo>
                <a:lnTo>
                  <a:pt x="6924176" y="4354895"/>
                </a:lnTo>
                <a:lnTo>
                  <a:pt x="7196750" y="4354895"/>
                </a:lnTo>
                <a:lnTo>
                  <a:pt x="7334303" y="4354895"/>
                </a:lnTo>
                <a:lnTo>
                  <a:pt x="7416743" y="4354895"/>
                </a:lnTo>
                <a:lnTo>
                  <a:pt x="7745827" y="4354895"/>
                </a:lnTo>
                <a:lnTo>
                  <a:pt x="7909311" y="4354895"/>
                </a:lnTo>
                <a:lnTo>
                  <a:pt x="7950266" y="4354895"/>
                </a:lnTo>
                <a:lnTo>
                  <a:pt x="8018600" y="4354895"/>
                </a:lnTo>
                <a:lnTo>
                  <a:pt x="8401878" y="4354895"/>
                </a:lnTo>
                <a:lnTo>
                  <a:pt x="8566229" y="4354895"/>
                </a:lnTo>
                <a:lnTo>
                  <a:pt x="8840449" y="4354895"/>
                </a:lnTo>
                <a:lnTo>
                  <a:pt x="8894446" y="4354895"/>
                </a:lnTo>
                <a:lnTo>
                  <a:pt x="9182193" y="4354895"/>
                </a:lnTo>
                <a:lnTo>
                  <a:pt x="9387014" y="4354895"/>
                </a:lnTo>
                <a:lnTo>
                  <a:pt x="9662298" y="4354895"/>
                </a:lnTo>
                <a:lnTo>
                  <a:pt x="9798156" y="4354895"/>
                </a:lnTo>
                <a:lnTo>
                  <a:pt x="9879581" y="4354895"/>
                </a:lnTo>
                <a:lnTo>
                  <a:pt x="10204611" y="4354895"/>
                </a:lnTo>
                <a:lnTo>
                  <a:pt x="10372149" y="4354895"/>
                </a:lnTo>
                <a:lnTo>
                  <a:pt x="10414120" y="4354895"/>
                </a:lnTo>
                <a:lnTo>
                  <a:pt x="10484148" y="4354895"/>
                </a:lnTo>
                <a:lnTo>
                  <a:pt x="10864716" y="4354895"/>
                </a:lnTo>
                <a:lnTo>
                  <a:pt x="11030083" y="4354895"/>
                </a:lnTo>
                <a:lnTo>
                  <a:pt x="11305997" y="4354895"/>
                </a:lnTo>
                <a:lnTo>
                  <a:pt x="11352495" y="4354895"/>
                </a:lnTo>
                <a:lnTo>
                  <a:pt x="11352495" y="4445869"/>
                </a:lnTo>
                <a:lnTo>
                  <a:pt x="0" y="4445869"/>
                </a:lnTo>
                <a:close/>
              </a:path>
            </a:pathLst>
          </a:custGeom>
          <a:solidFill>
            <a:srgbClr val="DFDFDF">
              <a:alpha val="100000"/>
            </a:srgbClr>
          </a:solidFill>
          <a:ln w="1429">
            <a:solidFill>
              <a:srgbClr val="DFDFDF">
                <a:alpha val="100000"/>
              </a:srgbClr>
            </a:solidFill>
            <a:prstDash val="solid"/>
          </a:ln>
        </p:spPr>
      </p:sp>
      <p:sp>
        <p:nvSpPr>
          <p:cNvPr id="10" name="PANEL_01-water--7-236_2">
            <a:extLst>
              <a:ext uri="{FF2B5EF4-FFF2-40B4-BE49-F238E27FC236}">
                <a16:creationId xmlns:a16="http://schemas.microsoft.com/office/drawing/2014/main" id="{8BAF7609-9055-4615-A79B-C25341979B57}"/>
              </a:ext>
            </a:extLst>
          </p:cNvPr>
          <p:cNvSpPr>
            <a:spLocks/>
          </p:cNvSpPr>
          <p:nvPr/>
        </p:nvSpPr>
        <p:spPr>
          <a:xfrm>
            <a:off x="4055813" y="4415120"/>
            <a:ext cx="5547819" cy="82822"/>
          </a:xfrm>
          <a:custGeom>
            <a:pathLst>
              <a:path w="5824482" h="86952">
                <a:moveTo>
                  <a:pt x="5599925" y="0"/>
                </a:moveTo>
                <a:lnTo>
                  <a:pt x="5560253" y="26923"/>
                </a:lnTo>
                <a:lnTo>
                  <a:pt x="5824482" y="0"/>
                </a:lnTo>
                <a:close/>
                <a:moveTo>
                  <a:pt x="5599925" y="0"/>
                </a:moveTo>
                <a:lnTo>
                  <a:pt x="5543671" y="0"/>
                </a:lnTo>
                <a:lnTo>
                  <a:pt x="5560253" y="26923"/>
                </a:lnTo>
                <a:close/>
                <a:moveTo>
                  <a:pt x="5107358" y="0"/>
                </a:moveTo>
                <a:lnTo>
                  <a:pt x="4927707" y="0"/>
                </a:lnTo>
                <a:lnTo>
                  <a:pt x="4980664" y="85980"/>
                </a:lnTo>
                <a:close/>
                <a:moveTo>
                  <a:pt x="5449810" y="0"/>
                </a:moveTo>
                <a:lnTo>
                  <a:pt x="5560253" y="26923"/>
                </a:lnTo>
                <a:lnTo>
                  <a:pt x="5543671" y="0"/>
                </a:lnTo>
                <a:close/>
                <a:moveTo>
                  <a:pt x="3137087" y="0"/>
                </a:moveTo>
                <a:lnTo>
                  <a:pt x="3096699" y="27409"/>
                </a:lnTo>
                <a:lnTo>
                  <a:pt x="3365698" y="0"/>
                </a:lnTo>
                <a:close/>
                <a:moveTo>
                  <a:pt x="3137087" y="0"/>
                </a:moveTo>
                <a:lnTo>
                  <a:pt x="3079817" y="0"/>
                </a:lnTo>
                <a:lnTo>
                  <a:pt x="3096699" y="27409"/>
                </a:lnTo>
                <a:close/>
                <a:moveTo>
                  <a:pt x="2644520" y="0"/>
                </a:moveTo>
                <a:lnTo>
                  <a:pt x="2463854" y="0"/>
                </a:lnTo>
                <a:lnTo>
                  <a:pt x="2517109" y="86466"/>
                </a:lnTo>
                <a:close/>
                <a:moveTo>
                  <a:pt x="2984261" y="0"/>
                </a:moveTo>
                <a:lnTo>
                  <a:pt x="3096699" y="27409"/>
                </a:lnTo>
                <a:lnTo>
                  <a:pt x="3079817" y="0"/>
                </a:lnTo>
                <a:close/>
                <a:moveTo>
                  <a:pt x="674249" y="0"/>
                </a:moveTo>
                <a:lnTo>
                  <a:pt x="633145" y="27895"/>
                </a:lnTo>
                <a:lnTo>
                  <a:pt x="906914" y="0"/>
                </a:lnTo>
                <a:close/>
                <a:moveTo>
                  <a:pt x="674249" y="0"/>
                </a:moveTo>
                <a:lnTo>
                  <a:pt x="615963" y="0"/>
                </a:lnTo>
                <a:lnTo>
                  <a:pt x="633145" y="27895"/>
                </a:lnTo>
                <a:close/>
                <a:moveTo>
                  <a:pt x="181682" y="0"/>
                </a:moveTo>
                <a:lnTo>
                  <a:pt x="0" y="0"/>
                </a:lnTo>
                <a:lnTo>
                  <a:pt x="53555" y="86952"/>
                </a:lnTo>
                <a:close/>
                <a:moveTo>
                  <a:pt x="518713" y="0"/>
                </a:moveTo>
                <a:lnTo>
                  <a:pt x="633145" y="27895"/>
                </a:lnTo>
                <a:lnTo>
                  <a:pt x="615963" y="0"/>
                </a:lnTo>
                <a:close/>
              </a:path>
            </a:pathLst>
          </a:custGeom>
          <a:solidFill>
            <a:srgbClr val="F2F2F2">
              <a:alpha val="100000"/>
            </a:srgbClr>
          </a:solidFill>
          <a:ln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12" name="PANEL_01-slope--6-196_3">
            <a:extLst>
              <a:ext uri="{FF2B5EF4-FFF2-40B4-BE49-F238E27FC236}">
                <a16:creationId xmlns:a16="http://schemas.microsoft.com/office/drawing/2014/main" id="{44165EDD-B897-4A77-A80B-FE8550CB744A}"/>
              </a:ext>
            </a:extLst>
          </p:cNvPr>
          <p:cNvSpPr>
            <a:spLocks/>
          </p:cNvSpPr>
          <p:nvPr/>
        </p:nvSpPr>
        <p:spPr>
          <a:xfrm>
            <a:off x="1708992" y="3361411"/>
            <a:ext cx="1845773" cy="1192782"/>
          </a:xfrm>
          <a:custGeom>
            <a:pathLst>
              <a:path w="1937819" h="1252265">
                <a:moveTo>
                  <a:pt x="1338868" y="721273"/>
                </a:moveTo>
                <a:lnTo>
                  <a:pt x="1575426" y="872553"/>
                </a:lnTo>
                <a:lnTo>
                  <a:pt x="1660400" y="928879"/>
                </a:lnTo>
                <a:close/>
                <a:moveTo>
                  <a:pt x="1660400" y="928879"/>
                </a:moveTo>
                <a:lnTo>
                  <a:pt x="1575426" y="872553"/>
                </a:lnTo>
                <a:lnTo>
                  <a:pt x="1937819" y="1252265"/>
                </a:lnTo>
                <a:lnTo>
                  <a:pt x="1847890" y="1106256"/>
                </a:lnTo>
                <a:close/>
                <a:moveTo>
                  <a:pt x="675265" y="408358"/>
                </a:moveTo>
                <a:lnTo>
                  <a:pt x="615963" y="371847"/>
                </a:lnTo>
                <a:lnTo>
                  <a:pt x="633444" y="404594"/>
                </a:lnTo>
                <a:close/>
                <a:moveTo>
                  <a:pt x="182697" y="113282"/>
                </a:moveTo>
                <a:lnTo>
                  <a:pt x="0" y="0"/>
                </a:lnTo>
                <a:lnTo>
                  <a:pt x="53854" y="109304"/>
                </a:lnTo>
                <a:close/>
                <a:moveTo>
                  <a:pt x="517019" y="311881"/>
                </a:moveTo>
                <a:lnTo>
                  <a:pt x="633444" y="404594"/>
                </a:lnTo>
                <a:lnTo>
                  <a:pt x="615963" y="371847"/>
                </a:lnTo>
                <a:close/>
              </a:path>
            </a:pathLst>
          </a:custGeom>
          <a:solidFill>
            <a:srgbClr val="E3E3E3">
              <a:alpha val="100000"/>
            </a:srgbClr>
          </a:solidFill>
          <a:ln w="1143">
            <a:solidFill>
              <a:srgbClr val="E3E3E3">
                <a:alpha val="100000"/>
              </a:srgbClr>
            </a:solidFill>
            <a:prstDash val="solid"/>
          </a:ln>
        </p:spPr>
      </p:sp>
      <p:sp>
        <p:nvSpPr>
          <p:cNvPr id="13" name="PANEL_01-slope--6-200_4">
            <a:extLst>
              <a:ext uri="{FF2B5EF4-FFF2-40B4-BE49-F238E27FC236}">
                <a16:creationId xmlns:a16="http://schemas.microsoft.com/office/drawing/2014/main" id="{5D458B61-1350-47E7-98C3-28B845A43534}"/>
              </a:ext>
            </a:extLst>
          </p:cNvPr>
          <p:cNvSpPr>
            <a:spLocks/>
          </p:cNvSpPr>
          <p:nvPr/>
        </p:nvSpPr>
        <p:spPr>
          <a:xfrm>
            <a:off x="2312348" y="3746786"/>
            <a:ext cx="509005" cy="286710"/>
          </a:xfrm>
          <a:custGeom>
            <a:pathLst>
              <a:path w="534389" h="301008">
                <a:moveTo>
                  <a:pt x="362393" y="301008"/>
                </a:moveTo>
                <a:lnTo>
                  <a:pt x="534389" y="249693"/>
                </a:lnTo>
                <a:lnTo>
                  <a:pt x="278539" y="113517"/>
                </a:lnTo>
                <a:lnTo>
                  <a:pt x="0" y="0"/>
                </a:lnTo>
                <a:close/>
                <a:moveTo>
                  <a:pt x="41821" y="3764"/>
                </a:moveTo>
                <a:lnTo>
                  <a:pt x="0" y="0"/>
                </a:lnTo>
                <a:lnTo>
                  <a:pt x="278539" y="113517"/>
                </a:lnTo>
                <a:close/>
              </a:path>
            </a:pathLst>
          </a:custGeom>
          <a:solidFill>
            <a:srgbClr val="E4E4E4">
              <a:alpha val="100000"/>
            </a:srgbClr>
          </a:solidFill>
          <a:ln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14" name="PANEL_01-slope--6-204_5">
            <a:extLst>
              <a:ext uri="{FF2B5EF4-FFF2-40B4-BE49-F238E27FC236}">
                <a16:creationId xmlns:a16="http://schemas.microsoft.com/office/drawing/2014/main" id="{265B6000-6293-43C3-974B-120112CC1E32}"/>
              </a:ext>
            </a:extLst>
          </p:cNvPr>
          <p:cNvSpPr>
            <a:spLocks/>
          </p:cNvSpPr>
          <p:nvPr/>
        </p:nvSpPr>
        <p:spPr>
          <a:xfrm>
            <a:off x="2657527" y="3984619"/>
            <a:ext cx="897238" cy="569574"/>
          </a:xfrm>
          <a:custGeom>
            <a:pathLst>
              <a:path w="941982" h="597978">
                <a:moveTo>
                  <a:pt x="579590" y="218266"/>
                </a:moveTo>
                <a:lnTo>
                  <a:pt x="362393" y="319023"/>
                </a:lnTo>
                <a:lnTo>
                  <a:pt x="941982" y="597978"/>
                </a:lnTo>
                <a:close/>
                <a:moveTo>
                  <a:pt x="579590" y="218266"/>
                </a:moveTo>
                <a:lnTo>
                  <a:pt x="343031" y="66986"/>
                </a:lnTo>
                <a:lnTo>
                  <a:pt x="236090" y="29781"/>
                </a:lnTo>
                <a:lnTo>
                  <a:pt x="362393" y="319023"/>
                </a:lnTo>
                <a:close/>
                <a:moveTo>
                  <a:pt x="171996" y="0"/>
                </a:moveTo>
                <a:lnTo>
                  <a:pt x="0" y="51315"/>
                </a:lnTo>
                <a:lnTo>
                  <a:pt x="362393" y="319023"/>
                </a:lnTo>
                <a:lnTo>
                  <a:pt x="236090" y="29781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16" name="PANEL_01-water--6-236_6">
            <a:extLst>
              <a:ext uri="{FF2B5EF4-FFF2-40B4-BE49-F238E27FC236}">
                <a16:creationId xmlns:a16="http://schemas.microsoft.com/office/drawing/2014/main" id="{87EF9A5E-FA3C-465B-A40F-37D2B0BF3B1D}"/>
              </a:ext>
            </a:extLst>
          </p:cNvPr>
          <p:cNvSpPr>
            <a:spLocks/>
          </p:cNvSpPr>
          <p:nvPr/>
        </p:nvSpPr>
        <p:spPr>
          <a:xfrm>
            <a:off x="3469108" y="4415120"/>
            <a:ext cx="7481068" cy="251113"/>
          </a:xfrm>
          <a:custGeom>
            <a:pathLst>
              <a:path w="7854140" h="263636">
                <a:moveTo>
                  <a:pt x="7842985" y="232892"/>
                </a:moveTo>
                <a:lnTo>
                  <a:pt x="7854140" y="225322"/>
                </a:lnTo>
                <a:lnTo>
                  <a:pt x="7854140" y="106488"/>
                </a:lnTo>
                <a:lnTo>
                  <a:pt x="7480592" y="144550"/>
                </a:lnTo>
                <a:close/>
                <a:moveTo>
                  <a:pt x="7854140" y="35266"/>
                </a:moveTo>
                <a:lnTo>
                  <a:pt x="7709472" y="0"/>
                </a:lnTo>
                <a:lnTo>
                  <a:pt x="7693592" y="0"/>
                </a:lnTo>
                <a:lnTo>
                  <a:pt x="7480592" y="144550"/>
                </a:lnTo>
                <a:lnTo>
                  <a:pt x="7854140" y="106488"/>
                </a:lnTo>
                <a:close/>
                <a:moveTo>
                  <a:pt x="7693592" y="0"/>
                </a:moveTo>
                <a:lnTo>
                  <a:pt x="7391561" y="0"/>
                </a:lnTo>
                <a:lnTo>
                  <a:pt x="7480592" y="144550"/>
                </a:lnTo>
                <a:close/>
                <a:moveTo>
                  <a:pt x="7854140" y="0"/>
                </a:moveTo>
                <a:lnTo>
                  <a:pt x="7709472" y="0"/>
                </a:lnTo>
                <a:lnTo>
                  <a:pt x="7854140" y="35266"/>
                </a:lnTo>
                <a:close/>
                <a:moveTo>
                  <a:pt x="7118199" y="56209"/>
                </a:moveTo>
                <a:lnTo>
                  <a:pt x="6901002" y="203607"/>
                </a:lnTo>
                <a:lnTo>
                  <a:pt x="7480592" y="144550"/>
                </a:lnTo>
                <a:close/>
                <a:moveTo>
                  <a:pt x="7118199" y="56209"/>
                </a:moveTo>
                <a:lnTo>
                  <a:pt x="6887622" y="0"/>
                </a:lnTo>
                <a:lnTo>
                  <a:pt x="6775597" y="0"/>
                </a:lnTo>
                <a:lnTo>
                  <a:pt x="6901002" y="203607"/>
                </a:lnTo>
                <a:close/>
                <a:moveTo>
                  <a:pt x="6887622" y="0"/>
                </a:moveTo>
                <a:lnTo>
                  <a:pt x="7118199" y="56209"/>
                </a:lnTo>
                <a:lnTo>
                  <a:pt x="7201024" y="0"/>
                </a:lnTo>
                <a:close/>
                <a:moveTo>
                  <a:pt x="7201024" y="0"/>
                </a:moveTo>
                <a:lnTo>
                  <a:pt x="7118199" y="56209"/>
                </a:lnTo>
                <a:lnTo>
                  <a:pt x="7480592" y="144550"/>
                </a:lnTo>
                <a:lnTo>
                  <a:pt x="7391561" y="0"/>
                </a:lnTo>
                <a:close/>
                <a:moveTo>
                  <a:pt x="6538609" y="115265"/>
                </a:moveTo>
                <a:lnTo>
                  <a:pt x="6176217" y="26923"/>
                </a:lnTo>
                <a:lnTo>
                  <a:pt x="6321413" y="262664"/>
                </a:lnTo>
                <a:close/>
                <a:moveTo>
                  <a:pt x="6538609" y="115265"/>
                </a:moveTo>
                <a:lnTo>
                  <a:pt x="6708456" y="0"/>
                </a:lnTo>
                <a:lnTo>
                  <a:pt x="6440445" y="0"/>
                </a:lnTo>
                <a:lnTo>
                  <a:pt x="6176217" y="26923"/>
                </a:lnTo>
                <a:close/>
                <a:moveTo>
                  <a:pt x="6708456" y="0"/>
                </a:moveTo>
                <a:lnTo>
                  <a:pt x="6538609" y="115265"/>
                </a:lnTo>
                <a:lnTo>
                  <a:pt x="6901002" y="203607"/>
                </a:lnTo>
                <a:lnTo>
                  <a:pt x="6775597" y="0"/>
                </a:lnTo>
                <a:close/>
                <a:moveTo>
                  <a:pt x="5959020" y="174322"/>
                </a:moveTo>
                <a:lnTo>
                  <a:pt x="6176217" y="26923"/>
                </a:lnTo>
                <a:lnTo>
                  <a:pt x="5596627" y="85980"/>
                </a:lnTo>
                <a:close/>
                <a:moveTo>
                  <a:pt x="5959020" y="174322"/>
                </a:moveTo>
                <a:lnTo>
                  <a:pt x="6321413" y="262664"/>
                </a:lnTo>
                <a:lnTo>
                  <a:pt x="6176217" y="26923"/>
                </a:lnTo>
                <a:close/>
                <a:moveTo>
                  <a:pt x="5379430" y="233378"/>
                </a:moveTo>
                <a:lnTo>
                  <a:pt x="5596627" y="85980"/>
                </a:lnTo>
                <a:lnTo>
                  <a:pt x="5017037" y="145036"/>
                </a:lnTo>
                <a:close/>
                <a:moveTo>
                  <a:pt x="6065773" y="0"/>
                </a:moveTo>
                <a:lnTo>
                  <a:pt x="5723321" y="0"/>
                </a:lnTo>
                <a:lnTo>
                  <a:pt x="5596627" y="85980"/>
                </a:lnTo>
                <a:lnTo>
                  <a:pt x="6176217" y="26923"/>
                </a:lnTo>
                <a:close/>
                <a:moveTo>
                  <a:pt x="5243924" y="0"/>
                </a:moveTo>
                <a:lnTo>
                  <a:pt x="5230754" y="0"/>
                </a:lnTo>
                <a:lnTo>
                  <a:pt x="5017037" y="145036"/>
                </a:lnTo>
                <a:lnTo>
                  <a:pt x="5596627" y="85980"/>
                </a:lnTo>
                <a:close/>
                <a:moveTo>
                  <a:pt x="5230754" y="0"/>
                </a:moveTo>
                <a:lnTo>
                  <a:pt x="4927707" y="0"/>
                </a:lnTo>
                <a:lnTo>
                  <a:pt x="5017037" y="145036"/>
                </a:lnTo>
                <a:close/>
                <a:moveTo>
                  <a:pt x="5243924" y="0"/>
                </a:moveTo>
                <a:lnTo>
                  <a:pt x="5596627" y="85980"/>
                </a:lnTo>
                <a:lnTo>
                  <a:pt x="5543671" y="0"/>
                </a:lnTo>
                <a:close/>
                <a:moveTo>
                  <a:pt x="4654645" y="56695"/>
                </a:moveTo>
                <a:lnTo>
                  <a:pt x="4437448" y="204093"/>
                </a:lnTo>
                <a:lnTo>
                  <a:pt x="5017037" y="145036"/>
                </a:lnTo>
                <a:close/>
                <a:moveTo>
                  <a:pt x="4654645" y="56695"/>
                </a:moveTo>
                <a:lnTo>
                  <a:pt x="4422074" y="0"/>
                </a:lnTo>
                <a:lnTo>
                  <a:pt x="4311744" y="0"/>
                </a:lnTo>
                <a:lnTo>
                  <a:pt x="4437448" y="204093"/>
                </a:lnTo>
                <a:close/>
                <a:moveTo>
                  <a:pt x="4422074" y="0"/>
                </a:moveTo>
                <a:lnTo>
                  <a:pt x="4654645" y="56695"/>
                </a:lnTo>
                <a:lnTo>
                  <a:pt x="4738186" y="0"/>
                </a:lnTo>
                <a:close/>
                <a:moveTo>
                  <a:pt x="4738186" y="0"/>
                </a:moveTo>
                <a:lnTo>
                  <a:pt x="4654645" y="56695"/>
                </a:lnTo>
                <a:lnTo>
                  <a:pt x="5017037" y="145036"/>
                </a:lnTo>
                <a:lnTo>
                  <a:pt x="4927707" y="0"/>
                </a:lnTo>
                <a:close/>
                <a:moveTo>
                  <a:pt x="4075055" y="115751"/>
                </a:moveTo>
                <a:lnTo>
                  <a:pt x="3712662" y="27409"/>
                </a:lnTo>
                <a:lnTo>
                  <a:pt x="3857858" y="263150"/>
                </a:lnTo>
                <a:close/>
                <a:moveTo>
                  <a:pt x="4075055" y="115751"/>
                </a:moveTo>
                <a:lnTo>
                  <a:pt x="4245618" y="0"/>
                </a:lnTo>
                <a:lnTo>
                  <a:pt x="3981661" y="0"/>
                </a:lnTo>
                <a:lnTo>
                  <a:pt x="3712662" y="27409"/>
                </a:lnTo>
                <a:close/>
                <a:moveTo>
                  <a:pt x="4245618" y="0"/>
                </a:moveTo>
                <a:lnTo>
                  <a:pt x="4075055" y="115751"/>
                </a:lnTo>
                <a:lnTo>
                  <a:pt x="4437448" y="204093"/>
                </a:lnTo>
                <a:lnTo>
                  <a:pt x="4311744" y="0"/>
                </a:lnTo>
                <a:close/>
                <a:moveTo>
                  <a:pt x="3495466" y="174808"/>
                </a:moveTo>
                <a:lnTo>
                  <a:pt x="3712662" y="27409"/>
                </a:lnTo>
                <a:lnTo>
                  <a:pt x="3133073" y="86466"/>
                </a:lnTo>
                <a:close/>
                <a:moveTo>
                  <a:pt x="3495466" y="174808"/>
                </a:moveTo>
                <a:lnTo>
                  <a:pt x="3857858" y="263150"/>
                </a:lnTo>
                <a:lnTo>
                  <a:pt x="3712662" y="27409"/>
                </a:lnTo>
                <a:close/>
                <a:moveTo>
                  <a:pt x="2915876" y="233864"/>
                </a:moveTo>
                <a:lnTo>
                  <a:pt x="3133073" y="86466"/>
                </a:lnTo>
                <a:lnTo>
                  <a:pt x="2553483" y="145522"/>
                </a:lnTo>
                <a:close/>
                <a:moveTo>
                  <a:pt x="3600225" y="0"/>
                </a:moveTo>
                <a:lnTo>
                  <a:pt x="3260483" y="0"/>
                </a:lnTo>
                <a:lnTo>
                  <a:pt x="3133073" y="86466"/>
                </a:lnTo>
                <a:lnTo>
                  <a:pt x="3712662" y="27409"/>
                </a:lnTo>
                <a:close/>
                <a:moveTo>
                  <a:pt x="2778375" y="0"/>
                </a:moveTo>
                <a:lnTo>
                  <a:pt x="2767916" y="0"/>
                </a:lnTo>
                <a:lnTo>
                  <a:pt x="2553483" y="145522"/>
                </a:lnTo>
                <a:lnTo>
                  <a:pt x="3133073" y="86466"/>
                </a:lnTo>
                <a:close/>
                <a:moveTo>
                  <a:pt x="2767916" y="0"/>
                </a:moveTo>
                <a:lnTo>
                  <a:pt x="2463854" y="0"/>
                </a:lnTo>
                <a:lnTo>
                  <a:pt x="2553483" y="145522"/>
                </a:lnTo>
                <a:close/>
                <a:moveTo>
                  <a:pt x="2778375" y="0"/>
                </a:moveTo>
                <a:lnTo>
                  <a:pt x="3133073" y="86466"/>
                </a:lnTo>
                <a:lnTo>
                  <a:pt x="3079817" y="0"/>
                </a:lnTo>
                <a:close/>
                <a:moveTo>
                  <a:pt x="2191090" y="57181"/>
                </a:moveTo>
                <a:lnTo>
                  <a:pt x="1973894" y="204579"/>
                </a:lnTo>
                <a:lnTo>
                  <a:pt x="2553483" y="145522"/>
                </a:lnTo>
                <a:close/>
                <a:moveTo>
                  <a:pt x="2191090" y="57181"/>
                </a:moveTo>
                <a:lnTo>
                  <a:pt x="1956526" y="0"/>
                </a:lnTo>
                <a:lnTo>
                  <a:pt x="1847890" y="0"/>
                </a:lnTo>
                <a:lnTo>
                  <a:pt x="1973894" y="204579"/>
                </a:lnTo>
                <a:close/>
                <a:moveTo>
                  <a:pt x="1956526" y="0"/>
                </a:moveTo>
                <a:lnTo>
                  <a:pt x="2191090" y="57181"/>
                </a:lnTo>
                <a:lnTo>
                  <a:pt x="2275348" y="0"/>
                </a:lnTo>
                <a:close/>
                <a:moveTo>
                  <a:pt x="2275348" y="0"/>
                </a:moveTo>
                <a:lnTo>
                  <a:pt x="2191090" y="57181"/>
                </a:lnTo>
                <a:lnTo>
                  <a:pt x="2553483" y="145522"/>
                </a:lnTo>
                <a:lnTo>
                  <a:pt x="2463854" y="0"/>
                </a:lnTo>
                <a:close/>
                <a:moveTo>
                  <a:pt x="1611501" y="116237"/>
                </a:moveTo>
                <a:lnTo>
                  <a:pt x="1249108" y="27895"/>
                </a:lnTo>
                <a:lnTo>
                  <a:pt x="1394304" y="263636"/>
                </a:lnTo>
                <a:close/>
                <a:moveTo>
                  <a:pt x="1611501" y="116237"/>
                </a:moveTo>
                <a:lnTo>
                  <a:pt x="1782780" y="0"/>
                </a:lnTo>
                <a:lnTo>
                  <a:pt x="1522877" y="0"/>
                </a:lnTo>
                <a:lnTo>
                  <a:pt x="1249108" y="27895"/>
                </a:lnTo>
                <a:close/>
                <a:moveTo>
                  <a:pt x="1782780" y="0"/>
                </a:moveTo>
                <a:lnTo>
                  <a:pt x="1611501" y="116237"/>
                </a:lnTo>
                <a:lnTo>
                  <a:pt x="1973894" y="204579"/>
                </a:lnTo>
                <a:lnTo>
                  <a:pt x="1847890" y="0"/>
                </a:lnTo>
                <a:close/>
                <a:moveTo>
                  <a:pt x="1031911" y="175294"/>
                </a:moveTo>
                <a:lnTo>
                  <a:pt x="1249108" y="27895"/>
                </a:lnTo>
                <a:lnTo>
                  <a:pt x="669518" y="86952"/>
                </a:lnTo>
                <a:close/>
                <a:moveTo>
                  <a:pt x="1031911" y="175294"/>
                </a:moveTo>
                <a:lnTo>
                  <a:pt x="1394304" y="263636"/>
                </a:lnTo>
                <a:lnTo>
                  <a:pt x="1249108" y="27895"/>
                </a:lnTo>
                <a:close/>
                <a:moveTo>
                  <a:pt x="452322" y="234350"/>
                </a:moveTo>
                <a:lnTo>
                  <a:pt x="669518" y="86952"/>
                </a:lnTo>
                <a:lnTo>
                  <a:pt x="89929" y="146009"/>
                </a:lnTo>
                <a:close/>
                <a:moveTo>
                  <a:pt x="1134677" y="0"/>
                </a:moveTo>
                <a:lnTo>
                  <a:pt x="797645" y="0"/>
                </a:lnTo>
                <a:lnTo>
                  <a:pt x="669518" y="86952"/>
                </a:lnTo>
                <a:lnTo>
                  <a:pt x="1249108" y="27895"/>
                </a:lnTo>
                <a:close/>
                <a:moveTo>
                  <a:pt x="312827" y="0"/>
                </a:moveTo>
                <a:lnTo>
                  <a:pt x="305078" y="0"/>
                </a:lnTo>
                <a:lnTo>
                  <a:pt x="89929" y="146009"/>
                </a:lnTo>
                <a:lnTo>
                  <a:pt x="669518" y="86952"/>
                </a:lnTo>
                <a:close/>
                <a:moveTo>
                  <a:pt x="305078" y="0"/>
                </a:moveTo>
                <a:lnTo>
                  <a:pt x="0" y="0"/>
                </a:lnTo>
                <a:lnTo>
                  <a:pt x="89929" y="146009"/>
                </a:lnTo>
                <a:close/>
                <a:moveTo>
                  <a:pt x="312827" y="0"/>
                </a:moveTo>
                <a:lnTo>
                  <a:pt x="669518" y="86952"/>
                </a:lnTo>
                <a:lnTo>
                  <a:pt x="615963" y="0"/>
                </a:lnTo>
                <a:close/>
              </a:path>
            </a:pathLst>
          </a:custGeom>
          <a:solidFill>
            <a:srgbClr val="F2F2F2">
              <a:alpha val="100000"/>
            </a:srgbClr>
          </a:solidFill>
          <a:ln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18" name="PANEL_01-slope--5-192_7">
            <a:extLst>
              <a:ext uri="{FF2B5EF4-FFF2-40B4-BE49-F238E27FC236}">
                <a16:creationId xmlns:a16="http://schemas.microsoft.com/office/drawing/2014/main" id="{AE83BC49-4B18-423F-B30B-B8B4C46B5C52}"/>
              </a:ext>
            </a:extLst>
          </p:cNvPr>
          <p:cNvSpPr>
            <a:spLocks/>
          </p:cNvSpPr>
          <p:nvPr/>
        </p:nvSpPr>
        <p:spPr>
          <a:xfrm>
            <a:off x="1418641" y="3150618"/>
            <a:ext cx="341648" cy="314905"/>
          </a:xfrm>
          <a:custGeom>
            <a:pathLst>
              <a:path w="358685" h="330609">
                <a:moveTo>
                  <a:pt x="0" y="0"/>
                </a:moveTo>
                <a:lnTo>
                  <a:pt x="358685" y="330609"/>
                </a:lnTo>
                <a:lnTo>
                  <a:pt x="304831" y="221305"/>
                </a:lnTo>
                <a:close/>
              </a:path>
            </a:pathLst>
          </a:custGeom>
          <a:solidFill>
            <a:srgbClr val="E1E1E1">
              <a:alpha val="100000"/>
            </a:srgbClr>
          </a:solidFill>
          <a:ln w="1143">
            <a:solidFill>
              <a:srgbClr val="E1E1E1">
                <a:alpha val="100000"/>
              </a:srgbClr>
            </a:solidFill>
            <a:prstDash val="solid"/>
          </a:ln>
        </p:spPr>
      </p:sp>
      <p:sp>
        <p:nvSpPr>
          <p:cNvPr id="19" name="PANEL_01-slope--5-196_8">
            <a:extLst>
              <a:ext uri="{FF2B5EF4-FFF2-40B4-BE49-F238E27FC236}">
                <a16:creationId xmlns:a16="http://schemas.microsoft.com/office/drawing/2014/main" id="{1FA6E262-4BFA-4C44-87D5-CA8F52A0E793}"/>
              </a:ext>
            </a:extLst>
          </p:cNvPr>
          <p:cNvSpPr>
            <a:spLocks/>
          </p:cNvSpPr>
          <p:nvPr/>
        </p:nvSpPr>
        <p:spPr>
          <a:xfrm>
            <a:off x="635830" y="2665737"/>
            <a:ext cx="1814818" cy="1470346"/>
          </a:xfrm>
          <a:custGeom>
            <a:pathLst>
              <a:path w="1905320" h="1543670">
                <a:moveTo>
                  <a:pt x="1542927" y="1102986"/>
                </a:moveTo>
                <a:lnTo>
                  <a:pt x="1760124" y="1134960"/>
                </a:lnTo>
                <a:lnTo>
                  <a:pt x="1180535" y="839670"/>
                </a:lnTo>
                <a:close/>
                <a:moveTo>
                  <a:pt x="1542927" y="1102986"/>
                </a:moveTo>
                <a:lnTo>
                  <a:pt x="1905320" y="1543670"/>
                </a:lnTo>
                <a:lnTo>
                  <a:pt x="1760124" y="1134960"/>
                </a:lnTo>
                <a:close/>
                <a:moveTo>
                  <a:pt x="1643699" y="1042247"/>
                </a:moveTo>
                <a:lnTo>
                  <a:pt x="1309377" y="843648"/>
                </a:lnTo>
                <a:lnTo>
                  <a:pt x="1180535" y="839670"/>
                </a:lnTo>
                <a:lnTo>
                  <a:pt x="1760124" y="1134960"/>
                </a:lnTo>
                <a:close/>
                <a:moveTo>
                  <a:pt x="0" y="0"/>
                </a:moveTo>
                <a:lnTo>
                  <a:pt x="238552" y="188351"/>
                </a:lnTo>
                <a:lnTo>
                  <a:pt x="324242" y="197047"/>
                </a:lnTo>
                <a:close/>
                <a:moveTo>
                  <a:pt x="324242" y="197047"/>
                </a:moveTo>
                <a:lnTo>
                  <a:pt x="238552" y="188351"/>
                </a:lnTo>
                <a:lnTo>
                  <a:pt x="600945" y="566063"/>
                </a:lnTo>
                <a:lnTo>
                  <a:pt x="510717" y="345041"/>
                </a:lnTo>
                <a:close/>
              </a:path>
            </a:pathLst>
          </a:custGeom>
          <a:solidFill>
            <a:srgbClr val="E3E3E3">
              <a:alpha val="100000"/>
            </a:srgbClr>
          </a:solidFill>
          <a:ln w="1143">
            <a:solidFill>
              <a:srgbClr val="E3E3E3">
                <a:alpha val="100000"/>
              </a:srgbClr>
            </a:solidFill>
            <a:prstDash val="solid"/>
          </a:ln>
        </p:spPr>
      </p:sp>
      <p:sp>
        <p:nvSpPr>
          <p:cNvPr id="20" name="PANEL_01-slope--5-200_9">
            <a:extLst>
              <a:ext uri="{FF2B5EF4-FFF2-40B4-BE49-F238E27FC236}">
                <a16:creationId xmlns:a16="http://schemas.microsoft.com/office/drawing/2014/main" id="{88729E02-6F0C-4124-80C2-767442FC5828}"/>
              </a:ext>
            </a:extLst>
          </p:cNvPr>
          <p:cNvSpPr>
            <a:spLocks/>
          </p:cNvSpPr>
          <p:nvPr/>
        </p:nvSpPr>
        <p:spPr>
          <a:xfrm>
            <a:off x="136924" y="2388995"/>
            <a:ext cx="3556140" cy="2389741"/>
          </a:xfrm>
          <a:custGeom>
            <a:pathLst>
              <a:path w="3733481" h="2508915">
                <a:moveTo>
                  <a:pt x="3371088" y="2179748"/>
                </a:moveTo>
                <a:lnTo>
                  <a:pt x="3588284" y="2273174"/>
                </a:lnTo>
                <a:lnTo>
                  <a:pt x="3008695" y="1994220"/>
                </a:lnTo>
                <a:close/>
                <a:moveTo>
                  <a:pt x="3371088" y="2179748"/>
                </a:moveTo>
                <a:lnTo>
                  <a:pt x="3733481" y="2508915"/>
                </a:lnTo>
                <a:lnTo>
                  <a:pt x="3588284" y="2273174"/>
                </a:lnTo>
                <a:close/>
                <a:moveTo>
                  <a:pt x="1487123" y="1194219"/>
                </a:moveTo>
                <a:lnTo>
                  <a:pt x="1704320" y="1130213"/>
                </a:lnTo>
                <a:lnTo>
                  <a:pt x="1124730" y="856606"/>
                </a:lnTo>
                <a:close/>
                <a:moveTo>
                  <a:pt x="1345634" y="799604"/>
                </a:moveTo>
                <a:lnTo>
                  <a:pt x="1340595" y="796557"/>
                </a:lnTo>
                <a:lnTo>
                  <a:pt x="1124730" y="856606"/>
                </a:lnTo>
                <a:lnTo>
                  <a:pt x="1704320" y="1130213"/>
                </a:lnTo>
                <a:close/>
                <a:moveTo>
                  <a:pt x="1340595" y="796557"/>
                </a:moveTo>
                <a:lnTo>
                  <a:pt x="1034502" y="635584"/>
                </a:lnTo>
                <a:lnTo>
                  <a:pt x="1124730" y="856606"/>
                </a:lnTo>
                <a:close/>
                <a:moveTo>
                  <a:pt x="0" y="0"/>
                </a:moveTo>
                <a:lnTo>
                  <a:pt x="0" y="16917"/>
                </a:lnTo>
                <a:lnTo>
                  <a:pt x="103664" y="62496"/>
                </a:lnTo>
                <a:close/>
              </a:path>
            </a:pathLst>
          </a:custGeom>
          <a:solidFill>
            <a:srgbClr val="E4E4E4">
              <a:alpha val="100000"/>
            </a:srgbClr>
          </a:solidFill>
          <a:ln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21" name="PANEL_01-slope--5-204_10">
            <a:extLst>
              <a:ext uri="{FF2B5EF4-FFF2-40B4-BE49-F238E27FC236}">
                <a16:creationId xmlns:a16="http://schemas.microsoft.com/office/drawing/2014/main" id="{A8B3B4F9-060F-4CF6-93E7-C5B2C7490A3E}"/>
              </a:ext>
            </a:extLst>
          </p:cNvPr>
          <p:cNvSpPr>
            <a:spLocks/>
          </p:cNvSpPr>
          <p:nvPr/>
        </p:nvSpPr>
        <p:spPr>
          <a:xfrm>
            <a:off x="2312348" y="3746786"/>
            <a:ext cx="345179" cy="389296"/>
          </a:xfrm>
          <a:custGeom>
            <a:pathLst>
              <a:path w="362393" h="408710">
                <a:moveTo>
                  <a:pt x="362393" y="301008"/>
                </a:moveTo>
                <a:lnTo>
                  <a:pt x="0" y="0"/>
                </a:lnTo>
                <a:lnTo>
                  <a:pt x="145196" y="408710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22" name="PANEL_01-slope--5-208_11">
            <a:extLst>
              <a:ext uri="{FF2B5EF4-FFF2-40B4-BE49-F238E27FC236}">
                <a16:creationId xmlns:a16="http://schemas.microsoft.com/office/drawing/2014/main" id="{51C1CA07-8AE2-40A2-BDD0-311C958A352B}"/>
              </a:ext>
            </a:extLst>
          </p:cNvPr>
          <p:cNvSpPr>
            <a:spLocks/>
          </p:cNvSpPr>
          <p:nvPr/>
        </p:nvSpPr>
        <p:spPr>
          <a:xfrm>
            <a:off x="1760289" y="3465523"/>
            <a:ext cx="1242417" cy="822966"/>
          </a:xfrm>
          <a:custGeom>
            <a:pathLst>
              <a:path w="1304375" h="864006">
                <a:moveTo>
                  <a:pt x="941982" y="596297"/>
                </a:moveTo>
                <a:lnTo>
                  <a:pt x="724786" y="704000"/>
                </a:lnTo>
                <a:lnTo>
                  <a:pt x="1304375" y="864006"/>
                </a:lnTo>
                <a:close/>
                <a:moveTo>
                  <a:pt x="362393" y="263316"/>
                </a:moveTo>
                <a:lnTo>
                  <a:pt x="0" y="0"/>
                </a:lnTo>
                <a:lnTo>
                  <a:pt x="145196" y="458695"/>
                </a:lnTo>
                <a:close/>
              </a:path>
            </a:pathLst>
          </a:custGeom>
          <a:solidFill>
            <a:srgbClr val="E8E8E8">
              <a:alpha val="100000"/>
            </a:srgbClr>
          </a:solidFill>
          <a:ln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23" name="PANEL_01-slope--5-212_12">
            <a:extLst>
              <a:ext uri="{FF2B5EF4-FFF2-40B4-BE49-F238E27FC236}">
                <a16:creationId xmlns:a16="http://schemas.microsoft.com/office/drawing/2014/main" id="{3AEE2CD5-8607-432E-9B1F-6996090F2E83}"/>
              </a:ext>
            </a:extLst>
          </p:cNvPr>
          <p:cNvSpPr>
            <a:spLocks/>
          </p:cNvSpPr>
          <p:nvPr/>
        </p:nvSpPr>
        <p:spPr>
          <a:xfrm>
            <a:off x="2450647" y="4136083"/>
            <a:ext cx="897238" cy="451278"/>
          </a:xfrm>
          <a:custGeom>
            <a:pathLst>
              <a:path w="941982" h="473783">
                <a:moveTo>
                  <a:pt x="941982" y="345535"/>
                </a:moveTo>
                <a:lnTo>
                  <a:pt x="579590" y="160006"/>
                </a:lnTo>
                <a:lnTo>
                  <a:pt x="724786" y="473783"/>
                </a:lnTo>
                <a:close/>
                <a:moveTo>
                  <a:pt x="362393" y="342944"/>
                </a:moveTo>
                <a:lnTo>
                  <a:pt x="579590" y="160006"/>
                </a:lnTo>
                <a:lnTo>
                  <a:pt x="0" y="0"/>
                </a:lnTo>
                <a:close/>
              </a:path>
            </a:pathLst>
          </a:custGeom>
          <a:solidFill>
            <a:srgbClr val="E9E9E9">
              <a:alpha val="100000"/>
            </a:srgbClr>
          </a:solidFill>
          <a:ln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24" name="PANEL_01-slope--5-216_13">
            <a:extLst>
              <a:ext uri="{FF2B5EF4-FFF2-40B4-BE49-F238E27FC236}">
                <a16:creationId xmlns:a16="http://schemas.microsoft.com/office/drawing/2014/main" id="{E6A92314-4819-4A5F-B98D-BA687FB821EB}"/>
              </a:ext>
            </a:extLst>
          </p:cNvPr>
          <p:cNvSpPr>
            <a:spLocks/>
          </p:cNvSpPr>
          <p:nvPr/>
        </p:nvSpPr>
        <p:spPr>
          <a:xfrm>
            <a:off x="2795826" y="4288489"/>
            <a:ext cx="345179" cy="298872"/>
          </a:xfrm>
          <a:custGeom>
            <a:pathLst>
              <a:path w="362393" h="313776">
                <a:moveTo>
                  <a:pt x="0" y="182938"/>
                </a:moveTo>
                <a:lnTo>
                  <a:pt x="362393" y="313776"/>
                </a:lnTo>
                <a:lnTo>
                  <a:pt x="217197" y="0"/>
                </a:lnTo>
                <a:close/>
              </a:path>
            </a:pathLst>
          </a:custGeom>
          <a:solidFill>
            <a:srgbClr val="EAEAEA">
              <a:alpha val="100000"/>
            </a:srgbClr>
          </a:solidFill>
          <a:ln w="1143">
            <a:solidFill>
              <a:srgbClr val="EAEAEA">
                <a:alpha val="100000"/>
              </a:srgbClr>
            </a:solidFill>
            <a:prstDash val="solid"/>
          </a:ln>
        </p:spPr>
      </p:sp>
      <p:sp>
        <p:nvSpPr>
          <p:cNvPr id="26" name="PANEL_01-water--5-236_14">
            <a:extLst>
              <a:ext uri="{FF2B5EF4-FFF2-40B4-BE49-F238E27FC236}">
                <a16:creationId xmlns:a16="http://schemas.microsoft.com/office/drawing/2014/main" id="{CFF670DC-CA78-4136-8949-2CFF84DB4537}"/>
              </a:ext>
            </a:extLst>
          </p:cNvPr>
          <p:cNvSpPr>
            <a:spLocks/>
          </p:cNvSpPr>
          <p:nvPr/>
        </p:nvSpPr>
        <p:spPr>
          <a:xfrm>
            <a:off x="3554765" y="4497016"/>
            <a:ext cx="7395411" cy="393760"/>
          </a:xfrm>
          <a:custGeom>
            <a:pathLst>
              <a:path w="7764211" h="413396">
                <a:moveTo>
                  <a:pt x="7764211" y="349977"/>
                </a:moveTo>
                <a:lnTo>
                  <a:pt x="7764211" y="271043"/>
                </a:lnTo>
                <a:lnTo>
                  <a:pt x="7535859" y="294311"/>
                </a:lnTo>
                <a:close/>
                <a:moveTo>
                  <a:pt x="7764211" y="149632"/>
                </a:moveTo>
                <a:lnTo>
                  <a:pt x="7753056" y="146912"/>
                </a:lnTo>
                <a:lnTo>
                  <a:pt x="7535859" y="294311"/>
                </a:lnTo>
                <a:lnTo>
                  <a:pt x="7764211" y="271043"/>
                </a:lnTo>
                <a:close/>
                <a:moveTo>
                  <a:pt x="7753056" y="146912"/>
                </a:moveTo>
                <a:lnTo>
                  <a:pt x="7390663" y="58571"/>
                </a:lnTo>
                <a:lnTo>
                  <a:pt x="7535859" y="294311"/>
                </a:lnTo>
                <a:close/>
                <a:moveTo>
                  <a:pt x="7764211" y="139342"/>
                </a:moveTo>
                <a:lnTo>
                  <a:pt x="7753056" y="146912"/>
                </a:lnTo>
                <a:lnTo>
                  <a:pt x="7764211" y="149632"/>
                </a:lnTo>
                <a:close/>
                <a:moveTo>
                  <a:pt x="7173466" y="205969"/>
                </a:moveTo>
                <a:lnTo>
                  <a:pt x="6956269" y="353367"/>
                </a:lnTo>
                <a:lnTo>
                  <a:pt x="7535859" y="294311"/>
                </a:lnTo>
                <a:close/>
                <a:moveTo>
                  <a:pt x="7173466" y="205969"/>
                </a:moveTo>
                <a:lnTo>
                  <a:pt x="6811073" y="117627"/>
                </a:lnTo>
                <a:lnTo>
                  <a:pt x="6956269" y="353367"/>
                </a:lnTo>
                <a:close/>
                <a:moveTo>
                  <a:pt x="7173466" y="205969"/>
                </a:moveTo>
                <a:lnTo>
                  <a:pt x="7390663" y="58571"/>
                </a:lnTo>
                <a:lnTo>
                  <a:pt x="6811073" y="117627"/>
                </a:lnTo>
                <a:close/>
                <a:moveTo>
                  <a:pt x="7173466" y="205969"/>
                </a:moveTo>
                <a:lnTo>
                  <a:pt x="7535859" y="294311"/>
                </a:lnTo>
                <a:lnTo>
                  <a:pt x="7390663" y="58571"/>
                </a:lnTo>
                <a:close/>
                <a:moveTo>
                  <a:pt x="6593877" y="265026"/>
                </a:moveTo>
                <a:lnTo>
                  <a:pt x="6231484" y="176684"/>
                </a:lnTo>
                <a:lnTo>
                  <a:pt x="6376680" y="412424"/>
                </a:lnTo>
                <a:close/>
                <a:moveTo>
                  <a:pt x="6593877" y="265026"/>
                </a:moveTo>
                <a:lnTo>
                  <a:pt x="6811073" y="117627"/>
                </a:lnTo>
                <a:lnTo>
                  <a:pt x="6231484" y="176684"/>
                </a:lnTo>
                <a:close/>
                <a:moveTo>
                  <a:pt x="6593877" y="265026"/>
                </a:moveTo>
                <a:lnTo>
                  <a:pt x="6956269" y="353367"/>
                </a:lnTo>
                <a:lnTo>
                  <a:pt x="6811073" y="117627"/>
                </a:lnTo>
                <a:close/>
                <a:moveTo>
                  <a:pt x="6014287" y="324082"/>
                </a:moveTo>
                <a:lnTo>
                  <a:pt x="6231484" y="176684"/>
                </a:lnTo>
                <a:lnTo>
                  <a:pt x="5651894" y="235740"/>
                </a:lnTo>
                <a:close/>
                <a:moveTo>
                  <a:pt x="6014287" y="324082"/>
                </a:moveTo>
                <a:lnTo>
                  <a:pt x="6376680" y="412424"/>
                </a:lnTo>
                <a:lnTo>
                  <a:pt x="6231484" y="176684"/>
                </a:lnTo>
                <a:close/>
                <a:moveTo>
                  <a:pt x="5434697" y="383139"/>
                </a:moveTo>
                <a:lnTo>
                  <a:pt x="5651894" y="235740"/>
                </a:lnTo>
                <a:lnTo>
                  <a:pt x="5072305" y="294797"/>
                </a:lnTo>
                <a:close/>
                <a:moveTo>
                  <a:pt x="6448680" y="29285"/>
                </a:moveTo>
                <a:lnTo>
                  <a:pt x="6231484" y="176684"/>
                </a:lnTo>
                <a:lnTo>
                  <a:pt x="6811073" y="117627"/>
                </a:lnTo>
                <a:close/>
                <a:moveTo>
                  <a:pt x="5869091" y="88342"/>
                </a:moveTo>
                <a:lnTo>
                  <a:pt x="5651894" y="235740"/>
                </a:lnTo>
                <a:lnTo>
                  <a:pt x="6231484" y="176684"/>
                </a:lnTo>
                <a:close/>
                <a:moveTo>
                  <a:pt x="5869091" y="88342"/>
                </a:moveTo>
                <a:lnTo>
                  <a:pt x="5506698" y="0"/>
                </a:lnTo>
                <a:lnTo>
                  <a:pt x="5651894" y="235740"/>
                </a:lnTo>
                <a:close/>
                <a:moveTo>
                  <a:pt x="5289501" y="147398"/>
                </a:moveTo>
                <a:lnTo>
                  <a:pt x="5072305" y="294797"/>
                </a:lnTo>
                <a:lnTo>
                  <a:pt x="5651894" y="235740"/>
                </a:lnTo>
                <a:close/>
                <a:moveTo>
                  <a:pt x="5289501" y="147398"/>
                </a:moveTo>
                <a:lnTo>
                  <a:pt x="4927109" y="59057"/>
                </a:lnTo>
                <a:lnTo>
                  <a:pt x="5072305" y="294797"/>
                </a:lnTo>
                <a:close/>
                <a:moveTo>
                  <a:pt x="5289501" y="147398"/>
                </a:moveTo>
                <a:lnTo>
                  <a:pt x="5651894" y="235740"/>
                </a:lnTo>
                <a:lnTo>
                  <a:pt x="5506698" y="0"/>
                </a:lnTo>
                <a:close/>
                <a:moveTo>
                  <a:pt x="4709912" y="206455"/>
                </a:moveTo>
                <a:lnTo>
                  <a:pt x="4492715" y="353853"/>
                </a:lnTo>
                <a:lnTo>
                  <a:pt x="5072305" y="294797"/>
                </a:lnTo>
                <a:close/>
                <a:moveTo>
                  <a:pt x="4709912" y="206455"/>
                </a:moveTo>
                <a:lnTo>
                  <a:pt x="4347519" y="118113"/>
                </a:lnTo>
                <a:lnTo>
                  <a:pt x="4492715" y="353853"/>
                </a:lnTo>
                <a:close/>
                <a:moveTo>
                  <a:pt x="4709912" y="206455"/>
                </a:moveTo>
                <a:lnTo>
                  <a:pt x="4927109" y="59057"/>
                </a:lnTo>
                <a:lnTo>
                  <a:pt x="4347519" y="118113"/>
                </a:lnTo>
                <a:close/>
                <a:moveTo>
                  <a:pt x="4709912" y="206455"/>
                </a:moveTo>
                <a:lnTo>
                  <a:pt x="5072305" y="294797"/>
                </a:lnTo>
                <a:lnTo>
                  <a:pt x="4927109" y="59057"/>
                </a:lnTo>
                <a:close/>
                <a:moveTo>
                  <a:pt x="4130322" y="265512"/>
                </a:moveTo>
                <a:lnTo>
                  <a:pt x="3767929" y="177170"/>
                </a:lnTo>
                <a:lnTo>
                  <a:pt x="3913126" y="412910"/>
                </a:lnTo>
                <a:close/>
                <a:moveTo>
                  <a:pt x="4130322" y="265512"/>
                </a:moveTo>
                <a:lnTo>
                  <a:pt x="4347519" y="118113"/>
                </a:lnTo>
                <a:lnTo>
                  <a:pt x="3767929" y="177170"/>
                </a:lnTo>
                <a:close/>
                <a:moveTo>
                  <a:pt x="4130322" y="265512"/>
                </a:moveTo>
                <a:lnTo>
                  <a:pt x="4492715" y="353853"/>
                </a:lnTo>
                <a:lnTo>
                  <a:pt x="4347519" y="118113"/>
                </a:lnTo>
                <a:close/>
                <a:moveTo>
                  <a:pt x="3550733" y="324568"/>
                </a:moveTo>
                <a:lnTo>
                  <a:pt x="3767929" y="177170"/>
                </a:lnTo>
                <a:lnTo>
                  <a:pt x="3188340" y="236226"/>
                </a:lnTo>
                <a:close/>
                <a:moveTo>
                  <a:pt x="3550733" y="324568"/>
                </a:moveTo>
                <a:lnTo>
                  <a:pt x="3913126" y="412910"/>
                </a:lnTo>
                <a:lnTo>
                  <a:pt x="3767929" y="177170"/>
                </a:lnTo>
                <a:close/>
                <a:moveTo>
                  <a:pt x="2971143" y="383625"/>
                </a:moveTo>
                <a:lnTo>
                  <a:pt x="3188340" y="236226"/>
                </a:lnTo>
                <a:lnTo>
                  <a:pt x="2608750" y="295283"/>
                </a:lnTo>
                <a:close/>
                <a:moveTo>
                  <a:pt x="3985126" y="29771"/>
                </a:moveTo>
                <a:lnTo>
                  <a:pt x="3767929" y="177170"/>
                </a:lnTo>
                <a:lnTo>
                  <a:pt x="4347519" y="118113"/>
                </a:lnTo>
                <a:close/>
                <a:moveTo>
                  <a:pt x="3405537" y="88828"/>
                </a:moveTo>
                <a:lnTo>
                  <a:pt x="3188340" y="236226"/>
                </a:lnTo>
                <a:lnTo>
                  <a:pt x="3767929" y="177170"/>
                </a:lnTo>
                <a:close/>
                <a:moveTo>
                  <a:pt x="3405537" y="88828"/>
                </a:moveTo>
                <a:lnTo>
                  <a:pt x="3043144" y="486"/>
                </a:lnTo>
                <a:lnTo>
                  <a:pt x="3188340" y="236226"/>
                </a:lnTo>
                <a:close/>
                <a:moveTo>
                  <a:pt x="2825947" y="147885"/>
                </a:moveTo>
                <a:lnTo>
                  <a:pt x="2608750" y="295283"/>
                </a:lnTo>
                <a:lnTo>
                  <a:pt x="3188340" y="236226"/>
                </a:lnTo>
                <a:close/>
                <a:moveTo>
                  <a:pt x="2825947" y="147885"/>
                </a:moveTo>
                <a:lnTo>
                  <a:pt x="2463554" y="59543"/>
                </a:lnTo>
                <a:lnTo>
                  <a:pt x="2608750" y="295283"/>
                </a:lnTo>
                <a:close/>
                <a:moveTo>
                  <a:pt x="2825947" y="147885"/>
                </a:moveTo>
                <a:lnTo>
                  <a:pt x="3188340" y="236226"/>
                </a:lnTo>
                <a:lnTo>
                  <a:pt x="3043144" y="486"/>
                </a:lnTo>
                <a:close/>
                <a:moveTo>
                  <a:pt x="2246358" y="206941"/>
                </a:moveTo>
                <a:lnTo>
                  <a:pt x="2029161" y="354340"/>
                </a:lnTo>
                <a:lnTo>
                  <a:pt x="2608750" y="295283"/>
                </a:lnTo>
                <a:close/>
                <a:moveTo>
                  <a:pt x="2246358" y="206941"/>
                </a:moveTo>
                <a:lnTo>
                  <a:pt x="1883965" y="118599"/>
                </a:lnTo>
                <a:lnTo>
                  <a:pt x="2029161" y="354340"/>
                </a:lnTo>
                <a:close/>
                <a:moveTo>
                  <a:pt x="2246358" y="206941"/>
                </a:moveTo>
                <a:lnTo>
                  <a:pt x="2463554" y="59543"/>
                </a:lnTo>
                <a:lnTo>
                  <a:pt x="1883965" y="118599"/>
                </a:lnTo>
                <a:close/>
                <a:moveTo>
                  <a:pt x="2246358" y="206941"/>
                </a:moveTo>
                <a:lnTo>
                  <a:pt x="2608750" y="295283"/>
                </a:lnTo>
                <a:lnTo>
                  <a:pt x="2463554" y="59543"/>
                </a:lnTo>
                <a:close/>
                <a:moveTo>
                  <a:pt x="1666768" y="265998"/>
                </a:moveTo>
                <a:lnTo>
                  <a:pt x="1304375" y="177656"/>
                </a:lnTo>
                <a:lnTo>
                  <a:pt x="1449571" y="413396"/>
                </a:lnTo>
                <a:close/>
                <a:moveTo>
                  <a:pt x="1666768" y="265998"/>
                </a:moveTo>
                <a:lnTo>
                  <a:pt x="1883965" y="118599"/>
                </a:lnTo>
                <a:lnTo>
                  <a:pt x="1304375" y="177656"/>
                </a:lnTo>
                <a:close/>
                <a:moveTo>
                  <a:pt x="1666768" y="265998"/>
                </a:moveTo>
                <a:lnTo>
                  <a:pt x="2029161" y="354340"/>
                </a:lnTo>
                <a:lnTo>
                  <a:pt x="1883965" y="118599"/>
                </a:lnTo>
                <a:close/>
                <a:moveTo>
                  <a:pt x="1087179" y="325054"/>
                </a:moveTo>
                <a:lnTo>
                  <a:pt x="1304375" y="177656"/>
                </a:lnTo>
                <a:lnTo>
                  <a:pt x="724786" y="236712"/>
                </a:lnTo>
                <a:close/>
                <a:moveTo>
                  <a:pt x="1087179" y="325054"/>
                </a:moveTo>
                <a:lnTo>
                  <a:pt x="1449571" y="413396"/>
                </a:lnTo>
                <a:lnTo>
                  <a:pt x="1304375" y="177656"/>
                </a:lnTo>
                <a:close/>
                <a:moveTo>
                  <a:pt x="507589" y="384111"/>
                </a:moveTo>
                <a:lnTo>
                  <a:pt x="724786" y="236712"/>
                </a:lnTo>
                <a:lnTo>
                  <a:pt x="145196" y="295769"/>
                </a:lnTo>
                <a:close/>
                <a:moveTo>
                  <a:pt x="1521572" y="30257"/>
                </a:moveTo>
                <a:lnTo>
                  <a:pt x="1304375" y="177656"/>
                </a:lnTo>
                <a:lnTo>
                  <a:pt x="1883965" y="118599"/>
                </a:lnTo>
                <a:close/>
                <a:moveTo>
                  <a:pt x="941982" y="89314"/>
                </a:moveTo>
                <a:lnTo>
                  <a:pt x="724786" y="236712"/>
                </a:lnTo>
                <a:lnTo>
                  <a:pt x="1304375" y="177656"/>
                </a:lnTo>
                <a:close/>
                <a:moveTo>
                  <a:pt x="941982" y="89314"/>
                </a:moveTo>
                <a:lnTo>
                  <a:pt x="579590" y="972"/>
                </a:lnTo>
                <a:lnTo>
                  <a:pt x="724786" y="236712"/>
                </a:lnTo>
                <a:close/>
                <a:moveTo>
                  <a:pt x="362393" y="148371"/>
                </a:moveTo>
                <a:lnTo>
                  <a:pt x="145196" y="295769"/>
                </a:lnTo>
                <a:lnTo>
                  <a:pt x="724786" y="236712"/>
                </a:lnTo>
                <a:close/>
                <a:moveTo>
                  <a:pt x="362393" y="148371"/>
                </a:moveTo>
                <a:lnTo>
                  <a:pt x="0" y="60029"/>
                </a:lnTo>
                <a:lnTo>
                  <a:pt x="145196" y="295769"/>
                </a:lnTo>
                <a:close/>
                <a:moveTo>
                  <a:pt x="362393" y="148371"/>
                </a:moveTo>
                <a:lnTo>
                  <a:pt x="724786" y="236712"/>
                </a:lnTo>
                <a:lnTo>
                  <a:pt x="579590" y="972"/>
                </a:lnTo>
                <a:close/>
              </a:path>
            </a:pathLst>
          </a:custGeom>
          <a:solidFill>
            <a:srgbClr val="F2F2F2">
              <a:alpha val="100000"/>
            </a:srgbClr>
          </a:solidFill>
          <a:ln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28" name="PANEL_01-slope--4-200_15">
            <a:extLst>
              <a:ext uri="{FF2B5EF4-FFF2-40B4-BE49-F238E27FC236}">
                <a16:creationId xmlns:a16="http://schemas.microsoft.com/office/drawing/2014/main" id="{B50BA04F-3A34-47E9-96F7-1BAC2811B624}"/>
              </a:ext>
            </a:extLst>
          </p:cNvPr>
          <p:cNvSpPr>
            <a:spLocks/>
          </p:cNvSpPr>
          <p:nvPr/>
        </p:nvSpPr>
        <p:spPr>
          <a:xfrm>
            <a:off x="1553409" y="3465523"/>
            <a:ext cx="2277955" cy="1537756"/>
          </a:xfrm>
          <a:custGeom>
            <a:pathLst>
              <a:path w="2391554" h="1614441">
                <a:moveTo>
                  <a:pt x="2029161" y="1297966"/>
                </a:moveTo>
                <a:lnTo>
                  <a:pt x="2391554" y="1614441"/>
                </a:lnTo>
                <a:lnTo>
                  <a:pt x="2246358" y="1378701"/>
                </a:lnTo>
                <a:close/>
                <a:moveTo>
                  <a:pt x="724786" y="909442"/>
                </a:moveTo>
                <a:lnTo>
                  <a:pt x="507589" y="886696"/>
                </a:lnTo>
                <a:lnTo>
                  <a:pt x="1087179" y="1110357"/>
                </a:lnTo>
                <a:close/>
                <a:moveTo>
                  <a:pt x="724786" y="909442"/>
                </a:moveTo>
                <a:lnTo>
                  <a:pt x="362393" y="458695"/>
                </a:lnTo>
                <a:lnTo>
                  <a:pt x="507589" y="886696"/>
                </a:lnTo>
                <a:close/>
                <a:moveTo>
                  <a:pt x="0" y="64005"/>
                </a:moveTo>
                <a:lnTo>
                  <a:pt x="362393" y="458695"/>
                </a:lnTo>
                <a:lnTo>
                  <a:pt x="217197" y="0"/>
                </a:lnTo>
                <a:close/>
              </a:path>
            </a:pathLst>
          </a:custGeom>
          <a:solidFill>
            <a:srgbClr val="E4E4E4">
              <a:alpha val="100000"/>
            </a:srgbClr>
          </a:solidFill>
          <a:ln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29" name="PANEL_01-slope--4-204_16">
            <a:extLst>
              <a:ext uri="{FF2B5EF4-FFF2-40B4-BE49-F238E27FC236}">
                <a16:creationId xmlns:a16="http://schemas.microsoft.com/office/drawing/2014/main" id="{64F60374-8657-4044-8F86-3E1662DAFBA8}"/>
              </a:ext>
            </a:extLst>
          </p:cNvPr>
          <p:cNvSpPr>
            <a:spLocks/>
          </p:cNvSpPr>
          <p:nvPr/>
        </p:nvSpPr>
        <p:spPr>
          <a:xfrm>
            <a:off x="136924" y="2405108"/>
            <a:ext cx="3556140" cy="2373628"/>
          </a:xfrm>
          <a:custGeom>
            <a:pathLst>
              <a:path w="3733481" h="2491998">
                <a:moveTo>
                  <a:pt x="3516284" y="2411262"/>
                </a:moveTo>
                <a:lnTo>
                  <a:pt x="3733481" y="2491998"/>
                </a:lnTo>
                <a:lnTo>
                  <a:pt x="3153891" y="2291079"/>
                </a:lnTo>
                <a:close/>
                <a:moveTo>
                  <a:pt x="1632319" y="1711314"/>
                </a:moveTo>
                <a:lnTo>
                  <a:pt x="1849516" y="1571992"/>
                </a:lnTo>
                <a:lnTo>
                  <a:pt x="1269926" y="1303189"/>
                </a:lnTo>
                <a:close/>
                <a:moveTo>
                  <a:pt x="1632319" y="1711314"/>
                </a:moveTo>
                <a:lnTo>
                  <a:pt x="1994712" y="1999992"/>
                </a:lnTo>
                <a:lnTo>
                  <a:pt x="1849516" y="1571992"/>
                </a:lnTo>
                <a:close/>
                <a:moveTo>
                  <a:pt x="2066712" y="1376613"/>
                </a:moveTo>
                <a:lnTo>
                  <a:pt x="1849516" y="1571992"/>
                </a:lnTo>
                <a:lnTo>
                  <a:pt x="2429105" y="1817297"/>
                </a:lnTo>
                <a:close/>
                <a:moveTo>
                  <a:pt x="1487123" y="1177302"/>
                </a:moveTo>
                <a:lnTo>
                  <a:pt x="1269926" y="1303189"/>
                </a:lnTo>
                <a:lnTo>
                  <a:pt x="1849516" y="1571992"/>
                </a:lnTo>
                <a:close/>
                <a:moveTo>
                  <a:pt x="1487123" y="1177302"/>
                </a:moveTo>
                <a:lnTo>
                  <a:pt x="1124730" y="839689"/>
                </a:lnTo>
                <a:lnTo>
                  <a:pt x="1269926" y="1303189"/>
                </a:lnTo>
                <a:close/>
                <a:moveTo>
                  <a:pt x="907533" y="940207"/>
                </a:moveTo>
                <a:lnTo>
                  <a:pt x="1124730" y="839689"/>
                </a:lnTo>
                <a:lnTo>
                  <a:pt x="545141" y="605082"/>
                </a:lnTo>
                <a:close/>
                <a:moveTo>
                  <a:pt x="907533" y="940207"/>
                </a:moveTo>
                <a:lnTo>
                  <a:pt x="1269926" y="1303189"/>
                </a:lnTo>
                <a:lnTo>
                  <a:pt x="1124730" y="839689"/>
                </a:lnTo>
                <a:close/>
                <a:moveTo>
                  <a:pt x="762337" y="461978"/>
                </a:moveTo>
                <a:lnTo>
                  <a:pt x="545141" y="605082"/>
                </a:lnTo>
                <a:lnTo>
                  <a:pt x="1124730" y="839689"/>
                </a:lnTo>
                <a:close/>
                <a:moveTo>
                  <a:pt x="762337" y="461978"/>
                </a:moveTo>
                <a:lnTo>
                  <a:pt x="523785" y="273627"/>
                </a:lnTo>
                <a:lnTo>
                  <a:pt x="418538" y="230815"/>
                </a:lnTo>
                <a:lnTo>
                  <a:pt x="545141" y="605082"/>
                </a:lnTo>
                <a:close/>
                <a:moveTo>
                  <a:pt x="0" y="77134"/>
                </a:moveTo>
                <a:lnTo>
                  <a:pt x="182748" y="235951"/>
                </a:lnTo>
                <a:lnTo>
                  <a:pt x="355460" y="188157"/>
                </a:lnTo>
                <a:lnTo>
                  <a:pt x="103664" y="45579"/>
                </a:lnTo>
                <a:lnTo>
                  <a:pt x="0" y="0"/>
                </a:lnTo>
                <a:close/>
                <a:moveTo>
                  <a:pt x="355460" y="188157"/>
                </a:moveTo>
                <a:lnTo>
                  <a:pt x="182748" y="235951"/>
                </a:lnTo>
                <a:lnTo>
                  <a:pt x="545141" y="605082"/>
                </a:lnTo>
                <a:lnTo>
                  <a:pt x="418538" y="230815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30" name="PANEL_01-slope--4-208_17">
            <a:extLst>
              <a:ext uri="{FF2B5EF4-FFF2-40B4-BE49-F238E27FC236}">
                <a16:creationId xmlns:a16="http://schemas.microsoft.com/office/drawing/2014/main" id="{7387E96C-0B8A-4CE0-9859-E0CC25C3E3B2}"/>
              </a:ext>
            </a:extLst>
          </p:cNvPr>
          <p:cNvSpPr>
            <a:spLocks/>
          </p:cNvSpPr>
          <p:nvPr/>
        </p:nvSpPr>
        <p:spPr>
          <a:xfrm>
            <a:off x="1898588" y="3902430"/>
            <a:ext cx="1794476" cy="876306"/>
          </a:xfrm>
          <a:custGeom>
            <a:pathLst>
              <a:path w="1883965" h="920006">
                <a:moveTo>
                  <a:pt x="1521572" y="590840"/>
                </a:moveTo>
                <a:lnTo>
                  <a:pt x="1304375" y="719088"/>
                </a:lnTo>
                <a:lnTo>
                  <a:pt x="1883965" y="920006"/>
                </a:lnTo>
                <a:close/>
                <a:moveTo>
                  <a:pt x="941982" y="588249"/>
                </a:moveTo>
                <a:lnTo>
                  <a:pt x="579590" y="245305"/>
                </a:lnTo>
                <a:lnTo>
                  <a:pt x="724786" y="651662"/>
                </a:lnTo>
                <a:close/>
                <a:moveTo>
                  <a:pt x="362393" y="450747"/>
                </a:moveTo>
                <a:lnTo>
                  <a:pt x="579590" y="245305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100000"/>
            </a:srgbClr>
          </a:solidFill>
          <a:ln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31" name="PANEL_01-slope--4-212_18">
            <a:extLst>
              <a:ext uri="{FF2B5EF4-FFF2-40B4-BE49-F238E27FC236}">
                <a16:creationId xmlns:a16="http://schemas.microsoft.com/office/drawing/2014/main" id="{04B64CF4-9DCC-4822-8617-468D3FF7E6C0}"/>
              </a:ext>
            </a:extLst>
          </p:cNvPr>
          <p:cNvSpPr>
            <a:spLocks/>
          </p:cNvSpPr>
          <p:nvPr/>
        </p:nvSpPr>
        <p:spPr>
          <a:xfrm>
            <a:off x="136924" y="2478578"/>
            <a:ext cx="3349260" cy="2345858"/>
          </a:xfrm>
          <a:custGeom>
            <a:pathLst>
              <a:path w="3516284" h="2462843">
                <a:moveTo>
                  <a:pt x="3516284" y="2334128"/>
                </a:moveTo>
                <a:lnTo>
                  <a:pt x="3153891" y="2213945"/>
                </a:lnTo>
                <a:lnTo>
                  <a:pt x="3299087" y="2462843"/>
                </a:lnTo>
                <a:close/>
                <a:moveTo>
                  <a:pt x="2936694" y="2352848"/>
                </a:moveTo>
                <a:lnTo>
                  <a:pt x="3153891" y="2213945"/>
                </a:lnTo>
                <a:lnTo>
                  <a:pt x="2574301" y="2146520"/>
                </a:lnTo>
                <a:close/>
                <a:moveTo>
                  <a:pt x="2791498" y="2083107"/>
                </a:moveTo>
                <a:lnTo>
                  <a:pt x="2574301" y="2146520"/>
                </a:lnTo>
                <a:lnTo>
                  <a:pt x="3153891" y="2213945"/>
                </a:lnTo>
                <a:close/>
                <a:moveTo>
                  <a:pt x="2211909" y="1945604"/>
                </a:moveTo>
                <a:lnTo>
                  <a:pt x="2574301" y="2146520"/>
                </a:lnTo>
                <a:lnTo>
                  <a:pt x="2429105" y="1740163"/>
                </a:lnTo>
                <a:close/>
                <a:moveTo>
                  <a:pt x="182748" y="158816"/>
                </a:moveTo>
                <a:lnTo>
                  <a:pt x="0" y="339438"/>
                </a:lnTo>
                <a:lnTo>
                  <a:pt x="0" y="382667"/>
                </a:lnTo>
                <a:lnTo>
                  <a:pt x="545141" y="527948"/>
                </a:lnTo>
                <a:close/>
                <a:moveTo>
                  <a:pt x="0" y="339438"/>
                </a:moveTo>
                <a:lnTo>
                  <a:pt x="182748" y="158816"/>
                </a:lnTo>
                <a:lnTo>
                  <a:pt x="0" y="0"/>
                </a:lnTo>
                <a:close/>
              </a:path>
            </a:pathLst>
          </a:custGeom>
          <a:solidFill>
            <a:srgbClr val="E9E9E9">
              <a:alpha val="100000"/>
            </a:srgbClr>
          </a:solidFill>
          <a:ln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33" name="PANEL_01-water--4-236_19">
            <a:extLst>
              <a:ext uri="{FF2B5EF4-FFF2-40B4-BE49-F238E27FC236}">
                <a16:creationId xmlns:a16="http://schemas.microsoft.com/office/drawing/2014/main" id="{05C25966-2005-4BD0-8C31-B278AE7169AA}"/>
              </a:ext>
            </a:extLst>
          </p:cNvPr>
          <p:cNvSpPr>
            <a:spLocks/>
          </p:cNvSpPr>
          <p:nvPr/>
        </p:nvSpPr>
        <p:spPr>
          <a:xfrm>
            <a:off x="3693064" y="4721558"/>
            <a:ext cx="7257111" cy="393760"/>
          </a:xfrm>
          <a:custGeom>
            <a:pathLst>
              <a:path w="7619015" h="413396">
                <a:moveTo>
                  <a:pt x="7619015" y="237878"/>
                </a:moveTo>
                <a:lnTo>
                  <a:pt x="7535859" y="294311"/>
                </a:lnTo>
                <a:lnTo>
                  <a:pt x="7619015" y="285838"/>
                </a:lnTo>
                <a:close/>
                <a:moveTo>
                  <a:pt x="7619015" y="237878"/>
                </a:moveTo>
                <a:lnTo>
                  <a:pt x="7619015" y="114237"/>
                </a:lnTo>
                <a:lnTo>
                  <a:pt x="7390663" y="58571"/>
                </a:lnTo>
                <a:lnTo>
                  <a:pt x="7535859" y="294311"/>
                </a:lnTo>
                <a:close/>
                <a:moveTo>
                  <a:pt x="7173466" y="205969"/>
                </a:moveTo>
                <a:lnTo>
                  <a:pt x="6956269" y="353367"/>
                </a:lnTo>
                <a:lnTo>
                  <a:pt x="7535859" y="294311"/>
                </a:lnTo>
                <a:close/>
                <a:moveTo>
                  <a:pt x="7173466" y="205969"/>
                </a:moveTo>
                <a:lnTo>
                  <a:pt x="6811073" y="117627"/>
                </a:lnTo>
                <a:lnTo>
                  <a:pt x="6956269" y="353367"/>
                </a:lnTo>
                <a:close/>
                <a:moveTo>
                  <a:pt x="7173466" y="205969"/>
                </a:moveTo>
                <a:lnTo>
                  <a:pt x="7390663" y="58571"/>
                </a:lnTo>
                <a:lnTo>
                  <a:pt x="6811073" y="117627"/>
                </a:lnTo>
                <a:close/>
                <a:moveTo>
                  <a:pt x="7173466" y="205969"/>
                </a:moveTo>
                <a:lnTo>
                  <a:pt x="7535859" y="294311"/>
                </a:lnTo>
                <a:lnTo>
                  <a:pt x="7390663" y="58571"/>
                </a:lnTo>
                <a:close/>
                <a:moveTo>
                  <a:pt x="6593877" y="265026"/>
                </a:moveTo>
                <a:lnTo>
                  <a:pt x="6231484" y="176684"/>
                </a:lnTo>
                <a:lnTo>
                  <a:pt x="6376680" y="412424"/>
                </a:lnTo>
                <a:close/>
                <a:moveTo>
                  <a:pt x="6593877" y="265026"/>
                </a:moveTo>
                <a:lnTo>
                  <a:pt x="6811073" y="117627"/>
                </a:lnTo>
                <a:lnTo>
                  <a:pt x="6231484" y="176684"/>
                </a:lnTo>
                <a:close/>
                <a:moveTo>
                  <a:pt x="6593877" y="265026"/>
                </a:moveTo>
                <a:lnTo>
                  <a:pt x="6956269" y="353367"/>
                </a:lnTo>
                <a:lnTo>
                  <a:pt x="6811073" y="117627"/>
                </a:lnTo>
                <a:close/>
                <a:moveTo>
                  <a:pt x="6014287" y="324082"/>
                </a:moveTo>
                <a:lnTo>
                  <a:pt x="6231484" y="176684"/>
                </a:lnTo>
                <a:lnTo>
                  <a:pt x="5651894" y="235740"/>
                </a:lnTo>
                <a:close/>
                <a:moveTo>
                  <a:pt x="6448680" y="29285"/>
                </a:moveTo>
                <a:lnTo>
                  <a:pt x="6231484" y="176684"/>
                </a:lnTo>
                <a:lnTo>
                  <a:pt x="6811073" y="117627"/>
                </a:lnTo>
                <a:close/>
                <a:moveTo>
                  <a:pt x="5869091" y="88342"/>
                </a:moveTo>
                <a:lnTo>
                  <a:pt x="5651894" y="235740"/>
                </a:lnTo>
                <a:lnTo>
                  <a:pt x="6231484" y="176684"/>
                </a:lnTo>
                <a:close/>
                <a:moveTo>
                  <a:pt x="5869091" y="88342"/>
                </a:moveTo>
                <a:lnTo>
                  <a:pt x="5506698" y="0"/>
                </a:lnTo>
                <a:lnTo>
                  <a:pt x="5651894" y="235740"/>
                </a:lnTo>
                <a:close/>
                <a:moveTo>
                  <a:pt x="5289501" y="147398"/>
                </a:moveTo>
                <a:lnTo>
                  <a:pt x="5072305" y="294797"/>
                </a:lnTo>
                <a:lnTo>
                  <a:pt x="5651894" y="235740"/>
                </a:lnTo>
                <a:close/>
                <a:moveTo>
                  <a:pt x="5289501" y="147398"/>
                </a:moveTo>
                <a:lnTo>
                  <a:pt x="4927109" y="59057"/>
                </a:lnTo>
                <a:lnTo>
                  <a:pt x="5072305" y="294797"/>
                </a:lnTo>
                <a:close/>
                <a:moveTo>
                  <a:pt x="5289501" y="147398"/>
                </a:moveTo>
                <a:lnTo>
                  <a:pt x="5651894" y="235740"/>
                </a:lnTo>
                <a:lnTo>
                  <a:pt x="5506698" y="0"/>
                </a:lnTo>
                <a:close/>
                <a:moveTo>
                  <a:pt x="4709912" y="206455"/>
                </a:moveTo>
                <a:lnTo>
                  <a:pt x="4492715" y="353853"/>
                </a:lnTo>
                <a:lnTo>
                  <a:pt x="5072305" y="294797"/>
                </a:lnTo>
                <a:close/>
                <a:moveTo>
                  <a:pt x="4709912" y="206455"/>
                </a:moveTo>
                <a:lnTo>
                  <a:pt x="4347519" y="118113"/>
                </a:lnTo>
                <a:lnTo>
                  <a:pt x="4492715" y="353853"/>
                </a:lnTo>
                <a:close/>
                <a:moveTo>
                  <a:pt x="4709912" y="206455"/>
                </a:moveTo>
                <a:lnTo>
                  <a:pt x="4927109" y="59057"/>
                </a:lnTo>
                <a:lnTo>
                  <a:pt x="4347519" y="118113"/>
                </a:lnTo>
                <a:close/>
                <a:moveTo>
                  <a:pt x="4709912" y="206455"/>
                </a:moveTo>
                <a:lnTo>
                  <a:pt x="5072305" y="294797"/>
                </a:lnTo>
                <a:lnTo>
                  <a:pt x="4927109" y="59057"/>
                </a:lnTo>
                <a:close/>
                <a:moveTo>
                  <a:pt x="4130322" y="265512"/>
                </a:moveTo>
                <a:lnTo>
                  <a:pt x="3767929" y="177170"/>
                </a:lnTo>
                <a:lnTo>
                  <a:pt x="3913126" y="412910"/>
                </a:lnTo>
                <a:close/>
                <a:moveTo>
                  <a:pt x="4130322" y="265512"/>
                </a:moveTo>
                <a:lnTo>
                  <a:pt x="4347519" y="118113"/>
                </a:lnTo>
                <a:lnTo>
                  <a:pt x="3767929" y="177170"/>
                </a:lnTo>
                <a:close/>
                <a:moveTo>
                  <a:pt x="4130322" y="265512"/>
                </a:moveTo>
                <a:lnTo>
                  <a:pt x="4492715" y="353853"/>
                </a:lnTo>
                <a:lnTo>
                  <a:pt x="4347519" y="118113"/>
                </a:lnTo>
                <a:close/>
                <a:moveTo>
                  <a:pt x="3550733" y="324568"/>
                </a:moveTo>
                <a:lnTo>
                  <a:pt x="3767929" y="177170"/>
                </a:lnTo>
                <a:lnTo>
                  <a:pt x="3188340" y="236226"/>
                </a:lnTo>
                <a:close/>
                <a:moveTo>
                  <a:pt x="3985126" y="29771"/>
                </a:moveTo>
                <a:lnTo>
                  <a:pt x="3767929" y="177170"/>
                </a:lnTo>
                <a:lnTo>
                  <a:pt x="4347519" y="118113"/>
                </a:lnTo>
                <a:close/>
                <a:moveTo>
                  <a:pt x="3405537" y="88828"/>
                </a:moveTo>
                <a:lnTo>
                  <a:pt x="3188340" y="236226"/>
                </a:lnTo>
                <a:lnTo>
                  <a:pt x="3767929" y="177170"/>
                </a:lnTo>
                <a:close/>
                <a:moveTo>
                  <a:pt x="3405537" y="88828"/>
                </a:moveTo>
                <a:lnTo>
                  <a:pt x="3043144" y="486"/>
                </a:lnTo>
                <a:lnTo>
                  <a:pt x="3188340" y="236226"/>
                </a:lnTo>
                <a:close/>
                <a:moveTo>
                  <a:pt x="2825947" y="147885"/>
                </a:moveTo>
                <a:lnTo>
                  <a:pt x="2608750" y="295283"/>
                </a:lnTo>
                <a:lnTo>
                  <a:pt x="3188340" y="236226"/>
                </a:lnTo>
                <a:close/>
                <a:moveTo>
                  <a:pt x="2825947" y="147885"/>
                </a:moveTo>
                <a:lnTo>
                  <a:pt x="2463554" y="59543"/>
                </a:lnTo>
                <a:lnTo>
                  <a:pt x="2608750" y="295283"/>
                </a:lnTo>
                <a:close/>
                <a:moveTo>
                  <a:pt x="2825947" y="147885"/>
                </a:moveTo>
                <a:lnTo>
                  <a:pt x="3188340" y="236226"/>
                </a:lnTo>
                <a:lnTo>
                  <a:pt x="3043144" y="486"/>
                </a:lnTo>
                <a:close/>
                <a:moveTo>
                  <a:pt x="2246358" y="206941"/>
                </a:moveTo>
                <a:lnTo>
                  <a:pt x="2029161" y="354340"/>
                </a:lnTo>
                <a:lnTo>
                  <a:pt x="2608750" y="295283"/>
                </a:lnTo>
                <a:close/>
                <a:moveTo>
                  <a:pt x="2246358" y="206941"/>
                </a:moveTo>
                <a:lnTo>
                  <a:pt x="1883965" y="118599"/>
                </a:lnTo>
                <a:lnTo>
                  <a:pt x="2029161" y="354340"/>
                </a:lnTo>
                <a:close/>
                <a:moveTo>
                  <a:pt x="2246358" y="206941"/>
                </a:moveTo>
                <a:lnTo>
                  <a:pt x="2463554" y="59543"/>
                </a:lnTo>
                <a:lnTo>
                  <a:pt x="1883965" y="118599"/>
                </a:lnTo>
                <a:close/>
                <a:moveTo>
                  <a:pt x="2246358" y="206941"/>
                </a:moveTo>
                <a:lnTo>
                  <a:pt x="2608750" y="295283"/>
                </a:lnTo>
                <a:lnTo>
                  <a:pt x="2463554" y="59543"/>
                </a:lnTo>
                <a:close/>
                <a:moveTo>
                  <a:pt x="1666768" y="265998"/>
                </a:moveTo>
                <a:lnTo>
                  <a:pt x="1304375" y="177656"/>
                </a:lnTo>
                <a:lnTo>
                  <a:pt x="1449571" y="413396"/>
                </a:lnTo>
                <a:close/>
                <a:moveTo>
                  <a:pt x="1666768" y="265998"/>
                </a:moveTo>
                <a:lnTo>
                  <a:pt x="1883965" y="118599"/>
                </a:lnTo>
                <a:lnTo>
                  <a:pt x="1304375" y="177656"/>
                </a:lnTo>
                <a:close/>
                <a:moveTo>
                  <a:pt x="1666768" y="265998"/>
                </a:moveTo>
                <a:lnTo>
                  <a:pt x="2029161" y="354340"/>
                </a:lnTo>
                <a:lnTo>
                  <a:pt x="1883965" y="118599"/>
                </a:lnTo>
                <a:close/>
                <a:moveTo>
                  <a:pt x="1087179" y="325054"/>
                </a:moveTo>
                <a:lnTo>
                  <a:pt x="1304375" y="177656"/>
                </a:lnTo>
                <a:lnTo>
                  <a:pt x="724786" y="236712"/>
                </a:lnTo>
                <a:close/>
                <a:moveTo>
                  <a:pt x="1521572" y="30257"/>
                </a:moveTo>
                <a:lnTo>
                  <a:pt x="1304375" y="177656"/>
                </a:lnTo>
                <a:lnTo>
                  <a:pt x="1883965" y="118599"/>
                </a:lnTo>
                <a:close/>
                <a:moveTo>
                  <a:pt x="941982" y="89314"/>
                </a:moveTo>
                <a:lnTo>
                  <a:pt x="724786" y="236712"/>
                </a:lnTo>
                <a:lnTo>
                  <a:pt x="1304375" y="177656"/>
                </a:lnTo>
                <a:close/>
                <a:moveTo>
                  <a:pt x="941982" y="89314"/>
                </a:moveTo>
                <a:lnTo>
                  <a:pt x="579590" y="972"/>
                </a:lnTo>
                <a:lnTo>
                  <a:pt x="724786" y="236712"/>
                </a:lnTo>
                <a:close/>
                <a:moveTo>
                  <a:pt x="362393" y="148371"/>
                </a:moveTo>
                <a:lnTo>
                  <a:pt x="145196" y="295769"/>
                </a:lnTo>
                <a:lnTo>
                  <a:pt x="724786" y="236712"/>
                </a:lnTo>
                <a:close/>
                <a:moveTo>
                  <a:pt x="362393" y="148371"/>
                </a:moveTo>
                <a:lnTo>
                  <a:pt x="0" y="60029"/>
                </a:lnTo>
                <a:lnTo>
                  <a:pt x="145196" y="295769"/>
                </a:lnTo>
                <a:close/>
                <a:moveTo>
                  <a:pt x="362393" y="148371"/>
                </a:moveTo>
                <a:lnTo>
                  <a:pt x="724786" y="236712"/>
                </a:lnTo>
                <a:lnTo>
                  <a:pt x="579590" y="972"/>
                </a:lnTo>
                <a:close/>
              </a:path>
            </a:pathLst>
          </a:custGeom>
          <a:solidFill>
            <a:srgbClr val="F2F2F2">
              <a:alpha val="100000"/>
            </a:srgbClr>
          </a:solidFill>
          <a:ln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35" name="PANEL_01-slope--3-196_20">
            <a:extLst>
              <a:ext uri="{FF2B5EF4-FFF2-40B4-BE49-F238E27FC236}">
                <a16:creationId xmlns:a16="http://schemas.microsoft.com/office/drawing/2014/main" id="{E5EA0904-3ADC-4624-A8C7-44C009ABCAD9}"/>
              </a:ext>
            </a:extLst>
          </p:cNvPr>
          <p:cNvSpPr>
            <a:spLocks/>
          </p:cNvSpPr>
          <p:nvPr/>
        </p:nvSpPr>
        <p:spPr>
          <a:xfrm>
            <a:off x="1346529" y="3646395"/>
            <a:ext cx="1035538" cy="931988"/>
          </a:xfrm>
          <a:custGeom>
            <a:pathLst>
              <a:path w="1087179" h="978465">
                <a:moveTo>
                  <a:pt x="1087179" y="978465"/>
                </a:moveTo>
                <a:lnTo>
                  <a:pt x="724786" y="696803"/>
                </a:lnTo>
                <a:lnTo>
                  <a:pt x="869982" y="928196"/>
                </a:lnTo>
                <a:close/>
                <a:moveTo>
                  <a:pt x="507589" y="681075"/>
                </a:moveTo>
                <a:lnTo>
                  <a:pt x="724786" y="696803"/>
                </a:lnTo>
                <a:lnTo>
                  <a:pt x="145196" y="378998"/>
                </a:lnTo>
                <a:close/>
                <a:moveTo>
                  <a:pt x="362393" y="408125"/>
                </a:moveTo>
                <a:lnTo>
                  <a:pt x="145196" y="378998"/>
                </a:lnTo>
                <a:lnTo>
                  <a:pt x="724786" y="696803"/>
                </a:lnTo>
                <a:close/>
                <a:moveTo>
                  <a:pt x="362393" y="408125"/>
                </a:moveTo>
                <a:lnTo>
                  <a:pt x="0" y="0"/>
                </a:lnTo>
                <a:lnTo>
                  <a:pt x="145196" y="378998"/>
                </a:lnTo>
                <a:close/>
              </a:path>
            </a:pathLst>
          </a:custGeom>
          <a:solidFill>
            <a:srgbClr val="E3E3E3">
              <a:alpha val="100000"/>
            </a:srgbClr>
          </a:solidFill>
          <a:ln w="1143">
            <a:solidFill>
              <a:srgbClr val="E3E3E3">
                <a:alpha val="100000"/>
              </a:srgbClr>
            </a:solidFill>
            <a:prstDash val="solid"/>
          </a:ln>
        </p:spPr>
      </p:sp>
      <p:sp>
        <p:nvSpPr>
          <p:cNvPr id="36" name="PANEL_01-slope--3-200_21">
            <a:extLst>
              <a:ext uri="{FF2B5EF4-FFF2-40B4-BE49-F238E27FC236}">
                <a16:creationId xmlns:a16="http://schemas.microsoft.com/office/drawing/2014/main" id="{4D5A4C85-DF33-4950-9B01-CC70458AEAED}"/>
              </a:ext>
            </a:extLst>
          </p:cNvPr>
          <p:cNvSpPr>
            <a:spLocks/>
          </p:cNvSpPr>
          <p:nvPr/>
        </p:nvSpPr>
        <p:spPr>
          <a:xfrm>
            <a:off x="1139649" y="3646395"/>
            <a:ext cx="1449297" cy="931988"/>
          </a:xfrm>
          <a:custGeom>
            <a:pathLst>
              <a:path w="1521572" h="978465">
                <a:moveTo>
                  <a:pt x="1304375" y="978465"/>
                </a:moveTo>
                <a:lnTo>
                  <a:pt x="1521572" y="920465"/>
                </a:lnTo>
                <a:lnTo>
                  <a:pt x="941982" y="696803"/>
                </a:lnTo>
                <a:close/>
                <a:moveTo>
                  <a:pt x="0" y="80744"/>
                </a:moveTo>
                <a:lnTo>
                  <a:pt x="362393" y="378998"/>
                </a:lnTo>
                <a:lnTo>
                  <a:pt x="217197" y="0"/>
                </a:lnTo>
                <a:close/>
              </a:path>
            </a:pathLst>
          </a:custGeom>
          <a:solidFill>
            <a:srgbClr val="E4E4E4">
              <a:alpha val="100000"/>
            </a:srgbClr>
          </a:solidFill>
          <a:ln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37" name="PANEL_01-slope--3-204_22">
            <a:extLst>
              <a:ext uri="{FF2B5EF4-FFF2-40B4-BE49-F238E27FC236}">
                <a16:creationId xmlns:a16="http://schemas.microsoft.com/office/drawing/2014/main" id="{9EE89CF6-E51D-489F-A66C-080968D19E13}"/>
              </a:ext>
            </a:extLst>
          </p:cNvPr>
          <p:cNvSpPr>
            <a:spLocks/>
          </p:cNvSpPr>
          <p:nvPr/>
        </p:nvSpPr>
        <p:spPr>
          <a:xfrm>
            <a:off x="794470" y="3300655"/>
            <a:ext cx="3175193" cy="1927166"/>
          </a:xfrm>
          <a:custGeom>
            <a:pathLst>
              <a:path w="3333536" h="2023272">
                <a:moveTo>
                  <a:pt x="2971143" y="1740965"/>
                </a:moveTo>
                <a:lnTo>
                  <a:pt x="3188340" y="1787531"/>
                </a:lnTo>
                <a:lnTo>
                  <a:pt x="2608750" y="1599770"/>
                </a:lnTo>
                <a:close/>
                <a:moveTo>
                  <a:pt x="2971143" y="1740965"/>
                </a:moveTo>
                <a:lnTo>
                  <a:pt x="3333536" y="2023272"/>
                </a:lnTo>
                <a:lnTo>
                  <a:pt x="3188340" y="1787531"/>
                </a:lnTo>
                <a:close/>
                <a:moveTo>
                  <a:pt x="2246358" y="1489775"/>
                </a:moveTo>
                <a:lnTo>
                  <a:pt x="1883965" y="1283447"/>
                </a:lnTo>
                <a:lnTo>
                  <a:pt x="2029161" y="1509746"/>
                </a:lnTo>
                <a:close/>
                <a:moveTo>
                  <a:pt x="1666768" y="1341447"/>
                </a:moveTo>
                <a:lnTo>
                  <a:pt x="2029161" y="1509746"/>
                </a:lnTo>
                <a:lnTo>
                  <a:pt x="1883965" y="1283447"/>
                </a:lnTo>
                <a:close/>
                <a:moveTo>
                  <a:pt x="362393" y="443726"/>
                </a:moveTo>
                <a:lnTo>
                  <a:pt x="0" y="138012"/>
                </a:lnTo>
                <a:lnTo>
                  <a:pt x="145196" y="476210"/>
                </a:lnTo>
                <a:close/>
                <a:moveTo>
                  <a:pt x="362393" y="443726"/>
                </a:moveTo>
                <a:lnTo>
                  <a:pt x="579590" y="362982"/>
                </a:lnTo>
                <a:lnTo>
                  <a:pt x="0" y="138012"/>
                </a:lnTo>
                <a:close/>
                <a:moveTo>
                  <a:pt x="217197" y="0"/>
                </a:moveTo>
                <a:lnTo>
                  <a:pt x="0" y="138012"/>
                </a:lnTo>
                <a:lnTo>
                  <a:pt x="579590" y="362982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38" name="PANEL_01-slope--3-208_23">
            <a:extLst>
              <a:ext uri="{FF2B5EF4-FFF2-40B4-BE49-F238E27FC236}">
                <a16:creationId xmlns:a16="http://schemas.microsoft.com/office/drawing/2014/main" id="{B1E386A0-8D6F-494D-984C-8BAC5D7F3682}"/>
              </a:ext>
            </a:extLst>
          </p:cNvPr>
          <p:cNvSpPr>
            <a:spLocks/>
          </p:cNvSpPr>
          <p:nvPr/>
        </p:nvSpPr>
        <p:spPr>
          <a:xfrm>
            <a:off x="242411" y="2981449"/>
            <a:ext cx="3588953" cy="2021830"/>
          </a:xfrm>
          <a:custGeom>
            <a:pathLst>
              <a:path w="3767929" h="2122656">
                <a:moveTo>
                  <a:pt x="2971143" y="2032407"/>
                </a:moveTo>
                <a:lnTo>
                  <a:pt x="3188340" y="1934894"/>
                </a:lnTo>
                <a:lnTo>
                  <a:pt x="2608750" y="1844871"/>
                </a:lnTo>
                <a:close/>
                <a:moveTo>
                  <a:pt x="3405537" y="1806180"/>
                </a:moveTo>
                <a:lnTo>
                  <a:pt x="3188340" y="1934894"/>
                </a:lnTo>
                <a:lnTo>
                  <a:pt x="3767929" y="2122656"/>
                </a:lnTo>
                <a:close/>
                <a:moveTo>
                  <a:pt x="2825947" y="1824900"/>
                </a:moveTo>
                <a:lnTo>
                  <a:pt x="2608750" y="1844871"/>
                </a:lnTo>
                <a:lnTo>
                  <a:pt x="3188340" y="1934894"/>
                </a:lnTo>
                <a:close/>
                <a:moveTo>
                  <a:pt x="362393" y="601460"/>
                </a:moveTo>
                <a:lnTo>
                  <a:pt x="579590" y="473137"/>
                </a:lnTo>
                <a:lnTo>
                  <a:pt x="0" y="312669"/>
                </a:lnTo>
                <a:close/>
                <a:moveTo>
                  <a:pt x="796786" y="335125"/>
                </a:moveTo>
                <a:lnTo>
                  <a:pt x="434393" y="0"/>
                </a:lnTo>
                <a:lnTo>
                  <a:pt x="579590" y="473137"/>
                </a:lnTo>
                <a:close/>
                <a:moveTo>
                  <a:pt x="217197" y="177111"/>
                </a:moveTo>
                <a:lnTo>
                  <a:pt x="0" y="312669"/>
                </a:lnTo>
                <a:lnTo>
                  <a:pt x="579590" y="473137"/>
                </a:lnTo>
                <a:close/>
              </a:path>
            </a:pathLst>
          </a:custGeom>
          <a:solidFill>
            <a:srgbClr val="E8E8E8">
              <a:alpha val="100000"/>
            </a:srgbClr>
          </a:solidFill>
          <a:ln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39" name="PANEL_01-slope--3-212_24">
            <a:extLst>
              <a:ext uri="{FF2B5EF4-FFF2-40B4-BE49-F238E27FC236}">
                <a16:creationId xmlns:a16="http://schemas.microsoft.com/office/drawing/2014/main" id="{44642140-76AC-4ABF-B6F8-177A5A3A9B3B}"/>
              </a:ext>
            </a:extLst>
          </p:cNvPr>
          <p:cNvSpPr>
            <a:spLocks/>
          </p:cNvSpPr>
          <p:nvPr/>
        </p:nvSpPr>
        <p:spPr>
          <a:xfrm>
            <a:off x="136924" y="2843068"/>
            <a:ext cx="657546" cy="589043"/>
          </a:xfrm>
          <a:custGeom>
            <a:pathLst>
              <a:path w="690337" h="618418">
                <a:moveTo>
                  <a:pt x="327944" y="322392"/>
                </a:moveTo>
                <a:lnTo>
                  <a:pt x="0" y="22339"/>
                </a:lnTo>
                <a:lnTo>
                  <a:pt x="0" y="101650"/>
                </a:lnTo>
                <a:lnTo>
                  <a:pt x="110747" y="457950"/>
                </a:lnTo>
                <a:close/>
                <a:moveTo>
                  <a:pt x="0" y="22339"/>
                </a:moveTo>
                <a:lnTo>
                  <a:pt x="327944" y="322392"/>
                </a:lnTo>
                <a:lnTo>
                  <a:pt x="545141" y="145281"/>
                </a:lnTo>
                <a:lnTo>
                  <a:pt x="0" y="0"/>
                </a:lnTo>
                <a:close/>
                <a:moveTo>
                  <a:pt x="327944" y="322392"/>
                </a:moveTo>
                <a:lnTo>
                  <a:pt x="690337" y="618418"/>
                </a:lnTo>
                <a:lnTo>
                  <a:pt x="545141" y="145281"/>
                </a:lnTo>
                <a:close/>
              </a:path>
            </a:pathLst>
          </a:custGeom>
          <a:solidFill>
            <a:srgbClr val="E9E9E9">
              <a:alpha val="100000"/>
            </a:srgbClr>
          </a:solidFill>
          <a:ln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40" name="PANEL_01-slope--3-216_25">
            <a:extLst>
              <a:ext uri="{FF2B5EF4-FFF2-40B4-BE49-F238E27FC236}">
                <a16:creationId xmlns:a16="http://schemas.microsoft.com/office/drawing/2014/main" id="{353DA326-A828-4DF1-B8D7-48331B72DD80}"/>
              </a:ext>
            </a:extLst>
          </p:cNvPr>
          <p:cNvSpPr>
            <a:spLocks/>
          </p:cNvSpPr>
          <p:nvPr/>
        </p:nvSpPr>
        <p:spPr>
          <a:xfrm>
            <a:off x="136924" y="2939890"/>
            <a:ext cx="3142381" cy="1884546"/>
          </a:xfrm>
          <a:custGeom>
            <a:pathLst>
              <a:path w="3299087" h="1978526">
                <a:moveTo>
                  <a:pt x="2936694" y="1868531"/>
                </a:moveTo>
                <a:lnTo>
                  <a:pt x="3299087" y="1978526"/>
                </a:lnTo>
                <a:lnTo>
                  <a:pt x="3153891" y="1729628"/>
                </a:lnTo>
                <a:close/>
                <a:moveTo>
                  <a:pt x="0" y="282084"/>
                </a:moveTo>
                <a:lnTo>
                  <a:pt x="110747" y="356301"/>
                </a:lnTo>
                <a:lnTo>
                  <a:pt x="0" y="0"/>
                </a:lnTo>
                <a:close/>
              </a:path>
            </a:pathLst>
          </a:custGeom>
          <a:solidFill>
            <a:srgbClr val="EAEAEA">
              <a:alpha val="100000"/>
            </a:srgbClr>
          </a:solidFill>
          <a:ln w="1143">
            <a:solidFill>
              <a:srgbClr val="EAEAEA">
                <a:alpha val="100000"/>
              </a:srgbClr>
            </a:solidFill>
            <a:prstDash val="solid"/>
          </a:ln>
        </p:spPr>
      </p:sp>
      <p:sp>
        <p:nvSpPr>
          <p:cNvPr id="42" name="PANEL_01-water--3-236_26">
            <a:extLst>
              <a:ext uri="{FF2B5EF4-FFF2-40B4-BE49-F238E27FC236}">
                <a16:creationId xmlns:a16="http://schemas.microsoft.com/office/drawing/2014/main" id="{D60FFBE8-A700-44A3-8243-80A4EF9084C1}"/>
              </a:ext>
            </a:extLst>
          </p:cNvPr>
          <p:cNvSpPr>
            <a:spLocks/>
          </p:cNvSpPr>
          <p:nvPr/>
        </p:nvSpPr>
        <p:spPr>
          <a:xfrm>
            <a:off x="3831364" y="4889850"/>
            <a:ext cx="7118812" cy="393760"/>
          </a:xfrm>
          <a:custGeom>
            <a:pathLst>
              <a:path w="7473818" h="413396">
                <a:moveTo>
                  <a:pt x="7473818" y="137898"/>
                </a:moveTo>
                <a:lnTo>
                  <a:pt x="7390663" y="117627"/>
                </a:lnTo>
                <a:lnTo>
                  <a:pt x="7473818" y="252639"/>
                </a:lnTo>
                <a:close/>
                <a:moveTo>
                  <a:pt x="7473818" y="137898"/>
                </a:moveTo>
                <a:lnTo>
                  <a:pt x="7473818" y="109154"/>
                </a:lnTo>
                <a:lnTo>
                  <a:pt x="7390663" y="117627"/>
                </a:lnTo>
                <a:close/>
                <a:moveTo>
                  <a:pt x="7173466" y="265026"/>
                </a:moveTo>
                <a:lnTo>
                  <a:pt x="6811073" y="176684"/>
                </a:lnTo>
                <a:lnTo>
                  <a:pt x="6956269" y="412424"/>
                </a:lnTo>
                <a:close/>
                <a:moveTo>
                  <a:pt x="7173466" y="265026"/>
                </a:moveTo>
                <a:lnTo>
                  <a:pt x="7390663" y="117627"/>
                </a:lnTo>
                <a:lnTo>
                  <a:pt x="6811073" y="176684"/>
                </a:lnTo>
                <a:close/>
                <a:moveTo>
                  <a:pt x="7173466" y="265026"/>
                </a:moveTo>
                <a:lnTo>
                  <a:pt x="7473818" y="338244"/>
                </a:lnTo>
                <a:lnTo>
                  <a:pt x="7473818" y="252639"/>
                </a:lnTo>
                <a:lnTo>
                  <a:pt x="7390663" y="117627"/>
                </a:lnTo>
                <a:close/>
                <a:moveTo>
                  <a:pt x="6593877" y="324082"/>
                </a:moveTo>
                <a:lnTo>
                  <a:pt x="6811073" y="176684"/>
                </a:lnTo>
                <a:lnTo>
                  <a:pt x="6231484" y="235740"/>
                </a:lnTo>
                <a:close/>
                <a:moveTo>
                  <a:pt x="6593877" y="324082"/>
                </a:moveTo>
                <a:lnTo>
                  <a:pt x="6956269" y="412424"/>
                </a:lnTo>
                <a:lnTo>
                  <a:pt x="6811073" y="176684"/>
                </a:lnTo>
                <a:close/>
                <a:moveTo>
                  <a:pt x="6014287" y="383139"/>
                </a:moveTo>
                <a:lnTo>
                  <a:pt x="6231484" y="235740"/>
                </a:lnTo>
                <a:lnTo>
                  <a:pt x="5651894" y="294797"/>
                </a:lnTo>
                <a:close/>
                <a:moveTo>
                  <a:pt x="6448680" y="88342"/>
                </a:moveTo>
                <a:lnTo>
                  <a:pt x="6231484" y="235740"/>
                </a:lnTo>
                <a:lnTo>
                  <a:pt x="6811073" y="176684"/>
                </a:lnTo>
                <a:close/>
                <a:moveTo>
                  <a:pt x="5869091" y="147398"/>
                </a:moveTo>
                <a:lnTo>
                  <a:pt x="5651894" y="294797"/>
                </a:lnTo>
                <a:lnTo>
                  <a:pt x="6231484" y="235740"/>
                </a:lnTo>
                <a:close/>
                <a:moveTo>
                  <a:pt x="5869091" y="147398"/>
                </a:moveTo>
                <a:lnTo>
                  <a:pt x="5506698" y="59057"/>
                </a:lnTo>
                <a:lnTo>
                  <a:pt x="5651894" y="294797"/>
                </a:lnTo>
                <a:close/>
                <a:moveTo>
                  <a:pt x="5869091" y="147398"/>
                </a:moveTo>
                <a:lnTo>
                  <a:pt x="6231484" y="235740"/>
                </a:lnTo>
                <a:lnTo>
                  <a:pt x="6086288" y="0"/>
                </a:lnTo>
                <a:close/>
                <a:moveTo>
                  <a:pt x="5289501" y="206455"/>
                </a:moveTo>
                <a:lnTo>
                  <a:pt x="5072305" y="353853"/>
                </a:lnTo>
                <a:lnTo>
                  <a:pt x="5651894" y="294797"/>
                </a:lnTo>
                <a:close/>
                <a:moveTo>
                  <a:pt x="5289501" y="206455"/>
                </a:moveTo>
                <a:lnTo>
                  <a:pt x="4927109" y="118113"/>
                </a:lnTo>
                <a:lnTo>
                  <a:pt x="5072305" y="353853"/>
                </a:lnTo>
                <a:close/>
                <a:moveTo>
                  <a:pt x="5289501" y="206455"/>
                </a:moveTo>
                <a:lnTo>
                  <a:pt x="5506698" y="59057"/>
                </a:lnTo>
                <a:lnTo>
                  <a:pt x="4927109" y="118113"/>
                </a:lnTo>
                <a:close/>
                <a:moveTo>
                  <a:pt x="5289501" y="206455"/>
                </a:moveTo>
                <a:lnTo>
                  <a:pt x="5651894" y="294797"/>
                </a:lnTo>
                <a:lnTo>
                  <a:pt x="5506698" y="59057"/>
                </a:lnTo>
                <a:close/>
                <a:moveTo>
                  <a:pt x="4709912" y="265512"/>
                </a:moveTo>
                <a:lnTo>
                  <a:pt x="4347519" y="177170"/>
                </a:lnTo>
                <a:lnTo>
                  <a:pt x="4492715" y="412910"/>
                </a:lnTo>
                <a:close/>
                <a:moveTo>
                  <a:pt x="4709912" y="265512"/>
                </a:moveTo>
                <a:lnTo>
                  <a:pt x="4927109" y="118113"/>
                </a:lnTo>
                <a:lnTo>
                  <a:pt x="4347519" y="177170"/>
                </a:lnTo>
                <a:close/>
                <a:moveTo>
                  <a:pt x="4709912" y="265512"/>
                </a:moveTo>
                <a:lnTo>
                  <a:pt x="5072305" y="353853"/>
                </a:lnTo>
                <a:lnTo>
                  <a:pt x="4927109" y="118113"/>
                </a:lnTo>
                <a:close/>
                <a:moveTo>
                  <a:pt x="4130322" y="324568"/>
                </a:moveTo>
                <a:lnTo>
                  <a:pt x="4347519" y="177170"/>
                </a:lnTo>
                <a:lnTo>
                  <a:pt x="3767929" y="236226"/>
                </a:lnTo>
                <a:close/>
                <a:moveTo>
                  <a:pt x="4130322" y="324568"/>
                </a:moveTo>
                <a:lnTo>
                  <a:pt x="4492715" y="412910"/>
                </a:lnTo>
                <a:lnTo>
                  <a:pt x="4347519" y="177170"/>
                </a:lnTo>
                <a:close/>
                <a:moveTo>
                  <a:pt x="3550733" y="383625"/>
                </a:moveTo>
                <a:lnTo>
                  <a:pt x="3767929" y="236226"/>
                </a:lnTo>
                <a:lnTo>
                  <a:pt x="3188340" y="295283"/>
                </a:lnTo>
                <a:close/>
                <a:moveTo>
                  <a:pt x="3985126" y="88828"/>
                </a:moveTo>
                <a:lnTo>
                  <a:pt x="3767929" y="236226"/>
                </a:lnTo>
                <a:lnTo>
                  <a:pt x="4347519" y="177170"/>
                </a:lnTo>
                <a:close/>
                <a:moveTo>
                  <a:pt x="3405537" y="147885"/>
                </a:moveTo>
                <a:lnTo>
                  <a:pt x="3188340" y="295283"/>
                </a:lnTo>
                <a:lnTo>
                  <a:pt x="3767929" y="236226"/>
                </a:lnTo>
                <a:close/>
                <a:moveTo>
                  <a:pt x="3405537" y="147885"/>
                </a:moveTo>
                <a:lnTo>
                  <a:pt x="3043144" y="59543"/>
                </a:lnTo>
                <a:lnTo>
                  <a:pt x="3188340" y="295283"/>
                </a:lnTo>
                <a:close/>
                <a:moveTo>
                  <a:pt x="3405537" y="147885"/>
                </a:moveTo>
                <a:lnTo>
                  <a:pt x="3767929" y="236226"/>
                </a:lnTo>
                <a:lnTo>
                  <a:pt x="3622733" y="486"/>
                </a:lnTo>
                <a:close/>
                <a:moveTo>
                  <a:pt x="2825947" y="206941"/>
                </a:moveTo>
                <a:lnTo>
                  <a:pt x="2608750" y="354340"/>
                </a:lnTo>
                <a:lnTo>
                  <a:pt x="3188340" y="295283"/>
                </a:lnTo>
                <a:close/>
                <a:moveTo>
                  <a:pt x="2825947" y="206941"/>
                </a:moveTo>
                <a:lnTo>
                  <a:pt x="2463554" y="118599"/>
                </a:lnTo>
                <a:lnTo>
                  <a:pt x="2608750" y="354340"/>
                </a:lnTo>
                <a:close/>
                <a:moveTo>
                  <a:pt x="2825947" y="206941"/>
                </a:moveTo>
                <a:lnTo>
                  <a:pt x="3043144" y="59543"/>
                </a:lnTo>
                <a:lnTo>
                  <a:pt x="2463554" y="118599"/>
                </a:lnTo>
                <a:close/>
                <a:moveTo>
                  <a:pt x="2825947" y="206941"/>
                </a:moveTo>
                <a:lnTo>
                  <a:pt x="3188340" y="295283"/>
                </a:lnTo>
                <a:lnTo>
                  <a:pt x="3043144" y="59543"/>
                </a:lnTo>
                <a:close/>
                <a:moveTo>
                  <a:pt x="2246358" y="265998"/>
                </a:moveTo>
                <a:lnTo>
                  <a:pt x="1883965" y="177656"/>
                </a:lnTo>
                <a:lnTo>
                  <a:pt x="2029161" y="413396"/>
                </a:lnTo>
                <a:close/>
                <a:moveTo>
                  <a:pt x="2246358" y="265998"/>
                </a:moveTo>
                <a:lnTo>
                  <a:pt x="2463554" y="118599"/>
                </a:lnTo>
                <a:lnTo>
                  <a:pt x="1883965" y="177656"/>
                </a:lnTo>
                <a:close/>
                <a:moveTo>
                  <a:pt x="2246358" y="265998"/>
                </a:moveTo>
                <a:lnTo>
                  <a:pt x="2608750" y="354340"/>
                </a:lnTo>
                <a:lnTo>
                  <a:pt x="2463554" y="118599"/>
                </a:lnTo>
                <a:close/>
                <a:moveTo>
                  <a:pt x="1666768" y="325054"/>
                </a:moveTo>
                <a:lnTo>
                  <a:pt x="1883965" y="177656"/>
                </a:lnTo>
                <a:lnTo>
                  <a:pt x="1304375" y="236712"/>
                </a:lnTo>
                <a:close/>
                <a:moveTo>
                  <a:pt x="1666768" y="325054"/>
                </a:moveTo>
                <a:lnTo>
                  <a:pt x="2029161" y="413396"/>
                </a:lnTo>
                <a:lnTo>
                  <a:pt x="1883965" y="177656"/>
                </a:lnTo>
                <a:close/>
                <a:moveTo>
                  <a:pt x="1087179" y="384111"/>
                </a:moveTo>
                <a:lnTo>
                  <a:pt x="1304375" y="236712"/>
                </a:lnTo>
                <a:lnTo>
                  <a:pt x="724786" y="295769"/>
                </a:lnTo>
                <a:close/>
                <a:moveTo>
                  <a:pt x="1521572" y="89314"/>
                </a:moveTo>
                <a:lnTo>
                  <a:pt x="1304375" y="236712"/>
                </a:lnTo>
                <a:lnTo>
                  <a:pt x="1883965" y="177656"/>
                </a:lnTo>
                <a:close/>
                <a:moveTo>
                  <a:pt x="941982" y="148371"/>
                </a:moveTo>
                <a:lnTo>
                  <a:pt x="724786" y="295769"/>
                </a:lnTo>
                <a:lnTo>
                  <a:pt x="1304375" y="236712"/>
                </a:lnTo>
                <a:close/>
                <a:moveTo>
                  <a:pt x="941982" y="148371"/>
                </a:moveTo>
                <a:lnTo>
                  <a:pt x="579590" y="60029"/>
                </a:lnTo>
                <a:lnTo>
                  <a:pt x="724786" y="295769"/>
                </a:lnTo>
                <a:close/>
                <a:moveTo>
                  <a:pt x="941982" y="148371"/>
                </a:moveTo>
                <a:lnTo>
                  <a:pt x="1304375" y="236712"/>
                </a:lnTo>
                <a:lnTo>
                  <a:pt x="1159179" y="972"/>
                </a:lnTo>
                <a:close/>
                <a:moveTo>
                  <a:pt x="362393" y="207427"/>
                </a:moveTo>
                <a:lnTo>
                  <a:pt x="145196" y="354826"/>
                </a:lnTo>
                <a:lnTo>
                  <a:pt x="724786" y="295769"/>
                </a:lnTo>
                <a:close/>
                <a:moveTo>
                  <a:pt x="362393" y="207427"/>
                </a:moveTo>
                <a:lnTo>
                  <a:pt x="0" y="119085"/>
                </a:lnTo>
                <a:lnTo>
                  <a:pt x="145196" y="354826"/>
                </a:lnTo>
                <a:close/>
                <a:moveTo>
                  <a:pt x="362393" y="207427"/>
                </a:moveTo>
                <a:lnTo>
                  <a:pt x="579590" y="60029"/>
                </a:lnTo>
                <a:lnTo>
                  <a:pt x="0" y="119085"/>
                </a:lnTo>
                <a:close/>
                <a:moveTo>
                  <a:pt x="362393" y="207427"/>
                </a:moveTo>
                <a:lnTo>
                  <a:pt x="724786" y="295769"/>
                </a:lnTo>
                <a:lnTo>
                  <a:pt x="579590" y="60029"/>
                </a:lnTo>
                <a:close/>
              </a:path>
            </a:pathLst>
          </a:custGeom>
          <a:solidFill>
            <a:srgbClr val="F2F2F2">
              <a:alpha val="100000"/>
            </a:srgbClr>
          </a:solidFill>
          <a:ln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44" name="PANEL_01-slope--2-192_27">
            <a:extLst>
              <a:ext uri="{FF2B5EF4-FFF2-40B4-BE49-F238E27FC236}">
                <a16:creationId xmlns:a16="http://schemas.microsoft.com/office/drawing/2014/main" id="{06E2E685-E0D4-49C1-8FC8-95D20C20E2C8}"/>
              </a:ext>
            </a:extLst>
          </p:cNvPr>
          <p:cNvSpPr>
            <a:spLocks/>
          </p:cNvSpPr>
          <p:nvPr/>
        </p:nvSpPr>
        <p:spPr>
          <a:xfrm>
            <a:off x="1277948" y="3976007"/>
            <a:ext cx="897238" cy="554495"/>
          </a:xfrm>
          <a:custGeom>
            <a:pathLst>
              <a:path w="941982" h="582147">
                <a:moveTo>
                  <a:pt x="724786" y="559700"/>
                </a:moveTo>
                <a:lnTo>
                  <a:pt x="941982" y="582147"/>
                </a:lnTo>
                <a:lnTo>
                  <a:pt x="362393" y="284226"/>
                </a:lnTo>
                <a:close/>
                <a:moveTo>
                  <a:pt x="579590" y="335026"/>
                </a:moveTo>
                <a:lnTo>
                  <a:pt x="362393" y="284226"/>
                </a:lnTo>
                <a:lnTo>
                  <a:pt x="941982" y="582147"/>
                </a:lnTo>
                <a:close/>
                <a:moveTo>
                  <a:pt x="579590" y="335026"/>
                </a:moveTo>
                <a:lnTo>
                  <a:pt x="217197" y="32949"/>
                </a:lnTo>
                <a:lnTo>
                  <a:pt x="362393" y="284226"/>
                </a:lnTo>
                <a:close/>
                <a:moveTo>
                  <a:pt x="0" y="0"/>
                </a:moveTo>
                <a:lnTo>
                  <a:pt x="362393" y="284226"/>
                </a:lnTo>
                <a:lnTo>
                  <a:pt x="217197" y="32949"/>
                </a:lnTo>
                <a:close/>
              </a:path>
            </a:pathLst>
          </a:custGeom>
          <a:solidFill>
            <a:srgbClr val="E1E1E1">
              <a:alpha val="100000"/>
            </a:srgbClr>
          </a:solidFill>
          <a:ln w="1143">
            <a:solidFill>
              <a:srgbClr val="E1E1E1">
                <a:alpha val="100000"/>
              </a:srgbClr>
            </a:solidFill>
            <a:prstDash val="solid"/>
          </a:ln>
        </p:spPr>
      </p:sp>
      <p:sp>
        <p:nvSpPr>
          <p:cNvPr id="45" name="PANEL_01-slope--2-196_28">
            <a:extLst>
              <a:ext uri="{FF2B5EF4-FFF2-40B4-BE49-F238E27FC236}">
                <a16:creationId xmlns:a16="http://schemas.microsoft.com/office/drawing/2014/main" id="{5D91BCAF-6149-4488-8D5B-C2B4F2726297}"/>
              </a:ext>
            </a:extLst>
          </p:cNvPr>
          <p:cNvSpPr>
            <a:spLocks/>
          </p:cNvSpPr>
          <p:nvPr/>
        </p:nvSpPr>
        <p:spPr>
          <a:xfrm>
            <a:off x="932769" y="3754245"/>
            <a:ext cx="1794476" cy="985142"/>
          </a:xfrm>
          <a:custGeom>
            <a:pathLst>
              <a:path w="1883965" h="1034270">
                <a:moveTo>
                  <a:pt x="1666768" y="1034270"/>
                </a:moveTo>
                <a:lnTo>
                  <a:pt x="1304375" y="814969"/>
                </a:lnTo>
                <a:lnTo>
                  <a:pt x="1449571" y="1023141"/>
                </a:lnTo>
                <a:close/>
                <a:moveTo>
                  <a:pt x="1521572" y="865237"/>
                </a:moveTo>
                <a:lnTo>
                  <a:pt x="1304375" y="814969"/>
                </a:lnTo>
                <a:lnTo>
                  <a:pt x="1883965" y="1033536"/>
                </a:lnTo>
                <a:close/>
                <a:moveTo>
                  <a:pt x="941982" y="567847"/>
                </a:moveTo>
                <a:lnTo>
                  <a:pt x="1304375" y="814969"/>
                </a:lnTo>
                <a:lnTo>
                  <a:pt x="1159179" y="583576"/>
                </a:lnTo>
                <a:close/>
                <a:moveTo>
                  <a:pt x="362393" y="232821"/>
                </a:moveTo>
                <a:lnTo>
                  <a:pt x="579590" y="265771"/>
                </a:lnTo>
                <a:lnTo>
                  <a:pt x="0" y="0"/>
                </a:lnTo>
                <a:close/>
              </a:path>
            </a:pathLst>
          </a:custGeom>
          <a:solidFill>
            <a:srgbClr val="E3E3E3">
              <a:alpha val="100000"/>
            </a:srgbClr>
          </a:solidFill>
          <a:ln w="1143">
            <a:solidFill>
              <a:srgbClr val="E3E3E3">
                <a:alpha val="100000"/>
              </a:srgbClr>
            </a:solidFill>
            <a:prstDash val="solid"/>
          </a:ln>
        </p:spPr>
      </p:sp>
      <p:sp>
        <p:nvSpPr>
          <p:cNvPr id="46" name="PANEL_01-slope--2-200_29">
            <a:extLst>
              <a:ext uri="{FF2B5EF4-FFF2-40B4-BE49-F238E27FC236}">
                <a16:creationId xmlns:a16="http://schemas.microsoft.com/office/drawing/2014/main" id="{0310FDEA-92CE-4E75-96CA-1ABA2934EFBB}"/>
              </a:ext>
            </a:extLst>
          </p:cNvPr>
          <p:cNvSpPr>
            <a:spLocks/>
          </p:cNvSpPr>
          <p:nvPr/>
        </p:nvSpPr>
        <p:spPr>
          <a:xfrm>
            <a:off x="380710" y="3554339"/>
            <a:ext cx="2484835" cy="1378357"/>
          </a:xfrm>
          <a:custGeom>
            <a:pathLst>
              <a:path w="2608750" h="1447094">
                <a:moveTo>
                  <a:pt x="2246358" y="1244145"/>
                </a:moveTo>
                <a:lnTo>
                  <a:pt x="2463554" y="1243411"/>
                </a:lnTo>
                <a:lnTo>
                  <a:pt x="1883965" y="1024844"/>
                </a:lnTo>
                <a:close/>
                <a:moveTo>
                  <a:pt x="2246358" y="1244145"/>
                </a:moveTo>
                <a:lnTo>
                  <a:pt x="2608750" y="1447094"/>
                </a:lnTo>
                <a:lnTo>
                  <a:pt x="2463554" y="1243411"/>
                </a:lnTo>
                <a:close/>
                <a:moveTo>
                  <a:pt x="796786" y="177392"/>
                </a:moveTo>
                <a:lnTo>
                  <a:pt x="579590" y="209875"/>
                </a:lnTo>
                <a:lnTo>
                  <a:pt x="1159179" y="475645"/>
                </a:lnTo>
                <a:close/>
                <a:moveTo>
                  <a:pt x="217197" y="0"/>
                </a:moveTo>
                <a:lnTo>
                  <a:pt x="0" y="626"/>
                </a:lnTo>
                <a:lnTo>
                  <a:pt x="579590" y="209875"/>
                </a:lnTo>
                <a:close/>
              </a:path>
            </a:pathLst>
          </a:custGeom>
          <a:solidFill>
            <a:srgbClr val="E4E4E4">
              <a:alpha val="100000"/>
            </a:srgbClr>
          </a:solidFill>
          <a:ln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47" name="PANEL_01-slope--2-204_30">
            <a:extLst>
              <a:ext uri="{FF2B5EF4-FFF2-40B4-BE49-F238E27FC236}">
                <a16:creationId xmlns:a16="http://schemas.microsoft.com/office/drawing/2014/main" id="{1B09AA9B-0FA3-4901-9C45-590671FF605B}"/>
              </a:ext>
            </a:extLst>
          </p:cNvPr>
          <p:cNvSpPr>
            <a:spLocks/>
          </p:cNvSpPr>
          <p:nvPr/>
        </p:nvSpPr>
        <p:spPr>
          <a:xfrm>
            <a:off x="242411" y="3279266"/>
            <a:ext cx="3175193" cy="1778645"/>
          </a:xfrm>
          <a:custGeom>
            <a:pathLst>
              <a:path w="3333536" h="1867344">
                <a:moveTo>
                  <a:pt x="2971143" y="1719738"/>
                </a:moveTo>
                <a:lnTo>
                  <a:pt x="2753947" y="1735885"/>
                </a:lnTo>
                <a:lnTo>
                  <a:pt x="3333536" y="1867344"/>
                </a:lnTo>
                <a:close/>
                <a:moveTo>
                  <a:pt x="2971143" y="1719738"/>
                </a:moveTo>
                <a:lnTo>
                  <a:pt x="2608750" y="1532201"/>
                </a:lnTo>
                <a:lnTo>
                  <a:pt x="2753947" y="1735885"/>
                </a:lnTo>
                <a:close/>
                <a:moveTo>
                  <a:pt x="362393" y="288790"/>
                </a:moveTo>
                <a:lnTo>
                  <a:pt x="0" y="0"/>
                </a:lnTo>
                <a:lnTo>
                  <a:pt x="145196" y="289416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48" name="PANEL_01-slope--2-208_31">
            <a:extLst>
              <a:ext uri="{FF2B5EF4-FFF2-40B4-BE49-F238E27FC236}">
                <a16:creationId xmlns:a16="http://schemas.microsoft.com/office/drawing/2014/main" id="{7FCE6C25-CF0B-4869-91E8-4C9EE986E994}"/>
              </a:ext>
            </a:extLst>
          </p:cNvPr>
          <p:cNvSpPr>
            <a:spLocks/>
          </p:cNvSpPr>
          <p:nvPr/>
        </p:nvSpPr>
        <p:spPr>
          <a:xfrm>
            <a:off x="136924" y="3208575"/>
            <a:ext cx="3971038" cy="2129575"/>
          </a:xfrm>
          <a:custGeom>
            <a:pathLst>
              <a:path w="4169069" h="2235774">
                <a:moveTo>
                  <a:pt x="3806676" y="2122511"/>
                </a:moveTo>
                <a:lnTo>
                  <a:pt x="4023873" y="2119944"/>
                </a:lnTo>
                <a:lnTo>
                  <a:pt x="3444283" y="1941561"/>
                </a:lnTo>
                <a:close/>
                <a:moveTo>
                  <a:pt x="3806676" y="2122511"/>
                </a:moveTo>
                <a:lnTo>
                  <a:pt x="4169069" y="2235774"/>
                </a:lnTo>
                <a:lnTo>
                  <a:pt x="4023873" y="2119944"/>
                </a:lnTo>
                <a:close/>
                <a:moveTo>
                  <a:pt x="3661480" y="1837637"/>
                </a:moveTo>
                <a:lnTo>
                  <a:pt x="3444283" y="1941561"/>
                </a:lnTo>
                <a:lnTo>
                  <a:pt x="4023873" y="2119944"/>
                </a:lnTo>
                <a:close/>
                <a:moveTo>
                  <a:pt x="473140" y="363007"/>
                </a:moveTo>
                <a:lnTo>
                  <a:pt x="835533" y="572882"/>
                </a:lnTo>
                <a:lnTo>
                  <a:pt x="690337" y="234684"/>
                </a:lnTo>
                <a:close/>
                <a:moveTo>
                  <a:pt x="0" y="119915"/>
                </a:moveTo>
                <a:lnTo>
                  <a:pt x="110747" y="74217"/>
                </a:lnTo>
                <a:lnTo>
                  <a:pt x="0" y="43448"/>
                </a:lnTo>
                <a:close/>
                <a:moveTo>
                  <a:pt x="0" y="119915"/>
                </a:moveTo>
                <a:lnTo>
                  <a:pt x="0" y="222528"/>
                </a:lnTo>
                <a:lnTo>
                  <a:pt x="255943" y="363633"/>
                </a:lnTo>
                <a:lnTo>
                  <a:pt x="110747" y="74217"/>
                </a:lnTo>
                <a:close/>
                <a:moveTo>
                  <a:pt x="0" y="0"/>
                </a:moveTo>
                <a:lnTo>
                  <a:pt x="0" y="43448"/>
                </a:lnTo>
                <a:lnTo>
                  <a:pt x="110747" y="74217"/>
                </a:lnTo>
                <a:close/>
              </a:path>
            </a:pathLst>
          </a:custGeom>
          <a:solidFill>
            <a:srgbClr val="E8E8E8">
              <a:alpha val="100000"/>
            </a:srgbClr>
          </a:solidFill>
          <a:ln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49" name="PANEL_01-slope--2-212_32">
            <a:extLst>
              <a:ext uri="{FF2B5EF4-FFF2-40B4-BE49-F238E27FC236}">
                <a16:creationId xmlns:a16="http://schemas.microsoft.com/office/drawing/2014/main" id="{ABF037F5-2E18-44C8-99A7-3FAC98613211}"/>
              </a:ext>
            </a:extLst>
          </p:cNvPr>
          <p:cNvSpPr>
            <a:spLocks/>
          </p:cNvSpPr>
          <p:nvPr/>
        </p:nvSpPr>
        <p:spPr>
          <a:xfrm>
            <a:off x="3072425" y="4824435"/>
            <a:ext cx="552059" cy="233476"/>
          </a:xfrm>
          <a:custGeom>
            <a:pathLst>
              <a:path w="579590" h="245119">
                <a:moveTo>
                  <a:pt x="579590" y="141196"/>
                </a:moveTo>
                <a:lnTo>
                  <a:pt x="217197" y="0"/>
                </a:lnTo>
                <a:lnTo>
                  <a:pt x="362393" y="245119"/>
                </a:lnTo>
                <a:close/>
                <a:moveTo>
                  <a:pt x="0" y="97513"/>
                </a:moveTo>
                <a:lnTo>
                  <a:pt x="362393" y="245119"/>
                </a:lnTo>
                <a:lnTo>
                  <a:pt x="217197" y="0"/>
                </a:lnTo>
                <a:close/>
              </a:path>
            </a:pathLst>
          </a:custGeom>
          <a:solidFill>
            <a:srgbClr val="E9E9E9">
              <a:alpha val="100000"/>
            </a:srgbClr>
          </a:solidFill>
          <a:ln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50" name="PANEL_01-slope--2-216_33">
            <a:extLst>
              <a:ext uri="{FF2B5EF4-FFF2-40B4-BE49-F238E27FC236}">
                <a16:creationId xmlns:a16="http://schemas.microsoft.com/office/drawing/2014/main" id="{BA88E1B9-0825-41C0-BEE3-CA0A948E2F28}"/>
              </a:ext>
            </a:extLst>
          </p:cNvPr>
          <p:cNvSpPr>
            <a:spLocks/>
          </p:cNvSpPr>
          <p:nvPr/>
        </p:nvSpPr>
        <p:spPr>
          <a:xfrm>
            <a:off x="3969663" y="5171570"/>
            <a:ext cx="690358" cy="224543"/>
          </a:xfrm>
          <a:custGeom>
            <a:pathLst>
              <a:path w="724786" h="235740">
                <a:moveTo>
                  <a:pt x="362393" y="65936"/>
                </a:moveTo>
                <a:lnTo>
                  <a:pt x="145196" y="174887"/>
                </a:lnTo>
                <a:lnTo>
                  <a:pt x="724786" y="235740"/>
                </a:lnTo>
                <a:close/>
                <a:moveTo>
                  <a:pt x="362393" y="65936"/>
                </a:moveTo>
                <a:lnTo>
                  <a:pt x="0" y="59057"/>
                </a:lnTo>
                <a:lnTo>
                  <a:pt x="145196" y="174887"/>
                </a:lnTo>
                <a:close/>
                <a:moveTo>
                  <a:pt x="362393" y="65936"/>
                </a:moveTo>
                <a:lnTo>
                  <a:pt x="579590" y="0"/>
                </a:lnTo>
                <a:lnTo>
                  <a:pt x="0" y="59057"/>
                </a:lnTo>
                <a:close/>
                <a:moveTo>
                  <a:pt x="362393" y="65936"/>
                </a:moveTo>
                <a:lnTo>
                  <a:pt x="724786" y="235740"/>
                </a:lnTo>
                <a:lnTo>
                  <a:pt x="579590" y="0"/>
                </a:lnTo>
                <a:close/>
              </a:path>
            </a:pathLst>
          </a:custGeom>
          <a:solidFill>
            <a:srgbClr val="EAEAEA">
              <a:alpha val="100000"/>
            </a:srgbClr>
          </a:solidFill>
          <a:ln w="1143">
            <a:solidFill>
              <a:srgbClr val="EAEAEA">
                <a:alpha val="100000"/>
              </a:srgbClr>
            </a:solidFill>
            <a:prstDash val="solid"/>
          </a:ln>
        </p:spPr>
      </p:sp>
      <p:sp>
        <p:nvSpPr>
          <p:cNvPr id="52" name="PANEL_01-water--2-236_34">
            <a:extLst>
              <a:ext uri="{FF2B5EF4-FFF2-40B4-BE49-F238E27FC236}">
                <a16:creationId xmlns:a16="http://schemas.microsoft.com/office/drawing/2014/main" id="{9FA42CA5-3E47-4131-98E8-60388B8804D2}"/>
              </a:ext>
            </a:extLst>
          </p:cNvPr>
          <p:cNvSpPr>
            <a:spLocks/>
          </p:cNvSpPr>
          <p:nvPr/>
        </p:nvSpPr>
        <p:spPr>
          <a:xfrm>
            <a:off x="4521722" y="5114392"/>
            <a:ext cx="6428454" cy="393760"/>
          </a:xfrm>
          <a:custGeom>
            <a:pathLst>
              <a:path w="6749033" h="413396">
                <a:moveTo>
                  <a:pt x="6593877" y="265026"/>
                </a:moveTo>
                <a:lnTo>
                  <a:pt x="6231484" y="176684"/>
                </a:lnTo>
                <a:lnTo>
                  <a:pt x="6376680" y="412424"/>
                </a:lnTo>
                <a:close/>
                <a:moveTo>
                  <a:pt x="6593877" y="265026"/>
                </a:moveTo>
                <a:lnTo>
                  <a:pt x="6749033" y="159730"/>
                </a:lnTo>
                <a:lnTo>
                  <a:pt x="6749033" y="123949"/>
                </a:lnTo>
                <a:lnTo>
                  <a:pt x="6231484" y="176684"/>
                </a:lnTo>
                <a:close/>
                <a:moveTo>
                  <a:pt x="6749033" y="159730"/>
                </a:moveTo>
                <a:lnTo>
                  <a:pt x="6593877" y="265026"/>
                </a:lnTo>
                <a:lnTo>
                  <a:pt x="6749033" y="302849"/>
                </a:lnTo>
                <a:close/>
                <a:moveTo>
                  <a:pt x="6014287" y="324082"/>
                </a:moveTo>
                <a:lnTo>
                  <a:pt x="6231484" y="176684"/>
                </a:lnTo>
                <a:lnTo>
                  <a:pt x="5651894" y="235740"/>
                </a:lnTo>
                <a:close/>
                <a:moveTo>
                  <a:pt x="6749033" y="102503"/>
                </a:moveTo>
                <a:lnTo>
                  <a:pt x="6448680" y="29285"/>
                </a:lnTo>
                <a:lnTo>
                  <a:pt x="6231484" y="176684"/>
                </a:lnTo>
                <a:lnTo>
                  <a:pt x="6749033" y="123949"/>
                </a:lnTo>
                <a:close/>
                <a:moveTo>
                  <a:pt x="5869091" y="88342"/>
                </a:moveTo>
                <a:lnTo>
                  <a:pt x="5651894" y="235740"/>
                </a:lnTo>
                <a:lnTo>
                  <a:pt x="6231484" y="176684"/>
                </a:lnTo>
                <a:close/>
                <a:moveTo>
                  <a:pt x="5869091" y="88342"/>
                </a:moveTo>
                <a:lnTo>
                  <a:pt x="5506698" y="0"/>
                </a:lnTo>
                <a:lnTo>
                  <a:pt x="5651894" y="235740"/>
                </a:lnTo>
                <a:close/>
                <a:moveTo>
                  <a:pt x="5289501" y="147398"/>
                </a:moveTo>
                <a:lnTo>
                  <a:pt x="5072305" y="294797"/>
                </a:lnTo>
                <a:lnTo>
                  <a:pt x="5651894" y="235740"/>
                </a:lnTo>
                <a:close/>
                <a:moveTo>
                  <a:pt x="5289501" y="147398"/>
                </a:moveTo>
                <a:lnTo>
                  <a:pt x="4927109" y="59057"/>
                </a:lnTo>
                <a:lnTo>
                  <a:pt x="5072305" y="294797"/>
                </a:lnTo>
                <a:close/>
                <a:moveTo>
                  <a:pt x="5289501" y="147398"/>
                </a:moveTo>
                <a:lnTo>
                  <a:pt x="5651894" y="235740"/>
                </a:lnTo>
                <a:lnTo>
                  <a:pt x="5506698" y="0"/>
                </a:lnTo>
                <a:close/>
                <a:moveTo>
                  <a:pt x="4709912" y="206455"/>
                </a:moveTo>
                <a:lnTo>
                  <a:pt x="4492715" y="353853"/>
                </a:lnTo>
                <a:lnTo>
                  <a:pt x="5072305" y="294797"/>
                </a:lnTo>
                <a:close/>
                <a:moveTo>
                  <a:pt x="4709912" y="206455"/>
                </a:moveTo>
                <a:lnTo>
                  <a:pt x="4347519" y="118113"/>
                </a:lnTo>
                <a:lnTo>
                  <a:pt x="4492715" y="353853"/>
                </a:lnTo>
                <a:close/>
                <a:moveTo>
                  <a:pt x="4709912" y="206455"/>
                </a:moveTo>
                <a:lnTo>
                  <a:pt x="4927109" y="59057"/>
                </a:lnTo>
                <a:lnTo>
                  <a:pt x="4347519" y="118113"/>
                </a:lnTo>
                <a:close/>
                <a:moveTo>
                  <a:pt x="4709912" y="206455"/>
                </a:moveTo>
                <a:lnTo>
                  <a:pt x="5072305" y="294797"/>
                </a:lnTo>
                <a:lnTo>
                  <a:pt x="4927109" y="59057"/>
                </a:lnTo>
                <a:close/>
                <a:moveTo>
                  <a:pt x="4130322" y="265512"/>
                </a:moveTo>
                <a:lnTo>
                  <a:pt x="3767929" y="177170"/>
                </a:lnTo>
                <a:lnTo>
                  <a:pt x="3913126" y="412910"/>
                </a:lnTo>
                <a:close/>
                <a:moveTo>
                  <a:pt x="4130322" y="265512"/>
                </a:moveTo>
                <a:lnTo>
                  <a:pt x="4347519" y="118113"/>
                </a:lnTo>
                <a:lnTo>
                  <a:pt x="3767929" y="177170"/>
                </a:lnTo>
                <a:close/>
                <a:moveTo>
                  <a:pt x="4130322" y="265512"/>
                </a:moveTo>
                <a:lnTo>
                  <a:pt x="4492715" y="353853"/>
                </a:lnTo>
                <a:lnTo>
                  <a:pt x="4347519" y="118113"/>
                </a:lnTo>
                <a:close/>
                <a:moveTo>
                  <a:pt x="3550733" y="324568"/>
                </a:moveTo>
                <a:lnTo>
                  <a:pt x="3767929" y="177170"/>
                </a:lnTo>
                <a:lnTo>
                  <a:pt x="3188340" y="236226"/>
                </a:lnTo>
                <a:close/>
                <a:moveTo>
                  <a:pt x="3985126" y="29771"/>
                </a:moveTo>
                <a:lnTo>
                  <a:pt x="3767929" y="177170"/>
                </a:lnTo>
                <a:lnTo>
                  <a:pt x="4347519" y="118113"/>
                </a:lnTo>
                <a:close/>
                <a:moveTo>
                  <a:pt x="3405537" y="88828"/>
                </a:moveTo>
                <a:lnTo>
                  <a:pt x="3188340" y="236226"/>
                </a:lnTo>
                <a:lnTo>
                  <a:pt x="3767929" y="177170"/>
                </a:lnTo>
                <a:close/>
                <a:moveTo>
                  <a:pt x="3405537" y="88828"/>
                </a:moveTo>
                <a:lnTo>
                  <a:pt x="3043144" y="486"/>
                </a:lnTo>
                <a:lnTo>
                  <a:pt x="3188340" y="236226"/>
                </a:lnTo>
                <a:close/>
                <a:moveTo>
                  <a:pt x="2825947" y="147885"/>
                </a:moveTo>
                <a:lnTo>
                  <a:pt x="2608750" y="295283"/>
                </a:lnTo>
                <a:lnTo>
                  <a:pt x="3188340" y="236226"/>
                </a:lnTo>
                <a:close/>
                <a:moveTo>
                  <a:pt x="2825947" y="147885"/>
                </a:moveTo>
                <a:lnTo>
                  <a:pt x="2463554" y="59543"/>
                </a:lnTo>
                <a:lnTo>
                  <a:pt x="2608750" y="295283"/>
                </a:lnTo>
                <a:close/>
                <a:moveTo>
                  <a:pt x="2825947" y="147885"/>
                </a:moveTo>
                <a:lnTo>
                  <a:pt x="3188340" y="236226"/>
                </a:lnTo>
                <a:lnTo>
                  <a:pt x="3043144" y="486"/>
                </a:lnTo>
                <a:close/>
                <a:moveTo>
                  <a:pt x="2246358" y="206941"/>
                </a:moveTo>
                <a:lnTo>
                  <a:pt x="2029161" y="354340"/>
                </a:lnTo>
                <a:lnTo>
                  <a:pt x="2608750" y="295283"/>
                </a:lnTo>
                <a:close/>
                <a:moveTo>
                  <a:pt x="2246358" y="206941"/>
                </a:moveTo>
                <a:lnTo>
                  <a:pt x="1883965" y="118599"/>
                </a:lnTo>
                <a:lnTo>
                  <a:pt x="2029161" y="354340"/>
                </a:lnTo>
                <a:close/>
                <a:moveTo>
                  <a:pt x="2246358" y="206941"/>
                </a:moveTo>
                <a:lnTo>
                  <a:pt x="2463554" y="59543"/>
                </a:lnTo>
                <a:lnTo>
                  <a:pt x="1883965" y="118599"/>
                </a:lnTo>
                <a:close/>
                <a:moveTo>
                  <a:pt x="2246358" y="206941"/>
                </a:moveTo>
                <a:lnTo>
                  <a:pt x="2608750" y="295283"/>
                </a:lnTo>
                <a:lnTo>
                  <a:pt x="2463554" y="59543"/>
                </a:lnTo>
                <a:close/>
                <a:moveTo>
                  <a:pt x="1666768" y="265998"/>
                </a:moveTo>
                <a:lnTo>
                  <a:pt x="1304375" y="177656"/>
                </a:lnTo>
                <a:lnTo>
                  <a:pt x="1449571" y="413396"/>
                </a:lnTo>
                <a:close/>
                <a:moveTo>
                  <a:pt x="1666768" y="265998"/>
                </a:moveTo>
                <a:lnTo>
                  <a:pt x="1883965" y="118599"/>
                </a:lnTo>
                <a:lnTo>
                  <a:pt x="1304375" y="177656"/>
                </a:lnTo>
                <a:close/>
                <a:moveTo>
                  <a:pt x="1666768" y="265998"/>
                </a:moveTo>
                <a:lnTo>
                  <a:pt x="2029161" y="354340"/>
                </a:lnTo>
                <a:lnTo>
                  <a:pt x="1883965" y="118599"/>
                </a:lnTo>
                <a:close/>
                <a:moveTo>
                  <a:pt x="1087179" y="325054"/>
                </a:moveTo>
                <a:lnTo>
                  <a:pt x="1304375" y="177656"/>
                </a:lnTo>
                <a:lnTo>
                  <a:pt x="724786" y="236712"/>
                </a:lnTo>
                <a:close/>
                <a:moveTo>
                  <a:pt x="1521572" y="30257"/>
                </a:moveTo>
                <a:lnTo>
                  <a:pt x="1304375" y="177656"/>
                </a:lnTo>
                <a:lnTo>
                  <a:pt x="1883965" y="118599"/>
                </a:lnTo>
                <a:close/>
                <a:moveTo>
                  <a:pt x="941982" y="89314"/>
                </a:moveTo>
                <a:lnTo>
                  <a:pt x="724786" y="236712"/>
                </a:lnTo>
                <a:lnTo>
                  <a:pt x="1304375" y="177656"/>
                </a:lnTo>
                <a:close/>
                <a:moveTo>
                  <a:pt x="941982" y="89314"/>
                </a:moveTo>
                <a:lnTo>
                  <a:pt x="579590" y="972"/>
                </a:lnTo>
                <a:lnTo>
                  <a:pt x="724786" y="236712"/>
                </a:lnTo>
                <a:close/>
                <a:moveTo>
                  <a:pt x="362393" y="148371"/>
                </a:moveTo>
                <a:lnTo>
                  <a:pt x="145196" y="295769"/>
                </a:lnTo>
                <a:lnTo>
                  <a:pt x="724786" y="236712"/>
                </a:lnTo>
                <a:close/>
                <a:moveTo>
                  <a:pt x="362393" y="148371"/>
                </a:moveTo>
                <a:lnTo>
                  <a:pt x="0" y="60029"/>
                </a:lnTo>
                <a:lnTo>
                  <a:pt x="145196" y="295769"/>
                </a:lnTo>
                <a:close/>
                <a:moveTo>
                  <a:pt x="362393" y="148371"/>
                </a:moveTo>
                <a:lnTo>
                  <a:pt x="724786" y="236712"/>
                </a:lnTo>
                <a:lnTo>
                  <a:pt x="579590" y="972"/>
                </a:lnTo>
                <a:close/>
              </a:path>
            </a:pathLst>
          </a:custGeom>
          <a:solidFill>
            <a:srgbClr val="F2F2F2">
              <a:alpha val="100000"/>
            </a:srgbClr>
          </a:solidFill>
          <a:ln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54" name="PANEL_01-slope--1-192_35">
            <a:extLst>
              <a:ext uri="{FF2B5EF4-FFF2-40B4-BE49-F238E27FC236}">
                <a16:creationId xmlns:a16="http://schemas.microsoft.com/office/drawing/2014/main" id="{5DD59BEA-C4A0-4D6C-8F7A-BCF254FDF393}"/>
              </a:ext>
            </a:extLst>
          </p:cNvPr>
          <p:cNvSpPr>
            <a:spLocks/>
          </p:cNvSpPr>
          <p:nvPr/>
        </p:nvSpPr>
        <p:spPr>
          <a:xfrm>
            <a:off x="1416248" y="4206681"/>
            <a:ext cx="552059" cy="302440"/>
          </a:xfrm>
          <a:custGeom>
            <a:pathLst>
              <a:path w="579590" h="317522">
                <a:moveTo>
                  <a:pt x="579590" y="317522"/>
                </a:moveTo>
                <a:lnTo>
                  <a:pt x="217197" y="42048"/>
                </a:lnTo>
                <a:lnTo>
                  <a:pt x="362393" y="277118"/>
                </a:lnTo>
                <a:close/>
                <a:moveTo>
                  <a:pt x="0" y="0"/>
                </a:moveTo>
                <a:lnTo>
                  <a:pt x="362393" y="277118"/>
                </a:lnTo>
                <a:lnTo>
                  <a:pt x="217197" y="42048"/>
                </a:lnTo>
                <a:close/>
              </a:path>
            </a:pathLst>
          </a:custGeom>
          <a:solidFill>
            <a:srgbClr val="E1E1E1">
              <a:alpha val="100000"/>
            </a:srgbClr>
          </a:solidFill>
          <a:ln w="1143">
            <a:solidFill>
              <a:srgbClr val="E1E1E1">
                <a:alpha val="100000"/>
              </a:srgbClr>
            </a:solidFill>
            <a:prstDash val="solid"/>
          </a:ln>
        </p:spPr>
      </p:sp>
      <p:sp>
        <p:nvSpPr>
          <p:cNvPr id="55" name="PANEL_01-slope--1-196_36">
            <a:extLst>
              <a:ext uri="{FF2B5EF4-FFF2-40B4-BE49-F238E27FC236}">
                <a16:creationId xmlns:a16="http://schemas.microsoft.com/office/drawing/2014/main" id="{0D440209-0705-4F00-8747-4BBEAD820EE4}"/>
              </a:ext>
            </a:extLst>
          </p:cNvPr>
          <p:cNvSpPr>
            <a:spLocks/>
          </p:cNvSpPr>
          <p:nvPr/>
        </p:nvSpPr>
        <p:spPr>
          <a:xfrm>
            <a:off x="136924" y="3465153"/>
            <a:ext cx="2176562" cy="1263633"/>
          </a:xfrm>
          <a:custGeom>
            <a:pathLst>
              <a:path w="2285104" h="1326649">
                <a:moveTo>
                  <a:pt x="1922711" y="1096029"/>
                </a:moveTo>
                <a:lnTo>
                  <a:pt x="1705515" y="1055625"/>
                </a:lnTo>
                <a:lnTo>
                  <a:pt x="2285104" y="1326649"/>
                </a:lnTo>
                <a:close/>
                <a:moveTo>
                  <a:pt x="1922711" y="1096029"/>
                </a:moveTo>
                <a:lnTo>
                  <a:pt x="2285104" y="1326649"/>
                </a:lnTo>
                <a:lnTo>
                  <a:pt x="2139908" y="1118477"/>
                </a:lnTo>
                <a:close/>
                <a:moveTo>
                  <a:pt x="1343122" y="778507"/>
                </a:moveTo>
                <a:lnTo>
                  <a:pt x="1560319" y="820555"/>
                </a:lnTo>
                <a:lnTo>
                  <a:pt x="980729" y="535361"/>
                </a:lnTo>
                <a:close/>
                <a:moveTo>
                  <a:pt x="1197926" y="536330"/>
                </a:moveTo>
                <a:lnTo>
                  <a:pt x="980729" y="535361"/>
                </a:lnTo>
                <a:lnTo>
                  <a:pt x="1560319" y="820555"/>
                </a:lnTo>
                <a:close/>
                <a:moveTo>
                  <a:pt x="1197926" y="536330"/>
                </a:moveTo>
                <a:lnTo>
                  <a:pt x="835533" y="303508"/>
                </a:lnTo>
                <a:lnTo>
                  <a:pt x="980729" y="535361"/>
                </a:lnTo>
                <a:close/>
                <a:moveTo>
                  <a:pt x="618336" y="313045"/>
                </a:moveTo>
                <a:lnTo>
                  <a:pt x="401139" y="285802"/>
                </a:lnTo>
                <a:lnTo>
                  <a:pt x="980729" y="535361"/>
                </a:lnTo>
                <a:close/>
                <a:moveTo>
                  <a:pt x="618336" y="313045"/>
                </a:moveTo>
                <a:lnTo>
                  <a:pt x="255943" y="94260"/>
                </a:lnTo>
                <a:lnTo>
                  <a:pt x="401139" y="285802"/>
                </a:lnTo>
                <a:close/>
                <a:moveTo>
                  <a:pt x="0" y="55034"/>
                </a:moveTo>
                <a:lnTo>
                  <a:pt x="38747" y="75893"/>
                </a:lnTo>
                <a:lnTo>
                  <a:pt x="255943" y="94260"/>
                </a:lnTo>
                <a:lnTo>
                  <a:pt x="0" y="0"/>
                </a:lnTo>
                <a:close/>
                <a:moveTo>
                  <a:pt x="38747" y="75893"/>
                </a:moveTo>
                <a:lnTo>
                  <a:pt x="401139" y="285802"/>
                </a:lnTo>
                <a:lnTo>
                  <a:pt x="255943" y="94260"/>
                </a:lnTo>
                <a:close/>
              </a:path>
            </a:pathLst>
          </a:custGeom>
          <a:solidFill>
            <a:srgbClr val="E3E3E3">
              <a:alpha val="100000"/>
            </a:srgbClr>
          </a:solidFill>
          <a:ln w="1143">
            <a:solidFill>
              <a:srgbClr val="E3E3E3">
                <a:alpha val="100000"/>
              </a:srgbClr>
            </a:solidFill>
            <a:prstDash val="solid"/>
          </a:ln>
        </p:spPr>
      </p:sp>
      <p:sp>
        <p:nvSpPr>
          <p:cNvPr id="56" name="PANEL_01-slope--1-200_37">
            <a:extLst>
              <a:ext uri="{FF2B5EF4-FFF2-40B4-BE49-F238E27FC236}">
                <a16:creationId xmlns:a16="http://schemas.microsoft.com/office/drawing/2014/main" id="{FC733305-5D01-40DA-97E4-857D929DBCF1}"/>
              </a:ext>
            </a:extLst>
          </p:cNvPr>
          <p:cNvSpPr>
            <a:spLocks/>
          </p:cNvSpPr>
          <p:nvPr/>
        </p:nvSpPr>
        <p:spPr>
          <a:xfrm>
            <a:off x="136924" y="3420533"/>
            <a:ext cx="2866920" cy="1743155"/>
          </a:xfrm>
          <a:custGeom>
            <a:pathLst>
              <a:path w="3009890" h="1830084">
                <a:moveTo>
                  <a:pt x="2647497" y="1604630"/>
                </a:moveTo>
                <a:lnTo>
                  <a:pt x="2864694" y="1587573"/>
                </a:lnTo>
                <a:lnTo>
                  <a:pt x="2285104" y="1373495"/>
                </a:lnTo>
                <a:close/>
                <a:moveTo>
                  <a:pt x="2647497" y="1604630"/>
                </a:moveTo>
                <a:lnTo>
                  <a:pt x="3009890" y="1830084"/>
                </a:lnTo>
                <a:lnTo>
                  <a:pt x="2864694" y="1587573"/>
                </a:lnTo>
                <a:close/>
                <a:moveTo>
                  <a:pt x="2502301" y="1384624"/>
                </a:moveTo>
                <a:lnTo>
                  <a:pt x="2285104" y="1373495"/>
                </a:lnTo>
                <a:lnTo>
                  <a:pt x="2864694" y="1587573"/>
                </a:lnTo>
                <a:close/>
                <a:moveTo>
                  <a:pt x="618336" y="359890"/>
                </a:moveTo>
                <a:lnTo>
                  <a:pt x="835533" y="350354"/>
                </a:lnTo>
                <a:lnTo>
                  <a:pt x="255943" y="141105"/>
                </a:lnTo>
                <a:close/>
                <a:moveTo>
                  <a:pt x="618336" y="359890"/>
                </a:moveTo>
                <a:lnTo>
                  <a:pt x="980729" y="582207"/>
                </a:lnTo>
                <a:lnTo>
                  <a:pt x="835533" y="350354"/>
                </a:lnTo>
                <a:close/>
                <a:moveTo>
                  <a:pt x="0" y="0"/>
                </a:moveTo>
                <a:lnTo>
                  <a:pt x="0" y="46846"/>
                </a:lnTo>
                <a:lnTo>
                  <a:pt x="255943" y="141105"/>
                </a:lnTo>
                <a:close/>
              </a:path>
            </a:pathLst>
          </a:custGeom>
          <a:solidFill>
            <a:srgbClr val="E4E4E4">
              <a:alpha val="100000"/>
            </a:srgbClr>
          </a:solidFill>
          <a:ln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57" name="PANEL_01-slope--1-204_38">
            <a:extLst>
              <a:ext uri="{FF2B5EF4-FFF2-40B4-BE49-F238E27FC236}">
                <a16:creationId xmlns:a16="http://schemas.microsoft.com/office/drawing/2014/main" id="{7364A67B-964A-418C-80D1-7B43D082F189}"/>
              </a:ext>
            </a:extLst>
          </p:cNvPr>
          <p:cNvSpPr>
            <a:spLocks/>
          </p:cNvSpPr>
          <p:nvPr/>
        </p:nvSpPr>
        <p:spPr>
          <a:xfrm>
            <a:off x="2865545" y="4932696"/>
            <a:ext cx="345179" cy="230991"/>
          </a:xfrm>
          <a:custGeom>
            <a:pathLst>
              <a:path w="362393" h="242511">
                <a:moveTo>
                  <a:pt x="362393" y="202039"/>
                </a:moveTo>
                <a:lnTo>
                  <a:pt x="0" y="0"/>
                </a:lnTo>
                <a:lnTo>
                  <a:pt x="145196" y="242511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58" name="PANEL_01-slope--1-208_39">
            <a:extLst>
              <a:ext uri="{FF2B5EF4-FFF2-40B4-BE49-F238E27FC236}">
                <a16:creationId xmlns:a16="http://schemas.microsoft.com/office/drawing/2014/main" id="{619D0CB3-6B15-41DF-9176-DD8F07354C4B}"/>
              </a:ext>
            </a:extLst>
          </p:cNvPr>
          <p:cNvSpPr>
            <a:spLocks/>
          </p:cNvSpPr>
          <p:nvPr/>
        </p:nvSpPr>
        <p:spPr>
          <a:xfrm>
            <a:off x="2865545" y="4932696"/>
            <a:ext cx="897238" cy="366830"/>
          </a:xfrm>
          <a:custGeom>
            <a:pathLst>
              <a:path w="941982" h="385123">
                <a:moveTo>
                  <a:pt x="941982" y="312409"/>
                </a:moveTo>
                <a:lnTo>
                  <a:pt x="579590" y="131460"/>
                </a:lnTo>
                <a:lnTo>
                  <a:pt x="724786" y="385123"/>
                </a:lnTo>
                <a:close/>
                <a:moveTo>
                  <a:pt x="362393" y="202039"/>
                </a:moveTo>
                <a:lnTo>
                  <a:pt x="145196" y="242511"/>
                </a:lnTo>
                <a:lnTo>
                  <a:pt x="724786" y="385123"/>
                </a:lnTo>
                <a:close/>
                <a:moveTo>
                  <a:pt x="362393" y="202039"/>
                </a:moveTo>
                <a:lnTo>
                  <a:pt x="579590" y="131460"/>
                </a:lnTo>
                <a:lnTo>
                  <a:pt x="0" y="0"/>
                </a:lnTo>
                <a:close/>
                <a:moveTo>
                  <a:pt x="362393" y="202039"/>
                </a:moveTo>
                <a:lnTo>
                  <a:pt x="724786" y="385123"/>
                </a:lnTo>
                <a:lnTo>
                  <a:pt x="579590" y="131460"/>
                </a:lnTo>
                <a:close/>
              </a:path>
            </a:pathLst>
          </a:custGeom>
          <a:solidFill>
            <a:srgbClr val="E8E8E8">
              <a:alpha val="100000"/>
            </a:srgbClr>
          </a:solidFill>
          <a:ln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59" name="PANEL_01-slope--1-212_40">
            <a:extLst>
              <a:ext uri="{FF2B5EF4-FFF2-40B4-BE49-F238E27FC236}">
                <a16:creationId xmlns:a16="http://schemas.microsoft.com/office/drawing/2014/main" id="{F050D94F-8CA7-484D-93A7-792FB24F8AB6}"/>
              </a:ext>
            </a:extLst>
          </p:cNvPr>
          <p:cNvSpPr>
            <a:spLocks/>
          </p:cNvSpPr>
          <p:nvPr/>
        </p:nvSpPr>
        <p:spPr>
          <a:xfrm>
            <a:off x="3555903" y="5230266"/>
            <a:ext cx="1242417" cy="390389"/>
          </a:xfrm>
          <a:custGeom>
            <a:pathLst>
              <a:path w="1304375" h="409857">
                <a:moveTo>
                  <a:pt x="941982" y="202607"/>
                </a:moveTo>
                <a:lnTo>
                  <a:pt x="1159179" y="174117"/>
                </a:lnTo>
                <a:lnTo>
                  <a:pt x="579590" y="113263"/>
                </a:lnTo>
                <a:close/>
                <a:moveTo>
                  <a:pt x="941982" y="202607"/>
                </a:moveTo>
                <a:lnTo>
                  <a:pt x="1304375" y="409857"/>
                </a:lnTo>
                <a:lnTo>
                  <a:pt x="1159179" y="174117"/>
                </a:lnTo>
                <a:close/>
                <a:moveTo>
                  <a:pt x="217197" y="0"/>
                </a:moveTo>
                <a:lnTo>
                  <a:pt x="0" y="72714"/>
                </a:lnTo>
                <a:lnTo>
                  <a:pt x="579590" y="113263"/>
                </a:lnTo>
                <a:close/>
              </a:path>
            </a:pathLst>
          </a:custGeom>
          <a:solidFill>
            <a:srgbClr val="E9E9E9">
              <a:alpha val="100000"/>
            </a:srgbClr>
          </a:solidFill>
          <a:ln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60" name="PANEL_01-slope--1-216_41">
            <a:extLst>
              <a:ext uri="{FF2B5EF4-FFF2-40B4-BE49-F238E27FC236}">
                <a16:creationId xmlns:a16="http://schemas.microsoft.com/office/drawing/2014/main" id="{F8FCCA76-4C9F-41FE-AD82-89132D79ECE9}"/>
              </a:ext>
            </a:extLst>
          </p:cNvPr>
          <p:cNvSpPr>
            <a:spLocks/>
          </p:cNvSpPr>
          <p:nvPr/>
        </p:nvSpPr>
        <p:spPr>
          <a:xfrm>
            <a:off x="3555903" y="5299526"/>
            <a:ext cx="897238" cy="244320"/>
          </a:xfrm>
          <a:custGeom>
            <a:pathLst>
              <a:path w="941982" h="256504">
                <a:moveTo>
                  <a:pt x="941982" y="129894"/>
                </a:moveTo>
                <a:lnTo>
                  <a:pt x="579590" y="40549"/>
                </a:lnTo>
                <a:lnTo>
                  <a:pt x="724786" y="256504"/>
                </a:lnTo>
                <a:close/>
                <a:moveTo>
                  <a:pt x="362393" y="173420"/>
                </a:moveTo>
                <a:lnTo>
                  <a:pt x="579590" y="40549"/>
                </a:lnTo>
                <a:lnTo>
                  <a:pt x="0" y="0"/>
                </a:lnTo>
                <a:close/>
                <a:moveTo>
                  <a:pt x="362393" y="173420"/>
                </a:moveTo>
                <a:lnTo>
                  <a:pt x="724786" y="256504"/>
                </a:lnTo>
                <a:lnTo>
                  <a:pt x="579590" y="40549"/>
                </a:lnTo>
                <a:close/>
              </a:path>
            </a:pathLst>
          </a:custGeom>
          <a:solidFill>
            <a:srgbClr val="EAEAEA">
              <a:alpha val="100000"/>
            </a:srgbClr>
          </a:solidFill>
          <a:ln w="1143">
            <a:solidFill>
              <a:srgbClr val="EAEAEA">
                <a:alpha val="100000"/>
              </a:srgbClr>
            </a:solidFill>
            <a:prstDash val="solid"/>
          </a:ln>
        </p:spPr>
      </p:sp>
      <p:sp>
        <p:nvSpPr>
          <p:cNvPr id="61" name="PANEL_01-slope--1-220_42">
            <a:extLst>
              <a:ext uri="{FF2B5EF4-FFF2-40B4-BE49-F238E27FC236}">
                <a16:creationId xmlns:a16="http://schemas.microsoft.com/office/drawing/2014/main" id="{9982D659-C268-4C52-A4E7-6A7FA92DB8CD}"/>
              </a:ext>
            </a:extLst>
          </p:cNvPr>
          <p:cNvSpPr>
            <a:spLocks/>
          </p:cNvSpPr>
          <p:nvPr/>
        </p:nvSpPr>
        <p:spPr>
          <a:xfrm>
            <a:off x="4660021" y="5339861"/>
            <a:ext cx="690358" cy="224543"/>
          </a:xfrm>
          <a:custGeom>
            <a:pathLst>
              <a:path w="724786" h="235740">
                <a:moveTo>
                  <a:pt x="362393" y="87919"/>
                </a:moveTo>
                <a:lnTo>
                  <a:pt x="579590" y="0"/>
                </a:lnTo>
                <a:lnTo>
                  <a:pt x="0" y="59057"/>
                </a:lnTo>
                <a:close/>
                <a:moveTo>
                  <a:pt x="362393" y="87919"/>
                </a:moveTo>
                <a:lnTo>
                  <a:pt x="724786" y="235740"/>
                </a:lnTo>
                <a:lnTo>
                  <a:pt x="579590" y="0"/>
                </a:lnTo>
                <a:close/>
              </a:path>
            </a:pathLst>
          </a:custGeom>
          <a:solidFill>
            <a:srgbClr val="ECECEC">
              <a:alpha val="100000"/>
            </a:srgbClr>
          </a:solidFill>
          <a:ln w="1143">
            <a:solidFill>
              <a:srgbClr val="ECECEC">
                <a:alpha val="100000"/>
              </a:srgbClr>
            </a:solidFill>
            <a:prstDash val="solid"/>
          </a:ln>
        </p:spPr>
      </p:sp>
      <p:sp>
        <p:nvSpPr>
          <p:cNvPr id="62" name="PANEL_01-slope--1-224_43">
            <a:extLst>
              <a:ext uri="{FF2B5EF4-FFF2-40B4-BE49-F238E27FC236}">
                <a16:creationId xmlns:a16="http://schemas.microsoft.com/office/drawing/2014/main" id="{454641B6-83BD-47AE-9E2A-B8742DA3F1CC}"/>
              </a:ext>
            </a:extLst>
          </p:cNvPr>
          <p:cNvSpPr>
            <a:spLocks/>
          </p:cNvSpPr>
          <p:nvPr/>
        </p:nvSpPr>
        <p:spPr>
          <a:xfrm>
            <a:off x="4660021" y="5396112"/>
            <a:ext cx="690358" cy="224543"/>
          </a:xfrm>
          <a:custGeom>
            <a:pathLst>
              <a:path w="724786" h="235740">
                <a:moveTo>
                  <a:pt x="362393" y="28862"/>
                </a:moveTo>
                <a:lnTo>
                  <a:pt x="145196" y="235740"/>
                </a:lnTo>
                <a:lnTo>
                  <a:pt x="724786" y="176684"/>
                </a:lnTo>
                <a:close/>
                <a:moveTo>
                  <a:pt x="362393" y="28862"/>
                </a:moveTo>
                <a:lnTo>
                  <a:pt x="0" y="0"/>
                </a:lnTo>
                <a:lnTo>
                  <a:pt x="145196" y="235740"/>
                </a:lnTo>
                <a:close/>
              </a:path>
            </a:pathLst>
          </a:custGeom>
          <a:solidFill>
            <a:srgbClr val="EDEDED">
              <a:alpha val="100000"/>
            </a:srgbClr>
          </a:solidFill>
          <a:ln w="1143">
            <a:solidFill>
              <a:srgbClr val="EDEDED">
                <a:alpha val="100000"/>
              </a:srgbClr>
            </a:solidFill>
            <a:prstDash val="solid"/>
          </a:ln>
        </p:spPr>
      </p:sp>
      <p:sp>
        <p:nvSpPr>
          <p:cNvPr id="64" name="PANEL_01-water--1-236_44">
            <a:extLst>
              <a:ext uri="{FF2B5EF4-FFF2-40B4-BE49-F238E27FC236}">
                <a16:creationId xmlns:a16="http://schemas.microsoft.com/office/drawing/2014/main" id="{D5D72DB5-60DD-4145-8D7A-C7FAAAAD6B7F}"/>
              </a:ext>
            </a:extLst>
          </p:cNvPr>
          <p:cNvSpPr>
            <a:spLocks/>
          </p:cNvSpPr>
          <p:nvPr/>
        </p:nvSpPr>
        <p:spPr>
          <a:xfrm>
            <a:off x="5212080" y="5282684"/>
            <a:ext cx="5738095" cy="393760"/>
          </a:xfrm>
          <a:custGeom>
            <a:pathLst>
              <a:path w="6024247" h="413396">
                <a:moveTo>
                  <a:pt x="6014287" y="324082"/>
                </a:moveTo>
                <a:lnTo>
                  <a:pt x="6024247" y="317323"/>
                </a:lnTo>
                <a:lnTo>
                  <a:pt x="6024247" y="197800"/>
                </a:lnTo>
                <a:lnTo>
                  <a:pt x="5651894" y="235740"/>
                </a:lnTo>
                <a:close/>
                <a:moveTo>
                  <a:pt x="6024247" y="317323"/>
                </a:moveTo>
                <a:lnTo>
                  <a:pt x="6014287" y="324082"/>
                </a:lnTo>
                <a:lnTo>
                  <a:pt x="6024247" y="326510"/>
                </a:lnTo>
                <a:close/>
                <a:moveTo>
                  <a:pt x="5434697" y="383139"/>
                </a:moveTo>
                <a:lnTo>
                  <a:pt x="5651894" y="235740"/>
                </a:lnTo>
                <a:lnTo>
                  <a:pt x="5072305" y="294797"/>
                </a:lnTo>
                <a:close/>
                <a:moveTo>
                  <a:pt x="6024247" y="126165"/>
                </a:moveTo>
                <a:lnTo>
                  <a:pt x="5869091" y="88342"/>
                </a:lnTo>
                <a:lnTo>
                  <a:pt x="5651894" y="235740"/>
                </a:lnTo>
                <a:lnTo>
                  <a:pt x="6024247" y="197800"/>
                </a:lnTo>
                <a:close/>
                <a:moveTo>
                  <a:pt x="5289501" y="147398"/>
                </a:moveTo>
                <a:lnTo>
                  <a:pt x="5072305" y="294797"/>
                </a:lnTo>
                <a:lnTo>
                  <a:pt x="5651894" y="235740"/>
                </a:lnTo>
                <a:close/>
                <a:moveTo>
                  <a:pt x="5289501" y="147398"/>
                </a:moveTo>
                <a:lnTo>
                  <a:pt x="4927109" y="59057"/>
                </a:lnTo>
                <a:lnTo>
                  <a:pt x="5072305" y="294797"/>
                </a:lnTo>
                <a:close/>
                <a:moveTo>
                  <a:pt x="5289501" y="147398"/>
                </a:moveTo>
                <a:lnTo>
                  <a:pt x="5651894" y="235740"/>
                </a:lnTo>
                <a:lnTo>
                  <a:pt x="5506698" y="0"/>
                </a:lnTo>
                <a:close/>
                <a:moveTo>
                  <a:pt x="4709912" y="206455"/>
                </a:moveTo>
                <a:lnTo>
                  <a:pt x="4492715" y="353853"/>
                </a:lnTo>
                <a:lnTo>
                  <a:pt x="5072305" y="294797"/>
                </a:lnTo>
                <a:close/>
                <a:moveTo>
                  <a:pt x="4709912" y="206455"/>
                </a:moveTo>
                <a:lnTo>
                  <a:pt x="4347519" y="118113"/>
                </a:lnTo>
                <a:lnTo>
                  <a:pt x="4492715" y="353853"/>
                </a:lnTo>
                <a:close/>
                <a:moveTo>
                  <a:pt x="4709912" y="206455"/>
                </a:moveTo>
                <a:lnTo>
                  <a:pt x="4927109" y="59057"/>
                </a:lnTo>
                <a:lnTo>
                  <a:pt x="4347519" y="118113"/>
                </a:lnTo>
                <a:close/>
                <a:moveTo>
                  <a:pt x="4709912" y="206455"/>
                </a:moveTo>
                <a:lnTo>
                  <a:pt x="5072305" y="294797"/>
                </a:lnTo>
                <a:lnTo>
                  <a:pt x="4927109" y="59057"/>
                </a:lnTo>
                <a:close/>
                <a:moveTo>
                  <a:pt x="4130322" y="265512"/>
                </a:moveTo>
                <a:lnTo>
                  <a:pt x="3767929" y="177170"/>
                </a:lnTo>
                <a:lnTo>
                  <a:pt x="3913126" y="412910"/>
                </a:lnTo>
                <a:close/>
                <a:moveTo>
                  <a:pt x="4130322" y="265512"/>
                </a:moveTo>
                <a:lnTo>
                  <a:pt x="4347519" y="118113"/>
                </a:lnTo>
                <a:lnTo>
                  <a:pt x="3767929" y="177170"/>
                </a:lnTo>
                <a:close/>
                <a:moveTo>
                  <a:pt x="4130322" y="265512"/>
                </a:moveTo>
                <a:lnTo>
                  <a:pt x="4492715" y="353853"/>
                </a:lnTo>
                <a:lnTo>
                  <a:pt x="4347519" y="118113"/>
                </a:lnTo>
                <a:close/>
                <a:moveTo>
                  <a:pt x="3550733" y="324568"/>
                </a:moveTo>
                <a:lnTo>
                  <a:pt x="3767929" y="177170"/>
                </a:lnTo>
                <a:lnTo>
                  <a:pt x="3188340" y="236226"/>
                </a:lnTo>
                <a:close/>
                <a:moveTo>
                  <a:pt x="3550733" y="324568"/>
                </a:moveTo>
                <a:lnTo>
                  <a:pt x="3913126" y="412910"/>
                </a:lnTo>
                <a:lnTo>
                  <a:pt x="3767929" y="177170"/>
                </a:lnTo>
                <a:close/>
                <a:moveTo>
                  <a:pt x="2971143" y="383625"/>
                </a:moveTo>
                <a:lnTo>
                  <a:pt x="3188340" y="236226"/>
                </a:lnTo>
                <a:lnTo>
                  <a:pt x="2608750" y="295283"/>
                </a:lnTo>
                <a:close/>
                <a:moveTo>
                  <a:pt x="3405537" y="88828"/>
                </a:moveTo>
                <a:lnTo>
                  <a:pt x="3188340" y="236226"/>
                </a:lnTo>
                <a:lnTo>
                  <a:pt x="3767929" y="177170"/>
                </a:lnTo>
                <a:close/>
                <a:moveTo>
                  <a:pt x="2825947" y="147885"/>
                </a:moveTo>
                <a:lnTo>
                  <a:pt x="2608750" y="295283"/>
                </a:lnTo>
                <a:lnTo>
                  <a:pt x="3188340" y="236226"/>
                </a:lnTo>
                <a:close/>
                <a:moveTo>
                  <a:pt x="2825947" y="147885"/>
                </a:moveTo>
                <a:lnTo>
                  <a:pt x="2463554" y="59543"/>
                </a:lnTo>
                <a:lnTo>
                  <a:pt x="2608750" y="295283"/>
                </a:lnTo>
                <a:close/>
                <a:moveTo>
                  <a:pt x="2825947" y="147885"/>
                </a:moveTo>
                <a:lnTo>
                  <a:pt x="3188340" y="236226"/>
                </a:lnTo>
                <a:lnTo>
                  <a:pt x="3043144" y="486"/>
                </a:lnTo>
                <a:close/>
                <a:moveTo>
                  <a:pt x="2246358" y="206941"/>
                </a:moveTo>
                <a:lnTo>
                  <a:pt x="2029161" y="354340"/>
                </a:lnTo>
                <a:lnTo>
                  <a:pt x="2608750" y="295283"/>
                </a:lnTo>
                <a:close/>
                <a:moveTo>
                  <a:pt x="2246358" y="206941"/>
                </a:moveTo>
                <a:lnTo>
                  <a:pt x="1883965" y="118599"/>
                </a:lnTo>
                <a:lnTo>
                  <a:pt x="2029161" y="354340"/>
                </a:lnTo>
                <a:close/>
                <a:moveTo>
                  <a:pt x="2246358" y="206941"/>
                </a:moveTo>
                <a:lnTo>
                  <a:pt x="2463554" y="59543"/>
                </a:lnTo>
                <a:lnTo>
                  <a:pt x="1883965" y="118599"/>
                </a:lnTo>
                <a:close/>
                <a:moveTo>
                  <a:pt x="2246358" y="206941"/>
                </a:moveTo>
                <a:lnTo>
                  <a:pt x="2608750" y="295283"/>
                </a:lnTo>
                <a:lnTo>
                  <a:pt x="2463554" y="59543"/>
                </a:lnTo>
                <a:close/>
                <a:moveTo>
                  <a:pt x="1666768" y="265998"/>
                </a:moveTo>
                <a:lnTo>
                  <a:pt x="1304375" y="177656"/>
                </a:lnTo>
                <a:lnTo>
                  <a:pt x="1449571" y="413396"/>
                </a:lnTo>
                <a:close/>
                <a:moveTo>
                  <a:pt x="1666768" y="265998"/>
                </a:moveTo>
                <a:lnTo>
                  <a:pt x="1883965" y="118599"/>
                </a:lnTo>
                <a:lnTo>
                  <a:pt x="1304375" y="177656"/>
                </a:lnTo>
                <a:close/>
                <a:moveTo>
                  <a:pt x="1666768" y="265998"/>
                </a:moveTo>
                <a:lnTo>
                  <a:pt x="2029161" y="354340"/>
                </a:lnTo>
                <a:lnTo>
                  <a:pt x="1883965" y="118599"/>
                </a:lnTo>
                <a:close/>
                <a:moveTo>
                  <a:pt x="1087179" y="325054"/>
                </a:moveTo>
                <a:lnTo>
                  <a:pt x="1304375" y="177656"/>
                </a:lnTo>
                <a:lnTo>
                  <a:pt x="724786" y="236712"/>
                </a:lnTo>
                <a:close/>
                <a:moveTo>
                  <a:pt x="1087179" y="325054"/>
                </a:moveTo>
                <a:lnTo>
                  <a:pt x="1449571" y="413396"/>
                </a:lnTo>
                <a:lnTo>
                  <a:pt x="1304375" y="177656"/>
                </a:lnTo>
                <a:close/>
                <a:moveTo>
                  <a:pt x="507589" y="384111"/>
                </a:moveTo>
                <a:lnTo>
                  <a:pt x="724786" y="236712"/>
                </a:lnTo>
                <a:lnTo>
                  <a:pt x="145196" y="295769"/>
                </a:lnTo>
                <a:close/>
                <a:moveTo>
                  <a:pt x="941982" y="89314"/>
                </a:moveTo>
                <a:lnTo>
                  <a:pt x="724786" y="236712"/>
                </a:lnTo>
                <a:lnTo>
                  <a:pt x="1304375" y="177656"/>
                </a:lnTo>
                <a:close/>
                <a:moveTo>
                  <a:pt x="362393" y="148371"/>
                </a:moveTo>
                <a:lnTo>
                  <a:pt x="145196" y="295769"/>
                </a:lnTo>
                <a:lnTo>
                  <a:pt x="724786" y="236712"/>
                </a:lnTo>
                <a:close/>
                <a:moveTo>
                  <a:pt x="362393" y="148371"/>
                </a:moveTo>
                <a:lnTo>
                  <a:pt x="0" y="60029"/>
                </a:lnTo>
                <a:lnTo>
                  <a:pt x="145196" y="295769"/>
                </a:lnTo>
                <a:close/>
                <a:moveTo>
                  <a:pt x="362393" y="148371"/>
                </a:moveTo>
                <a:lnTo>
                  <a:pt x="724786" y="236712"/>
                </a:lnTo>
                <a:lnTo>
                  <a:pt x="579590" y="972"/>
                </a:lnTo>
                <a:close/>
              </a:path>
            </a:pathLst>
          </a:custGeom>
          <a:solidFill>
            <a:srgbClr val="F2F2F2">
              <a:alpha val="100000"/>
            </a:srgbClr>
          </a:solidFill>
          <a:ln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66" name="PANEL_01-slope-0-196_45">
            <a:extLst>
              <a:ext uri="{FF2B5EF4-FFF2-40B4-BE49-F238E27FC236}">
                <a16:creationId xmlns:a16="http://schemas.microsoft.com/office/drawing/2014/main" id="{B70BE64E-0ACA-4322-A31F-D99CAA60AF4B}"/>
              </a:ext>
            </a:extLst>
          </p:cNvPr>
          <p:cNvSpPr>
            <a:spLocks/>
          </p:cNvSpPr>
          <p:nvPr/>
        </p:nvSpPr>
        <p:spPr>
          <a:xfrm>
            <a:off x="136924" y="3517573"/>
            <a:ext cx="2314861" cy="1445831"/>
          </a:xfrm>
          <a:custGeom>
            <a:pathLst>
              <a:path w="2430300" h="1517933">
                <a:moveTo>
                  <a:pt x="2067908" y="1259970"/>
                </a:moveTo>
                <a:lnTo>
                  <a:pt x="2285104" y="1271615"/>
                </a:lnTo>
                <a:lnTo>
                  <a:pt x="1705515" y="1000591"/>
                </a:lnTo>
                <a:close/>
                <a:moveTo>
                  <a:pt x="2067908" y="1259970"/>
                </a:moveTo>
                <a:lnTo>
                  <a:pt x="2430300" y="1517933"/>
                </a:lnTo>
                <a:lnTo>
                  <a:pt x="2285104" y="1271615"/>
                </a:lnTo>
                <a:close/>
                <a:moveTo>
                  <a:pt x="1488318" y="977925"/>
                </a:moveTo>
                <a:lnTo>
                  <a:pt x="1705515" y="1000591"/>
                </a:lnTo>
                <a:lnTo>
                  <a:pt x="1125925" y="724305"/>
                </a:lnTo>
                <a:close/>
                <a:moveTo>
                  <a:pt x="1488318" y="977925"/>
                </a:moveTo>
                <a:lnTo>
                  <a:pt x="1850711" y="1279378"/>
                </a:lnTo>
                <a:lnTo>
                  <a:pt x="1705515" y="1000591"/>
                </a:lnTo>
                <a:close/>
                <a:moveTo>
                  <a:pt x="1343122" y="723473"/>
                </a:moveTo>
                <a:lnTo>
                  <a:pt x="1125925" y="724305"/>
                </a:lnTo>
                <a:lnTo>
                  <a:pt x="1705515" y="1000591"/>
                </a:lnTo>
                <a:close/>
                <a:moveTo>
                  <a:pt x="1343122" y="723473"/>
                </a:moveTo>
                <a:lnTo>
                  <a:pt x="980729" y="480327"/>
                </a:lnTo>
                <a:lnTo>
                  <a:pt x="1125925" y="724305"/>
                </a:lnTo>
                <a:close/>
                <a:moveTo>
                  <a:pt x="763532" y="458528"/>
                </a:moveTo>
                <a:lnTo>
                  <a:pt x="546336" y="468926"/>
                </a:lnTo>
                <a:lnTo>
                  <a:pt x="1125925" y="724305"/>
                </a:lnTo>
                <a:close/>
                <a:moveTo>
                  <a:pt x="763532" y="458528"/>
                </a:moveTo>
                <a:lnTo>
                  <a:pt x="401139" y="230768"/>
                </a:lnTo>
                <a:lnTo>
                  <a:pt x="546336" y="468926"/>
                </a:lnTo>
                <a:close/>
                <a:moveTo>
                  <a:pt x="763532" y="458528"/>
                </a:moveTo>
                <a:lnTo>
                  <a:pt x="980729" y="480327"/>
                </a:lnTo>
                <a:lnTo>
                  <a:pt x="401139" y="230768"/>
                </a:lnTo>
                <a:close/>
                <a:moveTo>
                  <a:pt x="763532" y="458528"/>
                </a:moveTo>
                <a:lnTo>
                  <a:pt x="1125925" y="724305"/>
                </a:lnTo>
                <a:lnTo>
                  <a:pt x="980729" y="480327"/>
                </a:lnTo>
                <a:close/>
                <a:moveTo>
                  <a:pt x="0" y="84243"/>
                </a:moveTo>
                <a:lnTo>
                  <a:pt x="183943" y="185673"/>
                </a:lnTo>
                <a:lnTo>
                  <a:pt x="401139" y="230768"/>
                </a:lnTo>
                <a:lnTo>
                  <a:pt x="0" y="61252"/>
                </a:lnTo>
                <a:close/>
                <a:moveTo>
                  <a:pt x="183943" y="185673"/>
                </a:moveTo>
                <a:lnTo>
                  <a:pt x="546336" y="468926"/>
                </a:lnTo>
                <a:lnTo>
                  <a:pt x="401139" y="230768"/>
                </a:lnTo>
                <a:close/>
                <a:moveTo>
                  <a:pt x="38747" y="20858"/>
                </a:moveTo>
                <a:lnTo>
                  <a:pt x="0" y="14611"/>
                </a:lnTo>
                <a:lnTo>
                  <a:pt x="0" y="61252"/>
                </a:lnTo>
                <a:lnTo>
                  <a:pt x="401139" y="230768"/>
                </a:lnTo>
                <a:close/>
                <a:moveTo>
                  <a:pt x="0" y="14611"/>
                </a:moveTo>
                <a:lnTo>
                  <a:pt x="38747" y="20858"/>
                </a:lnTo>
                <a:lnTo>
                  <a:pt x="0" y="0"/>
                </a:lnTo>
                <a:close/>
              </a:path>
            </a:pathLst>
          </a:custGeom>
          <a:solidFill>
            <a:srgbClr val="E3E3E3">
              <a:alpha val="100000"/>
            </a:srgbClr>
          </a:solidFill>
          <a:ln w="1143">
            <a:solidFill>
              <a:srgbClr val="E3E3E3">
                <a:alpha val="100000"/>
              </a:srgbClr>
            </a:solidFill>
            <a:prstDash val="solid"/>
          </a:ln>
        </p:spPr>
      </p:sp>
      <p:sp>
        <p:nvSpPr>
          <p:cNvPr id="67" name="PANEL_01-slope-0-200_46">
            <a:extLst>
              <a:ext uri="{FF2B5EF4-FFF2-40B4-BE49-F238E27FC236}">
                <a16:creationId xmlns:a16="http://schemas.microsoft.com/office/drawing/2014/main" id="{8B158091-98DE-4798-8550-B807543BA922}"/>
              </a:ext>
            </a:extLst>
          </p:cNvPr>
          <p:cNvSpPr>
            <a:spLocks/>
          </p:cNvSpPr>
          <p:nvPr/>
        </p:nvSpPr>
        <p:spPr>
          <a:xfrm>
            <a:off x="1761427" y="4470636"/>
            <a:ext cx="1242417" cy="693052"/>
          </a:xfrm>
          <a:custGeom>
            <a:pathLst>
              <a:path w="1304375" h="727613">
                <a:moveTo>
                  <a:pt x="941982" y="502160"/>
                </a:moveTo>
                <a:lnTo>
                  <a:pt x="724786" y="517342"/>
                </a:lnTo>
                <a:lnTo>
                  <a:pt x="1304375" y="727613"/>
                </a:lnTo>
                <a:close/>
                <a:moveTo>
                  <a:pt x="941982" y="502160"/>
                </a:moveTo>
                <a:lnTo>
                  <a:pt x="579590" y="271024"/>
                </a:lnTo>
                <a:lnTo>
                  <a:pt x="724786" y="517342"/>
                </a:lnTo>
                <a:close/>
                <a:moveTo>
                  <a:pt x="362393" y="259379"/>
                </a:moveTo>
                <a:lnTo>
                  <a:pt x="145196" y="278788"/>
                </a:lnTo>
                <a:lnTo>
                  <a:pt x="724786" y="517342"/>
                </a:lnTo>
                <a:close/>
                <a:moveTo>
                  <a:pt x="362393" y="259379"/>
                </a:moveTo>
                <a:lnTo>
                  <a:pt x="0" y="0"/>
                </a:lnTo>
                <a:lnTo>
                  <a:pt x="145196" y="278788"/>
                </a:lnTo>
                <a:close/>
              </a:path>
            </a:pathLst>
          </a:custGeom>
          <a:solidFill>
            <a:srgbClr val="E4E4E4">
              <a:alpha val="100000"/>
            </a:srgbClr>
          </a:solidFill>
          <a:ln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68" name="PANEL_01-slope-0-204_47">
            <a:extLst>
              <a:ext uri="{FF2B5EF4-FFF2-40B4-BE49-F238E27FC236}">
                <a16:creationId xmlns:a16="http://schemas.microsoft.com/office/drawing/2014/main" id="{5262EC37-37D8-49D3-91DC-0EC089451EFD}"/>
              </a:ext>
            </a:extLst>
          </p:cNvPr>
          <p:cNvSpPr>
            <a:spLocks/>
          </p:cNvSpPr>
          <p:nvPr/>
        </p:nvSpPr>
        <p:spPr>
          <a:xfrm>
            <a:off x="2451785" y="4963404"/>
            <a:ext cx="897238" cy="462424"/>
          </a:xfrm>
          <a:custGeom>
            <a:pathLst>
              <a:path w="941982" h="485485">
                <a:moveTo>
                  <a:pt x="941982" y="435262"/>
                </a:moveTo>
                <a:lnTo>
                  <a:pt x="579590" y="210272"/>
                </a:lnTo>
                <a:lnTo>
                  <a:pt x="724786" y="485485"/>
                </a:lnTo>
                <a:close/>
                <a:moveTo>
                  <a:pt x="362393" y="251206"/>
                </a:moveTo>
                <a:lnTo>
                  <a:pt x="579590" y="210272"/>
                </a:lnTo>
                <a:lnTo>
                  <a:pt x="0" y="0"/>
                </a:lnTo>
                <a:close/>
                <a:moveTo>
                  <a:pt x="362393" y="251206"/>
                </a:moveTo>
                <a:lnTo>
                  <a:pt x="724786" y="485485"/>
                </a:lnTo>
                <a:lnTo>
                  <a:pt x="579590" y="210272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69" name="PANEL_01-slope-0-208_48">
            <a:extLst>
              <a:ext uri="{FF2B5EF4-FFF2-40B4-BE49-F238E27FC236}">
                <a16:creationId xmlns:a16="http://schemas.microsoft.com/office/drawing/2014/main" id="{7FF3328E-6A11-4EB7-94FA-05E6F438BD35}"/>
              </a:ext>
            </a:extLst>
          </p:cNvPr>
          <p:cNvSpPr>
            <a:spLocks/>
          </p:cNvSpPr>
          <p:nvPr/>
        </p:nvSpPr>
        <p:spPr>
          <a:xfrm>
            <a:off x="3003844" y="5163688"/>
            <a:ext cx="690358" cy="367430"/>
          </a:xfrm>
          <a:custGeom>
            <a:pathLst>
              <a:path w="724786" h="385753">
                <a:moveTo>
                  <a:pt x="362393" y="224990"/>
                </a:moveTo>
                <a:lnTo>
                  <a:pt x="145196" y="275213"/>
                </a:lnTo>
                <a:lnTo>
                  <a:pt x="724786" y="385753"/>
                </a:lnTo>
                <a:close/>
                <a:moveTo>
                  <a:pt x="362393" y="224990"/>
                </a:moveTo>
                <a:lnTo>
                  <a:pt x="579590" y="142613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100000"/>
            </a:srgbClr>
          </a:solidFill>
          <a:ln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70" name="PANEL_01-slope-0-212_49">
            <a:extLst>
              <a:ext uri="{FF2B5EF4-FFF2-40B4-BE49-F238E27FC236}">
                <a16:creationId xmlns:a16="http://schemas.microsoft.com/office/drawing/2014/main" id="{02FC9561-F026-4C5E-B6E7-4A38868D473A}"/>
              </a:ext>
            </a:extLst>
          </p:cNvPr>
          <p:cNvSpPr>
            <a:spLocks/>
          </p:cNvSpPr>
          <p:nvPr/>
        </p:nvSpPr>
        <p:spPr>
          <a:xfrm>
            <a:off x="3349023" y="5299526"/>
            <a:ext cx="1587597" cy="545671"/>
          </a:xfrm>
          <a:custGeom>
            <a:pathLst>
              <a:path w="1666768" h="572883">
                <a:moveTo>
                  <a:pt x="1304375" y="342968"/>
                </a:moveTo>
                <a:lnTo>
                  <a:pt x="1666768" y="572883"/>
                </a:lnTo>
                <a:lnTo>
                  <a:pt x="1521572" y="337143"/>
                </a:lnTo>
                <a:close/>
                <a:moveTo>
                  <a:pt x="579590" y="173420"/>
                </a:moveTo>
                <a:lnTo>
                  <a:pt x="217197" y="0"/>
                </a:lnTo>
                <a:lnTo>
                  <a:pt x="362393" y="243141"/>
                </a:lnTo>
                <a:close/>
                <a:moveTo>
                  <a:pt x="0" y="82378"/>
                </a:moveTo>
                <a:lnTo>
                  <a:pt x="362393" y="243141"/>
                </a:lnTo>
                <a:lnTo>
                  <a:pt x="217197" y="0"/>
                </a:lnTo>
                <a:close/>
              </a:path>
            </a:pathLst>
          </a:custGeom>
          <a:solidFill>
            <a:srgbClr val="E9E9E9">
              <a:alpha val="100000"/>
            </a:srgbClr>
          </a:solidFill>
          <a:ln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71" name="PANEL_01-slope-0-216_50">
            <a:extLst>
              <a:ext uri="{FF2B5EF4-FFF2-40B4-BE49-F238E27FC236}">
                <a16:creationId xmlns:a16="http://schemas.microsoft.com/office/drawing/2014/main" id="{28E8A3CB-30B9-4C19-8256-F5B38221AA36}"/>
              </a:ext>
            </a:extLst>
          </p:cNvPr>
          <p:cNvSpPr>
            <a:spLocks/>
          </p:cNvSpPr>
          <p:nvPr/>
        </p:nvSpPr>
        <p:spPr>
          <a:xfrm>
            <a:off x="3694203" y="5423250"/>
            <a:ext cx="1104118" cy="237974"/>
          </a:xfrm>
          <a:custGeom>
            <a:pathLst>
              <a:path w="1159179" h="249841">
                <a:moveTo>
                  <a:pt x="941982" y="213075"/>
                </a:moveTo>
                <a:lnTo>
                  <a:pt x="1159179" y="207249"/>
                </a:lnTo>
                <a:lnTo>
                  <a:pt x="579590" y="126611"/>
                </a:lnTo>
                <a:close/>
                <a:moveTo>
                  <a:pt x="362393" y="249841"/>
                </a:moveTo>
                <a:lnTo>
                  <a:pt x="579590" y="126611"/>
                </a:lnTo>
                <a:lnTo>
                  <a:pt x="0" y="113247"/>
                </a:lnTo>
                <a:close/>
                <a:moveTo>
                  <a:pt x="796786" y="0"/>
                </a:moveTo>
                <a:lnTo>
                  <a:pt x="579590" y="126611"/>
                </a:lnTo>
                <a:lnTo>
                  <a:pt x="1159179" y="207249"/>
                </a:lnTo>
                <a:close/>
                <a:moveTo>
                  <a:pt x="217197" y="43527"/>
                </a:moveTo>
                <a:lnTo>
                  <a:pt x="0" y="113247"/>
                </a:lnTo>
                <a:lnTo>
                  <a:pt x="579590" y="126611"/>
                </a:lnTo>
                <a:close/>
              </a:path>
            </a:pathLst>
          </a:custGeom>
          <a:solidFill>
            <a:srgbClr val="EAEAEA">
              <a:alpha val="100000"/>
            </a:srgbClr>
          </a:solidFill>
          <a:ln w="1143">
            <a:solidFill>
              <a:srgbClr val="EAEAEA">
                <a:alpha val="100000"/>
              </a:srgbClr>
            </a:solidFill>
            <a:prstDash val="solid"/>
          </a:ln>
        </p:spPr>
      </p:sp>
      <p:sp>
        <p:nvSpPr>
          <p:cNvPr id="72" name="PANEL_01-slope-0-224_51">
            <a:extLst>
              <a:ext uri="{FF2B5EF4-FFF2-40B4-BE49-F238E27FC236}">
                <a16:creationId xmlns:a16="http://schemas.microsoft.com/office/drawing/2014/main" id="{6F52745B-07AA-461A-800D-296B8AD11C0C}"/>
              </a:ext>
            </a:extLst>
          </p:cNvPr>
          <p:cNvSpPr>
            <a:spLocks/>
          </p:cNvSpPr>
          <p:nvPr/>
        </p:nvSpPr>
        <p:spPr>
          <a:xfrm>
            <a:off x="4246262" y="5543846"/>
            <a:ext cx="345179" cy="357603"/>
          </a:xfrm>
          <a:custGeom>
            <a:pathLst>
              <a:path w="362393" h="375436">
                <a:moveTo>
                  <a:pt x="362393" y="86464"/>
                </a:moveTo>
                <a:lnTo>
                  <a:pt x="0" y="0"/>
                </a:lnTo>
                <a:lnTo>
                  <a:pt x="145196" y="375436"/>
                </a:lnTo>
                <a:close/>
              </a:path>
            </a:pathLst>
          </a:custGeom>
          <a:solidFill>
            <a:srgbClr val="EDEDED">
              <a:alpha val="100000"/>
            </a:srgbClr>
          </a:solidFill>
          <a:ln w="1143">
            <a:solidFill>
              <a:srgbClr val="EDEDED">
                <a:alpha val="100000"/>
              </a:srgbClr>
            </a:solidFill>
            <a:prstDash val="solid"/>
          </a:ln>
        </p:spPr>
      </p:sp>
      <p:sp>
        <p:nvSpPr>
          <p:cNvPr id="74" name="PANEL_01-water-0-236_52">
            <a:extLst>
              <a:ext uri="{FF2B5EF4-FFF2-40B4-BE49-F238E27FC236}">
                <a16:creationId xmlns:a16="http://schemas.microsoft.com/office/drawing/2014/main" id="{F40995BD-DF88-4A76-9CBF-7D68C813CB73}"/>
              </a:ext>
            </a:extLst>
          </p:cNvPr>
          <p:cNvSpPr>
            <a:spLocks/>
          </p:cNvSpPr>
          <p:nvPr/>
        </p:nvSpPr>
        <p:spPr>
          <a:xfrm>
            <a:off x="4798321" y="5507226"/>
            <a:ext cx="6151855" cy="393760"/>
          </a:xfrm>
          <a:custGeom>
            <a:pathLst>
              <a:path w="6458640" h="413396">
                <a:moveTo>
                  <a:pt x="6458640" y="291115"/>
                </a:moveTo>
                <a:lnTo>
                  <a:pt x="6458640" y="212594"/>
                </a:lnTo>
                <a:lnTo>
                  <a:pt x="6231484" y="235740"/>
                </a:lnTo>
                <a:close/>
                <a:moveTo>
                  <a:pt x="6014287" y="383139"/>
                </a:moveTo>
                <a:lnTo>
                  <a:pt x="6231484" y="235740"/>
                </a:lnTo>
                <a:lnTo>
                  <a:pt x="5651894" y="294797"/>
                </a:lnTo>
                <a:close/>
                <a:moveTo>
                  <a:pt x="6458640" y="90770"/>
                </a:moveTo>
                <a:lnTo>
                  <a:pt x="6448680" y="88342"/>
                </a:lnTo>
                <a:lnTo>
                  <a:pt x="6231484" y="235740"/>
                </a:lnTo>
                <a:lnTo>
                  <a:pt x="6458640" y="212594"/>
                </a:lnTo>
                <a:close/>
                <a:moveTo>
                  <a:pt x="6448680" y="88342"/>
                </a:moveTo>
                <a:lnTo>
                  <a:pt x="6086288" y="0"/>
                </a:lnTo>
                <a:lnTo>
                  <a:pt x="6231484" y="235740"/>
                </a:lnTo>
                <a:close/>
                <a:moveTo>
                  <a:pt x="5869091" y="147398"/>
                </a:moveTo>
                <a:lnTo>
                  <a:pt x="5651894" y="294797"/>
                </a:lnTo>
                <a:lnTo>
                  <a:pt x="6231484" y="235740"/>
                </a:lnTo>
                <a:close/>
                <a:moveTo>
                  <a:pt x="5869091" y="147398"/>
                </a:moveTo>
                <a:lnTo>
                  <a:pt x="5506698" y="59057"/>
                </a:lnTo>
                <a:lnTo>
                  <a:pt x="5651894" y="294797"/>
                </a:lnTo>
                <a:close/>
                <a:moveTo>
                  <a:pt x="5869091" y="147398"/>
                </a:moveTo>
                <a:lnTo>
                  <a:pt x="6231484" y="235740"/>
                </a:lnTo>
                <a:lnTo>
                  <a:pt x="6086288" y="0"/>
                </a:lnTo>
                <a:close/>
                <a:moveTo>
                  <a:pt x="5289501" y="206455"/>
                </a:moveTo>
                <a:lnTo>
                  <a:pt x="5072305" y="353853"/>
                </a:lnTo>
                <a:lnTo>
                  <a:pt x="5651894" y="294797"/>
                </a:lnTo>
                <a:close/>
                <a:moveTo>
                  <a:pt x="5289501" y="206455"/>
                </a:moveTo>
                <a:lnTo>
                  <a:pt x="4927109" y="118113"/>
                </a:lnTo>
                <a:lnTo>
                  <a:pt x="5072305" y="353853"/>
                </a:lnTo>
                <a:close/>
                <a:moveTo>
                  <a:pt x="5289501" y="206455"/>
                </a:moveTo>
                <a:lnTo>
                  <a:pt x="5506698" y="59057"/>
                </a:lnTo>
                <a:lnTo>
                  <a:pt x="4927109" y="118113"/>
                </a:lnTo>
                <a:close/>
                <a:moveTo>
                  <a:pt x="5289501" y="206455"/>
                </a:moveTo>
                <a:lnTo>
                  <a:pt x="5651894" y="294797"/>
                </a:lnTo>
                <a:lnTo>
                  <a:pt x="5506698" y="59057"/>
                </a:lnTo>
                <a:close/>
                <a:moveTo>
                  <a:pt x="4709912" y="265512"/>
                </a:moveTo>
                <a:lnTo>
                  <a:pt x="4347519" y="177170"/>
                </a:lnTo>
                <a:lnTo>
                  <a:pt x="4492715" y="412910"/>
                </a:lnTo>
                <a:close/>
                <a:moveTo>
                  <a:pt x="4709912" y="265512"/>
                </a:moveTo>
                <a:lnTo>
                  <a:pt x="4927109" y="118113"/>
                </a:lnTo>
                <a:lnTo>
                  <a:pt x="4347519" y="177170"/>
                </a:lnTo>
                <a:close/>
                <a:moveTo>
                  <a:pt x="4709912" y="265512"/>
                </a:moveTo>
                <a:lnTo>
                  <a:pt x="5072305" y="353853"/>
                </a:lnTo>
                <a:lnTo>
                  <a:pt x="4927109" y="118113"/>
                </a:lnTo>
                <a:close/>
                <a:moveTo>
                  <a:pt x="4130322" y="324568"/>
                </a:moveTo>
                <a:lnTo>
                  <a:pt x="4347519" y="177170"/>
                </a:lnTo>
                <a:lnTo>
                  <a:pt x="3767929" y="236226"/>
                </a:lnTo>
                <a:close/>
                <a:moveTo>
                  <a:pt x="4130322" y="324568"/>
                </a:moveTo>
                <a:lnTo>
                  <a:pt x="4492715" y="412910"/>
                </a:lnTo>
                <a:lnTo>
                  <a:pt x="4347519" y="177170"/>
                </a:lnTo>
                <a:close/>
                <a:moveTo>
                  <a:pt x="3550733" y="383625"/>
                </a:moveTo>
                <a:lnTo>
                  <a:pt x="3767929" y="236226"/>
                </a:lnTo>
                <a:lnTo>
                  <a:pt x="3188340" y="295283"/>
                </a:lnTo>
                <a:close/>
                <a:moveTo>
                  <a:pt x="4564716" y="29771"/>
                </a:moveTo>
                <a:lnTo>
                  <a:pt x="4347519" y="177170"/>
                </a:lnTo>
                <a:lnTo>
                  <a:pt x="4927109" y="118113"/>
                </a:lnTo>
                <a:close/>
                <a:moveTo>
                  <a:pt x="3985126" y="88828"/>
                </a:moveTo>
                <a:lnTo>
                  <a:pt x="3767929" y="236226"/>
                </a:lnTo>
                <a:lnTo>
                  <a:pt x="4347519" y="177170"/>
                </a:lnTo>
                <a:close/>
                <a:moveTo>
                  <a:pt x="3985126" y="88828"/>
                </a:moveTo>
                <a:lnTo>
                  <a:pt x="3622733" y="486"/>
                </a:lnTo>
                <a:lnTo>
                  <a:pt x="3767929" y="236226"/>
                </a:lnTo>
                <a:close/>
                <a:moveTo>
                  <a:pt x="3405537" y="147885"/>
                </a:moveTo>
                <a:lnTo>
                  <a:pt x="3188340" y="295283"/>
                </a:lnTo>
                <a:lnTo>
                  <a:pt x="3767929" y="236226"/>
                </a:lnTo>
                <a:close/>
                <a:moveTo>
                  <a:pt x="3405537" y="147885"/>
                </a:moveTo>
                <a:lnTo>
                  <a:pt x="3043144" y="59543"/>
                </a:lnTo>
                <a:lnTo>
                  <a:pt x="3188340" y="295283"/>
                </a:lnTo>
                <a:close/>
                <a:moveTo>
                  <a:pt x="3405537" y="147885"/>
                </a:moveTo>
                <a:lnTo>
                  <a:pt x="3767929" y="236226"/>
                </a:lnTo>
                <a:lnTo>
                  <a:pt x="3622733" y="486"/>
                </a:lnTo>
                <a:close/>
                <a:moveTo>
                  <a:pt x="2825947" y="206941"/>
                </a:moveTo>
                <a:lnTo>
                  <a:pt x="2608750" y="354340"/>
                </a:lnTo>
                <a:lnTo>
                  <a:pt x="3188340" y="295283"/>
                </a:lnTo>
                <a:close/>
                <a:moveTo>
                  <a:pt x="2825947" y="206941"/>
                </a:moveTo>
                <a:lnTo>
                  <a:pt x="2463554" y="118599"/>
                </a:lnTo>
                <a:lnTo>
                  <a:pt x="2608750" y="354340"/>
                </a:lnTo>
                <a:close/>
                <a:moveTo>
                  <a:pt x="2825947" y="206941"/>
                </a:moveTo>
                <a:lnTo>
                  <a:pt x="3043144" y="59543"/>
                </a:lnTo>
                <a:lnTo>
                  <a:pt x="2463554" y="118599"/>
                </a:lnTo>
                <a:close/>
                <a:moveTo>
                  <a:pt x="2825947" y="206941"/>
                </a:moveTo>
                <a:lnTo>
                  <a:pt x="3188340" y="295283"/>
                </a:lnTo>
                <a:lnTo>
                  <a:pt x="3043144" y="59543"/>
                </a:lnTo>
                <a:close/>
                <a:moveTo>
                  <a:pt x="2246358" y="265998"/>
                </a:moveTo>
                <a:lnTo>
                  <a:pt x="1883965" y="177656"/>
                </a:lnTo>
                <a:lnTo>
                  <a:pt x="2029161" y="413396"/>
                </a:lnTo>
                <a:close/>
                <a:moveTo>
                  <a:pt x="2246358" y="265998"/>
                </a:moveTo>
                <a:lnTo>
                  <a:pt x="2463554" y="118599"/>
                </a:lnTo>
                <a:lnTo>
                  <a:pt x="1883965" y="177656"/>
                </a:lnTo>
                <a:close/>
                <a:moveTo>
                  <a:pt x="2246358" y="265998"/>
                </a:moveTo>
                <a:lnTo>
                  <a:pt x="2608750" y="354340"/>
                </a:lnTo>
                <a:lnTo>
                  <a:pt x="2463554" y="118599"/>
                </a:lnTo>
                <a:close/>
                <a:moveTo>
                  <a:pt x="1666768" y="325054"/>
                </a:moveTo>
                <a:lnTo>
                  <a:pt x="1883965" y="177656"/>
                </a:lnTo>
                <a:lnTo>
                  <a:pt x="1304375" y="236712"/>
                </a:lnTo>
                <a:close/>
                <a:moveTo>
                  <a:pt x="1666768" y="325054"/>
                </a:moveTo>
                <a:lnTo>
                  <a:pt x="2029161" y="413396"/>
                </a:lnTo>
                <a:lnTo>
                  <a:pt x="1883965" y="177656"/>
                </a:lnTo>
                <a:close/>
                <a:moveTo>
                  <a:pt x="1087179" y="384111"/>
                </a:moveTo>
                <a:lnTo>
                  <a:pt x="1304375" y="236712"/>
                </a:lnTo>
                <a:lnTo>
                  <a:pt x="724786" y="295769"/>
                </a:lnTo>
                <a:close/>
                <a:moveTo>
                  <a:pt x="2101161" y="30257"/>
                </a:moveTo>
                <a:lnTo>
                  <a:pt x="1883965" y="177656"/>
                </a:lnTo>
                <a:lnTo>
                  <a:pt x="2463554" y="118599"/>
                </a:lnTo>
                <a:close/>
                <a:moveTo>
                  <a:pt x="1521572" y="89314"/>
                </a:moveTo>
                <a:lnTo>
                  <a:pt x="1304375" y="236712"/>
                </a:lnTo>
                <a:lnTo>
                  <a:pt x="1883965" y="177656"/>
                </a:lnTo>
                <a:close/>
                <a:moveTo>
                  <a:pt x="1521572" y="89314"/>
                </a:moveTo>
                <a:lnTo>
                  <a:pt x="1159179" y="972"/>
                </a:lnTo>
                <a:lnTo>
                  <a:pt x="1304375" y="236712"/>
                </a:lnTo>
                <a:close/>
                <a:moveTo>
                  <a:pt x="941982" y="148371"/>
                </a:moveTo>
                <a:lnTo>
                  <a:pt x="724786" y="295769"/>
                </a:lnTo>
                <a:lnTo>
                  <a:pt x="1304375" y="236712"/>
                </a:lnTo>
                <a:close/>
                <a:moveTo>
                  <a:pt x="941982" y="148371"/>
                </a:moveTo>
                <a:lnTo>
                  <a:pt x="579590" y="60029"/>
                </a:lnTo>
                <a:lnTo>
                  <a:pt x="724786" y="295769"/>
                </a:lnTo>
                <a:close/>
                <a:moveTo>
                  <a:pt x="941982" y="148371"/>
                </a:moveTo>
                <a:lnTo>
                  <a:pt x="1304375" y="236712"/>
                </a:lnTo>
                <a:lnTo>
                  <a:pt x="1159179" y="972"/>
                </a:lnTo>
                <a:close/>
                <a:moveTo>
                  <a:pt x="362393" y="207427"/>
                </a:moveTo>
                <a:lnTo>
                  <a:pt x="145196" y="354826"/>
                </a:lnTo>
                <a:lnTo>
                  <a:pt x="724786" y="295769"/>
                </a:lnTo>
                <a:close/>
                <a:moveTo>
                  <a:pt x="362393" y="207427"/>
                </a:moveTo>
                <a:lnTo>
                  <a:pt x="0" y="119085"/>
                </a:lnTo>
                <a:lnTo>
                  <a:pt x="145196" y="354826"/>
                </a:lnTo>
                <a:close/>
                <a:moveTo>
                  <a:pt x="362393" y="207427"/>
                </a:moveTo>
                <a:lnTo>
                  <a:pt x="579590" y="60029"/>
                </a:lnTo>
                <a:lnTo>
                  <a:pt x="0" y="119085"/>
                </a:lnTo>
                <a:close/>
                <a:moveTo>
                  <a:pt x="362393" y="207427"/>
                </a:moveTo>
                <a:lnTo>
                  <a:pt x="724786" y="295769"/>
                </a:lnTo>
                <a:lnTo>
                  <a:pt x="579590" y="60029"/>
                </a:lnTo>
                <a:close/>
              </a:path>
            </a:pathLst>
          </a:custGeom>
          <a:solidFill>
            <a:srgbClr val="F2F2F2">
              <a:alpha val="100000"/>
            </a:srgbClr>
          </a:solidFill>
          <a:ln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76" name="PANEL_01-slope-1-200_53">
            <a:extLst>
              <a:ext uri="{FF2B5EF4-FFF2-40B4-BE49-F238E27FC236}">
                <a16:creationId xmlns:a16="http://schemas.microsoft.com/office/drawing/2014/main" id="{063BDAC8-F5B3-4A61-894D-9409B1DDA1DF}"/>
              </a:ext>
            </a:extLst>
          </p:cNvPr>
          <p:cNvSpPr>
            <a:spLocks/>
          </p:cNvSpPr>
          <p:nvPr/>
        </p:nvSpPr>
        <p:spPr>
          <a:xfrm>
            <a:off x="136924" y="3597814"/>
            <a:ext cx="2660040" cy="1645889"/>
          </a:xfrm>
          <a:custGeom>
            <a:pathLst>
              <a:path w="2792693" h="1727968">
                <a:moveTo>
                  <a:pt x="2792693" y="1684896"/>
                </a:moveTo>
                <a:lnTo>
                  <a:pt x="2430300" y="1433690"/>
                </a:lnTo>
                <a:lnTo>
                  <a:pt x="2575497" y="1727968"/>
                </a:lnTo>
                <a:close/>
                <a:moveTo>
                  <a:pt x="2213104" y="1455628"/>
                </a:moveTo>
                <a:lnTo>
                  <a:pt x="1995907" y="1505399"/>
                </a:lnTo>
                <a:lnTo>
                  <a:pt x="2575497" y="1727968"/>
                </a:lnTo>
                <a:close/>
                <a:moveTo>
                  <a:pt x="2213104" y="1455628"/>
                </a:moveTo>
                <a:lnTo>
                  <a:pt x="1850711" y="1195136"/>
                </a:lnTo>
                <a:lnTo>
                  <a:pt x="1995907" y="1505399"/>
                </a:lnTo>
                <a:close/>
                <a:moveTo>
                  <a:pt x="2213104" y="1455628"/>
                </a:moveTo>
                <a:lnTo>
                  <a:pt x="2430300" y="1433690"/>
                </a:lnTo>
                <a:lnTo>
                  <a:pt x="1850711" y="1195136"/>
                </a:lnTo>
                <a:close/>
                <a:moveTo>
                  <a:pt x="2213104" y="1455628"/>
                </a:moveTo>
                <a:lnTo>
                  <a:pt x="2575497" y="1727968"/>
                </a:lnTo>
                <a:lnTo>
                  <a:pt x="2430300" y="1433690"/>
                </a:lnTo>
                <a:close/>
                <a:moveTo>
                  <a:pt x="1633514" y="1255505"/>
                </a:moveTo>
                <a:lnTo>
                  <a:pt x="1850711" y="1195136"/>
                </a:lnTo>
                <a:lnTo>
                  <a:pt x="1271121" y="961355"/>
                </a:lnTo>
                <a:close/>
                <a:moveTo>
                  <a:pt x="1488318" y="893683"/>
                </a:moveTo>
                <a:lnTo>
                  <a:pt x="1271121" y="961355"/>
                </a:lnTo>
                <a:lnTo>
                  <a:pt x="1850711" y="1195136"/>
                </a:lnTo>
                <a:close/>
                <a:moveTo>
                  <a:pt x="1488318" y="893683"/>
                </a:moveTo>
                <a:lnTo>
                  <a:pt x="1125925" y="640062"/>
                </a:lnTo>
                <a:lnTo>
                  <a:pt x="1271121" y="961355"/>
                </a:lnTo>
                <a:close/>
                <a:moveTo>
                  <a:pt x="908728" y="653050"/>
                </a:moveTo>
                <a:lnTo>
                  <a:pt x="546336" y="384683"/>
                </a:lnTo>
                <a:lnTo>
                  <a:pt x="691532" y="727076"/>
                </a:lnTo>
                <a:close/>
                <a:moveTo>
                  <a:pt x="908728" y="653050"/>
                </a:moveTo>
                <a:lnTo>
                  <a:pt x="1125925" y="640062"/>
                </a:lnTo>
                <a:lnTo>
                  <a:pt x="546336" y="384683"/>
                </a:lnTo>
                <a:close/>
                <a:moveTo>
                  <a:pt x="908728" y="653050"/>
                </a:moveTo>
                <a:lnTo>
                  <a:pt x="1271121" y="961355"/>
                </a:lnTo>
                <a:lnTo>
                  <a:pt x="1125925" y="640062"/>
                </a:lnTo>
                <a:close/>
                <a:moveTo>
                  <a:pt x="0" y="155729"/>
                </a:moveTo>
                <a:lnTo>
                  <a:pt x="329139" y="409966"/>
                </a:lnTo>
                <a:lnTo>
                  <a:pt x="546336" y="384683"/>
                </a:lnTo>
                <a:lnTo>
                  <a:pt x="0" y="144653"/>
                </a:lnTo>
                <a:close/>
                <a:moveTo>
                  <a:pt x="329139" y="409966"/>
                </a:moveTo>
                <a:lnTo>
                  <a:pt x="691532" y="727076"/>
                </a:lnTo>
                <a:lnTo>
                  <a:pt x="546336" y="384683"/>
                </a:lnTo>
                <a:close/>
                <a:moveTo>
                  <a:pt x="183943" y="101430"/>
                </a:moveTo>
                <a:lnTo>
                  <a:pt x="0" y="125662"/>
                </a:lnTo>
                <a:lnTo>
                  <a:pt x="0" y="144653"/>
                </a:lnTo>
                <a:lnTo>
                  <a:pt x="546336" y="384683"/>
                </a:lnTo>
                <a:close/>
                <a:moveTo>
                  <a:pt x="0" y="125662"/>
                </a:moveTo>
                <a:lnTo>
                  <a:pt x="183943" y="101430"/>
                </a:lnTo>
                <a:lnTo>
                  <a:pt x="0" y="0"/>
                </a:lnTo>
                <a:close/>
              </a:path>
            </a:pathLst>
          </a:custGeom>
          <a:solidFill>
            <a:srgbClr val="E4E4E4">
              <a:alpha val="100000"/>
            </a:srgbClr>
          </a:solidFill>
          <a:ln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77" name="PANEL_01-slope-1-204_54">
            <a:extLst>
              <a:ext uri="{FF2B5EF4-FFF2-40B4-BE49-F238E27FC236}">
                <a16:creationId xmlns:a16="http://schemas.microsoft.com/office/drawing/2014/main" id="{3766BDEC-E40D-448D-A532-EA934D63C5E8}"/>
              </a:ext>
            </a:extLst>
          </p:cNvPr>
          <p:cNvSpPr>
            <a:spLocks/>
          </p:cNvSpPr>
          <p:nvPr/>
        </p:nvSpPr>
        <p:spPr>
          <a:xfrm>
            <a:off x="795608" y="4219845"/>
            <a:ext cx="2346535" cy="1282250"/>
          </a:xfrm>
          <a:custGeom>
            <a:pathLst>
              <a:path w="2463554" h="1346195">
                <a:moveTo>
                  <a:pt x="2246358" y="1346195"/>
                </a:moveTo>
                <a:lnTo>
                  <a:pt x="2463554" y="1266124"/>
                </a:lnTo>
                <a:lnTo>
                  <a:pt x="1883965" y="1074917"/>
                </a:lnTo>
                <a:close/>
                <a:moveTo>
                  <a:pt x="2101161" y="1031846"/>
                </a:moveTo>
                <a:lnTo>
                  <a:pt x="1883965" y="1074917"/>
                </a:lnTo>
                <a:lnTo>
                  <a:pt x="2463554" y="1266124"/>
                </a:lnTo>
                <a:close/>
                <a:moveTo>
                  <a:pt x="941982" y="602455"/>
                </a:moveTo>
                <a:lnTo>
                  <a:pt x="1304375" y="852349"/>
                </a:lnTo>
                <a:lnTo>
                  <a:pt x="1159179" y="542085"/>
                </a:lnTo>
                <a:close/>
                <a:moveTo>
                  <a:pt x="217197" y="0"/>
                </a:moveTo>
                <a:lnTo>
                  <a:pt x="0" y="74025"/>
                </a:lnTo>
                <a:lnTo>
                  <a:pt x="579590" y="308304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78" name="PANEL_01-slope-1-208_55">
            <a:extLst>
              <a:ext uri="{FF2B5EF4-FFF2-40B4-BE49-F238E27FC236}">
                <a16:creationId xmlns:a16="http://schemas.microsoft.com/office/drawing/2014/main" id="{E395CFBD-06DB-47E4-B152-82EA7C64C690}"/>
              </a:ext>
            </a:extLst>
          </p:cNvPr>
          <p:cNvSpPr>
            <a:spLocks/>
          </p:cNvSpPr>
          <p:nvPr/>
        </p:nvSpPr>
        <p:spPr>
          <a:xfrm>
            <a:off x="2935264" y="5425828"/>
            <a:ext cx="1449297" cy="475621"/>
          </a:xfrm>
          <a:custGeom>
            <a:pathLst>
              <a:path w="1521572" h="499340">
                <a:moveTo>
                  <a:pt x="1304375" y="486322"/>
                </a:moveTo>
                <a:lnTo>
                  <a:pt x="1521572" y="499340"/>
                </a:lnTo>
                <a:lnTo>
                  <a:pt x="941982" y="347054"/>
                </a:lnTo>
                <a:close/>
                <a:moveTo>
                  <a:pt x="579590" y="204430"/>
                </a:moveTo>
                <a:lnTo>
                  <a:pt x="217197" y="0"/>
                </a:lnTo>
                <a:lnTo>
                  <a:pt x="362393" y="268672"/>
                </a:lnTo>
                <a:close/>
                <a:moveTo>
                  <a:pt x="0" y="80071"/>
                </a:moveTo>
                <a:lnTo>
                  <a:pt x="362393" y="268672"/>
                </a:lnTo>
                <a:lnTo>
                  <a:pt x="217197" y="0"/>
                </a:lnTo>
                <a:close/>
              </a:path>
            </a:pathLst>
          </a:custGeom>
          <a:solidFill>
            <a:srgbClr val="E8E8E8">
              <a:alpha val="100000"/>
            </a:srgbClr>
          </a:solidFill>
          <a:ln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79" name="PANEL_01-slope-1-212_56">
            <a:extLst>
              <a:ext uri="{FF2B5EF4-FFF2-40B4-BE49-F238E27FC236}">
                <a16:creationId xmlns:a16="http://schemas.microsoft.com/office/drawing/2014/main" id="{74CC7CAC-37A4-4055-AABC-DBBB52F2422C}"/>
              </a:ext>
            </a:extLst>
          </p:cNvPr>
          <p:cNvSpPr>
            <a:spLocks/>
          </p:cNvSpPr>
          <p:nvPr/>
        </p:nvSpPr>
        <p:spPr>
          <a:xfrm>
            <a:off x="3142144" y="5425828"/>
            <a:ext cx="1242417" cy="475621"/>
          </a:xfrm>
          <a:custGeom>
            <a:pathLst>
              <a:path w="1304375" h="499340">
                <a:moveTo>
                  <a:pt x="941982" y="247134"/>
                </a:moveTo>
                <a:lnTo>
                  <a:pt x="724786" y="347054"/>
                </a:lnTo>
                <a:lnTo>
                  <a:pt x="1304375" y="499340"/>
                </a:lnTo>
                <a:close/>
                <a:moveTo>
                  <a:pt x="941982" y="247134"/>
                </a:moveTo>
                <a:lnTo>
                  <a:pt x="579590" y="110541"/>
                </a:lnTo>
                <a:lnTo>
                  <a:pt x="724786" y="347054"/>
                </a:lnTo>
                <a:close/>
                <a:moveTo>
                  <a:pt x="362393" y="204430"/>
                </a:moveTo>
                <a:lnTo>
                  <a:pt x="145196" y="268672"/>
                </a:lnTo>
                <a:lnTo>
                  <a:pt x="724786" y="347054"/>
                </a:lnTo>
                <a:close/>
                <a:moveTo>
                  <a:pt x="362393" y="204430"/>
                </a:moveTo>
                <a:lnTo>
                  <a:pt x="579590" y="110541"/>
                </a:lnTo>
                <a:lnTo>
                  <a:pt x="0" y="0"/>
                </a:lnTo>
                <a:close/>
                <a:moveTo>
                  <a:pt x="362393" y="204430"/>
                </a:moveTo>
                <a:lnTo>
                  <a:pt x="724786" y="347054"/>
                </a:lnTo>
                <a:lnTo>
                  <a:pt x="579590" y="110541"/>
                </a:lnTo>
                <a:close/>
              </a:path>
            </a:pathLst>
          </a:custGeom>
          <a:solidFill>
            <a:srgbClr val="E9E9E9">
              <a:alpha val="100000"/>
            </a:srgbClr>
          </a:solidFill>
          <a:ln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80" name="PANEL_01-slope-1-216_57">
            <a:extLst>
              <a:ext uri="{FF2B5EF4-FFF2-40B4-BE49-F238E27FC236}">
                <a16:creationId xmlns:a16="http://schemas.microsoft.com/office/drawing/2014/main" id="{FAD86C3E-53B9-430C-98CE-BD55109FCFA8}"/>
              </a:ext>
            </a:extLst>
          </p:cNvPr>
          <p:cNvSpPr>
            <a:spLocks/>
          </p:cNvSpPr>
          <p:nvPr/>
        </p:nvSpPr>
        <p:spPr>
          <a:xfrm>
            <a:off x="4039382" y="5543846"/>
            <a:ext cx="345179" cy="357603"/>
          </a:xfrm>
          <a:custGeom>
            <a:pathLst>
              <a:path w="362393" h="375436">
                <a:moveTo>
                  <a:pt x="0" y="123230"/>
                </a:moveTo>
                <a:lnTo>
                  <a:pt x="362393" y="375436"/>
                </a:lnTo>
                <a:lnTo>
                  <a:pt x="217197" y="0"/>
                </a:lnTo>
                <a:close/>
              </a:path>
            </a:pathLst>
          </a:custGeom>
          <a:solidFill>
            <a:srgbClr val="EAEAEA">
              <a:alpha val="100000"/>
            </a:srgbClr>
          </a:solidFill>
          <a:ln w="1143">
            <a:solidFill>
              <a:srgbClr val="EAEAEA">
                <a:alpha val="100000"/>
              </a:srgbClr>
            </a:solidFill>
            <a:prstDash val="solid"/>
          </a:ln>
        </p:spPr>
      </p:sp>
      <p:sp>
        <p:nvSpPr>
          <p:cNvPr id="81" name="PANEL_01-slope-1-224_58">
            <a:extLst>
              <a:ext uri="{FF2B5EF4-FFF2-40B4-BE49-F238E27FC236}">
                <a16:creationId xmlns:a16="http://schemas.microsoft.com/office/drawing/2014/main" id="{B582C6FF-00EF-4D16-92ED-F57E724324C0}"/>
              </a:ext>
            </a:extLst>
          </p:cNvPr>
          <p:cNvSpPr>
            <a:spLocks/>
          </p:cNvSpPr>
          <p:nvPr/>
        </p:nvSpPr>
        <p:spPr>
          <a:xfrm>
            <a:off x="4384561" y="5626203"/>
            <a:ext cx="552059" cy="275246"/>
          </a:xfrm>
          <a:custGeom>
            <a:pathLst>
              <a:path w="579590" h="288972">
                <a:moveTo>
                  <a:pt x="217197" y="0"/>
                </a:moveTo>
                <a:lnTo>
                  <a:pt x="0" y="288972"/>
                </a:lnTo>
                <a:lnTo>
                  <a:pt x="579590" y="229915"/>
                </a:lnTo>
                <a:close/>
              </a:path>
            </a:pathLst>
          </a:custGeom>
          <a:solidFill>
            <a:srgbClr val="EDEDED">
              <a:alpha val="100000"/>
            </a:srgbClr>
          </a:solidFill>
          <a:ln w="1143">
            <a:solidFill>
              <a:srgbClr val="EDEDED">
                <a:alpha val="100000"/>
              </a:srgbClr>
            </a:solidFill>
            <a:prstDash val="solid"/>
          </a:ln>
        </p:spPr>
      </p:sp>
      <p:sp>
        <p:nvSpPr>
          <p:cNvPr id="83" name="PANEL_01-water-1-236_59">
            <a:extLst>
              <a:ext uri="{FF2B5EF4-FFF2-40B4-BE49-F238E27FC236}">
                <a16:creationId xmlns:a16="http://schemas.microsoft.com/office/drawing/2014/main" id="{C2C3D92C-51EE-413C-A07B-7FA368E66C35}"/>
              </a:ext>
            </a:extLst>
          </p:cNvPr>
          <p:cNvSpPr>
            <a:spLocks/>
          </p:cNvSpPr>
          <p:nvPr/>
        </p:nvSpPr>
        <p:spPr>
          <a:xfrm>
            <a:off x="4384561" y="5731769"/>
            <a:ext cx="6565615" cy="394223"/>
          </a:xfrm>
          <a:custGeom>
            <a:pathLst>
              <a:path w="6893034" h="413882">
                <a:moveTo>
                  <a:pt x="6893034" y="255720"/>
                </a:moveTo>
                <a:lnTo>
                  <a:pt x="6893034" y="227389"/>
                </a:lnTo>
                <a:lnTo>
                  <a:pt x="6811073" y="235740"/>
                </a:lnTo>
                <a:close/>
                <a:moveTo>
                  <a:pt x="6893034" y="180119"/>
                </a:moveTo>
                <a:lnTo>
                  <a:pt x="6811073" y="235740"/>
                </a:lnTo>
                <a:lnTo>
                  <a:pt x="6893034" y="227389"/>
                </a:lnTo>
                <a:close/>
                <a:moveTo>
                  <a:pt x="6893034" y="180119"/>
                </a:moveTo>
                <a:lnTo>
                  <a:pt x="6893034" y="55375"/>
                </a:lnTo>
                <a:lnTo>
                  <a:pt x="6665877" y="0"/>
                </a:lnTo>
                <a:lnTo>
                  <a:pt x="6811073" y="235740"/>
                </a:lnTo>
                <a:close/>
                <a:moveTo>
                  <a:pt x="6448680" y="147398"/>
                </a:moveTo>
                <a:lnTo>
                  <a:pt x="6231484" y="294797"/>
                </a:lnTo>
                <a:lnTo>
                  <a:pt x="6811073" y="235740"/>
                </a:lnTo>
                <a:close/>
                <a:moveTo>
                  <a:pt x="6448680" y="147398"/>
                </a:moveTo>
                <a:lnTo>
                  <a:pt x="6086288" y="59057"/>
                </a:lnTo>
                <a:lnTo>
                  <a:pt x="6231484" y="294797"/>
                </a:lnTo>
                <a:close/>
                <a:moveTo>
                  <a:pt x="6448680" y="147398"/>
                </a:moveTo>
                <a:lnTo>
                  <a:pt x="6811073" y="235740"/>
                </a:lnTo>
                <a:lnTo>
                  <a:pt x="6665877" y="0"/>
                </a:lnTo>
                <a:close/>
                <a:moveTo>
                  <a:pt x="5869091" y="206455"/>
                </a:moveTo>
                <a:lnTo>
                  <a:pt x="5651894" y="353853"/>
                </a:lnTo>
                <a:lnTo>
                  <a:pt x="6231484" y="294797"/>
                </a:lnTo>
                <a:close/>
                <a:moveTo>
                  <a:pt x="5869091" y="206455"/>
                </a:moveTo>
                <a:lnTo>
                  <a:pt x="5506698" y="118113"/>
                </a:lnTo>
                <a:lnTo>
                  <a:pt x="5651894" y="353853"/>
                </a:lnTo>
                <a:close/>
                <a:moveTo>
                  <a:pt x="5869091" y="206455"/>
                </a:moveTo>
                <a:lnTo>
                  <a:pt x="6086288" y="59057"/>
                </a:lnTo>
                <a:lnTo>
                  <a:pt x="5506698" y="118113"/>
                </a:lnTo>
                <a:close/>
                <a:moveTo>
                  <a:pt x="5869091" y="206455"/>
                </a:moveTo>
                <a:lnTo>
                  <a:pt x="6231484" y="294797"/>
                </a:lnTo>
                <a:lnTo>
                  <a:pt x="6086288" y="59057"/>
                </a:lnTo>
                <a:close/>
                <a:moveTo>
                  <a:pt x="5289501" y="265512"/>
                </a:moveTo>
                <a:lnTo>
                  <a:pt x="4927109" y="177170"/>
                </a:lnTo>
                <a:lnTo>
                  <a:pt x="5072305" y="412910"/>
                </a:lnTo>
                <a:close/>
                <a:moveTo>
                  <a:pt x="5289501" y="265512"/>
                </a:moveTo>
                <a:lnTo>
                  <a:pt x="5506698" y="118113"/>
                </a:lnTo>
                <a:lnTo>
                  <a:pt x="4927109" y="177170"/>
                </a:lnTo>
                <a:close/>
                <a:moveTo>
                  <a:pt x="5289501" y="265512"/>
                </a:moveTo>
                <a:lnTo>
                  <a:pt x="5651894" y="353853"/>
                </a:lnTo>
                <a:lnTo>
                  <a:pt x="5506698" y="118113"/>
                </a:lnTo>
                <a:close/>
                <a:moveTo>
                  <a:pt x="4709912" y="324568"/>
                </a:moveTo>
                <a:lnTo>
                  <a:pt x="4927109" y="177170"/>
                </a:lnTo>
                <a:lnTo>
                  <a:pt x="4347519" y="236226"/>
                </a:lnTo>
                <a:close/>
                <a:moveTo>
                  <a:pt x="5144305" y="29771"/>
                </a:moveTo>
                <a:lnTo>
                  <a:pt x="4927109" y="177170"/>
                </a:lnTo>
                <a:lnTo>
                  <a:pt x="5506698" y="118113"/>
                </a:lnTo>
                <a:close/>
                <a:moveTo>
                  <a:pt x="4564716" y="88828"/>
                </a:moveTo>
                <a:lnTo>
                  <a:pt x="4347519" y="236226"/>
                </a:lnTo>
                <a:lnTo>
                  <a:pt x="4927109" y="177170"/>
                </a:lnTo>
                <a:close/>
                <a:moveTo>
                  <a:pt x="4564716" y="88828"/>
                </a:moveTo>
                <a:lnTo>
                  <a:pt x="4202323" y="486"/>
                </a:lnTo>
                <a:lnTo>
                  <a:pt x="4347519" y="236226"/>
                </a:lnTo>
                <a:close/>
                <a:moveTo>
                  <a:pt x="3985126" y="147885"/>
                </a:moveTo>
                <a:lnTo>
                  <a:pt x="3767929" y="295283"/>
                </a:lnTo>
                <a:lnTo>
                  <a:pt x="4347519" y="236226"/>
                </a:lnTo>
                <a:close/>
                <a:moveTo>
                  <a:pt x="3985126" y="147885"/>
                </a:moveTo>
                <a:lnTo>
                  <a:pt x="3622733" y="59543"/>
                </a:lnTo>
                <a:lnTo>
                  <a:pt x="3767929" y="295283"/>
                </a:lnTo>
                <a:close/>
                <a:moveTo>
                  <a:pt x="3985126" y="147885"/>
                </a:moveTo>
                <a:lnTo>
                  <a:pt x="4347519" y="236226"/>
                </a:lnTo>
                <a:lnTo>
                  <a:pt x="4202323" y="486"/>
                </a:lnTo>
                <a:close/>
                <a:moveTo>
                  <a:pt x="3405537" y="206941"/>
                </a:moveTo>
                <a:lnTo>
                  <a:pt x="3188340" y="354340"/>
                </a:lnTo>
                <a:lnTo>
                  <a:pt x="3767929" y="295283"/>
                </a:lnTo>
                <a:close/>
                <a:moveTo>
                  <a:pt x="3405537" y="206941"/>
                </a:moveTo>
                <a:lnTo>
                  <a:pt x="3043144" y="118599"/>
                </a:lnTo>
                <a:lnTo>
                  <a:pt x="3188340" y="354340"/>
                </a:lnTo>
                <a:close/>
                <a:moveTo>
                  <a:pt x="3405537" y="206941"/>
                </a:moveTo>
                <a:lnTo>
                  <a:pt x="3622733" y="59543"/>
                </a:lnTo>
                <a:lnTo>
                  <a:pt x="3043144" y="118599"/>
                </a:lnTo>
                <a:close/>
                <a:moveTo>
                  <a:pt x="3405537" y="206941"/>
                </a:moveTo>
                <a:lnTo>
                  <a:pt x="3767929" y="295283"/>
                </a:lnTo>
                <a:lnTo>
                  <a:pt x="3622733" y="59543"/>
                </a:lnTo>
                <a:close/>
                <a:moveTo>
                  <a:pt x="2825947" y="265998"/>
                </a:moveTo>
                <a:lnTo>
                  <a:pt x="2463554" y="177656"/>
                </a:lnTo>
                <a:lnTo>
                  <a:pt x="2608750" y="413396"/>
                </a:lnTo>
                <a:close/>
                <a:moveTo>
                  <a:pt x="2825947" y="265998"/>
                </a:moveTo>
                <a:lnTo>
                  <a:pt x="3043144" y="118599"/>
                </a:lnTo>
                <a:lnTo>
                  <a:pt x="2463554" y="177656"/>
                </a:lnTo>
                <a:close/>
                <a:moveTo>
                  <a:pt x="2825947" y="265998"/>
                </a:moveTo>
                <a:lnTo>
                  <a:pt x="3188340" y="354340"/>
                </a:lnTo>
                <a:lnTo>
                  <a:pt x="3043144" y="118599"/>
                </a:lnTo>
                <a:close/>
                <a:moveTo>
                  <a:pt x="2246358" y="325054"/>
                </a:moveTo>
                <a:lnTo>
                  <a:pt x="2463554" y="177656"/>
                </a:lnTo>
                <a:lnTo>
                  <a:pt x="1883965" y="236712"/>
                </a:lnTo>
                <a:close/>
                <a:moveTo>
                  <a:pt x="2680751" y="30257"/>
                </a:moveTo>
                <a:lnTo>
                  <a:pt x="2463554" y="177656"/>
                </a:lnTo>
                <a:lnTo>
                  <a:pt x="3043144" y="118599"/>
                </a:lnTo>
                <a:close/>
                <a:moveTo>
                  <a:pt x="2101161" y="89314"/>
                </a:moveTo>
                <a:lnTo>
                  <a:pt x="1883965" y="236712"/>
                </a:lnTo>
                <a:lnTo>
                  <a:pt x="2463554" y="177656"/>
                </a:lnTo>
                <a:close/>
                <a:moveTo>
                  <a:pt x="2101161" y="89314"/>
                </a:moveTo>
                <a:lnTo>
                  <a:pt x="1738769" y="972"/>
                </a:lnTo>
                <a:lnTo>
                  <a:pt x="1883965" y="236712"/>
                </a:lnTo>
                <a:close/>
                <a:moveTo>
                  <a:pt x="1521572" y="148371"/>
                </a:moveTo>
                <a:lnTo>
                  <a:pt x="1304375" y="295769"/>
                </a:lnTo>
                <a:lnTo>
                  <a:pt x="1883965" y="236712"/>
                </a:lnTo>
                <a:close/>
                <a:moveTo>
                  <a:pt x="1521572" y="148371"/>
                </a:moveTo>
                <a:lnTo>
                  <a:pt x="1159179" y="60029"/>
                </a:lnTo>
                <a:lnTo>
                  <a:pt x="1304375" y="295769"/>
                </a:lnTo>
                <a:close/>
                <a:moveTo>
                  <a:pt x="1521572" y="148371"/>
                </a:moveTo>
                <a:lnTo>
                  <a:pt x="1883965" y="236712"/>
                </a:lnTo>
                <a:lnTo>
                  <a:pt x="1738769" y="972"/>
                </a:lnTo>
                <a:close/>
                <a:moveTo>
                  <a:pt x="941982" y="207427"/>
                </a:moveTo>
                <a:lnTo>
                  <a:pt x="724786" y="354826"/>
                </a:lnTo>
                <a:lnTo>
                  <a:pt x="1304375" y="295769"/>
                </a:lnTo>
                <a:close/>
                <a:moveTo>
                  <a:pt x="941982" y="207427"/>
                </a:moveTo>
                <a:lnTo>
                  <a:pt x="579590" y="119085"/>
                </a:lnTo>
                <a:lnTo>
                  <a:pt x="724786" y="354826"/>
                </a:lnTo>
                <a:close/>
                <a:moveTo>
                  <a:pt x="941982" y="207427"/>
                </a:moveTo>
                <a:lnTo>
                  <a:pt x="1159179" y="60029"/>
                </a:lnTo>
                <a:lnTo>
                  <a:pt x="579590" y="119085"/>
                </a:lnTo>
                <a:close/>
                <a:moveTo>
                  <a:pt x="941982" y="207427"/>
                </a:moveTo>
                <a:lnTo>
                  <a:pt x="1304375" y="295769"/>
                </a:lnTo>
                <a:lnTo>
                  <a:pt x="1159179" y="60029"/>
                </a:lnTo>
                <a:close/>
                <a:moveTo>
                  <a:pt x="362393" y="266484"/>
                </a:moveTo>
                <a:lnTo>
                  <a:pt x="0" y="178142"/>
                </a:lnTo>
                <a:lnTo>
                  <a:pt x="145196" y="413882"/>
                </a:lnTo>
                <a:close/>
                <a:moveTo>
                  <a:pt x="362393" y="266484"/>
                </a:moveTo>
                <a:lnTo>
                  <a:pt x="579590" y="119085"/>
                </a:lnTo>
                <a:lnTo>
                  <a:pt x="0" y="178142"/>
                </a:lnTo>
                <a:close/>
                <a:moveTo>
                  <a:pt x="362393" y="266484"/>
                </a:moveTo>
                <a:lnTo>
                  <a:pt x="724786" y="354826"/>
                </a:lnTo>
                <a:lnTo>
                  <a:pt x="579590" y="119085"/>
                </a:lnTo>
                <a:close/>
              </a:path>
            </a:pathLst>
          </a:custGeom>
          <a:solidFill>
            <a:srgbClr val="F2F2F2">
              <a:alpha val="100000"/>
            </a:srgbClr>
          </a:solidFill>
          <a:ln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85" name="PANEL_01-slope-2-200_60">
            <a:extLst>
              <a:ext uri="{FF2B5EF4-FFF2-40B4-BE49-F238E27FC236}">
                <a16:creationId xmlns:a16="http://schemas.microsoft.com/office/drawing/2014/main" id="{5B9A57F2-685C-4DA7-947E-0B2DBB1E205C}"/>
              </a:ext>
            </a:extLst>
          </p:cNvPr>
          <p:cNvSpPr>
            <a:spLocks/>
          </p:cNvSpPr>
          <p:nvPr/>
        </p:nvSpPr>
        <p:spPr>
          <a:xfrm>
            <a:off x="136924" y="3800621"/>
            <a:ext cx="1555922" cy="1032604"/>
          </a:xfrm>
          <a:custGeom>
            <a:pathLst>
              <a:path w="1633514" h="1084099">
                <a:moveTo>
                  <a:pt x="1633514" y="1042584"/>
                </a:moveTo>
                <a:lnTo>
                  <a:pt x="1271121" y="748434"/>
                </a:lnTo>
                <a:lnTo>
                  <a:pt x="1416317" y="1084099"/>
                </a:lnTo>
                <a:close/>
                <a:moveTo>
                  <a:pt x="0" y="176828"/>
                </a:moveTo>
                <a:lnTo>
                  <a:pt x="111942" y="278992"/>
                </a:lnTo>
                <a:lnTo>
                  <a:pt x="0" y="0"/>
                </a:lnTo>
                <a:close/>
              </a:path>
            </a:pathLst>
          </a:custGeom>
          <a:solidFill>
            <a:srgbClr val="E4E4E4">
              <a:alpha val="100000"/>
            </a:srgbClr>
          </a:solidFill>
          <a:ln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86" name="PANEL_01-slope-2-204_61">
            <a:extLst>
              <a:ext uri="{FF2B5EF4-FFF2-40B4-BE49-F238E27FC236}">
                <a16:creationId xmlns:a16="http://schemas.microsoft.com/office/drawing/2014/main" id="{E2DF8703-84AD-4956-8364-EB4D859580B7}"/>
              </a:ext>
            </a:extLst>
          </p:cNvPr>
          <p:cNvSpPr>
            <a:spLocks/>
          </p:cNvSpPr>
          <p:nvPr/>
        </p:nvSpPr>
        <p:spPr>
          <a:xfrm>
            <a:off x="136924" y="3746146"/>
            <a:ext cx="3143519" cy="1935592"/>
          </a:xfrm>
          <a:custGeom>
            <a:pathLst>
              <a:path w="3300282" h="2032117">
                <a:moveTo>
                  <a:pt x="2937889" y="1843516"/>
                </a:moveTo>
                <a:lnTo>
                  <a:pt x="2720693" y="1876509"/>
                </a:lnTo>
                <a:lnTo>
                  <a:pt x="3300282" y="2032117"/>
                </a:lnTo>
                <a:close/>
                <a:moveTo>
                  <a:pt x="2937889" y="1843516"/>
                </a:moveTo>
                <a:lnTo>
                  <a:pt x="2575497" y="1572238"/>
                </a:lnTo>
                <a:lnTo>
                  <a:pt x="2720693" y="1876509"/>
                </a:lnTo>
                <a:close/>
                <a:moveTo>
                  <a:pt x="2358300" y="1616371"/>
                </a:moveTo>
                <a:lnTo>
                  <a:pt x="2141103" y="1670267"/>
                </a:lnTo>
                <a:lnTo>
                  <a:pt x="2720693" y="1876509"/>
                </a:lnTo>
                <a:close/>
                <a:moveTo>
                  <a:pt x="2358300" y="1616371"/>
                </a:moveTo>
                <a:lnTo>
                  <a:pt x="1995907" y="1349670"/>
                </a:lnTo>
                <a:lnTo>
                  <a:pt x="2141103" y="1670267"/>
                </a:lnTo>
                <a:close/>
                <a:moveTo>
                  <a:pt x="2358300" y="1616371"/>
                </a:moveTo>
                <a:lnTo>
                  <a:pt x="2575497" y="1572238"/>
                </a:lnTo>
                <a:lnTo>
                  <a:pt x="1995907" y="1349670"/>
                </a:lnTo>
                <a:close/>
                <a:moveTo>
                  <a:pt x="2358300" y="1616371"/>
                </a:moveTo>
                <a:lnTo>
                  <a:pt x="2720693" y="1876509"/>
                </a:lnTo>
                <a:lnTo>
                  <a:pt x="2575497" y="1572238"/>
                </a:lnTo>
                <a:close/>
                <a:moveTo>
                  <a:pt x="1778710" y="1382635"/>
                </a:moveTo>
                <a:lnTo>
                  <a:pt x="1995907" y="1349670"/>
                </a:lnTo>
                <a:lnTo>
                  <a:pt x="1416317" y="1141291"/>
                </a:lnTo>
                <a:close/>
                <a:moveTo>
                  <a:pt x="1778710" y="1382635"/>
                </a:moveTo>
                <a:lnTo>
                  <a:pt x="2141103" y="1670267"/>
                </a:lnTo>
                <a:lnTo>
                  <a:pt x="1995907" y="1349670"/>
                </a:lnTo>
                <a:close/>
                <a:moveTo>
                  <a:pt x="1633514" y="1099776"/>
                </a:moveTo>
                <a:lnTo>
                  <a:pt x="1416317" y="1141291"/>
                </a:lnTo>
                <a:lnTo>
                  <a:pt x="1995907" y="1349670"/>
                </a:lnTo>
                <a:close/>
                <a:moveTo>
                  <a:pt x="1053925" y="887451"/>
                </a:moveTo>
                <a:lnTo>
                  <a:pt x="836728" y="932043"/>
                </a:lnTo>
                <a:lnTo>
                  <a:pt x="1416317" y="1141291"/>
                </a:lnTo>
                <a:close/>
                <a:moveTo>
                  <a:pt x="1053925" y="887451"/>
                </a:moveTo>
                <a:lnTo>
                  <a:pt x="691532" y="571347"/>
                </a:lnTo>
                <a:lnTo>
                  <a:pt x="836728" y="932043"/>
                </a:lnTo>
                <a:close/>
                <a:moveTo>
                  <a:pt x="1053925" y="887451"/>
                </a:moveTo>
                <a:lnTo>
                  <a:pt x="1271121" y="805626"/>
                </a:lnTo>
                <a:lnTo>
                  <a:pt x="691532" y="571347"/>
                </a:lnTo>
                <a:close/>
                <a:moveTo>
                  <a:pt x="1053925" y="887451"/>
                </a:moveTo>
                <a:lnTo>
                  <a:pt x="1416317" y="1141291"/>
                </a:lnTo>
                <a:lnTo>
                  <a:pt x="1271121" y="805626"/>
                </a:lnTo>
                <a:close/>
                <a:moveTo>
                  <a:pt x="474335" y="646377"/>
                </a:moveTo>
                <a:lnTo>
                  <a:pt x="691532" y="571347"/>
                </a:lnTo>
                <a:lnTo>
                  <a:pt x="111942" y="336183"/>
                </a:lnTo>
                <a:close/>
                <a:moveTo>
                  <a:pt x="474335" y="646377"/>
                </a:moveTo>
                <a:lnTo>
                  <a:pt x="836728" y="932043"/>
                </a:lnTo>
                <a:lnTo>
                  <a:pt x="691532" y="571347"/>
                </a:lnTo>
                <a:close/>
                <a:moveTo>
                  <a:pt x="329139" y="254237"/>
                </a:moveTo>
                <a:lnTo>
                  <a:pt x="111942" y="336183"/>
                </a:lnTo>
                <a:lnTo>
                  <a:pt x="691532" y="571347"/>
                </a:lnTo>
                <a:close/>
                <a:moveTo>
                  <a:pt x="329139" y="254237"/>
                </a:moveTo>
                <a:lnTo>
                  <a:pt x="0" y="0"/>
                </a:lnTo>
                <a:lnTo>
                  <a:pt x="0" y="57192"/>
                </a:lnTo>
                <a:lnTo>
                  <a:pt x="111942" y="336183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87" name="PANEL_01-slope-2-208_62">
            <a:extLst>
              <a:ext uri="{FF2B5EF4-FFF2-40B4-BE49-F238E27FC236}">
                <a16:creationId xmlns:a16="http://schemas.microsoft.com/office/drawing/2014/main" id="{62BF4E25-C704-4DC7-899C-27C77888637F}"/>
              </a:ext>
            </a:extLst>
          </p:cNvPr>
          <p:cNvSpPr>
            <a:spLocks/>
          </p:cNvSpPr>
          <p:nvPr/>
        </p:nvSpPr>
        <p:spPr>
          <a:xfrm>
            <a:off x="2728384" y="5533521"/>
            <a:ext cx="1794476" cy="602649"/>
          </a:xfrm>
          <a:custGeom>
            <a:pathLst>
              <a:path w="1883965" h="632702">
                <a:moveTo>
                  <a:pt x="1666768" y="632702"/>
                </a:moveTo>
                <a:lnTo>
                  <a:pt x="1883965" y="622017"/>
                </a:lnTo>
                <a:lnTo>
                  <a:pt x="1304375" y="483819"/>
                </a:lnTo>
                <a:close/>
                <a:moveTo>
                  <a:pt x="1521572" y="373259"/>
                </a:moveTo>
                <a:lnTo>
                  <a:pt x="1883965" y="622017"/>
                </a:lnTo>
                <a:lnTo>
                  <a:pt x="1738769" y="386277"/>
                </a:lnTo>
                <a:close/>
                <a:moveTo>
                  <a:pt x="362393" y="226794"/>
                </a:moveTo>
                <a:lnTo>
                  <a:pt x="579590" y="155609"/>
                </a:lnTo>
                <a:lnTo>
                  <a:pt x="0" y="0"/>
                </a:lnTo>
                <a:close/>
                <a:moveTo>
                  <a:pt x="362393" y="226794"/>
                </a:moveTo>
                <a:lnTo>
                  <a:pt x="724786" y="420144"/>
                </a:lnTo>
                <a:lnTo>
                  <a:pt x="579590" y="155609"/>
                </a:lnTo>
                <a:close/>
              </a:path>
            </a:pathLst>
          </a:custGeom>
          <a:solidFill>
            <a:srgbClr val="E8E8E8">
              <a:alpha val="100000"/>
            </a:srgbClr>
          </a:solidFill>
          <a:ln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88" name="PANEL_01-slope-2-212_63">
            <a:extLst>
              <a:ext uri="{FF2B5EF4-FFF2-40B4-BE49-F238E27FC236}">
                <a16:creationId xmlns:a16="http://schemas.microsoft.com/office/drawing/2014/main" id="{CD7D0541-CDDC-47AC-9B69-B415A75C593D}"/>
              </a:ext>
            </a:extLst>
          </p:cNvPr>
          <p:cNvSpPr>
            <a:spLocks/>
          </p:cNvSpPr>
          <p:nvPr/>
        </p:nvSpPr>
        <p:spPr>
          <a:xfrm>
            <a:off x="3280443" y="5681738"/>
            <a:ext cx="1242417" cy="444254"/>
          </a:xfrm>
          <a:custGeom>
            <a:pathLst>
              <a:path w="1304375" h="466408">
                <a:moveTo>
                  <a:pt x="941982" y="217650"/>
                </a:moveTo>
                <a:lnTo>
                  <a:pt x="724786" y="328210"/>
                </a:lnTo>
                <a:lnTo>
                  <a:pt x="1304375" y="466408"/>
                </a:lnTo>
                <a:close/>
                <a:moveTo>
                  <a:pt x="941982" y="217650"/>
                </a:moveTo>
                <a:lnTo>
                  <a:pt x="579590" y="78382"/>
                </a:lnTo>
                <a:lnTo>
                  <a:pt x="724786" y="328210"/>
                </a:lnTo>
                <a:close/>
                <a:moveTo>
                  <a:pt x="362393" y="181658"/>
                </a:moveTo>
                <a:lnTo>
                  <a:pt x="0" y="0"/>
                </a:lnTo>
                <a:lnTo>
                  <a:pt x="145196" y="264535"/>
                </a:lnTo>
                <a:close/>
                <a:moveTo>
                  <a:pt x="362393" y="181658"/>
                </a:moveTo>
                <a:lnTo>
                  <a:pt x="579590" y="78382"/>
                </a:lnTo>
                <a:lnTo>
                  <a:pt x="0" y="0"/>
                </a:lnTo>
                <a:close/>
                <a:moveTo>
                  <a:pt x="362393" y="181658"/>
                </a:moveTo>
                <a:lnTo>
                  <a:pt x="724786" y="328210"/>
                </a:lnTo>
                <a:lnTo>
                  <a:pt x="579590" y="78382"/>
                </a:lnTo>
                <a:close/>
              </a:path>
            </a:pathLst>
          </a:custGeom>
          <a:solidFill>
            <a:srgbClr val="E9E9E9">
              <a:alpha val="100000"/>
            </a:srgbClr>
          </a:solidFill>
          <a:ln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90" name="PANEL_01-water-2-236_64">
            <a:extLst>
              <a:ext uri="{FF2B5EF4-FFF2-40B4-BE49-F238E27FC236}">
                <a16:creationId xmlns:a16="http://schemas.microsoft.com/office/drawing/2014/main" id="{29E014B7-EAD2-454A-AC55-1F0C7DF70325}"/>
              </a:ext>
            </a:extLst>
          </p:cNvPr>
          <p:cNvSpPr>
            <a:spLocks/>
          </p:cNvSpPr>
          <p:nvPr/>
        </p:nvSpPr>
        <p:spPr>
          <a:xfrm>
            <a:off x="4522860" y="5900523"/>
            <a:ext cx="6427315" cy="393760"/>
          </a:xfrm>
          <a:custGeom>
            <a:pathLst>
              <a:path w="6747838" h="413396">
                <a:moveTo>
                  <a:pt x="6747838" y="78550"/>
                </a:moveTo>
                <a:lnTo>
                  <a:pt x="6665877" y="58571"/>
                </a:lnTo>
                <a:lnTo>
                  <a:pt x="6747838" y="191642"/>
                </a:lnTo>
                <a:close/>
                <a:moveTo>
                  <a:pt x="6747838" y="278896"/>
                </a:moveTo>
                <a:lnTo>
                  <a:pt x="6448680" y="205969"/>
                </a:lnTo>
                <a:lnTo>
                  <a:pt x="6231484" y="353367"/>
                </a:lnTo>
                <a:lnTo>
                  <a:pt x="6747838" y="300754"/>
                </a:lnTo>
                <a:close/>
                <a:moveTo>
                  <a:pt x="6448680" y="205969"/>
                </a:moveTo>
                <a:lnTo>
                  <a:pt x="6086288" y="117627"/>
                </a:lnTo>
                <a:lnTo>
                  <a:pt x="6231484" y="353367"/>
                </a:lnTo>
                <a:close/>
                <a:moveTo>
                  <a:pt x="6448680" y="205969"/>
                </a:moveTo>
                <a:lnTo>
                  <a:pt x="6665877" y="58571"/>
                </a:lnTo>
                <a:lnTo>
                  <a:pt x="6086288" y="117627"/>
                </a:lnTo>
                <a:close/>
                <a:moveTo>
                  <a:pt x="6448680" y="205969"/>
                </a:moveTo>
                <a:lnTo>
                  <a:pt x="6747838" y="278896"/>
                </a:lnTo>
                <a:lnTo>
                  <a:pt x="6747838" y="191642"/>
                </a:lnTo>
                <a:lnTo>
                  <a:pt x="6665877" y="58571"/>
                </a:lnTo>
                <a:close/>
                <a:moveTo>
                  <a:pt x="5869091" y="265026"/>
                </a:moveTo>
                <a:lnTo>
                  <a:pt x="5506698" y="176684"/>
                </a:lnTo>
                <a:lnTo>
                  <a:pt x="5651894" y="412424"/>
                </a:lnTo>
                <a:close/>
                <a:moveTo>
                  <a:pt x="5869091" y="265026"/>
                </a:moveTo>
                <a:lnTo>
                  <a:pt x="6086288" y="117627"/>
                </a:lnTo>
                <a:lnTo>
                  <a:pt x="5506698" y="176684"/>
                </a:lnTo>
                <a:close/>
                <a:moveTo>
                  <a:pt x="5869091" y="265026"/>
                </a:moveTo>
                <a:lnTo>
                  <a:pt x="6231484" y="353367"/>
                </a:lnTo>
                <a:lnTo>
                  <a:pt x="6086288" y="117627"/>
                </a:lnTo>
                <a:close/>
                <a:moveTo>
                  <a:pt x="5289501" y="324082"/>
                </a:moveTo>
                <a:lnTo>
                  <a:pt x="5506698" y="176684"/>
                </a:lnTo>
                <a:lnTo>
                  <a:pt x="4927109" y="235740"/>
                </a:lnTo>
                <a:close/>
                <a:moveTo>
                  <a:pt x="5289501" y="324082"/>
                </a:moveTo>
                <a:lnTo>
                  <a:pt x="5651894" y="412424"/>
                </a:lnTo>
                <a:lnTo>
                  <a:pt x="5506698" y="176684"/>
                </a:lnTo>
                <a:close/>
                <a:moveTo>
                  <a:pt x="4709912" y="383139"/>
                </a:moveTo>
                <a:lnTo>
                  <a:pt x="4927109" y="235740"/>
                </a:lnTo>
                <a:lnTo>
                  <a:pt x="4347519" y="294797"/>
                </a:lnTo>
                <a:close/>
                <a:moveTo>
                  <a:pt x="5144305" y="88342"/>
                </a:moveTo>
                <a:lnTo>
                  <a:pt x="4927109" y="235740"/>
                </a:lnTo>
                <a:lnTo>
                  <a:pt x="5506698" y="176684"/>
                </a:lnTo>
                <a:close/>
                <a:moveTo>
                  <a:pt x="4564716" y="147398"/>
                </a:moveTo>
                <a:lnTo>
                  <a:pt x="4347519" y="294797"/>
                </a:lnTo>
                <a:lnTo>
                  <a:pt x="4927109" y="235740"/>
                </a:lnTo>
                <a:close/>
                <a:moveTo>
                  <a:pt x="4564716" y="147398"/>
                </a:moveTo>
                <a:lnTo>
                  <a:pt x="4202323" y="59057"/>
                </a:lnTo>
                <a:lnTo>
                  <a:pt x="4347519" y="294797"/>
                </a:lnTo>
                <a:close/>
                <a:moveTo>
                  <a:pt x="4564716" y="147398"/>
                </a:moveTo>
                <a:lnTo>
                  <a:pt x="4927109" y="235740"/>
                </a:lnTo>
                <a:lnTo>
                  <a:pt x="4781912" y="0"/>
                </a:lnTo>
                <a:close/>
                <a:moveTo>
                  <a:pt x="3985126" y="206455"/>
                </a:moveTo>
                <a:lnTo>
                  <a:pt x="3767929" y="353853"/>
                </a:lnTo>
                <a:lnTo>
                  <a:pt x="4347519" y="294797"/>
                </a:lnTo>
                <a:close/>
                <a:moveTo>
                  <a:pt x="3985126" y="206455"/>
                </a:moveTo>
                <a:lnTo>
                  <a:pt x="3622733" y="118113"/>
                </a:lnTo>
                <a:lnTo>
                  <a:pt x="3767929" y="353853"/>
                </a:lnTo>
                <a:close/>
                <a:moveTo>
                  <a:pt x="3985126" y="206455"/>
                </a:moveTo>
                <a:lnTo>
                  <a:pt x="4202323" y="59057"/>
                </a:lnTo>
                <a:lnTo>
                  <a:pt x="3622733" y="118113"/>
                </a:lnTo>
                <a:close/>
                <a:moveTo>
                  <a:pt x="3985126" y="206455"/>
                </a:moveTo>
                <a:lnTo>
                  <a:pt x="4347519" y="294797"/>
                </a:lnTo>
                <a:lnTo>
                  <a:pt x="4202323" y="59057"/>
                </a:lnTo>
                <a:close/>
                <a:moveTo>
                  <a:pt x="3405537" y="265512"/>
                </a:moveTo>
                <a:lnTo>
                  <a:pt x="3043144" y="177170"/>
                </a:lnTo>
                <a:lnTo>
                  <a:pt x="3188340" y="412910"/>
                </a:lnTo>
                <a:close/>
                <a:moveTo>
                  <a:pt x="3405537" y="265512"/>
                </a:moveTo>
                <a:lnTo>
                  <a:pt x="3622733" y="118113"/>
                </a:lnTo>
                <a:lnTo>
                  <a:pt x="3043144" y="177170"/>
                </a:lnTo>
                <a:close/>
                <a:moveTo>
                  <a:pt x="3405537" y="265512"/>
                </a:moveTo>
                <a:lnTo>
                  <a:pt x="3767929" y="353853"/>
                </a:lnTo>
                <a:lnTo>
                  <a:pt x="3622733" y="118113"/>
                </a:lnTo>
                <a:close/>
                <a:moveTo>
                  <a:pt x="2825947" y="324568"/>
                </a:moveTo>
                <a:lnTo>
                  <a:pt x="3043144" y="177170"/>
                </a:lnTo>
                <a:lnTo>
                  <a:pt x="2463554" y="236226"/>
                </a:lnTo>
                <a:close/>
                <a:moveTo>
                  <a:pt x="2825947" y="324568"/>
                </a:moveTo>
                <a:lnTo>
                  <a:pt x="3188340" y="412910"/>
                </a:lnTo>
                <a:lnTo>
                  <a:pt x="3043144" y="177170"/>
                </a:lnTo>
                <a:close/>
                <a:moveTo>
                  <a:pt x="2246358" y="383625"/>
                </a:moveTo>
                <a:lnTo>
                  <a:pt x="2463554" y="236226"/>
                </a:lnTo>
                <a:lnTo>
                  <a:pt x="1883965" y="295283"/>
                </a:lnTo>
                <a:close/>
                <a:moveTo>
                  <a:pt x="2680751" y="88828"/>
                </a:moveTo>
                <a:lnTo>
                  <a:pt x="2463554" y="236226"/>
                </a:lnTo>
                <a:lnTo>
                  <a:pt x="3043144" y="177170"/>
                </a:lnTo>
                <a:close/>
                <a:moveTo>
                  <a:pt x="2101161" y="147885"/>
                </a:moveTo>
                <a:lnTo>
                  <a:pt x="1883965" y="295283"/>
                </a:lnTo>
                <a:lnTo>
                  <a:pt x="2463554" y="236226"/>
                </a:lnTo>
                <a:close/>
                <a:moveTo>
                  <a:pt x="2101161" y="147885"/>
                </a:moveTo>
                <a:lnTo>
                  <a:pt x="1738769" y="59543"/>
                </a:lnTo>
                <a:lnTo>
                  <a:pt x="1883965" y="295283"/>
                </a:lnTo>
                <a:close/>
                <a:moveTo>
                  <a:pt x="2101161" y="147885"/>
                </a:moveTo>
                <a:lnTo>
                  <a:pt x="2463554" y="236226"/>
                </a:lnTo>
                <a:lnTo>
                  <a:pt x="2318358" y="486"/>
                </a:lnTo>
                <a:close/>
                <a:moveTo>
                  <a:pt x="1521572" y="206941"/>
                </a:moveTo>
                <a:lnTo>
                  <a:pt x="1304375" y="354340"/>
                </a:lnTo>
                <a:lnTo>
                  <a:pt x="1883965" y="295283"/>
                </a:lnTo>
                <a:close/>
                <a:moveTo>
                  <a:pt x="1521572" y="206941"/>
                </a:moveTo>
                <a:lnTo>
                  <a:pt x="1159179" y="118599"/>
                </a:lnTo>
                <a:lnTo>
                  <a:pt x="1304375" y="354340"/>
                </a:lnTo>
                <a:close/>
                <a:moveTo>
                  <a:pt x="1521572" y="206941"/>
                </a:moveTo>
                <a:lnTo>
                  <a:pt x="1738769" y="59543"/>
                </a:lnTo>
                <a:lnTo>
                  <a:pt x="1159179" y="118599"/>
                </a:lnTo>
                <a:close/>
                <a:moveTo>
                  <a:pt x="1521572" y="206941"/>
                </a:moveTo>
                <a:lnTo>
                  <a:pt x="1883965" y="295283"/>
                </a:lnTo>
                <a:lnTo>
                  <a:pt x="1738769" y="59543"/>
                </a:lnTo>
                <a:close/>
                <a:moveTo>
                  <a:pt x="941982" y="265998"/>
                </a:moveTo>
                <a:lnTo>
                  <a:pt x="579590" y="177656"/>
                </a:lnTo>
                <a:lnTo>
                  <a:pt x="724786" y="413396"/>
                </a:lnTo>
                <a:close/>
                <a:moveTo>
                  <a:pt x="941982" y="265998"/>
                </a:moveTo>
                <a:lnTo>
                  <a:pt x="1159179" y="118599"/>
                </a:lnTo>
                <a:lnTo>
                  <a:pt x="579590" y="177656"/>
                </a:lnTo>
                <a:close/>
                <a:moveTo>
                  <a:pt x="941982" y="265998"/>
                </a:moveTo>
                <a:lnTo>
                  <a:pt x="1304375" y="354340"/>
                </a:lnTo>
                <a:lnTo>
                  <a:pt x="1159179" y="118599"/>
                </a:lnTo>
                <a:close/>
                <a:moveTo>
                  <a:pt x="362393" y="325054"/>
                </a:moveTo>
                <a:lnTo>
                  <a:pt x="579590" y="177656"/>
                </a:lnTo>
                <a:lnTo>
                  <a:pt x="0" y="236712"/>
                </a:lnTo>
                <a:close/>
                <a:moveTo>
                  <a:pt x="362393" y="325054"/>
                </a:moveTo>
                <a:lnTo>
                  <a:pt x="724786" y="413396"/>
                </a:lnTo>
                <a:lnTo>
                  <a:pt x="579590" y="177656"/>
                </a:lnTo>
                <a:close/>
                <a:moveTo>
                  <a:pt x="217197" y="89314"/>
                </a:moveTo>
                <a:lnTo>
                  <a:pt x="0" y="236712"/>
                </a:lnTo>
                <a:lnTo>
                  <a:pt x="579590" y="177656"/>
                </a:lnTo>
                <a:close/>
              </a:path>
            </a:pathLst>
          </a:custGeom>
          <a:solidFill>
            <a:srgbClr val="F2F2F2">
              <a:alpha val="100000"/>
            </a:srgbClr>
          </a:solidFill>
          <a:ln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92" name="PANEL_01-slope-3-204_65">
            <a:extLst>
              <a:ext uri="{FF2B5EF4-FFF2-40B4-BE49-F238E27FC236}">
                <a16:creationId xmlns:a16="http://schemas.microsoft.com/office/drawing/2014/main" id="{C14A6CBE-6678-4CB0-9A7B-9FCB6A47D7ED}"/>
              </a:ext>
            </a:extLst>
          </p:cNvPr>
          <p:cNvSpPr>
            <a:spLocks/>
          </p:cNvSpPr>
          <p:nvPr/>
        </p:nvSpPr>
        <p:spPr>
          <a:xfrm>
            <a:off x="243549" y="4066361"/>
            <a:ext cx="2484835" cy="1624181"/>
          </a:xfrm>
          <a:custGeom>
            <a:pathLst>
              <a:path w="2608750" h="1705177">
                <a:moveTo>
                  <a:pt x="2391554" y="1606662"/>
                </a:moveTo>
                <a:lnTo>
                  <a:pt x="2608750" y="1540325"/>
                </a:lnTo>
                <a:lnTo>
                  <a:pt x="2029161" y="1334084"/>
                </a:lnTo>
                <a:close/>
                <a:moveTo>
                  <a:pt x="1811964" y="1403033"/>
                </a:moveTo>
                <a:lnTo>
                  <a:pt x="2029161" y="1334084"/>
                </a:lnTo>
                <a:lnTo>
                  <a:pt x="1449571" y="1133074"/>
                </a:lnTo>
                <a:close/>
                <a:moveTo>
                  <a:pt x="1811964" y="1403033"/>
                </a:moveTo>
                <a:lnTo>
                  <a:pt x="2174357" y="1705177"/>
                </a:lnTo>
                <a:lnTo>
                  <a:pt x="2029161" y="1334084"/>
                </a:lnTo>
                <a:close/>
                <a:moveTo>
                  <a:pt x="1666768" y="1046451"/>
                </a:moveTo>
                <a:lnTo>
                  <a:pt x="1449571" y="1133074"/>
                </a:lnTo>
                <a:lnTo>
                  <a:pt x="2029161" y="1334084"/>
                </a:lnTo>
                <a:close/>
                <a:moveTo>
                  <a:pt x="1666768" y="1046451"/>
                </a:moveTo>
                <a:lnTo>
                  <a:pt x="1304375" y="805108"/>
                </a:lnTo>
                <a:lnTo>
                  <a:pt x="1449571" y="1133074"/>
                </a:lnTo>
                <a:close/>
                <a:moveTo>
                  <a:pt x="1087179" y="859118"/>
                </a:moveTo>
                <a:lnTo>
                  <a:pt x="1304375" y="805108"/>
                </a:lnTo>
                <a:lnTo>
                  <a:pt x="724786" y="595860"/>
                </a:lnTo>
                <a:close/>
                <a:moveTo>
                  <a:pt x="1087179" y="859118"/>
                </a:moveTo>
                <a:lnTo>
                  <a:pt x="1449571" y="1133074"/>
                </a:lnTo>
                <a:lnTo>
                  <a:pt x="1304375" y="805108"/>
                </a:lnTo>
                <a:close/>
                <a:moveTo>
                  <a:pt x="507589" y="662860"/>
                </a:moveTo>
                <a:lnTo>
                  <a:pt x="869982" y="963227"/>
                </a:lnTo>
                <a:lnTo>
                  <a:pt x="724786" y="595860"/>
                </a:lnTo>
                <a:close/>
                <a:moveTo>
                  <a:pt x="362393" y="310194"/>
                </a:moveTo>
                <a:lnTo>
                  <a:pt x="145196" y="402915"/>
                </a:lnTo>
                <a:lnTo>
                  <a:pt x="724786" y="595860"/>
                </a:lnTo>
                <a:close/>
                <a:moveTo>
                  <a:pt x="362393" y="310194"/>
                </a:moveTo>
                <a:lnTo>
                  <a:pt x="0" y="0"/>
                </a:lnTo>
                <a:lnTo>
                  <a:pt x="145196" y="402915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93" name="PANEL_01-slope-3-208_66">
            <a:extLst>
              <a:ext uri="{FF2B5EF4-FFF2-40B4-BE49-F238E27FC236}">
                <a16:creationId xmlns:a16="http://schemas.microsoft.com/office/drawing/2014/main" id="{A822DEE1-3D42-4B84-80B2-1401E7F82F33}"/>
              </a:ext>
            </a:extLst>
          </p:cNvPr>
          <p:cNvSpPr>
            <a:spLocks/>
          </p:cNvSpPr>
          <p:nvPr/>
        </p:nvSpPr>
        <p:spPr>
          <a:xfrm>
            <a:off x="136924" y="3969050"/>
            <a:ext cx="4524235" cy="2381484"/>
          </a:xfrm>
          <a:custGeom>
            <a:pathLst>
              <a:path w="4749854" h="2500246">
                <a:moveTo>
                  <a:pt x="4387461" y="2275191"/>
                </a:moveTo>
                <a:lnTo>
                  <a:pt x="4749854" y="2500246"/>
                </a:lnTo>
                <a:lnTo>
                  <a:pt x="4604657" y="2264506"/>
                </a:lnTo>
                <a:close/>
                <a:moveTo>
                  <a:pt x="3083085" y="1869283"/>
                </a:moveTo>
                <a:lnTo>
                  <a:pt x="2720693" y="1642489"/>
                </a:lnTo>
                <a:lnTo>
                  <a:pt x="2865889" y="1956856"/>
                </a:lnTo>
                <a:close/>
                <a:moveTo>
                  <a:pt x="2503496" y="1708825"/>
                </a:moveTo>
                <a:lnTo>
                  <a:pt x="2286299" y="1807341"/>
                </a:lnTo>
                <a:lnTo>
                  <a:pt x="2865889" y="1956856"/>
                </a:lnTo>
                <a:close/>
                <a:moveTo>
                  <a:pt x="2503496" y="1708825"/>
                </a:moveTo>
                <a:lnTo>
                  <a:pt x="2141103" y="1436247"/>
                </a:lnTo>
                <a:lnTo>
                  <a:pt x="2286299" y="1807341"/>
                </a:lnTo>
                <a:close/>
                <a:moveTo>
                  <a:pt x="2503496" y="1708825"/>
                </a:moveTo>
                <a:lnTo>
                  <a:pt x="2865889" y="1956856"/>
                </a:lnTo>
                <a:lnTo>
                  <a:pt x="2720693" y="1642489"/>
                </a:lnTo>
                <a:close/>
                <a:moveTo>
                  <a:pt x="1199121" y="961282"/>
                </a:moveTo>
                <a:lnTo>
                  <a:pt x="981924" y="1065391"/>
                </a:lnTo>
                <a:lnTo>
                  <a:pt x="1561514" y="1235238"/>
                </a:lnTo>
                <a:close/>
                <a:moveTo>
                  <a:pt x="1199121" y="961282"/>
                </a:moveTo>
                <a:lnTo>
                  <a:pt x="836728" y="698024"/>
                </a:lnTo>
                <a:lnTo>
                  <a:pt x="981924" y="1065391"/>
                </a:lnTo>
                <a:close/>
                <a:moveTo>
                  <a:pt x="619531" y="765024"/>
                </a:moveTo>
                <a:lnTo>
                  <a:pt x="836728" y="698024"/>
                </a:lnTo>
                <a:lnTo>
                  <a:pt x="257138" y="505079"/>
                </a:lnTo>
                <a:close/>
                <a:moveTo>
                  <a:pt x="0" y="154986"/>
                </a:moveTo>
                <a:lnTo>
                  <a:pt x="111942" y="102164"/>
                </a:lnTo>
                <a:lnTo>
                  <a:pt x="0" y="66398"/>
                </a:lnTo>
                <a:close/>
                <a:moveTo>
                  <a:pt x="0" y="154986"/>
                </a:moveTo>
                <a:lnTo>
                  <a:pt x="0" y="291909"/>
                </a:lnTo>
                <a:lnTo>
                  <a:pt x="257138" y="505079"/>
                </a:lnTo>
                <a:lnTo>
                  <a:pt x="111942" y="102164"/>
                </a:lnTo>
                <a:close/>
                <a:moveTo>
                  <a:pt x="0" y="0"/>
                </a:moveTo>
                <a:lnTo>
                  <a:pt x="0" y="66398"/>
                </a:lnTo>
                <a:lnTo>
                  <a:pt x="111942" y="102164"/>
                </a:lnTo>
                <a:close/>
              </a:path>
            </a:pathLst>
          </a:custGeom>
          <a:solidFill>
            <a:srgbClr val="E8E8E8">
              <a:alpha val="100000"/>
            </a:srgbClr>
          </a:solidFill>
          <a:ln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94" name="PANEL_01-slope-3-212_67">
            <a:extLst>
              <a:ext uri="{FF2B5EF4-FFF2-40B4-BE49-F238E27FC236}">
                <a16:creationId xmlns:a16="http://schemas.microsoft.com/office/drawing/2014/main" id="{D71B13AC-A0B9-4D2E-A0A8-98DB7D9CBAED}"/>
              </a:ext>
            </a:extLst>
          </p:cNvPr>
          <p:cNvSpPr>
            <a:spLocks/>
          </p:cNvSpPr>
          <p:nvPr/>
        </p:nvSpPr>
        <p:spPr>
          <a:xfrm>
            <a:off x="136924" y="4247093"/>
            <a:ext cx="4524235" cy="2103441"/>
          </a:xfrm>
          <a:custGeom>
            <a:pathLst>
              <a:path w="4749854" h="2208337">
                <a:moveTo>
                  <a:pt x="4387461" y="1983282"/>
                </a:moveTo>
                <a:lnTo>
                  <a:pt x="4170264" y="2076120"/>
                </a:lnTo>
                <a:lnTo>
                  <a:pt x="4749854" y="2208337"/>
                </a:lnTo>
                <a:close/>
                <a:moveTo>
                  <a:pt x="4387461" y="1983282"/>
                </a:moveTo>
                <a:lnTo>
                  <a:pt x="4025068" y="1834399"/>
                </a:lnTo>
                <a:lnTo>
                  <a:pt x="4170264" y="2076120"/>
                </a:lnTo>
                <a:close/>
                <a:moveTo>
                  <a:pt x="3807871" y="1942627"/>
                </a:moveTo>
                <a:lnTo>
                  <a:pt x="3445478" y="1770724"/>
                </a:lnTo>
                <a:lnTo>
                  <a:pt x="3590674" y="2033774"/>
                </a:lnTo>
                <a:close/>
                <a:moveTo>
                  <a:pt x="3807871" y="1942627"/>
                </a:moveTo>
                <a:lnTo>
                  <a:pt x="4025068" y="1834399"/>
                </a:lnTo>
                <a:lnTo>
                  <a:pt x="3445478" y="1770724"/>
                </a:lnTo>
                <a:close/>
                <a:moveTo>
                  <a:pt x="3228282" y="1875048"/>
                </a:moveTo>
                <a:lnTo>
                  <a:pt x="3445478" y="1770724"/>
                </a:lnTo>
                <a:lnTo>
                  <a:pt x="2865889" y="1664947"/>
                </a:lnTo>
                <a:close/>
                <a:moveTo>
                  <a:pt x="3662675" y="1687847"/>
                </a:moveTo>
                <a:lnTo>
                  <a:pt x="3445478" y="1770724"/>
                </a:lnTo>
                <a:lnTo>
                  <a:pt x="4025068" y="1834399"/>
                </a:lnTo>
                <a:close/>
                <a:moveTo>
                  <a:pt x="3083085" y="1577374"/>
                </a:moveTo>
                <a:lnTo>
                  <a:pt x="2865889" y="1664947"/>
                </a:lnTo>
                <a:lnTo>
                  <a:pt x="3445478" y="1770724"/>
                </a:lnTo>
                <a:close/>
                <a:moveTo>
                  <a:pt x="0" y="0"/>
                </a:moveTo>
                <a:lnTo>
                  <a:pt x="0" y="148607"/>
                </a:lnTo>
                <a:lnTo>
                  <a:pt x="257138" y="213170"/>
                </a:lnTo>
                <a:close/>
              </a:path>
            </a:pathLst>
          </a:custGeom>
          <a:solidFill>
            <a:srgbClr val="E9E9E9">
              <a:alpha val="100000"/>
            </a:srgbClr>
          </a:solidFill>
          <a:ln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95" name="PANEL_01-slope-3-216_68">
            <a:extLst>
              <a:ext uri="{FF2B5EF4-FFF2-40B4-BE49-F238E27FC236}">
                <a16:creationId xmlns:a16="http://schemas.microsoft.com/office/drawing/2014/main" id="{1D4F6F3F-849D-44C3-86EF-EBA95E5E9B49}"/>
              </a:ext>
            </a:extLst>
          </p:cNvPr>
          <p:cNvSpPr>
            <a:spLocks/>
          </p:cNvSpPr>
          <p:nvPr/>
        </p:nvSpPr>
        <p:spPr>
          <a:xfrm>
            <a:off x="3763921" y="5994358"/>
            <a:ext cx="345179" cy="230240"/>
          </a:xfrm>
          <a:custGeom>
            <a:pathLst>
              <a:path w="362393" h="241721">
                <a:moveTo>
                  <a:pt x="0" y="108228"/>
                </a:moveTo>
                <a:lnTo>
                  <a:pt x="362393" y="241721"/>
                </a:lnTo>
                <a:lnTo>
                  <a:pt x="217197" y="0"/>
                </a:lnTo>
                <a:close/>
              </a:path>
            </a:pathLst>
          </a:custGeom>
          <a:solidFill>
            <a:srgbClr val="EAEAEA">
              <a:alpha val="100000"/>
            </a:srgbClr>
          </a:solidFill>
          <a:ln w="1143">
            <a:solidFill>
              <a:srgbClr val="EAEAEA">
                <a:alpha val="100000"/>
              </a:srgbClr>
            </a:solidFill>
            <a:prstDash val="solid"/>
          </a:ln>
        </p:spPr>
      </p:sp>
      <p:sp>
        <p:nvSpPr>
          <p:cNvPr id="97" name="PANEL_01-water-3-236_69">
            <a:extLst>
              <a:ext uri="{FF2B5EF4-FFF2-40B4-BE49-F238E27FC236}">
                <a16:creationId xmlns:a16="http://schemas.microsoft.com/office/drawing/2014/main" id="{523B569E-1D79-4912-B0EB-0C3160A12DDD}"/>
              </a:ext>
            </a:extLst>
          </p:cNvPr>
          <p:cNvSpPr>
            <a:spLocks/>
          </p:cNvSpPr>
          <p:nvPr/>
        </p:nvSpPr>
        <p:spPr>
          <a:xfrm>
            <a:off x="4522860" y="6125066"/>
            <a:ext cx="6427315" cy="393760"/>
          </a:xfrm>
          <a:custGeom>
            <a:pathLst>
              <a:path w="6747838" h="413396">
                <a:moveTo>
                  <a:pt x="6747838" y="243501"/>
                </a:moveTo>
                <a:lnTo>
                  <a:pt x="6593877" y="205969"/>
                </a:lnTo>
                <a:lnTo>
                  <a:pt x="6376680" y="353367"/>
                </a:lnTo>
                <a:lnTo>
                  <a:pt x="6747838" y="315549"/>
                </a:lnTo>
                <a:close/>
                <a:moveTo>
                  <a:pt x="6593877" y="205969"/>
                </a:moveTo>
                <a:lnTo>
                  <a:pt x="6231484" y="117627"/>
                </a:lnTo>
                <a:lnTo>
                  <a:pt x="6376680" y="353367"/>
                </a:lnTo>
                <a:close/>
                <a:moveTo>
                  <a:pt x="6593877" y="205969"/>
                </a:moveTo>
                <a:lnTo>
                  <a:pt x="6747838" y="101485"/>
                </a:lnTo>
                <a:lnTo>
                  <a:pt x="6747838" y="65014"/>
                </a:lnTo>
                <a:lnTo>
                  <a:pt x="6231484" y="117627"/>
                </a:lnTo>
                <a:close/>
                <a:moveTo>
                  <a:pt x="6747838" y="101485"/>
                </a:moveTo>
                <a:lnTo>
                  <a:pt x="6593877" y="205969"/>
                </a:lnTo>
                <a:lnTo>
                  <a:pt x="6747838" y="243501"/>
                </a:lnTo>
                <a:close/>
                <a:moveTo>
                  <a:pt x="6014287" y="265026"/>
                </a:moveTo>
                <a:lnTo>
                  <a:pt x="5651894" y="176684"/>
                </a:lnTo>
                <a:lnTo>
                  <a:pt x="5797090" y="412424"/>
                </a:lnTo>
                <a:close/>
                <a:moveTo>
                  <a:pt x="6014287" y="265026"/>
                </a:moveTo>
                <a:lnTo>
                  <a:pt x="6231484" y="117627"/>
                </a:lnTo>
                <a:lnTo>
                  <a:pt x="5651894" y="176684"/>
                </a:lnTo>
                <a:close/>
                <a:moveTo>
                  <a:pt x="6014287" y="265026"/>
                </a:moveTo>
                <a:lnTo>
                  <a:pt x="6376680" y="353367"/>
                </a:lnTo>
                <a:lnTo>
                  <a:pt x="6231484" y="117627"/>
                </a:lnTo>
                <a:close/>
                <a:moveTo>
                  <a:pt x="5434697" y="324082"/>
                </a:moveTo>
                <a:lnTo>
                  <a:pt x="5651894" y="176684"/>
                </a:lnTo>
                <a:lnTo>
                  <a:pt x="5072305" y="235740"/>
                </a:lnTo>
                <a:close/>
                <a:moveTo>
                  <a:pt x="5434697" y="324082"/>
                </a:moveTo>
                <a:lnTo>
                  <a:pt x="5797090" y="412424"/>
                </a:lnTo>
                <a:lnTo>
                  <a:pt x="5651894" y="176684"/>
                </a:lnTo>
                <a:close/>
                <a:moveTo>
                  <a:pt x="4855108" y="383139"/>
                </a:moveTo>
                <a:lnTo>
                  <a:pt x="5072305" y="235740"/>
                </a:lnTo>
                <a:lnTo>
                  <a:pt x="4492715" y="294797"/>
                </a:lnTo>
                <a:close/>
                <a:moveTo>
                  <a:pt x="5869091" y="29285"/>
                </a:moveTo>
                <a:lnTo>
                  <a:pt x="5651894" y="176684"/>
                </a:lnTo>
                <a:lnTo>
                  <a:pt x="6231484" y="117627"/>
                </a:lnTo>
                <a:close/>
                <a:moveTo>
                  <a:pt x="5289501" y="88342"/>
                </a:moveTo>
                <a:lnTo>
                  <a:pt x="5072305" y="235740"/>
                </a:lnTo>
                <a:lnTo>
                  <a:pt x="5651894" y="176684"/>
                </a:lnTo>
                <a:close/>
                <a:moveTo>
                  <a:pt x="5289501" y="88342"/>
                </a:moveTo>
                <a:lnTo>
                  <a:pt x="4927109" y="0"/>
                </a:lnTo>
                <a:lnTo>
                  <a:pt x="5072305" y="235740"/>
                </a:lnTo>
                <a:close/>
                <a:moveTo>
                  <a:pt x="4709912" y="147398"/>
                </a:moveTo>
                <a:lnTo>
                  <a:pt x="4492715" y="294797"/>
                </a:lnTo>
                <a:lnTo>
                  <a:pt x="5072305" y="235740"/>
                </a:lnTo>
                <a:close/>
                <a:moveTo>
                  <a:pt x="4709912" y="147398"/>
                </a:moveTo>
                <a:lnTo>
                  <a:pt x="4347519" y="59057"/>
                </a:lnTo>
                <a:lnTo>
                  <a:pt x="4492715" y="294797"/>
                </a:lnTo>
                <a:close/>
                <a:moveTo>
                  <a:pt x="4709912" y="147398"/>
                </a:moveTo>
                <a:lnTo>
                  <a:pt x="5072305" y="235740"/>
                </a:lnTo>
                <a:lnTo>
                  <a:pt x="4927109" y="0"/>
                </a:lnTo>
                <a:close/>
                <a:moveTo>
                  <a:pt x="4130322" y="206455"/>
                </a:moveTo>
                <a:lnTo>
                  <a:pt x="3913126" y="353853"/>
                </a:lnTo>
                <a:lnTo>
                  <a:pt x="4492715" y="294797"/>
                </a:lnTo>
                <a:close/>
                <a:moveTo>
                  <a:pt x="4130322" y="206455"/>
                </a:moveTo>
                <a:lnTo>
                  <a:pt x="3767929" y="118113"/>
                </a:lnTo>
                <a:lnTo>
                  <a:pt x="3913126" y="353853"/>
                </a:lnTo>
                <a:close/>
                <a:moveTo>
                  <a:pt x="4130322" y="206455"/>
                </a:moveTo>
                <a:lnTo>
                  <a:pt x="4347519" y="59057"/>
                </a:lnTo>
                <a:lnTo>
                  <a:pt x="3767929" y="118113"/>
                </a:lnTo>
                <a:close/>
                <a:moveTo>
                  <a:pt x="4130322" y="206455"/>
                </a:moveTo>
                <a:lnTo>
                  <a:pt x="4492715" y="294797"/>
                </a:lnTo>
                <a:lnTo>
                  <a:pt x="4347519" y="59057"/>
                </a:lnTo>
                <a:close/>
                <a:moveTo>
                  <a:pt x="3550733" y="265512"/>
                </a:moveTo>
                <a:lnTo>
                  <a:pt x="3188340" y="177170"/>
                </a:lnTo>
                <a:lnTo>
                  <a:pt x="3333536" y="412910"/>
                </a:lnTo>
                <a:close/>
                <a:moveTo>
                  <a:pt x="3550733" y="265512"/>
                </a:moveTo>
                <a:lnTo>
                  <a:pt x="3767929" y="118113"/>
                </a:lnTo>
                <a:lnTo>
                  <a:pt x="3188340" y="177170"/>
                </a:lnTo>
                <a:close/>
                <a:moveTo>
                  <a:pt x="3550733" y="265512"/>
                </a:moveTo>
                <a:lnTo>
                  <a:pt x="3913126" y="353853"/>
                </a:lnTo>
                <a:lnTo>
                  <a:pt x="3767929" y="118113"/>
                </a:lnTo>
                <a:close/>
                <a:moveTo>
                  <a:pt x="2971143" y="324568"/>
                </a:moveTo>
                <a:lnTo>
                  <a:pt x="3188340" y="177170"/>
                </a:lnTo>
                <a:lnTo>
                  <a:pt x="2608750" y="236226"/>
                </a:lnTo>
                <a:close/>
                <a:moveTo>
                  <a:pt x="2971143" y="324568"/>
                </a:moveTo>
                <a:lnTo>
                  <a:pt x="3333536" y="412910"/>
                </a:lnTo>
                <a:lnTo>
                  <a:pt x="3188340" y="177170"/>
                </a:lnTo>
                <a:close/>
                <a:moveTo>
                  <a:pt x="2391554" y="383625"/>
                </a:moveTo>
                <a:lnTo>
                  <a:pt x="2608750" y="236226"/>
                </a:lnTo>
                <a:lnTo>
                  <a:pt x="2029161" y="295283"/>
                </a:lnTo>
                <a:close/>
                <a:moveTo>
                  <a:pt x="3405537" y="29771"/>
                </a:moveTo>
                <a:lnTo>
                  <a:pt x="3188340" y="177170"/>
                </a:lnTo>
                <a:lnTo>
                  <a:pt x="3767929" y="118113"/>
                </a:lnTo>
                <a:close/>
                <a:moveTo>
                  <a:pt x="2825947" y="88828"/>
                </a:moveTo>
                <a:lnTo>
                  <a:pt x="2608750" y="236226"/>
                </a:lnTo>
                <a:lnTo>
                  <a:pt x="3188340" y="177170"/>
                </a:lnTo>
                <a:close/>
                <a:moveTo>
                  <a:pt x="2825947" y="88828"/>
                </a:moveTo>
                <a:lnTo>
                  <a:pt x="2463554" y="486"/>
                </a:lnTo>
                <a:lnTo>
                  <a:pt x="2608750" y="236226"/>
                </a:lnTo>
                <a:close/>
                <a:moveTo>
                  <a:pt x="2246358" y="147885"/>
                </a:moveTo>
                <a:lnTo>
                  <a:pt x="2029161" y="295283"/>
                </a:lnTo>
                <a:lnTo>
                  <a:pt x="2608750" y="236226"/>
                </a:lnTo>
                <a:close/>
                <a:moveTo>
                  <a:pt x="2246358" y="147885"/>
                </a:moveTo>
                <a:lnTo>
                  <a:pt x="1883965" y="59543"/>
                </a:lnTo>
                <a:lnTo>
                  <a:pt x="2029161" y="295283"/>
                </a:lnTo>
                <a:close/>
                <a:moveTo>
                  <a:pt x="2246358" y="147885"/>
                </a:moveTo>
                <a:lnTo>
                  <a:pt x="2608750" y="236226"/>
                </a:lnTo>
                <a:lnTo>
                  <a:pt x="2463554" y="486"/>
                </a:lnTo>
                <a:close/>
                <a:moveTo>
                  <a:pt x="1666768" y="206941"/>
                </a:moveTo>
                <a:lnTo>
                  <a:pt x="1449571" y="354340"/>
                </a:lnTo>
                <a:lnTo>
                  <a:pt x="2029161" y="295283"/>
                </a:lnTo>
                <a:close/>
                <a:moveTo>
                  <a:pt x="1666768" y="206941"/>
                </a:moveTo>
                <a:lnTo>
                  <a:pt x="1304375" y="118599"/>
                </a:lnTo>
                <a:lnTo>
                  <a:pt x="1449571" y="354340"/>
                </a:lnTo>
                <a:close/>
                <a:moveTo>
                  <a:pt x="1666768" y="206941"/>
                </a:moveTo>
                <a:lnTo>
                  <a:pt x="1883965" y="59543"/>
                </a:lnTo>
                <a:lnTo>
                  <a:pt x="1304375" y="118599"/>
                </a:lnTo>
                <a:close/>
                <a:moveTo>
                  <a:pt x="1666768" y="206941"/>
                </a:moveTo>
                <a:lnTo>
                  <a:pt x="2029161" y="295283"/>
                </a:lnTo>
                <a:lnTo>
                  <a:pt x="1883965" y="59543"/>
                </a:lnTo>
                <a:close/>
                <a:moveTo>
                  <a:pt x="1087179" y="265998"/>
                </a:moveTo>
                <a:lnTo>
                  <a:pt x="724786" y="177656"/>
                </a:lnTo>
                <a:lnTo>
                  <a:pt x="869982" y="413396"/>
                </a:lnTo>
                <a:close/>
                <a:moveTo>
                  <a:pt x="1087179" y="265998"/>
                </a:moveTo>
                <a:lnTo>
                  <a:pt x="1304375" y="118599"/>
                </a:lnTo>
                <a:lnTo>
                  <a:pt x="724786" y="177656"/>
                </a:lnTo>
                <a:close/>
                <a:moveTo>
                  <a:pt x="1087179" y="265998"/>
                </a:moveTo>
                <a:lnTo>
                  <a:pt x="1449571" y="354340"/>
                </a:lnTo>
                <a:lnTo>
                  <a:pt x="1304375" y="118599"/>
                </a:lnTo>
                <a:close/>
                <a:moveTo>
                  <a:pt x="507589" y="325054"/>
                </a:moveTo>
                <a:lnTo>
                  <a:pt x="724786" y="177656"/>
                </a:lnTo>
                <a:lnTo>
                  <a:pt x="145196" y="236712"/>
                </a:lnTo>
                <a:close/>
                <a:moveTo>
                  <a:pt x="507589" y="325054"/>
                </a:moveTo>
                <a:lnTo>
                  <a:pt x="869982" y="413396"/>
                </a:lnTo>
                <a:lnTo>
                  <a:pt x="724786" y="177656"/>
                </a:lnTo>
                <a:close/>
                <a:moveTo>
                  <a:pt x="941982" y="30257"/>
                </a:moveTo>
                <a:lnTo>
                  <a:pt x="724786" y="177656"/>
                </a:lnTo>
                <a:lnTo>
                  <a:pt x="1304375" y="118599"/>
                </a:lnTo>
                <a:close/>
                <a:moveTo>
                  <a:pt x="362393" y="89314"/>
                </a:moveTo>
                <a:lnTo>
                  <a:pt x="145196" y="236712"/>
                </a:lnTo>
                <a:lnTo>
                  <a:pt x="724786" y="177656"/>
                </a:lnTo>
                <a:close/>
                <a:moveTo>
                  <a:pt x="362393" y="89314"/>
                </a:moveTo>
                <a:lnTo>
                  <a:pt x="0" y="972"/>
                </a:lnTo>
                <a:lnTo>
                  <a:pt x="145196" y="236712"/>
                </a:lnTo>
                <a:close/>
              </a:path>
            </a:pathLst>
          </a:custGeom>
          <a:solidFill>
            <a:srgbClr val="F2F2F2">
              <a:alpha val="100000"/>
            </a:srgbClr>
          </a:solidFill>
          <a:ln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99" name="PANEL_01-slope-4-208_70">
            <a:extLst>
              <a:ext uri="{FF2B5EF4-FFF2-40B4-BE49-F238E27FC236}">
                <a16:creationId xmlns:a16="http://schemas.microsoft.com/office/drawing/2014/main" id="{925FE484-D41B-4DE5-BED6-7A52DCC26B2C}"/>
              </a:ext>
            </a:extLst>
          </p:cNvPr>
          <p:cNvSpPr>
            <a:spLocks/>
          </p:cNvSpPr>
          <p:nvPr/>
        </p:nvSpPr>
        <p:spPr>
          <a:xfrm>
            <a:off x="136924" y="4547752"/>
            <a:ext cx="4639103" cy="1989281"/>
          </a:xfrm>
          <a:custGeom>
            <a:pathLst>
              <a:path w="4870449" h="2088484">
                <a:moveTo>
                  <a:pt x="4532657" y="1880218"/>
                </a:moveTo>
                <a:lnTo>
                  <a:pt x="4749854" y="1892685"/>
                </a:lnTo>
                <a:lnTo>
                  <a:pt x="4170264" y="1760468"/>
                </a:lnTo>
                <a:close/>
                <a:moveTo>
                  <a:pt x="4532657" y="1880218"/>
                </a:moveTo>
                <a:lnTo>
                  <a:pt x="4731202" y="2016204"/>
                </a:lnTo>
                <a:lnTo>
                  <a:pt x="4870449" y="2088484"/>
                </a:lnTo>
                <a:lnTo>
                  <a:pt x="4749854" y="1892685"/>
                </a:lnTo>
                <a:close/>
                <a:moveTo>
                  <a:pt x="2491067" y="1527576"/>
                </a:moveTo>
                <a:lnTo>
                  <a:pt x="2648692" y="1474797"/>
                </a:lnTo>
                <a:lnTo>
                  <a:pt x="2286299" y="1199780"/>
                </a:lnTo>
                <a:lnTo>
                  <a:pt x="2406595" y="1487887"/>
                </a:lnTo>
                <a:close/>
                <a:moveTo>
                  <a:pt x="2648692" y="1474797"/>
                </a:moveTo>
                <a:lnTo>
                  <a:pt x="2865889" y="1349295"/>
                </a:lnTo>
                <a:lnTo>
                  <a:pt x="2286299" y="1199780"/>
                </a:lnTo>
                <a:close/>
                <a:moveTo>
                  <a:pt x="2069103" y="1325422"/>
                </a:moveTo>
                <a:lnTo>
                  <a:pt x="2286299" y="1199780"/>
                </a:lnTo>
                <a:lnTo>
                  <a:pt x="1706710" y="1020998"/>
                </a:lnTo>
                <a:close/>
                <a:moveTo>
                  <a:pt x="2069103" y="1325422"/>
                </a:moveTo>
                <a:lnTo>
                  <a:pt x="2265654" y="1445883"/>
                </a:lnTo>
                <a:lnTo>
                  <a:pt x="2406595" y="1487887"/>
                </a:lnTo>
                <a:lnTo>
                  <a:pt x="2286299" y="1199780"/>
                </a:lnTo>
                <a:close/>
                <a:moveTo>
                  <a:pt x="1923906" y="897636"/>
                </a:moveTo>
                <a:lnTo>
                  <a:pt x="1706710" y="1020998"/>
                </a:lnTo>
                <a:lnTo>
                  <a:pt x="2286299" y="1199780"/>
                </a:lnTo>
                <a:close/>
                <a:moveTo>
                  <a:pt x="1923906" y="897636"/>
                </a:moveTo>
                <a:lnTo>
                  <a:pt x="1561514" y="627677"/>
                </a:lnTo>
                <a:lnTo>
                  <a:pt x="1706710" y="1020998"/>
                </a:lnTo>
                <a:close/>
                <a:moveTo>
                  <a:pt x="1344317" y="718297"/>
                </a:moveTo>
                <a:lnTo>
                  <a:pt x="1127120" y="847678"/>
                </a:lnTo>
                <a:lnTo>
                  <a:pt x="1706710" y="1020998"/>
                </a:lnTo>
                <a:close/>
                <a:moveTo>
                  <a:pt x="1344317" y="718297"/>
                </a:moveTo>
                <a:lnTo>
                  <a:pt x="981924" y="457830"/>
                </a:lnTo>
                <a:lnTo>
                  <a:pt x="1127120" y="847678"/>
                </a:lnTo>
                <a:close/>
                <a:moveTo>
                  <a:pt x="1344317" y="718297"/>
                </a:moveTo>
                <a:lnTo>
                  <a:pt x="1561514" y="627677"/>
                </a:lnTo>
                <a:lnTo>
                  <a:pt x="981924" y="457830"/>
                </a:lnTo>
                <a:close/>
                <a:moveTo>
                  <a:pt x="1344317" y="718297"/>
                </a:moveTo>
                <a:lnTo>
                  <a:pt x="1706710" y="1020998"/>
                </a:lnTo>
                <a:lnTo>
                  <a:pt x="1561514" y="627677"/>
                </a:lnTo>
                <a:close/>
                <a:moveTo>
                  <a:pt x="764727" y="601839"/>
                </a:moveTo>
                <a:lnTo>
                  <a:pt x="981924" y="457830"/>
                </a:lnTo>
                <a:lnTo>
                  <a:pt x="402335" y="300499"/>
                </a:lnTo>
                <a:close/>
                <a:moveTo>
                  <a:pt x="764727" y="601839"/>
                </a:moveTo>
                <a:lnTo>
                  <a:pt x="1127120" y="847678"/>
                </a:lnTo>
                <a:lnTo>
                  <a:pt x="981924" y="457830"/>
                </a:lnTo>
                <a:close/>
                <a:moveTo>
                  <a:pt x="619531" y="157463"/>
                </a:moveTo>
                <a:lnTo>
                  <a:pt x="402335" y="300499"/>
                </a:lnTo>
                <a:lnTo>
                  <a:pt x="981924" y="457830"/>
                </a:lnTo>
                <a:close/>
                <a:moveTo>
                  <a:pt x="39942" y="30720"/>
                </a:moveTo>
                <a:lnTo>
                  <a:pt x="0" y="50845"/>
                </a:lnTo>
                <a:lnTo>
                  <a:pt x="0" y="189192"/>
                </a:lnTo>
                <a:lnTo>
                  <a:pt x="402335" y="300499"/>
                </a:lnTo>
                <a:close/>
                <a:moveTo>
                  <a:pt x="0" y="50845"/>
                </a:moveTo>
                <a:lnTo>
                  <a:pt x="39942" y="30720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100000"/>
            </a:srgbClr>
          </a:solidFill>
          <a:ln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100" name="PANEL_01-slope-4-212_71">
            <a:extLst>
              <a:ext uri="{FF2B5EF4-FFF2-40B4-BE49-F238E27FC236}">
                <a16:creationId xmlns:a16="http://schemas.microsoft.com/office/drawing/2014/main" id="{F72F9185-853A-45E5-9EC6-D62F34739A65}"/>
              </a:ext>
            </a:extLst>
          </p:cNvPr>
          <p:cNvSpPr>
            <a:spLocks/>
          </p:cNvSpPr>
          <p:nvPr/>
        </p:nvSpPr>
        <p:spPr>
          <a:xfrm>
            <a:off x="136924" y="4388641"/>
            <a:ext cx="4506470" cy="2079545"/>
          </a:xfrm>
          <a:custGeom>
            <a:pathLst>
              <a:path w="4731202" h="2183249">
                <a:moveTo>
                  <a:pt x="4731202" y="2183249"/>
                </a:moveTo>
                <a:lnTo>
                  <a:pt x="4532657" y="2047263"/>
                </a:lnTo>
                <a:lnTo>
                  <a:pt x="4461338" y="2082177"/>
                </a:lnTo>
                <a:close/>
                <a:moveTo>
                  <a:pt x="4461338" y="2082177"/>
                </a:moveTo>
                <a:lnTo>
                  <a:pt x="4532657" y="2047263"/>
                </a:lnTo>
                <a:lnTo>
                  <a:pt x="4170264" y="1927513"/>
                </a:lnTo>
                <a:lnTo>
                  <a:pt x="4254486" y="2058650"/>
                </a:lnTo>
                <a:close/>
                <a:moveTo>
                  <a:pt x="3087503" y="1856237"/>
                </a:moveTo>
                <a:lnTo>
                  <a:pt x="3476202" y="1938370"/>
                </a:lnTo>
                <a:lnTo>
                  <a:pt x="3590674" y="1885167"/>
                </a:lnTo>
                <a:lnTo>
                  <a:pt x="3011085" y="1821532"/>
                </a:lnTo>
                <a:close/>
                <a:moveTo>
                  <a:pt x="3807871" y="1794020"/>
                </a:moveTo>
                <a:lnTo>
                  <a:pt x="3590674" y="1885167"/>
                </a:lnTo>
                <a:lnTo>
                  <a:pt x="4170264" y="1927513"/>
                </a:lnTo>
                <a:close/>
                <a:moveTo>
                  <a:pt x="3228282" y="1726441"/>
                </a:moveTo>
                <a:lnTo>
                  <a:pt x="3011085" y="1821532"/>
                </a:lnTo>
                <a:lnTo>
                  <a:pt x="3590674" y="1885167"/>
                </a:lnTo>
                <a:close/>
                <a:moveTo>
                  <a:pt x="3228282" y="1726441"/>
                </a:moveTo>
                <a:lnTo>
                  <a:pt x="2865889" y="1516340"/>
                </a:lnTo>
                <a:lnTo>
                  <a:pt x="3011085" y="1821532"/>
                </a:lnTo>
                <a:close/>
                <a:moveTo>
                  <a:pt x="3228282" y="1726441"/>
                </a:moveTo>
                <a:lnTo>
                  <a:pt x="3590674" y="1885167"/>
                </a:lnTo>
                <a:lnTo>
                  <a:pt x="3445478" y="1622117"/>
                </a:lnTo>
                <a:close/>
                <a:moveTo>
                  <a:pt x="2648692" y="1641842"/>
                </a:moveTo>
                <a:lnTo>
                  <a:pt x="2491067" y="1694620"/>
                </a:lnTo>
                <a:lnTo>
                  <a:pt x="2828259" y="1787791"/>
                </a:lnTo>
                <a:lnTo>
                  <a:pt x="3011085" y="1821532"/>
                </a:lnTo>
                <a:close/>
                <a:moveTo>
                  <a:pt x="2648692" y="1641842"/>
                </a:moveTo>
                <a:lnTo>
                  <a:pt x="3011085" y="1821532"/>
                </a:lnTo>
                <a:lnTo>
                  <a:pt x="2865889" y="1516340"/>
                </a:lnTo>
                <a:close/>
                <a:moveTo>
                  <a:pt x="619531" y="324508"/>
                </a:moveTo>
                <a:lnTo>
                  <a:pt x="257138" y="64563"/>
                </a:lnTo>
                <a:lnTo>
                  <a:pt x="402335" y="467544"/>
                </a:lnTo>
                <a:close/>
                <a:moveTo>
                  <a:pt x="0" y="167045"/>
                </a:moveTo>
                <a:lnTo>
                  <a:pt x="39942" y="197765"/>
                </a:lnTo>
                <a:lnTo>
                  <a:pt x="257138" y="64563"/>
                </a:lnTo>
                <a:lnTo>
                  <a:pt x="0" y="0"/>
                </a:lnTo>
                <a:close/>
                <a:moveTo>
                  <a:pt x="39942" y="197765"/>
                </a:moveTo>
                <a:lnTo>
                  <a:pt x="402335" y="467544"/>
                </a:lnTo>
                <a:lnTo>
                  <a:pt x="257138" y="64563"/>
                </a:lnTo>
                <a:close/>
              </a:path>
            </a:pathLst>
          </a:custGeom>
          <a:solidFill>
            <a:srgbClr val="E9E9E9">
              <a:alpha val="100000"/>
            </a:srgbClr>
          </a:solidFill>
          <a:ln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101" name="PANEL_01-slope-4-216_72">
            <a:extLst>
              <a:ext uri="{FF2B5EF4-FFF2-40B4-BE49-F238E27FC236}">
                <a16:creationId xmlns:a16="http://schemas.microsoft.com/office/drawing/2014/main" id="{6B0FC637-E6D1-41A7-8E3E-08209601D72D}"/>
              </a:ext>
            </a:extLst>
          </p:cNvPr>
          <p:cNvSpPr>
            <a:spLocks/>
          </p:cNvSpPr>
          <p:nvPr/>
        </p:nvSpPr>
        <p:spPr>
          <a:xfrm>
            <a:off x="3557042" y="6184263"/>
            <a:ext cx="632280" cy="165242"/>
          </a:xfrm>
          <a:custGeom>
            <a:pathLst>
              <a:path w="663811" h="173483">
                <a:moveTo>
                  <a:pt x="318678" y="130963"/>
                </a:moveTo>
                <a:lnTo>
                  <a:pt x="0" y="0"/>
                </a:lnTo>
                <a:lnTo>
                  <a:pt x="47848" y="80342"/>
                </a:lnTo>
                <a:close/>
                <a:moveTo>
                  <a:pt x="318678" y="130963"/>
                </a:moveTo>
                <a:lnTo>
                  <a:pt x="378095" y="141222"/>
                </a:lnTo>
                <a:lnTo>
                  <a:pt x="579590" y="42346"/>
                </a:lnTo>
                <a:lnTo>
                  <a:pt x="0" y="0"/>
                </a:lnTo>
                <a:close/>
                <a:moveTo>
                  <a:pt x="378095" y="141222"/>
                </a:moveTo>
                <a:lnTo>
                  <a:pt x="663811" y="173483"/>
                </a:lnTo>
                <a:lnTo>
                  <a:pt x="579590" y="42346"/>
                </a:lnTo>
                <a:close/>
              </a:path>
            </a:pathLst>
          </a:custGeom>
          <a:solidFill>
            <a:srgbClr val="EAEAEA">
              <a:alpha val="100000"/>
            </a:srgbClr>
          </a:solidFill>
          <a:ln w="1143">
            <a:solidFill>
              <a:srgbClr val="EAEAEA">
                <a:alpha val="100000"/>
              </a:srgbClr>
            </a:solidFill>
            <a:prstDash val="solid"/>
          </a:ln>
        </p:spPr>
      </p:sp>
      <p:sp>
        <p:nvSpPr>
          <p:cNvPr id="103" name="PANEL_01-water-4-236_73">
            <a:extLst>
              <a:ext uri="{FF2B5EF4-FFF2-40B4-BE49-F238E27FC236}">
                <a16:creationId xmlns:a16="http://schemas.microsoft.com/office/drawing/2014/main" id="{2A51A026-AE1D-4601-B537-1968A52FA653}"/>
              </a:ext>
            </a:extLst>
          </p:cNvPr>
          <p:cNvSpPr>
            <a:spLocks/>
          </p:cNvSpPr>
          <p:nvPr/>
        </p:nvSpPr>
        <p:spPr>
          <a:xfrm>
            <a:off x="4661160" y="6349608"/>
            <a:ext cx="6289016" cy="187424"/>
          </a:xfrm>
          <a:custGeom>
            <a:pathLst>
              <a:path w="6602642" h="196771">
                <a:moveTo>
                  <a:pt x="6556144" y="196771"/>
                </a:moveTo>
                <a:lnTo>
                  <a:pt x="6231484" y="117627"/>
                </a:lnTo>
                <a:lnTo>
                  <a:pt x="6280229" y="196771"/>
                </a:lnTo>
                <a:close/>
                <a:moveTo>
                  <a:pt x="6556144" y="196771"/>
                </a:moveTo>
                <a:lnTo>
                  <a:pt x="6602642" y="196771"/>
                </a:lnTo>
                <a:lnTo>
                  <a:pt x="6602642" y="79808"/>
                </a:lnTo>
                <a:lnTo>
                  <a:pt x="6231484" y="117627"/>
                </a:lnTo>
                <a:close/>
                <a:moveTo>
                  <a:pt x="5734294" y="196771"/>
                </a:moveTo>
                <a:lnTo>
                  <a:pt x="6114863" y="196771"/>
                </a:lnTo>
                <a:lnTo>
                  <a:pt x="6231484" y="117627"/>
                </a:lnTo>
                <a:lnTo>
                  <a:pt x="5651894" y="176684"/>
                </a:lnTo>
                <a:close/>
                <a:moveTo>
                  <a:pt x="6114863" y="196771"/>
                </a:moveTo>
                <a:lnTo>
                  <a:pt x="6280229" y="196771"/>
                </a:lnTo>
                <a:lnTo>
                  <a:pt x="6231484" y="117627"/>
                </a:lnTo>
                <a:close/>
                <a:moveTo>
                  <a:pt x="5622295" y="196771"/>
                </a:moveTo>
                <a:lnTo>
                  <a:pt x="5651894" y="176684"/>
                </a:lnTo>
                <a:lnTo>
                  <a:pt x="5454758" y="196771"/>
                </a:lnTo>
                <a:close/>
                <a:moveTo>
                  <a:pt x="5869091" y="29285"/>
                </a:moveTo>
                <a:lnTo>
                  <a:pt x="5651894" y="176684"/>
                </a:lnTo>
                <a:lnTo>
                  <a:pt x="6231484" y="117627"/>
                </a:lnTo>
                <a:close/>
                <a:moveTo>
                  <a:pt x="5289501" y="88342"/>
                </a:moveTo>
                <a:lnTo>
                  <a:pt x="5129728" y="196771"/>
                </a:lnTo>
                <a:lnTo>
                  <a:pt x="5454758" y="196771"/>
                </a:lnTo>
                <a:lnTo>
                  <a:pt x="5651894" y="176684"/>
                </a:lnTo>
                <a:close/>
                <a:moveTo>
                  <a:pt x="5129728" y="196771"/>
                </a:moveTo>
                <a:lnTo>
                  <a:pt x="5289501" y="88342"/>
                </a:lnTo>
                <a:lnTo>
                  <a:pt x="4927109" y="0"/>
                </a:lnTo>
                <a:lnTo>
                  <a:pt x="5048303" y="196771"/>
                </a:lnTo>
                <a:close/>
                <a:moveTo>
                  <a:pt x="4912445" y="196771"/>
                </a:moveTo>
                <a:lnTo>
                  <a:pt x="4709912" y="147398"/>
                </a:lnTo>
                <a:lnTo>
                  <a:pt x="4637160" y="196771"/>
                </a:lnTo>
                <a:close/>
                <a:moveTo>
                  <a:pt x="4637160" y="196771"/>
                </a:moveTo>
                <a:lnTo>
                  <a:pt x="4709912" y="147398"/>
                </a:lnTo>
                <a:lnTo>
                  <a:pt x="4347519" y="59057"/>
                </a:lnTo>
                <a:lnTo>
                  <a:pt x="4432339" y="196771"/>
                </a:lnTo>
                <a:close/>
                <a:moveTo>
                  <a:pt x="4709912" y="147398"/>
                </a:moveTo>
                <a:lnTo>
                  <a:pt x="4912445" y="196771"/>
                </a:lnTo>
                <a:lnTo>
                  <a:pt x="5048303" y="196771"/>
                </a:lnTo>
                <a:lnTo>
                  <a:pt x="4927109" y="0"/>
                </a:lnTo>
                <a:close/>
                <a:moveTo>
                  <a:pt x="4090596" y="196771"/>
                </a:moveTo>
                <a:lnTo>
                  <a:pt x="3767929" y="118113"/>
                </a:lnTo>
                <a:lnTo>
                  <a:pt x="3816376" y="196771"/>
                </a:lnTo>
                <a:close/>
                <a:moveTo>
                  <a:pt x="4090596" y="196771"/>
                </a:moveTo>
                <a:lnTo>
                  <a:pt x="4144592" y="196771"/>
                </a:lnTo>
                <a:lnTo>
                  <a:pt x="4347519" y="59057"/>
                </a:lnTo>
                <a:lnTo>
                  <a:pt x="3767929" y="118113"/>
                </a:lnTo>
                <a:close/>
                <a:moveTo>
                  <a:pt x="4144592" y="196771"/>
                </a:moveTo>
                <a:lnTo>
                  <a:pt x="4432339" y="196771"/>
                </a:lnTo>
                <a:lnTo>
                  <a:pt x="4347519" y="59057"/>
                </a:lnTo>
                <a:close/>
                <a:moveTo>
                  <a:pt x="3268746" y="196771"/>
                </a:moveTo>
                <a:lnTo>
                  <a:pt x="3652025" y="196771"/>
                </a:lnTo>
                <a:lnTo>
                  <a:pt x="3767929" y="118113"/>
                </a:lnTo>
                <a:lnTo>
                  <a:pt x="3188340" y="177170"/>
                </a:lnTo>
                <a:close/>
                <a:moveTo>
                  <a:pt x="3652025" y="196771"/>
                </a:moveTo>
                <a:lnTo>
                  <a:pt x="3816376" y="196771"/>
                </a:lnTo>
                <a:lnTo>
                  <a:pt x="3767929" y="118113"/>
                </a:lnTo>
                <a:close/>
                <a:moveTo>
                  <a:pt x="3159457" y="196771"/>
                </a:moveTo>
                <a:lnTo>
                  <a:pt x="3188340" y="177170"/>
                </a:lnTo>
                <a:lnTo>
                  <a:pt x="2995974" y="196771"/>
                </a:lnTo>
                <a:close/>
                <a:moveTo>
                  <a:pt x="3405537" y="29771"/>
                </a:moveTo>
                <a:lnTo>
                  <a:pt x="3188340" y="177170"/>
                </a:lnTo>
                <a:lnTo>
                  <a:pt x="3767929" y="118113"/>
                </a:lnTo>
                <a:close/>
                <a:moveTo>
                  <a:pt x="2825947" y="88828"/>
                </a:moveTo>
                <a:lnTo>
                  <a:pt x="2666890" y="196771"/>
                </a:lnTo>
                <a:lnTo>
                  <a:pt x="2995974" y="196771"/>
                </a:lnTo>
                <a:lnTo>
                  <a:pt x="3188340" y="177170"/>
                </a:lnTo>
                <a:close/>
                <a:moveTo>
                  <a:pt x="2666890" y="196771"/>
                </a:moveTo>
                <a:lnTo>
                  <a:pt x="2825947" y="88828"/>
                </a:lnTo>
                <a:lnTo>
                  <a:pt x="2463554" y="486"/>
                </a:lnTo>
                <a:lnTo>
                  <a:pt x="2584449" y="196771"/>
                </a:lnTo>
                <a:close/>
                <a:moveTo>
                  <a:pt x="2446897" y="196771"/>
                </a:moveTo>
                <a:lnTo>
                  <a:pt x="2246358" y="147885"/>
                </a:lnTo>
                <a:lnTo>
                  <a:pt x="2174322" y="196771"/>
                </a:lnTo>
                <a:close/>
                <a:moveTo>
                  <a:pt x="2174322" y="196771"/>
                </a:moveTo>
                <a:lnTo>
                  <a:pt x="2246358" y="147885"/>
                </a:lnTo>
                <a:lnTo>
                  <a:pt x="1883965" y="59543"/>
                </a:lnTo>
                <a:lnTo>
                  <a:pt x="1968486" y="196771"/>
                </a:lnTo>
                <a:close/>
                <a:moveTo>
                  <a:pt x="2246358" y="147885"/>
                </a:moveTo>
                <a:lnTo>
                  <a:pt x="2446897" y="196771"/>
                </a:lnTo>
                <a:lnTo>
                  <a:pt x="2584449" y="196771"/>
                </a:lnTo>
                <a:lnTo>
                  <a:pt x="2463554" y="486"/>
                </a:lnTo>
                <a:close/>
                <a:moveTo>
                  <a:pt x="1625047" y="196771"/>
                </a:moveTo>
                <a:lnTo>
                  <a:pt x="1304375" y="118599"/>
                </a:lnTo>
                <a:lnTo>
                  <a:pt x="1352522" y="196771"/>
                </a:lnTo>
                <a:close/>
                <a:moveTo>
                  <a:pt x="1625047" y="196771"/>
                </a:moveTo>
                <a:lnTo>
                  <a:pt x="1681754" y="196771"/>
                </a:lnTo>
                <a:lnTo>
                  <a:pt x="1883965" y="59543"/>
                </a:lnTo>
                <a:lnTo>
                  <a:pt x="1304375" y="118599"/>
                </a:lnTo>
                <a:close/>
                <a:moveTo>
                  <a:pt x="1681754" y="196771"/>
                </a:moveTo>
                <a:lnTo>
                  <a:pt x="1968486" y="196771"/>
                </a:lnTo>
                <a:lnTo>
                  <a:pt x="1883965" y="59543"/>
                </a:lnTo>
                <a:close/>
                <a:moveTo>
                  <a:pt x="803198" y="196771"/>
                </a:moveTo>
                <a:lnTo>
                  <a:pt x="1189187" y="196771"/>
                </a:lnTo>
                <a:lnTo>
                  <a:pt x="1304375" y="118599"/>
                </a:lnTo>
                <a:lnTo>
                  <a:pt x="724786" y="177656"/>
                </a:lnTo>
                <a:close/>
                <a:moveTo>
                  <a:pt x="1189187" y="196771"/>
                </a:moveTo>
                <a:lnTo>
                  <a:pt x="1352522" y="196771"/>
                </a:lnTo>
                <a:lnTo>
                  <a:pt x="1304375" y="118599"/>
                </a:lnTo>
                <a:close/>
                <a:moveTo>
                  <a:pt x="696619" y="196771"/>
                </a:moveTo>
                <a:lnTo>
                  <a:pt x="724786" y="177656"/>
                </a:lnTo>
                <a:lnTo>
                  <a:pt x="537190" y="196771"/>
                </a:lnTo>
                <a:close/>
                <a:moveTo>
                  <a:pt x="941982" y="30257"/>
                </a:moveTo>
                <a:lnTo>
                  <a:pt x="724786" y="177656"/>
                </a:lnTo>
                <a:lnTo>
                  <a:pt x="1304375" y="118599"/>
                </a:lnTo>
                <a:close/>
                <a:moveTo>
                  <a:pt x="362393" y="89314"/>
                </a:moveTo>
                <a:lnTo>
                  <a:pt x="204052" y="196771"/>
                </a:lnTo>
                <a:lnTo>
                  <a:pt x="537190" y="196771"/>
                </a:lnTo>
                <a:lnTo>
                  <a:pt x="724786" y="177656"/>
                </a:lnTo>
                <a:close/>
                <a:moveTo>
                  <a:pt x="204052" y="196771"/>
                </a:moveTo>
                <a:lnTo>
                  <a:pt x="362393" y="89314"/>
                </a:lnTo>
                <a:lnTo>
                  <a:pt x="0" y="972"/>
                </a:lnTo>
                <a:lnTo>
                  <a:pt x="120595" y="196771"/>
                </a:lnTo>
                <a:close/>
              </a:path>
            </a:pathLst>
          </a:custGeom>
          <a:solidFill>
            <a:srgbClr val="F2F2F2">
              <a:alpha val="100000"/>
            </a:srgbClr>
          </a:solidFill>
          <a:ln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105" name="PANEL_01-slope-5-200_74">
            <a:extLst>
              <a:ext uri="{FF2B5EF4-FFF2-40B4-BE49-F238E27FC236}">
                <a16:creationId xmlns:a16="http://schemas.microsoft.com/office/drawing/2014/main" id="{00871748-3394-44D1-A89B-5526C9479560}"/>
              </a:ext>
            </a:extLst>
          </p:cNvPr>
          <p:cNvSpPr>
            <a:spLocks/>
          </p:cNvSpPr>
          <p:nvPr/>
        </p:nvSpPr>
        <p:spPr>
          <a:xfrm>
            <a:off x="136924" y="4807887"/>
            <a:ext cx="521523" cy="359345"/>
          </a:xfrm>
          <a:custGeom>
            <a:pathLst>
              <a:path w="547531" h="377266">
                <a:moveTo>
                  <a:pt x="185138" y="138867"/>
                </a:moveTo>
                <a:lnTo>
                  <a:pt x="28229" y="141506"/>
                </a:lnTo>
                <a:lnTo>
                  <a:pt x="369475" y="305149"/>
                </a:lnTo>
                <a:lnTo>
                  <a:pt x="547531" y="377266"/>
                </a:lnTo>
                <a:close/>
                <a:moveTo>
                  <a:pt x="0" y="126053"/>
                </a:moveTo>
                <a:lnTo>
                  <a:pt x="28229" y="141506"/>
                </a:lnTo>
                <a:lnTo>
                  <a:pt x="185138" y="138867"/>
                </a:lnTo>
                <a:lnTo>
                  <a:pt x="0" y="0"/>
                </a:lnTo>
                <a:close/>
              </a:path>
            </a:pathLst>
          </a:custGeom>
          <a:solidFill>
            <a:srgbClr val="E4E4E4">
              <a:alpha val="100000"/>
            </a:srgbClr>
          </a:solidFill>
          <a:ln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106" name="PANEL_01-slope-5-204_75">
            <a:extLst>
              <a:ext uri="{FF2B5EF4-FFF2-40B4-BE49-F238E27FC236}">
                <a16:creationId xmlns:a16="http://schemas.microsoft.com/office/drawing/2014/main" id="{342CA89C-6632-435D-905E-387BBE42B181}"/>
              </a:ext>
            </a:extLst>
          </p:cNvPr>
          <p:cNvSpPr>
            <a:spLocks/>
          </p:cNvSpPr>
          <p:nvPr/>
        </p:nvSpPr>
        <p:spPr>
          <a:xfrm>
            <a:off x="520148" y="4833977"/>
            <a:ext cx="1587597" cy="994107"/>
          </a:xfrm>
          <a:custGeom>
            <a:pathLst>
              <a:path w="1666768" h="1043682">
                <a:moveTo>
                  <a:pt x="1596165" y="1043682"/>
                </a:moveTo>
                <a:lnTo>
                  <a:pt x="1666768" y="1024922"/>
                </a:lnTo>
                <a:lnTo>
                  <a:pt x="1304375" y="720499"/>
                </a:lnTo>
                <a:lnTo>
                  <a:pt x="1388297" y="929809"/>
                </a:lnTo>
                <a:close/>
                <a:moveTo>
                  <a:pt x="1041470" y="804934"/>
                </a:moveTo>
                <a:lnTo>
                  <a:pt x="724786" y="547179"/>
                </a:lnTo>
                <a:lnTo>
                  <a:pt x="772334" y="654221"/>
                </a:lnTo>
                <a:close/>
                <a:moveTo>
                  <a:pt x="219621" y="406878"/>
                </a:moveTo>
                <a:lnTo>
                  <a:pt x="611030" y="589216"/>
                </a:lnTo>
                <a:lnTo>
                  <a:pt x="724786" y="547179"/>
                </a:lnTo>
                <a:lnTo>
                  <a:pt x="145196" y="349874"/>
                </a:lnTo>
                <a:close/>
                <a:moveTo>
                  <a:pt x="611030" y="589216"/>
                </a:moveTo>
                <a:lnTo>
                  <a:pt x="772334" y="654221"/>
                </a:lnTo>
                <a:lnTo>
                  <a:pt x="724786" y="547179"/>
                </a:lnTo>
                <a:close/>
                <a:moveTo>
                  <a:pt x="362393" y="301340"/>
                </a:moveTo>
                <a:lnTo>
                  <a:pt x="145196" y="349874"/>
                </a:lnTo>
                <a:lnTo>
                  <a:pt x="724786" y="547179"/>
                </a:lnTo>
                <a:close/>
                <a:moveTo>
                  <a:pt x="362393" y="301340"/>
                </a:moveTo>
                <a:lnTo>
                  <a:pt x="0" y="0"/>
                </a:lnTo>
                <a:lnTo>
                  <a:pt x="145196" y="349874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143">
            <a:solidFill>
              <a:srgbClr val="E6E6E6">
                <a:alpha val="100000"/>
              </a:srgbClr>
            </a:solidFill>
            <a:prstDash val="solid"/>
          </a:ln>
        </p:spPr>
      </p:sp>
      <p:sp>
        <p:nvSpPr>
          <p:cNvPr id="107" name="PANEL_01-slope-5-208_76">
            <a:extLst>
              <a:ext uri="{FF2B5EF4-FFF2-40B4-BE49-F238E27FC236}">
                <a16:creationId xmlns:a16="http://schemas.microsoft.com/office/drawing/2014/main" id="{7140183E-834B-484C-B40F-92ACA67A4C2F}"/>
              </a:ext>
            </a:extLst>
          </p:cNvPr>
          <p:cNvSpPr>
            <a:spLocks/>
          </p:cNvSpPr>
          <p:nvPr/>
        </p:nvSpPr>
        <p:spPr>
          <a:xfrm>
            <a:off x="136924" y="4727957"/>
            <a:ext cx="2158035" cy="1196998"/>
          </a:xfrm>
          <a:custGeom>
            <a:pathLst>
              <a:path w="2265654" h="1256691">
                <a:moveTo>
                  <a:pt x="2265654" y="1256691"/>
                </a:moveTo>
                <a:lnTo>
                  <a:pt x="2069103" y="1136230"/>
                </a:lnTo>
                <a:lnTo>
                  <a:pt x="1998500" y="1154989"/>
                </a:lnTo>
                <a:close/>
                <a:moveTo>
                  <a:pt x="1443805" y="916241"/>
                </a:moveTo>
                <a:lnTo>
                  <a:pt x="1505932" y="944249"/>
                </a:lnTo>
                <a:lnTo>
                  <a:pt x="1706710" y="831806"/>
                </a:lnTo>
                <a:lnTo>
                  <a:pt x="1127120" y="658486"/>
                </a:lnTo>
                <a:close/>
                <a:moveTo>
                  <a:pt x="1505932" y="944249"/>
                </a:moveTo>
                <a:lnTo>
                  <a:pt x="1790632" y="1041117"/>
                </a:lnTo>
                <a:lnTo>
                  <a:pt x="1706710" y="831806"/>
                </a:lnTo>
                <a:close/>
                <a:moveTo>
                  <a:pt x="0" y="83916"/>
                </a:moveTo>
                <a:lnTo>
                  <a:pt x="185138" y="222783"/>
                </a:lnTo>
                <a:lnTo>
                  <a:pt x="402335" y="111307"/>
                </a:lnTo>
                <a:lnTo>
                  <a:pt x="0" y="0"/>
                </a:lnTo>
                <a:close/>
                <a:moveTo>
                  <a:pt x="185138" y="222783"/>
                </a:moveTo>
                <a:lnTo>
                  <a:pt x="547531" y="461181"/>
                </a:lnTo>
                <a:lnTo>
                  <a:pt x="402335" y="111307"/>
                </a:lnTo>
                <a:close/>
              </a:path>
            </a:pathLst>
          </a:custGeom>
          <a:solidFill>
            <a:srgbClr val="E8E8E8">
              <a:alpha val="100000"/>
            </a:srgbClr>
          </a:solidFill>
          <a:ln w="1143">
            <a:solidFill>
              <a:srgbClr val="E8E8E8">
                <a:alpha val="100000"/>
              </a:srgbClr>
            </a:solidFill>
            <a:prstDash val="solid"/>
          </a:ln>
        </p:spPr>
      </p:sp>
      <p:sp>
        <p:nvSpPr>
          <p:cNvPr id="108" name="PANEL_01-slope-5-212_77">
            <a:extLst>
              <a:ext uri="{FF2B5EF4-FFF2-40B4-BE49-F238E27FC236}">
                <a16:creationId xmlns:a16="http://schemas.microsoft.com/office/drawing/2014/main" id="{8C8AB69E-9442-4D0C-A285-48B25773AF96}"/>
              </a:ext>
            </a:extLst>
          </p:cNvPr>
          <p:cNvSpPr>
            <a:spLocks/>
          </p:cNvSpPr>
          <p:nvPr/>
        </p:nvSpPr>
        <p:spPr>
          <a:xfrm>
            <a:off x="2830841" y="6091512"/>
            <a:ext cx="246930" cy="65195"/>
          </a:xfrm>
          <a:custGeom>
            <a:pathLst>
              <a:path w="259244" h="68446">
                <a:moveTo>
                  <a:pt x="259244" y="68446"/>
                </a:moveTo>
                <a:lnTo>
                  <a:pt x="182826" y="33741"/>
                </a:lnTo>
                <a:lnTo>
                  <a:pt x="194299" y="54257"/>
                </a:lnTo>
                <a:close/>
                <a:moveTo>
                  <a:pt x="155376" y="47668"/>
                </a:moveTo>
                <a:lnTo>
                  <a:pt x="182826" y="33741"/>
                </a:lnTo>
                <a:lnTo>
                  <a:pt x="0" y="0"/>
                </a:lnTo>
                <a:close/>
                <a:moveTo>
                  <a:pt x="155376" y="47668"/>
                </a:moveTo>
                <a:lnTo>
                  <a:pt x="194299" y="54257"/>
                </a:lnTo>
                <a:lnTo>
                  <a:pt x="182826" y="33741"/>
                </a:lnTo>
                <a:close/>
              </a:path>
            </a:pathLst>
          </a:custGeom>
          <a:solidFill>
            <a:srgbClr val="E9E9E9">
              <a:alpha val="100000"/>
            </a:srgbClr>
          </a:solidFill>
          <a:ln w="1143">
            <a:solidFill>
              <a:srgbClr val="E9E9E9">
                <a:alpha val="100000"/>
              </a:srgbClr>
            </a:solidFill>
            <a:prstDash val="solid"/>
          </a:ln>
        </p:spPr>
      </p:sp>
      <p:sp>
        <p:nvSpPr>
          <p:cNvPr id="109" name="PANEL_01-slope-5-216_78">
            <a:extLst>
              <a:ext uri="{FF2B5EF4-FFF2-40B4-BE49-F238E27FC236}">
                <a16:creationId xmlns:a16="http://schemas.microsoft.com/office/drawing/2014/main" id="{A5D296E3-ECBA-4F8A-BF0D-A77EC0DE8AFE}"/>
              </a:ext>
            </a:extLst>
          </p:cNvPr>
          <p:cNvSpPr>
            <a:spLocks/>
          </p:cNvSpPr>
          <p:nvPr/>
        </p:nvSpPr>
        <p:spPr>
          <a:xfrm>
            <a:off x="3448007" y="6184263"/>
            <a:ext cx="154610" cy="76526"/>
          </a:xfrm>
          <a:custGeom>
            <a:pathLst>
              <a:path w="162320" h="80342">
                <a:moveTo>
                  <a:pt x="0" y="53203"/>
                </a:moveTo>
                <a:lnTo>
                  <a:pt x="162320" y="80342"/>
                </a:lnTo>
                <a:lnTo>
                  <a:pt x="114472" y="0"/>
                </a:lnTo>
                <a:close/>
              </a:path>
            </a:pathLst>
          </a:custGeom>
          <a:solidFill>
            <a:srgbClr val="EAEAEA">
              <a:alpha val="100000"/>
            </a:srgbClr>
          </a:solidFill>
          <a:ln w="1143">
            <a:solidFill>
              <a:srgbClr val="EAEAEA">
                <a:alpha val="100000"/>
              </a:srgbClr>
            </a:solidFill>
            <a:prstDash val="solid"/>
          </a:ln>
        </p:spPr>
      </p:sp>
      <p:sp>
        <p:nvSpPr>
          <p:cNvPr id="111" name="PANEL_01-water-5-236_79">
            <a:extLst>
              <a:ext uri="{FF2B5EF4-FFF2-40B4-BE49-F238E27FC236}">
                <a16:creationId xmlns:a16="http://schemas.microsoft.com/office/drawing/2014/main" id="{DC53208B-9190-4A21-B30C-7DF9121BC0CC}"/>
              </a:ext>
            </a:extLst>
          </p:cNvPr>
          <p:cNvSpPr>
            <a:spLocks/>
          </p:cNvSpPr>
          <p:nvPr/>
        </p:nvSpPr>
        <p:spPr>
          <a:xfrm>
            <a:off x="5324690" y="6517900"/>
            <a:ext cx="4798386" cy="19133"/>
          </a:xfrm>
          <a:custGeom>
            <a:pathLst>
              <a:path w="5037675" h="20087">
                <a:moveTo>
                  <a:pt x="5037675" y="20087"/>
                </a:moveTo>
                <a:lnTo>
                  <a:pt x="4955275" y="0"/>
                </a:lnTo>
                <a:lnTo>
                  <a:pt x="4967647" y="20087"/>
                </a:lnTo>
                <a:close/>
                <a:moveTo>
                  <a:pt x="4925676" y="20087"/>
                </a:moveTo>
                <a:lnTo>
                  <a:pt x="4967647" y="20087"/>
                </a:lnTo>
                <a:lnTo>
                  <a:pt x="4955275" y="0"/>
                </a:lnTo>
                <a:close/>
                <a:moveTo>
                  <a:pt x="2572127" y="20087"/>
                </a:moveTo>
                <a:lnTo>
                  <a:pt x="2491721" y="486"/>
                </a:lnTo>
                <a:lnTo>
                  <a:pt x="2503793" y="20087"/>
                </a:lnTo>
                <a:close/>
                <a:moveTo>
                  <a:pt x="2462838" y="20087"/>
                </a:moveTo>
                <a:lnTo>
                  <a:pt x="2503793" y="20087"/>
                </a:lnTo>
                <a:lnTo>
                  <a:pt x="2491721" y="486"/>
                </a:lnTo>
                <a:close/>
                <a:moveTo>
                  <a:pt x="106579" y="20087"/>
                </a:moveTo>
                <a:lnTo>
                  <a:pt x="28166" y="972"/>
                </a:lnTo>
                <a:lnTo>
                  <a:pt x="39940" y="20087"/>
                </a:lnTo>
                <a:close/>
                <a:moveTo>
                  <a:pt x="0" y="20087"/>
                </a:moveTo>
                <a:lnTo>
                  <a:pt x="39940" y="20087"/>
                </a:lnTo>
                <a:lnTo>
                  <a:pt x="28166" y="972"/>
                </a:lnTo>
                <a:close/>
              </a:path>
            </a:pathLst>
          </a:custGeom>
          <a:solidFill>
            <a:srgbClr val="F2F2F2">
              <a:alpha val="100000"/>
            </a:srgbClr>
          </a:solidFill>
          <a:ln w="1238">
            <a:solidFill>
              <a:srgbClr val="F2F2F2">
                <a:alpha val="100000"/>
              </a:srgbClr>
            </a:solidFill>
            <a:prstDash val="solid"/>
          </a:ln>
        </p:spPr>
      </p:sp>
      <p:sp>
        <p:nvSpPr>
          <p:cNvPr id="113" name="PANEL_01-slope-6-200_80">
            <a:extLst>
              <a:ext uri="{FF2B5EF4-FFF2-40B4-BE49-F238E27FC236}">
                <a16:creationId xmlns:a16="http://schemas.microsoft.com/office/drawing/2014/main" id="{0049CFAD-E5F8-4E6A-94D4-F5676F72E5A4}"/>
              </a:ext>
            </a:extLst>
          </p:cNvPr>
          <p:cNvSpPr>
            <a:spLocks/>
          </p:cNvSpPr>
          <p:nvPr/>
        </p:nvSpPr>
        <p:spPr>
          <a:xfrm>
            <a:off x="488849" y="5098541"/>
            <a:ext cx="240487" cy="122987"/>
          </a:xfrm>
          <a:custGeom>
            <a:pathLst>
              <a:path w="252480" h="129120">
                <a:moveTo>
                  <a:pt x="252480" y="129120"/>
                </a:moveTo>
                <a:lnTo>
                  <a:pt x="178055" y="72116"/>
                </a:lnTo>
                <a:lnTo>
                  <a:pt x="189230" y="92939"/>
                </a:lnTo>
                <a:close/>
                <a:moveTo>
                  <a:pt x="151321" y="73269"/>
                </a:moveTo>
                <a:lnTo>
                  <a:pt x="178055" y="72116"/>
                </a:lnTo>
                <a:lnTo>
                  <a:pt x="0" y="0"/>
                </a:lnTo>
                <a:close/>
                <a:moveTo>
                  <a:pt x="151321" y="73269"/>
                </a:moveTo>
                <a:lnTo>
                  <a:pt x="189230" y="92939"/>
                </a:lnTo>
                <a:lnTo>
                  <a:pt x="178055" y="72116"/>
                </a:lnTo>
                <a:close/>
              </a:path>
            </a:pathLst>
          </a:custGeom>
          <a:solidFill>
            <a:srgbClr val="E4E4E4">
              <a:alpha val="100000"/>
            </a:srgbClr>
          </a:solidFill>
          <a:ln w="1143">
            <a:solidFill>
              <a:srgbClr val="E4E4E4">
                <a:alpha val="100000"/>
              </a:srgbClr>
            </a:solidFill>
            <a:prstDash val="solid"/>
          </a:ln>
        </p:spPr>
      </p:sp>
      <p:sp>
        <p:nvSpPr>
          <p:cNvPr id="115" name="PANEL_01-exact-dem-shore-edges_81">
            <a:extLst>
              <a:ext uri="{FF2B5EF4-FFF2-40B4-BE49-F238E27FC236}">
                <a16:creationId xmlns:a16="http://schemas.microsoft.com/office/drawing/2014/main" id="{B79DB95D-7C53-4D07-B92E-9FA1A22986CC}"/>
              </a:ext>
            </a:extLst>
          </p:cNvPr>
          <p:cNvSpPr>
            <a:spLocks/>
          </p:cNvSpPr>
          <p:nvPr/>
        </p:nvSpPr>
        <p:spPr>
          <a:xfrm>
            <a:off x="3469108" y="4415120"/>
            <a:ext cx="1881272" cy="2121912"/>
          </a:xfrm>
          <a:custGeom>
            <a:pathLst>
              <a:path w="1975089" h="2227730">
                <a:moveTo>
                  <a:pt x="1372093" y="2227730"/>
                </a:moveTo>
                <a:lnTo>
                  <a:pt x="1251498" y="2031931"/>
                </a:lnTo>
                <a:moveTo>
                  <a:pt x="1251498" y="2031931"/>
                </a:moveTo>
                <a:lnTo>
                  <a:pt x="1106302" y="1796191"/>
                </a:lnTo>
                <a:moveTo>
                  <a:pt x="1106302" y="1796191"/>
                </a:moveTo>
                <a:lnTo>
                  <a:pt x="961106" y="1560450"/>
                </a:lnTo>
                <a:moveTo>
                  <a:pt x="961106" y="1560450"/>
                </a:moveTo>
                <a:lnTo>
                  <a:pt x="1540695" y="1501394"/>
                </a:lnTo>
                <a:moveTo>
                  <a:pt x="1540695" y="1501394"/>
                </a:moveTo>
                <a:lnTo>
                  <a:pt x="1395499" y="1265653"/>
                </a:lnTo>
                <a:moveTo>
                  <a:pt x="1395499" y="1265653"/>
                </a:moveTo>
                <a:lnTo>
                  <a:pt x="1975089" y="1206597"/>
                </a:lnTo>
                <a:moveTo>
                  <a:pt x="1975089" y="1206597"/>
                </a:moveTo>
                <a:lnTo>
                  <a:pt x="1829893" y="970857"/>
                </a:lnTo>
                <a:moveTo>
                  <a:pt x="1250303" y="1029913"/>
                </a:moveTo>
                <a:lnTo>
                  <a:pt x="1829893" y="970857"/>
                </a:lnTo>
                <a:moveTo>
                  <a:pt x="1250303" y="1029913"/>
                </a:moveTo>
                <a:lnTo>
                  <a:pt x="1105107" y="794173"/>
                </a:lnTo>
                <a:moveTo>
                  <a:pt x="525517" y="853229"/>
                </a:moveTo>
                <a:lnTo>
                  <a:pt x="1105107" y="794173"/>
                </a:lnTo>
                <a:moveTo>
                  <a:pt x="525517" y="853229"/>
                </a:moveTo>
                <a:lnTo>
                  <a:pt x="380321" y="617489"/>
                </a:lnTo>
                <a:moveTo>
                  <a:pt x="380321" y="617489"/>
                </a:moveTo>
                <a:lnTo>
                  <a:pt x="235125" y="381749"/>
                </a:lnTo>
                <a:moveTo>
                  <a:pt x="235125" y="381749"/>
                </a:moveTo>
                <a:lnTo>
                  <a:pt x="89929" y="146009"/>
                </a:lnTo>
                <a:moveTo>
                  <a:pt x="89929" y="146009"/>
                </a:moveTo>
                <a:lnTo>
                  <a:pt x="0" y="0"/>
                </a:lnTo>
              </a:path>
            </a:pathLst>
          </a:custGeom>
          <a:noFill/>
          <a:ln w="8096">
            <a:solidFill>
              <a:srgbClr val="959595">
                <a:alpha val="100000"/>
              </a:srgbClr>
            </a:solidFill>
            <a:prstDash val="solid"/>
          </a:ln>
        </p:spPr>
      </p:sp>
      <p:sp>
        <p:nvSpPr>
          <p:cNvPr id="117" name="PANEL_01-contour-20_82">
            <a:extLst>
              <a:ext uri="{FF2B5EF4-FFF2-40B4-BE49-F238E27FC236}">
                <a16:creationId xmlns:a16="http://schemas.microsoft.com/office/drawing/2014/main" id="{D0073580-DE98-4BF0-AC85-CB00875BF15E}"/>
              </a:ext>
            </a:extLst>
          </p:cNvPr>
          <p:cNvSpPr>
            <a:spLocks/>
          </p:cNvSpPr>
          <p:nvPr/>
        </p:nvSpPr>
        <p:spPr>
          <a:xfrm>
            <a:off x="2644523" y="4068510"/>
            <a:ext cx="629883" cy="2121912"/>
          </a:xfrm>
          <a:custGeom>
            <a:pathLst>
              <a:path w="661294" h="2227730">
                <a:moveTo>
                  <a:pt x="622367" y="2227730"/>
                </a:moveTo>
                <a:lnTo>
                  <a:pt x="621589" y="2184325"/>
                </a:lnTo>
                <a:moveTo>
                  <a:pt x="592167" y="2064054"/>
                </a:moveTo>
                <a:lnTo>
                  <a:pt x="621589" y="2184325"/>
                </a:lnTo>
                <a:moveTo>
                  <a:pt x="593148" y="2061097"/>
                </a:moveTo>
                <a:lnTo>
                  <a:pt x="592167" y="2064054"/>
                </a:lnTo>
                <a:moveTo>
                  <a:pt x="658435" y="1930036"/>
                </a:moveTo>
                <a:lnTo>
                  <a:pt x="593148" y="2061097"/>
                </a:lnTo>
                <a:moveTo>
                  <a:pt x="658435" y="1930036"/>
                </a:moveTo>
                <a:lnTo>
                  <a:pt x="661294" y="1877364"/>
                </a:lnTo>
                <a:moveTo>
                  <a:pt x="624559" y="1707795"/>
                </a:moveTo>
                <a:lnTo>
                  <a:pt x="626824" y="1682722"/>
                </a:lnTo>
                <a:moveTo>
                  <a:pt x="661294" y="1877364"/>
                </a:moveTo>
                <a:lnTo>
                  <a:pt x="624559" y="1707795"/>
                </a:lnTo>
                <a:moveTo>
                  <a:pt x="578056" y="1456382"/>
                </a:moveTo>
                <a:lnTo>
                  <a:pt x="600993" y="1570367"/>
                </a:lnTo>
                <a:moveTo>
                  <a:pt x="583326" y="1436619"/>
                </a:moveTo>
                <a:lnTo>
                  <a:pt x="578056" y="1456382"/>
                </a:lnTo>
                <a:moveTo>
                  <a:pt x="626824" y="1682722"/>
                </a:moveTo>
                <a:lnTo>
                  <a:pt x="613001" y="1665246"/>
                </a:lnTo>
                <a:moveTo>
                  <a:pt x="613001" y="1665246"/>
                </a:moveTo>
                <a:lnTo>
                  <a:pt x="600993" y="1570367"/>
                </a:lnTo>
                <a:moveTo>
                  <a:pt x="562260" y="1415798"/>
                </a:moveTo>
                <a:lnTo>
                  <a:pt x="583326" y="1436619"/>
                </a:lnTo>
                <a:moveTo>
                  <a:pt x="529173" y="1244120"/>
                </a:moveTo>
                <a:lnTo>
                  <a:pt x="562260" y="1415798"/>
                </a:lnTo>
                <a:moveTo>
                  <a:pt x="541889" y="1190306"/>
                </a:moveTo>
                <a:lnTo>
                  <a:pt x="529173" y="1244120"/>
                </a:lnTo>
                <a:moveTo>
                  <a:pt x="493611" y="1128109"/>
                </a:moveTo>
                <a:lnTo>
                  <a:pt x="541889" y="1190306"/>
                </a:lnTo>
                <a:moveTo>
                  <a:pt x="436226" y="1021117"/>
                </a:moveTo>
                <a:lnTo>
                  <a:pt x="493611" y="1128109"/>
                </a:lnTo>
                <a:moveTo>
                  <a:pt x="426928" y="951485"/>
                </a:moveTo>
                <a:lnTo>
                  <a:pt x="436226" y="1021117"/>
                </a:lnTo>
                <a:moveTo>
                  <a:pt x="338052" y="899402"/>
                </a:moveTo>
                <a:lnTo>
                  <a:pt x="426928" y="951485"/>
                </a:lnTo>
                <a:moveTo>
                  <a:pt x="203767" y="764104"/>
                </a:moveTo>
                <a:lnTo>
                  <a:pt x="338052" y="899402"/>
                </a:lnTo>
                <a:moveTo>
                  <a:pt x="211268" y="722925"/>
                </a:moveTo>
                <a:lnTo>
                  <a:pt x="203767" y="764104"/>
                </a:lnTo>
                <a:moveTo>
                  <a:pt x="141396" y="698584"/>
                </a:moveTo>
                <a:lnTo>
                  <a:pt x="211268" y="722925"/>
                </a:lnTo>
                <a:moveTo>
                  <a:pt x="10950" y="516755"/>
                </a:moveTo>
                <a:lnTo>
                  <a:pt x="141396" y="698584"/>
                </a:lnTo>
                <a:moveTo>
                  <a:pt x="45039" y="489328"/>
                </a:moveTo>
                <a:lnTo>
                  <a:pt x="10950" y="516755"/>
                </a:lnTo>
                <a:moveTo>
                  <a:pt x="0" y="460265"/>
                </a:moveTo>
                <a:lnTo>
                  <a:pt x="45039" y="489328"/>
                </a:lnTo>
                <a:moveTo>
                  <a:pt x="71421" y="331151"/>
                </a:moveTo>
                <a:lnTo>
                  <a:pt x="0" y="460265"/>
                </a:lnTo>
                <a:moveTo>
                  <a:pt x="307562" y="212043"/>
                </a:moveTo>
                <a:lnTo>
                  <a:pt x="71421" y="331151"/>
                </a:lnTo>
                <a:moveTo>
                  <a:pt x="409973" y="12990"/>
                </a:moveTo>
                <a:lnTo>
                  <a:pt x="337208" y="142008"/>
                </a:lnTo>
                <a:moveTo>
                  <a:pt x="409973" y="12990"/>
                </a:moveTo>
                <a:lnTo>
                  <a:pt x="389344" y="0"/>
                </a:lnTo>
                <a:moveTo>
                  <a:pt x="307562" y="212043"/>
                </a:moveTo>
                <a:lnTo>
                  <a:pt x="323749" y="192317"/>
                </a:lnTo>
                <a:moveTo>
                  <a:pt x="323749" y="192317"/>
                </a:moveTo>
                <a:lnTo>
                  <a:pt x="337208" y="142008"/>
                </a:lnTo>
              </a:path>
            </a:pathLst>
          </a:custGeom>
          <a:noFill/>
          <a:ln w="4001">
            <a:solidFill>
              <a:srgbClr val="9C9C9C">
                <a:alpha val="38000"/>
              </a:srgbClr>
            </a:solidFill>
            <a:prstDash val="solid"/>
          </a:ln>
        </p:spPr>
      </p:sp>
      <p:sp>
        <p:nvSpPr>
          <p:cNvPr id="118" name="PANEL_01-contour-40_83">
            <a:extLst>
              <a:ext uri="{FF2B5EF4-FFF2-40B4-BE49-F238E27FC236}">
                <a16:creationId xmlns:a16="http://schemas.microsoft.com/office/drawing/2014/main" id="{7A22A433-2B25-4A1A-BB6E-16C779B5CA2C}"/>
              </a:ext>
            </a:extLst>
          </p:cNvPr>
          <p:cNvSpPr>
            <a:spLocks/>
          </p:cNvSpPr>
          <p:nvPr/>
        </p:nvSpPr>
        <p:spPr>
          <a:xfrm>
            <a:off x="1935893" y="3721899"/>
            <a:ext cx="474443" cy="2121912"/>
          </a:xfrm>
          <a:custGeom>
            <a:pathLst>
              <a:path w="498103" h="2227730">
                <a:moveTo>
                  <a:pt x="149804" y="2200593"/>
                </a:moveTo>
                <a:lnTo>
                  <a:pt x="153192" y="2227730"/>
                </a:lnTo>
                <a:moveTo>
                  <a:pt x="149804" y="2200593"/>
                </a:moveTo>
                <a:lnTo>
                  <a:pt x="159218" y="2174647"/>
                </a:lnTo>
                <a:moveTo>
                  <a:pt x="313790" y="2040959"/>
                </a:moveTo>
                <a:lnTo>
                  <a:pt x="159218" y="2174647"/>
                </a:lnTo>
                <a:moveTo>
                  <a:pt x="450998" y="1845084"/>
                </a:moveTo>
                <a:lnTo>
                  <a:pt x="360717" y="1972505"/>
                </a:lnTo>
                <a:moveTo>
                  <a:pt x="472973" y="1774204"/>
                </a:moveTo>
                <a:lnTo>
                  <a:pt x="450998" y="1845084"/>
                </a:lnTo>
                <a:moveTo>
                  <a:pt x="313790" y="2040959"/>
                </a:moveTo>
                <a:lnTo>
                  <a:pt x="339311" y="2018203"/>
                </a:lnTo>
                <a:moveTo>
                  <a:pt x="339311" y="2018203"/>
                </a:moveTo>
                <a:lnTo>
                  <a:pt x="360717" y="1972505"/>
                </a:lnTo>
                <a:moveTo>
                  <a:pt x="472973" y="1774204"/>
                </a:moveTo>
                <a:lnTo>
                  <a:pt x="485336" y="1653110"/>
                </a:lnTo>
                <a:moveTo>
                  <a:pt x="485290" y="1638643"/>
                </a:moveTo>
                <a:lnTo>
                  <a:pt x="489627" y="1521972"/>
                </a:lnTo>
                <a:moveTo>
                  <a:pt x="485336" y="1653110"/>
                </a:moveTo>
                <a:lnTo>
                  <a:pt x="485290" y="1638643"/>
                </a:lnTo>
                <a:moveTo>
                  <a:pt x="489627" y="1521972"/>
                </a:moveTo>
                <a:lnTo>
                  <a:pt x="498103" y="1455877"/>
                </a:lnTo>
                <a:moveTo>
                  <a:pt x="477084" y="1309935"/>
                </a:moveTo>
                <a:lnTo>
                  <a:pt x="469022" y="1273537"/>
                </a:lnTo>
                <a:moveTo>
                  <a:pt x="498103" y="1455877"/>
                </a:moveTo>
                <a:lnTo>
                  <a:pt x="477084" y="1309935"/>
                </a:lnTo>
                <a:moveTo>
                  <a:pt x="469022" y="1273537"/>
                </a:moveTo>
                <a:lnTo>
                  <a:pt x="461976" y="1246725"/>
                </a:lnTo>
                <a:moveTo>
                  <a:pt x="359960" y="1055144"/>
                </a:moveTo>
                <a:lnTo>
                  <a:pt x="349540" y="1035176"/>
                </a:lnTo>
                <a:moveTo>
                  <a:pt x="461976" y="1246725"/>
                </a:moveTo>
                <a:lnTo>
                  <a:pt x="359960" y="1055144"/>
                </a:lnTo>
                <a:moveTo>
                  <a:pt x="349540" y="1035176"/>
                </a:moveTo>
                <a:lnTo>
                  <a:pt x="328416" y="1013821"/>
                </a:lnTo>
                <a:moveTo>
                  <a:pt x="181829" y="841755"/>
                </a:moveTo>
                <a:lnTo>
                  <a:pt x="163117" y="803637"/>
                </a:lnTo>
                <a:moveTo>
                  <a:pt x="328416" y="1013821"/>
                </a:moveTo>
                <a:lnTo>
                  <a:pt x="181829" y="841755"/>
                </a:lnTo>
                <a:moveTo>
                  <a:pt x="163117" y="803637"/>
                </a:moveTo>
                <a:lnTo>
                  <a:pt x="127367" y="764465"/>
                </a:lnTo>
                <a:moveTo>
                  <a:pt x="27987" y="611882"/>
                </a:moveTo>
                <a:lnTo>
                  <a:pt x="15884" y="568104"/>
                </a:lnTo>
                <a:moveTo>
                  <a:pt x="127367" y="764465"/>
                </a:moveTo>
                <a:lnTo>
                  <a:pt x="27987" y="611882"/>
                </a:lnTo>
                <a:moveTo>
                  <a:pt x="94475" y="355756"/>
                </a:moveTo>
                <a:lnTo>
                  <a:pt x="61764" y="487047"/>
                </a:lnTo>
                <a:moveTo>
                  <a:pt x="215332" y="297247"/>
                </a:moveTo>
                <a:lnTo>
                  <a:pt x="94475" y="355756"/>
                </a:lnTo>
                <a:moveTo>
                  <a:pt x="15884" y="568104"/>
                </a:moveTo>
                <a:lnTo>
                  <a:pt x="0" y="533071"/>
                </a:lnTo>
                <a:moveTo>
                  <a:pt x="0" y="533071"/>
                </a:moveTo>
                <a:lnTo>
                  <a:pt x="61764" y="487047"/>
                </a:lnTo>
                <a:moveTo>
                  <a:pt x="399068" y="29317"/>
                </a:moveTo>
                <a:lnTo>
                  <a:pt x="397119" y="31452"/>
                </a:lnTo>
                <a:moveTo>
                  <a:pt x="399651" y="27931"/>
                </a:moveTo>
                <a:lnTo>
                  <a:pt x="399068" y="29317"/>
                </a:lnTo>
                <a:moveTo>
                  <a:pt x="215332" y="297247"/>
                </a:moveTo>
                <a:lnTo>
                  <a:pt x="364837" y="221318"/>
                </a:lnTo>
                <a:moveTo>
                  <a:pt x="364837" y="221318"/>
                </a:moveTo>
                <a:lnTo>
                  <a:pt x="397119" y="31452"/>
                </a:lnTo>
                <a:moveTo>
                  <a:pt x="398159" y="26392"/>
                </a:moveTo>
                <a:lnTo>
                  <a:pt x="399651" y="27931"/>
                </a:lnTo>
                <a:moveTo>
                  <a:pt x="388496" y="0"/>
                </a:moveTo>
                <a:lnTo>
                  <a:pt x="398159" y="26392"/>
                </a:lnTo>
              </a:path>
            </a:pathLst>
          </a:custGeom>
          <a:noFill/>
          <a:ln w="4001">
            <a:solidFill>
              <a:srgbClr val="9C9C9C">
                <a:alpha val="38000"/>
              </a:srgbClr>
            </a:solidFill>
            <a:prstDash val="solid"/>
          </a:ln>
        </p:spPr>
      </p:sp>
      <p:sp>
        <p:nvSpPr>
          <p:cNvPr id="119" name="PANEL_01-contour-60_84">
            <a:extLst>
              <a:ext uri="{FF2B5EF4-FFF2-40B4-BE49-F238E27FC236}">
                <a16:creationId xmlns:a16="http://schemas.microsoft.com/office/drawing/2014/main" id="{90430638-0D72-4B34-834B-E1A7D9B40DEF}"/>
              </a:ext>
            </a:extLst>
          </p:cNvPr>
          <p:cNvSpPr>
            <a:spLocks/>
          </p:cNvSpPr>
          <p:nvPr/>
        </p:nvSpPr>
        <p:spPr>
          <a:xfrm>
            <a:off x="1327366" y="3375289"/>
            <a:ext cx="422672" cy="2121912"/>
          </a:xfrm>
          <a:custGeom>
            <a:pathLst>
              <a:path w="443750" h="2227730">
                <a:moveTo>
                  <a:pt x="3456" y="2181281"/>
                </a:moveTo>
                <a:lnTo>
                  <a:pt x="0" y="2227730"/>
                </a:lnTo>
                <a:moveTo>
                  <a:pt x="56694" y="2132252"/>
                </a:moveTo>
                <a:lnTo>
                  <a:pt x="3456" y="2181281"/>
                </a:lnTo>
                <a:moveTo>
                  <a:pt x="56694" y="2132252"/>
                </a:moveTo>
                <a:lnTo>
                  <a:pt x="185636" y="2025346"/>
                </a:lnTo>
                <a:moveTo>
                  <a:pt x="300705" y="1863199"/>
                </a:moveTo>
                <a:lnTo>
                  <a:pt x="304424" y="1856475"/>
                </a:lnTo>
                <a:moveTo>
                  <a:pt x="185636" y="2025346"/>
                </a:moveTo>
                <a:lnTo>
                  <a:pt x="300705" y="1863199"/>
                </a:lnTo>
                <a:moveTo>
                  <a:pt x="378142" y="1671583"/>
                </a:moveTo>
                <a:lnTo>
                  <a:pt x="307178" y="1848382"/>
                </a:lnTo>
                <a:moveTo>
                  <a:pt x="360151" y="1600262"/>
                </a:moveTo>
                <a:lnTo>
                  <a:pt x="378142" y="1671583"/>
                </a:lnTo>
                <a:moveTo>
                  <a:pt x="304424" y="1856475"/>
                </a:moveTo>
                <a:lnTo>
                  <a:pt x="306091" y="1854365"/>
                </a:lnTo>
                <a:moveTo>
                  <a:pt x="306091" y="1854365"/>
                </a:moveTo>
                <a:lnTo>
                  <a:pt x="307178" y="1848382"/>
                </a:lnTo>
                <a:moveTo>
                  <a:pt x="349793" y="1495610"/>
                </a:moveTo>
                <a:lnTo>
                  <a:pt x="360151" y="1600262"/>
                </a:lnTo>
                <a:moveTo>
                  <a:pt x="354595" y="1465498"/>
                </a:moveTo>
                <a:lnTo>
                  <a:pt x="349793" y="1495610"/>
                </a:lnTo>
                <a:moveTo>
                  <a:pt x="395931" y="1346081"/>
                </a:moveTo>
                <a:lnTo>
                  <a:pt x="354595" y="1465498"/>
                </a:lnTo>
                <a:moveTo>
                  <a:pt x="395931" y="1346081"/>
                </a:moveTo>
                <a:lnTo>
                  <a:pt x="424797" y="1282266"/>
                </a:lnTo>
                <a:moveTo>
                  <a:pt x="378421" y="1141905"/>
                </a:moveTo>
                <a:lnTo>
                  <a:pt x="351116" y="1100113"/>
                </a:lnTo>
                <a:moveTo>
                  <a:pt x="424797" y="1282266"/>
                </a:moveTo>
                <a:lnTo>
                  <a:pt x="378421" y="1141905"/>
                </a:lnTo>
                <a:moveTo>
                  <a:pt x="351116" y="1100113"/>
                </a:moveTo>
                <a:lnTo>
                  <a:pt x="339537" y="1061137"/>
                </a:lnTo>
                <a:moveTo>
                  <a:pt x="240363" y="901321"/>
                </a:moveTo>
                <a:lnTo>
                  <a:pt x="207498" y="864212"/>
                </a:lnTo>
                <a:moveTo>
                  <a:pt x="339537" y="1061137"/>
                </a:moveTo>
                <a:lnTo>
                  <a:pt x="240363" y="901321"/>
                </a:lnTo>
                <a:moveTo>
                  <a:pt x="207498" y="864212"/>
                </a:moveTo>
                <a:lnTo>
                  <a:pt x="197316" y="826121"/>
                </a:lnTo>
                <a:moveTo>
                  <a:pt x="110338" y="655284"/>
                </a:moveTo>
                <a:lnTo>
                  <a:pt x="83863" y="626275"/>
                </a:lnTo>
                <a:moveTo>
                  <a:pt x="197316" y="826121"/>
                </a:moveTo>
                <a:lnTo>
                  <a:pt x="110338" y="655284"/>
                </a:lnTo>
                <a:moveTo>
                  <a:pt x="130733" y="409200"/>
                </a:moveTo>
                <a:lnTo>
                  <a:pt x="119048" y="542856"/>
                </a:lnTo>
                <a:moveTo>
                  <a:pt x="192671" y="364653"/>
                </a:moveTo>
                <a:lnTo>
                  <a:pt x="130733" y="409200"/>
                </a:lnTo>
                <a:moveTo>
                  <a:pt x="83863" y="626275"/>
                </a:moveTo>
                <a:lnTo>
                  <a:pt x="86506" y="598764"/>
                </a:lnTo>
                <a:moveTo>
                  <a:pt x="86506" y="598764"/>
                </a:moveTo>
                <a:lnTo>
                  <a:pt x="119048" y="542856"/>
                </a:lnTo>
                <a:moveTo>
                  <a:pt x="192671" y="364653"/>
                </a:moveTo>
                <a:lnTo>
                  <a:pt x="327334" y="256781"/>
                </a:lnTo>
                <a:moveTo>
                  <a:pt x="435510" y="100334"/>
                </a:moveTo>
                <a:lnTo>
                  <a:pt x="441801" y="88733"/>
                </a:lnTo>
                <a:moveTo>
                  <a:pt x="327334" y="256781"/>
                </a:moveTo>
                <a:lnTo>
                  <a:pt x="435510" y="100334"/>
                </a:lnTo>
                <a:moveTo>
                  <a:pt x="424156" y="0"/>
                </a:moveTo>
                <a:lnTo>
                  <a:pt x="436543" y="58263"/>
                </a:lnTo>
                <a:moveTo>
                  <a:pt x="441801" y="88733"/>
                </a:moveTo>
                <a:lnTo>
                  <a:pt x="443750" y="84815"/>
                </a:lnTo>
                <a:moveTo>
                  <a:pt x="443750" y="84815"/>
                </a:moveTo>
                <a:lnTo>
                  <a:pt x="436543" y="58263"/>
                </a:lnTo>
              </a:path>
            </a:pathLst>
          </a:custGeom>
          <a:noFill/>
          <a:ln w="4001">
            <a:solidFill>
              <a:srgbClr val="9C9C9C">
                <a:alpha val="38000"/>
              </a:srgbClr>
            </a:solidFill>
            <a:prstDash val="solid"/>
          </a:ln>
        </p:spPr>
      </p:sp>
      <p:sp>
        <p:nvSpPr>
          <p:cNvPr id="120" name="PANEL_01-contour-80_85">
            <a:extLst>
              <a:ext uri="{FF2B5EF4-FFF2-40B4-BE49-F238E27FC236}">
                <a16:creationId xmlns:a16="http://schemas.microsoft.com/office/drawing/2014/main" id="{41297834-D515-4A29-9778-94CC3B4F57A5}"/>
              </a:ext>
            </a:extLst>
          </p:cNvPr>
          <p:cNvSpPr>
            <a:spLocks/>
          </p:cNvSpPr>
          <p:nvPr/>
        </p:nvSpPr>
        <p:spPr>
          <a:xfrm>
            <a:off x="576524" y="3028678"/>
            <a:ext cx="610966" cy="2121912"/>
          </a:xfrm>
          <a:custGeom>
            <a:pathLst>
              <a:path w="641434" h="2227730">
                <a:moveTo>
                  <a:pt x="15753" y="2216745"/>
                </a:moveTo>
                <a:lnTo>
                  <a:pt x="20811" y="2227730"/>
                </a:lnTo>
                <a:moveTo>
                  <a:pt x="74405" y="2006413"/>
                </a:moveTo>
                <a:lnTo>
                  <a:pt x="40702" y="2136027"/>
                </a:lnTo>
                <a:moveTo>
                  <a:pt x="151126" y="1952417"/>
                </a:moveTo>
                <a:lnTo>
                  <a:pt x="74405" y="2006413"/>
                </a:lnTo>
                <a:moveTo>
                  <a:pt x="15753" y="2216745"/>
                </a:moveTo>
                <a:lnTo>
                  <a:pt x="0" y="2188620"/>
                </a:lnTo>
                <a:moveTo>
                  <a:pt x="0" y="2188620"/>
                </a:moveTo>
                <a:lnTo>
                  <a:pt x="40702" y="2136027"/>
                </a:lnTo>
                <a:moveTo>
                  <a:pt x="151126" y="1952417"/>
                </a:moveTo>
                <a:lnTo>
                  <a:pt x="284759" y="1857346"/>
                </a:lnTo>
                <a:moveTo>
                  <a:pt x="358347" y="1690491"/>
                </a:moveTo>
                <a:lnTo>
                  <a:pt x="360853" y="1680512"/>
                </a:lnTo>
                <a:moveTo>
                  <a:pt x="284759" y="1857346"/>
                </a:moveTo>
                <a:lnTo>
                  <a:pt x="358347" y="1690491"/>
                </a:lnTo>
                <a:moveTo>
                  <a:pt x="418898" y="1489355"/>
                </a:moveTo>
                <a:lnTo>
                  <a:pt x="367954" y="1667276"/>
                </a:lnTo>
                <a:moveTo>
                  <a:pt x="464575" y="1419409"/>
                </a:moveTo>
                <a:lnTo>
                  <a:pt x="418898" y="1489355"/>
                </a:lnTo>
                <a:moveTo>
                  <a:pt x="360853" y="1680512"/>
                </a:moveTo>
                <a:lnTo>
                  <a:pt x="363745" y="1676256"/>
                </a:lnTo>
                <a:moveTo>
                  <a:pt x="363745" y="1676256"/>
                </a:moveTo>
                <a:lnTo>
                  <a:pt x="367954" y="1667276"/>
                </a:lnTo>
                <a:moveTo>
                  <a:pt x="464575" y="1419409"/>
                </a:moveTo>
                <a:lnTo>
                  <a:pt x="521909" y="1314121"/>
                </a:lnTo>
                <a:moveTo>
                  <a:pt x="520477" y="1246187"/>
                </a:moveTo>
                <a:lnTo>
                  <a:pt x="500227" y="1165241"/>
                </a:lnTo>
                <a:moveTo>
                  <a:pt x="521909" y="1314121"/>
                </a:moveTo>
                <a:lnTo>
                  <a:pt x="520477" y="1246187"/>
                </a:lnTo>
                <a:moveTo>
                  <a:pt x="500227" y="1165241"/>
                </a:moveTo>
                <a:lnTo>
                  <a:pt x="482491" y="1104167"/>
                </a:lnTo>
                <a:moveTo>
                  <a:pt x="415446" y="983188"/>
                </a:moveTo>
                <a:lnTo>
                  <a:pt x="367406" y="928240"/>
                </a:lnTo>
                <a:moveTo>
                  <a:pt x="482491" y="1104167"/>
                </a:moveTo>
                <a:lnTo>
                  <a:pt x="415446" y="983188"/>
                </a:lnTo>
                <a:moveTo>
                  <a:pt x="367406" y="928240"/>
                </a:moveTo>
                <a:lnTo>
                  <a:pt x="300567" y="859473"/>
                </a:lnTo>
                <a:moveTo>
                  <a:pt x="240542" y="767610"/>
                </a:moveTo>
                <a:lnTo>
                  <a:pt x="191005" y="695679"/>
                </a:lnTo>
                <a:moveTo>
                  <a:pt x="300567" y="859473"/>
                </a:moveTo>
                <a:lnTo>
                  <a:pt x="240542" y="767610"/>
                </a:lnTo>
                <a:moveTo>
                  <a:pt x="258390" y="448501"/>
                </a:moveTo>
                <a:lnTo>
                  <a:pt x="253955" y="482109"/>
                </a:lnTo>
                <a:moveTo>
                  <a:pt x="265015" y="437603"/>
                </a:moveTo>
                <a:lnTo>
                  <a:pt x="258390" y="448501"/>
                </a:lnTo>
                <a:moveTo>
                  <a:pt x="191005" y="695679"/>
                </a:moveTo>
                <a:lnTo>
                  <a:pt x="121396" y="615451"/>
                </a:lnTo>
                <a:moveTo>
                  <a:pt x="121396" y="615451"/>
                </a:moveTo>
                <a:lnTo>
                  <a:pt x="253955" y="482109"/>
                </a:lnTo>
                <a:moveTo>
                  <a:pt x="265015" y="437603"/>
                </a:moveTo>
                <a:lnTo>
                  <a:pt x="457034" y="296580"/>
                </a:lnTo>
                <a:moveTo>
                  <a:pt x="484712" y="267629"/>
                </a:moveTo>
                <a:lnTo>
                  <a:pt x="587169" y="154243"/>
                </a:lnTo>
                <a:moveTo>
                  <a:pt x="457034" y="296580"/>
                </a:moveTo>
                <a:lnTo>
                  <a:pt x="484712" y="267629"/>
                </a:lnTo>
                <a:moveTo>
                  <a:pt x="641434" y="0"/>
                </a:moveTo>
                <a:lnTo>
                  <a:pt x="616564" y="70763"/>
                </a:lnTo>
                <a:moveTo>
                  <a:pt x="587169" y="154243"/>
                </a:moveTo>
                <a:lnTo>
                  <a:pt x="614958" y="134733"/>
                </a:lnTo>
                <a:moveTo>
                  <a:pt x="614958" y="134733"/>
                </a:moveTo>
                <a:lnTo>
                  <a:pt x="616564" y="70763"/>
                </a:lnTo>
              </a:path>
            </a:pathLst>
          </a:custGeom>
          <a:noFill/>
          <a:ln w="4001">
            <a:solidFill>
              <a:srgbClr val="9C9C9C">
                <a:alpha val="38000"/>
              </a:srgbClr>
            </a:solidFill>
            <a:prstDash val="solid"/>
          </a:ln>
        </p:spPr>
      </p:sp>
      <p:sp>
        <p:nvSpPr>
          <p:cNvPr id="121" name="PANEL_01-contour-100_86">
            <a:extLst>
              <a:ext uri="{FF2B5EF4-FFF2-40B4-BE49-F238E27FC236}">
                <a16:creationId xmlns:a16="http://schemas.microsoft.com/office/drawing/2014/main" id="{0634A690-75DB-4E23-965A-7578B9421F44}"/>
              </a:ext>
            </a:extLst>
          </p:cNvPr>
          <p:cNvSpPr>
            <a:spLocks/>
          </p:cNvSpPr>
          <p:nvPr/>
        </p:nvSpPr>
        <p:spPr>
          <a:xfrm>
            <a:off x="136924" y="2682068"/>
            <a:ext cx="528827" cy="1641701"/>
          </a:xfrm>
          <a:custGeom>
            <a:pathLst>
              <a:path w="555199" h="1723571">
                <a:moveTo>
                  <a:pt x="192049" y="1521894"/>
                </a:moveTo>
                <a:lnTo>
                  <a:pt x="154535" y="1571520"/>
                </a:lnTo>
                <a:moveTo>
                  <a:pt x="208547" y="1492522"/>
                </a:moveTo>
                <a:lnTo>
                  <a:pt x="192049" y="1521894"/>
                </a:lnTo>
                <a:moveTo>
                  <a:pt x="0" y="1723571"/>
                </a:moveTo>
                <a:lnTo>
                  <a:pt x="55280" y="1688898"/>
                </a:lnTo>
                <a:moveTo>
                  <a:pt x="55280" y="1688898"/>
                </a:moveTo>
                <a:lnTo>
                  <a:pt x="154535" y="1571520"/>
                </a:lnTo>
                <a:moveTo>
                  <a:pt x="274678" y="1391927"/>
                </a:moveTo>
                <a:lnTo>
                  <a:pt x="208547" y="1492522"/>
                </a:lnTo>
                <a:moveTo>
                  <a:pt x="298095" y="1347400"/>
                </a:moveTo>
                <a:lnTo>
                  <a:pt x="274678" y="1391927"/>
                </a:lnTo>
                <a:moveTo>
                  <a:pt x="298095" y="1347400"/>
                </a:moveTo>
                <a:lnTo>
                  <a:pt x="290391" y="1233648"/>
                </a:lnTo>
                <a:moveTo>
                  <a:pt x="290391" y="1233648"/>
                </a:moveTo>
                <a:lnTo>
                  <a:pt x="288775" y="1144782"/>
                </a:lnTo>
                <a:moveTo>
                  <a:pt x="247562" y="1076052"/>
                </a:moveTo>
                <a:lnTo>
                  <a:pt x="141626" y="998272"/>
                </a:lnTo>
                <a:moveTo>
                  <a:pt x="288775" y="1144782"/>
                </a:moveTo>
                <a:lnTo>
                  <a:pt x="247562" y="1076052"/>
                </a:lnTo>
                <a:moveTo>
                  <a:pt x="21432" y="895238"/>
                </a:moveTo>
                <a:lnTo>
                  <a:pt x="141626" y="998272"/>
                </a:lnTo>
                <a:moveTo>
                  <a:pt x="21432" y="895238"/>
                </a:moveTo>
                <a:lnTo>
                  <a:pt x="0" y="879335"/>
                </a:lnTo>
                <a:moveTo>
                  <a:pt x="121633" y="302656"/>
                </a:moveTo>
                <a:lnTo>
                  <a:pt x="31287" y="371336"/>
                </a:lnTo>
                <a:moveTo>
                  <a:pt x="121633" y="302656"/>
                </a:moveTo>
                <a:lnTo>
                  <a:pt x="249917" y="235633"/>
                </a:lnTo>
                <a:moveTo>
                  <a:pt x="31287" y="371336"/>
                </a:moveTo>
                <a:lnTo>
                  <a:pt x="0" y="379478"/>
                </a:lnTo>
                <a:moveTo>
                  <a:pt x="555199" y="7658"/>
                </a:moveTo>
                <a:lnTo>
                  <a:pt x="463529" y="73047"/>
                </a:lnTo>
                <a:moveTo>
                  <a:pt x="555199" y="7658"/>
                </a:moveTo>
                <a:lnTo>
                  <a:pt x="551998" y="0"/>
                </a:lnTo>
                <a:moveTo>
                  <a:pt x="249917" y="235633"/>
                </a:moveTo>
                <a:lnTo>
                  <a:pt x="404774" y="171334"/>
                </a:lnTo>
                <a:moveTo>
                  <a:pt x="404774" y="171334"/>
                </a:moveTo>
                <a:lnTo>
                  <a:pt x="463529" y="73047"/>
                </a:lnTo>
              </a:path>
            </a:pathLst>
          </a:custGeom>
          <a:noFill/>
          <a:ln w="4001">
            <a:solidFill>
              <a:srgbClr val="9C9C9C">
                <a:alpha val="38000"/>
              </a:srgbClr>
            </a:solidFill>
            <a:prstDash val="solid"/>
          </a:ln>
        </p:spPr>
      </p:sp>
      <p:sp>
        <p:nvSpPr>
          <p:cNvPr id="123" name="PANEL_01-water-wave-0-0_87">
            <a:extLst>
              <a:ext uri="{FF2B5EF4-FFF2-40B4-BE49-F238E27FC236}">
                <a16:creationId xmlns:a16="http://schemas.microsoft.com/office/drawing/2014/main" id="{20D5408C-D70E-4879-8343-0FE16E2102D5}"/>
              </a:ext>
            </a:extLst>
          </p:cNvPr>
          <p:cNvSpPr>
            <a:spLocks/>
          </p:cNvSpPr>
          <p:nvPr/>
        </p:nvSpPr>
        <p:spPr>
          <a:xfrm>
            <a:off x="5467668" y="6106786"/>
            <a:ext cx="720883" cy="20062"/>
          </a:xfrm>
          <a:custGeom>
            <a:pathLst>
              <a:path w="756833" h="21062">
                <a:moveTo>
                  <a:pt x="0" y="21062"/>
                </a:moveTo>
                <a:cubicBezTo>
                  <a:pt x="5734" y="20991"/>
                  <a:pt x="22934" y="20914"/>
                  <a:pt x="34402" y="20636"/>
                </a:cubicBezTo>
                <a:cubicBezTo>
                  <a:pt x="45869" y="20357"/>
                  <a:pt x="57336" y="19925"/>
                  <a:pt x="68803" y="19390"/>
                </a:cubicBezTo>
                <a:cubicBezTo>
                  <a:pt x="80270" y="18856"/>
                  <a:pt x="91737" y="18175"/>
                  <a:pt x="103205" y="17427"/>
                </a:cubicBezTo>
                <a:cubicBezTo>
                  <a:pt x="114672" y="16680"/>
                  <a:pt x="126139" y="15805"/>
                  <a:pt x="137606" y="14906"/>
                </a:cubicBezTo>
                <a:cubicBezTo>
                  <a:pt x="149073" y="14006"/>
                  <a:pt x="160540" y="13009"/>
                  <a:pt x="172008" y="12030"/>
                </a:cubicBezTo>
                <a:cubicBezTo>
                  <a:pt x="183475" y="11051"/>
                  <a:pt x="194942" y="10011"/>
                  <a:pt x="206409" y="9032"/>
                </a:cubicBezTo>
                <a:cubicBezTo>
                  <a:pt x="217876" y="8053"/>
                  <a:pt x="229343" y="7056"/>
                  <a:pt x="240811" y="6156"/>
                </a:cubicBezTo>
                <a:cubicBezTo>
                  <a:pt x="252278" y="5257"/>
                  <a:pt x="263745" y="4382"/>
                  <a:pt x="275212" y="3635"/>
                </a:cubicBezTo>
                <a:cubicBezTo>
                  <a:pt x="286679" y="2887"/>
                  <a:pt x="298146" y="2206"/>
                  <a:pt x="309614" y="1672"/>
                </a:cubicBezTo>
                <a:cubicBezTo>
                  <a:pt x="321081" y="1137"/>
                  <a:pt x="332548" y="705"/>
                  <a:pt x="344015" y="427"/>
                </a:cubicBezTo>
                <a:cubicBezTo>
                  <a:pt x="355482" y="148"/>
                  <a:pt x="366949" y="0"/>
                  <a:pt x="378417" y="0"/>
                </a:cubicBezTo>
                <a:cubicBezTo>
                  <a:pt x="389884" y="0"/>
                  <a:pt x="401351" y="148"/>
                  <a:pt x="412818" y="427"/>
                </a:cubicBezTo>
                <a:cubicBezTo>
                  <a:pt x="424285" y="705"/>
                  <a:pt x="435752" y="1137"/>
                  <a:pt x="447220" y="1672"/>
                </a:cubicBezTo>
                <a:cubicBezTo>
                  <a:pt x="458687" y="2206"/>
                  <a:pt x="470154" y="2887"/>
                  <a:pt x="481621" y="3635"/>
                </a:cubicBezTo>
                <a:cubicBezTo>
                  <a:pt x="493088" y="4382"/>
                  <a:pt x="504555" y="5257"/>
                  <a:pt x="516023" y="6156"/>
                </a:cubicBezTo>
                <a:cubicBezTo>
                  <a:pt x="527490" y="7056"/>
                  <a:pt x="538957" y="8053"/>
                  <a:pt x="550424" y="9032"/>
                </a:cubicBezTo>
                <a:cubicBezTo>
                  <a:pt x="561891" y="10011"/>
                  <a:pt x="573358" y="11051"/>
                  <a:pt x="584826" y="12030"/>
                </a:cubicBezTo>
                <a:cubicBezTo>
                  <a:pt x="596293" y="13009"/>
                  <a:pt x="607760" y="14006"/>
                  <a:pt x="619227" y="14906"/>
                </a:cubicBezTo>
                <a:cubicBezTo>
                  <a:pt x="630694" y="15805"/>
                  <a:pt x="642161" y="16680"/>
                  <a:pt x="653629" y="17427"/>
                </a:cubicBezTo>
                <a:cubicBezTo>
                  <a:pt x="665096" y="18175"/>
                  <a:pt x="676563" y="18856"/>
                  <a:pt x="688030" y="19390"/>
                </a:cubicBezTo>
                <a:cubicBezTo>
                  <a:pt x="699497" y="19925"/>
                  <a:pt x="710964" y="20357"/>
                  <a:pt x="722432" y="20636"/>
                </a:cubicBezTo>
                <a:cubicBezTo>
                  <a:pt x="733899" y="20914"/>
                  <a:pt x="751099" y="20991"/>
                  <a:pt x="756833" y="21062"/>
                </a:cubicBezTo>
              </a:path>
            </a:pathLst>
          </a:custGeom>
          <a:noFill/>
          <a:ln w="6668">
            <a:solidFill>
              <a:srgbClr val="BCBCBC">
                <a:alpha val="55000"/>
              </a:srgbClr>
            </a:solidFill>
            <a:prstDash val="solid"/>
          </a:ln>
        </p:spPr>
      </p:sp>
      <p:sp>
        <p:nvSpPr>
          <p:cNvPr id="124" name="PANEL_01-water-wave-0-1_88">
            <a:extLst>
              <a:ext uri="{FF2B5EF4-FFF2-40B4-BE49-F238E27FC236}">
                <a16:creationId xmlns:a16="http://schemas.microsoft.com/office/drawing/2014/main" id="{47305761-E25A-4F9B-91D4-ACE775844058}"/>
              </a:ext>
            </a:extLst>
          </p:cNvPr>
          <p:cNvSpPr>
            <a:spLocks/>
          </p:cNvSpPr>
          <p:nvPr/>
        </p:nvSpPr>
        <p:spPr>
          <a:xfrm>
            <a:off x="5467668" y="6068206"/>
            <a:ext cx="720883" cy="20062"/>
          </a:xfrm>
          <a:custGeom>
            <a:pathLst>
              <a:path w="756833" h="21062">
                <a:moveTo>
                  <a:pt x="0" y="21062"/>
                </a:moveTo>
                <a:cubicBezTo>
                  <a:pt x="5734" y="20991"/>
                  <a:pt x="22934" y="20914"/>
                  <a:pt x="34402" y="20636"/>
                </a:cubicBezTo>
                <a:cubicBezTo>
                  <a:pt x="45869" y="20357"/>
                  <a:pt x="57336" y="19925"/>
                  <a:pt x="68803" y="19390"/>
                </a:cubicBezTo>
                <a:cubicBezTo>
                  <a:pt x="80270" y="18856"/>
                  <a:pt x="91737" y="18175"/>
                  <a:pt x="103205" y="17427"/>
                </a:cubicBezTo>
                <a:cubicBezTo>
                  <a:pt x="114672" y="16680"/>
                  <a:pt x="126139" y="15805"/>
                  <a:pt x="137606" y="14906"/>
                </a:cubicBezTo>
                <a:cubicBezTo>
                  <a:pt x="149073" y="14006"/>
                  <a:pt x="160540" y="13009"/>
                  <a:pt x="172008" y="12030"/>
                </a:cubicBezTo>
                <a:cubicBezTo>
                  <a:pt x="183475" y="11051"/>
                  <a:pt x="194942" y="10011"/>
                  <a:pt x="206409" y="9032"/>
                </a:cubicBezTo>
                <a:cubicBezTo>
                  <a:pt x="217876" y="8053"/>
                  <a:pt x="229343" y="7056"/>
                  <a:pt x="240811" y="6156"/>
                </a:cubicBezTo>
                <a:cubicBezTo>
                  <a:pt x="252278" y="5257"/>
                  <a:pt x="263745" y="4382"/>
                  <a:pt x="275212" y="3635"/>
                </a:cubicBezTo>
                <a:cubicBezTo>
                  <a:pt x="286679" y="2887"/>
                  <a:pt x="298146" y="2206"/>
                  <a:pt x="309614" y="1672"/>
                </a:cubicBezTo>
                <a:cubicBezTo>
                  <a:pt x="321081" y="1137"/>
                  <a:pt x="332548" y="705"/>
                  <a:pt x="344015" y="427"/>
                </a:cubicBezTo>
                <a:cubicBezTo>
                  <a:pt x="355482" y="148"/>
                  <a:pt x="366949" y="0"/>
                  <a:pt x="378417" y="0"/>
                </a:cubicBezTo>
                <a:cubicBezTo>
                  <a:pt x="389884" y="0"/>
                  <a:pt x="401351" y="148"/>
                  <a:pt x="412818" y="427"/>
                </a:cubicBezTo>
                <a:cubicBezTo>
                  <a:pt x="424285" y="705"/>
                  <a:pt x="435752" y="1137"/>
                  <a:pt x="447220" y="1672"/>
                </a:cubicBezTo>
                <a:cubicBezTo>
                  <a:pt x="458687" y="2206"/>
                  <a:pt x="470154" y="2887"/>
                  <a:pt x="481621" y="3635"/>
                </a:cubicBezTo>
                <a:cubicBezTo>
                  <a:pt x="493088" y="4382"/>
                  <a:pt x="504555" y="5257"/>
                  <a:pt x="516023" y="6156"/>
                </a:cubicBezTo>
                <a:cubicBezTo>
                  <a:pt x="527490" y="7056"/>
                  <a:pt x="538957" y="8053"/>
                  <a:pt x="550424" y="9032"/>
                </a:cubicBezTo>
                <a:cubicBezTo>
                  <a:pt x="561891" y="10011"/>
                  <a:pt x="573358" y="11051"/>
                  <a:pt x="584826" y="12030"/>
                </a:cubicBezTo>
                <a:cubicBezTo>
                  <a:pt x="596293" y="13009"/>
                  <a:pt x="607760" y="14006"/>
                  <a:pt x="619227" y="14906"/>
                </a:cubicBezTo>
                <a:cubicBezTo>
                  <a:pt x="630694" y="15805"/>
                  <a:pt x="642161" y="16680"/>
                  <a:pt x="653629" y="17427"/>
                </a:cubicBezTo>
                <a:cubicBezTo>
                  <a:pt x="665096" y="18175"/>
                  <a:pt x="676563" y="18856"/>
                  <a:pt x="688030" y="19390"/>
                </a:cubicBezTo>
                <a:cubicBezTo>
                  <a:pt x="699497" y="19925"/>
                  <a:pt x="710964" y="20357"/>
                  <a:pt x="722432" y="20636"/>
                </a:cubicBezTo>
                <a:cubicBezTo>
                  <a:pt x="733899" y="20914"/>
                  <a:pt x="751099" y="20991"/>
                  <a:pt x="756833" y="21062"/>
                </a:cubicBezTo>
              </a:path>
            </a:pathLst>
          </a:custGeom>
          <a:noFill/>
          <a:ln w="6668">
            <a:solidFill>
              <a:srgbClr val="BCBCBC">
                <a:alpha val="55000"/>
              </a:srgbClr>
            </a:solidFill>
            <a:prstDash val="solid"/>
          </a:ln>
        </p:spPr>
      </p:sp>
      <p:sp>
        <p:nvSpPr>
          <p:cNvPr id="125" name="PANEL_01-water-wave-1-0_89">
            <a:extLst>
              <a:ext uri="{FF2B5EF4-FFF2-40B4-BE49-F238E27FC236}">
                <a16:creationId xmlns:a16="http://schemas.microsoft.com/office/drawing/2014/main" id="{71E7BE3E-F5D7-4FBA-8DE0-C7204D4A78CE}"/>
              </a:ext>
            </a:extLst>
          </p:cNvPr>
          <p:cNvSpPr>
            <a:spLocks/>
          </p:cNvSpPr>
          <p:nvPr/>
        </p:nvSpPr>
        <p:spPr>
          <a:xfrm>
            <a:off x="7364729" y="6052774"/>
            <a:ext cx="720883" cy="20062"/>
          </a:xfrm>
          <a:custGeom>
            <a:pathLst>
              <a:path w="756833" h="21062">
                <a:moveTo>
                  <a:pt x="0" y="21062"/>
                </a:moveTo>
                <a:cubicBezTo>
                  <a:pt x="5734" y="20991"/>
                  <a:pt x="22934" y="20914"/>
                  <a:pt x="34402" y="20636"/>
                </a:cubicBezTo>
                <a:cubicBezTo>
                  <a:pt x="45869" y="20357"/>
                  <a:pt x="57336" y="19925"/>
                  <a:pt x="68803" y="19390"/>
                </a:cubicBezTo>
                <a:cubicBezTo>
                  <a:pt x="80270" y="18856"/>
                  <a:pt x="91737" y="18175"/>
                  <a:pt x="103205" y="17427"/>
                </a:cubicBezTo>
                <a:cubicBezTo>
                  <a:pt x="114672" y="16680"/>
                  <a:pt x="126139" y="15805"/>
                  <a:pt x="137606" y="14906"/>
                </a:cubicBezTo>
                <a:cubicBezTo>
                  <a:pt x="149073" y="14006"/>
                  <a:pt x="160540" y="13009"/>
                  <a:pt x="172008" y="12030"/>
                </a:cubicBezTo>
                <a:cubicBezTo>
                  <a:pt x="183475" y="11051"/>
                  <a:pt x="194942" y="10011"/>
                  <a:pt x="206409" y="9032"/>
                </a:cubicBezTo>
                <a:cubicBezTo>
                  <a:pt x="217876" y="8053"/>
                  <a:pt x="229343" y="7056"/>
                  <a:pt x="240811" y="6156"/>
                </a:cubicBezTo>
                <a:cubicBezTo>
                  <a:pt x="252278" y="5257"/>
                  <a:pt x="263745" y="4382"/>
                  <a:pt x="275212" y="3635"/>
                </a:cubicBezTo>
                <a:cubicBezTo>
                  <a:pt x="286679" y="2887"/>
                  <a:pt x="298146" y="2206"/>
                  <a:pt x="309614" y="1672"/>
                </a:cubicBezTo>
                <a:cubicBezTo>
                  <a:pt x="321081" y="1137"/>
                  <a:pt x="332548" y="705"/>
                  <a:pt x="344015" y="427"/>
                </a:cubicBezTo>
                <a:cubicBezTo>
                  <a:pt x="355482" y="148"/>
                  <a:pt x="366949" y="0"/>
                  <a:pt x="378417" y="0"/>
                </a:cubicBezTo>
                <a:cubicBezTo>
                  <a:pt x="389884" y="0"/>
                  <a:pt x="401351" y="148"/>
                  <a:pt x="412818" y="427"/>
                </a:cubicBezTo>
                <a:cubicBezTo>
                  <a:pt x="424285" y="705"/>
                  <a:pt x="435752" y="1137"/>
                  <a:pt x="447220" y="1672"/>
                </a:cubicBezTo>
                <a:cubicBezTo>
                  <a:pt x="458687" y="2206"/>
                  <a:pt x="470154" y="2887"/>
                  <a:pt x="481621" y="3635"/>
                </a:cubicBezTo>
                <a:cubicBezTo>
                  <a:pt x="493088" y="4382"/>
                  <a:pt x="504555" y="5257"/>
                  <a:pt x="516023" y="6156"/>
                </a:cubicBezTo>
                <a:cubicBezTo>
                  <a:pt x="527490" y="7056"/>
                  <a:pt x="538957" y="8053"/>
                  <a:pt x="550424" y="9032"/>
                </a:cubicBezTo>
                <a:cubicBezTo>
                  <a:pt x="561891" y="10011"/>
                  <a:pt x="573358" y="11051"/>
                  <a:pt x="584826" y="12030"/>
                </a:cubicBezTo>
                <a:cubicBezTo>
                  <a:pt x="596293" y="13009"/>
                  <a:pt x="607760" y="14006"/>
                  <a:pt x="619227" y="14906"/>
                </a:cubicBezTo>
                <a:cubicBezTo>
                  <a:pt x="630694" y="15805"/>
                  <a:pt x="642161" y="16680"/>
                  <a:pt x="653629" y="17427"/>
                </a:cubicBezTo>
                <a:cubicBezTo>
                  <a:pt x="665096" y="18175"/>
                  <a:pt x="676563" y="18856"/>
                  <a:pt x="688030" y="19390"/>
                </a:cubicBezTo>
                <a:cubicBezTo>
                  <a:pt x="699497" y="19925"/>
                  <a:pt x="710964" y="20357"/>
                  <a:pt x="722432" y="20636"/>
                </a:cubicBezTo>
                <a:cubicBezTo>
                  <a:pt x="733899" y="20914"/>
                  <a:pt x="751099" y="20991"/>
                  <a:pt x="756833" y="21062"/>
                </a:cubicBezTo>
              </a:path>
            </a:pathLst>
          </a:custGeom>
          <a:noFill/>
          <a:ln w="6668">
            <a:solidFill>
              <a:srgbClr val="BCBCBC">
                <a:alpha val="55000"/>
              </a:srgbClr>
            </a:solidFill>
            <a:prstDash val="solid"/>
          </a:ln>
        </p:spPr>
      </p:sp>
      <p:sp>
        <p:nvSpPr>
          <p:cNvPr id="126" name="PANEL_01-water-wave-1-1_90">
            <a:extLst>
              <a:ext uri="{FF2B5EF4-FFF2-40B4-BE49-F238E27FC236}">
                <a16:creationId xmlns:a16="http://schemas.microsoft.com/office/drawing/2014/main" id="{C13F6A58-BE00-42CC-BE30-58669648E63A}"/>
              </a:ext>
            </a:extLst>
          </p:cNvPr>
          <p:cNvSpPr>
            <a:spLocks/>
          </p:cNvSpPr>
          <p:nvPr/>
        </p:nvSpPr>
        <p:spPr>
          <a:xfrm>
            <a:off x="7364729" y="6014194"/>
            <a:ext cx="720883" cy="20062"/>
          </a:xfrm>
          <a:custGeom>
            <a:pathLst>
              <a:path w="756833" h="21062">
                <a:moveTo>
                  <a:pt x="0" y="21062"/>
                </a:moveTo>
                <a:cubicBezTo>
                  <a:pt x="5734" y="20991"/>
                  <a:pt x="22934" y="20914"/>
                  <a:pt x="34402" y="20636"/>
                </a:cubicBezTo>
                <a:cubicBezTo>
                  <a:pt x="45869" y="20357"/>
                  <a:pt x="57336" y="19925"/>
                  <a:pt x="68803" y="19390"/>
                </a:cubicBezTo>
                <a:cubicBezTo>
                  <a:pt x="80270" y="18856"/>
                  <a:pt x="91737" y="18175"/>
                  <a:pt x="103205" y="17427"/>
                </a:cubicBezTo>
                <a:cubicBezTo>
                  <a:pt x="114672" y="16680"/>
                  <a:pt x="126139" y="15805"/>
                  <a:pt x="137606" y="14906"/>
                </a:cubicBezTo>
                <a:cubicBezTo>
                  <a:pt x="149073" y="14006"/>
                  <a:pt x="160540" y="13009"/>
                  <a:pt x="172008" y="12030"/>
                </a:cubicBezTo>
                <a:cubicBezTo>
                  <a:pt x="183475" y="11051"/>
                  <a:pt x="194942" y="10011"/>
                  <a:pt x="206409" y="9032"/>
                </a:cubicBezTo>
                <a:cubicBezTo>
                  <a:pt x="217876" y="8053"/>
                  <a:pt x="229343" y="7056"/>
                  <a:pt x="240811" y="6156"/>
                </a:cubicBezTo>
                <a:cubicBezTo>
                  <a:pt x="252278" y="5257"/>
                  <a:pt x="263745" y="4382"/>
                  <a:pt x="275212" y="3635"/>
                </a:cubicBezTo>
                <a:cubicBezTo>
                  <a:pt x="286679" y="2887"/>
                  <a:pt x="298146" y="2206"/>
                  <a:pt x="309614" y="1672"/>
                </a:cubicBezTo>
                <a:cubicBezTo>
                  <a:pt x="321081" y="1137"/>
                  <a:pt x="332548" y="705"/>
                  <a:pt x="344015" y="427"/>
                </a:cubicBezTo>
                <a:cubicBezTo>
                  <a:pt x="355482" y="148"/>
                  <a:pt x="366949" y="0"/>
                  <a:pt x="378417" y="0"/>
                </a:cubicBezTo>
                <a:cubicBezTo>
                  <a:pt x="389884" y="0"/>
                  <a:pt x="401351" y="148"/>
                  <a:pt x="412818" y="427"/>
                </a:cubicBezTo>
                <a:cubicBezTo>
                  <a:pt x="424285" y="705"/>
                  <a:pt x="435752" y="1137"/>
                  <a:pt x="447220" y="1672"/>
                </a:cubicBezTo>
                <a:cubicBezTo>
                  <a:pt x="458687" y="2206"/>
                  <a:pt x="470154" y="2887"/>
                  <a:pt x="481621" y="3635"/>
                </a:cubicBezTo>
                <a:cubicBezTo>
                  <a:pt x="493088" y="4382"/>
                  <a:pt x="504555" y="5257"/>
                  <a:pt x="516023" y="6156"/>
                </a:cubicBezTo>
                <a:cubicBezTo>
                  <a:pt x="527490" y="7056"/>
                  <a:pt x="538957" y="8053"/>
                  <a:pt x="550424" y="9032"/>
                </a:cubicBezTo>
                <a:cubicBezTo>
                  <a:pt x="561891" y="10011"/>
                  <a:pt x="573358" y="11051"/>
                  <a:pt x="584826" y="12030"/>
                </a:cubicBezTo>
                <a:cubicBezTo>
                  <a:pt x="596293" y="13009"/>
                  <a:pt x="607760" y="14006"/>
                  <a:pt x="619227" y="14906"/>
                </a:cubicBezTo>
                <a:cubicBezTo>
                  <a:pt x="630694" y="15805"/>
                  <a:pt x="642161" y="16680"/>
                  <a:pt x="653629" y="17427"/>
                </a:cubicBezTo>
                <a:cubicBezTo>
                  <a:pt x="665096" y="18175"/>
                  <a:pt x="676563" y="18856"/>
                  <a:pt x="688030" y="19390"/>
                </a:cubicBezTo>
                <a:cubicBezTo>
                  <a:pt x="699497" y="19925"/>
                  <a:pt x="710964" y="20357"/>
                  <a:pt x="722432" y="20636"/>
                </a:cubicBezTo>
                <a:cubicBezTo>
                  <a:pt x="733899" y="20914"/>
                  <a:pt x="751099" y="20991"/>
                  <a:pt x="756833" y="21062"/>
                </a:cubicBezTo>
              </a:path>
            </a:pathLst>
          </a:custGeom>
          <a:noFill/>
          <a:ln w="6668">
            <a:solidFill>
              <a:srgbClr val="BCBCBC">
                <a:alpha val="55000"/>
              </a:srgbClr>
            </a:solidFill>
            <a:prstDash val="solid"/>
          </a:ln>
        </p:spPr>
      </p:sp>
      <p:sp>
        <p:nvSpPr>
          <p:cNvPr id="127" name="PANEL_01-water-wave-2-0_91">
            <a:extLst>
              <a:ext uri="{FF2B5EF4-FFF2-40B4-BE49-F238E27FC236}">
                <a16:creationId xmlns:a16="http://schemas.microsoft.com/office/drawing/2014/main" id="{2FDCED7B-4CB2-4E67-B7B1-D22792C9DC79}"/>
              </a:ext>
            </a:extLst>
          </p:cNvPr>
          <p:cNvSpPr>
            <a:spLocks/>
          </p:cNvSpPr>
          <p:nvPr/>
        </p:nvSpPr>
        <p:spPr>
          <a:xfrm>
            <a:off x="9166938" y="4779627"/>
            <a:ext cx="720883" cy="20062"/>
          </a:xfrm>
          <a:custGeom>
            <a:pathLst>
              <a:path w="756833" h="21062">
                <a:moveTo>
                  <a:pt x="0" y="21062"/>
                </a:moveTo>
                <a:cubicBezTo>
                  <a:pt x="5734" y="20991"/>
                  <a:pt x="22934" y="20914"/>
                  <a:pt x="34402" y="20636"/>
                </a:cubicBezTo>
                <a:cubicBezTo>
                  <a:pt x="45869" y="20357"/>
                  <a:pt x="57336" y="19925"/>
                  <a:pt x="68803" y="19390"/>
                </a:cubicBezTo>
                <a:cubicBezTo>
                  <a:pt x="80270" y="18856"/>
                  <a:pt x="91737" y="18175"/>
                  <a:pt x="103205" y="17427"/>
                </a:cubicBezTo>
                <a:cubicBezTo>
                  <a:pt x="114672" y="16680"/>
                  <a:pt x="126139" y="15805"/>
                  <a:pt x="137606" y="14906"/>
                </a:cubicBezTo>
                <a:cubicBezTo>
                  <a:pt x="149073" y="14006"/>
                  <a:pt x="160540" y="13009"/>
                  <a:pt x="172008" y="12030"/>
                </a:cubicBezTo>
                <a:cubicBezTo>
                  <a:pt x="183475" y="11051"/>
                  <a:pt x="194942" y="10011"/>
                  <a:pt x="206409" y="9032"/>
                </a:cubicBezTo>
                <a:cubicBezTo>
                  <a:pt x="217876" y="8053"/>
                  <a:pt x="229343" y="7056"/>
                  <a:pt x="240811" y="6156"/>
                </a:cubicBezTo>
                <a:cubicBezTo>
                  <a:pt x="252278" y="5257"/>
                  <a:pt x="263745" y="4382"/>
                  <a:pt x="275212" y="3635"/>
                </a:cubicBezTo>
                <a:cubicBezTo>
                  <a:pt x="286679" y="2887"/>
                  <a:pt x="298146" y="2206"/>
                  <a:pt x="309614" y="1672"/>
                </a:cubicBezTo>
                <a:cubicBezTo>
                  <a:pt x="321081" y="1137"/>
                  <a:pt x="332548" y="705"/>
                  <a:pt x="344015" y="427"/>
                </a:cubicBezTo>
                <a:cubicBezTo>
                  <a:pt x="355482" y="148"/>
                  <a:pt x="366949" y="0"/>
                  <a:pt x="378417" y="0"/>
                </a:cubicBezTo>
                <a:cubicBezTo>
                  <a:pt x="389884" y="0"/>
                  <a:pt x="401351" y="148"/>
                  <a:pt x="412818" y="427"/>
                </a:cubicBezTo>
                <a:cubicBezTo>
                  <a:pt x="424285" y="705"/>
                  <a:pt x="435752" y="1137"/>
                  <a:pt x="447220" y="1672"/>
                </a:cubicBezTo>
                <a:cubicBezTo>
                  <a:pt x="458687" y="2206"/>
                  <a:pt x="470154" y="2887"/>
                  <a:pt x="481621" y="3635"/>
                </a:cubicBezTo>
                <a:cubicBezTo>
                  <a:pt x="493088" y="4382"/>
                  <a:pt x="504555" y="5257"/>
                  <a:pt x="516023" y="6156"/>
                </a:cubicBezTo>
                <a:cubicBezTo>
                  <a:pt x="527490" y="7056"/>
                  <a:pt x="538957" y="8053"/>
                  <a:pt x="550424" y="9032"/>
                </a:cubicBezTo>
                <a:cubicBezTo>
                  <a:pt x="561891" y="10011"/>
                  <a:pt x="573358" y="11051"/>
                  <a:pt x="584826" y="12030"/>
                </a:cubicBezTo>
                <a:cubicBezTo>
                  <a:pt x="596293" y="13009"/>
                  <a:pt x="607760" y="14006"/>
                  <a:pt x="619227" y="14906"/>
                </a:cubicBezTo>
                <a:cubicBezTo>
                  <a:pt x="630694" y="15805"/>
                  <a:pt x="642161" y="16680"/>
                  <a:pt x="653629" y="17427"/>
                </a:cubicBezTo>
                <a:cubicBezTo>
                  <a:pt x="665096" y="18175"/>
                  <a:pt x="676563" y="18856"/>
                  <a:pt x="688030" y="19390"/>
                </a:cubicBezTo>
                <a:cubicBezTo>
                  <a:pt x="699497" y="19925"/>
                  <a:pt x="710964" y="20357"/>
                  <a:pt x="722432" y="20636"/>
                </a:cubicBezTo>
                <a:cubicBezTo>
                  <a:pt x="733899" y="20914"/>
                  <a:pt x="751099" y="20991"/>
                  <a:pt x="756833" y="21062"/>
                </a:cubicBezTo>
              </a:path>
            </a:pathLst>
          </a:custGeom>
          <a:noFill/>
          <a:ln w="6668">
            <a:solidFill>
              <a:srgbClr val="BCBCBC">
                <a:alpha val="55000"/>
              </a:srgbClr>
            </a:solidFill>
            <a:prstDash val="solid"/>
          </a:ln>
        </p:spPr>
      </p:sp>
      <p:sp>
        <p:nvSpPr>
          <p:cNvPr id="128" name="PANEL_01-water-wave-2-1_92">
            <a:extLst>
              <a:ext uri="{FF2B5EF4-FFF2-40B4-BE49-F238E27FC236}">
                <a16:creationId xmlns:a16="http://schemas.microsoft.com/office/drawing/2014/main" id="{35E100D2-693F-4697-8A32-BE29639BD4C9}"/>
              </a:ext>
            </a:extLst>
          </p:cNvPr>
          <p:cNvSpPr>
            <a:spLocks/>
          </p:cNvSpPr>
          <p:nvPr/>
        </p:nvSpPr>
        <p:spPr>
          <a:xfrm>
            <a:off x="9166938" y="4741046"/>
            <a:ext cx="720883" cy="20062"/>
          </a:xfrm>
          <a:custGeom>
            <a:pathLst>
              <a:path w="756833" h="21062">
                <a:moveTo>
                  <a:pt x="0" y="21062"/>
                </a:moveTo>
                <a:cubicBezTo>
                  <a:pt x="5734" y="20991"/>
                  <a:pt x="22934" y="20914"/>
                  <a:pt x="34402" y="20636"/>
                </a:cubicBezTo>
                <a:cubicBezTo>
                  <a:pt x="45869" y="20357"/>
                  <a:pt x="57336" y="19925"/>
                  <a:pt x="68803" y="19390"/>
                </a:cubicBezTo>
                <a:cubicBezTo>
                  <a:pt x="80270" y="18856"/>
                  <a:pt x="91737" y="18175"/>
                  <a:pt x="103205" y="17427"/>
                </a:cubicBezTo>
                <a:cubicBezTo>
                  <a:pt x="114672" y="16680"/>
                  <a:pt x="126139" y="15805"/>
                  <a:pt x="137606" y="14906"/>
                </a:cubicBezTo>
                <a:cubicBezTo>
                  <a:pt x="149073" y="14006"/>
                  <a:pt x="160540" y="13009"/>
                  <a:pt x="172008" y="12030"/>
                </a:cubicBezTo>
                <a:cubicBezTo>
                  <a:pt x="183475" y="11051"/>
                  <a:pt x="194942" y="10011"/>
                  <a:pt x="206409" y="9032"/>
                </a:cubicBezTo>
                <a:cubicBezTo>
                  <a:pt x="217876" y="8053"/>
                  <a:pt x="229343" y="7056"/>
                  <a:pt x="240811" y="6156"/>
                </a:cubicBezTo>
                <a:cubicBezTo>
                  <a:pt x="252278" y="5257"/>
                  <a:pt x="263745" y="4382"/>
                  <a:pt x="275212" y="3635"/>
                </a:cubicBezTo>
                <a:cubicBezTo>
                  <a:pt x="286679" y="2887"/>
                  <a:pt x="298146" y="2206"/>
                  <a:pt x="309614" y="1672"/>
                </a:cubicBezTo>
                <a:cubicBezTo>
                  <a:pt x="321081" y="1137"/>
                  <a:pt x="332548" y="705"/>
                  <a:pt x="344015" y="427"/>
                </a:cubicBezTo>
                <a:cubicBezTo>
                  <a:pt x="355482" y="148"/>
                  <a:pt x="366949" y="0"/>
                  <a:pt x="378417" y="0"/>
                </a:cubicBezTo>
                <a:cubicBezTo>
                  <a:pt x="389884" y="0"/>
                  <a:pt x="401351" y="148"/>
                  <a:pt x="412818" y="427"/>
                </a:cubicBezTo>
                <a:cubicBezTo>
                  <a:pt x="424285" y="705"/>
                  <a:pt x="435752" y="1137"/>
                  <a:pt x="447220" y="1672"/>
                </a:cubicBezTo>
                <a:cubicBezTo>
                  <a:pt x="458687" y="2206"/>
                  <a:pt x="470154" y="2887"/>
                  <a:pt x="481621" y="3635"/>
                </a:cubicBezTo>
                <a:cubicBezTo>
                  <a:pt x="493088" y="4382"/>
                  <a:pt x="504555" y="5257"/>
                  <a:pt x="516023" y="6156"/>
                </a:cubicBezTo>
                <a:cubicBezTo>
                  <a:pt x="527490" y="7056"/>
                  <a:pt x="538957" y="8053"/>
                  <a:pt x="550424" y="9032"/>
                </a:cubicBezTo>
                <a:cubicBezTo>
                  <a:pt x="561891" y="10011"/>
                  <a:pt x="573358" y="11051"/>
                  <a:pt x="584826" y="12030"/>
                </a:cubicBezTo>
                <a:cubicBezTo>
                  <a:pt x="596293" y="13009"/>
                  <a:pt x="607760" y="14006"/>
                  <a:pt x="619227" y="14906"/>
                </a:cubicBezTo>
                <a:cubicBezTo>
                  <a:pt x="630694" y="15805"/>
                  <a:pt x="642161" y="16680"/>
                  <a:pt x="653629" y="17427"/>
                </a:cubicBezTo>
                <a:cubicBezTo>
                  <a:pt x="665096" y="18175"/>
                  <a:pt x="676563" y="18856"/>
                  <a:pt x="688030" y="19390"/>
                </a:cubicBezTo>
                <a:cubicBezTo>
                  <a:pt x="699497" y="19925"/>
                  <a:pt x="710964" y="20357"/>
                  <a:pt x="722432" y="20636"/>
                </a:cubicBezTo>
                <a:cubicBezTo>
                  <a:pt x="733899" y="20914"/>
                  <a:pt x="751099" y="20991"/>
                  <a:pt x="756833" y="21062"/>
                </a:cubicBezTo>
              </a:path>
            </a:pathLst>
          </a:custGeom>
          <a:noFill/>
          <a:ln w="6668">
            <a:solidFill>
              <a:srgbClr val="BCBCBC">
                <a:alpha val="55000"/>
              </a:srgbClr>
            </a:solidFill>
            <a:prstDash val="solid"/>
          </a:ln>
        </p:spPr>
      </p:sp>
      <p:sp>
        <p:nvSpPr>
          <p:cNvPr id="129" name="PANEL_01-water-wave-3-0_93">
            <a:extLst>
              <a:ext uri="{FF2B5EF4-FFF2-40B4-BE49-F238E27FC236}">
                <a16:creationId xmlns:a16="http://schemas.microsoft.com/office/drawing/2014/main" id="{BAF38A01-0E1D-4B80-8FA1-3DC99B31DB6A}"/>
              </a:ext>
            </a:extLst>
          </p:cNvPr>
          <p:cNvSpPr>
            <a:spLocks/>
          </p:cNvSpPr>
          <p:nvPr/>
        </p:nvSpPr>
        <p:spPr>
          <a:xfrm>
            <a:off x="6036786" y="4625306"/>
            <a:ext cx="720883" cy="20062"/>
          </a:xfrm>
          <a:custGeom>
            <a:pathLst>
              <a:path w="756833" h="21062">
                <a:moveTo>
                  <a:pt x="0" y="21062"/>
                </a:moveTo>
                <a:cubicBezTo>
                  <a:pt x="5734" y="20991"/>
                  <a:pt x="22934" y="20914"/>
                  <a:pt x="34402" y="20636"/>
                </a:cubicBezTo>
                <a:cubicBezTo>
                  <a:pt x="45869" y="20357"/>
                  <a:pt x="57336" y="19925"/>
                  <a:pt x="68803" y="19390"/>
                </a:cubicBezTo>
                <a:cubicBezTo>
                  <a:pt x="80270" y="18856"/>
                  <a:pt x="91737" y="18175"/>
                  <a:pt x="103205" y="17427"/>
                </a:cubicBezTo>
                <a:cubicBezTo>
                  <a:pt x="114672" y="16680"/>
                  <a:pt x="126139" y="15805"/>
                  <a:pt x="137606" y="14906"/>
                </a:cubicBezTo>
                <a:cubicBezTo>
                  <a:pt x="149073" y="14006"/>
                  <a:pt x="160540" y="13009"/>
                  <a:pt x="172008" y="12030"/>
                </a:cubicBezTo>
                <a:cubicBezTo>
                  <a:pt x="183475" y="11051"/>
                  <a:pt x="194942" y="10011"/>
                  <a:pt x="206409" y="9032"/>
                </a:cubicBezTo>
                <a:cubicBezTo>
                  <a:pt x="217876" y="8053"/>
                  <a:pt x="229343" y="7056"/>
                  <a:pt x="240811" y="6156"/>
                </a:cubicBezTo>
                <a:cubicBezTo>
                  <a:pt x="252278" y="5257"/>
                  <a:pt x="263745" y="4382"/>
                  <a:pt x="275212" y="3635"/>
                </a:cubicBezTo>
                <a:cubicBezTo>
                  <a:pt x="286679" y="2887"/>
                  <a:pt x="298146" y="2206"/>
                  <a:pt x="309614" y="1672"/>
                </a:cubicBezTo>
                <a:cubicBezTo>
                  <a:pt x="321081" y="1137"/>
                  <a:pt x="332548" y="705"/>
                  <a:pt x="344015" y="427"/>
                </a:cubicBezTo>
                <a:cubicBezTo>
                  <a:pt x="355482" y="148"/>
                  <a:pt x="366949" y="0"/>
                  <a:pt x="378417" y="0"/>
                </a:cubicBezTo>
                <a:cubicBezTo>
                  <a:pt x="389884" y="0"/>
                  <a:pt x="401351" y="148"/>
                  <a:pt x="412818" y="427"/>
                </a:cubicBezTo>
                <a:cubicBezTo>
                  <a:pt x="424285" y="705"/>
                  <a:pt x="435752" y="1137"/>
                  <a:pt x="447220" y="1672"/>
                </a:cubicBezTo>
                <a:cubicBezTo>
                  <a:pt x="458687" y="2206"/>
                  <a:pt x="470154" y="2887"/>
                  <a:pt x="481621" y="3635"/>
                </a:cubicBezTo>
                <a:cubicBezTo>
                  <a:pt x="493088" y="4382"/>
                  <a:pt x="504555" y="5257"/>
                  <a:pt x="516023" y="6156"/>
                </a:cubicBezTo>
                <a:cubicBezTo>
                  <a:pt x="527490" y="7056"/>
                  <a:pt x="538957" y="8053"/>
                  <a:pt x="550424" y="9032"/>
                </a:cubicBezTo>
                <a:cubicBezTo>
                  <a:pt x="561891" y="10011"/>
                  <a:pt x="573358" y="11051"/>
                  <a:pt x="584826" y="12030"/>
                </a:cubicBezTo>
                <a:cubicBezTo>
                  <a:pt x="596293" y="13009"/>
                  <a:pt x="607760" y="14006"/>
                  <a:pt x="619227" y="14906"/>
                </a:cubicBezTo>
                <a:cubicBezTo>
                  <a:pt x="630694" y="15805"/>
                  <a:pt x="642161" y="16680"/>
                  <a:pt x="653629" y="17427"/>
                </a:cubicBezTo>
                <a:cubicBezTo>
                  <a:pt x="665096" y="18175"/>
                  <a:pt x="676563" y="18856"/>
                  <a:pt x="688030" y="19390"/>
                </a:cubicBezTo>
                <a:cubicBezTo>
                  <a:pt x="699497" y="19925"/>
                  <a:pt x="710964" y="20357"/>
                  <a:pt x="722432" y="20636"/>
                </a:cubicBezTo>
                <a:cubicBezTo>
                  <a:pt x="733899" y="20914"/>
                  <a:pt x="751099" y="20991"/>
                  <a:pt x="756833" y="21062"/>
                </a:cubicBezTo>
              </a:path>
            </a:pathLst>
          </a:custGeom>
          <a:noFill/>
          <a:ln w="6668">
            <a:solidFill>
              <a:srgbClr val="BCBCBC">
                <a:alpha val="55000"/>
              </a:srgbClr>
            </a:solidFill>
            <a:prstDash val="solid"/>
          </a:ln>
        </p:spPr>
      </p:sp>
      <p:sp>
        <p:nvSpPr>
          <p:cNvPr id="130" name="PANEL_01-water-wave-3-1_94">
            <a:extLst>
              <a:ext uri="{FF2B5EF4-FFF2-40B4-BE49-F238E27FC236}">
                <a16:creationId xmlns:a16="http://schemas.microsoft.com/office/drawing/2014/main" id="{CF8A2266-7B03-480E-8831-E81F7E6A1E4E}"/>
              </a:ext>
            </a:extLst>
          </p:cNvPr>
          <p:cNvSpPr>
            <a:spLocks/>
          </p:cNvSpPr>
          <p:nvPr/>
        </p:nvSpPr>
        <p:spPr>
          <a:xfrm>
            <a:off x="6036786" y="4586725"/>
            <a:ext cx="720883" cy="20062"/>
          </a:xfrm>
          <a:custGeom>
            <a:pathLst>
              <a:path w="756833" h="21062">
                <a:moveTo>
                  <a:pt x="0" y="21062"/>
                </a:moveTo>
                <a:cubicBezTo>
                  <a:pt x="5734" y="20991"/>
                  <a:pt x="22934" y="20914"/>
                  <a:pt x="34402" y="20636"/>
                </a:cubicBezTo>
                <a:cubicBezTo>
                  <a:pt x="45869" y="20357"/>
                  <a:pt x="57336" y="19925"/>
                  <a:pt x="68803" y="19390"/>
                </a:cubicBezTo>
                <a:cubicBezTo>
                  <a:pt x="80270" y="18856"/>
                  <a:pt x="91737" y="18175"/>
                  <a:pt x="103205" y="17427"/>
                </a:cubicBezTo>
                <a:cubicBezTo>
                  <a:pt x="114672" y="16680"/>
                  <a:pt x="126139" y="15805"/>
                  <a:pt x="137606" y="14906"/>
                </a:cubicBezTo>
                <a:cubicBezTo>
                  <a:pt x="149073" y="14006"/>
                  <a:pt x="160540" y="13009"/>
                  <a:pt x="172008" y="12030"/>
                </a:cubicBezTo>
                <a:cubicBezTo>
                  <a:pt x="183475" y="11051"/>
                  <a:pt x="194942" y="10011"/>
                  <a:pt x="206409" y="9032"/>
                </a:cubicBezTo>
                <a:cubicBezTo>
                  <a:pt x="217876" y="8053"/>
                  <a:pt x="229343" y="7056"/>
                  <a:pt x="240811" y="6156"/>
                </a:cubicBezTo>
                <a:cubicBezTo>
                  <a:pt x="252278" y="5257"/>
                  <a:pt x="263745" y="4382"/>
                  <a:pt x="275212" y="3635"/>
                </a:cubicBezTo>
                <a:cubicBezTo>
                  <a:pt x="286679" y="2887"/>
                  <a:pt x="298146" y="2206"/>
                  <a:pt x="309614" y="1672"/>
                </a:cubicBezTo>
                <a:cubicBezTo>
                  <a:pt x="321081" y="1137"/>
                  <a:pt x="332548" y="705"/>
                  <a:pt x="344015" y="427"/>
                </a:cubicBezTo>
                <a:cubicBezTo>
                  <a:pt x="355482" y="148"/>
                  <a:pt x="366949" y="0"/>
                  <a:pt x="378417" y="0"/>
                </a:cubicBezTo>
                <a:cubicBezTo>
                  <a:pt x="389884" y="0"/>
                  <a:pt x="401351" y="148"/>
                  <a:pt x="412818" y="427"/>
                </a:cubicBezTo>
                <a:cubicBezTo>
                  <a:pt x="424285" y="705"/>
                  <a:pt x="435752" y="1137"/>
                  <a:pt x="447220" y="1672"/>
                </a:cubicBezTo>
                <a:cubicBezTo>
                  <a:pt x="458687" y="2206"/>
                  <a:pt x="470154" y="2887"/>
                  <a:pt x="481621" y="3635"/>
                </a:cubicBezTo>
                <a:cubicBezTo>
                  <a:pt x="493088" y="4382"/>
                  <a:pt x="504555" y="5257"/>
                  <a:pt x="516023" y="6156"/>
                </a:cubicBezTo>
                <a:cubicBezTo>
                  <a:pt x="527490" y="7056"/>
                  <a:pt x="538957" y="8053"/>
                  <a:pt x="550424" y="9032"/>
                </a:cubicBezTo>
                <a:cubicBezTo>
                  <a:pt x="561891" y="10011"/>
                  <a:pt x="573358" y="11051"/>
                  <a:pt x="584826" y="12030"/>
                </a:cubicBezTo>
                <a:cubicBezTo>
                  <a:pt x="596293" y="13009"/>
                  <a:pt x="607760" y="14006"/>
                  <a:pt x="619227" y="14906"/>
                </a:cubicBezTo>
                <a:cubicBezTo>
                  <a:pt x="630694" y="15805"/>
                  <a:pt x="642161" y="16680"/>
                  <a:pt x="653629" y="17427"/>
                </a:cubicBezTo>
                <a:cubicBezTo>
                  <a:pt x="665096" y="18175"/>
                  <a:pt x="676563" y="18856"/>
                  <a:pt x="688030" y="19390"/>
                </a:cubicBezTo>
                <a:cubicBezTo>
                  <a:pt x="699497" y="19925"/>
                  <a:pt x="710964" y="20357"/>
                  <a:pt x="722432" y="20636"/>
                </a:cubicBezTo>
                <a:cubicBezTo>
                  <a:pt x="733899" y="20914"/>
                  <a:pt x="751099" y="20991"/>
                  <a:pt x="756833" y="21062"/>
                </a:cubicBezTo>
              </a:path>
            </a:pathLst>
          </a:custGeom>
          <a:noFill/>
          <a:ln w="6668">
            <a:solidFill>
              <a:srgbClr val="BCBCBC">
                <a:alpha val="55000"/>
              </a:srgbClr>
            </a:solidFill>
            <a:prstDash val="solid"/>
          </a:ln>
        </p:spPr>
      </p:sp>
      <p:sp>
        <p:nvSpPr>
          <p:cNvPr id="131" name="PANEL_01-lake-ripple-0-0-0_95">
            <a:extLst>
              <a:ext uri="{FF2B5EF4-FFF2-40B4-BE49-F238E27FC236}">
                <a16:creationId xmlns:a16="http://schemas.microsoft.com/office/drawing/2014/main" id="{2C36D8CA-427E-4BD5-B60D-30305F7317DF}"/>
              </a:ext>
            </a:extLst>
          </p:cNvPr>
          <p:cNvSpPr>
            <a:spLocks/>
          </p:cNvSpPr>
          <p:nvPr/>
        </p:nvSpPr>
        <p:spPr>
          <a:xfrm>
            <a:off x="5857875" y="504825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32" name="PANEL_01-lake-ripple-0-0-1_96">
            <a:extLst>
              <a:ext uri="{FF2B5EF4-FFF2-40B4-BE49-F238E27FC236}">
                <a16:creationId xmlns:a16="http://schemas.microsoft.com/office/drawing/2014/main" id="{EB67E5CA-5F57-4C5C-8577-319096C7FF97}"/>
              </a:ext>
            </a:extLst>
          </p:cNvPr>
          <p:cNvSpPr>
            <a:spLocks/>
          </p:cNvSpPr>
          <p:nvPr/>
        </p:nvSpPr>
        <p:spPr>
          <a:xfrm>
            <a:off x="5857875" y="509587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33" name="PANEL_01-lake-ripple-0-1-0_97">
            <a:extLst>
              <a:ext uri="{FF2B5EF4-FFF2-40B4-BE49-F238E27FC236}">
                <a16:creationId xmlns:a16="http://schemas.microsoft.com/office/drawing/2014/main" id="{15986AD3-5A0E-4551-8810-BF59DAC73D60}"/>
              </a:ext>
            </a:extLst>
          </p:cNvPr>
          <p:cNvSpPr>
            <a:spLocks/>
          </p:cNvSpPr>
          <p:nvPr/>
        </p:nvSpPr>
        <p:spPr>
          <a:xfrm>
            <a:off x="6905625" y="504825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34" name="PANEL_01-lake-ripple-0-1-1_98">
            <a:extLst>
              <a:ext uri="{FF2B5EF4-FFF2-40B4-BE49-F238E27FC236}">
                <a16:creationId xmlns:a16="http://schemas.microsoft.com/office/drawing/2014/main" id="{EC5CF5A4-9627-4DDA-8DFF-35A2AF7FE46B}"/>
              </a:ext>
            </a:extLst>
          </p:cNvPr>
          <p:cNvSpPr>
            <a:spLocks/>
          </p:cNvSpPr>
          <p:nvPr/>
        </p:nvSpPr>
        <p:spPr>
          <a:xfrm>
            <a:off x="6905625" y="509587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35" name="PANEL_01-lake-ripple-0-2-0_99">
            <a:extLst>
              <a:ext uri="{FF2B5EF4-FFF2-40B4-BE49-F238E27FC236}">
                <a16:creationId xmlns:a16="http://schemas.microsoft.com/office/drawing/2014/main" id="{87AA3340-30AB-4BC4-835C-FC04CDDE3A3B}"/>
              </a:ext>
            </a:extLst>
          </p:cNvPr>
          <p:cNvSpPr>
            <a:spLocks/>
          </p:cNvSpPr>
          <p:nvPr/>
        </p:nvSpPr>
        <p:spPr>
          <a:xfrm>
            <a:off x="7953375" y="504825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36" name="PANEL_01-lake-ripple-0-2-1_100">
            <a:extLst>
              <a:ext uri="{FF2B5EF4-FFF2-40B4-BE49-F238E27FC236}">
                <a16:creationId xmlns:a16="http://schemas.microsoft.com/office/drawing/2014/main" id="{FE902F6A-DE11-4409-8055-41B85EAF7249}"/>
              </a:ext>
            </a:extLst>
          </p:cNvPr>
          <p:cNvSpPr>
            <a:spLocks/>
          </p:cNvSpPr>
          <p:nvPr/>
        </p:nvSpPr>
        <p:spPr>
          <a:xfrm>
            <a:off x="7953375" y="509587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37" name="PANEL_01-lake-ripple-0-3-0_101">
            <a:extLst>
              <a:ext uri="{FF2B5EF4-FFF2-40B4-BE49-F238E27FC236}">
                <a16:creationId xmlns:a16="http://schemas.microsoft.com/office/drawing/2014/main" id="{EA5D3426-06EC-4AAB-A9E7-11CB4F75F9B0}"/>
              </a:ext>
            </a:extLst>
          </p:cNvPr>
          <p:cNvSpPr>
            <a:spLocks/>
          </p:cNvSpPr>
          <p:nvPr/>
        </p:nvSpPr>
        <p:spPr>
          <a:xfrm>
            <a:off x="9001125" y="504825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38" name="PANEL_01-lake-ripple-0-3-1_102">
            <a:extLst>
              <a:ext uri="{FF2B5EF4-FFF2-40B4-BE49-F238E27FC236}">
                <a16:creationId xmlns:a16="http://schemas.microsoft.com/office/drawing/2014/main" id="{BFBC14FC-88D7-41C8-9806-54A4502315D2}"/>
              </a:ext>
            </a:extLst>
          </p:cNvPr>
          <p:cNvSpPr>
            <a:spLocks/>
          </p:cNvSpPr>
          <p:nvPr/>
        </p:nvSpPr>
        <p:spPr>
          <a:xfrm>
            <a:off x="9001125" y="509587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39" name="PANEL_01-lake-ripple-0-4-0_103">
            <a:extLst>
              <a:ext uri="{FF2B5EF4-FFF2-40B4-BE49-F238E27FC236}">
                <a16:creationId xmlns:a16="http://schemas.microsoft.com/office/drawing/2014/main" id="{121DF9C9-342B-458C-9EF6-DEEB031DAFF5}"/>
              </a:ext>
            </a:extLst>
          </p:cNvPr>
          <p:cNvSpPr>
            <a:spLocks/>
          </p:cNvSpPr>
          <p:nvPr/>
        </p:nvSpPr>
        <p:spPr>
          <a:xfrm>
            <a:off x="10048875" y="504825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0" name="PANEL_01-lake-ripple-0-4-1_104">
            <a:extLst>
              <a:ext uri="{FF2B5EF4-FFF2-40B4-BE49-F238E27FC236}">
                <a16:creationId xmlns:a16="http://schemas.microsoft.com/office/drawing/2014/main" id="{F1F387D2-DF30-4C45-8488-2D451B40A45E}"/>
              </a:ext>
            </a:extLst>
          </p:cNvPr>
          <p:cNvSpPr>
            <a:spLocks/>
          </p:cNvSpPr>
          <p:nvPr/>
        </p:nvSpPr>
        <p:spPr>
          <a:xfrm>
            <a:off x="10048875" y="509587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1" name="PANEL_01-lake-ripple-1-0-0_105">
            <a:extLst>
              <a:ext uri="{FF2B5EF4-FFF2-40B4-BE49-F238E27FC236}">
                <a16:creationId xmlns:a16="http://schemas.microsoft.com/office/drawing/2014/main" id="{FE054A35-FF71-43CD-97CA-3C28CA1B499B}"/>
              </a:ext>
            </a:extLst>
          </p:cNvPr>
          <p:cNvSpPr>
            <a:spLocks/>
          </p:cNvSpPr>
          <p:nvPr/>
        </p:nvSpPr>
        <p:spPr>
          <a:xfrm>
            <a:off x="5857875" y="542925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2" name="PANEL_01-lake-ripple-1-0-1_106">
            <a:extLst>
              <a:ext uri="{FF2B5EF4-FFF2-40B4-BE49-F238E27FC236}">
                <a16:creationId xmlns:a16="http://schemas.microsoft.com/office/drawing/2014/main" id="{CE1BA60A-482C-44A7-9F12-70552FD65D24}"/>
              </a:ext>
            </a:extLst>
          </p:cNvPr>
          <p:cNvSpPr>
            <a:spLocks/>
          </p:cNvSpPr>
          <p:nvPr/>
        </p:nvSpPr>
        <p:spPr>
          <a:xfrm>
            <a:off x="5857875" y="547687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3" name="PANEL_01-lake-ripple-1-1-0_107">
            <a:extLst>
              <a:ext uri="{FF2B5EF4-FFF2-40B4-BE49-F238E27FC236}">
                <a16:creationId xmlns:a16="http://schemas.microsoft.com/office/drawing/2014/main" id="{2ADD4A83-DB4F-4E13-A0B2-E5F70CA8C19C}"/>
              </a:ext>
            </a:extLst>
          </p:cNvPr>
          <p:cNvSpPr>
            <a:spLocks/>
          </p:cNvSpPr>
          <p:nvPr/>
        </p:nvSpPr>
        <p:spPr>
          <a:xfrm>
            <a:off x="6905625" y="542925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4" name="PANEL_01-lake-ripple-1-1-1_108">
            <a:extLst>
              <a:ext uri="{FF2B5EF4-FFF2-40B4-BE49-F238E27FC236}">
                <a16:creationId xmlns:a16="http://schemas.microsoft.com/office/drawing/2014/main" id="{005F2F93-C62B-4310-B402-1F216592C4E5}"/>
              </a:ext>
            </a:extLst>
          </p:cNvPr>
          <p:cNvSpPr>
            <a:spLocks/>
          </p:cNvSpPr>
          <p:nvPr/>
        </p:nvSpPr>
        <p:spPr>
          <a:xfrm>
            <a:off x="6905625" y="547687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5" name="PANEL_01-lake-ripple-1-2-0_109">
            <a:extLst>
              <a:ext uri="{FF2B5EF4-FFF2-40B4-BE49-F238E27FC236}">
                <a16:creationId xmlns:a16="http://schemas.microsoft.com/office/drawing/2014/main" id="{9AE6E777-EEC5-4E13-8F82-987ECF78A210}"/>
              </a:ext>
            </a:extLst>
          </p:cNvPr>
          <p:cNvSpPr>
            <a:spLocks/>
          </p:cNvSpPr>
          <p:nvPr/>
        </p:nvSpPr>
        <p:spPr>
          <a:xfrm>
            <a:off x="7953375" y="542925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6" name="PANEL_01-lake-ripple-1-2-1_110">
            <a:extLst>
              <a:ext uri="{FF2B5EF4-FFF2-40B4-BE49-F238E27FC236}">
                <a16:creationId xmlns:a16="http://schemas.microsoft.com/office/drawing/2014/main" id="{28463C04-6FB6-4A94-9F1B-18A15F56A49D}"/>
              </a:ext>
            </a:extLst>
          </p:cNvPr>
          <p:cNvSpPr>
            <a:spLocks/>
          </p:cNvSpPr>
          <p:nvPr/>
        </p:nvSpPr>
        <p:spPr>
          <a:xfrm>
            <a:off x="7953375" y="547687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7" name="PANEL_01-lake-ripple-1-3-0_111">
            <a:extLst>
              <a:ext uri="{FF2B5EF4-FFF2-40B4-BE49-F238E27FC236}">
                <a16:creationId xmlns:a16="http://schemas.microsoft.com/office/drawing/2014/main" id="{E39109D0-F330-457E-B5EC-B54CE111CB23}"/>
              </a:ext>
            </a:extLst>
          </p:cNvPr>
          <p:cNvSpPr>
            <a:spLocks/>
          </p:cNvSpPr>
          <p:nvPr/>
        </p:nvSpPr>
        <p:spPr>
          <a:xfrm>
            <a:off x="9001125" y="542925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8" name="PANEL_01-lake-ripple-1-3-1_112">
            <a:extLst>
              <a:ext uri="{FF2B5EF4-FFF2-40B4-BE49-F238E27FC236}">
                <a16:creationId xmlns:a16="http://schemas.microsoft.com/office/drawing/2014/main" id="{661482FD-44BC-4923-83F9-2BB34D364FC8}"/>
              </a:ext>
            </a:extLst>
          </p:cNvPr>
          <p:cNvSpPr>
            <a:spLocks/>
          </p:cNvSpPr>
          <p:nvPr/>
        </p:nvSpPr>
        <p:spPr>
          <a:xfrm>
            <a:off x="9001125" y="547687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49" name="PANEL_01-lake-ripple-1-4-0_113">
            <a:extLst>
              <a:ext uri="{FF2B5EF4-FFF2-40B4-BE49-F238E27FC236}">
                <a16:creationId xmlns:a16="http://schemas.microsoft.com/office/drawing/2014/main" id="{0E9F821B-6BA5-4344-9601-9B2B55DF7889}"/>
              </a:ext>
            </a:extLst>
          </p:cNvPr>
          <p:cNvSpPr>
            <a:spLocks/>
          </p:cNvSpPr>
          <p:nvPr/>
        </p:nvSpPr>
        <p:spPr>
          <a:xfrm>
            <a:off x="10048875" y="542925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0" name="PANEL_01-lake-ripple-1-4-1_114">
            <a:extLst>
              <a:ext uri="{FF2B5EF4-FFF2-40B4-BE49-F238E27FC236}">
                <a16:creationId xmlns:a16="http://schemas.microsoft.com/office/drawing/2014/main" id="{409BDC70-C0DD-4CC7-8985-5D0185218515}"/>
              </a:ext>
            </a:extLst>
          </p:cNvPr>
          <p:cNvSpPr>
            <a:spLocks/>
          </p:cNvSpPr>
          <p:nvPr/>
        </p:nvSpPr>
        <p:spPr>
          <a:xfrm>
            <a:off x="10048875" y="547687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1" name="PANEL_01-lake-ripple-2-0-0_115">
            <a:extLst>
              <a:ext uri="{FF2B5EF4-FFF2-40B4-BE49-F238E27FC236}">
                <a16:creationId xmlns:a16="http://schemas.microsoft.com/office/drawing/2014/main" id="{44EAD58C-C197-4047-89E8-1F131ABAC639}"/>
              </a:ext>
            </a:extLst>
          </p:cNvPr>
          <p:cNvSpPr>
            <a:spLocks/>
          </p:cNvSpPr>
          <p:nvPr/>
        </p:nvSpPr>
        <p:spPr>
          <a:xfrm>
            <a:off x="5857875" y="581025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2" name="PANEL_01-lake-ripple-2-0-1_116">
            <a:extLst>
              <a:ext uri="{FF2B5EF4-FFF2-40B4-BE49-F238E27FC236}">
                <a16:creationId xmlns:a16="http://schemas.microsoft.com/office/drawing/2014/main" id="{60BD566C-BEA0-4092-9565-24B940B6B324}"/>
              </a:ext>
            </a:extLst>
          </p:cNvPr>
          <p:cNvSpPr>
            <a:spLocks/>
          </p:cNvSpPr>
          <p:nvPr/>
        </p:nvSpPr>
        <p:spPr>
          <a:xfrm>
            <a:off x="5857875" y="585787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3" name="PANEL_01-lake-ripple-2-1-0_117">
            <a:extLst>
              <a:ext uri="{FF2B5EF4-FFF2-40B4-BE49-F238E27FC236}">
                <a16:creationId xmlns:a16="http://schemas.microsoft.com/office/drawing/2014/main" id="{C227F243-B298-408B-B07E-A58DB0D707E7}"/>
              </a:ext>
            </a:extLst>
          </p:cNvPr>
          <p:cNvSpPr>
            <a:spLocks/>
          </p:cNvSpPr>
          <p:nvPr/>
        </p:nvSpPr>
        <p:spPr>
          <a:xfrm>
            <a:off x="6905625" y="581025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4" name="PANEL_01-lake-ripple-2-1-1_118">
            <a:extLst>
              <a:ext uri="{FF2B5EF4-FFF2-40B4-BE49-F238E27FC236}">
                <a16:creationId xmlns:a16="http://schemas.microsoft.com/office/drawing/2014/main" id="{77019DBA-AFBB-4C98-B614-9FFBA21278A5}"/>
              </a:ext>
            </a:extLst>
          </p:cNvPr>
          <p:cNvSpPr>
            <a:spLocks/>
          </p:cNvSpPr>
          <p:nvPr/>
        </p:nvSpPr>
        <p:spPr>
          <a:xfrm>
            <a:off x="6905625" y="585787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5" name="PANEL_01-lake-ripple-2-2-0_119">
            <a:extLst>
              <a:ext uri="{FF2B5EF4-FFF2-40B4-BE49-F238E27FC236}">
                <a16:creationId xmlns:a16="http://schemas.microsoft.com/office/drawing/2014/main" id="{A03CE0DE-2384-4C83-BBFB-11EED6A3A04A}"/>
              </a:ext>
            </a:extLst>
          </p:cNvPr>
          <p:cNvSpPr>
            <a:spLocks/>
          </p:cNvSpPr>
          <p:nvPr/>
        </p:nvSpPr>
        <p:spPr>
          <a:xfrm>
            <a:off x="7953375" y="581025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6" name="PANEL_01-lake-ripple-2-2-1_120">
            <a:extLst>
              <a:ext uri="{FF2B5EF4-FFF2-40B4-BE49-F238E27FC236}">
                <a16:creationId xmlns:a16="http://schemas.microsoft.com/office/drawing/2014/main" id="{03126B8B-73DD-4F3C-BA80-91F539978065}"/>
              </a:ext>
            </a:extLst>
          </p:cNvPr>
          <p:cNvSpPr>
            <a:spLocks/>
          </p:cNvSpPr>
          <p:nvPr/>
        </p:nvSpPr>
        <p:spPr>
          <a:xfrm>
            <a:off x="7953375" y="585787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7" name="PANEL_01-lake-ripple-2-3-0_121">
            <a:extLst>
              <a:ext uri="{FF2B5EF4-FFF2-40B4-BE49-F238E27FC236}">
                <a16:creationId xmlns:a16="http://schemas.microsoft.com/office/drawing/2014/main" id="{B84BB161-60BC-473E-9FAB-0AF92BC01118}"/>
              </a:ext>
            </a:extLst>
          </p:cNvPr>
          <p:cNvSpPr>
            <a:spLocks/>
          </p:cNvSpPr>
          <p:nvPr/>
        </p:nvSpPr>
        <p:spPr>
          <a:xfrm>
            <a:off x="9001125" y="581025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8" name="PANEL_01-lake-ripple-2-3-1_122">
            <a:extLst>
              <a:ext uri="{FF2B5EF4-FFF2-40B4-BE49-F238E27FC236}">
                <a16:creationId xmlns:a16="http://schemas.microsoft.com/office/drawing/2014/main" id="{F545A841-1614-443B-A643-5B99E74FC2E0}"/>
              </a:ext>
            </a:extLst>
          </p:cNvPr>
          <p:cNvSpPr>
            <a:spLocks/>
          </p:cNvSpPr>
          <p:nvPr/>
        </p:nvSpPr>
        <p:spPr>
          <a:xfrm>
            <a:off x="9001125" y="585787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59" name="PANEL_01-lake-ripple-2-4-0_123">
            <a:extLst>
              <a:ext uri="{FF2B5EF4-FFF2-40B4-BE49-F238E27FC236}">
                <a16:creationId xmlns:a16="http://schemas.microsoft.com/office/drawing/2014/main" id="{D961EA77-A4E9-407C-8C48-192F3E366B93}"/>
              </a:ext>
            </a:extLst>
          </p:cNvPr>
          <p:cNvSpPr>
            <a:spLocks/>
          </p:cNvSpPr>
          <p:nvPr/>
        </p:nvSpPr>
        <p:spPr>
          <a:xfrm>
            <a:off x="10048875" y="581025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0" name="PANEL_01-lake-ripple-2-4-1_124">
            <a:extLst>
              <a:ext uri="{FF2B5EF4-FFF2-40B4-BE49-F238E27FC236}">
                <a16:creationId xmlns:a16="http://schemas.microsoft.com/office/drawing/2014/main" id="{DB8EAB9A-61A1-428D-9D2F-9D6951EC70D3}"/>
              </a:ext>
            </a:extLst>
          </p:cNvPr>
          <p:cNvSpPr>
            <a:spLocks/>
          </p:cNvSpPr>
          <p:nvPr/>
        </p:nvSpPr>
        <p:spPr>
          <a:xfrm>
            <a:off x="10048875" y="585787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1" name="PANEL_01-lake-ripple-3-0-0_125">
            <a:extLst>
              <a:ext uri="{FF2B5EF4-FFF2-40B4-BE49-F238E27FC236}">
                <a16:creationId xmlns:a16="http://schemas.microsoft.com/office/drawing/2014/main" id="{6F4E870A-C43D-46EA-A889-EDB2BD2838DB}"/>
              </a:ext>
            </a:extLst>
          </p:cNvPr>
          <p:cNvSpPr>
            <a:spLocks/>
          </p:cNvSpPr>
          <p:nvPr/>
        </p:nvSpPr>
        <p:spPr>
          <a:xfrm>
            <a:off x="5857875" y="617220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2" name="PANEL_01-lake-ripple-3-0-1_126">
            <a:extLst>
              <a:ext uri="{FF2B5EF4-FFF2-40B4-BE49-F238E27FC236}">
                <a16:creationId xmlns:a16="http://schemas.microsoft.com/office/drawing/2014/main" id="{51A4027F-F2BA-4325-8DE7-02503EB11347}"/>
              </a:ext>
            </a:extLst>
          </p:cNvPr>
          <p:cNvSpPr>
            <a:spLocks/>
          </p:cNvSpPr>
          <p:nvPr/>
        </p:nvSpPr>
        <p:spPr>
          <a:xfrm>
            <a:off x="5857875" y="621982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3" name="PANEL_01-lake-ripple-3-1-0_127">
            <a:extLst>
              <a:ext uri="{FF2B5EF4-FFF2-40B4-BE49-F238E27FC236}">
                <a16:creationId xmlns:a16="http://schemas.microsoft.com/office/drawing/2014/main" id="{8B6DE2FB-DFA9-47D2-A636-5BF36B07C639}"/>
              </a:ext>
            </a:extLst>
          </p:cNvPr>
          <p:cNvSpPr>
            <a:spLocks/>
          </p:cNvSpPr>
          <p:nvPr/>
        </p:nvSpPr>
        <p:spPr>
          <a:xfrm>
            <a:off x="6905625" y="617220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4" name="PANEL_01-lake-ripple-3-1-1_128">
            <a:extLst>
              <a:ext uri="{FF2B5EF4-FFF2-40B4-BE49-F238E27FC236}">
                <a16:creationId xmlns:a16="http://schemas.microsoft.com/office/drawing/2014/main" id="{3B324DE1-D1B7-4F6F-91A6-4C80869F5281}"/>
              </a:ext>
            </a:extLst>
          </p:cNvPr>
          <p:cNvSpPr>
            <a:spLocks/>
          </p:cNvSpPr>
          <p:nvPr/>
        </p:nvSpPr>
        <p:spPr>
          <a:xfrm>
            <a:off x="6905625" y="621982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5" name="PANEL_01-lake-ripple-3-2-0_129">
            <a:extLst>
              <a:ext uri="{FF2B5EF4-FFF2-40B4-BE49-F238E27FC236}">
                <a16:creationId xmlns:a16="http://schemas.microsoft.com/office/drawing/2014/main" id="{9B530813-0122-4DCA-AE44-78B88BF8AC12}"/>
              </a:ext>
            </a:extLst>
          </p:cNvPr>
          <p:cNvSpPr>
            <a:spLocks/>
          </p:cNvSpPr>
          <p:nvPr/>
        </p:nvSpPr>
        <p:spPr>
          <a:xfrm>
            <a:off x="7953375" y="617220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6" name="PANEL_01-lake-ripple-3-2-1_130">
            <a:extLst>
              <a:ext uri="{FF2B5EF4-FFF2-40B4-BE49-F238E27FC236}">
                <a16:creationId xmlns:a16="http://schemas.microsoft.com/office/drawing/2014/main" id="{A779DE3F-9A68-4078-A071-C78A50AD76E7}"/>
              </a:ext>
            </a:extLst>
          </p:cNvPr>
          <p:cNvSpPr>
            <a:spLocks/>
          </p:cNvSpPr>
          <p:nvPr/>
        </p:nvSpPr>
        <p:spPr>
          <a:xfrm>
            <a:off x="7953375" y="621982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7" name="PANEL_01-lake-ripple-3-3-0_131">
            <a:extLst>
              <a:ext uri="{FF2B5EF4-FFF2-40B4-BE49-F238E27FC236}">
                <a16:creationId xmlns:a16="http://schemas.microsoft.com/office/drawing/2014/main" id="{5EED43B4-44FC-4165-8D19-037583E1BEAA}"/>
              </a:ext>
            </a:extLst>
          </p:cNvPr>
          <p:cNvSpPr>
            <a:spLocks/>
          </p:cNvSpPr>
          <p:nvPr/>
        </p:nvSpPr>
        <p:spPr>
          <a:xfrm>
            <a:off x="9001125" y="617220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8" name="PANEL_01-lake-ripple-3-3-1_132">
            <a:extLst>
              <a:ext uri="{FF2B5EF4-FFF2-40B4-BE49-F238E27FC236}">
                <a16:creationId xmlns:a16="http://schemas.microsoft.com/office/drawing/2014/main" id="{895BE6D5-4D56-46D5-8B51-E0FD7D5C749C}"/>
              </a:ext>
            </a:extLst>
          </p:cNvPr>
          <p:cNvSpPr>
            <a:spLocks/>
          </p:cNvSpPr>
          <p:nvPr/>
        </p:nvSpPr>
        <p:spPr>
          <a:xfrm>
            <a:off x="9001125" y="621982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69" name="PANEL_01-lake-ripple-3-4-0_133">
            <a:extLst>
              <a:ext uri="{FF2B5EF4-FFF2-40B4-BE49-F238E27FC236}">
                <a16:creationId xmlns:a16="http://schemas.microsoft.com/office/drawing/2014/main" id="{0C6ACE44-4763-4B69-9C30-BD64BF7EA101}"/>
              </a:ext>
            </a:extLst>
          </p:cNvPr>
          <p:cNvSpPr>
            <a:spLocks/>
          </p:cNvSpPr>
          <p:nvPr/>
        </p:nvSpPr>
        <p:spPr>
          <a:xfrm>
            <a:off x="10048875" y="6172200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170" name="PANEL_01-lake-ripple-3-4-1_134">
            <a:extLst>
              <a:ext uri="{FF2B5EF4-FFF2-40B4-BE49-F238E27FC236}">
                <a16:creationId xmlns:a16="http://schemas.microsoft.com/office/drawing/2014/main" id="{1C1AEC18-FFC7-4A9E-A02C-4AAC1F1F03FA}"/>
              </a:ext>
            </a:extLst>
          </p:cNvPr>
          <p:cNvSpPr>
            <a:spLocks/>
          </p:cNvSpPr>
          <p:nvPr/>
        </p:nvSpPr>
        <p:spPr>
          <a:xfrm>
            <a:off x="10048875" y="6219825"/>
            <a:ext cx="590550" cy="10478"/>
          </a:xfrm>
          <a:custGeom>
            <a:pathLst>
              <a:path w="620000" h="11000">
                <a:moveTo>
                  <a:pt x="0" y="0"/>
                </a:moveTo>
                <a:lnTo>
                  <a:pt x="38750" y="2146"/>
                </a:lnTo>
                <a:lnTo>
                  <a:pt x="77500" y="4210"/>
                </a:lnTo>
                <a:lnTo>
                  <a:pt x="116250" y="6111"/>
                </a:lnTo>
                <a:lnTo>
                  <a:pt x="155000" y="7778"/>
                </a:lnTo>
                <a:lnTo>
                  <a:pt x="193750" y="9146"/>
                </a:lnTo>
                <a:lnTo>
                  <a:pt x="232500" y="10163"/>
                </a:lnTo>
                <a:lnTo>
                  <a:pt x="271250" y="10789"/>
                </a:lnTo>
                <a:lnTo>
                  <a:pt x="310000" y="11000"/>
                </a:lnTo>
                <a:lnTo>
                  <a:pt x="348750" y="10789"/>
                </a:lnTo>
                <a:lnTo>
                  <a:pt x="387500" y="10163"/>
                </a:lnTo>
                <a:lnTo>
                  <a:pt x="426250" y="9146"/>
                </a:lnTo>
                <a:lnTo>
                  <a:pt x="465000" y="7778"/>
                </a:lnTo>
                <a:lnTo>
                  <a:pt x="503750" y="6111"/>
                </a:lnTo>
                <a:lnTo>
                  <a:pt x="542500" y="4210"/>
                </a:lnTo>
                <a:lnTo>
                  <a:pt x="581250" y="2146"/>
                </a:lnTo>
                <a:lnTo>
                  <a:pt x="620000" y="0"/>
                </a:lnTo>
              </a:path>
            </a:pathLst>
          </a:custGeom>
          <a:noFill/>
          <a:ln w="5239">
            <a:solidFill>
              <a:srgbClr val="BBBBBB">
                <a:alpha val="42000"/>
              </a:srgbClr>
            </a:solidFill>
            <a:prstDash val="solid"/>
          </a:ln>
        </p:spPr>
      </p:sp>
      <p:sp>
        <p:nvSpPr>
          <p:cNvPr id="219" name="PANEL_01-intermittent-gas-source-0-feather-0_1">
            <a:extLst>
              <a:ext uri="{FF2B5EF4-FFF2-40B4-BE49-F238E27FC236}">
                <a16:creationId xmlns:a16="http://schemas.microsoft.com/office/drawing/2014/main" id="{0FE8C096-6898-4BD0-A067-94C1FC2F5A5A}"/>
              </a:ext>
            </a:extLst>
          </p:cNvPr>
          <p:cNvSpPr>
            <a:spLocks/>
          </p:cNvSpPr>
          <p:nvPr/>
        </p:nvSpPr>
        <p:spPr>
          <a:xfrm>
            <a:off x="4299203" y="4835576"/>
            <a:ext cx="1220737" cy="168202"/>
          </a:xfrm>
          <a:custGeom>
            <a:pathLst>
              <a:path w="1281614" h="176590">
                <a:moveTo>
                  <a:pt x="11818" y="106568"/>
                </a:moveTo>
                <a:cubicBezTo>
                  <a:pt x="23636" y="111338"/>
                  <a:pt x="59201" y="127762"/>
                  <a:pt x="82727" y="135184"/>
                </a:cubicBezTo>
                <a:cubicBezTo>
                  <a:pt x="106253" y="142607"/>
                  <a:pt x="129615" y="147932"/>
                  <a:pt x="152975" y="151104"/>
                </a:cubicBezTo>
                <a:cubicBezTo>
                  <a:pt x="176336" y="154276"/>
                  <a:pt x="199577" y="153217"/>
                  <a:pt x="222890" y="154216"/>
                </a:cubicBezTo>
                <a:cubicBezTo>
                  <a:pt x="246203" y="155216"/>
                  <a:pt x="269538" y="156710"/>
                  <a:pt x="292851" y="157101"/>
                </a:cubicBezTo>
                <a:cubicBezTo>
                  <a:pt x="316164" y="157492"/>
                  <a:pt x="339504" y="158664"/>
                  <a:pt x="362766" y="156564"/>
                </a:cubicBezTo>
                <a:cubicBezTo>
                  <a:pt x="386029" y="154463"/>
                  <a:pt x="409175" y="147354"/>
                  <a:pt x="432427" y="144496"/>
                </a:cubicBezTo>
                <a:cubicBezTo>
                  <a:pt x="455678" y="141637"/>
                  <a:pt x="478889" y="137242"/>
                  <a:pt x="502275" y="139413"/>
                </a:cubicBezTo>
                <a:cubicBezTo>
                  <a:pt x="525661" y="141583"/>
                  <a:pt x="549247" y="151579"/>
                  <a:pt x="572744" y="157520"/>
                </a:cubicBezTo>
                <a:cubicBezTo>
                  <a:pt x="596241" y="163462"/>
                  <a:pt x="619866" y="173532"/>
                  <a:pt x="643257" y="175061"/>
                </a:cubicBezTo>
                <a:cubicBezTo>
                  <a:pt x="666649" y="176590"/>
                  <a:pt x="689865" y="171132"/>
                  <a:pt x="713093" y="166695"/>
                </a:cubicBezTo>
                <a:cubicBezTo>
                  <a:pt x="736320" y="162257"/>
                  <a:pt x="759392" y="152657"/>
                  <a:pt x="782622" y="148436"/>
                </a:cubicBezTo>
                <a:cubicBezTo>
                  <a:pt x="805852" y="144214"/>
                  <a:pt x="829186" y="143606"/>
                  <a:pt x="852473" y="141367"/>
                </a:cubicBezTo>
                <a:cubicBezTo>
                  <a:pt x="875761" y="139129"/>
                  <a:pt x="899105" y="138469"/>
                  <a:pt x="922345" y="135005"/>
                </a:cubicBezTo>
                <a:cubicBezTo>
                  <a:pt x="945585" y="131542"/>
                  <a:pt x="968688" y="124298"/>
                  <a:pt x="991913" y="120587"/>
                </a:cubicBezTo>
                <a:cubicBezTo>
                  <a:pt x="1015139" y="116875"/>
                  <a:pt x="1038380" y="113964"/>
                  <a:pt x="1061697" y="112734"/>
                </a:cubicBezTo>
                <a:cubicBezTo>
                  <a:pt x="1085013" y="111504"/>
                  <a:pt x="1108529" y="115123"/>
                  <a:pt x="1131813" y="113208"/>
                </a:cubicBezTo>
                <a:cubicBezTo>
                  <a:pt x="1155097" y="111292"/>
                  <a:pt x="1178395" y="109005"/>
                  <a:pt x="1201401" y="101242"/>
                </a:cubicBezTo>
                <a:cubicBezTo>
                  <a:pt x="1224407" y="93479"/>
                  <a:pt x="1258442" y="72399"/>
                  <a:pt x="1269850" y="66630"/>
                </a:cubicBezTo>
                <a:cubicBezTo>
                  <a:pt x="1281258" y="60861"/>
                  <a:pt x="1281614" y="68750"/>
                  <a:pt x="1269850" y="66630"/>
                </a:cubicBezTo>
                <a:cubicBezTo>
                  <a:pt x="1258086" y="64510"/>
                  <a:pt x="1222728" y="56915"/>
                  <a:pt x="1199269" y="53910"/>
                </a:cubicBezTo>
                <a:cubicBezTo>
                  <a:pt x="1175809" y="50904"/>
                  <a:pt x="1152433" y="49183"/>
                  <a:pt x="1129095" y="48597"/>
                </a:cubicBezTo>
                <a:cubicBezTo>
                  <a:pt x="1105758" y="48012"/>
                  <a:pt x="1082512" y="49367"/>
                  <a:pt x="1059244" y="50396"/>
                </a:cubicBezTo>
                <a:cubicBezTo>
                  <a:pt x="1035976" y="51425"/>
                  <a:pt x="1012795" y="54826"/>
                  <a:pt x="989489" y="54770"/>
                </a:cubicBezTo>
                <a:cubicBezTo>
                  <a:pt x="966183" y="54715"/>
                  <a:pt x="942838" y="53925"/>
                  <a:pt x="919407" y="50062"/>
                </a:cubicBezTo>
                <a:cubicBezTo>
                  <a:pt x="895976" y="46198"/>
                  <a:pt x="872409" y="38250"/>
                  <a:pt x="848904" y="31589"/>
                </a:cubicBezTo>
                <a:cubicBezTo>
                  <a:pt x="825400" y="24928"/>
                  <a:pt x="801819" y="15250"/>
                  <a:pt x="778380" y="10094"/>
                </a:cubicBezTo>
                <a:cubicBezTo>
                  <a:pt x="754942" y="4938"/>
                  <a:pt x="731571" y="1307"/>
                  <a:pt x="708274" y="654"/>
                </a:cubicBezTo>
                <a:cubicBezTo>
                  <a:pt x="684978" y="0"/>
                  <a:pt x="661804" y="3341"/>
                  <a:pt x="638600" y="6172"/>
                </a:cubicBezTo>
                <a:cubicBezTo>
                  <a:pt x="615397" y="9002"/>
                  <a:pt x="592244" y="13872"/>
                  <a:pt x="569054" y="17638"/>
                </a:cubicBezTo>
                <a:cubicBezTo>
                  <a:pt x="545865" y="21404"/>
                  <a:pt x="522654" y="24611"/>
                  <a:pt x="499462" y="28768"/>
                </a:cubicBezTo>
                <a:cubicBezTo>
                  <a:pt x="476270" y="32925"/>
                  <a:pt x="453074" y="37122"/>
                  <a:pt x="429903" y="42581"/>
                </a:cubicBezTo>
                <a:cubicBezTo>
                  <a:pt x="406732" y="48041"/>
                  <a:pt x="383604" y="55515"/>
                  <a:pt x="360438" y="61524"/>
                </a:cubicBezTo>
                <a:cubicBezTo>
                  <a:pt x="337273" y="67534"/>
                  <a:pt x="314131" y="74702"/>
                  <a:pt x="290910" y="78638"/>
                </a:cubicBezTo>
                <a:cubicBezTo>
                  <a:pt x="267689" y="82574"/>
                  <a:pt x="244417" y="84319"/>
                  <a:pt x="221112" y="85141"/>
                </a:cubicBezTo>
                <a:cubicBezTo>
                  <a:pt x="197808" y="85964"/>
                  <a:pt x="174414" y="83343"/>
                  <a:pt x="151083" y="83574"/>
                </a:cubicBezTo>
                <a:cubicBezTo>
                  <a:pt x="127752" y="83805"/>
                  <a:pt x="104339" y="82698"/>
                  <a:pt x="81128" y="86530"/>
                </a:cubicBezTo>
                <a:cubicBezTo>
                  <a:pt x="57917" y="90363"/>
                  <a:pt x="23370" y="103229"/>
                  <a:pt x="11818" y="106568"/>
                </a:cubicBezTo>
                <a:cubicBezTo>
                  <a:pt x="267" y="109908"/>
                  <a:pt x="0" y="101799"/>
                  <a:pt x="11818" y="106568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398"/>
                </a:srgbClr>
              </a:gs>
              <a:gs pos="18000">
                <a:srgbClr val="919191">
                  <a:alpha val="6166"/>
                </a:srgbClr>
              </a:gs>
              <a:gs pos="48000">
                <a:srgbClr val="919191">
                  <a:alpha val="9945"/>
                </a:srgbClr>
              </a:gs>
              <a:gs pos="78000">
                <a:srgbClr val="919191">
                  <a:alpha val="7460"/>
                </a:srgbClr>
              </a:gs>
              <a:gs pos="100000">
                <a:srgbClr val="919191">
                  <a:alpha val="447"/>
                </a:srgbClr>
              </a:gs>
            </a:gsLst>
            <a:lin ang="21490900" scaled="0"/>
          </a:gradFill>
          <a:ln w="0">
            <a:noFill/>
            <a:prstDash val="solid"/>
          </a:ln>
        </p:spPr>
      </p:sp>
      <p:sp>
        <p:nvSpPr>
          <p:cNvPr id="220" name="PANEL_01-intermittent-gas-source-0-feather-1_2">
            <a:extLst>
              <a:ext uri="{FF2B5EF4-FFF2-40B4-BE49-F238E27FC236}">
                <a16:creationId xmlns:a16="http://schemas.microsoft.com/office/drawing/2014/main" id="{CBFC2D4A-D38C-424B-BE5A-B76FDA6070FF}"/>
              </a:ext>
            </a:extLst>
          </p:cNvPr>
          <p:cNvSpPr>
            <a:spLocks/>
          </p:cNvSpPr>
          <p:nvPr/>
        </p:nvSpPr>
        <p:spPr>
          <a:xfrm>
            <a:off x="4299236" y="4851121"/>
            <a:ext cx="1220673" cy="131371"/>
          </a:xfrm>
          <a:custGeom>
            <a:pathLst>
              <a:path w="1281546" h="137922">
                <a:moveTo>
                  <a:pt x="11784" y="90248"/>
                </a:moveTo>
                <a:cubicBezTo>
                  <a:pt x="23568" y="93975"/>
                  <a:pt x="59005" y="106767"/>
                  <a:pt x="82487" y="112609"/>
                </a:cubicBezTo>
                <a:cubicBezTo>
                  <a:pt x="105969" y="118451"/>
                  <a:pt x="129324" y="122761"/>
                  <a:pt x="152675" y="125302"/>
                </a:cubicBezTo>
                <a:cubicBezTo>
                  <a:pt x="176027" y="127843"/>
                  <a:pt x="199286" y="127108"/>
                  <a:pt x="222597" y="127853"/>
                </a:cubicBezTo>
                <a:cubicBezTo>
                  <a:pt x="245909" y="128599"/>
                  <a:pt x="269237" y="129675"/>
                  <a:pt x="292544" y="129773"/>
                </a:cubicBezTo>
                <a:cubicBezTo>
                  <a:pt x="315852" y="129871"/>
                  <a:pt x="339178" y="130468"/>
                  <a:pt x="362443" y="128440"/>
                </a:cubicBezTo>
                <a:cubicBezTo>
                  <a:pt x="385707" y="126412"/>
                  <a:pt x="408878" y="120351"/>
                  <a:pt x="432131" y="117605"/>
                </a:cubicBezTo>
                <a:cubicBezTo>
                  <a:pt x="455383" y="114858"/>
                  <a:pt x="478601" y="110813"/>
                  <a:pt x="501958" y="111962"/>
                </a:cubicBezTo>
                <a:cubicBezTo>
                  <a:pt x="525314" y="113111"/>
                  <a:pt x="548825" y="120323"/>
                  <a:pt x="572269" y="124499"/>
                </a:cubicBezTo>
                <a:cubicBezTo>
                  <a:pt x="595714" y="128674"/>
                  <a:pt x="619258" y="136106"/>
                  <a:pt x="642624" y="137014"/>
                </a:cubicBezTo>
                <a:cubicBezTo>
                  <a:pt x="665990" y="137922"/>
                  <a:pt x="689222" y="133483"/>
                  <a:pt x="712466" y="129948"/>
                </a:cubicBezTo>
                <a:cubicBezTo>
                  <a:pt x="735710" y="126413"/>
                  <a:pt x="758836" y="118988"/>
                  <a:pt x="782088" y="115804"/>
                </a:cubicBezTo>
                <a:cubicBezTo>
                  <a:pt x="805340" y="112620"/>
                  <a:pt x="828677" y="112384"/>
                  <a:pt x="851977" y="110845"/>
                </a:cubicBezTo>
                <a:cubicBezTo>
                  <a:pt x="875278" y="109307"/>
                  <a:pt x="898626" y="109081"/>
                  <a:pt x="921891" y="106573"/>
                </a:cubicBezTo>
                <a:cubicBezTo>
                  <a:pt x="945156" y="104065"/>
                  <a:pt x="968316" y="98619"/>
                  <a:pt x="991567" y="95798"/>
                </a:cubicBezTo>
                <a:cubicBezTo>
                  <a:pt x="1014818" y="92977"/>
                  <a:pt x="1038080" y="90718"/>
                  <a:pt x="1061396" y="89649"/>
                </a:cubicBezTo>
                <a:cubicBezTo>
                  <a:pt x="1084712" y="88580"/>
                  <a:pt x="1108180" y="91177"/>
                  <a:pt x="1131463" y="89383"/>
                </a:cubicBezTo>
                <a:cubicBezTo>
                  <a:pt x="1154746" y="87589"/>
                  <a:pt x="1178036" y="85395"/>
                  <a:pt x="1201094" y="78883"/>
                </a:cubicBezTo>
                <a:cubicBezTo>
                  <a:pt x="1224153" y="72371"/>
                  <a:pt x="1258362" y="55072"/>
                  <a:pt x="1269816" y="50310"/>
                </a:cubicBezTo>
                <a:cubicBezTo>
                  <a:pt x="1281269" y="45548"/>
                  <a:pt x="1281546" y="51701"/>
                  <a:pt x="1269816" y="50310"/>
                </a:cubicBezTo>
                <a:cubicBezTo>
                  <a:pt x="1258085" y="48919"/>
                  <a:pt x="1222843" y="43851"/>
                  <a:pt x="1199431" y="41964"/>
                </a:cubicBezTo>
                <a:cubicBezTo>
                  <a:pt x="1176019" y="40077"/>
                  <a:pt x="1152668" y="39143"/>
                  <a:pt x="1129343" y="38987"/>
                </a:cubicBezTo>
                <a:cubicBezTo>
                  <a:pt x="1106018" y="38830"/>
                  <a:pt x="1082761" y="40113"/>
                  <a:pt x="1059483" y="41025"/>
                </a:cubicBezTo>
                <a:cubicBezTo>
                  <a:pt x="1036205" y="41938"/>
                  <a:pt x="1012990" y="44580"/>
                  <a:pt x="989676" y="44462"/>
                </a:cubicBezTo>
                <a:cubicBezTo>
                  <a:pt x="966362" y="44344"/>
                  <a:pt x="943014" y="43524"/>
                  <a:pt x="919600" y="40317"/>
                </a:cubicBezTo>
                <a:cubicBezTo>
                  <a:pt x="896186" y="37110"/>
                  <a:pt x="872664" y="30621"/>
                  <a:pt x="849193" y="25218"/>
                </a:cubicBezTo>
                <a:cubicBezTo>
                  <a:pt x="825723" y="19815"/>
                  <a:pt x="802193" y="12028"/>
                  <a:pt x="778779" y="7897"/>
                </a:cubicBezTo>
                <a:cubicBezTo>
                  <a:pt x="755365" y="3767"/>
                  <a:pt x="732005" y="872"/>
                  <a:pt x="708707" y="436"/>
                </a:cubicBezTo>
                <a:cubicBezTo>
                  <a:pt x="685410" y="0"/>
                  <a:pt x="662211" y="2788"/>
                  <a:pt x="638992" y="5281"/>
                </a:cubicBezTo>
                <a:cubicBezTo>
                  <a:pt x="615772" y="7773"/>
                  <a:pt x="592596" y="11994"/>
                  <a:pt x="569391" y="15390"/>
                </a:cubicBezTo>
                <a:cubicBezTo>
                  <a:pt x="546187" y="18787"/>
                  <a:pt x="522969" y="21872"/>
                  <a:pt x="499764" y="25659"/>
                </a:cubicBezTo>
                <a:cubicBezTo>
                  <a:pt x="476559" y="29446"/>
                  <a:pt x="453352" y="33336"/>
                  <a:pt x="430162" y="38111"/>
                </a:cubicBezTo>
                <a:cubicBezTo>
                  <a:pt x="406973" y="42886"/>
                  <a:pt x="383816" y="49233"/>
                  <a:pt x="360627" y="54309"/>
                </a:cubicBezTo>
                <a:cubicBezTo>
                  <a:pt x="337438" y="59386"/>
                  <a:pt x="314266" y="65295"/>
                  <a:pt x="291030" y="68572"/>
                </a:cubicBezTo>
                <a:cubicBezTo>
                  <a:pt x="267794" y="71850"/>
                  <a:pt x="244516" y="73299"/>
                  <a:pt x="221211" y="73975"/>
                </a:cubicBezTo>
                <a:cubicBezTo>
                  <a:pt x="197905" y="74651"/>
                  <a:pt x="174528" y="72514"/>
                  <a:pt x="151200" y="72628"/>
                </a:cubicBezTo>
                <a:cubicBezTo>
                  <a:pt x="127871" y="72742"/>
                  <a:pt x="104476" y="71722"/>
                  <a:pt x="81240" y="74659"/>
                </a:cubicBezTo>
                <a:cubicBezTo>
                  <a:pt x="58004" y="77596"/>
                  <a:pt x="23360" y="87650"/>
                  <a:pt x="11784" y="90248"/>
                </a:cubicBezTo>
                <a:cubicBezTo>
                  <a:pt x="208" y="92847"/>
                  <a:pt x="0" y="86522"/>
                  <a:pt x="11784" y="90248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530"/>
                </a:srgbClr>
              </a:gs>
              <a:gs pos="18000">
                <a:srgbClr val="767676">
                  <a:alpha val="8221"/>
                </a:srgbClr>
              </a:gs>
              <a:gs pos="48000">
                <a:srgbClr val="767676">
                  <a:alpha val="13260"/>
                </a:srgbClr>
              </a:gs>
              <a:gs pos="78000">
                <a:srgbClr val="767676">
                  <a:alpha val="9945"/>
                </a:srgbClr>
              </a:gs>
              <a:gs pos="100000">
                <a:srgbClr val="767676">
                  <a:alpha val="597"/>
                </a:srgbClr>
              </a:gs>
            </a:gsLst>
            <a:lin ang="21490900" scaled="0"/>
          </a:gradFill>
          <a:ln w="0">
            <a:noFill/>
            <a:prstDash val="solid"/>
          </a:ln>
        </p:spPr>
      </p:sp>
      <p:sp>
        <p:nvSpPr>
          <p:cNvPr id="221" name="PANEL_01-intermittent-gas-source-0-feather-2_3">
            <a:extLst>
              <a:ext uri="{FF2B5EF4-FFF2-40B4-BE49-F238E27FC236}">
                <a16:creationId xmlns:a16="http://schemas.microsoft.com/office/drawing/2014/main" id="{1B2C3A69-FB8B-4510-8C27-A61233F82A6C}"/>
              </a:ext>
            </a:extLst>
          </p:cNvPr>
          <p:cNvSpPr>
            <a:spLocks/>
          </p:cNvSpPr>
          <p:nvPr/>
        </p:nvSpPr>
        <p:spPr>
          <a:xfrm>
            <a:off x="4299271" y="4868078"/>
            <a:ext cx="1220603" cy="95424"/>
          </a:xfrm>
          <a:custGeom>
            <a:pathLst>
              <a:path w="1281473" h="100183">
                <a:moveTo>
                  <a:pt x="11746" y="72445"/>
                </a:moveTo>
                <a:cubicBezTo>
                  <a:pt x="23493" y="75034"/>
                  <a:pt x="58792" y="83863"/>
                  <a:pt x="82225" y="87981"/>
                </a:cubicBezTo>
                <a:cubicBezTo>
                  <a:pt x="105659" y="92099"/>
                  <a:pt x="129006" y="95302"/>
                  <a:pt x="152348" y="97154"/>
                </a:cubicBezTo>
                <a:cubicBezTo>
                  <a:pt x="175690" y="99006"/>
                  <a:pt x="198968" y="98626"/>
                  <a:pt x="222278" y="99094"/>
                </a:cubicBezTo>
                <a:cubicBezTo>
                  <a:pt x="245588" y="99562"/>
                  <a:pt x="268908" y="100183"/>
                  <a:pt x="292210" y="99961"/>
                </a:cubicBezTo>
                <a:cubicBezTo>
                  <a:pt x="315512" y="99738"/>
                  <a:pt x="338824" y="99708"/>
                  <a:pt x="362090" y="97760"/>
                </a:cubicBezTo>
                <a:cubicBezTo>
                  <a:pt x="385356" y="95811"/>
                  <a:pt x="408554" y="90893"/>
                  <a:pt x="431808" y="88269"/>
                </a:cubicBezTo>
                <a:cubicBezTo>
                  <a:pt x="455061" y="85645"/>
                  <a:pt x="478288" y="81981"/>
                  <a:pt x="501612" y="82015"/>
                </a:cubicBezTo>
                <a:cubicBezTo>
                  <a:pt x="524936" y="82049"/>
                  <a:pt x="548364" y="86226"/>
                  <a:pt x="571751" y="88475"/>
                </a:cubicBezTo>
                <a:cubicBezTo>
                  <a:pt x="595138" y="90724"/>
                  <a:pt x="618595" y="95278"/>
                  <a:pt x="641933" y="95509"/>
                </a:cubicBezTo>
                <a:cubicBezTo>
                  <a:pt x="665272" y="95740"/>
                  <a:pt x="688520" y="92411"/>
                  <a:pt x="711782" y="89861"/>
                </a:cubicBezTo>
                <a:cubicBezTo>
                  <a:pt x="735044" y="87310"/>
                  <a:pt x="758229" y="82258"/>
                  <a:pt x="781505" y="80206"/>
                </a:cubicBezTo>
                <a:cubicBezTo>
                  <a:pt x="804780" y="78153"/>
                  <a:pt x="828121" y="78323"/>
                  <a:pt x="851436" y="77548"/>
                </a:cubicBezTo>
                <a:cubicBezTo>
                  <a:pt x="874752" y="76773"/>
                  <a:pt x="898105" y="77022"/>
                  <a:pt x="921397" y="75556"/>
                </a:cubicBezTo>
                <a:cubicBezTo>
                  <a:pt x="944689" y="74091"/>
                  <a:pt x="967911" y="70605"/>
                  <a:pt x="991189" y="68756"/>
                </a:cubicBezTo>
                <a:cubicBezTo>
                  <a:pt x="1014468" y="66908"/>
                  <a:pt x="1037753" y="65359"/>
                  <a:pt x="1061068" y="64465"/>
                </a:cubicBezTo>
                <a:cubicBezTo>
                  <a:pt x="1084384" y="63571"/>
                  <a:pt x="1107799" y="65054"/>
                  <a:pt x="1131081" y="63392"/>
                </a:cubicBezTo>
                <a:cubicBezTo>
                  <a:pt x="1154363" y="61730"/>
                  <a:pt x="1177644" y="59640"/>
                  <a:pt x="1200760" y="54492"/>
                </a:cubicBezTo>
                <a:cubicBezTo>
                  <a:pt x="1223876" y="49345"/>
                  <a:pt x="1258275" y="36171"/>
                  <a:pt x="1269778" y="32507"/>
                </a:cubicBezTo>
                <a:cubicBezTo>
                  <a:pt x="1281281" y="28843"/>
                  <a:pt x="1281473" y="33103"/>
                  <a:pt x="1269778" y="32507"/>
                </a:cubicBezTo>
                <a:cubicBezTo>
                  <a:pt x="1258083" y="31911"/>
                  <a:pt x="1222970" y="29600"/>
                  <a:pt x="1199609" y="28933"/>
                </a:cubicBezTo>
                <a:cubicBezTo>
                  <a:pt x="1176248" y="28265"/>
                  <a:pt x="1152924" y="28191"/>
                  <a:pt x="1129614" y="28502"/>
                </a:cubicBezTo>
                <a:cubicBezTo>
                  <a:pt x="1106303" y="28814"/>
                  <a:pt x="1083033" y="30017"/>
                  <a:pt x="1059744" y="30803"/>
                </a:cubicBezTo>
                <a:cubicBezTo>
                  <a:pt x="1036455" y="31588"/>
                  <a:pt x="1013203" y="33401"/>
                  <a:pt x="989880" y="33215"/>
                </a:cubicBezTo>
                <a:cubicBezTo>
                  <a:pt x="966558" y="33030"/>
                  <a:pt x="943206" y="32178"/>
                  <a:pt x="919811" y="29687"/>
                </a:cubicBezTo>
                <a:cubicBezTo>
                  <a:pt x="896416" y="27195"/>
                  <a:pt x="872942" y="22299"/>
                  <a:pt x="849509" y="18268"/>
                </a:cubicBezTo>
                <a:cubicBezTo>
                  <a:pt x="826076" y="14237"/>
                  <a:pt x="802602" y="8513"/>
                  <a:pt x="779214" y="5501"/>
                </a:cubicBezTo>
                <a:cubicBezTo>
                  <a:pt x="755826" y="2489"/>
                  <a:pt x="732479" y="397"/>
                  <a:pt x="709180" y="199"/>
                </a:cubicBezTo>
                <a:cubicBezTo>
                  <a:pt x="685881" y="0"/>
                  <a:pt x="662655" y="2185"/>
                  <a:pt x="639418" y="4309"/>
                </a:cubicBezTo>
                <a:cubicBezTo>
                  <a:pt x="616182" y="6432"/>
                  <a:pt x="592980" y="9945"/>
                  <a:pt x="569759" y="12939"/>
                </a:cubicBezTo>
                <a:cubicBezTo>
                  <a:pt x="546538" y="15932"/>
                  <a:pt x="523312" y="18884"/>
                  <a:pt x="500093" y="22267"/>
                </a:cubicBezTo>
                <a:cubicBezTo>
                  <a:pt x="476874" y="25650"/>
                  <a:pt x="453655" y="29207"/>
                  <a:pt x="430445" y="33235"/>
                </a:cubicBezTo>
                <a:cubicBezTo>
                  <a:pt x="407235" y="37264"/>
                  <a:pt x="384047" y="42379"/>
                  <a:pt x="360833" y="46439"/>
                </a:cubicBezTo>
                <a:cubicBezTo>
                  <a:pt x="337619" y="50498"/>
                  <a:pt x="314414" y="55032"/>
                  <a:pt x="291162" y="57591"/>
                </a:cubicBezTo>
                <a:cubicBezTo>
                  <a:pt x="267909" y="60150"/>
                  <a:pt x="244624" y="61277"/>
                  <a:pt x="221318" y="61793"/>
                </a:cubicBezTo>
                <a:cubicBezTo>
                  <a:pt x="198012" y="62309"/>
                  <a:pt x="174652" y="60701"/>
                  <a:pt x="151326" y="60687"/>
                </a:cubicBezTo>
                <a:cubicBezTo>
                  <a:pt x="128000" y="60673"/>
                  <a:pt x="104625" y="59748"/>
                  <a:pt x="81362" y="61708"/>
                </a:cubicBezTo>
                <a:cubicBezTo>
                  <a:pt x="58098" y="63668"/>
                  <a:pt x="23349" y="70656"/>
                  <a:pt x="11746" y="72445"/>
                </a:cubicBezTo>
                <a:cubicBezTo>
                  <a:pt x="144" y="74235"/>
                  <a:pt x="0" y="69856"/>
                  <a:pt x="11746" y="72445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680"/>
                </a:srgbClr>
              </a:gs>
              <a:gs pos="18000">
                <a:srgbClr val="767676">
                  <a:alpha val="10550"/>
                </a:srgbClr>
              </a:gs>
              <a:gs pos="48000">
                <a:srgbClr val="767676">
                  <a:alpha val="17017"/>
                </a:srgbClr>
              </a:gs>
              <a:gs pos="78000">
                <a:srgbClr val="767676">
                  <a:alpha val="12764"/>
                </a:srgbClr>
              </a:gs>
              <a:gs pos="100000">
                <a:srgbClr val="767676">
                  <a:alpha val="765"/>
                </a:srgbClr>
              </a:gs>
            </a:gsLst>
            <a:lin ang="21490900" scaled="0"/>
          </a:gradFill>
          <a:ln w="0">
            <a:noFill/>
            <a:prstDash val="solid"/>
          </a:ln>
        </p:spPr>
      </p:sp>
      <p:sp>
        <p:nvSpPr>
          <p:cNvPr id="222" name="PANEL_01-intermittent-gas-source-0-feather-3_4">
            <a:extLst>
              <a:ext uri="{FF2B5EF4-FFF2-40B4-BE49-F238E27FC236}">
                <a16:creationId xmlns:a16="http://schemas.microsoft.com/office/drawing/2014/main" id="{3B14DFE1-4A82-4067-8254-1CC00D49EC7A}"/>
              </a:ext>
            </a:extLst>
          </p:cNvPr>
          <p:cNvSpPr>
            <a:spLocks/>
          </p:cNvSpPr>
          <p:nvPr/>
        </p:nvSpPr>
        <p:spPr>
          <a:xfrm>
            <a:off x="4299307" y="4884962"/>
            <a:ext cx="1220533" cy="67407"/>
          </a:xfrm>
          <a:custGeom>
            <a:pathLst>
              <a:path w="1281400" h="70768">
                <a:moveTo>
                  <a:pt x="11709" y="54719"/>
                </a:moveTo>
                <a:cubicBezTo>
                  <a:pt x="23418" y="56171"/>
                  <a:pt x="58578" y="61037"/>
                  <a:pt x="81964" y="63431"/>
                </a:cubicBezTo>
                <a:cubicBezTo>
                  <a:pt x="105349" y="65825"/>
                  <a:pt x="128688" y="67919"/>
                  <a:pt x="152021" y="69083"/>
                </a:cubicBezTo>
                <a:cubicBezTo>
                  <a:pt x="175353" y="70246"/>
                  <a:pt x="198649" y="70221"/>
                  <a:pt x="221959" y="70411"/>
                </a:cubicBezTo>
                <a:cubicBezTo>
                  <a:pt x="245268" y="70602"/>
                  <a:pt x="268579" y="70768"/>
                  <a:pt x="291876" y="70226"/>
                </a:cubicBezTo>
                <a:cubicBezTo>
                  <a:pt x="315172" y="69683"/>
                  <a:pt x="338469" y="69026"/>
                  <a:pt x="361737" y="67157"/>
                </a:cubicBezTo>
                <a:cubicBezTo>
                  <a:pt x="385005" y="65288"/>
                  <a:pt x="408230" y="61512"/>
                  <a:pt x="431485" y="59011"/>
                </a:cubicBezTo>
                <a:cubicBezTo>
                  <a:pt x="454740" y="56509"/>
                  <a:pt x="477974" y="53226"/>
                  <a:pt x="501266" y="52146"/>
                </a:cubicBezTo>
                <a:cubicBezTo>
                  <a:pt x="524557" y="51066"/>
                  <a:pt x="547904" y="52206"/>
                  <a:pt x="571233" y="52529"/>
                </a:cubicBezTo>
                <a:cubicBezTo>
                  <a:pt x="594563" y="52851"/>
                  <a:pt x="617931" y="54527"/>
                  <a:pt x="641242" y="54081"/>
                </a:cubicBezTo>
                <a:cubicBezTo>
                  <a:pt x="664553" y="53634"/>
                  <a:pt x="687818" y="51417"/>
                  <a:pt x="711098" y="49851"/>
                </a:cubicBezTo>
                <a:cubicBezTo>
                  <a:pt x="734377" y="48285"/>
                  <a:pt x="757622" y="45605"/>
                  <a:pt x="780922" y="44684"/>
                </a:cubicBezTo>
                <a:cubicBezTo>
                  <a:pt x="804221" y="43764"/>
                  <a:pt x="827565" y="44340"/>
                  <a:pt x="850895" y="44329"/>
                </a:cubicBezTo>
                <a:cubicBezTo>
                  <a:pt x="874225" y="44317"/>
                  <a:pt x="897583" y="45039"/>
                  <a:pt x="920903" y="44616"/>
                </a:cubicBezTo>
                <a:cubicBezTo>
                  <a:pt x="944222" y="44194"/>
                  <a:pt x="967505" y="42668"/>
                  <a:pt x="990812" y="41792"/>
                </a:cubicBezTo>
                <a:cubicBezTo>
                  <a:pt x="1014118" y="40915"/>
                  <a:pt x="1037426" y="40077"/>
                  <a:pt x="1060741" y="39358"/>
                </a:cubicBezTo>
                <a:cubicBezTo>
                  <a:pt x="1084055" y="38639"/>
                  <a:pt x="1107419" y="39009"/>
                  <a:pt x="1130700" y="37479"/>
                </a:cubicBezTo>
                <a:cubicBezTo>
                  <a:pt x="1153980" y="35949"/>
                  <a:pt x="1177253" y="33961"/>
                  <a:pt x="1200426" y="30178"/>
                </a:cubicBezTo>
                <a:cubicBezTo>
                  <a:pt x="1223600" y="26395"/>
                  <a:pt x="1258188" y="17347"/>
                  <a:pt x="1269741" y="14781"/>
                </a:cubicBezTo>
                <a:cubicBezTo>
                  <a:pt x="1281293" y="12215"/>
                  <a:pt x="1281400" y="14581"/>
                  <a:pt x="1269741" y="14781"/>
                </a:cubicBezTo>
                <a:cubicBezTo>
                  <a:pt x="1258082" y="14981"/>
                  <a:pt x="1223096" y="15426"/>
                  <a:pt x="1199787" y="15978"/>
                </a:cubicBezTo>
                <a:cubicBezTo>
                  <a:pt x="1176477" y="16531"/>
                  <a:pt x="1153181" y="17316"/>
                  <a:pt x="1129884" y="18095"/>
                </a:cubicBezTo>
                <a:cubicBezTo>
                  <a:pt x="1106587" y="18875"/>
                  <a:pt x="1083305" y="19998"/>
                  <a:pt x="1060005" y="20657"/>
                </a:cubicBezTo>
                <a:cubicBezTo>
                  <a:pt x="1036705" y="21315"/>
                  <a:pt x="1013415" y="22301"/>
                  <a:pt x="990085" y="22047"/>
                </a:cubicBezTo>
                <a:cubicBezTo>
                  <a:pt x="966754" y="21793"/>
                  <a:pt x="943398" y="20909"/>
                  <a:pt x="920022" y="19133"/>
                </a:cubicBezTo>
                <a:cubicBezTo>
                  <a:pt x="896645" y="17358"/>
                  <a:pt x="873220" y="14054"/>
                  <a:pt x="849824" y="11395"/>
                </a:cubicBezTo>
                <a:cubicBezTo>
                  <a:pt x="826429" y="8737"/>
                  <a:pt x="803011" y="5075"/>
                  <a:pt x="779649" y="3182"/>
                </a:cubicBezTo>
                <a:cubicBezTo>
                  <a:pt x="756287" y="1289"/>
                  <a:pt x="732953" y="0"/>
                  <a:pt x="709652" y="39"/>
                </a:cubicBezTo>
                <a:cubicBezTo>
                  <a:pt x="686351" y="77"/>
                  <a:pt x="663099" y="1660"/>
                  <a:pt x="639845" y="3414"/>
                </a:cubicBezTo>
                <a:cubicBezTo>
                  <a:pt x="616591" y="5168"/>
                  <a:pt x="593364" y="7974"/>
                  <a:pt x="570126" y="10564"/>
                </a:cubicBezTo>
                <a:cubicBezTo>
                  <a:pt x="546889" y="13154"/>
                  <a:pt x="523655" y="15974"/>
                  <a:pt x="500422" y="18952"/>
                </a:cubicBezTo>
                <a:cubicBezTo>
                  <a:pt x="477189" y="21931"/>
                  <a:pt x="453958" y="25154"/>
                  <a:pt x="430728" y="28436"/>
                </a:cubicBezTo>
                <a:cubicBezTo>
                  <a:pt x="407497" y="31718"/>
                  <a:pt x="384278" y="35603"/>
                  <a:pt x="361039" y="38645"/>
                </a:cubicBezTo>
                <a:cubicBezTo>
                  <a:pt x="337800" y="41687"/>
                  <a:pt x="314562" y="44846"/>
                  <a:pt x="291293" y="46687"/>
                </a:cubicBezTo>
                <a:cubicBezTo>
                  <a:pt x="268024" y="48528"/>
                  <a:pt x="244732" y="49333"/>
                  <a:pt x="221425" y="49689"/>
                </a:cubicBezTo>
                <a:cubicBezTo>
                  <a:pt x="198119" y="50045"/>
                  <a:pt x="174777" y="48966"/>
                  <a:pt x="151453" y="48824"/>
                </a:cubicBezTo>
                <a:cubicBezTo>
                  <a:pt x="128130" y="48681"/>
                  <a:pt x="104775" y="47852"/>
                  <a:pt x="81484" y="48835"/>
                </a:cubicBezTo>
                <a:cubicBezTo>
                  <a:pt x="58193" y="49817"/>
                  <a:pt x="23338" y="53738"/>
                  <a:pt x="11709" y="54719"/>
                </a:cubicBezTo>
                <a:cubicBezTo>
                  <a:pt x="80" y="55700"/>
                  <a:pt x="0" y="53267"/>
                  <a:pt x="11709" y="54719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796"/>
                </a:srgbClr>
              </a:gs>
              <a:gs pos="18000">
                <a:srgbClr val="767676">
                  <a:alpha val="12332"/>
                </a:srgbClr>
              </a:gs>
              <a:gs pos="48000">
                <a:srgbClr val="767676">
                  <a:alpha val="19890"/>
                </a:srgbClr>
              </a:gs>
              <a:gs pos="78000">
                <a:srgbClr val="767676">
                  <a:alpha val="14918"/>
                </a:srgbClr>
              </a:gs>
              <a:gs pos="100000">
                <a:srgbClr val="767676">
                  <a:alpha val="894"/>
                </a:srgbClr>
              </a:gs>
            </a:gsLst>
            <a:lin ang="21490900" scaled="0"/>
          </a:gradFill>
          <a:ln w="0">
            <a:noFill/>
            <a:prstDash val="solid"/>
          </a:ln>
        </p:spPr>
      </p:sp>
      <p:sp>
        <p:nvSpPr>
          <p:cNvPr id="223" name="PANEL_01-intermittent-gas-core-0-feather-0_5">
            <a:extLst>
              <a:ext uri="{FF2B5EF4-FFF2-40B4-BE49-F238E27FC236}">
                <a16:creationId xmlns:a16="http://schemas.microsoft.com/office/drawing/2014/main" id="{8A1DB655-52B3-47B0-B289-73FF474BFD29}"/>
              </a:ext>
            </a:extLst>
          </p:cNvPr>
          <p:cNvSpPr>
            <a:spLocks/>
          </p:cNvSpPr>
          <p:nvPr/>
        </p:nvSpPr>
        <p:spPr>
          <a:xfrm>
            <a:off x="5467848" y="4600931"/>
            <a:ext cx="1189523" cy="537422"/>
          </a:xfrm>
          <a:custGeom>
            <a:pathLst>
              <a:path w="1248843" h="564223">
                <a:moveTo>
                  <a:pt x="12256" y="314436"/>
                </a:moveTo>
                <a:cubicBezTo>
                  <a:pt x="24512" y="331748"/>
                  <a:pt x="61669" y="393356"/>
                  <a:pt x="85791" y="418313"/>
                </a:cubicBezTo>
                <a:cubicBezTo>
                  <a:pt x="109914" y="443270"/>
                  <a:pt x="133643" y="456852"/>
                  <a:pt x="156990" y="464177"/>
                </a:cubicBezTo>
                <a:cubicBezTo>
                  <a:pt x="180337" y="471502"/>
                  <a:pt x="202849" y="462106"/>
                  <a:pt x="225873" y="462263"/>
                </a:cubicBezTo>
                <a:cubicBezTo>
                  <a:pt x="248896" y="462420"/>
                  <a:pt x="272006" y="463977"/>
                  <a:pt x="295130" y="465120"/>
                </a:cubicBezTo>
                <a:cubicBezTo>
                  <a:pt x="318255" y="466264"/>
                  <a:pt x="341762" y="472412"/>
                  <a:pt x="364621" y="469124"/>
                </a:cubicBezTo>
                <a:cubicBezTo>
                  <a:pt x="387480" y="465836"/>
                  <a:pt x="409444" y="449447"/>
                  <a:pt x="432285" y="445393"/>
                </a:cubicBezTo>
                <a:cubicBezTo>
                  <a:pt x="455126" y="441339"/>
                  <a:pt x="477594" y="433960"/>
                  <a:pt x="501667" y="444801"/>
                </a:cubicBezTo>
                <a:cubicBezTo>
                  <a:pt x="525739" y="455642"/>
                  <a:pt x="551936" y="490894"/>
                  <a:pt x="576721" y="510438"/>
                </a:cubicBezTo>
                <a:cubicBezTo>
                  <a:pt x="601507" y="529981"/>
                  <a:pt x="627258" y="559902"/>
                  <a:pt x="650381" y="562062"/>
                </a:cubicBezTo>
                <a:cubicBezTo>
                  <a:pt x="673503" y="564223"/>
                  <a:pt x="694167" y="540937"/>
                  <a:pt x="715457" y="523401"/>
                </a:cubicBezTo>
                <a:cubicBezTo>
                  <a:pt x="736746" y="505865"/>
                  <a:pt x="756523" y="471111"/>
                  <a:pt x="778119" y="456847"/>
                </a:cubicBezTo>
                <a:cubicBezTo>
                  <a:pt x="799716" y="442583"/>
                  <a:pt x="822548" y="442236"/>
                  <a:pt x="845034" y="437820"/>
                </a:cubicBezTo>
                <a:cubicBezTo>
                  <a:pt x="867520" y="433404"/>
                  <a:pt x="890745" y="437113"/>
                  <a:pt x="913035" y="430350"/>
                </a:cubicBezTo>
                <a:cubicBezTo>
                  <a:pt x="935326" y="423588"/>
                  <a:pt x="956661" y="406033"/>
                  <a:pt x="978779" y="397244"/>
                </a:cubicBezTo>
                <a:cubicBezTo>
                  <a:pt x="1000896" y="388455"/>
                  <a:pt x="1023147" y="381264"/>
                  <a:pt x="1045741" y="377616"/>
                </a:cubicBezTo>
                <a:cubicBezTo>
                  <a:pt x="1068336" y="373969"/>
                  <a:pt x="1092172" y="383414"/>
                  <a:pt x="1114346" y="375357"/>
                </a:cubicBezTo>
                <a:cubicBezTo>
                  <a:pt x="1136520" y="367301"/>
                  <a:pt x="1158412" y="355511"/>
                  <a:pt x="1178787" y="329278"/>
                </a:cubicBezTo>
                <a:cubicBezTo>
                  <a:pt x="1199162" y="303045"/>
                  <a:pt x="1226962" y="236513"/>
                  <a:pt x="1236597" y="217960"/>
                </a:cubicBezTo>
                <a:cubicBezTo>
                  <a:pt x="1246233" y="199407"/>
                  <a:pt x="1248843" y="226456"/>
                  <a:pt x="1236597" y="217960"/>
                </a:cubicBezTo>
                <a:cubicBezTo>
                  <a:pt x="1224352" y="209464"/>
                  <a:pt x="1187146" y="179469"/>
                  <a:pt x="1163124" y="166985"/>
                </a:cubicBezTo>
                <a:cubicBezTo>
                  <a:pt x="1139101" y="154501"/>
                  <a:pt x="1115545" y="146107"/>
                  <a:pt x="1092462" y="143054"/>
                </a:cubicBezTo>
                <a:cubicBezTo>
                  <a:pt x="1069379" y="140002"/>
                  <a:pt x="1047001" y="144126"/>
                  <a:pt x="1024626" y="148668"/>
                </a:cubicBezTo>
                <a:cubicBezTo>
                  <a:pt x="1002251" y="153210"/>
                  <a:pt x="980735" y="167282"/>
                  <a:pt x="958210" y="170308"/>
                </a:cubicBezTo>
                <a:cubicBezTo>
                  <a:pt x="935686" y="173335"/>
                  <a:pt x="913082" y="175791"/>
                  <a:pt x="889479" y="166825"/>
                </a:cubicBezTo>
                <a:cubicBezTo>
                  <a:pt x="865876" y="157860"/>
                  <a:pt x="841153" y="136342"/>
                  <a:pt x="816591" y="116517"/>
                </a:cubicBezTo>
                <a:cubicBezTo>
                  <a:pt x="792030" y="96692"/>
                  <a:pt x="766538" y="66128"/>
                  <a:pt x="742111" y="47877"/>
                </a:cubicBezTo>
                <a:cubicBezTo>
                  <a:pt x="717684" y="29625"/>
                  <a:pt x="693481" y="14016"/>
                  <a:pt x="670029" y="7008"/>
                </a:cubicBezTo>
                <a:cubicBezTo>
                  <a:pt x="646577" y="0"/>
                  <a:pt x="623904" y="3338"/>
                  <a:pt x="601398" y="5829"/>
                </a:cubicBezTo>
                <a:cubicBezTo>
                  <a:pt x="578893" y="8321"/>
                  <a:pt x="556936" y="15770"/>
                  <a:pt x="534997" y="21955"/>
                </a:cubicBezTo>
                <a:cubicBezTo>
                  <a:pt x="513057" y="28140"/>
                  <a:pt x="491280" y="32559"/>
                  <a:pt x="469761" y="42941"/>
                </a:cubicBezTo>
                <a:cubicBezTo>
                  <a:pt x="448242" y="53322"/>
                  <a:pt x="426951" y="65737"/>
                  <a:pt x="405883" y="84242"/>
                </a:cubicBezTo>
                <a:cubicBezTo>
                  <a:pt x="384816" y="102747"/>
                  <a:pt x="364324" y="130670"/>
                  <a:pt x="343355" y="153973"/>
                </a:cubicBezTo>
                <a:cubicBezTo>
                  <a:pt x="322386" y="177276"/>
                  <a:pt x="301624" y="206725"/>
                  <a:pt x="280069" y="224060"/>
                </a:cubicBezTo>
                <a:cubicBezTo>
                  <a:pt x="258514" y="241396"/>
                  <a:pt x="236391" y="252372"/>
                  <a:pt x="214024" y="257985"/>
                </a:cubicBezTo>
                <a:cubicBezTo>
                  <a:pt x="191656" y="263599"/>
                  <a:pt x="168540" y="256985"/>
                  <a:pt x="145864" y="257741"/>
                </a:cubicBezTo>
                <a:cubicBezTo>
                  <a:pt x="123188" y="258497"/>
                  <a:pt x="100235" y="253071"/>
                  <a:pt x="77967" y="262520"/>
                </a:cubicBezTo>
                <a:cubicBezTo>
                  <a:pt x="55699" y="271969"/>
                  <a:pt x="23208" y="305783"/>
                  <a:pt x="12256" y="314436"/>
                </a:cubicBezTo>
                <a:cubicBezTo>
                  <a:pt x="1304" y="323088"/>
                  <a:pt x="0" y="297123"/>
                  <a:pt x="12256" y="314436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304"/>
                </a:srgbClr>
              </a:gs>
              <a:gs pos="18000">
                <a:srgbClr val="919191">
                  <a:alpha val="4723"/>
                </a:srgbClr>
              </a:gs>
              <a:gs pos="48000">
                <a:srgbClr val="919191">
                  <a:alpha val="7618"/>
                </a:srgbClr>
              </a:gs>
              <a:gs pos="78000">
                <a:srgbClr val="919191">
                  <a:alpha val="5714"/>
                </a:srgbClr>
              </a:gs>
              <a:gs pos="100000">
                <a:srgbClr val="919191">
                  <a:alpha val="343"/>
                </a:srgbClr>
              </a:gs>
            </a:gsLst>
            <a:lin ang="21329671" scaled="0"/>
          </a:gradFill>
          <a:ln w="0">
            <a:noFill/>
            <a:prstDash val="solid"/>
          </a:ln>
        </p:spPr>
      </p:sp>
      <p:sp>
        <p:nvSpPr>
          <p:cNvPr id="224" name="PANEL_01-intermittent-gas-core-0-feather-1_6">
            <a:extLst>
              <a:ext uri="{FF2B5EF4-FFF2-40B4-BE49-F238E27FC236}">
                <a16:creationId xmlns:a16="http://schemas.microsoft.com/office/drawing/2014/main" id="{F5FBCC8D-2860-49B1-BCAC-A13C4876B2E1}"/>
              </a:ext>
            </a:extLst>
          </p:cNvPr>
          <p:cNvSpPr>
            <a:spLocks/>
          </p:cNvSpPr>
          <p:nvPr/>
        </p:nvSpPr>
        <p:spPr>
          <a:xfrm>
            <a:off x="5468016" y="4648541"/>
            <a:ext cx="1189125" cy="419091"/>
          </a:xfrm>
          <a:custGeom>
            <a:pathLst>
              <a:path w="1248425" h="439991">
                <a:moveTo>
                  <a:pt x="12080" y="264451"/>
                </a:moveTo>
                <a:cubicBezTo>
                  <a:pt x="24161" y="278268"/>
                  <a:pt x="60708" y="327365"/>
                  <a:pt x="84562" y="347353"/>
                </a:cubicBezTo>
                <a:cubicBezTo>
                  <a:pt x="108417" y="367342"/>
                  <a:pt x="131970" y="378475"/>
                  <a:pt x="155208" y="384381"/>
                </a:cubicBezTo>
                <a:cubicBezTo>
                  <a:pt x="178445" y="390288"/>
                  <a:pt x="201030" y="383019"/>
                  <a:pt x="223987" y="382793"/>
                </a:cubicBezTo>
                <a:cubicBezTo>
                  <a:pt x="246944" y="382567"/>
                  <a:pt x="269953" y="383104"/>
                  <a:pt x="292948" y="383024"/>
                </a:cubicBezTo>
                <a:cubicBezTo>
                  <a:pt x="315944" y="382945"/>
                  <a:pt x="339213" y="386350"/>
                  <a:pt x="361961" y="382316"/>
                </a:cubicBezTo>
                <a:cubicBezTo>
                  <a:pt x="384708" y="378282"/>
                  <a:pt x="406729" y="363657"/>
                  <a:pt x="429435" y="358821"/>
                </a:cubicBezTo>
                <a:cubicBezTo>
                  <a:pt x="452141" y="353985"/>
                  <a:pt x="474530" y="346355"/>
                  <a:pt x="498195" y="353299"/>
                </a:cubicBezTo>
                <a:cubicBezTo>
                  <a:pt x="521860" y="360244"/>
                  <a:pt x="547167" y="386264"/>
                  <a:pt x="571424" y="400488"/>
                </a:cubicBezTo>
                <a:cubicBezTo>
                  <a:pt x="595681" y="414711"/>
                  <a:pt x="620713" y="437290"/>
                  <a:pt x="643738" y="438640"/>
                </a:cubicBezTo>
                <a:cubicBezTo>
                  <a:pt x="666764" y="439991"/>
                  <a:pt x="687919" y="421931"/>
                  <a:pt x="709578" y="408590"/>
                </a:cubicBezTo>
                <a:cubicBezTo>
                  <a:pt x="731237" y="395249"/>
                  <a:pt x="751757" y="368937"/>
                  <a:pt x="773694" y="358595"/>
                </a:cubicBezTo>
                <a:cubicBezTo>
                  <a:pt x="795632" y="348253"/>
                  <a:pt x="818563" y="349106"/>
                  <a:pt x="841203" y="346540"/>
                </a:cubicBezTo>
                <a:cubicBezTo>
                  <a:pt x="863844" y="343973"/>
                  <a:pt x="887071" y="347865"/>
                  <a:pt x="909537" y="343197"/>
                </a:cubicBezTo>
                <a:cubicBezTo>
                  <a:pt x="932003" y="338529"/>
                  <a:pt x="953714" y="325315"/>
                  <a:pt x="975999" y="318533"/>
                </a:cubicBezTo>
                <a:cubicBezTo>
                  <a:pt x="998285" y="311750"/>
                  <a:pt x="1020646" y="305888"/>
                  <a:pt x="1043248" y="302504"/>
                </a:cubicBezTo>
                <a:cubicBezTo>
                  <a:pt x="1065851" y="299120"/>
                  <a:pt x="1089385" y="305537"/>
                  <a:pt x="1111614" y="298231"/>
                </a:cubicBezTo>
                <a:cubicBezTo>
                  <a:pt x="1133842" y="290925"/>
                  <a:pt x="1155819" y="280378"/>
                  <a:pt x="1176621" y="258669"/>
                </a:cubicBezTo>
                <a:cubicBezTo>
                  <a:pt x="1197422" y="236959"/>
                  <a:pt x="1226455" y="183091"/>
                  <a:pt x="1236422" y="167975"/>
                </a:cubicBezTo>
                <a:cubicBezTo>
                  <a:pt x="1246389" y="152859"/>
                  <a:pt x="1248425" y="173958"/>
                  <a:pt x="1236422" y="167975"/>
                </a:cubicBezTo>
                <a:cubicBezTo>
                  <a:pt x="1224419" y="161993"/>
                  <a:pt x="1188050" y="140570"/>
                  <a:pt x="1164403" y="132080"/>
                </a:cubicBezTo>
                <a:cubicBezTo>
                  <a:pt x="1140757" y="123590"/>
                  <a:pt x="1117482" y="118394"/>
                  <a:pt x="1094544" y="117034"/>
                </a:cubicBezTo>
                <a:cubicBezTo>
                  <a:pt x="1071607" y="115675"/>
                  <a:pt x="1049210" y="119843"/>
                  <a:pt x="1026778" y="123924"/>
                </a:cubicBezTo>
                <a:cubicBezTo>
                  <a:pt x="1004347" y="128006"/>
                  <a:pt x="982559" y="139236"/>
                  <a:pt x="959956" y="141523"/>
                </a:cubicBezTo>
                <a:cubicBezTo>
                  <a:pt x="937354" y="143810"/>
                  <a:pt x="914653" y="145248"/>
                  <a:pt x="891164" y="137648"/>
                </a:cubicBezTo>
                <a:cubicBezTo>
                  <a:pt x="867674" y="130048"/>
                  <a:pt x="843277" y="112265"/>
                  <a:pt x="819018" y="95923"/>
                </a:cubicBezTo>
                <a:cubicBezTo>
                  <a:pt x="794758" y="79582"/>
                  <a:pt x="769753" y="54618"/>
                  <a:pt x="745608" y="39598"/>
                </a:cubicBezTo>
                <a:cubicBezTo>
                  <a:pt x="721462" y="24578"/>
                  <a:pt x="697491" y="11606"/>
                  <a:pt x="674145" y="5803"/>
                </a:cubicBezTo>
                <a:cubicBezTo>
                  <a:pt x="650799" y="0"/>
                  <a:pt x="628076" y="2501"/>
                  <a:pt x="605532" y="4779"/>
                </a:cubicBezTo>
                <a:cubicBezTo>
                  <a:pt x="582988" y="7057"/>
                  <a:pt x="560916" y="13626"/>
                  <a:pt x="538879" y="19471"/>
                </a:cubicBezTo>
                <a:cubicBezTo>
                  <a:pt x="516841" y="25316"/>
                  <a:pt x="494981" y="30239"/>
                  <a:pt x="473308" y="39848"/>
                </a:cubicBezTo>
                <a:cubicBezTo>
                  <a:pt x="451636" y="49457"/>
                  <a:pt x="430164" y="61015"/>
                  <a:pt x="408841" y="77123"/>
                </a:cubicBezTo>
                <a:cubicBezTo>
                  <a:pt x="387519" y="93232"/>
                  <a:pt x="366647" y="116853"/>
                  <a:pt x="345373" y="136498"/>
                </a:cubicBezTo>
                <a:cubicBezTo>
                  <a:pt x="324100" y="156144"/>
                  <a:pt x="302972" y="180504"/>
                  <a:pt x="281201" y="194997"/>
                </a:cubicBezTo>
                <a:cubicBezTo>
                  <a:pt x="259429" y="209490"/>
                  <a:pt x="237190" y="218729"/>
                  <a:pt x="214745" y="223457"/>
                </a:cubicBezTo>
                <a:cubicBezTo>
                  <a:pt x="192299" y="228184"/>
                  <a:pt x="169244" y="222965"/>
                  <a:pt x="146530" y="223361"/>
                </a:cubicBezTo>
                <a:cubicBezTo>
                  <a:pt x="123815" y="223757"/>
                  <a:pt x="100868" y="218987"/>
                  <a:pt x="78460" y="225835"/>
                </a:cubicBezTo>
                <a:cubicBezTo>
                  <a:pt x="56051" y="232683"/>
                  <a:pt x="23144" y="258015"/>
                  <a:pt x="12080" y="264451"/>
                </a:cubicBezTo>
                <a:cubicBezTo>
                  <a:pt x="1017" y="270887"/>
                  <a:pt x="0" y="250634"/>
                  <a:pt x="12080" y="264451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406"/>
                </a:srgbClr>
              </a:gs>
              <a:gs pos="18000">
                <a:srgbClr val="767676">
                  <a:alpha val="6298"/>
                </a:srgbClr>
              </a:gs>
              <a:gs pos="48000">
                <a:srgbClr val="767676">
                  <a:alpha val="10158"/>
                </a:srgbClr>
              </a:gs>
              <a:gs pos="78000">
                <a:srgbClr val="767676">
                  <a:alpha val="7618"/>
                </a:srgbClr>
              </a:gs>
              <a:gs pos="100000">
                <a:srgbClr val="767676">
                  <a:alpha val="457"/>
                </a:srgbClr>
              </a:gs>
            </a:gsLst>
            <a:lin ang="21329671" scaled="0"/>
          </a:gradFill>
          <a:ln w="0">
            <a:noFill/>
            <a:prstDash val="solid"/>
          </a:ln>
        </p:spPr>
      </p:sp>
      <p:sp>
        <p:nvSpPr>
          <p:cNvPr id="225" name="PANEL_01-intermittent-gas-core-0-feather-2_7">
            <a:extLst>
              <a:ext uri="{FF2B5EF4-FFF2-40B4-BE49-F238E27FC236}">
                <a16:creationId xmlns:a16="http://schemas.microsoft.com/office/drawing/2014/main" id="{7E88C149-7F07-4E64-8DAD-1925D787485E}"/>
              </a:ext>
            </a:extLst>
          </p:cNvPr>
          <p:cNvSpPr>
            <a:spLocks/>
          </p:cNvSpPr>
          <p:nvPr/>
        </p:nvSpPr>
        <p:spPr>
          <a:xfrm>
            <a:off x="5468198" y="4700480"/>
            <a:ext cx="1188690" cy="290003"/>
          </a:xfrm>
          <a:custGeom>
            <a:pathLst>
              <a:path w="1247969" h="304465">
                <a:moveTo>
                  <a:pt x="11889" y="209922"/>
                </a:moveTo>
                <a:cubicBezTo>
                  <a:pt x="23778" y="219925"/>
                  <a:pt x="59659" y="255374"/>
                  <a:pt x="83222" y="269943"/>
                </a:cubicBezTo>
                <a:cubicBezTo>
                  <a:pt x="106784" y="284511"/>
                  <a:pt x="130145" y="292972"/>
                  <a:pt x="153263" y="297332"/>
                </a:cubicBezTo>
                <a:cubicBezTo>
                  <a:pt x="176381" y="301691"/>
                  <a:pt x="199046" y="296744"/>
                  <a:pt x="221930" y="296099"/>
                </a:cubicBezTo>
                <a:cubicBezTo>
                  <a:pt x="244814" y="295455"/>
                  <a:pt x="267714" y="294878"/>
                  <a:pt x="290568" y="293464"/>
                </a:cubicBezTo>
                <a:cubicBezTo>
                  <a:pt x="313423" y="292051"/>
                  <a:pt x="336432" y="292465"/>
                  <a:pt x="359058" y="287617"/>
                </a:cubicBezTo>
                <a:cubicBezTo>
                  <a:pt x="381685" y="282769"/>
                  <a:pt x="403767" y="270068"/>
                  <a:pt x="426326" y="264378"/>
                </a:cubicBezTo>
                <a:cubicBezTo>
                  <a:pt x="448884" y="258689"/>
                  <a:pt x="471188" y="250785"/>
                  <a:pt x="494408" y="253479"/>
                </a:cubicBezTo>
                <a:cubicBezTo>
                  <a:pt x="517627" y="256173"/>
                  <a:pt x="541964" y="272123"/>
                  <a:pt x="565645" y="280542"/>
                </a:cubicBezTo>
                <a:cubicBezTo>
                  <a:pt x="589325" y="288962"/>
                  <a:pt x="613572" y="303532"/>
                  <a:pt x="636492" y="303998"/>
                </a:cubicBezTo>
                <a:cubicBezTo>
                  <a:pt x="659412" y="304465"/>
                  <a:pt x="681103" y="292106"/>
                  <a:pt x="703165" y="283342"/>
                </a:cubicBezTo>
                <a:cubicBezTo>
                  <a:pt x="725228" y="274577"/>
                  <a:pt x="746557" y="257475"/>
                  <a:pt x="768867" y="251411"/>
                </a:cubicBezTo>
                <a:cubicBezTo>
                  <a:pt x="791176" y="245348"/>
                  <a:pt x="814215" y="247510"/>
                  <a:pt x="837024" y="246961"/>
                </a:cubicBezTo>
                <a:cubicBezTo>
                  <a:pt x="859833" y="246413"/>
                  <a:pt x="883064" y="250503"/>
                  <a:pt x="905721" y="248121"/>
                </a:cubicBezTo>
                <a:cubicBezTo>
                  <a:pt x="928379" y="245738"/>
                  <a:pt x="950500" y="237259"/>
                  <a:pt x="972968" y="232666"/>
                </a:cubicBezTo>
                <a:cubicBezTo>
                  <a:pt x="995436" y="228073"/>
                  <a:pt x="1017918" y="223659"/>
                  <a:pt x="1040529" y="220563"/>
                </a:cubicBezTo>
                <a:cubicBezTo>
                  <a:pt x="1063140" y="217467"/>
                  <a:pt x="1086345" y="220580"/>
                  <a:pt x="1108633" y="214093"/>
                </a:cubicBezTo>
                <a:cubicBezTo>
                  <a:pt x="1130921" y="207606"/>
                  <a:pt x="1152991" y="198415"/>
                  <a:pt x="1174258" y="181640"/>
                </a:cubicBezTo>
                <a:cubicBezTo>
                  <a:pt x="1195524" y="164866"/>
                  <a:pt x="1225902" y="124812"/>
                  <a:pt x="1236230" y="113446"/>
                </a:cubicBezTo>
                <a:cubicBezTo>
                  <a:pt x="1246559" y="102080"/>
                  <a:pt x="1247969" y="116687"/>
                  <a:pt x="1236230" y="113446"/>
                </a:cubicBezTo>
                <a:cubicBezTo>
                  <a:pt x="1224492" y="110205"/>
                  <a:pt x="1189035" y="98135"/>
                  <a:pt x="1165800" y="94002"/>
                </a:cubicBezTo>
                <a:cubicBezTo>
                  <a:pt x="1142564" y="89869"/>
                  <a:pt x="1119594" y="88161"/>
                  <a:pt x="1096816" y="88649"/>
                </a:cubicBezTo>
                <a:cubicBezTo>
                  <a:pt x="1074037" y="89137"/>
                  <a:pt x="1051619" y="93352"/>
                  <a:pt x="1029126" y="96931"/>
                </a:cubicBezTo>
                <a:cubicBezTo>
                  <a:pt x="1006634" y="100510"/>
                  <a:pt x="984548" y="108640"/>
                  <a:pt x="961861" y="110121"/>
                </a:cubicBezTo>
                <a:cubicBezTo>
                  <a:pt x="939173" y="111602"/>
                  <a:pt x="916367" y="111928"/>
                  <a:pt x="893001" y="105818"/>
                </a:cubicBezTo>
                <a:cubicBezTo>
                  <a:pt x="869635" y="99707"/>
                  <a:pt x="845594" y="85999"/>
                  <a:pt x="821664" y="73458"/>
                </a:cubicBezTo>
                <a:cubicBezTo>
                  <a:pt x="797735" y="60916"/>
                  <a:pt x="773260" y="42062"/>
                  <a:pt x="749422" y="30567"/>
                </a:cubicBezTo>
                <a:cubicBezTo>
                  <a:pt x="725584" y="19073"/>
                  <a:pt x="701865" y="8978"/>
                  <a:pt x="678635" y="4489"/>
                </a:cubicBezTo>
                <a:cubicBezTo>
                  <a:pt x="655405" y="0"/>
                  <a:pt x="632628" y="1587"/>
                  <a:pt x="610042" y="3633"/>
                </a:cubicBezTo>
                <a:cubicBezTo>
                  <a:pt x="587455" y="5678"/>
                  <a:pt x="565257" y="11288"/>
                  <a:pt x="543113" y="16762"/>
                </a:cubicBezTo>
                <a:cubicBezTo>
                  <a:pt x="520969" y="22235"/>
                  <a:pt x="499019" y="27708"/>
                  <a:pt x="477178" y="36474"/>
                </a:cubicBezTo>
                <a:cubicBezTo>
                  <a:pt x="455338" y="45240"/>
                  <a:pt x="433669" y="55863"/>
                  <a:pt x="412069" y="69357"/>
                </a:cubicBezTo>
                <a:cubicBezTo>
                  <a:pt x="390468" y="82850"/>
                  <a:pt x="369180" y="101780"/>
                  <a:pt x="347575" y="117436"/>
                </a:cubicBezTo>
                <a:cubicBezTo>
                  <a:pt x="325969" y="133091"/>
                  <a:pt x="304443" y="151900"/>
                  <a:pt x="282435" y="163292"/>
                </a:cubicBezTo>
                <a:cubicBezTo>
                  <a:pt x="260428" y="174684"/>
                  <a:pt x="238061" y="182029"/>
                  <a:pt x="215531" y="185789"/>
                </a:cubicBezTo>
                <a:cubicBezTo>
                  <a:pt x="193001" y="189550"/>
                  <a:pt x="170011" y="185852"/>
                  <a:pt x="147256" y="185856"/>
                </a:cubicBezTo>
                <a:cubicBezTo>
                  <a:pt x="124500" y="185860"/>
                  <a:pt x="101558" y="181804"/>
                  <a:pt x="78997" y="185815"/>
                </a:cubicBezTo>
                <a:cubicBezTo>
                  <a:pt x="56436" y="189826"/>
                  <a:pt x="23073" y="205904"/>
                  <a:pt x="11889" y="209922"/>
                </a:cubicBezTo>
                <a:cubicBezTo>
                  <a:pt x="704" y="213939"/>
                  <a:pt x="0" y="199918"/>
                  <a:pt x="11889" y="209922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522"/>
                </a:srgbClr>
              </a:gs>
              <a:gs pos="18000">
                <a:srgbClr val="767676">
                  <a:alpha val="8082"/>
                </a:srgbClr>
              </a:gs>
              <a:gs pos="48000">
                <a:srgbClr val="767676">
                  <a:alpha val="13036"/>
                </a:srgbClr>
              </a:gs>
              <a:gs pos="78000">
                <a:srgbClr val="767676">
                  <a:alpha val="9777"/>
                </a:srgbClr>
              </a:gs>
              <a:gs pos="100000">
                <a:srgbClr val="767676">
                  <a:alpha val="586"/>
                </a:srgbClr>
              </a:gs>
            </a:gsLst>
            <a:lin ang="21329671" scaled="0"/>
          </a:gradFill>
          <a:ln w="0">
            <a:noFill/>
            <a:prstDash val="solid"/>
          </a:ln>
        </p:spPr>
      </p:sp>
      <p:sp>
        <p:nvSpPr>
          <p:cNvPr id="226" name="PANEL_01-intermittent-gas-core-0-feather-3_8">
            <a:extLst>
              <a:ext uri="{FF2B5EF4-FFF2-40B4-BE49-F238E27FC236}">
                <a16:creationId xmlns:a16="http://schemas.microsoft.com/office/drawing/2014/main" id="{2A20DD31-7309-48E0-9BB2-2B9DC787153B}"/>
              </a:ext>
            </a:extLst>
          </p:cNvPr>
          <p:cNvSpPr>
            <a:spLocks/>
          </p:cNvSpPr>
          <p:nvPr/>
        </p:nvSpPr>
        <p:spPr>
          <a:xfrm>
            <a:off x="5468381" y="4752419"/>
            <a:ext cx="1188256" cy="202972"/>
          </a:xfrm>
          <a:custGeom>
            <a:pathLst>
              <a:path w="1247513" h="213094">
                <a:moveTo>
                  <a:pt x="11697" y="155393"/>
                </a:moveTo>
                <a:cubicBezTo>
                  <a:pt x="23395" y="161582"/>
                  <a:pt x="58611" y="183384"/>
                  <a:pt x="81881" y="192532"/>
                </a:cubicBezTo>
                <a:cubicBezTo>
                  <a:pt x="105151" y="201680"/>
                  <a:pt x="128321" y="207470"/>
                  <a:pt x="151319" y="210282"/>
                </a:cubicBezTo>
                <a:cubicBezTo>
                  <a:pt x="174318" y="213094"/>
                  <a:pt x="197061" y="210468"/>
                  <a:pt x="219872" y="209405"/>
                </a:cubicBezTo>
                <a:cubicBezTo>
                  <a:pt x="242684" y="208342"/>
                  <a:pt x="265474" y="206653"/>
                  <a:pt x="288188" y="203905"/>
                </a:cubicBezTo>
                <a:cubicBezTo>
                  <a:pt x="310902" y="201157"/>
                  <a:pt x="333652" y="198579"/>
                  <a:pt x="356156" y="192918"/>
                </a:cubicBezTo>
                <a:cubicBezTo>
                  <a:pt x="378661" y="187257"/>
                  <a:pt x="400806" y="176479"/>
                  <a:pt x="423216" y="169936"/>
                </a:cubicBezTo>
                <a:cubicBezTo>
                  <a:pt x="445627" y="163393"/>
                  <a:pt x="467845" y="155215"/>
                  <a:pt x="490620" y="153659"/>
                </a:cubicBezTo>
                <a:cubicBezTo>
                  <a:pt x="513395" y="152102"/>
                  <a:pt x="536761" y="157981"/>
                  <a:pt x="559865" y="160597"/>
                </a:cubicBezTo>
                <a:cubicBezTo>
                  <a:pt x="582970" y="163213"/>
                  <a:pt x="606431" y="169774"/>
                  <a:pt x="629246" y="169357"/>
                </a:cubicBezTo>
                <a:cubicBezTo>
                  <a:pt x="652060" y="168939"/>
                  <a:pt x="674287" y="162281"/>
                  <a:pt x="696753" y="158093"/>
                </a:cubicBezTo>
                <a:cubicBezTo>
                  <a:pt x="719218" y="153905"/>
                  <a:pt x="741357" y="146013"/>
                  <a:pt x="764039" y="144228"/>
                </a:cubicBezTo>
                <a:cubicBezTo>
                  <a:pt x="786721" y="142442"/>
                  <a:pt x="809866" y="145913"/>
                  <a:pt x="832844" y="147383"/>
                </a:cubicBezTo>
                <a:cubicBezTo>
                  <a:pt x="855822" y="148852"/>
                  <a:pt x="879057" y="153142"/>
                  <a:pt x="901905" y="153045"/>
                </a:cubicBezTo>
                <a:cubicBezTo>
                  <a:pt x="924754" y="152948"/>
                  <a:pt x="947285" y="149204"/>
                  <a:pt x="969936" y="146800"/>
                </a:cubicBezTo>
                <a:cubicBezTo>
                  <a:pt x="992586" y="144396"/>
                  <a:pt x="1015190" y="141430"/>
                  <a:pt x="1037809" y="138622"/>
                </a:cubicBezTo>
                <a:cubicBezTo>
                  <a:pt x="1060428" y="135815"/>
                  <a:pt x="1083304" y="135623"/>
                  <a:pt x="1105652" y="129954"/>
                </a:cubicBezTo>
                <a:cubicBezTo>
                  <a:pt x="1128000" y="124286"/>
                  <a:pt x="1150164" y="116452"/>
                  <a:pt x="1171895" y="104612"/>
                </a:cubicBezTo>
                <a:cubicBezTo>
                  <a:pt x="1193626" y="92772"/>
                  <a:pt x="1225348" y="66533"/>
                  <a:pt x="1236039" y="58917"/>
                </a:cubicBezTo>
                <a:cubicBezTo>
                  <a:pt x="1246729" y="51301"/>
                  <a:pt x="1247513" y="59416"/>
                  <a:pt x="1236039" y="58917"/>
                </a:cubicBezTo>
                <a:cubicBezTo>
                  <a:pt x="1224565" y="58418"/>
                  <a:pt x="1190021" y="55700"/>
                  <a:pt x="1167196" y="55924"/>
                </a:cubicBezTo>
                <a:cubicBezTo>
                  <a:pt x="1144370" y="56149"/>
                  <a:pt x="1121707" y="57928"/>
                  <a:pt x="1099087" y="60263"/>
                </a:cubicBezTo>
                <a:cubicBezTo>
                  <a:pt x="1076467" y="62599"/>
                  <a:pt x="1054028" y="66862"/>
                  <a:pt x="1031474" y="69938"/>
                </a:cubicBezTo>
                <a:cubicBezTo>
                  <a:pt x="1008921" y="73014"/>
                  <a:pt x="986538" y="78044"/>
                  <a:pt x="963765" y="78719"/>
                </a:cubicBezTo>
                <a:cubicBezTo>
                  <a:pt x="940993" y="79394"/>
                  <a:pt x="918081" y="78609"/>
                  <a:pt x="894839" y="73987"/>
                </a:cubicBezTo>
                <a:cubicBezTo>
                  <a:pt x="871596" y="69366"/>
                  <a:pt x="847912" y="59734"/>
                  <a:pt x="824311" y="50992"/>
                </a:cubicBezTo>
                <a:cubicBezTo>
                  <a:pt x="800711" y="42250"/>
                  <a:pt x="776768" y="29506"/>
                  <a:pt x="753236" y="21536"/>
                </a:cubicBezTo>
                <a:cubicBezTo>
                  <a:pt x="729705" y="13567"/>
                  <a:pt x="706239" y="6350"/>
                  <a:pt x="683125" y="3175"/>
                </a:cubicBezTo>
                <a:cubicBezTo>
                  <a:pt x="660010" y="0"/>
                  <a:pt x="637180" y="674"/>
                  <a:pt x="614551" y="2487"/>
                </a:cubicBezTo>
                <a:cubicBezTo>
                  <a:pt x="591922" y="4300"/>
                  <a:pt x="569598" y="8950"/>
                  <a:pt x="547348" y="14052"/>
                </a:cubicBezTo>
                <a:cubicBezTo>
                  <a:pt x="525098" y="19154"/>
                  <a:pt x="503057" y="25178"/>
                  <a:pt x="481048" y="33101"/>
                </a:cubicBezTo>
                <a:cubicBezTo>
                  <a:pt x="459040" y="41024"/>
                  <a:pt x="437174" y="50712"/>
                  <a:pt x="415296" y="61591"/>
                </a:cubicBezTo>
                <a:cubicBezTo>
                  <a:pt x="393417" y="72469"/>
                  <a:pt x="371714" y="86707"/>
                  <a:pt x="349777" y="98373"/>
                </a:cubicBezTo>
                <a:cubicBezTo>
                  <a:pt x="327839" y="110039"/>
                  <a:pt x="305913" y="123295"/>
                  <a:pt x="283670" y="131587"/>
                </a:cubicBezTo>
                <a:cubicBezTo>
                  <a:pt x="261427" y="139878"/>
                  <a:pt x="238932" y="145328"/>
                  <a:pt x="216318" y="148122"/>
                </a:cubicBezTo>
                <a:cubicBezTo>
                  <a:pt x="193703" y="150916"/>
                  <a:pt x="170779" y="148739"/>
                  <a:pt x="147982" y="148351"/>
                </a:cubicBezTo>
                <a:cubicBezTo>
                  <a:pt x="125184" y="147963"/>
                  <a:pt x="102248" y="144621"/>
                  <a:pt x="79534" y="145794"/>
                </a:cubicBezTo>
                <a:cubicBezTo>
                  <a:pt x="56820" y="146968"/>
                  <a:pt x="23003" y="153793"/>
                  <a:pt x="11697" y="155393"/>
                </a:cubicBezTo>
                <a:cubicBezTo>
                  <a:pt x="391" y="156992"/>
                  <a:pt x="0" y="149203"/>
                  <a:pt x="11697" y="155393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610"/>
                </a:srgbClr>
              </a:gs>
              <a:gs pos="18000">
                <a:srgbClr val="767676">
                  <a:alpha val="9447"/>
                </a:srgbClr>
              </a:gs>
              <a:gs pos="48000">
                <a:srgbClr val="767676">
                  <a:alpha val="15237"/>
                </a:srgbClr>
              </a:gs>
              <a:gs pos="78000">
                <a:srgbClr val="767676">
                  <a:alpha val="11427"/>
                </a:srgbClr>
              </a:gs>
              <a:gs pos="100000">
                <a:srgbClr val="767676">
                  <a:alpha val="685"/>
                </a:srgbClr>
              </a:gs>
            </a:gsLst>
            <a:lin ang="21329671" scaled="0"/>
          </a:gradFill>
          <a:ln w="0">
            <a:noFill/>
            <a:prstDash val="solid"/>
          </a:ln>
        </p:spPr>
      </p:sp>
      <p:sp>
        <p:nvSpPr>
          <p:cNvPr id="227" name="PANEL_01-intermittent-gas-core-1-feather-0_9">
            <a:extLst>
              <a:ext uri="{FF2B5EF4-FFF2-40B4-BE49-F238E27FC236}">
                <a16:creationId xmlns:a16="http://schemas.microsoft.com/office/drawing/2014/main" id="{F4E38D6A-6FAD-4467-B981-BD4ACB9F2FFD}"/>
              </a:ext>
            </a:extLst>
          </p:cNvPr>
          <p:cNvSpPr>
            <a:spLocks/>
          </p:cNvSpPr>
          <p:nvPr/>
        </p:nvSpPr>
        <p:spPr>
          <a:xfrm>
            <a:off x="7047886" y="4464030"/>
            <a:ext cx="947307" cy="600631"/>
          </a:xfrm>
          <a:custGeom>
            <a:pathLst>
              <a:path w="994548" h="630584">
                <a:moveTo>
                  <a:pt x="11224" y="363823"/>
                </a:moveTo>
                <a:cubicBezTo>
                  <a:pt x="22449" y="379734"/>
                  <a:pt x="57916" y="442279"/>
                  <a:pt x="78571" y="459290"/>
                </a:cubicBezTo>
                <a:cubicBezTo>
                  <a:pt x="99227" y="476301"/>
                  <a:pt x="117075" y="469571"/>
                  <a:pt x="135158" y="465888"/>
                </a:cubicBezTo>
                <a:cubicBezTo>
                  <a:pt x="153241" y="462205"/>
                  <a:pt x="168667" y="438810"/>
                  <a:pt x="187070" y="437191"/>
                </a:cubicBezTo>
                <a:cubicBezTo>
                  <a:pt x="205472" y="435572"/>
                  <a:pt x="225135" y="443808"/>
                  <a:pt x="245574" y="456175"/>
                </a:cubicBezTo>
                <a:cubicBezTo>
                  <a:pt x="266014" y="468541"/>
                  <a:pt x="288947" y="497825"/>
                  <a:pt x="309708" y="511391"/>
                </a:cubicBezTo>
                <a:cubicBezTo>
                  <a:pt x="330468" y="524956"/>
                  <a:pt x="350089" y="529916"/>
                  <a:pt x="370137" y="537567"/>
                </a:cubicBezTo>
                <a:cubicBezTo>
                  <a:pt x="390184" y="545218"/>
                  <a:pt x="409126" y="545564"/>
                  <a:pt x="429993" y="557295"/>
                </a:cubicBezTo>
                <a:cubicBezTo>
                  <a:pt x="450861" y="569026"/>
                  <a:pt x="474524" y="597570"/>
                  <a:pt x="495339" y="607953"/>
                </a:cubicBezTo>
                <a:cubicBezTo>
                  <a:pt x="516155" y="618336"/>
                  <a:pt x="537606" y="630584"/>
                  <a:pt x="554885" y="619593"/>
                </a:cubicBezTo>
                <a:cubicBezTo>
                  <a:pt x="572164" y="608602"/>
                  <a:pt x="584296" y="567061"/>
                  <a:pt x="599015" y="542008"/>
                </a:cubicBezTo>
                <a:cubicBezTo>
                  <a:pt x="613734" y="516955"/>
                  <a:pt x="625922" y="479451"/>
                  <a:pt x="643199" y="469276"/>
                </a:cubicBezTo>
                <a:cubicBezTo>
                  <a:pt x="660477" y="459101"/>
                  <a:pt x="682277" y="474499"/>
                  <a:pt x="702679" y="480959"/>
                </a:cubicBezTo>
                <a:cubicBezTo>
                  <a:pt x="723082" y="487419"/>
                  <a:pt x="746464" y="508423"/>
                  <a:pt x="765615" y="508038"/>
                </a:cubicBezTo>
                <a:cubicBezTo>
                  <a:pt x="784766" y="507653"/>
                  <a:pt x="801066" y="492043"/>
                  <a:pt x="817584" y="478647"/>
                </a:cubicBezTo>
                <a:cubicBezTo>
                  <a:pt x="834102" y="465251"/>
                  <a:pt x="849011" y="444212"/>
                  <a:pt x="864721" y="427663"/>
                </a:cubicBezTo>
                <a:cubicBezTo>
                  <a:pt x="880431" y="411114"/>
                  <a:pt x="897483" y="400671"/>
                  <a:pt x="911845" y="379354"/>
                </a:cubicBezTo>
                <a:cubicBezTo>
                  <a:pt x="926207" y="358037"/>
                  <a:pt x="939072" y="330502"/>
                  <a:pt x="950893" y="299761"/>
                </a:cubicBezTo>
                <a:cubicBezTo>
                  <a:pt x="962714" y="269020"/>
                  <a:pt x="977459" y="212383"/>
                  <a:pt x="982772" y="194907"/>
                </a:cubicBezTo>
                <a:cubicBezTo>
                  <a:pt x="988085" y="177431"/>
                  <a:pt x="994548" y="205528"/>
                  <a:pt x="982772" y="194907"/>
                </a:cubicBezTo>
                <a:cubicBezTo>
                  <a:pt x="970995" y="184287"/>
                  <a:pt x="934775" y="149071"/>
                  <a:pt x="912113" y="131184"/>
                </a:cubicBezTo>
                <a:cubicBezTo>
                  <a:pt x="889451" y="113297"/>
                  <a:pt x="867039" y="95728"/>
                  <a:pt x="846800" y="87587"/>
                </a:cubicBezTo>
                <a:cubicBezTo>
                  <a:pt x="826561" y="79445"/>
                  <a:pt x="807972" y="77425"/>
                  <a:pt x="790677" y="82333"/>
                </a:cubicBezTo>
                <a:cubicBezTo>
                  <a:pt x="773382" y="87241"/>
                  <a:pt x="758948" y="105292"/>
                  <a:pt x="743029" y="117033"/>
                </a:cubicBezTo>
                <a:cubicBezTo>
                  <a:pt x="727111" y="128774"/>
                  <a:pt x="712222" y="146276"/>
                  <a:pt x="695165" y="152781"/>
                </a:cubicBezTo>
                <a:cubicBezTo>
                  <a:pt x="678109" y="159286"/>
                  <a:pt x="659559" y="158900"/>
                  <a:pt x="640691" y="156064"/>
                </a:cubicBezTo>
                <a:cubicBezTo>
                  <a:pt x="621823" y="153227"/>
                  <a:pt x="601400" y="142127"/>
                  <a:pt x="581957" y="135763"/>
                </a:cubicBezTo>
                <a:cubicBezTo>
                  <a:pt x="562514" y="129398"/>
                  <a:pt x="543256" y="123657"/>
                  <a:pt x="524033" y="117876"/>
                </a:cubicBezTo>
                <a:cubicBezTo>
                  <a:pt x="504811" y="112095"/>
                  <a:pt x="486238" y="109898"/>
                  <a:pt x="466621" y="101077"/>
                </a:cubicBezTo>
                <a:cubicBezTo>
                  <a:pt x="447004" y="92256"/>
                  <a:pt x="426625" y="78753"/>
                  <a:pt x="406330" y="64948"/>
                </a:cubicBezTo>
                <a:cubicBezTo>
                  <a:pt x="386035" y="51144"/>
                  <a:pt x="364335" y="27795"/>
                  <a:pt x="344852" y="18251"/>
                </a:cubicBezTo>
                <a:cubicBezTo>
                  <a:pt x="325369" y="8706"/>
                  <a:pt x="306237" y="0"/>
                  <a:pt x="289432" y="7680"/>
                </a:cubicBezTo>
                <a:cubicBezTo>
                  <a:pt x="272626" y="15360"/>
                  <a:pt x="258304" y="38763"/>
                  <a:pt x="244019" y="64329"/>
                </a:cubicBezTo>
                <a:cubicBezTo>
                  <a:pt x="229734" y="89896"/>
                  <a:pt x="217657" y="131375"/>
                  <a:pt x="203723" y="161080"/>
                </a:cubicBezTo>
                <a:cubicBezTo>
                  <a:pt x="189788" y="190785"/>
                  <a:pt x="175795" y="221653"/>
                  <a:pt x="160411" y="242561"/>
                </a:cubicBezTo>
                <a:cubicBezTo>
                  <a:pt x="145027" y="263470"/>
                  <a:pt x="128125" y="274375"/>
                  <a:pt x="111418" y="286532"/>
                </a:cubicBezTo>
                <a:cubicBezTo>
                  <a:pt x="94710" y="298690"/>
                  <a:pt x="76867" y="302624"/>
                  <a:pt x="60168" y="315506"/>
                </a:cubicBezTo>
                <a:cubicBezTo>
                  <a:pt x="43469" y="328388"/>
                  <a:pt x="19382" y="355770"/>
                  <a:pt x="11224" y="363823"/>
                </a:cubicBezTo>
                <a:cubicBezTo>
                  <a:pt x="3067" y="371875"/>
                  <a:pt x="0" y="347911"/>
                  <a:pt x="11224" y="363823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275"/>
                </a:srgbClr>
              </a:gs>
              <a:gs pos="18000">
                <a:srgbClr val="919191">
                  <a:alpha val="4264"/>
                </a:srgbClr>
              </a:gs>
              <a:gs pos="48000">
                <a:srgbClr val="919191">
                  <a:alpha val="6878"/>
                </a:srgbClr>
              </a:gs>
              <a:gs pos="78000">
                <a:srgbClr val="919191">
                  <a:alpha val="5158"/>
                </a:srgbClr>
              </a:gs>
              <a:gs pos="100000">
                <a:srgbClr val="919191">
                  <a:alpha val="309"/>
                </a:srgbClr>
              </a:gs>
            </a:gsLst>
            <a:lin ang="21008308" scaled="0"/>
          </a:gradFill>
          <a:ln w="0">
            <a:noFill/>
            <a:prstDash val="solid"/>
          </a:ln>
        </p:spPr>
      </p:sp>
      <p:sp>
        <p:nvSpPr>
          <p:cNvPr id="228" name="PANEL_01-intermittent-gas-core-1-feather-1_10">
            <a:extLst>
              <a:ext uri="{FF2B5EF4-FFF2-40B4-BE49-F238E27FC236}">
                <a16:creationId xmlns:a16="http://schemas.microsoft.com/office/drawing/2014/main" id="{A5DDAE4F-8BA3-490B-A7E0-732C663E07E2}"/>
              </a:ext>
            </a:extLst>
          </p:cNvPr>
          <p:cNvSpPr>
            <a:spLocks/>
          </p:cNvSpPr>
          <p:nvPr/>
        </p:nvSpPr>
        <p:spPr>
          <a:xfrm>
            <a:off x="7048302" y="4520504"/>
            <a:ext cx="946313" cy="470534"/>
          </a:xfrm>
          <a:custGeom>
            <a:pathLst>
              <a:path w="993505" h="493999">
                <a:moveTo>
                  <a:pt x="10787" y="304533"/>
                </a:moveTo>
                <a:cubicBezTo>
                  <a:pt x="21574" y="317027"/>
                  <a:pt x="55392" y="366546"/>
                  <a:pt x="75510" y="379498"/>
                </a:cubicBezTo>
                <a:cubicBezTo>
                  <a:pt x="95628" y="392449"/>
                  <a:pt x="113486" y="386235"/>
                  <a:pt x="131496" y="382241"/>
                </a:cubicBezTo>
                <a:cubicBezTo>
                  <a:pt x="149506" y="378248"/>
                  <a:pt x="165381" y="358400"/>
                  <a:pt x="183569" y="355539"/>
                </a:cubicBezTo>
                <a:cubicBezTo>
                  <a:pt x="201757" y="352677"/>
                  <a:pt x="220873" y="357133"/>
                  <a:pt x="240625" y="365071"/>
                </a:cubicBezTo>
                <a:cubicBezTo>
                  <a:pt x="260377" y="373009"/>
                  <a:pt x="282045" y="393995"/>
                  <a:pt x="302080" y="403166"/>
                </a:cubicBezTo>
                <a:cubicBezTo>
                  <a:pt x="322116" y="412337"/>
                  <a:pt x="341271" y="414921"/>
                  <a:pt x="360838" y="420095"/>
                </a:cubicBezTo>
                <a:cubicBezTo>
                  <a:pt x="380405" y="425270"/>
                  <a:pt x="399157" y="425111"/>
                  <a:pt x="419480" y="434213"/>
                </a:cubicBezTo>
                <a:cubicBezTo>
                  <a:pt x="439804" y="443315"/>
                  <a:pt x="462383" y="466020"/>
                  <a:pt x="482779" y="474708"/>
                </a:cubicBezTo>
                <a:cubicBezTo>
                  <a:pt x="503175" y="483396"/>
                  <a:pt x="524148" y="493999"/>
                  <a:pt x="541858" y="486341"/>
                </a:cubicBezTo>
                <a:cubicBezTo>
                  <a:pt x="559568" y="478683"/>
                  <a:pt x="573321" y="447480"/>
                  <a:pt x="589038" y="428761"/>
                </a:cubicBezTo>
                <a:cubicBezTo>
                  <a:pt x="604755" y="410042"/>
                  <a:pt x="618516" y="381628"/>
                  <a:pt x="636159" y="374028"/>
                </a:cubicBezTo>
                <a:cubicBezTo>
                  <a:pt x="653802" y="366428"/>
                  <a:pt x="674940" y="378517"/>
                  <a:pt x="694895" y="383161"/>
                </a:cubicBezTo>
                <a:cubicBezTo>
                  <a:pt x="714849" y="387804"/>
                  <a:pt x="737053" y="403340"/>
                  <a:pt x="755885" y="401889"/>
                </a:cubicBezTo>
                <a:cubicBezTo>
                  <a:pt x="774717" y="400438"/>
                  <a:pt x="791230" y="386606"/>
                  <a:pt x="807889" y="374457"/>
                </a:cubicBezTo>
                <a:cubicBezTo>
                  <a:pt x="824549" y="362307"/>
                  <a:pt x="839865" y="343789"/>
                  <a:pt x="855840" y="328991"/>
                </a:cubicBezTo>
                <a:cubicBezTo>
                  <a:pt x="871815" y="314192"/>
                  <a:pt x="888785" y="303965"/>
                  <a:pt x="903739" y="285666"/>
                </a:cubicBezTo>
                <a:cubicBezTo>
                  <a:pt x="918693" y="267368"/>
                  <a:pt x="932463" y="244208"/>
                  <a:pt x="945562" y="219200"/>
                </a:cubicBezTo>
                <a:cubicBezTo>
                  <a:pt x="958662" y="194192"/>
                  <a:pt x="976206" y="149548"/>
                  <a:pt x="982334" y="135617"/>
                </a:cubicBezTo>
                <a:cubicBezTo>
                  <a:pt x="988463" y="121687"/>
                  <a:pt x="993505" y="143602"/>
                  <a:pt x="982334" y="135617"/>
                </a:cubicBezTo>
                <a:cubicBezTo>
                  <a:pt x="971164" y="127633"/>
                  <a:pt x="936869" y="100632"/>
                  <a:pt x="915314" y="87710"/>
                </a:cubicBezTo>
                <a:cubicBezTo>
                  <a:pt x="893759" y="74788"/>
                  <a:pt x="872542" y="62767"/>
                  <a:pt x="853004" y="58088"/>
                </a:cubicBezTo>
                <a:cubicBezTo>
                  <a:pt x="833466" y="53408"/>
                  <a:pt x="815297" y="53915"/>
                  <a:pt x="798085" y="59633"/>
                </a:cubicBezTo>
                <a:cubicBezTo>
                  <a:pt x="780874" y="65351"/>
                  <a:pt x="765928" y="81538"/>
                  <a:pt x="749737" y="92398"/>
                </a:cubicBezTo>
                <a:cubicBezTo>
                  <a:pt x="733545" y="103257"/>
                  <a:pt x="718133" y="118564"/>
                  <a:pt x="700935" y="124789"/>
                </a:cubicBezTo>
                <a:cubicBezTo>
                  <a:pt x="683736" y="131013"/>
                  <a:pt x="665301" y="131559"/>
                  <a:pt x="646544" y="129742"/>
                </a:cubicBezTo>
                <a:cubicBezTo>
                  <a:pt x="627786" y="127925"/>
                  <a:pt x="607722" y="119188"/>
                  <a:pt x="588390" y="113888"/>
                </a:cubicBezTo>
                <a:cubicBezTo>
                  <a:pt x="569058" y="108587"/>
                  <a:pt x="549782" y="103270"/>
                  <a:pt x="530553" y="97938"/>
                </a:cubicBezTo>
                <a:cubicBezTo>
                  <a:pt x="511323" y="92606"/>
                  <a:pt x="492545" y="89694"/>
                  <a:pt x="473012" y="81898"/>
                </a:cubicBezTo>
                <a:cubicBezTo>
                  <a:pt x="453478" y="74103"/>
                  <a:pt x="433342" y="62521"/>
                  <a:pt x="413352" y="51165"/>
                </a:cubicBezTo>
                <a:cubicBezTo>
                  <a:pt x="393362" y="39808"/>
                  <a:pt x="372314" y="21155"/>
                  <a:pt x="353070" y="13758"/>
                </a:cubicBezTo>
                <a:cubicBezTo>
                  <a:pt x="333826" y="6361"/>
                  <a:pt x="314926" y="0"/>
                  <a:pt x="297888" y="6783"/>
                </a:cubicBezTo>
                <a:cubicBezTo>
                  <a:pt x="280850" y="13567"/>
                  <a:pt x="265828" y="33106"/>
                  <a:pt x="250843" y="54458"/>
                </a:cubicBezTo>
                <a:cubicBezTo>
                  <a:pt x="235858" y="75810"/>
                  <a:pt x="222659" y="110019"/>
                  <a:pt x="207981" y="134897"/>
                </a:cubicBezTo>
                <a:cubicBezTo>
                  <a:pt x="193303" y="159775"/>
                  <a:pt x="178609" y="185819"/>
                  <a:pt x="162776" y="203727"/>
                </a:cubicBezTo>
                <a:cubicBezTo>
                  <a:pt x="146942" y="221635"/>
                  <a:pt x="129916" y="231741"/>
                  <a:pt x="112979" y="242344"/>
                </a:cubicBezTo>
                <a:cubicBezTo>
                  <a:pt x="96042" y="252947"/>
                  <a:pt x="78187" y="256982"/>
                  <a:pt x="61155" y="267346"/>
                </a:cubicBezTo>
                <a:cubicBezTo>
                  <a:pt x="44123" y="277711"/>
                  <a:pt x="19182" y="298335"/>
                  <a:pt x="10787" y="304533"/>
                </a:cubicBezTo>
                <a:cubicBezTo>
                  <a:pt x="2392" y="310730"/>
                  <a:pt x="0" y="292039"/>
                  <a:pt x="10787" y="304533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67"/>
                </a:srgbClr>
              </a:gs>
              <a:gs pos="18000">
                <a:srgbClr val="767676">
                  <a:alpha val="5685"/>
                </a:srgbClr>
              </a:gs>
              <a:gs pos="48000">
                <a:srgbClr val="767676">
                  <a:alpha val="9170"/>
                </a:srgbClr>
              </a:gs>
              <a:gs pos="78000">
                <a:srgbClr val="767676">
                  <a:alpha val="6878"/>
                </a:srgbClr>
              </a:gs>
              <a:gs pos="100000">
                <a:srgbClr val="767676">
                  <a:alpha val="413"/>
                </a:srgbClr>
              </a:gs>
            </a:gsLst>
            <a:lin ang="21008308" scaled="0"/>
          </a:gradFill>
          <a:ln w="0">
            <a:noFill/>
            <a:prstDash val="solid"/>
          </a:ln>
        </p:spPr>
      </p:sp>
      <p:sp>
        <p:nvSpPr>
          <p:cNvPr id="229" name="PANEL_01-intermittent-gas-core-1-feather-2_11">
            <a:extLst>
              <a:ext uri="{FF2B5EF4-FFF2-40B4-BE49-F238E27FC236}">
                <a16:creationId xmlns:a16="http://schemas.microsoft.com/office/drawing/2014/main" id="{7081B1D8-6550-42F8-BE7F-23B9B248853C}"/>
              </a:ext>
            </a:extLst>
          </p:cNvPr>
          <p:cNvSpPr>
            <a:spLocks/>
          </p:cNvSpPr>
          <p:nvPr/>
        </p:nvSpPr>
        <p:spPr>
          <a:xfrm>
            <a:off x="7048757" y="4582111"/>
            <a:ext cx="945229" cy="328609"/>
          </a:xfrm>
          <a:custGeom>
            <a:pathLst>
              <a:path w="992366" h="344997">
                <a:moveTo>
                  <a:pt x="10310" y="239853"/>
                </a:moveTo>
                <a:cubicBezTo>
                  <a:pt x="20620" y="248619"/>
                  <a:pt x="52638" y="283929"/>
                  <a:pt x="72170" y="292452"/>
                </a:cubicBezTo>
                <a:cubicBezTo>
                  <a:pt x="91702" y="300975"/>
                  <a:pt x="109572" y="295322"/>
                  <a:pt x="127502" y="290991"/>
                </a:cubicBezTo>
                <a:cubicBezTo>
                  <a:pt x="145432" y="286659"/>
                  <a:pt x="161797" y="270680"/>
                  <a:pt x="179751" y="266463"/>
                </a:cubicBezTo>
                <a:cubicBezTo>
                  <a:pt x="197704" y="262245"/>
                  <a:pt x="216224" y="262579"/>
                  <a:pt x="235226" y="265685"/>
                </a:cubicBezTo>
                <a:cubicBezTo>
                  <a:pt x="254227" y="268792"/>
                  <a:pt x="274515" y="280726"/>
                  <a:pt x="293759" y="285103"/>
                </a:cubicBezTo>
                <a:cubicBezTo>
                  <a:pt x="313004" y="289479"/>
                  <a:pt x="331652" y="289472"/>
                  <a:pt x="350694" y="291945"/>
                </a:cubicBezTo>
                <a:cubicBezTo>
                  <a:pt x="369736" y="294418"/>
                  <a:pt x="388280" y="293706"/>
                  <a:pt x="408011" y="299941"/>
                </a:cubicBezTo>
                <a:cubicBezTo>
                  <a:pt x="427742" y="306175"/>
                  <a:pt x="449138" y="322511"/>
                  <a:pt x="469077" y="329350"/>
                </a:cubicBezTo>
                <a:cubicBezTo>
                  <a:pt x="489016" y="336189"/>
                  <a:pt x="509466" y="344997"/>
                  <a:pt x="527646" y="340975"/>
                </a:cubicBezTo>
                <a:cubicBezTo>
                  <a:pt x="545825" y="336953"/>
                  <a:pt x="561350" y="317028"/>
                  <a:pt x="578155" y="305219"/>
                </a:cubicBezTo>
                <a:cubicBezTo>
                  <a:pt x="594960" y="293410"/>
                  <a:pt x="610437" y="274913"/>
                  <a:pt x="628479" y="270121"/>
                </a:cubicBezTo>
                <a:cubicBezTo>
                  <a:pt x="646520" y="265330"/>
                  <a:pt x="666937" y="273810"/>
                  <a:pt x="686402" y="276471"/>
                </a:cubicBezTo>
                <a:cubicBezTo>
                  <a:pt x="705868" y="279133"/>
                  <a:pt x="726785" y="288703"/>
                  <a:pt x="745271" y="286090"/>
                </a:cubicBezTo>
                <a:cubicBezTo>
                  <a:pt x="763756" y="283477"/>
                  <a:pt x="780500" y="271585"/>
                  <a:pt x="797313" y="260794"/>
                </a:cubicBezTo>
                <a:cubicBezTo>
                  <a:pt x="814127" y="250004"/>
                  <a:pt x="829887" y="234237"/>
                  <a:pt x="846151" y="221348"/>
                </a:cubicBezTo>
                <a:cubicBezTo>
                  <a:pt x="862414" y="208459"/>
                  <a:pt x="879297" y="198467"/>
                  <a:pt x="894896" y="183461"/>
                </a:cubicBezTo>
                <a:cubicBezTo>
                  <a:pt x="910496" y="168456"/>
                  <a:pt x="925254" y="150069"/>
                  <a:pt x="939747" y="131315"/>
                </a:cubicBezTo>
                <a:cubicBezTo>
                  <a:pt x="954241" y="112561"/>
                  <a:pt x="974839" y="81000"/>
                  <a:pt x="981857" y="70938"/>
                </a:cubicBezTo>
                <a:cubicBezTo>
                  <a:pt x="988876" y="60875"/>
                  <a:pt x="992366" y="76046"/>
                  <a:pt x="981857" y="70938"/>
                </a:cubicBezTo>
                <a:cubicBezTo>
                  <a:pt x="971349" y="65829"/>
                  <a:pt x="939153" y="47789"/>
                  <a:pt x="918806" y="40284"/>
                </a:cubicBezTo>
                <a:cubicBezTo>
                  <a:pt x="898458" y="32779"/>
                  <a:pt x="878545" y="26809"/>
                  <a:pt x="859772" y="25907"/>
                </a:cubicBezTo>
                <a:cubicBezTo>
                  <a:pt x="840999" y="25005"/>
                  <a:pt x="823287" y="28267"/>
                  <a:pt x="806167" y="34870"/>
                </a:cubicBezTo>
                <a:cubicBezTo>
                  <a:pt x="789047" y="41472"/>
                  <a:pt x="773544" y="55626"/>
                  <a:pt x="757054" y="65523"/>
                </a:cubicBezTo>
                <a:cubicBezTo>
                  <a:pt x="740564" y="75420"/>
                  <a:pt x="724582" y="88334"/>
                  <a:pt x="707228" y="94251"/>
                </a:cubicBezTo>
                <a:cubicBezTo>
                  <a:pt x="689874" y="100169"/>
                  <a:pt x="671565" y="101732"/>
                  <a:pt x="652929" y="101028"/>
                </a:cubicBezTo>
                <a:cubicBezTo>
                  <a:pt x="634292" y="100323"/>
                  <a:pt x="614618" y="94164"/>
                  <a:pt x="595408" y="90024"/>
                </a:cubicBezTo>
                <a:cubicBezTo>
                  <a:pt x="576197" y="85884"/>
                  <a:pt x="556902" y="81029"/>
                  <a:pt x="537665" y="76188"/>
                </a:cubicBezTo>
                <a:cubicBezTo>
                  <a:pt x="518428" y="71346"/>
                  <a:pt x="499425" y="67653"/>
                  <a:pt x="479983" y="60976"/>
                </a:cubicBezTo>
                <a:cubicBezTo>
                  <a:pt x="460541" y="54300"/>
                  <a:pt x="440670" y="44814"/>
                  <a:pt x="421012" y="36128"/>
                </a:cubicBezTo>
                <a:cubicBezTo>
                  <a:pt x="401354" y="27441"/>
                  <a:pt x="381018" y="13910"/>
                  <a:pt x="362035" y="8857"/>
                </a:cubicBezTo>
                <a:cubicBezTo>
                  <a:pt x="343051" y="3803"/>
                  <a:pt x="324404" y="0"/>
                  <a:pt x="307113" y="5806"/>
                </a:cubicBezTo>
                <a:cubicBezTo>
                  <a:pt x="289822" y="11611"/>
                  <a:pt x="274035" y="26935"/>
                  <a:pt x="258287" y="43690"/>
                </a:cubicBezTo>
                <a:cubicBezTo>
                  <a:pt x="242539" y="60444"/>
                  <a:pt x="228114" y="86722"/>
                  <a:pt x="212626" y="106334"/>
                </a:cubicBezTo>
                <a:cubicBezTo>
                  <a:pt x="197137" y="125946"/>
                  <a:pt x="181679" y="146729"/>
                  <a:pt x="165355" y="161363"/>
                </a:cubicBezTo>
                <a:cubicBezTo>
                  <a:pt x="149031" y="175997"/>
                  <a:pt x="131870" y="185231"/>
                  <a:pt x="114683" y="194139"/>
                </a:cubicBezTo>
                <a:cubicBezTo>
                  <a:pt x="97495" y="203046"/>
                  <a:pt x="79627" y="207190"/>
                  <a:pt x="62232" y="214809"/>
                </a:cubicBezTo>
                <a:cubicBezTo>
                  <a:pt x="44837" y="222428"/>
                  <a:pt x="18964" y="235679"/>
                  <a:pt x="10310" y="239853"/>
                </a:cubicBezTo>
                <a:cubicBezTo>
                  <a:pt x="1656" y="244027"/>
                  <a:pt x="0" y="231086"/>
                  <a:pt x="10310" y="239853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471"/>
                </a:srgbClr>
              </a:gs>
              <a:gs pos="18000">
                <a:srgbClr val="767676">
                  <a:alpha val="7296"/>
                </a:srgbClr>
              </a:gs>
              <a:gs pos="48000">
                <a:srgbClr val="767676">
                  <a:alpha val="11769"/>
                </a:srgbClr>
              </a:gs>
              <a:gs pos="78000">
                <a:srgbClr val="767676">
                  <a:alpha val="8826"/>
                </a:srgbClr>
              </a:gs>
              <a:gs pos="100000">
                <a:srgbClr val="767676">
                  <a:alpha val="530"/>
                </a:srgbClr>
              </a:gs>
            </a:gsLst>
            <a:lin ang="21008308" scaled="0"/>
          </a:gradFill>
          <a:ln w="0">
            <a:noFill/>
            <a:prstDash val="solid"/>
          </a:ln>
        </p:spPr>
      </p:sp>
      <p:sp>
        <p:nvSpPr>
          <p:cNvPr id="230" name="PANEL_01-intermittent-gas-core-1-feather-3_12">
            <a:extLst>
              <a:ext uri="{FF2B5EF4-FFF2-40B4-BE49-F238E27FC236}">
                <a16:creationId xmlns:a16="http://schemas.microsoft.com/office/drawing/2014/main" id="{7AFE33ED-CADD-44BC-BD77-1C45D81CC828}"/>
              </a:ext>
            </a:extLst>
          </p:cNvPr>
          <p:cNvSpPr>
            <a:spLocks/>
          </p:cNvSpPr>
          <p:nvPr/>
        </p:nvSpPr>
        <p:spPr>
          <a:xfrm>
            <a:off x="7049211" y="4634926"/>
            <a:ext cx="944144" cy="208342"/>
          </a:xfrm>
          <a:custGeom>
            <a:pathLst>
              <a:path w="991227" h="218731">
                <a:moveTo>
                  <a:pt x="9833" y="184404"/>
                </a:moveTo>
                <a:cubicBezTo>
                  <a:pt x="19666" y="189443"/>
                  <a:pt x="49884" y="210543"/>
                  <a:pt x="68830" y="214637"/>
                </a:cubicBezTo>
                <a:cubicBezTo>
                  <a:pt x="87776" y="218731"/>
                  <a:pt x="105658" y="213641"/>
                  <a:pt x="123508" y="208971"/>
                </a:cubicBezTo>
                <a:cubicBezTo>
                  <a:pt x="141358" y="204301"/>
                  <a:pt x="158212" y="192191"/>
                  <a:pt x="175932" y="186618"/>
                </a:cubicBezTo>
                <a:cubicBezTo>
                  <a:pt x="193652" y="181045"/>
                  <a:pt x="211575" y="177255"/>
                  <a:pt x="229826" y="175531"/>
                </a:cubicBezTo>
                <a:cubicBezTo>
                  <a:pt x="248077" y="173806"/>
                  <a:pt x="266984" y="176688"/>
                  <a:pt x="285438" y="176271"/>
                </a:cubicBezTo>
                <a:cubicBezTo>
                  <a:pt x="303892" y="175853"/>
                  <a:pt x="322032" y="173253"/>
                  <a:pt x="340550" y="173025"/>
                </a:cubicBezTo>
                <a:cubicBezTo>
                  <a:pt x="359067" y="172796"/>
                  <a:pt x="377404" y="171533"/>
                  <a:pt x="396542" y="174900"/>
                </a:cubicBezTo>
                <a:cubicBezTo>
                  <a:pt x="415679" y="178266"/>
                  <a:pt x="435893" y="188233"/>
                  <a:pt x="455375" y="193223"/>
                </a:cubicBezTo>
                <a:cubicBezTo>
                  <a:pt x="474857" y="198213"/>
                  <a:pt x="494785" y="205226"/>
                  <a:pt x="513434" y="204840"/>
                </a:cubicBezTo>
                <a:cubicBezTo>
                  <a:pt x="532083" y="204454"/>
                  <a:pt x="549378" y="195807"/>
                  <a:pt x="567272" y="190908"/>
                </a:cubicBezTo>
                <a:cubicBezTo>
                  <a:pt x="585166" y="186009"/>
                  <a:pt x="602359" y="177428"/>
                  <a:pt x="620798" y="175445"/>
                </a:cubicBezTo>
                <a:cubicBezTo>
                  <a:pt x="639238" y="173463"/>
                  <a:pt x="658934" y="178333"/>
                  <a:pt x="677910" y="179013"/>
                </a:cubicBezTo>
                <a:cubicBezTo>
                  <a:pt x="696886" y="179692"/>
                  <a:pt x="716518" y="183297"/>
                  <a:pt x="734656" y="179522"/>
                </a:cubicBezTo>
                <a:cubicBezTo>
                  <a:pt x="752794" y="175747"/>
                  <a:pt x="769770" y="165794"/>
                  <a:pt x="786737" y="156363"/>
                </a:cubicBezTo>
                <a:cubicBezTo>
                  <a:pt x="803705" y="146932"/>
                  <a:pt x="819909" y="133915"/>
                  <a:pt x="836462" y="122936"/>
                </a:cubicBezTo>
                <a:cubicBezTo>
                  <a:pt x="853014" y="111957"/>
                  <a:pt x="869809" y="102200"/>
                  <a:pt x="886054" y="90487"/>
                </a:cubicBezTo>
                <a:cubicBezTo>
                  <a:pt x="902299" y="78775"/>
                  <a:pt x="918044" y="65161"/>
                  <a:pt x="933932" y="52662"/>
                </a:cubicBezTo>
                <a:cubicBezTo>
                  <a:pt x="949820" y="40162"/>
                  <a:pt x="973472" y="21684"/>
                  <a:pt x="981380" y="15489"/>
                </a:cubicBezTo>
                <a:cubicBezTo>
                  <a:pt x="989288" y="9293"/>
                  <a:pt x="991227" y="17722"/>
                  <a:pt x="981380" y="15489"/>
                </a:cubicBezTo>
                <a:cubicBezTo>
                  <a:pt x="971533" y="13255"/>
                  <a:pt x="941438" y="4177"/>
                  <a:pt x="922298" y="2089"/>
                </a:cubicBezTo>
                <a:cubicBezTo>
                  <a:pt x="903158" y="0"/>
                  <a:pt x="884548" y="82"/>
                  <a:pt x="866540" y="2957"/>
                </a:cubicBezTo>
                <a:cubicBezTo>
                  <a:pt x="848532" y="5832"/>
                  <a:pt x="831277" y="11850"/>
                  <a:pt x="814248" y="19337"/>
                </a:cubicBezTo>
                <a:cubicBezTo>
                  <a:pt x="797220" y="26824"/>
                  <a:pt x="781159" y="38944"/>
                  <a:pt x="764371" y="47879"/>
                </a:cubicBezTo>
                <a:cubicBezTo>
                  <a:pt x="747583" y="56813"/>
                  <a:pt x="731031" y="67334"/>
                  <a:pt x="713522" y="72945"/>
                </a:cubicBezTo>
                <a:cubicBezTo>
                  <a:pt x="696012" y="78556"/>
                  <a:pt x="677829" y="81136"/>
                  <a:pt x="659313" y="81544"/>
                </a:cubicBezTo>
                <a:cubicBezTo>
                  <a:pt x="640797" y="81952"/>
                  <a:pt x="621515" y="78371"/>
                  <a:pt x="602425" y="75391"/>
                </a:cubicBezTo>
                <a:cubicBezTo>
                  <a:pt x="583336" y="72412"/>
                  <a:pt x="564022" y="68019"/>
                  <a:pt x="544777" y="63668"/>
                </a:cubicBezTo>
                <a:cubicBezTo>
                  <a:pt x="525532" y="59317"/>
                  <a:pt x="506305" y="54843"/>
                  <a:pt x="486955" y="49285"/>
                </a:cubicBezTo>
                <a:cubicBezTo>
                  <a:pt x="467604" y="43727"/>
                  <a:pt x="447999" y="36338"/>
                  <a:pt x="428673" y="30322"/>
                </a:cubicBezTo>
                <a:cubicBezTo>
                  <a:pt x="409347" y="24305"/>
                  <a:pt x="389722" y="15897"/>
                  <a:pt x="370999" y="13186"/>
                </a:cubicBezTo>
                <a:cubicBezTo>
                  <a:pt x="352277" y="10476"/>
                  <a:pt x="333883" y="9231"/>
                  <a:pt x="316338" y="14059"/>
                </a:cubicBezTo>
                <a:cubicBezTo>
                  <a:pt x="298793" y="18886"/>
                  <a:pt x="282243" y="29995"/>
                  <a:pt x="265732" y="42152"/>
                </a:cubicBezTo>
                <a:cubicBezTo>
                  <a:pt x="249220" y="54309"/>
                  <a:pt x="233570" y="72656"/>
                  <a:pt x="217271" y="87002"/>
                </a:cubicBezTo>
                <a:cubicBezTo>
                  <a:pt x="200971" y="101348"/>
                  <a:pt x="184748" y="116869"/>
                  <a:pt x="167934" y="128229"/>
                </a:cubicBezTo>
                <a:cubicBezTo>
                  <a:pt x="151120" y="139589"/>
                  <a:pt x="133824" y="147952"/>
                  <a:pt x="116386" y="155164"/>
                </a:cubicBezTo>
                <a:cubicBezTo>
                  <a:pt x="98949" y="162376"/>
                  <a:pt x="81068" y="166628"/>
                  <a:pt x="63309" y="171502"/>
                </a:cubicBezTo>
                <a:cubicBezTo>
                  <a:pt x="45550" y="176375"/>
                  <a:pt x="18746" y="182254"/>
                  <a:pt x="9833" y="184404"/>
                </a:cubicBezTo>
                <a:cubicBezTo>
                  <a:pt x="920" y="186555"/>
                  <a:pt x="0" y="179365"/>
                  <a:pt x="9833" y="184404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551"/>
                </a:srgbClr>
              </a:gs>
              <a:gs pos="18000">
                <a:srgbClr val="767676">
                  <a:alpha val="8529"/>
                </a:srgbClr>
              </a:gs>
              <a:gs pos="48000">
                <a:srgbClr val="767676">
                  <a:alpha val="13755"/>
                </a:srgbClr>
              </a:gs>
              <a:gs pos="78000">
                <a:srgbClr val="767676">
                  <a:alpha val="10317"/>
                </a:srgbClr>
              </a:gs>
              <a:gs pos="100000">
                <a:srgbClr val="767676">
                  <a:alpha val="619"/>
                </a:srgbClr>
              </a:gs>
            </a:gsLst>
            <a:lin ang="21008308" scaled="0"/>
          </a:gradFill>
          <a:ln w="0">
            <a:noFill/>
            <a:prstDash val="solid"/>
          </a:ln>
        </p:spPr>
      </p:sp>
      <p:sp>
        <p:nvSpPr>
          <p:cNvPr id="231" name="PANEL_01-intermittent-gas-wisp-1-feather-0_13">
            <a:extLst>
              <a:ext uri="{FF2B5EF4-FFF2-40B4-BE49-F238E27FC236}">
                <a16:creationId xmlns:a16="http://schemas.microsoft.com/office/drawing/2014/main" id="{4BA32CD3-6849-4A96-843D-A24E298F0CB4}"/>
              </a:ext>
            </a:extLst>
          </p:cNvPr>
          <p:cNvSpPr>
            <a:spLocks/>
          </p:cNvSpPr>
          <p:nvPr/>
        </p:nvSpPr>
        <p:spPr>
          <a:xfrm>
            <a:off x="7331686" y="4344996"/>
            <a:ext cx="658418" cy="256279"/>
          </a:xfrm>
          <a:custGeom>
            <a:pathLst>
              <a:path w="691253" h="269060">
                <a:moveTo>
                  <a:pt x="7737" y="179462"/>
                </a:moveTo>
                <a:cubicBezTo>
                  <a:pt x="15474" y="187032"/>
                  <a:pt x="39697" y="215996"/>
                  <a:pt x="54160" y="224880"/>
                </a:cubicBezTo>
                <a:cubicBezTo>
                  <a:pt x="68623" y="233765"/>
                  <a:pt x="81650" y="233810"/>
                  <a:pt x="94517" y="232770"/>
                </a:cubicBezTo>
                <a:cubicBezTo>
                  <a:pt x="107383" y="231730"/>
                  <a:pt x="118773" y="221409"/>
                  <a:pt x="131361" y="218638"/>
                </a:cubicBezTo>
                <a:cubicBezTo>
                  <a:pt x="143949" y="215867"/>
                  <a:pt x="156831" y="215177"/>
                  <a:pt x="170045" y="216145"/>
                </a:cubicBezTo>
                <a:cubicBezTo>
                  <a:pt x="183258" y="217113"/>
                  <a:pt x="197380" y="223310"/>
                  <a:pt x="210642" y="224446"/>
                </a:cubicBezTo>
                <a:cubicBezTo>
                  <a:pt x="223905" y="225583"/>
                  <a:pt x="236443" y="222455"/>
                  <a:pt x="249620" y="222962"/>
                </a:cubicBezTo>
                <a:cubicBezTo>
                  <a:pt x="262797" y="223470"/>
                  <a:pt x="275627" y="222324"/>
                  <a:pt x="289704" y="227492"/>
                </a:cubicBezTo>
                <a:cubicBezTo>
                  <a:pt x="303782" y="232661"/>
                  <a:pt x="319726" y="247639"/>
                  <a:pt x="334087" y="253974"/>
                </a:cubicBezTo>
                <a:cubicBezTo>
                  <a:pt x="348447" y="260309"/>
                  <a:pt x="363397" y="269060"/>
                  <a:pt x="375865" y="265503"/>
                </a:cubicBezTo>
                <a:cubicBezTo>
                  <a:pt x="388333" y="261946"/>
                  <a:pt x="398144" y="244629"/>
                  <a:pt x="408892" y="232633"/>
                </a:cubicBezTo>
                <a:cubicBezTo>
                  <a:pt x="419641" y="220638"/>
                  <a:pt x="428805" y="201223"/>
                  <a:pt x="440358" y="193530"/>
                </a:cubicBezTo>
                <a:cubicBezTo>
                  <a:pt x="451910" y="185837"/>
                  <a:pt x="465268" y="187347"/>
                  <a:pt x="478210" y="186476"/>
                </a:cubicBezTo>
                <a:cubicBezTo>
                  <a:pt x="491151" y="185605"/>
                  <a:pt x="505369" y="190577"/>
                  <a:pt x="518005" y="188305"/>
                </a:cubicBezTo>
                <a:cubicBezTo>
                  <a:pt x="530641" y="186033"/>
                  <a:pt x="542118" y="178439"/>
                  <a:pt x="554027" y="172845"/>
                </a:cubicBezTo>
                <a:cubicBezTo>
                  <a:pt x="565937" y="167252"/>
                  <a:pt x="577539" y="160432"/>
                  <a:pt x="589463" y="154745"/>
                </a:cubicBezTo>
                <a:cubicBezTo>
                  <a:pt x="601387" y="149058"/>
                  <a:pt x="614299" y="147326"/>
                  <a:pt x="625570" y="138723"/>
                </a:cubicBezTo>
                <a:cubicBezTo>
                  <a:pt x="636840" y="130119"/>
                  <a:pt x="647400" y="118495"/>
                  <a:pt x="657086" y="103124"/>
                </a:cubicBezTo>
                <a:cubicBezTo>
                  <a:pt x="666773" y="87754"/>
                  <a:pt x="679255" y="55937"/>
                  <a:pt x="683689" y="46499"/>
                </a:cubicBezTo>
                <a:cubicBezTo>
                  <a:pt x="688122" y="37062"/>
                  <a:pt x="691253" y="50322"/>
                  <a:pt x="683689" y="46499"/>
                </a:cubicBezTo>
                <a:cubicBezTo>
                  <a:pt x="676124" y="42677"/>
                  <a:pt x="652891" y="29178"/>
                  <a:pt x="638304" y="23562"/>
                </a:cubicBezTo>
                <a:cubicBezTo>
                  <a:pt x="623717" y="17946"/>
                  <a:pt x="609507" y="13507"/>
                  <a:pt x="596168" y="12801"/>
                </a:cubicBezTo>
                <a:cubicBezTo>
                  <a:pt x="582828" y="12094"/>
                  <a:pt x="570288" y="14845"/>
                  <a:pt x="558267" y="19323"/>
                </a:cubicBezTo>
                <a:cubicBezTo>
                  <a:pt x="546247" y="23800"/>
                  <a:pt x="535659" y="33897"/>
                  <a:pt x="524043" y="39663"/>
                </a:cubicBezTo>
                <a:cubicBezTo>
                  <a:pt x="512427" y="45429"/>
                  <a:pt x="501131" y="52561"/>
                  <a:pt x="488572" y="53919"/>
                </a:cubicBezTo>
                <a:cubicBezTo>
                  <a:pt x="476014" y="55277"/>
                  <a:pt x="462396" y="51956"/>
                  <a:pt x="448691" y="47813"/>
                </a:cubicBezTo>
                <a:cubicBezTo>
                  <a:pt x="434986" y="43670"/>
                  <a:pt x="420284" y="34557"/>
                  <a:pt x="406344" y="29061"/>
                </a:cubicBezTo>
                <a:cubicBezTo>
                  <a:pt x="392404" y="23565"/>
                  <a:pt x="378486" y="18136"/>
                  <a:pt x="365052" y="14837"/>
                </a:cubicBezTo>
                <a:cubicBezTo>
                  <a:pt x="351619" y="11538"/>
                  <a:pt x="338807" y="10966"/>
                  <a:pt x="325741" y="9266"/>
                </a:cubicBezTo>
                <a:cubicBezTo>
                  <a:pt x="312676" y="7565"/>
                  <a:pt x="299630" y="5890"/>
                  <a:pt x="286658" y="4634"/>
                </a:cubicBezTo>
                <a:cubicBezTo>
                  <a:pt x="273686" y="3379"/>
                  <a:pt x="260318" y="0"/>
                  <a:pt x="247907" y="1733"/>
                </a:cubicBezTo>
                <a:cubicBezTo>
                  <a:pt x="235496" y="3465"/>
                  <a:pt x="223431" y="6597"/>
                  <a:pt x="212192" y="15030"/>
                </a:cubicBezTo>
                <a:cubicBezTo>
                  <a:pt x="200953" y="23464"/>
                  <a:pt x="190832" y="38364"/>
                  <a:pt x="180473" y="52332"/>
                </a:cubicBezTo>
                <a:cubicBezTo>
                  <a:pt x="170115" y="66300"/>
                  <a:pt x="160632" y="85638"/>
                  <a:pt x="150039" y="98840"/>
                </a:cubicBezTo>
                <a:cubicBezTo>
                  <a:pt x="139445" y="112042"/>
                  <a:pt x="128526" y="123816"/>
                  <a:pt x="116912" y="131543"/>
                </a:cubicBezTo>
                <a:cubicBezTo>
                  <a:pt x="105298" y="139270"/>
                  <a:pt x="92653" y="141325"/>
                  <a:pt x="80356" y="145201"/>
                </a:cubicBezTo>
                <a:cubicBezTo>
                  <a:pt x="68059" y="149077"/>
                  <a:pt x="55234" y="149089"/>
                  <a:pt x="43131" y="154799"/>
                </a:cubicBezTo>
                <a:cubicBezTo>
                  <a:pt x="31028" y="160510"/>
                  <a:pt x="13636" y="175352"/>
                  <a:pt x="7737" y="179462"/>
                </a:cubicBezTo>
                <a:cubicBezTo>
                  <a:pt x="1838" y="183573"/>
                  <a:pt x="0" y="171893"/>
                  <a:pt x="7737" y="179462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65"/>
                </a:srgbClr>
              </a:gs>
              <a:gs pos="18000">
                <a:srgbClr val="919191">
                  <a:alpha val="2558"/>
                </a:srgbClr>
              </a:gs>
              <a:gs pos="48000">
                <a:srgbClr val="919191">
                  <a:alpha val="4126"/>
                </a:srgbClr>
              </a:gs>
              <a:gs pos="78000">
                <a:srgbClr val="919191">
                  <a:alpha val="3096"/>
                </a:srgbClr>
              </a:gs>
              <a:gs pos="100000">
                <a:srgbClr val="919191">
                  <a:alpha val="185"/>
                </a:srgbClr>
              </a:gs>
            </a:gsLst>
            <a:lin ang="20932363" scaled="0"/>
          </a:gradFill>
          <a:ln w="0">
            <a:noFill/>
            <a:prstDash val="solid"/>
          </a:ln>
        </p:spPr>
      </p:sp>
      <p:sp>
        <p:nvSpPr>
          <p:cNvPr id="232" name="PANEL_01-intermittent-gas-wisp-1-feather-1_14">
            <a:extLst>
              <a:ext uri="{FF2B5EF4-FFF2-40B4-BE49-F238E27FC236}">
                <a16:creationId xmlns:a16="http://schemas.microsoft.com/office/drawing/2014/main" id="{E8F90F72-5107-4791-895C-50F914B03314}"/>
              </a:ext>
            </a:extLst>
          </p:cNvPr>
          <p:cNvSpPr>
            <a:spLocks/>
          </p:cNvSpPr>
          <p:nvPr/>
        </p:nvSpPr>
        <p:spPr>
          <a:xfrm>
            <a:off x="7331935" y="4368187"/>
            <a:ext cx="657890" cy="198667"/>
          </a:xfrm>
          <a:custGeom>
            <a:pathLst>
              <a:path w="690699" h="208575">
                <a:moveTo>
                  <a:pt x="7476" y="155115"/>
                </a:moveTo>
                <a:cubicBezTo>
                  <a:pt x="14952" y="161025"/>
                  <a:pt x="38210" y="183805"/>
                  <a:pt x="52332" y="190577"/>
                </a:cubicBezTo>
                <a:cubicBezTo>
                  <a:pt x="66453" y="197348"/>
                  <a:pt x="79396" y="197043"/>
                  <a:pt x="92205" y="195744"/>
                </a:cubicBezTo>
                <a:cubicBezTo>
                  <a:pt x="105015" y="194444"/>
                  <a:pt x="116650" y="185726"/>
                  <a:pt x="129190" y="182780"/>
                </a:cubicBezTo>
                <a:cubicBezTo>
                  <a:pt x="141729" y="179833"/>
                  <a:pt x="154458" y="178307"/>
                  <a:pt x="167441" y="178065"/>
                </a:cubicBezTo>
                <a:cubicBezTo>
                  <a:pt x="180425" y="177822"/>
                  <a:pt x="194084" y="181491"/>
                  <a:pt x="207090" y="181323"/>
                </a:cubicBezTo>
                <a:cubicBezTo>
                  <a:pt x="220096" y="181154"/>
                  <a:pt x="232525" y="177588"/>
                  <a:pt x="245478" y="177053"/>
                </a:cubicBezTo>
                <a:cubicBezTo>
                  <a:pt x="258431" y="176517"/>
                  <a:pt x="271109" y="174741"/>
                  <a:pt x="284808" y="178108"/>
                </a:cubicBezTo>
                <a:cubicBezTo>
                  <a:pt x="298506" y="181476"/>
                  <a:pt x="313689" y="192648"/>
                  <a:pt x="327668" y="197257"/>
                </a:cubicBezTo>
                <a:cubicBezTo>
                  <a:pt x="341647" y="201865"/>
                  <a:pt x="356123" y="208575"/>
                  <a:pt x="368680" y="205760"/>
                </a:cubicBezTo>
                <a:cubicBezTo>
                  <a:pt x="381237" y="202945"/>
                  <a:pt x="391758" y="189603"/>
                  <a:pt x="403011" y="180366"/>
                </a:cubicBezTo>
                <a:cubicBezTo>
                  <a:pt x="414264" y="171129"/>
                  <a:pt x="424318" y="156237"/>
                  <a:pt x="436199" y="150337"/>
                </a:cubicBezTo>
                <a:cubicBezTo>
                  <a:pt x="448079" y="144437"/>
                  <a:pt x="461370" y="145736"/>
                  <a:pt x="474294" y="144964"/>
                </a:cubicBezTo>
                <a:cubicBezTo>
                  <a:pt x="487219" y="144191"/>
                  <a:pt x="501122" y="147873"/>
                  <a:pt x="513746" y="145702"/>
                </a:cubicBezTo>
                <a:cubicBezTo>
                  <a:pt x="526370" y="143532"/>
                  <a:pt x="538046" y="137023"/>
                  <a:pt x="550038" y="131939"/>
                </a:cubicBezTo>
                <a:cubicBezTo>
                  <a:pt x="562031" y="126855"/>
                  <a:pt x="573732" y="120595"/>
                  <a:pt x="585701" y="115199"/>
                </a:cubicBezTo>
                <a:cubicBezTo>
                  <a:pt x="597669" y="109802"/>
                  <a:pt x="610392" y="107309"/>
                  <a:pt x="621850" y="99563"/>
                </a:cubicBezTo>
                <a:cubicBezTo>
                  <a:pt x="633308" y="91816"/>
                  <a:pt x="644188" y="81620"/>
                  <a:pt x="654451" y="68718"/>
                </a:cubicBezTo>
                <a:cubicBezTo>
                  <a:pt x="664714" y="55817"/>
                  <a:pt x="678598" y="29913"/>
                  <a:pt x="683427" y="22152"/>
                </a:cubicBezTo>
                <a:cubicBezTo>
                  <a:pt x="688257" y="14391"/>
                  <a:pt x="690699" y="24734"/>
                  <a:pt x="683427" y="22152"/>
                </a:cubicBezTo>
                <a:cubicBezTo>
                  <a:pt x="676156" y="19570"/>
                  <a:pt x="653886" y="10128"/>
                  <a:pt x="639800" y="6660"/>
                </a:cubicBezTo>
                <a:cubicBezTo>
                  <a:pt x="625715" y="3191"/>
                  <a:pt x="611988" y="858"/>
                  <a:pt x="598916" y="1343"/>
                </a:cubicBezTo>
                <a:cubicBezTo>
                  <a:pt x="585844" y="1828"/>
                  <a:pt x="573412" y="5117"/>
                  <a:pt x="561368" y="9569"/>
                </a:cubicBezTo>
                <a:cubicBezTo>
                  <a:pt x="549324" y="14021"/>
                  <a:pt x="538414" y="22838"/>
                  <a:pt x="526651" y="28057"/>
                </a:cubicBezTo>
                <a:cubicBezTo>
                  <a:pt x="514887" y="33276"/>
                  <a:pt x="503352" y="39423"/>
                  <a:pt x="490788" y="40881"/>
                </a:cubicBezTo>
                <a:cubicBezTo>
                  <a:pt x="478225" y="42340"/>
                  <a:pt x="464790" y="39945"/>
                  <a:pt x="451270" y="36807"/>
                </a:cubicBezTo>
                <a:cubicBezTo>
                  <a:pt x="437750" y="33669"/>
                  <a:pt x="423411" y="26438"/>
                  <a:pt x="409668" y="22051"/>
                </a:cubicBezTo>
                <a:cubicBezTo>
                  <a:pt x="395926" y="17664"/>
                  <a:pt x="382164" y="13177"/>
                  <a:pt x="368816" y="10484"/>
                </a:cubicBezTo>
                <a:cubicBezTo>
                  <a:pt x="355469" y="7792"/>
                  <a:pt x="342607" y="7180"/>
                  <a:pt x="329583" y="5895"/>
                </a:cubicBezTo>
                <a:cubicBezTo>
                  <a:pt x="316560" y="4609"/>
                  <a:pt x="303570" y="3418"/>
                  <a:pt x="290674" y="2771"/>
                </a:cubicBezTo>
                <a:cubicBezTo>
                  <a:pt x="277777" y="2125"/>
                  <a:pt x="264604" y="0"/>
                  <a:pt x="252206" y="2016"/>
                </a:cubicBezTo>
                <a:cubicBezTo>
                  <a:pt x="239807" y="4031"/>
                  <a:pt x="227725" y="7356"/>
                  <a:pt x="216284" y="14866"/>
                </a:cubicBezTo>
                <a:cubicBezTo>
                  <a:pt x="204843" y="22375"/>
                  <a:pt x="194299" y="35123"/>
                  <a:pt x="183558" y="47074"/>
                </a:cubicBezTo>
                <a:cubicBezTo>
                  <a:pt x="172817" y="59024"/>
                  <a:pt x="162777" y="75272"/>
                  <a:pt x="151837" y="86567"/>
                </a:cubicBezTo>
                <a:cubicBezTo>
                  <a:pt x="140897" y="97862"/>
                  <a:pt x="129699" y="108033"/>
                  <a:pt x="117920" y="114845"/>
                </a:cubicBezTo>
                <a:cubicBezTo>
                  <a:pt x="106140" y="121657"/>
                  <a:pt x="93525" y="123929"/>
                  <a:pt x="81160" y="127440"/>
                </a:cubicBezTo>
                <a:cubicBezTo>
                  <a:pt x="68795" y="130952"/>
                  <a:pt x="56010" y="131301"/>
                  <a:pt x="43729" y="135914"/>
                </a:cubicBezTo>
                <a:cubicBezTo>
                  <a:pt x="31449" y="140526"/>
                  <a:pt x="13518" y="151915"/>
                  <a:pt x="7476" y="155115"/>
                </a:cubicBezTo>
                <a:cubicBezTo>
                  <a:pt x="1434" y="158315"/>
                  <a:pt x="0" y="149205"/>
                  <a:pt x="7476" y="155115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19"/>
                </a:srgbClr>
              </a:gs>
              <a:gs pos="18000">
                <a:srgbClr val="767676">
                  <a:alpha val="3412"/>
                </a:srgbClr>
              </a:gs>
              <a:gs pos="48000">
                <a:srgbClr val="767676">
                  <a:alpha val="5503"/>
                </a:srgbClr>
              </a:gs>
              <a:gs pos="78000">
                <a:srgbClr val="767676">
                  <a:alpha val="4126"/>
                </a:srgbClr>
              </a:gs>
              <a:gs pos="100000">
                <a:srgbClr val="767676">
                  <a:alpha val="248"/>
                </a:srgbClr>
              </a:gs>
            </a:gsLst>
            <a:lin ang="20932363" scaled="0"/>
          </a:gradFill>
          <a:ln w="0">
            <a:noFill/>
            <a:prstDash val="solid"/>
          </a:ln>
        </p:spPr>
      </p:sp>
      <p:sp>
        <p:nvSpPr>
          <p:cNvPr id="233" name="PANEL_01-intermittent-gas-wisp-1-feather-2_15">
            <a:extLst>
              <a:ext uri="{FF2B5EF4-FFF2-40B4-BE49-F238E27FC236}">
                <a16:creationId xmlns:a16="http://schemas.microsoft.com/office/drawing/2014/main" id="{E1F7BA8A-66F9-43AA-8BC3-9B1097085680}"/>
              </a:ext>
            </a:extLst>
          </p:cNvPr>
          <p:cNvSpPr>
            <a:spLocks/>
          </p:cNvSpPr>
          <p:nvPr/>
        </p:nvSpPr>
        <p:spPr>
          <a:xfrm>
            <a:off x="7332207" y="4381160"/>
            <a:ext cx="657315" cy="162460"/>
          </a:xfrm>
          <a:custGeom>
            <a:pathLst>
              <a:path w="690094" h="170562">
                <a:moveTo>
                  <a:pt x="7191" y="141495"/>
                </a:moveTo>
                <a:cubicBezTo>
                  <a:pt x="14382" y="145595"/>
                  <a:pt x="36589" y="161629"/>
                  <a:pt x="50338" y="166095"/>
                </a:cubicBezTo>
                <a:cubicBezTo>
                  <a:pt x="64086" y="170562"/>
                  <a:pt x="76936" y="169875"/>
                  <a:pt x="89684" y="168292"/>
                </a:cubicBezTo>
                <a:cubicBezTo>
                  <a:pt x="102431" y="166710"/>
                  <a:pt x="114335" y="159740"/>
                  <a:pt x="126822" y="156601"/>
                </a:cubicBezTo>
                <a:cubicBezTo>
                  <a:pt x="139308" y="153463"/>
                  <a:pt x="151869" y="151027"/>
                  <a:pt x="164602" y="149463"/>
                </a:cubicBezTo>
                <a:cubicBezTo>
                  <a:pt x="177334" y="147899"/>
                  <a:pt x="190489" y="148811"/>
                  <a:pt x="203215" y="147219"/>
                </a:cubicBezTo>
                <a:cubicBezTo>
                  <a:pt x="215941" y="145627"/>
                  <a:pt x="228250" y="141584"/>
                  <a:pt x="240959" y="139910"/>
                </a:cubicBezTo>
                <a:cubicBezTo>
                  <a:pt x="253667" y="138236"/>
                  <a:pt x="266182" y="135773"/>
                  <a:pt x="279466" y="137175"/>
                </a:cubicBezTo>
                <a:cubicBezTo>
                  <a:pt x="292751" y="138577"/>
                  <a:pt x="307103" y="145598"/>
                  <a:pt x="320666" y="148323"/>
                </a:cubicBezTo>
                <a:cubicBezTo>
                  <a:pt x="334229" y="151048"/>
                  <a:pt x="348187" y="155532"/>
                  <a:pt x="360842" y="153526"/>
                </a:cubicBezTo>
                <a:cubicBezTo>
                  <a:pt x="373496" y="151519"/>
                  <a:pt x="384792" y="142515"/>
                  <a:pt x="396595" y="136287"/>
                </a:cubicBezTo>
                <a:cubicBezTo>
                  <a:pt x="408399" y="130059"/>
                  <a:pt x="419424" y="120102"/>
                  <a:pt x="431662" y="116158"/>
                </a:cubicBezTo>
                <a:cubicBezTo>
                  <a:pt x="443900" y="112213"/>
                  <a:pt x="457117" y="113283"/>
                  <a:pt x="470023" y="112618"/>
                </a:cubicBezTo>
                <a:cubicBezTo>
                  <a:pt x="482930" y="111953"/>
                  <a:pt x="496489" y="114228"/>
                  <a:pt x="509099" y="112167"/>
                </a:cubicBezTo>
                <a:cubicBezTo>
                  <a:pt x="521710" y="110107"/>
                  <a:pt x="533603" y="104782"/>
                  <a:pt x="545686" y="100254"/>
                </a:cubicBezTo>
                <a:cubicBezTo>
                  <a:pt x="557769" y="95726"/>
                  <a:pt x="569579" y="90076"/>
                  <a:pt x="581596" y="84997"/>
                </a:cubicBezTo>
                <a:cubicBezTo>
                  <a:pt x="593614" y="79919"/>
                  <a:pt x="606129" y="76595"/>
                  <a:pt x="617792" y="69783"/>
                </a:cubicBezTo>
                <a:cubicBezTo>
                  <a:pt x="629455" y="62971"/>
                  <a:pt x="640684" y="54333"/>
                  <a:pt x="651575" y="44125"/>
                </a:cubicBezTo>
                <a:cubicBezTo>
                  <a:pt x="662467" y="33916"/>
                  <a:pt x="677881" y="14464"/>
                  <a:pt x="683143" y="8532"/>
                </a:cubicBezTo>
                <a:cubicBezTo>
                  <a:pt x="688404" y="2600"/>
                  <a:pt x="690094" y="9760"/>
                  <a:pt x="683143" y="8532"/>
                </a:cubicBezTo>
                <a:cubicBezTo>
                  <a:pt x="676191" y="7303"/>
                  <a:pt x="654971" y="2286"/>
                  <a:pt x="641433" y="1161"/>
                </a:cubicBezTo>
                <a:cubicBezTo>
                  <a:pt x="627895" y="37"/>
                  <a:pt x="614695" y="0"/>
                  <a:pt x="601915" y="1785"/>
                </a:cubicBezTo>
                <a:cubicBezTo>
                  <a:pt x="589134" y="3569"/>
                  <a:pt x="576821" y="7444"/>
                  <a:pt x="564751" y="11869"/>
                </a:cubicBezTo>
                <a:cubicBezTo>
                  <a:pt x="552681" y="16294"/>
                  <a:pt x="541419" y="23714"/>
                  <a:pt x="529495" y="28336"/>
                </a:cubicBezTo>
                <a:cubicBezTo>
                  <a:pt x="517571" y="32958"/>
                  <a:pt x="505774" y="38031"/>
                  <a:pt x="493206" y="39599"/>
                </a:cubicBezTo>
                <a:cubicBezTo>
                  <a:pt x="480637" y="41166"/>
                  <a:pt x="467402" y="39783"/>
                  <a:pt x="454084" y="37741"/>
                </a:cubicBezTo>
                <a:cubicBezTo>
                  <a:pt x="440765" y="35698"/>
                  <a:pt x="426822" y="30522"/>
                  <a:pt x="413295" y="27345"/>
                </a:cubicBezTo>
                <a:cubicBezTo>
                  <a:pt x="399768" y="24167"/>
                  <a:pt x="386175" y="20708"/>
                  <a:pt x="372922" y="18677"/>
                </a:cubicBezTo>
                <a:cubicBezTo>
                  <a:pt x="359668" y="16645"/>
                  <a:pt x="346753" y="15990"/>
                  <a:pt x="333775" y="15157"/>
                </a:cubicBezTo>
                <a:cubicBezTo>
                  <a:pt x="320797" y="14325"/>
                  <a:pt x="307868" y="13662"/>
                  <a:pt x="295055" y="13680"/>
                </a:cubicBezTo>
                <a:cubicBezTo>
                  <a:pt x="282241" y="13697"/>
                  <a:pt x="269280" y="12940"/>
                  <a:pt x="256895" y="15265"/>
                </a:cubicBezTo>
                <a:cubicBezTo>
                  <a:pt x="244511" y="17589"/>
                  <a:pt x="232410" y="21124"/>
                  <a:pt x="220748" y="27627"/>
                </a:cubicBezTo>
                <a:cubicBezTo>
                  <a:pt x="209086" y="34129"/>
                  <a:pt x="198082" y="44529"/>
                  <a:pt x="186924" y="54277"/>
                </a:cubicBezTo>
                <a:cubicBezTo>
                  <a:pt x="175765" y="64026"/>
                  <a:pt x="165116" y="76903"/>
                  <a:pt x="153798" y="86118"/>
                </a:cubicBezTo>
                <a:cubicBezTo>
                  <a:pt x="142481" y="95334"/>
                  <a:pt x="130980" y="103755"/>
                  <a:pt x="119019" y="109570"/>
                </a:cubicBezTo>
                <a:cubicBezTo>
                  <a:pt x="107059" y="115384"/>
                  <a:pt x="94476" y="117892"/>
                  <a:pt x="82037" y="121005"/>
                </a:cubicBezTo>
                <a:cubicBezTo>
                  <a:pt x="69597" y="124119"/>
                  <a:pt x="56856" y="124837"/>
                  <a:pt x="44382" y="128252"/>
                </a:cubicBezTo>
                <a:cubicBezTo>
                  <a:pt x="31908" y="131667"/>
                  <a:pt x="13390" y="139288"/>
                  <a:pt x="7191" y="141495"/>
                </a:cubicBezTo>
                <a:cubicBezTo>
                  <a:pt x="993" y="143702"/>
                  <a:pt x="0" y="137395"/>
                  <a:pt x="7191" y="141495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82"/>
                </a:srgbClr>
              </a:gs>
              <a:gs pos="18000">
                <a:srgbClr val="767676">
                  <a:alpha val="4378"/>
                </a:srgbClr>
              </a:gs>
              <a:gs pos="48000">
                <a:srgbClr val="767676">
                  <a:alpha val="7062"/>
                </a:srgbClr>
              </a:gs>
              <a:gs pos="78000">
                <a:srgbClr val="767676">
                  <a:alpha val="5296"/>
                </a:srgbClr>
              </a:gs>
              <a:gs pos="100000">
                <a:srgbClr val="767676">
                  <a:alpha val="318"/>
                </a:srgbClr>
              </a:gs>
            </a:gsLst>
            <a:lin ang="20932363" scaled="0"/>
          </a:gradFill>
          <a:ln w="0">
            <a:noFill/>
            <a:prstDash val="solid"/>
          </a:ln>
        </p:spPr>
      </p:sp>
      <p:sp>
        <p:nvSpPr>
          <p:cNvPr id="234" name="PANEL_01-intermittent-gas-core-2-feather-0_16">
            <a:extLst>
              <a:ext uri="{FF2B5EF4-FFF2-40B4-BE49-F238E27FC236}">
                <a16:creationId xmlns:a16="http://schemas.microsoft.com/office/drawing/2014/main" id="{5DC2B15C-F6DC-4666-807D-34CC6963D8C4}"/>
              </a:ext>
            </a:extLst>
          </p:cNvPr>
          <p:cNvSpPr>
            <a:spLocks/>
          </p:cNvSpPr>
          <p:nvPr/>
        </p:nvSpPr>
        <p:spPr>
          <a:xfrm>
            <a:off x="8338331" y="3989855"/>
            <a:ext cx="1116512" cy="611921"/>
          </a:xfrm>
          <a:custGeom>
            <a:pathLst>
              <a:path w="1172191" h="642437">
                <a:moveTo>
                  <a:pt x="13414" y="470018"/>
                </a:moveTo>
                <a:cubicBezTo>
                  <a:pt x="26828" y="476349"/>
                  <a:pt x="69174" y="503199"/>
                  <a:pt x="93897" y="508002"/>
                </a:cubicBezTo>
                <a:cubicBezTo>
                  <a:pt x="118619" y="512805"/>
                  <a:pt x="138857" y="500969"/>
                  <a:pt x="161749" y="498835"/>
                </a:cubicBezTo>
                <a:cubicBezTo>
                  <a:pt x="184642" y="496702"/>
                  <a:pt x="205065" y="486075"/>
                  <a:pt x="231254" y="495203"/>
                </a:cubicBezTo>
                <a:cubicBezTo>
                  <a:pt x="257444" y="504330"/>
                  <a:pt x="288681" y="531360"/>
                  <a:pt x="318889" y="553599"/>
                </a:cubicBezTo>
                <a:cubicBezTo>
                  <a:pt x="349097" y="575839"/>
                  <a:pt x="384481" y="614843"/>
                  <a:pt x="412505" y="628640"/>
                </a:cubicBezTo>
                <a:cubicBezTo>
                  <a:pt x="440529" y="642437"/>
                  <a:pt x="464264" y="640730"/>
                  <a:pt x="487032" y="636382"/>
                </a:cubicBezTo>
                <a:cubicBezTo>
                  <a:pt x="509800" y="632033"/>
                  <a:pt x="527270" y="610162"/>
                  <a:pt x="549112" y="602548"/>
                </a:cubicBezTo>
                <a:cubicBezTo>
                  <a:pt x="570954" y="594934"/>
                  <a:pt x="595656" y="596469"/>
                  <a:pt x="618084" y="590699"/>
                </a:cubicBezTo>
                <a:cubicBezTo>
                  <a:pt x="640512" y="584930"/>
                  <a:pt x="664372" y="583134"/>
                  <a:pt x="683678" y="567931"/>
                </a:cubicBezTo>
                <a:cubicBezTo>
                  <a:pt x="702984" y="552728"/>
                  <a:pt x="715883" y="518198"/>
                  <a:pt x="733920" y="499480"/>
                </a:cubicBezTo>
                <a:cubicBezTo>
                  <a:pt x="751958" y="480762"/>
                  <a:pt x="768677" y="459160"/>
                  <a:pt x="791904" y="455623"/>
                </a:cubicBezTo>
                <a:cubicBezTo>
                  <a:pt x="815131" y="452086"/>
                  <a:pt x="847127" y="473847"/>
                  <a:pt x="873282" y="478256"/>
                </a:cubicBezTo>
                <a:cubicBezTo>
                  <a:pt x="899437" y="482664"/>
                  <a:pt x="928644" y="494242"/>
                  <a:pt x="948834" y="482073"/>
                </a:cubicBezTo>
                <a:cubicBezTo>
                  <a:pt x="969024" y="469905"/>
                  <a:pt x="980929" y="434620"/>
                  <a:pt x="994421" y="405244"/>
                </a:cubicBezTo>
                <a:cubicBezTo>
                  <a:pt x="1007913" y="375869"/>
                  <a:pt x="1016503" y="334475"/>
                  <a:pt x="1029787" y="305820"/>
                </a:cubicBezTo>
                <a:cubicBezTo>
                  <a:pt x="1043072" y="277165"/>
                  <a:pt x="1059366" y="256939"/>
                  <a:pt x="1074127" y="233312"/>
                </a:cubicBezTo>
                <a:cubicBezTo>
                  <a:pt x="1088888" y="209685"/>
                  <a:pt x="1104421" y="188605"/>
                  <a:pt x="1118354" y="164055"/>
                </a:cubicBezTo>
                <a:cubicBezTo>
                  <a:pt x="1132287" y="139505"/>
                  <a:pt x="1151163" y="99020"/>
                  <a:pt x="1157724" y="86013"/>
                </a:cubicBezTo>
                <a:cubicBezTo>
                  <a:pt x="1164286" y="73006"/>
                  <a:pt x="1172191" y="91496"/>
                  <a:pt x="1157724" y="86013"/>
                </a:cubicBezTo>
                <a:cubicBezTo>
                  <a:pt x="1143258" y="80531"/>
                  <a:pt x="1099567" y="64372"/>
                  <a:pt x="1070925" y="53118"/>
                </a:cubicBezTo>
                <a:cubicBezTo>
                  <a:pt x="1042283" y="41864"/>
                  <a:pt x="1012840" y="27198"/>
                  <a:pt x="985872" y="18489"/>
                </a:cubicBezTo>
                <a:cubicBezTo>
                  <a:pt x="958904" y="9780"/>
                  <a:pt x="932647" y="1727"/>
                  <a:pt x="909116" y="863"/>
                </a:cubicBezTo>
                <a:cubicBezTo>
                  <a:pt x="885584" y="0"/>
                  <a:pt x="865322" y="6895"/>
                  <a:pt x="844684" y="13308"/>
                </a:cubicBezTo>
                <a:cubicBezTo>
                  <a:pt x="824047" y="19720"/>
                  <a:pt x="805194" y="30784"/>
                  <a:pt x="785291" y="39338"/>
                </a:cubicBezTo>
                <a:cubicBezTo>
                  <a:pt x="765387" y="47892"/>
                  <a:pt x="744681" y="54360"/>
                  <a:pt x="725261" y="64631"/>
                </a:cubicBezTo>
                <a:cubicBezTo>
                  <a:pt x="705841" y="74903"/>
                  <a:pt x="686446" y="85197"/>
                  <a:pt x="668771" y="100967"/>
                </a:cubicBezTo>
                <a:cubicBezTo>
                  <a:pt x="651096" y="116738"/>
                  <a:pt x="636089" y="140461"/>
                  <a:pt x="619212" y="159256"/>
                </a:cubicBezTo>
                <a:cubicBezTo>
                  <a:pt x="602335" y="178051"/>
                  <a:pt x="587370" y="203437"/>
                  <a:pt x="567507" y="213737"/>
                </a:cubicBezTo>
                <a:cubicBezTo>
                  <a:pt x="547644" y="224037"/>
                  <a:pt x="525159" y="227147"/>
                  <a:pt x="500034" y="221054"/>
                </a:cubicBezTo>
                <a:cubicBezTo>
                  <a:pt x="474910" y="214961"/>
                  <a:pt x="444445" y="192029"/>
                  <a:pt x="416762" y="177180"/>
                </a:cubicBezTo>
                <a:cubicBezTo>
                  <a:pt x="389078" y="162331"/>
                  <a:pt x="358970" y="138792"/>
                  <a:pt x="333933" y="131960"/>
                </a:cubicBezTo>
                <a:cubicBezTo>
                  <a:pt x="308897" y="125127"/>
                  <a:pt x="286563" y="126412"/>
                  <a:pt x="266541" y="136186"/>
                </a:cubicBezTo>
                <a:cubicBezTo>
                  <a:pt x="246519" y="145961"/>
                  <a:pt x="230747" y="169870"/>
                  <a:pt x="213803" y="190607"/>
                </a:cubicBezTo>
                <a:cubicBezTo>
                  <a:pt x="196859" y="211343"/>
                  <a:pt x="181548" y="238108"/>
                  <a:pt x="164878" y="260606"/>
                </a:cubicBezTo>
                <a:cubicBezTo>
                  <a:pt x="148209" y="283104"/>
                  <a:pt x="130881" y="303783"/>
                  <a:pt x="113787" y="325592"/>
                </a:cubicBezTo>
                <a:cubicBezTo>
                  <a:pt x="96693" y="347402"/>
                  <a:pt x="79043" y="367393"/>
                  <a:pt x="62314" y="391464"/>
                </a:cubicBezTo>
                <a:cubicBezTo>
                  <a:pt x="45585" y="415535"/>
                  <a:pt x="21564" y="456926"/>
                  <a:pt x="13414" y="470018"/>
                </a:cubicBezTo>
                <a:cubicBezTo>
                  <a:pt x="5264" y="483111"/>
                  <a:pt x="0" y="463687"/>
                  <a:pt x="13414" y="470018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96"/>
                </a:srgbClr>
              </a:gs>
              <a:gs pos="18000">
                <a:srgbClr val="919191">
                  <a:alpha val="3018"/>
                </a:srgbClr>
              </a:gs>
              <a:gs pos="48000">
                <a:srgbClr val="919191">
                  <a:alpha val="4867"/>
                </a:srgbClr>
              </a:gs>
              <a:gs pos="78000">
                <a:srgbClr val="919191">
                  <a:alpha val="3650"/>
                </a:srgbClr>
              </a:gs>
              <a:gs pos="100000">
                <a:srgbClr val="919191">
                  <a:alpha val="219"/>
                </a:srgbClr>
              </a:gs>
            </a:gsLst>
            <a:lin ang="20486566" scaled="0"/>
          </a:gradFill>
          <a:ln w="0">
            <a:noFill/>
            <a:prstDash val="solid"/>
          </a:ln>
        </p:spPr>
      </p:sp>
      <p:sp>
        <p:nvSpPr>
          <p:cNvPr id="235" name="PANEL_01-intermittent-gas-core-2-feather-1_17">
            <a:extLst>
              <a:ext uri="{FF2B5EF4-FFF2-40B4-BE49-F238E27FC236}">
                <a16:creationId xmlns:a16="http://schemas.microsoft.com/office/drawing/2014/main" id="{F28DCBBC-D776-4A2F-B2BB-3127A3E6F73F}"/>
              </a:ext>
            </a:extLst>
          </p:cNvPr>
          <p:cNvSpPr>
            <a:spLocks/>
          </p:cNvSpPr>
          <p:nvPr/>
        </p:nvSpPr>
        <p:spPr>
          <a:xfrm>
            <a:off x="8338932" y="4019486"/>
            <a:ext cx="1115212" cy="521243"/>
          </a:xfrm>
          <a:custGeom>
            <a:pathLst>
              <a:path w="1170827" h="547237">
                <a:moveTo>
                  <a:pt x="12783" y="438910"/>
                </a:moveTo>
                <a:cubicBezTo>
                  <a:pt x="25565" y="442912"/>
                  <a:pt x="65605" y="461185"/>
                  <a:pt x="89479" y="462921"/>
                </a:cubicBezTo>
                <a:cubicBezTo>
                  <a:pt x="113352" y="464656"/>
                  <a:pt x="133615" y="453073"/>
                  <a:pt x="156023" y="449323"/>
                </a:cubicBezTo>
                <a:cubicBezTo>
                  <a:pt x="178431" y="445574"/>
                  <a:pt x="198874" y="435092"/>
                  <a:pt x="223926" y="440423"/>
                </a:cubicBezTo>
                <a:cubicBezTo>
                  <a:pt x="248978" y="445755"/>
                  <a:pt x="277997" y="465200"/>
                  <a:pt x="306337" y="481312"/>
                </a:cubicBezTo>
                <a:cubicBezTo>
                  <a:pt x="334676" y="497424"/>
                  <a:pt x="367143" y="526958"/>
                  <a:pt x="393961" y="537098"/>
                </a:cubicBezTo>
                <a:cubicBezTo>
                  <a:pt x="420778" y="547237"/>
                  <a:pt x="444377" y="545708"/>
                  <a:pt x="467242" y="542149"/>
                </a:cubicBezTo>
                <a:cubicBezTo>
                  <a:pt x="490107" y="538590"/>
                  <a:pt x="508953" y="521720"/>
                  <a:pt x="531151" y="515744"/>
                </a:cubicBezTo>
                <a:cubicBezTo>
                  <a:pt x="553350" y="509767"/>
                  <a:pt x="577841" y="511089"/>
                  <a:pt x="600430" y="506289"/>
                </a:cubicBezTo>
                <a:cubicBezTo>
                  <a:pt x="623020" y="501489"/>
                  <a:pt x="646712" y="499693"/>
                  <a:pt x="666686" y="486941"/>
                </a:cubicBezTo>
                <a:cubicBezTo>
                  <a:pt x="686661" y="474189"/>
                  <a:pt x="701543" y="446031"/>
                  <a:pt x="720277" y="429777"/>
                </a:cubicBezTo>
                <a:cubicBezTo>
                  <a:pt x="739010" y="413523"/>
                  <a:pt x="756562" y="394544"/>
                  <a:pt x="779087" y="389417"/>
                </a:cubicBezTo>
                <a:cubicBezTo>
                  <a:pt x="801612" y="384290"/>
                  <a:pt x="830807" y="398414"/>
                  <a:pt x="855427" y="399017"/>
                </a:cubicBezTo>
                <a:cubicBezTo>
                  <a:pt x="880046" y="399619"/>
                  <a:pt x="906910" y="405469"/>
                  <a:pt x="926804" y="393034"/>
                </a:cubicBezTo>
                <a:cubicBezTo>
                  <a:pt x="946698" y="380600"/>
                  <a:pt x="960062" y="350016"/>
                  <a:pt x="974792" y="324409"/>
                </a:cubicBezTo>
                <a:cubicBezTo>
                  <a:pt x="989522" y="298803"/>
                  <a:pt x="1000451" y="263951"/>
                  <a:pt x="1015182" y="239396"/>
                </a:cubicBezTo>
                <a:cubicBezTo>
                  <a:pt x="1029912" y="214841"/>
                  <a:pt x="1047090" y="197174"/>
                  <a:pt x="1063174" y="177080"/>
                </a:cubicBezTo>
                <a:cubicBezTo>
                  <a:pt x="1079258" y="156986"/>
                  <a:pt x="1096034" y="139194"/>
                  <a:pt x="1111688" y="118831"/>
                </a:cubicBezTo>
                <a:cubicBezTo>
                  <a:pt x="1127341" y="98469"/>
                  <a:pt x="1149526" y="65559"/>
                  <a:pt x="1157093" y="54905"/>
                </a:cubicBezTo>
                <a:cubicBezTo>
                  <a:pt x="1164661" y="44251"/>
                  <a:pt x="1170827" y="58672"/>
                  <a:pt x="1157093" y="54905"/>
                </a:cubicBezTo>
                <a:cubicBezTo>
                  <a:pt x="1143360" y="51137"/>
                  <a:pt x="1101820" y="39865"/>
                  <a:pt x="1074693" y="32300"/>
                </a:cubicBezTo>
                <a:cubicBezTo>
                  <a:pt x="1047567" y="24736"/>
                  <a:pt x="1019941" y="14646"/>
                  <a:pt x="994336" y="9518"/>
                </a:cubicBezTo>
                <a:cubicBezTo>
                  <a:pt x="968730" y="4390"/>
                  <a:pt x="943781" y="0"/>
                  <a:pt x="921058" y="1530"/>
                </a:cubicBezTo>
                <a:cubicBezTo>
                  <a:pt x="898335" y="3060"/>
                  <a:pt x="878301" y="11004"/>
                  <a:pt x="857998" y="18699"/>
                </a:cubicBezTo>
                <a:cubicBezTo>
                  <a:pt x="837695" y="26394"/>
                  <a:pt x="818911" y="38086"/>
                  <a:pt x="799240" y="47701"/>
                </a:cubicBezTo>
                <a:cubicBezTo>
                  <a:pt x="779569" y="57316"/>
                  <a:pt x="759336" y="65542"/>
                  <a:pt x="739970" y="76389"/>
                </a:cubicBezTo>
                <a:cubicBezTo>
                  <a:pt x="720604" y="87237"/>
                  <a:pt x="701238" y="98117"/>
                  <a:pt x="683043" y="112785"/>
                </a:cubicBezTo>
                <a:cubicBezTo>
                  <a:pt x="664849" y="127454"/>
                  <a:pt x="648633" y="148088"/>
                  <a:pt x="630804" y="164402"/>
                </a:cubicBezTo>
                <a:cubicBezTo>
                  <a:pt x="612976" y="180716"/>
                  <a:pt x="596482" y="201743"/>
                  <a:pt x="576073" y="210670"/>
                </a:cubicBezTo>
                <a:cubicBezTo>
                  <a:pt x="555664" y="219597"/>
                  <a:pt x="533044" y="222418"/>
                  <a:pt x="508352" y="217966"/>
                </a:cubicBezTo>
                <a:cubicBezTo>
                  <a:pt x="483659" y="213514"/>
                  <a:pt x="454673" y="195501"/>
                  <a:pt x="427918" y="183956"/>
                </a:cubicBezTo>
                <a:cubicBezTo>
                  <a:pt x="401164" y="172412"/>
                  <a:pt x="372460" y="153862"/>
                  <a:pt x="347825" y="148700"/>
                </a:cubicBezTo>
                <a:cubicBezTo>
                  <a:pt x="323190" y="143538"/>
                  <a:pt x="300685" y="144738"/>
                  <a:pt x="280109" y="152984"/>
                </a:cubicBezTo>
                <a:cubicBezTo>
                  <a:pt x="259533" y="161230"/>
                  <a:pt x="242362" y="180769"/>
                  <a:pt x="224370" y="198178"/>
                </a:cubicBezTo>
                <a:cubicBezTo>
                  <a:pt x="206377" y="215587"/>
                  <a:pt x="189779" y="238102"/>
                  <a:pt x="172153" y="257438"/>
                </a:cubicBezTo>
                <a:cubicBezTo>
                  <a:pt x="154526" y="276774"/>
                  <a:pt x="136497" y="295097"/>
                  <a:pt x="118612" y="314194"/>
                </a:cubicBezTo>
                <a:cubicBezTo>
                  <a:pt x="100728" y="333291"/>
                  <a:pt x="82482" y="351234"/>
                  <a:pt x="64844" y="372020"/>
                </a:cubicBezTo>
                <a:cubicBezTo>
                  <a:pt x="47206" y="392806"/>
                  <a:pt x="21460" y="427762"/>
                  <a:pt x="12783" y="438910"/>
                </a:cubicBezTo>
                <a:cubicBezTo>
                  <a:pt x="4106" y="450058"/>
                  <a:pt x="0" y="434908"/>
                  <a:pt x="12783" y="438910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60"/>
                </a:srgbClr>
              </a:gs>
              <a:gs pos="18000">
                <a:srgbClr val="767676">
                  <a:alpha val="4024"/>
                </a:srgbClr>
              </a:gs>
              <a:gs pos="48000">
                <a:srgbClr val="767676">
                  <a:alpha val="6491"/>
                </a:srgbClr>
              </a:gs>
              <a:gs pos="78000">
                <a:srgbClr val="767676">
                  <a:alpha val="4867"/>
                </a:srgbClr>
              </a:gs>
              <a:gs pos="100000">
                <a:srgbClr val="767676">
                  <a:alpha val="292"/>
                </a:srgbClr>
              </a:gs>
            </a:gsLst>
            <a:lin ang="20486566" scaled="0"/>
          </a:gradFill>
          <a:ln w="0">
            <a:noFill/>
            <a:prstDash val="solid"/>
          </a:ln>
        </p:spPr>
      </p:sp>
      <p:sp>
        <p:nvSpPr>
          <p:cNvPr id="236" name="PANEL_01-intermittent-gas-core-2-feather-2_18">
            <a:extLst>
              <a:ext uri="{FF2B5EF4-FFF2-40B4-BE49-F238E27FC236}">
                <a16:creationId xmlns:a16="http://schemas.microsoft.com/office/drawing/2014/main" id="{E1318F12-3FF9-4A77-A040-70BD5F1EDAD7}"/>
              </a:ext>
            </a:extLst>
          </p:cNvPr>
          <p:cNvSpPr>
            <a:spLocks/>
          </p:cNvSpPr>
          <p:nvPr/>
        </p:nvSpPr>
        <p:spPr>
          <a:xfrm>
            <a:off x="8339588" y="4050015"/>
            <a:ext cx="1113795" cy="424117"/>
          </a:xfrm>
          <a:custGeom>
            <a:pathLst>
              <a:path w="1169338" h="445267">
                <a:moveTo>
                  <a:pt x="12094" y="406858"/>
                </a:moveTo>
                <a:cubicBezTo>
                  <a:pt x="24188" y="408319"/>
                  <a:pt x="61712" y="417235"/>
                  <a:pt x="84659" y="415624"/>
                </a:cubicBezTo>
                <a:cubicBezTo>
                  <a:pt x="107606" y="414014"/>
                  <a:pt x="127898" y="402707"/>
                  <a:pt x="149776" y="397194"/>
                </a:cubicBezTo>
                <a:cubicBezTo>
                  <a:pt x="171655" y="391682"/>
                  <a:pt x="192120" y="381358"/>
                  <a:pt x="215931" y="382548"/>
                </a:cubicBezTo>
                <a:cubicBezTo>
                  <a:pt x="239742" y="383739"/>
                  <a:pt x="266343" y="394909"/>
                  <a:pt x="292643" y="404337"/>
                </a:cubicBezTo>
                <a:cubicBezTo>
                  <a:pt x="318943" y="413766"/>
                  <a:pt x="348230" y="432968"/>
                  <a:pt x="373731" y="439118"/>
                </a:cubicBezTo>
                <a:cubicBezTo>
                  <a:pt x="399233" y="445267"/>
                  <a:pt x="422681" y="443931"/>
                  <a:pt x="445652" y="441233"/>
                </a:cubicBezTo>
                <a:cubicBezTo>
                  <a:pt x="468623" y="438536"/>
                  <a:pt x="488971" y="427123"/>
                  <a:pt x="511558" y="422932"/>
                </a:cubicBezTo>
                <a:cubicBezTo>
                  <a:pt x="534145" y="418741"/>
                  <a:pt x="558407" y="419832"/>
                  <a:pt x="581172" y="416089"/>
                </a:cubicBezTo>
                <a:cubicBezTo>
                  <a:pt x="603937" y="412346"/>
                  <a:pt x="627447" y="410551"/>
                  <a:pt x="648150" y="400473"/>
                </a:cubicBezTo>
                <a:cubicBezTo>
                  <a:pt x="668854" y="390395"/>
                  <a:pt x="685900" y="369188"/>
                  <a:pt x="705393" y="355621"/>
                </a:cubicBezTo>
                <a:cubicBezTo>
                  <a:pt x="724885" y="342055"/>
                  <a:pt x="743346" y="325936"/>
                  <a:pt x="765105" y="319076"/>
                </a:cubicBezTo>
                <a:cubicBezTo>
                  <a:pt x="786864" y="312215"/>
                  <a:pt x="813004" y="318006"/>
                  <a:pt x="835948" y="314458"/>
                </a:cubicBezTo>
                <a:cubicBezTo>
                  <a:pt x="858892" y="310909"/>
                  <a:pt x="883199" y="310510"/>
                  <a:pt x="902771" y="297785"/>
                </a:cubicBezTo>
                <a:cubicBezTo>
                  <a:pt x="922343" y="285061"/>
                  <a:pt x="937299" y="259605"/>
                  <a:pt x="953379" y="238110"/>
                </a:cubicBezTo>
                <a:cubicBezTo>
                  <a:pt x="969458" y="216616"/>
                  <a:pt x="982941" y="188900"/>
                  <a:pt x="999248" y="168818"/>
                </a:cubicBezTo>
                <a:cubicBezTo>
                  <a:pt x="1015556" y="148736"/>
                  <a:pt x="1033698" y="133860"/>
                  <a:pt x="1051226" y="117620"/>
                </a:cubicBezTo>
                <a:cubicBezTo>
                  <a:pt x="1068754" y="101380"/>
                  <a:pt x="1086886" y="87174"/>
                  <a:pt x="1104415" y="71380"/>
                </a:cubicBezTo>
                <a:cubicBezTo>
                  <a:pt x="1121945" y="55585"/>
                  <a:pt x="1147740" y="30941"/>
                  <a:pt x="1156405" y="22853"/>
                </a:cubicBezTo>
                <a:cubicBezTo>
                  <a:pt x="1165070" y="14765"/>
                  <a:pt x="1169338" y="24749"/>
                  <a:pt x="1156405" y="22853"/>
                </a:cubicBezTo>
                <a:cubicBezTo>
                  <a:pt x="1143471" y="20956"/>
                  <a:pt x="1104277" y="15013"/>
                  <a:pt x="1078804" y="11473"/>
                </a:cubicBezTo>
                <a:cubicBezTo>
                  <a:pt x="1053331" y="7934"/>
                  <a:pt x="1027688" y="2838"/>
                  <a:pt x="1003568" y="1616"/>
                </a:cubicBezTo>
                <a:cubicBezTo>
                  <a:pt x="979449" y="394"/>
                  <a:pt x="955927" y="0"/>
                  <a:pt x="934086" y="4141"/>
                </a:cubicBezTo>
                <a:cubicBezTo>
                  <a:pt x="912244" y="8283"/>
                  <a:pt x="892459" y="17370"/>
                  <a:pt x="872521" y="26465"/>
                </a:cubicBezTo>
                <a:cubicBezTo>
                  <a:pt x="852583" y="35559"/>
                  <a:pt x="833874" y="47936"/>
                  <a:pt x="814457" y="58708"/>
                </a:cubicBezTo>
                <a:cubicBezTo>
                  <a:pt x="795040" y="69481"/>
                  <a:pt x="775324" y="79625"/>
                  <a:pt x="756017" y="91100"/>
                </a:cubicBezTo>
                <a:cubicBezTo>
                  <a:pt x="736709" y="102576"/>
                  <a:pt x="717374" y="114095"/>
                  <a:pt x="698613" y="127562"/>
                </a:cubicBezTo>
                <a:cubicBezTo>
                  <a:pt x="679852" y="141028"/>
                  <a:pt x="662316" y="158293"/>
                  <a:pt x="643450" y="171900"/>
                </a:cubicBezTo>
                <a:cubicBezTo>
                  <a:pt x="624584" y="185508"/>
                  <a:pt x="606422" y="201779"/>
                  <a:pt x="585418" y="209209"/>
                </a:cubicBezTo>
                <a:cubicBezTo>
                  <a:pt x="564414" y="216639"/>
                  <a:pt x="541647" y="219143"/>
                  <a:pt x="517425" y="216481"/>
                </a:cubicBezTo>
                <a:cubicBezTo>
                  <a:pt x="493203" y="213818"/>
                  <a:pt x="465830" y="201172"/>
                  <a:pt x="440089" y="193233"/>
                </a:cubicBezTo>
                <a:cubicBezTo>
                  <a:pt x="414348" y="185294"/>
                  <a:pt x="387175" y="172186"/>
                  <a:pt x="362979" y="168846"/>
                </a:cubicBezTo>
                <a:cubicBezTo>
                  <a:pt x="338783" y="165505"/>
                  <a:pt x="316091" y="166613"/>
                  <a:pt x="294911" y="173193"/>
                </a:cubicBezTo>
                <a:cubicBezTo>
                  <a:pt x="273731" y="179772"/>
                  <a:pt x="255034" y="194543"/>
                  <a:pt x="235897" y="208321"/>
                </a:cubicBezTo>
                <a:cubicBezTo>
                  <a:pt x="216760" y="222100"/>
                  <a:pt x="198758" y="239979"/>
                  <a:pt x="180088" y="255866"/>
                </a:cubicBezTo>
                <a:cubicBezTo>
                  <a:pt x="161418" y="271753"/>
                  <a:pt x="142624" y="287505"/>
                  <a:pt x="123877" y="303643"/>
                </a:cubicBezTo>
                <a:cubicBezTo>
                  <a:pt x="105129" y="319781"/>
                  <a:pt x="86235" y="335491"/>
                  <a:pt x="67604" y="352694"/>
                </a:cubicBezTo>
                <a:cubicBezTo>
                  <a:pt x="48974" y="369896"/>
                  <a:pt x="21346" y="397830"/>
                  <a:pt x="12094" y="406858"/>
                </a:cubicBezTo>
                <a:cubicBezTo>
                  <a:pt x="2842" y="415885"/>
                  <a:pt x="0" y="405397"/>
                  <a:pt x="12094" y="406858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33"/>
                </a:srgbClr>
              </a:gs>
              <a:gs pos="18000">
                <a:srgbClr val="767676">
                  <a:alpha val="5165"/>
                </a:srgbClr>
              </a:gs>
              <a:gs pos="48000">
                <a:srgbClr val="767676">
                  <a:alpha val="8328"/>
                </a:srgbClr>
              </a:gs>
              <a:gs pos="78000">
                <a:srgbClr val="767676">
                  <a:alpha val="6246"/>
                </a:srgbClr>
              </a:gs>
              <a:gs pos="100000">
                <a:srgbClr val="767676">
                  <a:alpha val="374"/>
                </a:srgbClr>
              </a:gs>
            </a:gsLst>
            <a:lin ang="20486566" scaled="0"/>
          </a:gradFill>
          <a:ln w="0">
            <a:noFill/>
            <a:prstDash val="solid"/>
          </a:ln>
        </p:spPr>
      </p:sp>
      <p:sp>
        <p:nvSpPr>
          <p:cNvPr id="237" name="PANEL_01-intermittent-gas-core-2-feather-3_19">
            <a:extLst>
              <a:ext uri="{FF2B5EF4-FFF2-40B4-BE49-F238E27FC236}">
                <a16:creationId xmlns:a16="http://schemas.microsoft.com/office/drawing/2014/main" id="{FE3D8FA4-DB93-45D2-BD4D-D225247E78F4}"/>
              </a:ext>
            </a:extLst>
          </p:cNvPr>
          <p:cNvSpPr>
            <a:spLocks/>
          </p:cNvSpPr>
          <p:nvPr/>
        </p:nvSpPr>
        <p:spPr>
          <a:xfrm>
            <a:off x="8340244" y="4066524"/>
            <a:ext cx="1112377" cy="377602"/>
          </a:xfrm>
          <a:custGeom>
            <a:pathLst>
              <a:path w="1167850" h="396433">
                <a:moveTo>
                  <a:pt x="11406" y="389526"/>
                </a:moveTo>
                <a:cubicBezTo>
                  <a:pt x="22811" y="388447"/>
                  <a:pt x="57819" y="388006"/>
                  <a:pt x="79839" y="383049"/>
                </a:cubicBezTo>
                <a:cubicBezTo>
                  <a:pt x="101860" y="378092"/>
                  <a:pt x="122180" y="367062"/>
                  <a:pt x="143530" y="359786"/>
                </a:cubicBezTo>
                <a:cubicBezTo>
                  <a:pt x="164879" y="352510"/>
                  <a:pt x="185366" y="342344"/>
                  <a:pt x="207936" y="339394"/>
                </a:cubicBezTo>
                <a:cubicBezTo>
                  <a:pt x="230506" y="336443"/>
                  <a:pt x="254689" y="339339"/>
                  <a:pt x="278950" y="342083"/>
                </a:cubicBezTo>
                <a:cubicBezTo>
                  <a:pt x="303211" y="344827"/>
                  <a:pt x="329316" y="353699"/>
                  <a:pt x="353502" y="355858"/>
                </a:cubicBezTo>
                <a:cubicBezTo>
                  <a:pt x="377687" y="358018"/>
                  <a:pt x="400986" y="356875"/>
                  <a:pt x="424063" y="355039"/>
                </a:cubicBezTo>
                <a:cubicBezTo>
                  <a:pt x="447140" y="353203"/>
                  <a:pt x="468990" y="347246"/>
                  <a:pt x="491965" y="344841"/>
                </a:cubicBezTo>
                <a:cubicBezTo>
                  <a:pt x="514940" y="342436"/>
                  <a:pt x="538972" y="343296"/>
                  <a:pt x="561913" y="340610"/>
                </a:cubicBezTo>
                <a:cubicBezTo>
                  <a:pt x="584855" y="337924"/>
                  <a:pt x="608181" y="336130"/>
                  <a:pt x="629614" y="328726"/>
                </a:cubicBezTo>
                <a:cubicBezTo>
                  <a:pt x="651047" y="321322"/>
                  <a:pt x="670258" y="307065"/>
                  <a:pt x="690509" y="296187"/>
                </a:cubicBezTo>
                <a:cubicBezTo>
                  <a:pt x="710760" y="285308"/>
                  <a:pt x="730130" y="272050"/>
                  <a:pt x="751123" y="263456"/>
                </a:cubicBezTo>
                <a:cubicBezTo>
                  <a:pt x="772116" y="254861"/>
                  <a:pt x="795200" y="252320"/>
                  <a:pt x="816469" y="244620"/>
                </a:cubicBezTo>
                <a:cubicBezTo>
                  <a:pt x="837738" y="236920"/>
                  <a:pt x="859488" y="230271"/>
                  <a:pt x="878738" y="217257"/>
                </a:cubicBezTo>
                <a:cubicBezTo>
                  <a:pt x="897987" y="204242"/>
                  <a:pt x="914536" y="183914"/>
                  <a:pt x="931966" y="166532"/>
                </a:cubicBezTo>
                <a:cubicBezTo>
                  <a:pt x="949395" y="149149"/>
                  <a:pt x="965430" y="128569"/>
                  <a:pt x="983315" y="112961"/>
                </a:cubicBezTo>
                <a:cubicBezTo>
                  <a:pt x="1001200" y="97352"/>
                  <a:pt x="1020306" y="85266"/>
                  <a:pt x="1039278" y="72881"/>
                </a:cubicBezTo>
                <a:cubicBezTo>
                  <a:pt x="1058249" y="60496"/>
                  <a:pt x="1077737" y="49875"/>
                  <a:pt x="1097143" y="38649"/>
                </a:cubicBezTo>
                <a:cubicBezTo>
                  <a:pt x="1116550" y="27422"/>
                  <a:pt x="1145954" y="11043"/>
                  <a:pt x="1155716" y="5521"/>
                </a:cubicBezTo>
                <a:cubicBezTo>
                  <a:pt x="1165478" y="0"/>
                  <a:pt x="1167850" y="5547"/>
                  <a:pt x="1155716" y="5521"/>
                </a:cubicBezTo>
                <a:cubicBezTo>
                  <a:pt x="1143583" y="5496"/>
                  <a:pt x="1106734" y="4882"/>
                  <a:pt x="1082915" y="5368"/>
                </a:cubicBezTo>
                <a:cubicBezTo>
                  <a:pt x="1059096" y="5853"/>
                  <a:pt x="1035435" y="5750"/>
                  <a:pt x="1012801" y="8434"/>
                </a:cubicBezTo>
                <a:cubicBezTo>
                  <a:pt x="990168" y="11118"/>
                  <a:pt x="968073" y="14721"/>
                  <a:pt x="947114" y="21474"/>
                </a:cubicBezTo>
                <a:cubicBezTo>
                  <a:pt x="926154" y="28226"/>
                  <a:pt x="906618" y="38457"/>
                  <a:pt x="887045" y="48951"/>
                </a:cubicBezTo>
                <a:cubicBezTo>
                  <a:pt x="867471" y="59445"/>
                  <a:pt x="848838" y="72506"/>
                  <a:pt x="829674" y="84436"/>
                </a:cubicBezTo>
                <a:cubicBezTo>
                  <a:pt x="810511" y="96366"/>
                  <a:pt x="791312" y="108429"/>
                  <a:pt x="772063" y="120532"/>
                </a:cubicBezTo>
                <a:cubicBezTo>
                  <a:pt x="752815" y="132636"/>
                  <a:pt x="733511" y="144794"/>
                  <a:pt x="714183" y="157059"/>
                </a:cubicBezTo>
                <a:cubicBezTo>
                  <a:pt x="694855" y="169323"/>
                  <a:pt x="676000" y="183218"/>
                  <a:pt x="656096" y="194119"/>
                </a:cubicBezTo>
                <a:cubicBezTo>
                  <a:pt x="636193" y="205021"/>
                  <a:pt x="616363" y="216535"/>
                  <a:pt x="594763" y="222468"/>
                </a:cubicBezTo>
                <a:cubicBezTo>
                  <a:pt x="573163" y="228401"/>
                  <a:pt x="550249" y="230589"/>
                  <a:pt x="526498" y="229717"/>
                </a:cubicBezTo>
                <a:cubicBezTo>
                  <a:pt x="502748" y="228844"/>
                  <a:pt x="476987" y="221565"/>
                  <a:pt x="452260" y="217231"/>
                </a:cubicBezTo>
                <a:cubicBezTo>
                  <a:pt x="427532" y="212897"/>
                  <a:pt x="401891" y="205230"/>
                  <a:pt x="378133" y="203712"/>
                </a:cubicBezTo>
                <a:cubicBezTo>
                  <a:pt x="354376" y="202194"/>
                  <a:pt x="331498" y="203210"/>
                  <a:pt x="309713" y="208122"/>
                </a:cubicBezTo>
                <a:cubicBezTo>
                  <a:pt x="287928" y="213035"/>
                  <a:pt x="267705" y="223037"/>
                  <a:pt x="247424" y="233186"/>
                </a:cubicBezTo>
                <a:cubicBezTo>
                  <a:pt x="227142" y="243334"/>
                  <a:pt x="207737" y="256577"/>
                  <a:pt x="188023" y="269015"/>
                </a:cubicBezTo>
                <a:cubicBezTo>
                  <a:pt x="168310" y="281453"/>
                  <a:pt x="148751" y="294635"/>
                  <a:pt x="129141" y="307813"/>
                </a:cubicBezTo>
                <a:cubicBezTo>
                  <a:pt x="109531" y="320992"/>
                  <a:pt x="89987" y="334469"/>
                  <a:pt x="70364" y="348088"/>
                </a:cubicBezTo>
                <a:cubicBezTo>
                  <a:pt x="50742" y="361706"/>
                  <a:pt x="21232" y="382620"/>
                  <a:pt x="11406" y="389526"/>
                </a:cubicBezTo>
                <a:cubicBezTo>
                  <a:pt x="1579" y="396433"/>
                  <a:pt x="0" y="390606"/>
                  <a:pt x="11406" y="389526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89"/>
                </a:srgbClr>
              </a:gs>
              <a:gs pos="18000">
                <a:srgbClr val="767676">
                  <a:alpha val="6035"/>
                </a:srgbClr>
              </a:gs>
              <a:gs pos="48000">
                <a:srgbClr val="767676">
                  <a:alpha val="9734"/>
                </a:srgbClr>
              </a:gs>
              <a:gs pos="78000">
                <a:srgbClr val="767676">
                  <a:alpha val="7302"/>
                </a:srgbClr>
              </a:gs>
              <a:gs pos="100000">
                <a:srgbClr val="767676">
                  <a:alpha val="439"/>
                </a:srgbClr>
              </a:gs>
            </a:gsLst>
            <a:lin ang="20486566" scaled="0"/>
          </a:gradFill>
          <a:ln w="0">
            <a:noFill/>
            <a:prstDash val="solid"/>
          </a:ln>
        </p:spPr>
      </p:sp>
      <p:sp>
        <p:nvSpPr>
          <p:cNvPr id="238" name="PANEL_01-intermittent-gas-wisp-2-feather-0_20">
            <a:extLst>
              <a:ext uri="{FF2B5EF4-FFF2-40B4-BE49-F238E27FC236}">
                <a16:creationId xmlns:a16="http://schemas.microsoft.com/office/drawing/2014/main" id="{DDC91F65-6832-40E6-A0CB-E23833751A42}"/>
              </a:ext>
            </a:extLst>
          </p:cNvPr>
          <p:cNvSpPr>
            <a:spLocks/>
          </p:cNvSpPr>
          <p:nvPr/>
        </p:nvSpPr>
        <p:spPr>
          <a:xfrm>
            <a:off x="8393278" y="4402050"/>
            <a:ext cx="832324" cy="297834"/>
          </a:xfrm>
          <a:custGeom>
            <a:pathLst>
              <a:path w="873831" h="312686">
                <a:moveTo>
                  <a:pt x="9570" y="286563"/>
                </a:moveTo>
                <a:cubicBezTo>
                  <a:pt x="19140" y="290540"/>
                  <a:pt x="49291" y="308165"/>
                  <a:pt x="66991" y="310426"/>
                </a:cubicBezTo>
                <a:cubicBezTo>
                  <a:pt x="84691" y="312686"/>
                  <a:pt x="99936" y="305102"/>
                  <a:pt x="115770" y="300126"/>
                </a:cubicBezTo>
                <a:cubicBezTo>
                  <a:pt x="131604" y="295151"/>
                  <a:pt x="145466" y="283103"/>
                  <a:pt x="161993" y="280571"/>
                </a:cubicBezTo>
                <a:cubicBezTo>
                  <a:pt x="178520" y="278039"/>
                  <a:pt x="196540" y="280985"/>
                  <a:pt x="214931" y="284934"/>
                </a:cubicBezTo>
                <a:cubicBezTo>
                  <a:pt x="233323" y="288883"/>
                  <a:pt x="253945" y="300529"/>
                  <a:pt x="272342" y="304266"/>
                </a:cubicBezTo>
                <a:cubicBezTo>
                  <a:pt x="290739" y="308003"/>
                  <a:pt x="308033" y="307754"/>
                  <a:pt x="325313" y="307356"/>
                </a:cubicBezTo>
                <a:cubicBezTo>
                  <a:pt x="342593" y="306958"/>
                  <a:pt x="358636" y="302168"/>
                  <a:pt x="376022" y="301880"/>
                </a:cubicBezTo>
                <a:cubicBezTo>
                  <a:pt x="393407" y="301593"/>
                  <a:pt x="412474" y="306822"/>
                  <a:pt x="429625" y="305632"/>
                </a:cubicBezTo>
                <a:cubicBezTo>
                  <a:pt x="446775" y="304443"/>
                  <a:pt x="464113" y="303675"/>
                  <a:pt x="478924" y="294745"/>
                </a:cubicBezTo>
                <a:cubicBezTo>
                  <a:pt x="493736" y="285815"/>
                  <a:pt x="505021" y="265237"/>
                  <a:pt x="518493" y="252051"/>
                </a:cubicBezTo>
                <a:cubicBezTo>
                  <a:pt x="531965" y="238865"/>
                  <a:pt x="544152" y="221928"/>
                  <a:pt x="559755" y="215631"/>
                </a:cubicBezTo>
                <a:cubicBezTo>
                  <a:pt x="575359" y="209333"/>
                  <a:pt x="594463" y="214269"/>
                  <a:pt x="612115" y="214268"/>
                </a:cubicBezTo>
                <a:cubicBezTo>
                  <a:pt x="629767" y="214267"/>
                  <a:pt x="649341" y="219833"/>
                  <a:pt x="665668" y="215626"/>
                </a:cubicBezTo>
                <a:cubicBezTo>
                  <a:pt x="681994" y="211420"/>
                  <a:pt x="695940" y="199791"/>
                  <a:pt x="710074" y="189029"/>
                </a:cubicBezTo>
                <a:cubicBezTo>
                  <a:pt x="724207" y="178268"/>
                  <a:pt x="736877" y="163267"/>
                  <a:pt x="750471" y="151057"/>
                </a:cubicBezTo>
                <a:cubicBezTo>
                  <a:pt x="764066" y="138847"/>
                  <a:pt x="778457" y="128922"/>
                  <a:pt x="791642" y="115771"/>
                </a:cubicBezTo>
                <a:cubicBezTo>
                  <a:pt x="804828" y="102621"/>
                  <a:pt x="817480" y="87666"/>
                  <a:pt x="829584" y="72155"/>
                </a:cubicBezTo>
                <a:cubicBezTo>
                  <a:pt x="841688" y="56643"/>
                  <a:pt x="858486" y="30946"/>
                  <a:pt x="864267" y="22704"/>
                </a:cubicBezTo>
                <a:cubicBezTo>
                  <a:pt x="870047" y="14462"/>
                  <a:pt x="873831" y="25014"/>
                  <a:pt x="864267" y="22704"/>
                </a:cubicBezTo>
                <a:cubicBezTo>
                  <a:pt x="854703" y="20393"/>
                  <a:pt x="825726" y="12546"/>
                  <a:pt x="806883" y="8841"/>
                </a:cubicBezTo>
                <a:cubicBezTo>
                  <a:pt x="788040" y="5136"/>
                  <a:pt x="768907" y="948"/>
                  <a:pt x="751209" y="474"/>
                </a:cubicBezTo>
                <a:cubicBezTo>
                  <a:pt x="733511" y="0"/>
                  <a:pt x="716558" y="1355"/>
                  <a:pt x="700696" y="5997"/>
                </a:cubicBezTo>
                <a:cubicBezTo>
                  <a:pt x="684834" y="10639"/>
                  <a:pt x="670746" y="20304"/>
                  <a:pt x="656037" y="28328"/>
                </a:cubicBezTo>
                <a:cubicBezTo>
                  <a:pt x="641328" y="36351"/>
                  <a:pt x="627479" y="47027"/>
                  <a:pt x="612443" y="54139"/>
                </a:cubicBezTo>
                <a:cubicBezTo>
                  <a:pt x="597407" y="61251"/>
                  <a:pt x="581691" y="66428"/>
                  <a:pt x="565823" y="70998"/>
                </a:cubicBezTo>
                <a:cubicBezTo>
                  <a:pt x="549955" y="75568"/>
                  <a:pt x="533350" y="77807"/>
                  <a:pt x="517234" y="81559"/>
                </a:cubicBezTo>
                <a:cubicBezTo>
                  <a:pt x="501119" y="85311"/>
                  <a:pt x="485301" y="89984"/>
                  <a:pt x="469132" y="93509"/>
                </a:cubicBezTo>
                <a:cubicBezTo>
                  <a:pt x="452963" y="97033"/>
                  <a:pt x="437185" y="101891"/>
                  <a:pt x="420221" y="102706"/>
                </a:cubicBezTo>
                <a:cubicBezTo>
                  <a:pt x="403258" y="103521"/>
                  <a:pt x="385431" y="101483"/>
                  <a:pt x="367349" y="98397"/>
                </a:cubicBezTo>
                <a:cubicBezTo>
                  <a:pt x="349268" y="95312"/>
                  <a:pt x="329661" y="86987"/>
                  <a:pt x="311733" y="84194"/>
                </a:cubicBezTo>
                <a:cubicBezTo>
                  <a:pt x="293806" y="81402"/>
                  <a:pt x="275733" y="77805"/>
                  <a:pt x="259784" y="81641"/>
                </a:cubicBezTo>
                <a:cubicBezTo>
                  <a:pt x="243835" y="85478"/>
                  <a:pt x="229697" y="95333"/>
                  <a:pt x="216037" y="107213"/>
                </a:cubicBezTo>
                <a:cubicBezTo>
                  <a:pt x="202377" y="119093"/>
                  <a:pt x="190681" y="137947"/>
                  <a:pt x="177823" y="152921"/>
                </a:cubicBezTo>
                <a:cubicBezTo>
                  <a:pt x="164965" y="167894"/>
                  <a:pt x="152457" y="184364"/>
                  <a:pt x="138887" y="197053"/>
                </a:cubicBezTo>
                <a:cubicBezTo>
                  <a:pt x="125317" y="209742"/>
                  <a:pt x="110855" y="219359"/>
                  <a:pt x="96403" y="229054"/>
                </a:cubicBezTo>
                <a:cubicBezTo>
                  <a:pt x="81952" y="238749"/>
                  <a:pt x="66652" y="245636"/>
                  <a:pt x="52180" y="255221"/>
                </a:cubicBezTo>
                <a:cubicBezTo>
                  <a:pt x="37707" y="264805"/>
                  <a:pt x="16672" y="281339"/>
                  <a:pt x="9570" y="286563"/>
                </a:cubicBezTo>
                <a:cubicBezTo>
                  <a:pt x="2469" y="291786"/>
                  <a:pt x="0" y="282585"/>
                  <a:pt x="9570" y="286563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17"/>
                </a:srgbClr>
              </a:gs>
              <a:gs pos="18000">
                <a:srgbClr val="919191">
                  <a:alpha val="1810"/>
                </a:srgbClr>
              </a:gs>
              <a:gs pos="48000">
                <a:srgbClr val="919191">
                  <a:alpha val="2921"/>
                </a:srgbClr>
              </a:gs>
              <a:gs pos="78000">
                <a:srgbClr val="919191">
                  <a:alpha val="2190"/>
                </a:srgbClr>
              </a:gs>
              <a:gs pos="100000">
                <a:srgbClr val="919191">
                  <a:alpha val="131"/>
                </a:srgbClr>
              </a:gs>
            </a:gsLst>
            <a:lin ang="20570902" scaled="0"/>
          </a:gradFill>
          <a:ln w="0">
            <a:noFill/>
            <a:prstDash val="solid"/>
          </a:ln>
        </p:spPr>
      </p:sp>
      <p:sp>
        <p:nvSpPr>
          <p:cNvPr id="239" name="PANEL_01-intermittent-gas-wisp-2-feather-1_21">
            <a:extLst>
              <a:ext uri="{FF2B5EF4-FFF2-40B4-BE49-F238E27FC236}">
                <a16:creationId xmlns:a16="http://schemas.microsoft.com/office/drawing/2014/main" id="{54750E2C-8D82-4CDF-9EF9-9F46349B256F}"/>
              </a:ext>
            </a:extLst>
          </p:cNvPr>
          <p:cNvSpPr>
            <a:spLocks/>
          </p:cNvSpPr>
          <p:nvPr/>
        </p:nvSpPr>
        <p:spPr>
          <a:xfrm>
            <a:off x="8393605" y="4412695"/>
            <a:ext cx="831659" cy="278462"/>
          </a:xfrm>
          <a:custGeom>
            <a:pathLst>
              <a:path w="873133" h="292348">
                <a:moveTo>
                  <a:pt x="9227" y="275387"/>
                </a:moveTo>
                <a:cubicBezTo>
                  <a:pt x="18455" y="278087"/>
                  <a:pt x="47299" y="290818"/>
                  <a:pt x="64591" y="291583"/>
                </a:cubicBezTo>
                <a:cubicBezTo>
                  <a:pt x="81883" y="292348"/>
                  <a:pt x="97212" y="285147"/>
                  <a:pt x="112982" y="279977"/>
                </a:cubicBezTo>
                <a:cubicBezTo>
                  <a:pt x="128751" y="274806"/>
                  <a:pt x="142930" y="263938"/>
                  <a:pt x="159206" y="260561"/>
                </a:cubicBezTo>
                <a:cubicBezTo>
                  <a:pt x="175483" y="257184"/>
                  <a:pt x="192895" y="257980"/>
                  <a:pt x="210640" y="259714"/>
                </a:cubicBezTo>
                <a:cubicBezTo>
                  <a:pt x="228385" y="261448"/>
                  <a:pt x="247872" y="269192"/>
                  <a:pt x="265677" y="270964"/>
                </a:cubicBezTo>
                <a:cubicBezTo>
                  <a:pt x="283482" y="272737"/>
                  <a:pt x="300453" y="271515"/>
                  <a:pt x="317470" y="270347"/>
                </a:cubicBezTo>
                <a:cubicBezTo>
                  <a:pt x="334487" y="269179"/>
                  <a:pt x="350595" y="264767"/>
                  <a:pt x="367778" y="263954"/>
                </a:cubicBezTo>
                <a:cubicBezTo>
                  <a:pt x="384962" y="263142"/>
                  <a:pt x="403516" y="266821"/>
                  <a:pt x="420571" y="265471"/>
                </a:cubicBezTo>
                <a:cubicBezTo>
                  <a:pt x="437627" y="264121"/>
                  <a:pt x="454869" y="263238"/>
                  <a:pt x="470109" y="255854"/>
                </a:cubicBezTo>
                <a:cubicBezTo>
                  <a:pt x="485349" y="248469"/>
                  <a:pt x="497860" y="232035"/>
                  <a:pt x="512013" y="221163"/>
                </a:cubicBezTo>
                <a:cubicBezTo>
                  <a:pt x="526165" y="210291"/>
                  <a:pt x="539296" y="196412"/>
                  <a:pt x="555025" y="190622"/>
                </a:cubicBezTo>
                <a:cubicBezTo>
                  <a:pt x="570754" y="184832"/>
                  <a:pt x="589161" y="187633"/>
                  <a:pt x="606386" y="186423"/>
                </a:cubicBezTo>
                <a:cubicBezTo>
                  <a:pt x="623611" y="185213"/>
                  <a:pt x="642273" y="188129"/>
                  <a:pt x="658374" y="183361"/>
                </a:cubicBezTo>
                <a:cubicBezTo>
                  <a:pt x="674475" y="178594"/>
                  <a:pt x="688655" y="167844"/>
                  <a:pt x="702994" y="157819"/>
                </a:cubicBezTo>
                <a:cubicBezTo>
                  <a:pt x="717333" y="147795"/>
                  <a:pt x="730486" y="134349"/>
                  <a:pt x="744409" y="123214"/>
                </a:cubicBezTo>
                <a:cubicBezTo>
                  <a:pt x="758333" y="112079"/>
                  <a:pt x="772874" y="102714"/>
                  <a:pt x="786535" y="91010"/>
                </a:cubicBezTo>
                <a:cubicBezTo>
                  <a:pt x="800196" y="79305"/>
                  <a:pt x="813477" y="66234"/>
                  <a:pt x="826375" y="52987"/>
                </a:cubicBezTo>
                <a:cubicBezTo>
                  <a:pt x="839273" y="39740"/>
                  <a:pt x="857666" y="18438"/>
                  <a:pt x="863924" y="11529"/>
                </a:cubicBezTo>
                <a:cubicBezTo>
                  <a:pt x="870182" y="4619"/>
                  <a:pt x="873133" y="12850"/>
                  <a:pt x="863924" y="11529"/>
                </a:cubicBezTo>
                <a:cubicBezTo>
                  <a:pt x="854715" y="10208"/>
                  <a:pt x="826823" y="5344"/>
                  <a:pt x="808668" y="3602"/>
                </a:cubicBezTo>
                <a:cubicBezTo>
                  <a:pt x="790514" y="1860"/>
                  <a:pt x="772177" y="0"/>
                  <a:pt x="754997" y="1078"/>
                </a:cubicBezTo>
                <a:cubicBezTo>
                  <a:pt x="737816" y="2155"/>
                  <a:pt x="721276" y="4835"/>
                  <a:pt x="705585" y="10068"/>
                </a:cubicBezTo>
                <a:cubicBezTo>
                  <a:pt x="689893" y="15300"/>
                  <a:pt x="675633" y="24583"/>
                  <a:pt x="660845" y="32472"/>
                </a:cubicBezTo>
                <a:cubicBezTo>
                  <a:pt x="646058" y="40361"/>
                  <a:pt x="631953" y="50368"/>
                  <a:pt x="616859" y="57402"/>
                </a:cubicBezTo>
                <a:cubicBezTo>
                  <a:pt x="601764" y="64435"/>
                  <a:pt x="586112" y="69898"/>
                  <a:pt x="570278" y="74673"/>
                </a:cubicBezTo>
                <a:cubicBezTo>
                  <a:pt x="554445" y="79447"/>
                  <a:pt x="537987" y="82242"/>
                  <a:pt x="521859" y="86047"/>
                </a:cubicBezTo>
                <a:cubicBezTo>
                  <a:pt x="505731" y="89851"/>
                  <a:pt x="489768" y="94164"/>
                  <a:pt x="473511" y="97500"/>
                </a:cubicBezTo>
                <a:cubicBezTo>
                  <a:pt x="457255" y="100836"/>
                  <a:pt x="441240" y="105009"/>
                  <a:pt x="424321" y="106063"/>
                </a:cubicBezTo>
                <a:cubicBezTo>
                  <a:pt x="407402" y="107118"/>
                  <a:pt x="389778" y="105811"/>
                  <a:pt x="371996" y="103827"/>
                </a:cubicBezTo>
                <a:cubicBezTo>
                  <a:pt x="354215" y="101843"/>
                  <a:pt x="335240" y="95749"/>
                  <a:pt x="317633" y="94159"/>
                </a:cubicBezTo>
                <a:cubicBezTo>
                  <a:pt x="300027" y="92569"/>
                  <a:pt x="282337" y="90439"/>
                  <a:pt x="266357" y="94290"/>
                </a:cubicBezTo>
                <a:cubicBezTo>
                  <a:pt x="250378" y="98140"/>
                  <a:pt x="235869" y="106854"/>
                  <a:pt x="221759" y="117263"/>
                </a:cubicBezTo>
                <a:cubicBezTo>
                  <a:pt x="207649" y="127672"/>
                  <a:pt x="195125" y="143718"/>
                  <a:pt x="181696" y="156743"/>
                </a:cubicBezTo>
                <a:cubicBezTo>
                  <a:pt x="168267" y="169769"/>
                  <a:pt x="155154" y="184117"/>
                  <a:pt x="141183" y="195416"/>
                </a:cubicBezTo>
                <a:cubicBezTo>
                  <a:pt x="127213" y="206716"/>
                  <a:pt x="112567" y="215689"/>
                  <a:pt x="97876" y="224540"/>
                </a:cubicBezTo>
                <a:cubicBezTo>
                  <a:pt x="83185" y="233392"/>
                  <a:pt x="67813" y="240049"/>
                  <a:pt x="53038" y="248524"/>
                </a:cubicBezTo>
                <a:cubicBezTo>
                  <a:pt x="38264" y="256998"/>
                  <a:pt x="16529" y="270910"/>
                  <a:pt x="9227" y="275387"/>
                </a:cubicBezTo>
                <a:cubicBezTo>
                  <a:pt x="1925" y="279865"/>
                  <a:pt x="0" y="272688"/>
                  <a:pt x="9227" y="27538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56"/>
                </a:srgbClr>
              </a:gs>
              <a:gs pos="18000">
                <a:srgbClr val="767676">
                  <a:alpha val="2414"/>
                </a:srgbClr>
              </a:gs>
              <a:gs pos="48000">
                <a:srgbClr val="767676">
                  <a:alpha val="3895"/>
                </a:srgbClr>
              </a:gs>
              <a:gs pos="78000">
                <a:srgbClr val="767676">
                  <a:alpha val="2921"/>
                </a:srgbClr>
              </a:gs>
              <a:gs pos="100000">
                <a:srgbClr val="767676">
                  <a:alpha val="175"/>
                </a:srgbClr>
              </a:gs>
            </a:gsLst>
            <a:lin ang="20570902" scaled="0"/>
          </a:gradFill>
          <a:ln w="0">
            <a:noFill/>
            <a:prstDash val="solid"/>
          </a:ln>
        </p:spPr>
      </p:sp>
      <p:sp>
        <p:nvSpPr>
          <p:cNvPr id="240" name="PANEL_01-intermittent-gas-wisp-2-feather-2_22">
            <a:extLst>
              <a:ext uri="{FF2B5EF4-FFF2-40B4-BE49-F238E27FC236}">
                <a16:creationId xmlns:a16="http://schemas.microsoft.com/office/drawing/2014/main" id="{5A1AEA6B-7CE8-4FFC-B1C2-8427D615FA51}"/>
              </a:ext>
            </a:extLst>
          </p:cNvPr>
          <p:cNvSpPr>
            <a:spLocks/>
          </p:cNvSpPr>
          <p:nvPr/>
        </p:nvSpPr>
        <p:spPr>
          <a:xfrm>
            <a:off x="8393961" y="4418478"/>
            <a:ext cx="830934" cy="264808"/>
          </a:xfrm>
          <a:custGeom>
            <a:pathLst>
              <a:path w="872372" h="278014">
                <a:moveTo>
                  <a:pt x="8853" y="269315"/>
                </a:moveTo>
                <a:cubicBezTo>
                  <a:pt x="17707" y="270621"/>
                  <a:pt x="45125" y="278014"/>
                  <a:pt x="61973" y="277147"/>
                </a:cubicBezTo>
                <a:cubicBezTo>
                  <a:pt x="78821" y="276280"/>
                  <a:pt x="94241" y="269497"/>
                  <a:pt x="109940" y="264114"/>
                </a:cubicBezTo>
                <a:cubicBezTo>
                  <a:pt x="125639" y="258732"/>
                  <a:pt x="140162" y="249150"/>
                  <a:pt x="156166" y="244850"/>
                </a:cubicBezTo>
                <a:cubicBezTo>
                  <a:pt x="172169" y="240551"/>
                  <a:pt x="188919" y="239002"/>
                  <a:pt x="205959" y="238320"/>
                </a:cubicBezTo>
                <a:cubicBezTo>
                  <a:pt x="222999" y="237637"/>
                  <a:pt x="241247" y="241126"/>
                  <a:pt x="258406" y="240755"/>
                </a:cubicBezTo>
                <a:cubicBezTo>
                  <a:pt x="275565" y="240383"/>
                  <a:pt x="292184" y="238102"/>
                  <a:pt x="308914" y="236092"/>
                </a:cubicBezTo>
                <a:cubicBezTo>
                  <a:pt x="325644" y="234083"/>
                  <a:pt x="341823" y="230085"/>
                  <a:pt x="358786" y="228699"/>
                </a:cubicBezTo>
                <a:cubicBezTo>
                  <a:pt x="375749" y="227314"/>
                  <a:pt x="393744" y="229303"/>
                  <a:pt x="410695" y="227777"/>
                </a:cubicBezTo>
                <a:cubicBezTo>
                  <a:pt x="427646" y="226252"/>
                  <a:pt x="444784" y="225244"/>
                  <a:pt x="460493" y="219546"/>
                </a:cubicBezTo>
                <a:cubicBezTo>
                  <a:pt x="476201" y="213847"/>
                  <a:pt x="490048" y="201933"/>
                  <a:pt x="504943" y="193586"/>
                </a:cubicBezTo>
                <a:cubicBezTo>
                  <a:pt x="519839" y="185238"/>
                  <a:pt x="534000" y="174696"/>
                  <a:pt x="549865" y="169460"/>
                </a:cubicBezTo>
                <a:cubicBezTo>
                  <a:pt x="565731" y="164223"/>
                  <a:pt x="583377" y="164695"/>
                  <a:pt x="600136" y="162166"/>
                </a:cubicBezTo>
                <a:cubicBezTo>
                  <a:pt x="616895" y="159636"/>
                  <a:pt x="634561" y="159662"/>
                  <a:pt x="650417" y="154283"/>
                </a:cubicBezTo>
                <a:cubicBezTo>
                  <a:pt x="666273" y="148903"/>
                  <a:pt x="680708" y="139112"/>
                  <a:pt x="695271" y="129891"/>
                </a:cubicBezTo>
                <a:cubicBezTo>
                  <a:pt x="709834" y="120671"/>
                  <a:pt x="723514" y="108922"/>
                  <a:pt x="737796" y="98960"/>
                </a:cubicBezTo>
                <a:cubicBezTo>
                  <a:pt x="752078" y="88997"/>
                  <a:pt x="766783" y="80243"/>
                  <a:pt x="780963" y="70116"/>
                </a:cubicBezTo>
                <a:cubicBezTo>
                  <a:pt x="795143" y="59988"/>
                  <a:pt x="809111" y="48972"/>
                  <a:pt x="822875" y="38196"/>
                </a:cubicBezTo>
                <a:cubicBezTo>
                  <a:pt x="836640" y="27419"/>
                  <a:pt x="856771" y="10913"/>
                  <a:pt x="863550" y="5457"/>
                </a:cubicBezTo>
                <a:cubicBezTo>
                  <a:pt x="870329" y="0"/>
                  <a:pt x="872372" y="5698"/>
                  <a:pt x="863550" y="5457"/>
                </a:cubicBezTo>
                <a:cubicBezTo>
                  <a:pt x="854728" y="5215"/>
                  <a:pt x="828020" y="3607"/>
                  <a:pt x="810616" y="4006"/>
                </a:cubicBezTo>
                <a:cubicBezTo>
                  <a:pt x="793213" y="4406"/>
                  <a:pt x="775745" y="5085"/>
                  <a:pt x="759129" y="7855"/>
                </a:cubicBezTo>
                <a:cubicBezTo>
                  <a:pt x="742512" y="10625"/>
                  <a:pt x="726424" y="14751"/>
                  <a:pt x="710917" y="20627"/>
                </a:cubicBezTo>
                <a:cubicBezTo>
                  <a:pt x="695411" y="26503"/>
                  <a:pt x="680965" y="35370"/>
                  <a:pt x="666091" y="43112"/>
                </a:cubicBezTo>
                <a:cubicBezTo>
                  <a:pt x="651217" y="50854"/>
                  <a:pt x="636834" y="60132"/>
                  <a:pt x="621676" y="67080"/>
                </a:cubicBezTo>
                <a:cubicBezTo>
                  <a:pt x="606517" y="74028"/>
                  <a:pt x="590934" y="79803"/>
                  <a:pt x="575139" y="84800"/>
                </a:cubicBezTo>
                <a:cubicBezTo>
                  <a:pt x="559343" y="89797"/>
                  <a:pt x="543046" y="93199"/>
                  <a:pt x="526904" y="97061"/>
                </a:cubicBezTo>
                <a:cubicBezTo>
                  <a:pt x="510762" y="100923"/>
                  <a:pt x="494640" y="104842"/>
                  <a:pt x="478288" y="107973"/>
                </a:cubicBezTo>
                <a:cubicBezTo>
                  <a:pt x="461936" y="111103"/>
                  <a:pt x="445663" y="114528"/>
                  <a:pt x="428793" y="115845"/>
                </a:cubicBezTo>
                <a:cubicBezTo>
                  <a:pt x="411923" y="117161"/>
                  <a:pt x="394520" y="116653"/>
                  <a:pt x="377066" y="115870"/>
                </a:cubicBezTo>
                <a:cubicBezTo>
                  <a:pt x="359612" y="115088"/>
                  <a:pt x="341326" y="111426"/>
                  <a:pt x="324070" y="111149"/>
                </a:cubicBezTo>
                <a:cubicBezTo>
                  <a:pt x="306814" y="110871"/>
                  <a:pt x="289540" y="110340"/>
                  <a:pt x="273529" y="114207"/>
                </a:cubicBezTo>
                <a:cubicBezTo>
                  <a:pt x="257517" y="118073"/>
                  <a:pt x="242602" y="125542"/>
                  <a:pt x="228001" y="134346"/>
                </a:cubicBezTo>
                <a:cubicBezTo>
                  <a:pt x="213400" y="143150"/>
                  <a:pt x="199973" y="156132"/>
                  <a:pt x="185921" y="167032"/>
                </a:cubicBezTo>
                <a:cubicBezTo>
                  <a:pt x="171869" y="177933"/>
                  <a:pt x="158095" y="189967"/>
                  <a:pt x="143688" y="199750"/>
                </a:cubicBezTo>
                <a:cubicBezTo>
                  <a:pt x="129282" y="209534"/>
                  <a:pt x="114434" y="217804"/>
                  <a:pt x="99482" y="225735"/>
                </a:cubicBezTo>
                <a:cubicBezTo>
                  <a:pt x="84530" y="233666"/>
                  <a:pt x="69080" y="240073"/>
                  <a:pt x="53975" y="247337"/>
                </a:cubicBezTo>
                <a:cubicBezTo>
                  <a:pt x="38870" y="254600"/>
                  <a:pt x="16374" y="265652"/>
                  <a:pt x="8853" y="269315"/>
                </a:cubicBezTo>
                <a:cubicBezTo>
                  <a:pt x="1333" y="272979"/>
                  <a:pt x="0" y="268010"/>
                  <a:pt x="8853" y="269315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01"/>
                </a:srgbClr>
              </a:gs>
              <a:gs pos="18000">
                <a:srgbClr val="767676">
                  <a:alpha val="3099"/>
                </a:srgbClr>
              </a:gs>
              <a:gs pos="48000">
                <a:srgbClr val="767676">
                  <a:alpha val="4998"/>
                </a:srgbClr>
              </a:gs>
              <a:gs pos="78000">
                <a:srgbClr val="767676">
                  <a:alpha val="3748"/>
                </a:srgbClr>
              </a:gs>
              <a:gs pos="100000">
                <a:srgbClr val="767676">
                  <a:alpha val="224"/>
                </a:srgbClr>
              </a:gs>
            </a:gsLst>
            <a:lin ang="20570902" scaled="0"/>
          </a:gradFill>
          <a:ln w="0">
            <a:noFill/>
            <a:prstDash val="solid"/>
          </a:ln>
        </p:spPr>
      </p:sp>
      <p:sp>
        <p:nvSpPr>
          <p:cNvPr id="241" name="PANEL_01-intermittent-gas-core-3-feather-0_23">
            <a:extLst>
              <a:ext uri="{FF2B5EF4-FFF2-40B4-BE49-F238E27FC236}">
                <a16:creationId xmlns:a16="http://schemas.microsoft.com/office/drawing/2014/main" id="{113B8007-5CDB-4476-BDE6-C096468E241D}"/>
              </a:ext>
            </a:extLst>
          </p:cNvPr>
          <p:cNvSpPr>
            <a:spLocks/>
          </p:cNvSpPr>
          <p:nvPr/>
        </p:nvSpPr>
        <p:spPr>
          <a:xfrm>
            <a:off x="9702302" y="3447489"/>
            <a:ext cx="807495" cy="844557"/>
          </a:xfrm>
          <a:custGeom>
            <a:pathLst>
              <a:path w="847764" h="886674">
                <a:moveTo>
                  <a:pt x="14301" y="660461"/>
                </a:moveTo>
                <a:cubicBezTo>
                  <a:pt x="28602" y="666816"/>
                  <a:pt x="71917" y="687558"/>
                  <a:pt x="100106" y="698591"/>
                </a:cubicBezTo>
                <a:cubicBezTo>
                  <a:pt x="128294" y="709623"/>
                  <a:pt x="154343" y="715754"/>
                  <a:pt x="183433" y="726654"/>
                </a:cubicBezTo>
                <a:cubicBezTo>
                  <a:pt x="212524" y="737555"/>
                  <a:pt x="239734" y="745221"/>
                  <a:pt x="274648" y="763995"/>
                </a:cubicBezTo>
                <a:cubicBezTo>
                  <a:pt x="309562" y="782768"/>
                  <a:pt x="356172" y="819485"/>
                  <a:pt x="392917" y="839296"/>
                </a:cubicBezTo>
                <a:cubicBezTo>
                  <a:pt x="429662" y="859107"/>
                  <a:pt x="472958" y="886674"/>
                  <a:pt x="495119" y="882860"/>
                </a:cubicBezTo>
                <a:cubicBezTo>
                  <a:pt x="517279" y="879047"/>
                  <a:pt x="519970" y="844461"/>
                  <a:pt x="525878" y="816415"/>
                </a:cubicBezTo>
                <a:cubicBezTo>
                  <a:pt x="531786" y="788370"/>
                  <a:pt x="520955" y="736713"/>
                  <a:pt x="530567" y="714588"/>
                </a:cubicBezTo>
                <a:cubicBezTo>
                  <a:pt x="540180" y="692463"/>
                  <a:pt x="562404" y="689380"/>
                  <a:pt x="583552" y="683663"/>
                </a:cubicBezTo>
                <a:cubicBezTo>
                  <a:pt x="604700" y="677946"/>
                  <a:pt x="638355" y="688959"/>
                  <a:pt x="657454" y="680286"/>
                </a:cubicBezTo>
                <a:cubicBezTo>
                  <a:pt x="676553" y="671612"/>
                  <a:pt x="684420" y="647528"/>
                  <a:pt x="698148" y="631621"/>
                </a:cubicBezTo>
                <a:cubicBezTo>
                  <a:pt x="711876" y="615714"/>
                  <a:pt x="720894" y="594408"/>
                  <a:pt x="739822" y="584843"/>
                </a:cubicBezTo>
                <a:cubicBezTo>
                  <a:pt x="758751" y="575279"/>
                  <a:pt x="793753" y="585089"/>
                  <a:pt x="811717" y="574234"/>
                </a:cubicBezTo>
                <a:cubicBezTo>
                  <a:pt x="829681" y="563379"/>
                  <a:pt x="847444" y="550830"/>
                  <a:pt x="847604" y="519712"/>
                </a:cubicBezTo>
                <a:cubicBezTo>
                  <a:pt x="847764" y="488595"/>
                  <a:pt x="823468" y="429548"/>
                  <a:pt x="812676" y="387531"/>
                </a:cubicBezTo>
                <a:cubicBezTo>
                  <a:pt x="801883" y="345514"/>
                  <a:pt x="783842" y="297460"/>
                  <a:pt x="782851" y="267611"/>
                </a:cubicBezTo>
                <a:cubicBezTo>
                  <a:pt x="781860" y="237761"/>
                  <a:pt x="798263" y="227447"/>
                  <a:pt x="806728" y="208434"/>
                </a:cubicBezTo>
                <a:cubicBezTo>
                  <a:pt x="815193" y="189421"/>
                  <a:pt x="833088" y="179140"/>
                  <a:pt x="833639" y="153531"/>
                </a:cubicBezTo>
                <a:cubicBezTo>
                  <a:pt x="834190" y="127921"/>
                  <a:pt x="813970" y="71237"/>
                  <a:pt x="810036" y="54778"/>
                </a:cubicBezTo>
                <a:cubicBezTo>
                  <a:pt x="806103" y="38319"/>
                  <a:pt x="824292" y="55815"/>
                  <a:pt x="810036" y="54778"/>
                </a:cubicBezTo>
                <a:cubicBezTo>
                  <a:pt x="795781" y="53741"/>
                  <a:pt x="753050" y="51247"/>
                  <a:pt x="724504" y="48558"/>
                </a:cubicBezTo>
                <a:cubicBezTo>
                  <a:pt x="695957" y="45868"/>
                  <a:pt x="666439" y="41706"/>
                  <a:pt x="638758" y="38643"/>
                </a:cubicBezTo>
                <a:cubicBezTo>
                  <a:pt x="611076" y="35579"/>
                  <a:pt x="583759" y="32004"/>
                  <a:pt x="558417" y="30176"/>
                </a:cubicBezTo>
                <a:cubicBezTo>
                  <a:pt x="533075" y="28348"/>
                  <a:pt x="511447" y="29909"/>
                  <a:pt x="486705" y="27675"/>
                </a:cubicBezTo>
                <a:cubicBezTo>
                  <a:pt x="461963" y="25440"/>
                  <a:pt x="435929" y="21371"/>
                  <a:pt x="409965" y="16770"/>
                </a:cubicBezTo>
                <a:cubicBezTo>
                  <a:pt x="384000" y="12169"/>
                  <a:pt x="352280" y="0"/>
                  <a:pt x="330917" y="70"/>
                </a:cubicBezTo>
                <a:cubicBezTo>
                  <a:pt x="309554" y="140"/>
                  <a:pt x="289357" y="242"/>
                  <a:pt x="281784" y="17189"/>
                </a:cubicBezTo>
                <a:cubicBezTo>
                  <a:pt x="274210" y="34137"/>
                  <a:pt x="279725" y="66860"/>
                  <a:pt x="285476" y="101753"/>
                </a:cubicBezTo>
                <a:cubicBezTo>
                  <a:pt x="291227" y="136645"/>
                  <a:pt x="310482" y="189926"/>
                  <a:pt x="316291" y="226544"/>
                </a:cubicBezTo>
                <a:cubicBezTo>
                  <a:pt x="322099" y="263161"/>
                  <a:pt x="327437" y="301099"/>
                  <a:pt x="320325" y="321457"/>
                </a:cubicBezTo>
                <a:cubicBezTo>
                  <a:pt x="313212" y="341816"/>
                  <a:pt x="293466" y="345949"/>
                  <a:pt x="273613" y="348694"/>
                </a:cubicBezTo>
                <a:cubicBezTo>
                  <a:pt x="253760" y="351438"/>
                  <a:pt x="223764" y="339548"/>
                  <a:pt x="201207" y="337923"/>
                </a:cubicBezTo>
                <a:cubicBezTo>
                  <a:pt x="178649" y="336299"/>
                  <a:pt x="156472" y="334558"/>
                  <a:pt x="138269" y="338947"/>
                </a:cubicBezTo>
                <a:cubicBezTo>
                  <a:pt x="120065" y="343336"/>
                  <a:pt x="106473" y="354304"/>
                  <a:pt x="91985" y="364257"/>
                </a:cubicBezTo>
                <a:cubicBezTo>
                  <a:pt x="77496" y="374211"/>
                  <a:pt x="63775" y="385199"/>
                  <a:pt x="51338" y="398667"/>
                </a:cubicBezTo>
                <a:cubicBezTo>
                  <a:pt x="38901" y="412135"/>
                  <a:pt x="25504" y="423766"/>
                  <a:pt x="17364" y="445064"/>
                </a:cubicBezTo>
                <a:cubicBezTo>
                  <a:pt x="9224" y="466363"/>
                  <a:pt x="3009" y="490560"/>
                  <a:pt x="2498" y="526460"/>
                </a:cubicBezTo>
                <a:cubicBezTo>
                  <a:pt x="1988" y="562359"/>
                  <a:pt x="12334" y="638127"/>
                  <a:pt x="14301" y="660461"/>
                </a:cubicBezTo>
                <a:cubicBezTo>
                  <a:pt x="16268" y="682794"/>
                  <a:pt x="0" y="654106"/>
                  <a:pt x="14301" y="660461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211"/>
                </a:srgbClr>
              </a:gs>
              <a:gs pos="18000">
                <a:srgbClr val="919191">
                  <a:alpha val="3267"/>
                </a:srgbClr>
              </a:gs>
              <a:gs pos="48000">
                <a:srgbClr val="919191">
                  <a:alpha val="5270"/>
                </a:srgbClr>
              </a:gs>
              <a:gs pos="78000">
                <a:srgbClr val="919191">
                  <a:alpha val="3952"/>
                </a:srgbClr>
              </a:gs>
              <a:gs pos="100000">
                <a:srgbClr val="919191">
                  <a:alpha val="238"/>
                </a:srgbClr>
              </a:gs>
            </a:gsLst>
            <a:lin ang="19364115" scaled="0"/>
          </a:gradFill>
          <a:ln w="0">
            <a:noFill/>
            <a:prstDash val="solid"/>
          </a:ln>
        </p:spPr>
      </p:sp>
      <p:sp>
        <p:nvSpPr>
          <p:cNvPr id="242" name="PANEL_01-intermittent-gas-core-3-feather-1_24">
            <a:extLst>
              <a:ext uri="{FF2B5EF4-FFF2-40B4-BE49-F238E27FC236}">
                <a16:creationId xmlns:a16="http://schemas.microsoft.com/office/drawing/2014/main" id="{AC07B9E6-32A0-4742-9F31-3423F95B4FE6}"/>
              </a:ext>
            </a:extLst>
          </p:cNvPr>
          <p:cNvSpPr>
            <a:spLocks/>
          </p:cNvSpPr>
          <p:nvPr/>
        </p:nvSpPr>
        <p:spPr>
          <a:xfrm>
            <a:off x="9703909" y="3486145"/>
            <a:ext cx="782553" cy="734868"/>
          </a:xfrm>
          <a:custGeom>
            <a:pathLst>
              <a:path w="821578" h="771515">
                <a:moveTo>
                  <a:pt x="12614" y="619877"/>
                </a:moveTo>
                <a:cubicBezTo>
                  <a:pt x="25228" y="623257"/>
                  <a:pt x="63139" y="634263"/>
                  <a:pt x="88296" y="640156"/>
                </a:cubicBezTo>
                <a:cubicBezTo>
                  <a:pt x="113454" y="646049"/>
                  <a:pt x="137222" y="648621"/>
                  <a:pt x="163561" y="655235"/>
                </a:cubicBezTo>
                <a:cubicBezTo>
                  <a:pt x="189900" y="661850"/>
                  <a:pt x="215023" y="666409"/>
                  <a:pt x="246330" y="679843"/>
                </a:cubicBezTo>
                <a:cubicBezTo>
                  <a:pt x="277636" y="693277"/>
                  <a:pt x="318372" y="721197"/>
                  <a:pt x="351400" y="735839"/>
                </a:cubicBezTo>
                <a:cubicBezTo>
                  <a:pt x="384429" y="750481"/>
                  <a:pt x="422816" y="771515"/>
                  <a:pt x="444502" y="767697"/>
                </a:cubicBezTo>
                <a:cubicBezTo>
                  <a:pt x="466187" y="763879"/>
                  <a:pt x="472779" y="736138"/>
                  <a:pt x="481511" y="712931"/>
                </a:cubicBezTo>
                <a:cubicBezTo>
                  <a:pt x="490244" y="689725"/>
                  <a:pt x="485813" y="647866"/>
                  <a:pt x="496894" y="628457"/>
                </a:cubicBezTo>
                <a:cubicBezTo>
                  <a:pt x="507975" y="609048"/>
                  <a:pt x="528588" y="604004"/>
                  <a:pt x="547998" y="596477"/>
                </a:cubicBezTo>
                <a:cubicBezTo>
                  <a:pt x="567408" y="588950"/>
                  <a:pt x="596150" y="593881"/>
                  <a:pt x="613355" y="583294"/>
                </a:cubicBezTo>
                <a:cubicBezTo>
                  <a:pt x="630560" y="572707"/>
                  <a:pt x="638585" y="549570"/>
                  <a:pt x="651227" y="532957"/>
                </a:cubicBezTo>
                <a:cubicBezTo>
                  <a:pt x="663868" y="516344"/>
                  <a:pt x="672540" y="495209"/>
                  <a:pt x="689203" y="483617"/>
                </a:cubicBezTo>
                <a:cubicBezTo>
                  <a:pt x="705866" y="472024"/>
                  <a:pt x="734992" y="475534"/>
                  <a:pt x="751205" y="463403"/>
                </a:cubicBezTo>
                <a:cubicBezTo>
                  <a:pt x="767419" y="451271"/>
                  <a:pt x="783629" y="438084"/>
                  <a:pt x="786484" y="410827"/>
                </a:cubicBezTo>
                <a:cubicBezTo>
                  <a:pt x="789339" y="383570"/>
                  <a:pt x="773458" y="334974"/>
                  <a:pt x="768336" y="299860"/>
                </a:cubicBezTo>
                <a:cubicBezTo>
                  <a:pt x="763214" y="264746"/>
                  <a:pt x="752836" y="225381"/>
                  <a:pt x="755752" y="200142"/>
                </a:cubicBezTo>
                <a:cubicBezTo>
                  <a:pt x="758667" y="174904"/>
                  <a:pt x="775483" y="165227"/>
                  <a:pt x="785828" y="148429"/>
                </a:cubicBezTo>
                <a:cubicBezTo>
                  <a:pt x="796174" y="131632"/>
                  <a:pt x="814071" y="121731"/>
                  <a:pt x="817825" y="99358"/>
                </a:cubicBezTo>
                <a:cubicBezTo>
                  <a:pt x="821578" y="76986"/>
                  <a:pt x="809929" y="28388"/>
                  <a:pt x="808349" y="14194"/>
                </a:cubicBezTo>
                <a:cubicBezTo>
                  <a:pt x="806770" y="0"/>
                  <a:pt x="820958" y="13646"/>
                  <a:pt x="808349" y="14194"/>
                </a:cubicBezTo>
                <a:cubicBezTo>
                  <a:pt x="795741" y="14742"/>
                  <a:pt x="758289" y="17180"/>
                  <a:pt x="732699" y="17479"/>
                </a:cubicBezTo>
                <a:cubicBezTo>
                  <a:pt x="707110" y="17779"/>
                  <a:pt x="680146" y="16414"/>
                  <a:pt x="654812" y="15992"/>
                </a:cubicBezTo>
                <a:cubicBezTo>
                  <a:pt x="629477" y="15569"/>
                  <a:pt x="604148" y="14413"/>
                  <a:pt x="580693" y="14943"/>
                </a:cubicBezTo>
                <a:cubicBezTo>
                  <a:pt x="557237" y="15473"/>
                  <a:pt x="536673" y="18574"/>
                  <a:pt x="514079" y="19172"/>
                </a:cubicBezTo>
                <a:cubicBezTo>
                  <a:pt x="491484" y="19771"/>
                  <a:pt x="468108" y="19135"/>
                  <a:pt x="445125" y="18532"/>
                </a:cubicBezTo>
                <a:cubicBezTo>
                  <a:pt x="422143" y="17929"/>
                  <a:pt x="395047" y="11835"/>
                  <a:pt x="376181" y="15555"/>
                </a:cubicBezTo>
                <a:cubicBezTo>
                  <a:pt x="357316" y="19274"/>
                  <a:pt x="339740" y="23496"/>
                  <a:pt x="331933" y="40847"/>
                </a:cubicBezTo>
                <a:cubicBezTo>
                  <a:pt x="324127" y="58198"/>
                  <a:pt x="326791" y="88239"/>
                  <a:pt x="329343" y="119660"/>
                </a:cubicBezTo>
                <a:cubicBezTo>
                  <a:pt x="331896" y="151081"/>
                  <a:pt x="345024" y="196992"/>
                  <a:pt x="347247" y="229375"/>
                </a:cubicBezTo>
                <a:cubicBezTo>
                  <a:pt x="349470" y="261758"/>
                  <a:pt x="351143" y="295009"/>
                  <a:pt x="342680" y="313957"/>
                </a:cubicBezTo>
                <a:cubicBezTo>
                  <a:pt x="334217" y="332904"/>
                  <a:pt x="315539" y="338768"/>
                  <a:pt x="296470" y="343059"/>
                </a:cubicBezTo>
                <a:cubicBezTo>
                  <a:pt x="277401" y="347351"/>
                  <a:pt x="249986" y="339643"/>
                  <a:pt x="228268" y="339708"/>
                </a:cubicBezTo>
                <a:cubicBezTo>
                  <a:pt x="206549" y="339772"/>
                  <a:pt x="184758" y="339178"/>
                  <a:pt x="166159" y="343445"/>
                </a:cubicBezTo>
                <a:cubicBezTo>
                  <a:pt x="147560" y="347711"/>
                  <a:pt x="132342" y="356735"/>
                  <a:pt x="116673" y="365309"/>
                </a:cubicBezTo>
                <a:cubicBezTo>
                  <a:pt x="101005" y="373882"/>
                  <a:pt x="85923" y="383173"/>
                  <a:pt x="72148" y="394888"/>
                </a:cubicBezTo>
                <a:cubicBezTo>
                  <a:pt x="58374" y="406602"/>
                  <a:pt x="44025" y="417094"/>
                  <a:pt x="34027" y="435595"/>
                </a:cubicBezTo>
                <a:cubicBezTo>
                  <a:pt x="24029" y="454096"/>
                  <a:pt x="15731" y="475180"/>
                  <a:pt x="12163" y="505894"/>
                </a:cubicBezTo>
                <a:cubicBezTo>
                  <a:pt x="8594" y="536608"/>
                  <a:pt x="12539" y="600880"/>
                  <a:pt x="12614" y="619877"/>
                </a:cubicBezTo>
                <a:cubicBezTo>
                  <a:pt x="12689" y="638874"/>
                  <a:pt x="0" y="616497"/>
                  <a:pt x="12614" y="61987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80"/>
                </a:srgbClr>
              </a:gs>
              <a:gs pos="18000">
                <a:srgbClr val="767676">
                  <a:alpha val="4357"/>
                </a:srgbClr>
              </a:gs>
              <a:gs pos="48000">
                <a:srgbClr val="767676">
                  <a:alpha val="7028"/>
                </a:srgbClr>
              </a:gs>
              <a:gs pos="78000">
                <a:srgbClr val="767676">
                  <a:alpha val="5270"/>
                </a:srgbClr>
              </a:gs>
              <a:gs pos="100000">
                <a:srgbClr val="767676">
                  <a:alpha val="316"/>
                </a:srgbClr>
              </a:gs>
            </a:gsLst>
            <a:lin ang="19364115" scaled="0"/>
          </a:gradFill>
          <a:ln w="0">
            <a:noFill/>
            <a:prstDash val="solid"/>
          </a:ln>
        </p:spPr>
      </p:sp>
      <p:sp>
        <p:nvSpPr>
          <p:cNvPr id="243" name="PANEL_01-intermittent-gas-core-3-feather-2_25">
            <a:extLst>
              <a:ext uri="{FF2B5EF4-FFF2-40B4-BE49-F238E27FC236}">
                <a16:creationId xmlns:a16="http://schemas.microsoft.com/office/drawing/2014/main" id="{A7010347-33C6-4E7D-9C94-D3229E77BBCC}"/>
              </a:ext>
            </a:extLst>
          </p:cNvPr>
          <p:cNvSpPr>
            <a:spLocks/>
          </p:cNvSpPr>
          <p:nvPr/>
        </p:nvSpPr>
        <p:spPr>
          <a:xfrm>
            <a:off x="9705662" y="3488498"/>
            <a:ext cx="778498" cy="655025"/>
          </a:xfrm>
          <a:custGeom>
            <a:pathLst>
              <a:path w="817320" h="687690">
                <a:moveTo>
                  <a:pt x="10773" y="617406"/>
                </a:moveTo>
                <a:cubicBezTo>
                  <a:pt x="21547" y="617541"/>
                  <a:pt x="53562" y="617926"/>
                  <a:pt x="75414" y="618212"/>
                </a:cubicBezTo>
                <a:cubicBezTo>
                  <a:pt x="97265" y="618499"/>
                  <a:pt x="118545" y="617187"/>
                  <a:pt x="141882" y="619126"/>
                </a:cubicBezTo>
                <a:cubicBezTo>
                  <a:pt x="165219" y="621065"/>
                  <a:pt x="188067" y="622236"/>
                  <a:pt x="215438" y="629845"/>
                </a:cubicBezTo>
                <a:cubicBezTo>
                  <a:pt x="242809" y="637454"/>
                  <a:pt x="277135" y="655776"/>
                  <a:pt x="306109" y="664779"/>
                </a:cubicBezTo>
                <a:cubicBezTo>
                  <a:pt x="335084" y="673783"/>
                  <a:pt x="368116" y="687690"/>
                  <a:pt x="389283" y="683867"/>
                </a:cubicBezTo>
                <a:cubicBezTo>
                  <a:pt x="410450" y="680044"/>
                  <a:pt x="421299" y="659771"/>
                  <a:pt x="433111" y="641843"/>
                </a:cubicBezTo>
                <a:cubicBezTo>
                  <a:pt x="444924" y="623914"/>
                  <a:pt x="447477" y="592745"/>
                  <a:pt x="460160" y="576299"/>
                </a:cubicBezTo>
                <a:cubicBezTo>
                  <a:pt x="472843" y="559853"/>
                  <a:pt x="491697" y="552670"/>
                  <a:pt x="509211" y="543168"/>
                </a:cubicBezTo>
                <a:cubicBezTo>
                  <a:pt x="526726" y="533666"/>
                  <a:pt x="550108" y="531961"/>
                  <a:pt x="565246" y="519288"/>
                </a:cubicBezTo>
                <a:cubicBezTo>
                  <a:pt x="580385" y="506614"/>
                  <a:pt x="588585" y="484509"/>
                  <a:pt x="600041" y="467127"/>
                </a:cubicBezTo>
                <a:cubicBezTo>
                  <a:pt x="611497" y="449744"/>
                  <a:pt x="619790" y="428796"/>
                  <a:pt x="633982" y="414991"/>
                </a:cubicBezTo>
                <a:cubicBezTo>
                  <a:pt x="648174" y="401186"/>
                  <a:pt x="670889" y="397823"/>
                  <a:pt x="685193" y="384299"/>
                </a:cubicBezTo>
                <a:cubicBezTo>
                  <a:pt x="699497" y="370775"/>
                  <a:pt x="714012" y="356892"/>
                  <a:pt x="719808" y="333846"/>
                </a:cubicBezTo>
                <a:cubicBezTo>
                  <a:pt x="725603" y="310800"/>
                  <a:pt x="718902" y="273606"/>
                  <a:pt x="719965" y="246023"/>
                </a:cubicBezTo>
                <a:cubicBezTo>
                  <a:pt x="721029" y="218439"/>
                  <a:pt x="719011" y="188552"/>
                  <a:pt x="726189" y="168343"/>
                </a:cubicBezTo>
                <a:cubicBezTo>
                  <a:pt x="733366" y="148135"/>
                  <a:pt x="750631" y="139152"/>
                  <a:pt x="763029" y="124772"/>
                </a:cubicBezTo>
                <a:cubicBezTo>
                  <a:pt x="775426" y="110392"/>
                  <a:pt x="793327" y="100906"/>
                  <a:pt x="800573" y="82064"/>
                </a:cubicBezTo>
                <a:cubicBezTo>
                  <a:pt x="807820" y="63223"/>
                  <a:pt x="805520" y="23447"/>
                  <a:pt x="806509" y="11723"/>
                </a:cubicBezTo>
                <a:cubicBezTo>
                  <a:pt x="807498" y="0"/>
                  <a:pt x="817320" y="9448"/>
                  <a:pt x="806509" y="11723"/>
                </a:cubicBezTo>
                <a:cubicBezTo>
                  <a:pt x="795698" y="13999"/>
                  <a:pt x="764004" y="21819"/>
                  <a:pt x="741640" y="25379"/>
                </a:cubicBezTo>
                <a:cubicBezTo>
                  <a:pt x="719276" y="28939"/>
                  <a:pt x="695099" y="30627"/>
                  <a:pt x="672325" y="33085"/>
                </a:cubicBezTo>
                <a:cubicBezTo>
                  <a:pt x="649551" y="35543"/>
                  <a:pt x="626391" y="37026"/>
                  <a:pt x="604994" y="40129"/>
                </a:cubicBezTo>
                <a:cubicBezTo>
                  <a:pt x="583597" y="43231"/>
                  <a:pt x="564193" y="48012"/>
                  <a:pt x="543941" y="51700"/>
                </a:cubicBezTo>
                <a:cubicBezTo>
                  <a:pt x="523689" y="55388"/>
                  <a:pt x="503213" y="58499"/>
                  <a:pt x="483483" y="62257"/>
                </a:cubicBezTo>
                <a:cubicBezTo>
                  <a:pt x="463753" y="66015"/>
                  <a:pt x="441701" y="66550"/>
                  <a:pt x="425561" y="74250"/>
                </a:cubicBezTo>
                <a:cubicBezTo>
                  <a:pt x="409421" y="81950"/>
                  <a:pt x="394702" y="90667"/>
                  <a:pt x="386642" y="108458"/>
                </a:cubicBezTo>
                <a:cubicBezTo>
                  <a:pt x="378581" y="126250"/>
                  <a:pt x="378136" y="153363"/>
                  <a:pt x="377198" y="180998"/>
                </a:cubicBezTo>
                <a:cubicBezTo>
                  <a:pt x="376261" y="208633"/>
                  <a:pt x="382706" y="246504"/>
                  <a:pt x="381018" y="274267"/>
                </a:cubicBezTo>
                <a:cubicBezTo>
                  <a:pt x="379330" y="302030"/>
                  <a:pt x="377004" y="330169"/>
                  <a:pt x="367068" y="347577"/>
                </a:cubicBezTo>
                <a:cubicBezTo>
                  <a:pt x="357133" y="364985"/>
                  <a:pt x="339618" y="372736"/>
                  <a:pt x="321405" y="378716"/>
                </a:cubicBezTo>
                <a:cubicBezTo>
                  <a:pt x="303192" y="384696"/>
                  <a:pt x="278592" y="381550"/>
                  <a:pt x="257789" y="383457"/>
                </a:cubicBezTo>
                <a:cubicBezTo>
                  <a:pt x="236985" y="385363"/>
                  <a:pt x="215615" y="386020"/>
                  <a:pt x="196584" y="390154"/>
                </a:cubicBezTo>
                <a:cubicBezTo>
                  <a:pt x="177554" y="394288"/>
                  <a:pt x="160562" y="401189"/>
                  <a:pt x="143606" y="408258"/>
                </a:cubicBezTo>
                <a:cubicBezTo>
                  <a:pt x="126650" y="415327"/>
                  <a:pt x="110084" y="422766"/>
                  <a:pt x="94851" y="432568"/>
                </a:cubicBezTo>
                <a:cubicBezTo>
                  <a:pt x="79617" y="442369"/>
                  <a:pt x="64229" y="451618"/>
                  <a:pt x="52205" y="467067"/>
                </a:cubicBezTo>
                <a:cubicBezTo>
                  <a:pt x="40180" y="482516"/>
                  <a:pt x="29611" y="500205"/>
                  <a:pt x="22706" y="525262"/>
                </a:cubicBezTo>
                <a:cubicBezTo>
                  <a:pt x="15800" y="550318"/>
                  <a:pt x="12762" y="602049"/>
                  <a:pt x="10773" y="617406"/>
                </a:cubicBezTo>
                <a:cubicBezTo>
                  <a:pt x="8785" y="632764"/>
                  <a:pt x="0" y="617272"/>
                  <a:pt x="10773" y="617406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60"/>
                </a:srgbClr>
              </a:gs>
              <a:gs pos="18000">
                <a:srgbClr val="767676">
                  <a:alpha val="5591"/>
                </a:srgbClr>
              </a:gs>
              <a:gs pos="48000">
                <a:srgbClr val="767676">
                  <a:alpha val="9018"/>
                </a:srgbClr>
              </a:gs>
              <a:gs pos="78000">
                <a:srgbClr val="767676">
                  <a:alpha val="6764"/>
                </a:srgbClr>
              </a:gs>
              <a:gs pos="100000">
                <a:srgbClr val="767676">
                  <a:alpha val="406"/>
                </a:srgbClr>
              </a:gs>
            </a:gsLst>
            <a:lin ang="19364115" scaled="0"/>
          </a:gradFill>
          <a:ln w="0">
            <a:noFill/>
            <a:prstDash val="solid"/>
          </a:ln>
        </p:spPr>
      </p:sp>
      <p:sp>
        <p:nvSpPr>
          <p:cNvPr id="244" name="PANEL_01-intermittent-gas-core-3-feather-3_26">
            <a:extLst>
              <a:ext uri="{FF2B5EF4-FFF2-40B4-BE49-F238E27FC236}">
                <a16:creationId xmlns:a16="http://schemas.microsoft.com/office/drawing/2014/main" id="{8D93B984-0827-4B97-A55B-B931AD74442E}"/>
              </a:ext>
            </a:extLst>
          </p:cNvPr>
          <p:cNvSpPr>
            <a:spLocks/>
          </p:cNvSpPr>
          <p:nvPr/>
        </p:nvSpPr>
        <p:spPr>
          <a:xfrm>
            <a:off x="9707415" y="3490852"/>
            <a:ext cx="775033" cy="596887"/>
          </a:xfrm>
          <a:custGeom>
            <a:pathLst>
              <a:path w="813683" h="626653">
                <a:moveTo>
                  <a:pt x="8933" y="614936"/>
                </a:moveTo>
                <a:cubicBezTo>
                  <a:pt x="17866" y="611824"/>
                  <a:pt x="43986" y="601588"/>
                  <a:pt x="62531" y="596269"/>
                </a:cubicBezTo>
                <a:cubicBezTo>
                  <a:pt x="81076" y="590949"/>
                  <a:pt x="99867" y="585754"/>
                  <a:pt x="120203" y="583017"/>
                </a:cubicBezTo>
                <a:cubicBezTo>
                  <a:pt x="140539" y="580280"/>
                  <a:pt x="161110" y="578063"/>
                  <a:pt x="184546" y="579846"/>
                </a:cubicBezTo>
                <a:cubicBezTo>
                  <a:pt x="207981" y="581630"/>
                  <a:pt x="235899" y="590355"/>
                  <a:pt x="260819" y="593720"/>
                </a:cubicBezTo>
                <a:cubicBezTo>
                  <a:pt x="285738" y="597085"/>
                  <a:pt x="313416" y="603865"/>
                  <a:pt x="334065" y="600037"/>
                </a:cubicBezTo>
                <a:cubicBezTo>
                  <a:pt x="354714" y="596210"/>
                  <a:pt x="369818" y="583403"/>
                  <a:pt x="384711" y="570754"/>
                </a:cubicBezTo>
                <a:cubicBezTo>
                  <a:pt x="399605" y="558104"/>
                  <a:pt x="409140" y="537623"/>
                  <a:pt x="423426" y="524141"/>
                </a:cubicBezTo>
                <a:cubicBezTo>
                  <a:pt x="437711" y="510658"/>
                  <a:pt x="454806" y="501335"/>
                  <a:pt x="470425" y="489859"/>
                </a:cubicBezTo>
                <a:cubicBezTo>
                  <a:pt x="486044" y="478382"/>
                  <a:pt x="504066" y="470042"/>
                  <a:pt x="517138" y="455281"/>
                </a:cubicBezTo>
                <a:cubicBezTo>
                  <a:pt x="530210" y="440521"/>
                  <a:pt x="538584" y="419449"/>
                  <a:pt x="548855" y="401296"/>
                </a:cubicBezTo>
                <a:cubicBezTo>
                  <a:pt x="559125" y="383144"/>
                  <a:pt x="567041" y="362382"/>
                  <a:pt x="578762" y="346365"/>
                </a:cubicBezTo>
                <a:cubicBezTo>
                  <a:pt x="590483" y="330349"/>
                  <a:pt x="606785" y="320111"/>
                  <a:pt x="619180" y="305195"/>
                </a:cubicBezTo>
                <a:cubicBezTo>
                  <a:pt x="631575" y="290278"/>
                  <a:pt x="644396" y="275700"/>
                  <a:pt x="653132" y="256865"/>
                </a:cubicBezTo>
                <a:cubicBezTo>
                  <a:pt x="661867" y="238030"/>
                  <a:pt x="664346" y="212238"/>
                  <a:pt x="671595" y="192185"/>
                </a:cubicBezTo>
                <a:cubicBezTo>
                  <a:pt x="678844" y="172131"/>
                  <a:pt x="685187" y="151723"/>
                  <a:pt x="696626" y="136544"/>
                </a:cubicBezTo>
                <a:cubicBezTo>
                  <a:pt x="708065" y="121366"/>
                  <a:pt x="725780" y="113078"/>
                  <a:pt x="740229" y="101115"/>
                </a:cubicBezTo>
                <a:cubicBezTo>
                  <a:pt x="754679" y="89153"/>
                  <a:pt x="772582" y="80081"/>
                  <a:pt x="783322" y="64770"/>
                </a:cubicBezTo>
                <a:cubicBezTo>
                  <a:pt x="794062" y="49460"/>
                  <a:pt x="801111" y="18506"/>
                  <a:pt x="804669" y="9253"/>
                </a:cubicBezTo>
                <a:cubicBezTo>
                  <a:pt x="808226" y="0"/>
                  <a:pt x="813683" y="5249"/>
                  <a:pt x="804669" y="9253"/>
                </a:cubicBezTo>
                <a:cubicBezTo>
                  <a:pt x="795654" y="13257"/>
                  <a:pt x="769719" y="26457"/>
                  <a:pt x="750581" y="33278"/>
                </a:cubicBezTo>
                <a:cubicBezTo>
                  <a:pt x="731443" y="40099"/>
                  <a:pt x="710053" y="44839"/>
                  <a:pt x="689838" y="50178"/>
                </a:cubicBezTo>
                <a:cubicBezTo>
                  <a:pt x="669624" y="55517"/>
                  <a:pt x="648634" y="59639"/>
                  <a:pt x="629295" y="65314"/>
                </a:cubicBezTo>
                <a:cubicBezTo>
                  <a:pt x="609956" y="70989"/>
                  <a:pt x="591713" y="77450"/>
                  <a:pt x="573804" y="84228"/>
                </a:cubicBezTo>
                <a:cubicBezTo>
                  <a:pt x="555894" y="91006"/>
                  <a:pt x="538317" y="97863"/>
                  <a:pt x="521840" y="105982"/>
                </a:cubicBezTo>
                <a:cubicBezTo>
                  <a:pt x="505363" y="114102"/>
                  <a:pt x="488355" y="121264"/>
                  <a:pt x="474940" y="132945"/>
                </a:cubicBezTo>
                <a:cubicBezTo>
                  <a:pt x="461525" y="144626"/>
                  <a:pt x="449665" y="157838"/>
                  <a:pt x="441350" y="176069"/>
                </a:cubicBezTo>
                <a:cubicBezTo>
                  <a:pt x="433036" y="194301"/>
                  <a:pt x="429480" y="218488"/>
                  <a:pt x="425053" y="242336"/>
                </a:cubicBezTo>
                <a:cubicBezTo>
                  <a:pt x="420626" y="266184"/>
                  <a:pt x="420388" y="296015"/>
                  <a:pt x="414789" y="319159"/>
                </a:cubicBezTo>
                <a:cubicBezTo>
                  <a:pt x="409190" y="342302"/>
                  <a:pt x="402865" y="365328"/>
                  <a:pt x="391457" y="381197"/>
                </a:cubicBezTo>
                <a:cubicBezTo>
                  <a:pt x="380048" y="397066"/>
                  <a:pt x="363697" y="406704"/>
                  <a:pt x="346340" y="414372"/>
                </a:cubicBezTo>
                <a:cubicBezTo>
                  <a:pt x="328982" y="422040"/>
                  <a:pt x="307198" y="423458"/>
                  <a:pt x="287310" y="427206"/>
                </a:cubicBezTo>
                <a:cubicBezTo>
                  <a:pt x="267422" y="430955"/>
                  <a:pt x="246472" y="432863"/>
                  <a:pt x="227010" y="436863"/>
                </a:cubicBezTo>
                <a:cubicBezTo>
                  <a:pt x="207548" y="440864"/>
                  <a:pt x="188782" y="445644"/>
                  <a:pt x="170539" y="451208"/>
                </a:cubicBezTo>
                <a:cubicBezTo>
                  <a:pt x="152296" y="456772"/>
                  <a:pt x="134245" y="462359"/>
                  <a:pt x="117553" y="470248"/>
                </a:cubicBezTo>
                <a:cubicBezTo>
                  <a:pt x="100860" y="478137"/>
                  <a:pt x="84433" y="486143"/>
                  <a:pt x="70382" y="498540"/>
                </a:cubicBezTo>
                <a:cubicBezTo>
                  <a:pt x="56332" y="510937"/>
                  <a:pt x="43490" y="525230"/>
                  <a:pt x="33249" y="544629"/>
                </a:cubicBezTo>
                <a:cubicBezTo>
                  <a:pt x="23007" y="564029"/>
                  <a:pt x="12986" y="603218"/>
                  <a:pt x="8933" y="614936"/>
                </a:cubicBezTo>
                <a:cubicBezTo>
                  <a:pt x="4880" y="626653"/>
                  <a:pt x="0" y="618047"/>
                  <a:pt x="8933" y="614936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422"/>
                </a:srgbClr>
              </a:gs>
              <a:gs pos="18000">
                <a:srgbClr val="767676">
                  <a:alpha val="6535"/>
                </a:srgbClr>
              </a:gs>
              <a:gs pos="48000">
                <a:srgbClr val="767676">
                  <a:alpha val="10542"/>
                </a:srgbClr>
              </a:gs>
              <a:gs pos="78000">
                <a:srgbClr val="767676">
                  <a:alpha val="7905"/>
                </a:srgbClr>
              </a:gs>
              <a:gs pos="100000">
                <a:srgbClr val="767676">
                  <a:alpha val="474"/>
                </a:srgbClr>
              </a:gs>
            </a:gsLst>
            <a:lin ang="19364115" scaled="0"/>
          </a:gradFill>
          <a:ln w="0">
            <a:noFill/>
            <a:prstDash val="solid"/>
          </a:ln>
        </p:spPr>
      </p:sp>
      <p:sp>
        <p:nvSpPr>
          <p:cNvPr id="245" name="PANEL_01-intermittent-gas-wisp-3-feather-0_27">
            <a:extLst>
              <a:ext uri="{FF2B5EF4-FFF2-40B4-BE49-F238E27FC236}">
                <a16:creationId xmlns:a16="http://schemas.microsoft.com/office/drawing/2014/main" id="{7CBE393B-6E13-4B8E-82D6-07E5A5B85E70}"/>
              </a:ext>
            </a:extLst>
          </p:cNvPr>
          <p:cNvSpPr>
            <a:spLocks/>
          </p:cNvSpPr>
          <p:nvPr/>
        </p:nvSpPr>
        <p:spPr>
          <a:xfrm>
            <a:off x="9791341" y="3226799"/>
            <a:ext cx="475982" cy="425333"/>
          </a:xfrm>
          <a:custGeom>
            <a:pathLst>
              <a:path w="499719" h="446544">
                <a:moveTo>
                  <a:pt x="8483" y="420718"/>
                </a:moveTo>
                <a:cubicBezTo>
                  <a:pt x="16965" y="421830"/>
                  <a:pt x="45282" y="428908"/>
                  <a:pt x="59378" y="427390"/>
                </a:cubicBezTo>
                <a:cubicBezTo>
                  <a:pt x="73473" y="425871"/>
                  <a:pt x="81399" y="416272"/>
                  <a:pt x="93056" y="411609"/>
                </a:cubicBezTo>
                <a:cubicBezTo>
                  <a:pt x="104713" y="406946"/>
                  <a:pt x="113274" y="398270"/>
                  <a:pt x="129319" y="399413"/>
                </a:cubicBezTo>
                <a:cubicBezTo>
                  <a:pt x="145365" y="400555"/>
                  <a:pt x="168231" y="411027"/>
                  <a:pt x="189329" y="418464"/>
                </a:cubicBezTo>
                <a:cubicBezTo>
                  <a:pt x="210427" y="425902"/>
                  <a:pt x="238176" y="441528"/>
                  <a:pt x="255907" y="444036"/>
                </a:cubicBezTo>
                <a:cubicBezTo>
                  <a:pt x="273637" y="446544"/>
                  <a:pt x="285291" y="440616"/>
                  <a:pt x="295713" y="433511"/>
                </a:cubicBezTo>
                <a:cubicBezTo>
                  <a:pt x="306134" y="426406"/>
                  <a:pt x="309316" y="410166"/>
                  <a:pt x="318438" y="401406"/>
                </a:cubicBezTo>
                <a:cubicBezTo>
                  <a:pt x="327559" y="392646"/>
                  <a:pt x="340373" y="388482"/>
                  <a:pt x="350442" y="380949"/>
                </a:cubicBezTo>
                <a:cubicBezTo>
                  <a:pt x="360512" y="373416"/>
                  <a:pt x="372561" y="368035"/>
                  <a:pt x="378855" y="356208"/>
                </a:cubicBezTo>
                <a:cubicBezTo>
                  <a:pt x="385148" y="344381"/>
                  <a:pt x="383467" y="323358"/>
                  <a:pt x="388203" y="309987"/>
                </a:cubicBezTo>
                <a:cubicBezTo>
                  <a:pt x="392939" y="296616"/>
                  <a:pt x="396198" y="282141"/>
                  <a:pt x="407273" y="275985"/>
                </a:cubicBezTo>
                <a:cubicBezTo>
                  <a:pt x="418349" y="269828"/>
                  <a:pt x="440344" y="275762"/>
                  <a:pt x="454657" y="273050"/>
                </a:cubicBezTo>
                <a:cubicBezTo>
                  <a:pt x="468969" y="270337"/>
                  <a:pt x="486576" y="270535"/>
                  <a:pt x="493148" y="259712"/>
                </a:cubicBezTo>
                <a:cubicBezTo>
                  <a:pt x="499719" y="248888"/>
                  <a:pt x="495687" y="226829"/>
                  <a:pt x="494085" y="208109"/>
                </a:cubicBezTo>
                <a:cubicBezTo>
                  <a:pt x="492483" y="189389"/>
                  <a:pt x="485011" y="165242"/>
                  <a:pt x="483534" y="147393"/>
                </a:cubicBezTo>
                <a:cubicBezTo>
                  <a:pt x="482058" y="129545"/>
                  <a:pt x="484520" y="115995"/>
                  <a:pt x="485224" y="101016"/>
                </a:cubicBezTo>
                <a:cubicBezTo>
                  <a:pt x="485928" y="86037"/>
                  <a:pt x="487595" y="72988"/>
                  <a:pt x="487758" y="57521"/>
                </a:cubicBezTo>
                <a:cubicBezTo>
                  <a:pt x="487921" y="42055"/>
                  <a:pt x="486462" y="16435"/>
                  <a:pt x="486203" y="8217"/>
                </a:cubicBezTo>
                <a:cubicBezTo>
                  <a:pt x="485943" y="0"/>
                  <a:pt x="494999" y="8115"/>
                  <a:pt x="486203" y="8217"/>
                </a:cubicBezTo>
                <a:cubicBezTo>
                  <a:pt x="477407" y="8320"/>
                  <a:pt x="450674" y="9311"/>
                  <a:pt x="433427" y="8832"/>
                </a:cubicBezTo>
                <a:cubicBezTo>
                  <a:pt x="416180" y="8353"/>
                  <a:pt x="398232" y="5380"/>
                  <a:pt x="382720" y="5344"/>
                </a:cubicBezTo>
                <a:cubicBezTo>
                  <a:pt x="367209" y="5308"/>
                  <a:pt x="352175" y="5324"/>
                  <a:pt x="340359" y="8615"/>
                </a:cubicBezTo>
                <a:cubicBezTo>
                  <a:pt x="328544" y="11906"/>
                  <a:pt x="320366" y="18542"/>
                  <a:pt x="311827" y="25090"/>
                </a:cubicBezTo>
                <a:cubicBezTo>
                  <a:pt x="303287" y="31637"/>
                  <a:pt x="296744" y="40244"/>
                  <a:pt x="289122" y="47901"/>
                </a:cubicBezTo>
                <a:cubicBezTo>
                  <a:pt x="281501" y="55558"/>
                  <a:pt x="272868" y="62245"/>
                  <a:pt x="266099" y="71031"/>
                </a:cubicBezTo>
                <a:cubicBezTo>
                  <a:pt x="259331" y="79816"/>
                  <a:pt x="252725" y="88739"/>
                  <a:pt x="248510" y="100612"/>
                </a:cubicBezTo>
                <a:cubicBezTo>
                  <a:pt x="244295" y="112485"/>
                  <a:pt x="243717" y="128498"/>
                  <a:pt x="240807" y="142270"/>
                </a:cubicBezTo>
                <a:cubicBezTo>
                  <a:pt x="237898" y="156042"/>
                  <a:pt x="237729" y="173451"/>
                  <a:pt x="231055" y="183247"/>
                </a:cubicBezTo>
                <a:cubicBezTo>
                  <a:pt x="224382" y="193042"/>
                  <a:pt x="214467" y="199564"/>
                  <a:pt x="200764" y="201042"/>
                </a:cubicBezTo>
                <a:cubicBezTo>
                  <a:pt x="187061" y="202521"/>
                  <a:pt x="166285" y="195530"/>
                  <a:pt x="148837" y="192115"/>
                </a:cubicBezTo>
                <a:cubicBezTo>
                  <a:pt x="131389" y="188701"/>
                  <a:pt x="110475" y="180482"/>
                  <a:pt x="96076" y="180557"/>
                </a:cubicBezTo>
                <a:cubicBezTo>
                  <a:pt x="81677" y="180633"/>
                  <a:pt x="70501" y="184348"/>
                  <a:pt x="62444" y="192567"/>
                </a:cubicBezTo>
                <a:cubicBezTo>
                  <a:pt x="54387" y="200787"/>
                  <a:pt x="51682" y="216014"/>
                  <a:pt x="47732" y="229874"/>
                </a:cubicBezTo>
                <a:cubicBezTo>
                  <a:pt x="43783" y="243733"/>
                  <a:pt x="42081" y="260681"/>
                  <a:pt x="38747" y="275723"/>
                </a:cubicBezTo>
                <a:cubicBezTo>
                  <a:pt x="35413" y="290766"/>
                  <a:pt x="31395" y="305042"/>
                  <a:pt x="27728" y="320127"/>
                </a:cubicBezTo>
                <a:cubicBezTo>
                  <a:pt x="24060" y="335212"/>
                  <a:pt x="19950" y="349470"/>
                  <a:pt x="16742" y="366235"/>
                </a:cubicBezTo>
                <a:cubicBezTo>
                  <a:pt x="13535" y="383001"/>
                  <a:pt x="9859" y="411638"/>
                  <a:pt x="8483" y="420718"/>
                </a:cubicBezTo>
                <a:cubicBezTo>
                  <a:pt x="7106" y="429799"/>
                  <a:pt x="0" y="419606"/>
                  <a:pt x="8483" y="420718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26"/>
                </a:srgbClr>
              </a:gs>
              <a:gs pos="18000">
                <a:srgbClr val="919191">
                  <a:alpha val="1960"/>
                </a:srgbClr>
              </a:gs>
              <a:gs pos="48000">
                <a:srgbClr val="919191">
                  <a:alpha val="3162"/>
                </a:srgbClr>
              </a:gs>
              <a:gs pos="78000">
                <a:srgbClr val="919191">
                  <a:alpha val="2372"/>
                </a:srgbClr>
              </a:gs>
              <a:gs pos="100000">
                <a:srgbClr val="919191">
                  <a:alpha val="143"/>
                </a:srgbClr>
              </a:gs>
            </a:gsLst>
            <a:lin ang="19146135" scaled="0"/>
          </a:gradFill>
          <a:ln w="0">
            <a:noFill/>
            <a:prstDash val="solid"/>
          </a:ln>
        </p:spPr>
      </p:sp>
      <p:sp>
        <p:nvSpPr>
          <p:cNvPr id="246" name="PANEL_01-intermittent-gas-wisp-3-feather-1_28">
            <a:extLst>
              <a:ext uri="{FF2B5EF4-FFF2-40B4-BE49-F238E27FC236}">
                <a16:creationId xmlns:a16="http://schemas.microsoft.com/office/drawing/2014/main" id="{350C9C91-23CF-4F34-B70E-3E4D6980FBB6}"/>
              </a:ext>
            </a:extLst>
          </p:cNvPr>
          <p:cNvSpPr>
            <a:spLocks/>
          </p:cNvSpPr>
          <p:nvPr/>
        </p:nvSpPr>
        <p:spPr>
          <a:xfrm>
            <a:off x="9792141" y="3227784"/>
            <a:ext cx="469888" cy="407409"/>
          </a:xfrm>
          <a:custGeom>
            <a:pathLst>
              <a:path w="493321" h="427726">
                <a:moveTo>
                  <a:pt x="7644" y="419684"/>
                </a:moveTo>
                <a:cubicBezTo>
                  <a:pt x="15287" y="419593"/>
                  <a:pt x="40556" y="422260"/>
                  <a:pt x="53505" y="419136"/>
                </a:cubicBezTo>
                <a:cubicBezTo>
                  <a:pt x="66454" y="416012"/>
                  <a:pt x="74373" y="406492"/>
                  <a:pt x="85337" y="400941"/>
                </a:cubicBezTo>
                <a:cubicBezTo>
                  <a:pt x="96301" y="395390"/>
                  <a:pt x="104799" y="386678"/>
                  <a:pt x="119290" y="385829"/>
                </a:cubicBezTo>
                <a:cubicBezTo>
                  <a:pt x="133781" y="384979"/>
                  <a:pt x="153641" y="391499"/>
                  <a:pt x="172282" y="395842"/>
                </a:cubicBezTo>
                <a:cubicBezTo>
                  <a:pt x="190922" y="400186"/>
                  <a:pt x="214891" y="411094"/>
                  <a:pt x="231132" y="411890"/>
                </a:cubicBezTo>
                <a:cubicBezTo>
                  <a:pt x="247374" y="412686"/>
                  <a:pt x="259031" y="407118"/>
                  <a:pt x="269730" y="400618"/>
                </a:cubicBezTo>
                <a:cubicBezTo>
                  <a:pt x="280429" y="394117"/>
                  <a:pt x="285608" y="380658"/>
                  <a:pt x="295327" y="372888"/>
                </a:cubicBezTo>
                <a:cubicBezTo>
                  <a:pt x="305045" y="365118"/>
                  <a:pt x="317706" y="360984"/>
                  <a:pt x="328040" y="353997"/>
                </a:cubicBezTo>
                <a:cubicBezTo>
                  <a:pt x="338374" y="347011"/>
                  <a:pt x="350211" y="341624"/>
                  <a:pt x="357332" y="330970"/>
                </a:cubicBezTo>
                <a:cubicBezTo>
                  <a:pt x="364453" y="320315"/>
                  <a:pt x="365206" y="302302"/>
                  <a:pt x="370767" y="290068"/>
                </a:cubicBezTo>
                <a:cubicBezTo>
                  <a:pt x="376327" y="277834"/>
                  <a:pt x="380518" y="264500"/>
                  <a:pt x="390696" y="257565"/>
                </a:cubicBezTo>
                <a:cubicBezTo>
                  <a:pt x="400873" y="250630"/>
                  <a:pt x="419349" y="252898"/>
                  <a:pt x="431829" y="248457"/>
                </a:cubicBezTo>
                <a:cubicBezTo>
                  <a:pt x="444309" y="244017"/>
                  <a:pt x="459200" y="241698"/>
                  <a:pt x="465575" y="230924"/>
                </a:cubicBezTo>
                <a:cubicBezTo>
                  <a:pt x="471950" y="220150"/>
                  <a:pt x="469990" y="200585"/>
                  <a:pt x="470080" y="183812"/>
                </a:cubicBezTo>
                <a:cubicBezTo>
                  <a:pt x="470170" y="167040"/>
                  <a:pt x="465728" y="146124"/>
                  <a:pt x="466116" y="130290"/>
                </a:cubicBezTo>
                <a:cubicBezTo>
                  <a:pt x="466505" y="114455"/>
                  <a:pt x="470097" y="102140"/>
                  <a:pt x="472411" y="88806"/>
                </a:cubicBezTo>
                <a:cubicBezTo>
                  <a:pt x="474724" y="75472"/>
                  <a:pt x="477839" y="63889"/>
                  <a:pt x="479998" y="50285"/>
                </a:cubicBezTo>
                <a:cubicBezTo>
                  <a:pt x="482157" y="36681"/>
                  <a:pt x="484469" y="14367"/>
                  <a:pt x="485364" y="7184"/>
                </a:cubicBezTo>
                <a:cubicBezTo>
                  <a:pt x="486258" y="0"/>
                  <a:pt x="493321" y="6330"/>
                  <a:pt x="485364" y="7184"/>
                </a:cubicBezTo>
                <a:cubicBezTo>
                  <a:pt x="477406" y="8038"/>
                  <a:pt x="453104" y="11141"/>
                  <a:pt x="437620" y="12307"/>
                </a:cubicBezTo>
                <a:cubicBezTo>
                  <a:pt x="422136" y="13474"/>
                  <a:pt x="406321" y="12559"/>
                  <a:pt x="392458" y="14182"/>
                </a:cubicBezTo>
                <a:cubicBezTo>
                  <a:pt x="378594" y="15804"/>
                  <a:pt x="365196" y="17563"/>
                  <a:pt x="354440" y="22042"/>
                </a:cubicBezTo>
                <a:cubicBezTo>
                  <a:pt x="343683" y="26522"/>
                  <a:pt x="335919" y="33779"/>
                  <a:pt x="327918" y="41057"/>
                </a:cubicBezTo>
                <a:cubicBezTo>
                  <a:pt x="319918" y="48335"/>
                  <a:pt x="313629" y="57407"/>
                  <a:pt x="306435" y="65712"/>
                </a:cubicBezTo>
                <a:cubicBezTo>
                  <a:pt x="299241" y="74016"/>
                  <a:pt x="291350" y="81705"/>
                  <a:pt x="284755" y="90883"/>
                </a:cubicBezTo>
                <a:cubicBezTo>
                  <a:pt x="278159" y="100060"/>
                  <a:pt x="271686" y="109381"/>
                  <a:pt x="266860" y="120775"/>
                </a:cubicBezTo>
                <a:cubicBezTo>
                  <a:pt x="262034" y="132169"/>
                  <a:pt x="259933" y="146701"/>
                  <a:pt x="255798" y="159248"/>
                </a:cubicBezTo>
                <a:cubicBezTo>
                  <a:pt x="251663" y="171796"/>
                  <a:pt x="249467" y="186989"/>
                  <a:pt x="242049" y="196059"/>
                </a:cubicBezTo>
                <a:cubicBezTo>
                  <a:pt x="234631" y="205130"/>
                  <a:pt x="224459" y="211406"/>
                  <a:pt x="211291" y="213670"/>
                </a:cubicBezTo>
                <a:cubicBezTo>
                  <a:pt x="198123" y="215934"/>
                  <a:pt x="179251" y="211367"/>
                  <a:pt x="163038" y="209641"/>
                </a:cubicBezTo>
                <a:cubicBezTo>
                  <a:pt x="146825" y="207915"/>
                  <a:pt x="127814" y="202297"/>
                  <a:pt x="114013" y="203314"/>
                </a:cubicBezTo>
                <a:cubicBezTo>
                  <a:pt x="100212" y="204331"/>
                  <a:pt x="88928" y="208173"/>
                  <a:pt x="80231" y="215745"/>
                </a:cubicBezTo>
                <a:cubicBezTo>
                  <a:pt x="71535" y="223316"/>
                  <a:pt x="67100" y="236474"/>
                  <a:pt x="61836" y="248742"/>
                </a:cubicBezTo>
                <a:cubicBezTo>
                  <a:pt x="56571" y="261010"/>
                  <a:pt x="53219" y="275877"/>
                  <a:pt x="48644" y="289351"/>
                </a:cubicBezTo>
                <a:cubicBezTo>
                  <a:pt x="44068" y="302825"/>
                  <a:pt x="39113" y="315904"/>
                  <a:pt x="34381" y="329585"/>
                </a:cubicBezTo>
                <a:cubicBezTo>
                  <a:pt x="29649" y="343266"/>
                  <a:pt x="24706" y="356419"/>
                  <a:pt x="20250" y="371436"/>
                </a:cubicBezTo>
                <a:cubicBezTo>
                  <a:pt x="15793" y="386452"/>
                  <a:pt x="9745" y="411643"/>
                  <a:pt x="7644" y="419684"/>
                </a:cubicBezTo>
                <a:cubicBezTo>
                  <a:pt x="5543" y="427726"/>
                  <a:pt x="0" y="419776"/>
                  <a:pt x="7644" y="419684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68"/>
                </a:srgbClr>
              </a:gs>
              <a:gs pos="18000">
                <a:srgbClr val="767676">
                  <a:alpha val="2615"/>
                </a:srgbClr>
              </a:gs>
              <a:gs pos="48000">
                <a:srgbClr val="767676">
                  <a:alpha val="4216"/>
                </a:srgbClr>
              </a:gs>
              <a:gs pos="78000">
                <a:srgbClr val="767676">
                  <a:alpha val="3162"/>
                </a:srgbClr>
              </a:gs>
              <a:gs pos="100000">
                <a:srgbClr val="767676">
                  <a:alpha val="190"/>
                </a:srgbClr>
              </a:gs>
            </a:gsLst>
            <a:lin ang="19146135" scaled="0"/>
          </a:gradFill>
          <a:ln w="0">
            <a:noFill/>
            <a:prstDash val="solid"/>
          </a:ln>
        </p:spPr>
      </p:sp>
      <p:sp>
        <p:nvSpPr>
          <p:cNvPr id="247" name="PANEL_01-intermittent-gas-wisp-3-feather-2_29">
            <a:extLst>
              <a:ext uri="{FF2B5EF4-FFF2-40B4-BE49-F238E27FC236}">
                <a16:creationId xmlns:a16="http://schemas.microsoft.com/office/drawing/2014/main" id="{368ECC14-F5C6-47BA-922E-AEED78D77592}"/>
              </a:ext>
            </a:extLst>
          </p:cNvPr>
          <p:cNvSpPr>
            <a:spLocks/>
          </p:cNvSpPr>
          <p:nvPr/>
        </p:nvSpPr>
        <p:spPr>
          <a:xfrm>
            <a:off x="9793012" y="3228858"/>
            <a:ext cx="468145" cy="405255"/>
          </a:xfrm>
          <a:custGeom>
            <a:pathLst>
              <a:path w="491491" h="425465">
                <a:moveTo>
                  <a:pt x="6728" y="418557"/>
                </a:moveTo>
                <a:cubicBezTo>
                  <a:pt x="13457" y="417153"/>
                  <a:pt x="35401" y="415007"/>
                  <a:pt x="47099" y="410132"/>
                </a:cubicBezTo>
                <a:cubicBezTo>
                  <a:pt x="58797" y="405256"/>
                  <a:pt x="66708" y="395824"/>
                  <a:pt x="76917" y="389303"/>
                </a:cubicBezTo>
                <a:cubicBezTo>
                  <a:pt x="87125" y="382783"/>
                  <a:pt x="95555" y="374033"/>
                  <a:pt x="108349" y="371009"/>
                </a:cubicBezTo>
                <a:cubicBezTo>
                  <a:pt x="121144" y="367986"/>
                  <a:pt x="137725" y="370195"/>
                  <a:pt x="153684" y="371164"/>
                </a:cubicBezTo>
                <a:cubicBezTo>
                  <a:pt x="169643" y="372133"/>
                  <a:pt x="189489" y="377894"/>
                  <a:pt x="204106" y="376822"/>
                </a:cubicBezTo>
                <a:cubicBezTo>
                  <a:pt x="218722" y="375750"/>
                  <a:pt x="230383" y="370575"/>
                  <a:pt x="241385" y="364734"/>
                </a:cubicBezTo>
                <a:cubicBezTo>
                  <a:pt x="252386" y="358894"/>
                  <a:pt x="259745" y="348468"/>
                  <a:pt x="270115" y="341778"/>
                </a:cubicBezTo>
                <a:cubicBezTo>
                  <a:pt x="280484" y="335088"/>
                  <a:pt x="292978" y="330986"/>
                  <a:pt x="303601" y="324595"/>
                </a:cubicBezTo>
                <a:cubicBezTo>
                  <a:pt x="314225" y="318205"/>
                  <a:pt x="325829" y="312813"/>
                  <a:pt x="333853" y="303436"/>
                </a:cubicBezTo>
                <a:cubicBezTo>
                  <a:pt x="341877" y="294060"/>
                  <a:pt x="345286" y="279332"/>
                  <a:pt x="351745" y="268337"/>
                </a:cubicBezTo>
                <a:cubicBezTo>
                  <a:pt x="358205" y="257343"/>
                  <a:pt x="363414" y="245256"/>
                  <a:pt x="372611" y="237472"/>
                </a:cubicBezTo>
                <a:cubicBezTo>
                  <a:pt x="381807" y="229687"/>
                  <a:pt x="396446" y="227955"/>
                  <a:pt x="406926" y="221630"/>
                </a:cubicBezTo>
                <a:cubicBezTo>
                  <a:pt x="417407" y="215304"/>
                  <a:pt x="429334" y="210239"/>
                  <a:pt x="435495" y="199519"/>
                </a:cubicBezTo>
                <a:cubicBezTo>
                  <a:pt x="441656" y="188799"/>
                  <a:pt x="441956" y="171955"/>
                  <a:pt x="443892" y="157307"/>
                </a:cubicBezTo>
                <a:cubicBezTo>
                  <a:pt x="445829" y="142659"/>
                  <a:pt x="444691" y="125268"/>
                  <a:pt x="447115" y="111631"/>
                </a:cubicBezTo>
                <a:cubicBezTo>
                  <a:pt x="449538" y="97994"/>
                  <a:pt x="454363" y="87026"/>
                  <a:pt x="458433" y="75486"/>
                </a:cubicBezTo>
                <a:cubicBezTo>
                  <a:pt x="462502" y="63946"/>
                  <a:pt x="467197" y="53963"/>
                  <a:pt x="471533" y="42391"/>
                </a:cubicBezTo>
                <a:cubicBezTo>
                  <a:pt x="475869" y="30819"/>
                  <a:pt x="482296" y="12112"/>
                  <a:pt x="484449" y="6056"/>
                </a:cubicBezTo>
                <a:cubicBezTo>
                  <a:pt x="486601" y="0"/>
                  <a:pt x="491491" y="4382"/>
                  <a:pt x="484449" y="6056"/>
                </a:cubicBezTo>
                <a:cubicBezTo>
                  <a:pt x="477406" y="7730"/>
                  <a:pt x="455755" y="13137"/>
                  <a:pt x="442194" y="16099"/>
                </a:cubicBezTo>
                <a:cubicBezTo>
                  <a:pt x="428633" y="19060"/>
                  <a:pt x="415146" y="20391"/>
                  <a:pt x="403080" y="23823"/>
                </a:cubicBezTo>
                <a:cubicBezTo>
                  <a:pt x="391015" y="27255"/>
                  <a:pt x="379402" y="30915"/>
                  <a:pt x="369800" y="36690"/>
                </a:cubicBezTo>
                <a:cubicBezTo>
                  <a:pt x="360199" y="42466"/>
                  <a:pt x="352886" y="50401"/>
                  <a:pt x="345473" y="58476"/>
                </a:cubicBezTo>
                <a:cubicBezTo>
                  <a:pt x="338060" y="66552"/>
                  <a:pt x="332050" y="76131"/>
                  <a:pt x="325322" y="85141"/>
                </a:cubicBezTo>
                <a:cubicBezTo>
                  <a:pt x="318594" y="94152"/>
                  <a:pt x="311513" y="102935"/>
                  <a:pt x="305106" y="112539"/>
                </a:cubicBezTo>
                <a:cubicBezTo>
                  <a:pt x="298698" y="122144"/>
                  <a:pt x="292371" y="131899"/>
                  <a:pt x="286878" y="142771"/>
                </a:cubicBezTo>
                <a:cubicBezTo>
                  <a:pt x="281386" y="153642"/>
                  <a:pt x="277625" y="166559"/>
                  <a:pt x="272152" y="177770"/>
                </a:cubicBezTo>
                <a:cubicBezTo>
                  <a:pt x="266679" y="188981"/>
                  <a:pt x="262271" y="201758"/>
                  <a:pt x="254041" y="210037"/>
                </a:cubicBezTo>
                <a:cubicBezTo>
                  <a:pt x="245812" y="218316"/>
                  <a:pt x="235360" y="224325"/>
                  <a:pt x="222775" y="227446"/>
                </a:cubicBezTo>
                <a:cubicBezTo>
                  <a:pt x="210190" y="230566"/>
                  <a:pt x="193396" y="228645"/>
                  <a:pt x="178530" y="228761"/>
                </a:cubicBezTo>
                <a:cubicBezTo>
                  <a:pt x="163665" y="228876"/>
                  <a:pt x="146730" y="226095"/>
                  <a:pt x="133581" y="228140"/>
                </a:cubicBezTo>
                <a:cubicBezTo>
                  <a:pt x="120432" y="230184"/>
                  <a:pt x="109029" y="234165"/>
                  <a:pt x="99636" y="241029"/>
                </a:cubicBezTo>
                <a:cubicBezTo>
                  <a:pt x="90242" y="247893"/>
                  <a:pt x="83921" y="258794"/>
                  <a:pt x="77222" y="269325"/>
                </a:cubicBezTo>
                <a:cubicBezTo>
                  <a:pt x="70522" y="279857"/>
                  <a:pt x="65370" y="292454"/>
                  <a:pt x="59440" y="304217"/>
                </a:cubicBezTo>
                <a:cubicBezTo>
                  <a:pt x="53510" y="315980"/>
                  <a:pt x="47533" y="327754"/>
                  <a:pt x="41639" y="339903"/>
                </a:cubicBezTo>
                <a:cubicBezTo>
                  <a:pt x="35745" y="352052"/>
                  <a:pt x="29894" y="364000"/>
                  <a:pt x="24076" y="377109"/>
                </a:cubicBezTo>
                <a:cubicBezTo>
                  <a:pt x="18257" y="390218"/>
                  <a:pt x="9620" y="411649"/>
                  <a:pt x="6728" y="418557"/>
                </a:cubicBezTo>
                <a:cubicBezTo>
                  <a:pt x="3837" y="425465"/>
                  <a:pt x="0" y="419961"/>
                  <a:pt x="6728" y="41855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16"/>
                </a:srgbClr>
              </a:gs>
              <a:gs pos="18000">
                <a:srgbClr val="767676">
                  <a:alpha val="3354"/>
                </a:srgbClr>
              </a:gs>
              <a:gs pos="48000">
                <a:srgbClr val="767676">
                  <a:alpha val="5411"/>
                </a:srgbClr>
              </a:gs>
              <a:gs pos="78000">
                <a:srgbClr val="767676">
                  <a:alpha val="4058"/>
                </a:srgbClr>
              </a:gs>
              <a:gs pos="100000">
                <a:srgbClr val="767676">
                  <a:alpha val="243"/>
                </a:srgbClr>
              </a:gs>
            </a:gsLst>
            <a:lin ang="19146135" scaled="0"/>
          </a:gradFill>
          <a:ln w="0">
            <a:noFill/>
            <a:prstDash val="solid"/>
          </a:ln>
        </p:spPr>
      </p:sp>
      <p:sp>
        <p:nvSpPr>
          <p:cNvPr id="248" name="PANEL_01-intermittent-gas-core-4-feather-0_30">
            <a:extLst>
              <a:ext uri="{FF2B5EF4-FFF2-40B4-BE49-F238E27FC236}">
                <a16:creationId xmlns:a16="http://schemas.microsoft.com/office/drawing/2014/main" id="{C58914F9-CA14-4EAE-9DA7-B49C2A5169CF}"/>
              </a:ext>
            </a:extLst>
          </p:cNvPr>
          <p:cNvSpPr>
            <a:spLocks/>
          </p:cNvSpPr>
          <p:nvPr/>
        </p:nvSpPr>
        <p:spPr>
          <a:xfrm>
            <a:off x="10224551" y="2501870"/>
            <a:ext cx="795472" cy="791680"/>
          </a:xfrm>
          <a:custGeom>
            <a:pathLst>
              <a:path w="835141" h="831160">
                <a:moveTo>
                  <a:pt x="360691" y="805121"/>
                </a:moveTo>
                <a:cubicBezTo>
                  <a:pt x="383753" y="808958"/>
                  <a:pt x="456744" y="825126"/>
                  <a:pt x="499067" y="828143"/>
                </a:cubicBezTo>
                <a:cubicBezTo>
                  <a:pt x="541391" y="831160"/>
                  <a:pt x="581945" y="830079"/>
                  <a:pt x="614632" y="823224"/>
                </a:cubicBezTo>
                <a:cubicBezTo>
                  <a:pt x="647319" y="816368"/>
                  <a:pt x="668600" y="801586"/>
                  <a:pt x="695189" y="787011"/>
                </a:cubicBezTo>
                <a:cubicBezTo>
                  <a:pt x="721779" y="772435"/>
                  <a:pt x="755025" y="757354"/>
                  <a:pt x="774170" y="735772"/>
                </a:cubicBezTo>
                <a:cubicBezTo>
                  <a:pt x="793315" y="714190"/>
                  <a:pt x="814413" y="686104"/>
                  <a:pt x="810061" y="657519"/>
                </a:cubicBezTo>
                <a:cubicBezTo>
                  <a:pt x="805708" y="628934"/>
                  <a:pt x="767548" y="592534"/>
                  <a:pt x="748053" y="564263"/>
                </a:cubicBezTo>
                <a:cubicBezTo>
                  <a:pt x="728559" y="535992"/>
                  <a:pt x="692161" y="514358"/>
                  <a:pt x="693094" y="487891"/>
                </a:cubicBezTo>
                <a:cubicBezTo>
                  <a:pt x="694026" y="461424"/>
                  <a:pt x="731112" y="435678"/>
                  <a:pt x="753648" y="405463"/>
                </a:cubicBezTo>
                <a:cubicBezTo>
                  <a:pt x="776184" y="375247"/>
                  <a:pt x="821478" y="335296"/>
                  <a:pt x="828309" y="306597"/>
                </a:cubicBezTo>
                <a:cubicBezTo>
                  <a:pt x="835141" y="277898"/>
                  <a:pt x="813278" y="253363"/>
                  <a:pt x="794636" y="233269"/>
                </a:cubicBezTo>
                <a:cubicBezTo>
                  <a:pt x="775995" y="213175"/>
                  <a:pt x="737047" y="202854"/>
                  <a:pt x="716462" y="186031"/>
                </a:cubicBezTo>
                <a:cubicBezTo>
                  <a:pt x="695876" y="169208"/>
                  <a:pt x="689642" y="147240"/>
                  <a:pt x="671125" y="132330"/>
                </a:cubicBezTo>
                <a:cubicBezTo>
                  <a:pt x="652608" y="117419"/>
                  <a:pt x="634495" y="102220"/>
                  <a:pt x="605359" y="96567"/>
                </a:cubicBezTo>
                <a:cubicBezTo>
                  <a:pt x="576223" y="90914"/>
                  <a:pt x="526431" y="100580"/>
                  <a:pt x="496311" y="98410"/>
                </a:cubicBezTo>
                <a:cubicBezTo>
                  <a:pt x="466190" y="96240"/>
                  <a:pt x="439784" y="94883"/>
                  <a:pt x="424636" y="83547"/>
                </a:cubicBezTo>
                <a:cubicBezTo>
                  <a:pt x="409488" y="72211"/>
                  <a:pt x="417280" y="43385"/>
                  <a:pt x="405420" y="30392"/>
                </a:cubicBezTo>
                <a:cubicBezTo>
                  <a:pt x="393561" y="17399"/>
                  <a:pt x="384607" y="0"/>
                  <a:pt x="353477" y="5591"/>
                </a:cubicBezTo>
                <a:cubicBezTo>
                  <a:pt x="322348" y="11181"/>
                  <a:pt x="241116" y="54211"/>
                  <a:pt x="218644" y="63935"/>
                </a:cubicBezTo>
                <a:cubicBezTo>
                  <a:pt x="196171" y="73659"/>
                  <a:pt x="221601" y="50472"/>
                  <a:pt x="218644" y="63935"/>
                </a:cubicBezTo>
                <a:cubicBezTo>
                  <a:pt x="215686" y="77398"/>
                  <a:pt x="204287" y="121114"/>
                  <a:pt x="200898" y="144714"/>
                </a:cubicBezTo>
                <a:cubicBezTo>
                  <a:pt x="197509" y="168313"/>
                  <a:pt x="197073" y="187720"/>
                  <a:pt x="198312" y="205533"/>
                </a:cubicBezTo>
                <a:cubicBezTo>
                  <a:pt x="199551" y="223346"/>
                  <a:pt x="205257" y="236595"/>
                  <a:pt x="208331" y="251592"/>
                </a:cubicBezTo>
                <a:cubicBezTo>
                  <a:pt x="211406" y="266588"/>
                  <a:pt x="220662" y="277223"/>
                  <a:pt x="216760" y="295510"/>
                </a:cubicBezTo>
                <a:cubicBezTo>
                  <a:pt x="212858" y="313797"/>
                  <a:pt x="204066" y="336336"/>
                  <a:pt x="184919" y="361313"/>
                </a:cubicBezTo>
                <a:cubicBezTo>
                  <a:pt x="165772" y="386290"/>
                  <a:pt x="129331" y="420686"/>
                  <a:pt x="101878" y="445373"/>
                </a:cubicBezTo>
                <a:cubicBezTo>
                  <a:pt x="74426" y="470060"/>
                  <a:pt x="35585" y="495857"/>
                  <a:pt x="20203" y="509436"/>
                </a:cubicBezTo>
                <a:cubicBezTo>
                  <a:pt x="4820" y="523014"/>
                  <a:pt x="0" y="526012"/>
                  <a:pt x="9584" y="526842"/>
                </a:cubicBezTo>
                <a:cubicBezTo>
                  <a:pt x="19169" y="527673"/>
                  <a:pt x="51581" y="517744"/>
                  <a:pt x="77709" y="514419"/>
                </a:cubicBezTo>
                <a:cubicBezTo>
                  <a:pt x="103837" y="511093"/>
                  <a:pt x="141336" y="506611"/>
                  <a:pt x="166353" y="506887"/>
                </a:cubicBezTo>
                <a:cubicBezTo>
                  <a:pt x="191370" y="507163"/>
                  <a:pt x="210473" y="511227"/>
                  <a:pt x="227809" y="516073"/>
                </a:cubicBezTo>
                <a:cubicBezTo>
                  <a:pt x="245144" y="520918"/>
                  <a:pt x="255967" y="527569"/>
                  <a:pt x="270366" y="535959"/>
                </a:cubicBezTo>
                <a:cubicBezTo>
                  <a:pt x="284764" y="544350"/>
                  <a:pt x="302429" y="554757"/>
                  <a:pt x="314201" y="566417"/>
                </a:cubicBezTo>
                <a:cubicBezTo>
                  <a:pt x="325973" y="578077"/>
                  <a:pt x="338961" y="593690"/>
                  <a:pt x="340997" y="605920"/>
                </a:cubicBezTo>
                <a:cubicBezTo>
                  <a:pt x="343032" y="618149"/>
                  <a:pt x="334542" y="629717"/>
                  <a:pt x="326411" y="639792"/>
                </a:cubicBezTo>
                <a:cubicBezTo>
                  <a:pt x="318280" y="649868"/>
                  <a:pt x="298195" y="654551"/>
                  <a:pt x="292211" y="666374"/>
                </a:cubicBezTo>
                <a:cubicBezTo>
                  <a:pt x="286227" y="678197"/>
                  <a:pt x="279092" y="687605"/>
                  <a:pt x="290505" y="710730"/>
                </a:cubicBezTo>
                <a:cubicBezTo>
                  <a:pt x="301918" y="733854"/>
                  <a:pt x="348993" y="789389"/>
                  <a:pt x="360691" y="805121"/>
                </a:cubicBezTo>
                <a:cubicBezTo>
                  <a:pt x="372388" y="820853"/>
                  <a:pt x="337628" y="801284"/>
                  <a:pt x="360691" y="805121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250"/>
                </a:srgbClr>
              </a:gs>
              <a:gs pos="18000">
                <a:srgbClr val="919191">
                  <a:alpha val="3884"/>
                </a:srgbClr>
              </a:gs>
              <a:gs pos="48000">
                <a:srgbClr val="919191">
                  <a:alpha val="6266"/>
                </a:srgbClr>
              </a:gs>
              <a:gs pos="78000">
                <a:srgbClr val="919191">
                  <a:alpha val="4700"/>
                </a:srgbClr>
              </a:gs>
              <a:gs pos="100000">
                <a:srgbClr val="919191">
                  <a:alpha val="282"/>
                </a:srgbClr>
              </a:gs>
            </a:gsLst>
            <a:lin ang="15554640" scaled="0"/>
          </a:gradFill>
          <a:ln w="0">
            <a:noFill/>
            <a:prstDash val="solid"/>
          </a:ln>
        </p:spPr>
      </p:sp>
      <p:sp>
        <p:nvSpPr>
          <p:cNvPr id="249" name="PANEL_01-intermittent-gas-core-4-feather-1_31">
            <a:extLst>
              <a:ext uri="{FF2B5EF4-FFF2-40B4-BE49-F238E27FC236}">
                <a16:creationId xmlns:a16="http://schemas.microsoft.com/office/drawing/2014/main" id="{54CF8E4C-E2BE-454E-9916-69DED7AC5EBC}"/>
              </a:ext>
            </a:extLst>
          </p:cNvPr>
          <p:cNvSpPr>
            <a:spLocks/>
          </p:cNvSpPr>
          <p:nvPr/>
        </p:nvSpPr>
        <p:spPr>
          <a:xfrm>
            <a:off x="10300699" y="2522094"/>
            <a:ext cx="634500" cy="759738"/>
          </a:xfrm>
          <a:custGeom>
            <a:pathLst>
              <a:path w="666142" h="797625">
                <a:moveTo>
                  <a:pt x="280745" y="783889"/>
                </a:moveTo>
                <a:cubicBezTo>
                  <a:pt x="299706" y="785417"/>
                  <a:pt x="359221" y="793461"/>
                  <a:pt x="394509" y="793055"/>
                </a:cubicBezTo>
                <a:cubicBezTo>
                  <a:pt x="429798" y="792650"/>
                  <a:pt x="464320" y="789450"/>
                  <a:pt x="492478" y="781458"/>
                </a:cubicBezTo>
                <a:cubicBezTo>
                  <a:pt x="520635" y="773466"/>
                  <a:pt x="540249" y="759381"/>
                  <a:pt x="563455" y="745105"/>
                </a:cubicBezTo>
                <a:cubicBezTo>
                  <a:pt x="586662" y="730829"/>
                  <a:pt x="615098" y="715988"/>
                  <a:pt x="631716" y="695802"/>
                </a:cubicBezTo>
                <a:cubicBezTo>
                  <a:pt x="648334" y="675616"/>
                  <a:pt x="666142" y="649984"/>
                  <a:pt x="663164" y="623986"/>
                </a:cubicBezTo>
                <a:cubicBezTo>
                  <a:pt x="660185" y="597988"/>
                  <a:pt x="630060" y="565560"/>
                  <a:pt x="613845" y="539816"/>
                </a:cubicBezTo>
                <a:cubicBezTo>
                  <a:pt x="597629" y="514072"/>
                  <a:pt x="567292" y="493485"/>
                  <a:pt x="565872" y="469522"/>
                </a:cubicBezTo>
                <a:cubicBezTo>
                  <a:pt x="564452" y="445559"/>
                  <a:pt x="590437" y="422433"/>
                  <a:pt x="605325" y="396039"/>
                </a:cubicBezTo>
                <a:cubicBezTo>
                  <a:pt x="620212" y="369646"/>
                  <a:pt x="652451" y="336038"/>
                  <a:pt x="655198" y="311160"/>
                </a:cubicBezTo>
                <a:cubicBezTo>
                  <a:pt x="657946" y="286282"/>
                  <a:pt x="638342" y="264931"/>
                  <a:pt x="621809" y="246771"/>
                </a:cubicBezTo>
                <a:cubicBezTo>
                  <a:pt x="605276" y="228610"/>
                  <a:pt x="573286" y="218111"/>
                  <a:pt x="556002" y="202197"/>
                </a:cubicBezTo>
                <a:cubicBezTo>
                  <a:pt x="538718" y="186282"/>
                  <a:pt x="533156" y="166160"/>
                  <a:pt x="518105" y="151283"/>
                </a:cubicBezTo>
                <a:cubicBezTo>
                  <a:pt x="503055" y="136406"/>
                  <a:pt x="488784" y="120966"/>
                  <a:pt x="465699" y="112936"/>
                </a:cubicBezTo>
                <a:cubicBezTo>
                  <a:pt x="442614" y="104907"/>
                  <a:pt x="403657" y="108515"/>
                  <a:pt x="379593" y="103104"/>
                </a:cubicBezTo>
                <a:cubicBezTo>
                  <a:pt x="355530" y="97693"/>
                  <a:pt x="334304" y="92776"/>
                  <a:pt x="321318" y="80473"/>
                </a:cubicBezTo>
                <a:cubicBezTo>
                  <a:pt x="308332" y="68170"/>
                  <a:pt x="312910" y="42323"/>
                  <a:pt x="301677" y="29284"/>
                </a:cubicBezTo>
                <a:cubicBezTo>
                  <a:pt x="290445" y="16245"/>
                  <a:pt x="281088" y="0"/>
                  <a:pt x="253925" y="2237"/>
                </a:cubicBezTo>
                <a:cubicBezTo>
                  <a:pt x="226761" y="4473"/>
                  <a:pt x="157903" y="35959"/>
                  <a:pt x="138698" y="42703"/>
                </a:cubicBezTo>
                <a:cubicBezTo>
                  <a:pt x="119494" y="49448"/>
                  <a:pt x="139329" y="31362"/>
                  <a:pt x="138698" y="42703"/>
                </a:cubicBezTo>
                <a:cubicBezTo>
                  <a:pt x="138067" y="54045"/>
                  <a:pt x="134674" y="90221"/>
                  <a:pt x="134913" y="110752"/>
                </a:cubicBezTo>
                <a:cubicBezTo>
                  <a:pt x="135152" y="131284"/>
                  <a:pt x="137185" y="149095"/>
                  <a:pt x="140133" y="165894"/>
                </a:cubicBezTo>
                <a:cubicBezTo>
                  <a:pt x="143081" y="182693"/>
                  <a:pt x="149032" y="196390"/>
                  <a:pt x="152600" y="211548"/>
                </a:cubicBezTo>
                <a:cubicBezTo>
                  <a:pt x="156168" y="226706"/>
                  <a:pt x="164018" y="238860"/>
                  <a:pt x="161544" y="256842"/>
                </a:cubicBezTo>
                <a:cubicBezTo>
                  <a:pt x="159070" y="274824"/>
                  <a:pt x="152331" y="296336"/>
                  <a:pt x="137756" y="319439"/>
                </a:cubicBezTo>
                <a:cubicBezTo>
                  <a:pt x="123180" y="342541"/>
                  <a:pt x="94899" y="372954"/>
                  <a:pt x="74093" y="395457"/>
                </a:cubicBezTo>
                <a:cubicBezTo>
                  <a:pt x="53287" y="417959"/>
                  <a:pt x="23691" y="441069"/>
                  <a:pt x="12920" y="454452"/>
                </a:cubicBezTo>
                <a:cubicBezTo>
                  <a:pt x="2150" y="467836"/>
                  <a:pt x="0" y="472623"/>
                  <a:pt x="9468" y="475758"/>
                </a:cubicBezTo>
                <a:cubicBezTo>
                  <a:pt x="18936" y="478892"/>
                  <a:pt x="46769" y="473362"/>
                  <a:pt x="69730" y="473261"/>
                </a:cubicBezTo>
                <a:cubicBezTo>
                  <a:pt x="92691" y="473160"/>
                  <a:pt x="125031" y="472110"/>
                  <a:pt x="147234" y="475150"/>
                </a:cubicBezTo>
                <a:cubicBezTo>
                  <a:pt x="169438" y="478191"/>
                  <a:pt x="187281" y="484406"/>
                  <a:pt x="202950" y="491504"/>
                </a:cubicBezTo>
                <a:cubicBezTo>
                  <a:pt x="218619" y="498602"/>
                  <a:pt x="229008" y="507502"/>
                  <a:pt x="241248" y="517739"/>
                </a:cubicBezTo>
                <a:cubicBezTo>
                  <a:pt x="253489" y="527976"/>
                  <a:pt x="267628" y="540130"/>
                  <a:pt x="276393" y="552926"/>
                </a:cubicBezTo>
                <a:cubicBezTo>
                  <a:pt x="285158" y="565723"/>
                  <a:pt x="293938" y="581626"/>
                  <a:pt x="293841" y="594517"/>
                </a:cubicBezTo>
                <a:cubicBezTo>
                  <a:pt x="293743" y="607408"/>
                  <a:pt x="284617" y="619508"/>
                  <a:pt x="275809" y="630274"/>
                </a:cubicBezTo>
                <a:cubicBezTo>
                  <a:pt x="267000" y="641041"/>
                  <a:pt x="248319" y="647249"/>
                  <a:pt x="240989" y="659115"/>
                </a:cubicBezTo>
                <a:cubicBezTo>
                  <a:pt x="233660" y="670982"/>
                  <a:pt x="225205" y="680677"/>
                  <a:pt x="231831" y="701473"/>
                </a:cubicBezTo>
                <a:cubicBezTo>
                  <a:pt x="238457" y="722269"/>
                  <a:pt x="272593" y="770153"/>
                  <a:pt x="280745" y="783889"/>
                </a:cubicBezTo>
                <a:cubicBezTo>
                  <a:pt x="288897" y="797625"/>
                  <a:pt x="261784" y="782362"/>
                  <a:pt x="280745" y="783889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35"/>
                </a:srgbClr>
              </a:gs>
              <a:gs pos="18000">
                <a:srgbClr val="767676">
                  <a:alpha val="5180"/>
                </a:srgbClr>
              </a:gs>
              <a:gs pos="48000">
                <a:srgbClr val="767676">
                  <a:alpha val="8356"/>
                </a:srgbClr>
              </a:gs>
              <a:gs pos="78000">
                <a:srgbClr val="767676">
                  <a:alpha val="6266"/>
                </a:srgbClr>
              </a:gs>
              <a:gs pos="100000">
                <a:srgbClr val="767676">
                  <a:alpha val="376"/>
                </a:srgbClr>
              </a:gs>
            </a:gsLst>
            <a:lin ang="15554640" scaled="0"/>
          </a:gradFill>
          <a:ln w="0">
            <a:noFill/>
            <a:prstDash val="solid"/>
          </a:ln>
        </p:spPr>
      </p:sp>
      <p:sp>
        <p:nvSpPr>
          <p:cNvPr id="250" name="PANEL_01-intermittent-gas-core-4-feather-2_32">
            <a:extLst>
              <a:ext uri="{FF2B5EF4-FFF2-40B4-BE49-F238E27FC236}">
                <a16:creationId xmlns:a16="http://schemas.microsoft.com/office/drawing/2014/main" id="{E6B1D21B-183F-4F29-B9D6-DA3FA5E483B9}"/>
              </a:ext>
            </a:extLst>
          </p:cNvPr>
          <p:cNvSpPr>
            <a:spLocks/>
          </p:cNvSpPr>
          <p:nvPr/>
        </p:nvSpPr>
        <p:spPr>
          <a:xfrm>
            <a:off x="10383042" y="2541446"/>
            <a:ext cx="481161" cy="738312"/>
          </a:xfrm>
          <a:custGeom>
            <a:pathLst>
              <a:path w="505156" h="775131">
                <a:moveTo>
                  <a:pt x="194296" y="763572"/>
                </a:moveTo>
                <a:cubicBezTo>
                  <a:pt x="208782" y="762580"/>
                  <a:pt x="253596" y="761761"/>
                  <a:pt x="281211" y="757623"/>
                </a:cubicBezTo>
                <a:cubicBezTo>
                  <a:pt x="308825" y="753484"/>
                  <a:pt x="336766" y="747972"/>
                  <a:pt x="359983" y="738740"/>
                </a:cubicBezTo>
                <a:cubicBezTo>
                  <a:pt x="383199" y="729509"/>
                  <a:pt x="400995" y="716183"/>
                  <a:pt x="420510" y="702234"/>
                </a:cubicBezTo>
                <a:cubicBezTo>
                  <a:pt x="440026" y="688284"/>
                  <a:pt x="463215" y="673707"/>
                  <a:pt x="477076" y="655043"/>
                </a:cubicBezTo>
                <a:cubicBezTo>
                  <a:pt x="490937" y="636379"/>
                  <a:pt x="505156" y="613425"/>
                  <a:pt x="503676" y="590250"/>
                </a:cubicBezTo>
                <a:cubicBezTo>
                  <a:pt x="502197" y="567074"/>
                  <a:pt x="480837" y="538978"/>
                  <a:pt x="468199" y="515991"/>
                </a:cubicBezTo>
                <a:cubicBezTo>
                  <a:pt x="455562" y="493004"/>
                  <a:pt x="431836" y="473560"/>
                  <a:pt x="427849" y="452329"/>
                </a:cubicBezTo>
                <a:cubicBezTo>
                  <a:pt x="423863" y="431097"/>
                  <a:pt x="437738" y="410828"/>
                  <a:pt x="444282" y="388604"/>
                </a:cubicBezTo>
                <a:cubicBezTo>
                  <a:pt x="450826" y="366380"/>
                  <a:pt x="468822" y="339693"/>
                  <a:pt x="467114" y="318983"/>
                </a:cubicBezTo>
                <a:cubicBezTo>
                  <a:pt x="465406" y="298273"/>
                  <a:pt x="448266" y="280395"/>
                  <a:pt x="434034" y="264344"/>
                </a:cubicBezTo>
                <a:cubicBezTo>
                  <a:pt x="419802" y="248293"/>
                  <a:pt x="395402" y="237600"/>
                  <a:pt x="381720" y="222677"/>
                </a:cubicBezTo>
                <a:cubicBezTo>
                  <a:pt x="368037" y="207753"/>
                  <a:pt x="363208" y="189644"/>
                  <a:pt x="351939" y="174804"/>
                </a:cubicBezTo>
                <a:cubicBezTo>
                  <a:pt x="340670" y="159964"/>
                  <a:pt x="330591" y="144261"/>
                  <a:pt x="314106" y="133639"/>
                </a:cubicBezTo>
                <a:cubicBezTo>
                  <a:pt x="297622" y="123017"/>
                  <a:pt x="270486" y="120016"/>
                  <a:pt x="253030" y="111070"/>
                </a:cubicBezTo>
                <a:cubicBezTo>
                  <a:pt x="235574" y="102124"/>
                  <a:pt x="219998" y="93322"/>
                  <a:pt x="209371" y="79964"/>
                </a:cubicBezTo>
                <a:cubicBezTo>
                  <a:pt x="198744" y="66606"/>
                  <a:pt x="199815" y="44011"/>
                  <a:pt x="189267" y="30920"/>
                </a:cubicBezTo>
                <a:cubicBezTo>
                  <a:pt x="178720" y="17830"/>
                  <a:pt x="168922" y="2845"/>
                  <a:pt x="146086" y="1422"/>
                </a:cubicBezTo>
                <a:cubicBezTo>
                  <a:pt x="123249" y="0"/>
                  <a:pt x="67888" y="18892"/>
                  <a:pt x="52249" y="22386"/>
                </a:cubicBezTo>
                <a:cubicBezTo>
                  <a:pt x="36610" y="25880"/>
                  <a:pt x="50342" y="13359"/>
                  <a:pt x="52249" y="22386"/>
                </a:cubicBezTo>
                <a:cubicBezTo>
                  <a:pt x="54156" y="31413"/>
                  <a:pt x="59496" y="59364"/>
                  <a:pt x="63693" y="76549"/>
                </a:cubicBezTo>
                <a:cubicBezTo>
                  <a:pt x="67890" y="93734"/>
                  <a:pt x="72617" y="109803"/>
                  <a:pt x="77429" y="125496"/>
                </a:cubicBezTo>
                <a:cubicBezTo>
                  <a:pt x="82241" y="141190"/>
                  <a:pt x="88459" y="155374"/>
                  <a:pt x="92567" y="170708"/>
                </a:cubicBezTo>
                <a:cubicBezTo>
                  <a:pt x="96674" y="186043"/>
                  <a:pt x="102989" y="199855"/>
                  <a:pt x="102072" y="217504"/>
                </a:cubicBezTo>
                <a:cubicBezTo>
                  <a:pt x="101156" y="235153"/>
                  <a:pt x="96657" y="255545"/>
                  <a:pt x="87069" y="276602"/>
                </a:cubicBezTo>
                <a:cubicBezTo>
                  <a:pt x="77481" y="297659"/>
                  <a:pt x="58100" y="323728"/>
                  <a:pt x="44545" y="343847"/>
                </a:cubicBezTo>
                <a:cubicBezTo>
                  <a:pt x="30991" y="363966"/>
                  <a:pt x="11480" y="384144"/>
                  <a:pt x="5740" y="397316"/>
                </a:cubicBezTo>
                <a:cubicBezTo>
                  <a:pt x="0" y="410487"/>
                  <a:pt x="764" y="417225"/>
                  <a:pt x="10106" y="422874"/>
                </a:cubicBezTo>
                <a:cubicBezTo>
                  <a:pt x="19447" y="428522"/>
                  <a:pt x="42284" y="427790"/>
                  <a:pt x="61790" y="431206"/>
                </a:cubicBezTo>
                <a:cubicBezTo>
                  <a:pt x="81296" y="434623"/>
                  <a:pt x="108008" y="437316"/>
                  <a:pt x="127142" y="443373"/>
                </a:cubicBezTo>
                <a:cubicBezTo>
                  <a:pt x="146277" y="449430"/>
                  <a:pt x="162744" y="457991"/>
                  <a:pt x="176595" y="467547"/>
                </a:cubicBezTo>
                <a:cubicBezTo>
                  <a:pt x="190446" y="477103"/>
                  <a:pt x="200362" y="488456"/>
                  <a:pt x="210248" y="500707"/>
                </a:cubicBezTo>
                <a:cubicBezTo>
                  <a:pt x="220134" y="512958"/>
                  <a:pt x="230427" y="527019"/>
                  <a:pt x="235912" y="541055"/>
                </a:cubicBezTo>
                <a:cubicBezTo>
                  <a:pt x="241398" y="555091"/>
                  <a:pt x="245586" y="571309"/>
                  <a:pt x="243162" y="584923"/>
                </a:cubicBezTo>
                <a:cubicBezTo>
                  <a:pt x="240738" y="598536"/>
                  <a:pt x="230918" y="611216"/>
                  <a:pt x="221370" y="622736"/>
                </a:cubicBezTo>
                <a:cubicBezTo>
                  <a:pt x="211822" y="634255"/>
                  <a:pt x="194672" y="642128"/>
                  <a:pt x="185875" y="654042"/>
                </a:cubicBezTo>
                <a:cubicBezTo>
                  <a:pt x="177078" y="665956"/>
                  <a:pt x="167184" y="675964"/>
                  <a:pt x="168587" y="694219"/>
                </a:cubicBezTo>
                <a:cubicBezTo>
                  <a:pt x="169991" y="712475"/>
                  <a:pt x="190011" y="752013"/>
                  <a:pt x="194296" y="763572"/>
                </a:cubicBezTo>
                <a:cubicBezTo>
                  <a:pt x="198581" y="775131"/>
                  <a:pt x="179810" y="764564"/>
                  <a:pt x="194296" y="763572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428"/>
                </a:srgbClr>
              </a:gs>
              <a:gs pos="18000">
                <a:srgbClr val="767676">
                  <a:alpha val="6649"/>
                </a:srgbClr>
              </a:gs>
              <a:gs pos="48000">
                <a:srgbClr val="767676">
                  <a:alpha val="10722"/>
                </a:srgbClr>
              </a:gs>
              <a:gs pos="78000">
                <a:srgbClr val="767676">
                  <a:alpha val="8043"/>
                </a:srgbClr>
              </a:gs>
              <a:gs pos="100000">
                <a:srgbClr val="767676">
                  <a:alpha val="483"/>
                </a:srgbClr>
              </a:gs>
            </a:gsLst>
            <a:lin ang="15554640" scaled="0"/>
          </a:gradFill>
          <a:ln w="0">
            <a:noFill/>
            <a:prstDash val="solid"/>
          </a:ln>
        </p:spPr>
      </p:sp>
      <p:sp>
        <p:nvSpPr>
          <p:cNvPr id="251" name="PANEL_01-intermittent-gas-core-4-feather-3_33">
            <a:extLst>
              <a:ext uri="{FF2B5EF4-FFF2-40B4-BE49-F238E27FC236}">
                <a16:creationId xmlns:a16="http://schemas.microsoft.com/office/drawing/2014/main" id="{7271A21E-D719-4307-B09A-CA892973F7F2}"/>
              </a:ext>
            </a:extLst>
          </p:cNvPr>
          <p:cNvSpPr>
            <a:spLocks/>
          </p:cNvSpPr>
          <p:nvPr/>
        </p:nvSpPr>
        <p:spPr>
          <a:xfrm>
            <a:off x="10421308" y="2556374"/>
            <a:ext cx="371936" cy="721310"/>
          </a:xfrm>
          <a:custGeom>
            <a:pathLst>
              <a:path w="390484" h="757280">
                <a:moveTo>
                  <a:pt x="154121" y="747899"/>
                </a:moveTo>
                <a:cubicBezTo>
                  <a:pt x="164132" y="744388"/>
                  <a:pt x="194247" y="734706"/>
                  <a:pt x="214187" y="726834"/>
                </a:cubicBezTo>
                <a:cubicBezTo>
                  <a:pt x="234127" y="718962"/>
                  <a:pt x="255487" y="711139"/>
                  <a:pt x="273762" y="700667"/>
                </a:cubicBezTo>
                <a:cubicBezTo>
                  <a:pt x="292038" y="690196"/>
                  <a:pt x="308015" y="677630"/>
                  <a:pt x="323840" y="664007"/>
                </a:cubicBezTo>
                <a:cubicBezTo>
                  <a:pt x="339664" y="650384"/>
                  <a:pt x="357606" y="636070"/>
                  <a:pt x="368710" y="618928"/>
                </a:cubicBezTo>
                <a:cubicBezTo>
                  <a:pt x="379814" y="601787"/>
                  <a:pt x="390444" y="581511"/>
                  <a:pt x="390464" y="561158"/>
                </a:cubicBezTo>
                <a:cubicBezTo>
                  <a:pt x="390484" y="540805"/>
                  <a:pt x="377889" y="517040"/>
                  <a:pt x="368829" y="496810"/>
                </a:cubicBezTo>
                <a:cubicBezTo>
                  <a:pt x="359768" y="476581"/>
                  <a:pt x="342654" y="458279"/>
                  <a:pt x="336101" y="439779"/>
                </a:cubicBezTo>
                <a:cubicBezTo>
                  <a:pt x="329549" y="421280"/>
                  <a:pt x="331313" y="403868"/>
                  <a:pt x="329513" y="385813"/>
                </a:cubicBezTo>
                <a:cubicBezTo>
                  <a:pt x="327714" y="367758"/>
                  <a:pt x="331468" y="347992"/>
                  <a:pt x="325304" y="331450"/>
                </a:cubicBezTo>
                <a:cubicBezTo>
                  <a:pt x="319141" y="314908"/>
                  <a:pt x="304466" y="300504"/>
                  <a:pt x="292534" y="286562"/>
                </a:cubicBezTo>
                <a:cubicBezTo>
                  <a:pt x="280602" y="272621"/>
                  <a:pt x="263793" y="261734"/>
                  <a:pt x="253712" y="247801"/>
                </a:cubicBezTo>
                <a:cubicBezTo>
                  <a:pt x="243631" y="233869"/>
                  <a:pt x="239534" y="217772"/>
                  <a:pt x="232047" y="202970"/>
                </a:cubicBezTo>
                <a:cubicBezTo>
                  <a:pt x="224560" y="188167"/>
                  <a:pt x="218673" y="172201"/>
                  <a:pt x="208789" y="158986"/>
                </a:cubicBezTo>
                <a:cubicBezTo>
                  <a:pt x="198904" y="145771"/>
                  <a:pt x="183589" y="136161"/>
                  <a:pt x="172741" y="123680"/>
                </a:cubicBezTo>
                <a:cubicBezTo>
                  <a:pt x="161893" y="111199"/>
                  <a:pt x="151967" y="98513"/>
                  <a:pt x="143699" y="84100"/>
                </a:cubicBezTo>
                <a:cubicBezTo>
                  <a:pt x="135431" y="69687"/>
                  <a:pt x="132995" y="50342"/>
                  <a:pt x="123132" y="37201"/>
                </a:cubicBezTo>
                <a:cubicBezTo>
                  <a:pt x="113269" y="24060"/>
                  <a:pt x="103031" y="10334"/>
                  <a:pt x="84522" y="5253"/>
                </a:cubicBezTo>
                <a:cubicBezTo>
                  <a:pt x="66012" y="171"/>
                  <a:pt x="24149" y="6469"/>
                  <a:pt x="12075" y="6713"/>
                </a:cubicBezTo>
                <a:cubicBezTo>
                  <a:pt x="0" y="6956"/>
                  <a:pt x="7629" y="0"/>
                  <a:pt x="12075" y="6713"/>
                </a:cubicBezTo>
                <a:cubicBezTo>
                  <a:pt x="16520" y="13426"/>
                  <a:pt x="30594" y="33151"/>
                  <a:pt x="38748" y="46990"/>
                </a:cubicBezTo>
                <a:cubicBezTo>
                  <a:pt x="46902" y="60828"/>
                  <a:pt x="54323" y="75156"/>
                  <a:pt x="61000" y="89743"/>
                </a:cubicBezTo>
                <a:cubicBezTo>
                  <a:pt x="67676" y="104331"/>
                  <a:pt x="74162" y="119002"/>
                  <a:pt x="78808" y="134513"/>
                </a:cubicBezTo>
                <a:cubicBezTo>
                  <a:pt x="83454" y="150024"/>
                  <a:pt x="88234" y="165494"/>
                  <a:pt x="88876" y="182810"/>
                </a:cubicBezTo>
                <a:cubicBezTo>
                  <a:pt x="89517" y="200126"/>
                  <a:pt x="87257" y="219398"/>
                  <a:pt x="82657" y="238410"/>
                </a:cubicBezTo>
                <a:cubicBezTo>
                  <a:pt x="78056" y="257422"/>
                  <a:pt x="67577" y="279147"/>
                  <a:pt x="61273" y="296883"/>
                </a:cubicBezTo>
                <a:cubicBezTo>
                  <a:pt x="54969" y="314618"/>
                  <a:pt x="45543" y="331864"/>
                  <a:pt x="44834" y="344823"/>
                </a:cubicBezTo>
                <a:cubicBezTo>
                  <a:pt x="44125" y="357782"/>
                  <a:pt x="47803" y="366472"/>
                  <a:pt x="57018" y="374634"/>
                </a:cubicBezTo>
                <a:cubicBezTo>
                  <a:pt x="66233" y="382797"/>
                  <a:pt x="84073" y="386862"/>
                  <a:pt x="100124" y="393796"/>
                </a:cubicBezTo>
                <a:cubicBezTo>
                  <a:pt x="116175" y="400731"/>
                  <a:pt x="137259" y="407168"/>
                  <a:pt x="153325" y="416240"/>
                </a:cubicBezTo>
                <a:cubicBezTo>
                  <a:pt x="169390" y="425313"/>
                  <a:pt x="184483" y="436221"/>
                  <a:pt x="196516" y="448234"/>
                </a:cubicBezTo>
                <a:cubicBezTo>
                  <a:pt x="208549" y="460247"/>
                  <a:pt x="217991" y="474054"/>
                  <a:pt x="225523" y="488319"/>
                </a:cubicBezTo>
                <a:cubicBezTo>
                  <a:pt x="233054" y="502585"/>
                  <a:pt x="239500" y="518552"/>
                  <a:pt x="241706" y="533827"/>
                </a:cubicBezTo>
                <a:cubicBezTo>
                  <a:pt x="243912" y="549103"/>
                  <a:pt x="243508" y="565637"/>
                  <a:pt x="238758" y="579973"/>
                </a:cubicBezTo>
                <a:cubicBezTo>
                  <a:pt x="234008" y="594308"/>
                  <a:pt x="223493" y="607568"/>
                  <a:pt x="213206" y="619841"/>
                </a:cubicBezTo>
                <a:cubicBezTo>
                  <a:pt x="202919" y="632115"/>
                  <a:pt x="187301" y="641651"/>
                  <a:pt x="177036" y="653612"/>
                </a:cubicBezTo>
                <a:cubicBezTo>
                  <a:pt x="166771" y="665574"/>
                  <a:pt x="155437" y="675896"/>
                  <a:pt x="151618" y="691610"/>
                </a:cubicBezTo>
                <a:cubicBezTo>
                  <a:pt x="147799" y="707325"/>
                  <a:pt x="153704" y="738518"/>
                  <a:pt x="154121" y="747899"/>
                </a:cubicBezTo>
                <a:cubicBezTo>
                  <a:pt x="154539" y="757280"/>
                  <a:pt x="144110" y="751410"/>
                  <a:pt x="154121" y="747899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502"/>
                </a:srgbClr>
              </a:gs>
              <a:gs pos="18000">
                <a:srgbClr val="767676">
                  <a:alpha val="7771"/>
                </a:srgbClr>
              </a:gs>
              <a:gs pos="48000">
                <a:srgbClr val="767676">
                  <a:alpha val="12532"/>
                </a:srgbClr>
              </a:gs>
              <a:gs pos="78000">
                <a:srgbClr val="767676">
                  <a:alpha val="9399"/>
                </a:srgbClr>
              </a:gs>
              <a:gs pos="100000">
                <a:srgbClr val="767676">
                  <a:alpha val="564"/>
                </a:srgbClr>
              </a:gs>
            </a:gsLst>
            <a:lin ang="15554640" scaled="0"/>
          </a:gradFill>
          <a:ln w="0">
            <a:noFill/>
            <a:prstDash val="solid"/>
          </a:ln>
        </p:spPr>
      </p:sp>
      <p:sp>
        <p:nvSpPr>
          <p:cNvPr id="252" name="PANEL_01-intermittent-gas-wisp-4-feather-0_34">
            <a:extLst>
              <a:ext uri="{FF2B5EF4-FFF2-40B4-BE49-F238E27FC236}">
                <a16:creationId xmlns:a16="http://schemas.microsoft.com/office/drawing/2014/main" id="{56508AB4-3516-41A1-9F03-DD61F1BE1B52}"/>
              </a:ext>
            </a:extLst>
          </p:cNvPr>
          <p:cNvSpPr>
            <a:spLocks/>
          </p:cNvSpPr>
          <p:nvPr/>
        </p:nvSpPr>
        <p:spPr>
          <a:xfrm>
            <a:off x="10799468" y="2615920"/>
            <a:ext cx="358906" cy="895870"/>
          </a:xfrm>
          <a:custGeom>
            <a:pathLst>
              <a:path w="376805" h="940546">
                <a:moveTo>
                  <a:pt x="25582" y="930125"/>
                </a:moveTo>
                <a:cubicBezTo>
                  <a:pt x="33694" y="927398"/>
                  <a:pt x="58414" y="921044"/>
                  <a:pt x="74256" y="913764"/>
                </a:cubicBezTo>
                <a:cubicBezTo>
                  <a:pt x="90098" y="906483"/>
                  <a:pt x="103975" y="895566"/>
                  <a:pt x="120634" y="886440"/>
                </a:cubicBezTo>
                <a:cubicBezTo>
                  <a:pt x="137294" y="877314"/>
                  <a:pt x="152450" y="867074"/>
                  <a:pt x="174215" y="859007"/>
                </a:cubicBezTo>
                <a:cubicBezTo>
                  <a:pt x="195980" y="850940"/>
                  <a:pt x="227101" y="847122"/>
                  <a:pt x="251222" y="838039"/>
                </a:cubicBezTo>
                <a:cubicBezTo>
                  <a:pt x="275343" y="828956"/>
                  <a:pt x="305236" y="820632"/>
                  <a:pt x="318940" y="804509"/>
                </a:cubicBezTo>
                <a:cubicBezTo>
                  <a:pt x="332644" y="788385"/>
                  <a:pt x="332656" y="764244"/>
                  <a:pt x="333446" y="741299"/>
                </a:cubicBezTo>
                <a:cubicBezTo>
                  <a:pt x="334235" y="718354"/>
                  <a:pt x="322207" y="690797"/>
                  <a:pt x="323675" y="666839"/>
                </a:cubicBezTo>
                <a:cubicBezTo>
                  <a:pt x="325144" y="642881"/>
                  <a:pt x="334704" y="621371"/>
                  <a:pt x="342257" y="597550"/>
                </a:cubicBezTo>
                <a:cubicBezTo>
                  <a:pt x="349810" y="573728"/>
                  <a:pt x="364975" y="549451"/>
                  <a:pt x="368995" y="523912"/>
                </a:cubicBezTo>
                <a:cubicBezTo>
                  <a:pt x="373016" y="498374"/>
                  <a:pt x="367513" y="470322"/>
                  <a:pt x="366382" y="444318"/>
                </a:cubicBezTo>
                <a:cubicBezTo>
                  <a:pt x="365252" y="418314"/>
                  <a:pt x="360501" y="393327"/>
                  <a:pt x="362212" y="367889"/>
                </a:cubicBezTo>
                <a:cubicBezTo>
                  <a:pt x="363922" y="342451"/>
                  <a:pt x="376805" y="316253"/>
                  <a:pt x="376645" y="291692"/>
                </a:cubicBezTo>
                <a:cubicBezTo>
                  <a:pt x="376485" y="267132"/>
                  <a:pt x="375003" y="241272"/>
                  <a:pt x="361253" y="220527"/>
                </a:cubicBezTo>
                <a:cubicBezTo>
                  <a:pt x="347503" y="199782"/>
                  <a:pt x="316472" y="183339"/>
                  <a:pt x="294143" y="167224"/>
                </a:cubicBezTo>
                <a:cubicBezTo>
                  <a:pt x="271815" y="151109"/>
                  <a:pt x="244341" y="139000"/>
                  <a:pt x="227282" y="123836"/>
                </a:cubicBezTo>
                <a:cubicBezTo>
                  <a:pt x="210223" y="108672"/>
                  <a:pt x="203123" y="91679"/>
                  <a:pt x="191788" y="76240"/>
                </a:cubicBezTo>
                <a:cubicBezTo>
                  <a:pt x="180452" y="60801"/>
                  <a:pt x="173111" y="42487"/>
                  <a:pt x="159268" y="31200"/>
                </a:cubicBezTo>
                <a:cubicBezTo>
                  <a:pt x="145426" y="19914"/>
                  <a:pt x="117153" y="12299"/>
                  <a:pt x="108730" y="8519"/>
                </a:cubicBezTo>
                <a:cubicBezTo>
                  <a:pt x="100307" y="4739"/>
                  <a:pt x="110183" y="0"/>
                  <a:pt x="108730" y="8519"/>
                </a:cubicBezTo>
                <a:cubicBezTo>
                  <a:pt x="107278" y="17038"/>
                  <a:pt x="103039" y="41337"/>
                  <a:pt x="100014" y="59633"/>
                </a:cubicBezTo>
                <a:cubicBezTo>
                  <a:pt x="96990" y="77930"/>
                  <a:pt x="93780" y="99098"/>
                  <a:pt x="90585" y="118298"/>
                </a:cubicBezTo>
                <a:cubicBezTo>
                  <a:pt x="87389" y="137499"/>
                  <a:pt x="83464" y="156528"/>
                  <a:pt x="80840" y="174837"/>
                </a:cubicBezTo>
                <a:cubicBezTo>
                  <a:pt x="78216" y="193145"/>
                  <a:pt x="77518" y="210471"/>
                  <a:pt x="74841" y="228148"/>
                </a:cubicBezTo>
                <a:cubicBezTo>
                  <a:pt x="72165" y="245825"/>
                  <a:pt x="68752" y="263519"/>
                  <a:pt x="64780" y="280899"/>
                </a:cubicBezTo>
                <a:cubicBezTo>
                  <a:pt x="60808" y="298279"/>
                  <a:pt x="52935" y="315727"/>
                  <a:pt x="51010" y="332428"/>
                </a:cubicBezTo>
                <a:cubicBezTo>
                  <a:pt x="49085" y="349129"/>
                  <a:pt x="47305" y="364494"/>
                  <a:pt x="53229" y="381104"/>
                </a:cubicBezTo>
                <a:cubicBezTo>
                  <a:pt x="59153" y="397714"/>
                  <a:pt x="73483" y="413618"/>
                  <a:pt x="86554" y="432090"/>
                </a:cubicBezTo>
                <a:cubicBezTo>
                  <a:pt x="99624" y="450561"/>
                  <a:pt x="121175" y="471564"/>
                  <a:pt x="131654" y="491935"/>
                </a:cubicBezTo>
                <a:cubicBezTo>
                  <a:pt x="142134" y="512307"/>
                  <a:pt x="150561" y="535309"/>
                  <a:pt x="149431" y="554321"/>
                </a:cubicBezTo>
                <a:cubicBezTo>
                  <a:pt x="148301" y="573333"/>
                  <a:pt x="136327" y="590790"/>
                  <a:pt x="124873" y="606010"/>
                </a:cubicBezTo>
                <a:cubicBezTo>
                  <a:pt x="113419" y="621230"/>
                  <a:pt x="93890" y="632754"/>
                  <a:pt x="80706" y="645642"/>
                </a:cubicBezTo>
                <a:cubicBezTo>
                  <a:pt x="67522" y="658530"/>
                  <a:pt x="54884" y="670133"/>
                  <a:pt x="45770" y="683337"/>
                </a:cubicBezTo>
                <a:cubicBezTo>
                  <a:pt x="36657" y="696542"/>
                  <a:pt x="31669" y="710685"/>
                  <a:pt x="26023" y="724868"/>
                </a:cubicBezTo>
                <a:cubicBezTo>
                  <a:pt x="20377" y="739052"/>
                  <a:pt x="15899" y="753559"/>
                  <a:pt x="11893" y="768439"/>
                </a:cubicBezTo>
                <a:cubicBezTo>
                  <a:pt x="7887" y="783318"/>
                  <a:pt x="3312" y="797617"/>
                  <a:pt x="1986" y="814144"/>
                </a:cubicBezTo>
                <a:cubicBezTo>
                  <a:pt x="659" y="830671"/>
                  <a:pt x="0" y="848272"/>
                  <a:pt x="3933" y="867602"/>
                </a:cubicBezTo>
                <a:cubicBezTo>
                  <a:pt x="7865" y="886932"/>
                  <a:pt x="21974" y="919705"/>
                  <a:pt x="25582" y="930125"/>
                </a:cubicBezTo>
                <a:cubicBezTo>
                  <a:pt x="29190" y="940546"/>
                  <a:pt x="17470" y="932852"/>
                  <a:pt x="25582" y="930125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50"/>
                </a:srgbClr>
              </a:gs>
              <a:gs pos="18000">
                <a:srgbClr val="919191">
                  <a:alpha val="2331"/>
                </a:srgbClr>
              </a:gs>
              <a:gs pos="48000">
                <a:srgbClr val="919191">
                  <a:alpha val="3760"/>
                </a:srgbClr>
              </a:gs>
              <a:gs pos="78000">
                <a:srgbClr val="919191">
                  <a:alpha val="2820"/>
                </a:srgbClr>
              </a:gs>
              <a:gs pos="100000">
                <a:srgbClr val="919191">
                  <a:alpha val="170"/>
                </a:srgbClr>
              </a:gs>
            </a:gsLst>
            <a:lin ang="16567825" scaled="0"/>
          </a:gradFill>
          <a:ln w="0">
            <a:noFill/>
            <a:prstDash val="solid"/>
          </a:ln>
        </p:spPr>
      </p:sp>
      <p:sp>
        <p:nvSpPr>
          <p:cNvPr id="253" name="PANEL_01-intermittent-gas-wisp-4-feather-1_35">
            <a:extLst>
              <a:ext uri="{FF2B5EF4-FFF2-40B4-BE49-F238E27FC236}">
                <a16:creationId xmlns:a16="http://schemas.microsoft.com/office/drawing/2014/main" id="{2ACA1E1E-A1A9-4951-AAE4-3BA7696042ED}"/>
              </a:ext>
            </a:extLst>
          </p:cNvPr>
          <p:cNvSpPr>
            <a:spLocks/>
          </p:cNvSpPr>
          <p:nvPr/>
        </p:nvSpPr>
        <p:spPr>
          <a:xfrm>
            <a:off x="10809381" y="2616329"/>
            <a:ext cx="316016" cy="894609"/>
          </a:xfrm>
          <a:custGeom>
            <a:pathLst>
              <a:path w="331775" h="939222">
                <a:moveTo>
                  <a:pt x="15175" y="929695"/>
                </a:moveTo>
                <a:cubicBezTo>
                  <a:pt x="22070" y="926169"/>
                  <a:pt x="42813" y="917106"/>
                  <a:pt x="56545" y="908539"/>
                </a:cubicBezTo>
                <a:cubicBezTo>
                  <a:pt x="70277" y="899972"/>
                  <a:pt x="82806" y="888362"/>
                  <a:pt x="97566" y="878295"/>
                </a:cubicBezTo>
                <a:cubicBezTo>
                  <a:pt x="112326" y="868229"/>
                  <a:pt x="126071" y="857355"/>
                  <a:pt x="145103" y="848140"/>
                </a:cubicBezTo>
                <a:cubicBezTo>
                  <a:pt x="164135" y="838926"/>
                  <a:pt x="190676" y="833081"/>
                  <a:pt x="211760" y="823007"/>
                </a:cubicBezTo>
                <a:cubicBezTo>
                  <a:pt x="232843" y="812933"/>
                  <a:pt x="258609" y="803489"/>
                  <a:pt x="271603" y="787697"/>
                </a:cubicBezTo>
                <a:cubicBezTo>
                  <a:pt x="284597" y="771906"/>
                  <a:pt x="287018" y="749772"/>
                  <a:pt x="289724" y="728260"/>
                </a:cubicBezTo>
                <a:cubicBezTo>
                  <a:pt x="292430" y="706749"/>
                  <a:pt x="285088" y="681442"/>
                  <a:pt x="287840" y="658628"/>
                </a:cubicBezTo>
                <a:cubicBezTo>
                  <a:pt x="290591" y="635814"/>
                  <a:pt x="299444" y="614575"/>
                  <a:pt x="306231" y="591376"/>
                </a:cubicBezTo>
                <a:cubicBezTo>
                  <a:pt x="313019" y="568178"/>
                  <a:pt x="325350" y="544240"/>
                  <a:pt x="328562" y="519437"/>
                </a:cubicBezTo>
                <a:cubicBezTo>
                  <a:pt x="331775" y="494634"/>
                  <a:pt x="327045" y="467655"/>
                  <a:pt x="325508" y="442557"/>
                </a:cubicBezTo>
                <a:cubicBezTo>
                  <a:pt x="323972" y="417458"/>
                  <a:pt x="319129" y="393241"/>
                  <a:pt x="319342" y="368847"/>
                </a:cubicBezTo>
                <a:cubicBezTo>
                  <a:pt x="319556" y="344454"/>
                  <a:pt x="328193" y="319633"/>
                  <a:pt x="326788" y="296197"/>
                </a:cubicBezTo>
                <a:cubicBezTo>
                  <a:pt x="325383" y="272761"/>
                  <a:pt x="322844" y="248474"/>
                  <a:pt x="310910" y="228229"/>
                </a:cubicBezTo>
                <a:cubicBezTo>
                  <a:pt x="298977" y="207984"/>
                  <a:pt x="273643" y="191226"/>
                  <a:pt x="255186" y="174725"/>
                </a:cubicBezTo>
                <a:cubicBezTo>
                  <a:pt x="236729" y="158224"/>
                  <a:pt x="214404" y="144906"/>
                  <a:pt x="200167" y="129225"/>
                </a:cubicBezTo>
                <a:cubicBezTo>
                  <a:pt x="185930" y="113543"/>
                  <a:pt x="179591" y="96434"/>
                  <a:pt x="169764" y="80637"/>
                </a:cubicBezTo>
                <a:cubicBezTo>
                  <a:pt x="159937" y="64841"/>
                  <a:pt x="153110" y="46536"/>
                  <a:pt x="141203" y="34445"/>
                </a:cubicBezTo>
                <a:cubicBezTo>
                  <a:pt x="129297" y="22353"/>
                  <a:pt x="105470" y="12482"/>
                  <a:pt x="98323" y="8089"/>
                </a:cubicBezTo>
                <a:cubicBezTo>
                  <a:pt x="91176" y="3696"/>
                  <a:pt x="98880" y="0"/>
                  <a:pt x="98323" y="8089"/>
                </a:cubicBezTo>
                <a:cubicBezTo>
                  <a:pt x="97767" y="16178"/>
                  <a:pt x="96235" y="39064"/>
                  <a:pt x="94985" y="56623"/>
                </a:cubicBezTo>
                <a:cubicBezTo>
                  <a:pt x="93736" y="74182"/>
                  <a:pt x="92333" y="94712"/>
                  <a:pt x="90826" y="113443"/>
                </a:cubicBezTo>
                <a:cubicBezTo>
                  <a:pt x="89319" y="132173"/>
                  <a:pt x="87058" y="150871"/>
                  <a:pt x="85942" y="169005"/>
                </a:cubicBezTo>
                <a:cubicBezTo>
                  <a:pt x="84826" y="187139"/>
                  <a:pt x="85178" y="204527"/>
                  <a:pt x="84131" y="222246"/>
                </a:cubicBezTo>
                <a:cubicBezTo>
                  <a:pt x="83084" y="239965"/>
                  <a:pt x="81551" y="257698"/>
                  <a:pt x="79661" y="275319"/>
                </a:cubicBezTo>
                <a:cubicBezTo>
                  <a:pt x="77771" y="292940"/>
                  <a:pt x="73014" y="310665"/>
                  <a:pt x="72793" y="327971"/>
                </a:cubicBezTo>
                <a:cubicBezTo>
                  <a:pt x="72572" y="345277"/>
                  <a:pt x="72594" y="361647"/>
                  <a:pt x="78336" y="379155"/>
                </a:cubicBezTo>
                <a:cubicBezTo>
                  <a:pt x="84077" y="396663"/>
                  <a:pt x="96392" y="413795"/>
                  <a:pt x="107242" y="433018"/>
                </a:cubicBezTo>
                <a:cubicBezTo>
                  <a:pt x="118092" y="452242"/>
                  <a:pt x="135339" y="473722"/>
                  <a:pt x="143436" y="494495"/>
                </a:cubicBezTo>
                <a:cubicBezTo>
                  <a:pt x="151534" y="515268"/>
                  <a:pt x="157604" y="538210"/>
                  <a:pt x="155827" y="557658"/>
                </a:cubicBezTo>
                <a:cubicBezTo>
                  <a:pt x="154050" y="577106"/>
                  <a:pt x="143314" y="595183"/>
                  <a:pt x="132774" y="611182"/>
                </a:cubicBezTo>
                <a:cubicBezTo>
                  <a:pt x="122234" y="627180"/>
                  <a:pt x="104961" y="639981"/>
                  <a:pt x="92587" y="653648"/>
                </a:cubicBezTo>
                <a:cubicBezTo>
                  <a:pt x="80213" y="667315"/>
                  <a:pt x="67945" y="679669"/>
                  <a:pt x="58531" y="693184"/>
                </a:cubicBezTo>
                <a:cubicBezTo>
                  <a:pt x="49117" y="706698"/>
                  <a:pt x="42777" y="720682"/>
                  <a:pt x="36104" y="734734"/>
                </a:cubicBezTo>
                <a:cubicBezTo>
                  <a:pt x="29431" y="748786"/>
                  <a:pt x="23672" y="762969"/>
                  <a:pt x="18492" y="777497"/>
                </a:cubicBezTo>
                <a:cubicBezTo>
                  <a:pt x="13311" y="792025"/>
                  <a:pt x="7820" y="806065"/>
                  <a:pt x="5020" y="821904"/>
                </a:cubicBezTo>
                <a:cubicBezTo>
                  <a:pt x="2220" y="837743"/>
                  <a:pt x="0" y="854568"/>
                  <a:pt x="1692" y="872533"/>
                </a:cubicBezTo>
                <a:cubicBezTo>
                  <a:pt x="3385" y="890498"/>
                  <a:pt x="12928" y="920168"/>
                  <a:pt x="15175" y="929695"/>
                </a:cubicBezTo>
                <a:cubicBezTo>
                  <a:pt x="17422" y="939222"/>
                  <a:pt x="8280" y="933221"/>
                  <a:pt x="15175" y="929695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01"/>
                </a:srgbClr>
              </a:gs>
              <a:gs pos="18000">
                <a:srgbClr val="767676">
                  <a:alpha val="3108"/>
                </a:srgbClr>
              </a:gs>
              <a:gs pos="48000">
                <a:srgbClr val="767676">
                  <a:alpha val="5013"/>
                </a:srgbClr>
              </a:gs>
              <a:gs pos="78000">
                <a:srgbClr val="767676">
                  <a:alpha val="3760"/>
                </a:srgbClr>
              </a:gs>
              <a:gs pos="100000">
                <a:srgbClr val="767676">
                  <a:alpha val="226"/>
                </a:srgbClr>
              </a:gs>
            </a:gsLst>
            <a:lin ang="16567825" scaled="0"/>
          </a:gradFill>
          <a:ln w="0">
            <a:noFill/>
            <a:prstDash val="solid"/>
          </a:ln>
        </p:spPr>
      </p:sp>
      <p:sp>
        <p:nvSpPr>
          <p:cNvPr id="254" name="PANEL_01-intermittent-gas-wisp-4-feather-2_36">
            <a:extLst>
              <a:ext uri="{FF2B5EF4-FFF2-40B4-BE49-F238E27FC236}">
                <a16:creationId xmlns:a16="http://schemas.microsoft.com/office/drawing/2014/main" id="{70D16FB7-B4E9-4C7E-8D40-6BF6890E3450}"/>
              </a:ext>
            </a:extLst>
          </p:cNvPr>
          <p:cNvSpPr>
            <a:spLocks/>
          </p:cNvSpPr>
          <p:nvPr/>
        </p:nvSpPr>
        <p:spPr>
          <a:xfrm>
            <a:off x="10818532" y="2616776"/>
            <a:ext cx="274825" cy="893234"/>
          </a:xfrm>
          <a:custGeom>
            <a:pathLst>
              <a:path w="288530" h="937778">
                <a:moveTo>
                  <a:pt x="5567" y="929226"/>
                </a:moveTo>
                <a:cubicBezTo>
                  <a:pt x="11134" y="924828"/>
                  <a:pt x="27539" y="912809"/>
                  <a:pt x="38969" y="902839"/>
                </a:cubicBezTo>
                <a:cubicBezTo>
                  <a:pt x="50399" y="892870"/>
                  <a:pt x="61459" y="880502"/>
                  <a:pt x="74146" y="869410"/>
                </a:cubicBezTo>
                <a:cubicBezTo>
                  <a:pt x="86833" y="858318"/>
                  <a:pt x="99038" y="846753"/>
                  <a:pt x="115090" y="836286"/>
                </a:cubicBezTo>
                <a:cubicBezTo>
                  <a:pt x="131141" y="825819"/>
                  <a:pt x="152685" y="817764"/>
                  <a:pt x="170455" y="806609"/>
                </a:cubicBezTo>
                <a:cubicBezTo>
                  <a:pt x="188225" y="795454"/>
                  <a:pt x="209489" y="784787"/>
                  <a:pt x="221709" y="769358"/>
                </a:cubicBezTo>
                <a:cubicBezTo>
                  <a:pt x="233929" y="753929"/>
                  <a:pt x="238976" y="733984"/>
                  <a:pt x="243773" y="714036"/>
                </a:cubicBezTo>
                <a:cubicBezTo>
                  <a:pt x="248571" y="694088"/>
                  <a:pt x="246341" y="671237"/>
                  <a:pt x="250492" y="649671"/>
                </a:cubicBezTo>
                <a:cubicBezTo>
                  <a:pt x="254642" y="628106"/>
                  <a:pt x="262725" y="607161"/>
                  <a:pt x="268676" y="584642"/>
                </a:cubicBezTo>
                <a:cubicBezTo>
                  <a:pt x="274627" y="562122"/>
                  <a:pt x="283868" y="538556"/>
                  <a:pt x="286199" y="514555"/>
                </a:cubicBezTo>
                <a:cubicBezTo>
                  <a:pt x="288530" y="490553"/>
                  <a:pt x="284643" y="464745"/>
                  <a:pt x="282664" y="440635"/>
                </a:cubicBezTo>
                <a:cubicBezTo>
                  <a:pt x="280684" y="416525"/>
                  <a:pt x="275741" y="393147"/>
                  <a:pt x="274321" y="369893"/>
                </a:cubicBezTo>
                <a:cubicBezTo>
                  <a:pt x="272901" y="346639"/>
                  <a:pt x="276908" y="323322"/>
                  <a:pt x="274144" y="301111"/>
                </a:cubicBezTo>
                <a:cubicBezTo>
                  <a:pt x="271380" y="278901"/>
                  <a:pt x="267688" y="256332"/>
                  <a:pt x="257736" y="236631"/>
                </a:cubicBezTo>
                <a:cubicBezTo>
                  <a:pt x="247785" y="216931"/>
                  <a:pt x="228667" y="199830"/>
                  <a:pt x="214433" y="182909"/>
                </a:cubicBezTo>
                <a:cubicBezTo>
                  <a:pt x="200199" y="165987"/>
                  <a:pt x="183491" y="151349"/>
                  <a:pt x="172333" y="135103"/>
                </a:cubicBezTo>
                <a:cubicBezTo>
                  <a:pt x="161174" y="118857"/>
                  <a:pt x="155666" y="101621"/>
                  <a:pt x="147484" y="85434"/>
                </a:cubicBezTo>
                <a:cubicBezTo>
                  <a:pt x="139302" y="69248"/>
                  <a:pt x="133037" y="50953"/>
                  <a:pt x="123242" y="37984"/>
                </a:cubicBezTo>
                <a:cubicBezTo>
                  <a:pt x="113447" y="25015"/>
                  <a:pt x="94470" y="12680"/>
                  <a:pt x="88715" y="7620"/>
                </a:cubicBezTo>
                <a:cubicBezTo>
                  <a:pt x="82961" y="2559"/>
                  <a:pt x="88294" y="0"/>
                  <a:pt x="88715" y="7620"/>
                </a:cubicBezTo>
                <a:cubicBezTo>
                  <a:pt x="89137" y="15239"/>
                  <a:pt x="90558" y="36584"/>
                  <a:pt x="91245" y="53338"/>
                </a:cubicBezTo>
                <a:cubicBezTo>
                  <a:pt x="91931" y="70092"/>
                  <a:pt x="92499" y="89928"/>
                  <a:pt x="92834" y="108146"/>
                </a:cubicBezTo>
                <a:cubicBezTo>
                  <a:pt x="93169" y="126364"/>
                  <a:pt x="92725" y="144700"/>
                  <a:pt x="93254" y="162644"/>
                </a:cubicBezTo>
                <a:cubicBezTo>
                  <a:pt x="93783" y="180587"/>
                  <a:pt x="95279" y="198043"/>
                  <a:pt x="96010" y="215808"/>
                </a:cubicBezTo>
                <a:cubicBezTo>
                  <a:pt x="96741" y="233573"/>
                  <a:pt x="97259" y="251349"/>
                  <a:pt x="97641" y="269232"/>
                </a:cubicBezTo>
                <a:cubicBezTo>
                  <a:pt x="98023" y="287116"/>
                  <a:pt x="96663" y="305143"/>
                  <a:pt x="98301" y="323109"/>
                </a:cubicBezTo>
                <a:cubicBezTo>
                  <a:pt x="99940" y="341075"/>
                  <a:pt x="101928" y="358542"/>
                  <a:pt x="107471" y="377029"/>
                </a:cubicBezTo>
                <a:cubicBezTo>
                  <a:pt x="113013" y="395516"/>
                  <a:pt x="123129" y="413988"/>
                  <a:pt x="131556" y="434032"/>
                </a:cubicBezTo>
                <a:cubicBezTo>
                  <a:pt x="139984" y="454075"/>
                  <a:pt x="152536" y="476076"/>
                  <a:pt x="158035" y="497287"/>
                </a:cubicBezTo>
                <a:cubicBezTo>
                  <a:pt x="163534" y="518498"/>
                  <a:pt x="167033" y="541375"/>
                  <a:pt x="164550" y="561298"/>
                </a:cubicBezTo>
                <a:cubicBezTo>
                  <a:pt x="162067" y="581221"/>
                  <a:pt x="152681" y="599976"/>
                  <a:pt x="143138" y="616824"/>
                </a:cubicBezTo>
                <a:cubicBezTo>
                  <a:pt x="133596" y="633671"/>
                  <a:pt x="118784" y="647864"/>
                  <a:pt x="107294" y="662381"/>
                </a:cubicBezTo>
                <a:cubicBezTo>
                  <a:pt x="95804" y="676898"/>
                  <a:pt x="83938" y="690073"/>
                  <a:pt x="74197" y="703926"/>
                </a:cubicBezTo>
                <a:cubicBezTo>
                  <a:pt x="64456" y="717778"/>
                  <a:pt x="56641" y="731588"/>
                  <a:pt x="48847" y="745497"/>
                </a:cubicBezTo>
                <a:cubicBezTo>
                  <a:pt x="41053" y="759406"/>
                  <a:pt x="33898" y="773234"/>
                  <a:pt x="27436" y="787379"/>
                </a:cubicBezTo>
                <a:cubicBezTo>
                  <a:pt x="20974" y="801524"/>
                  <a:pt x="14483" y="815281"/>
                  <a:pt x="10076" y="830370"/>
                </a:cubicBezTo>
                <a:cubicBezTo>
                  <a:pt x="5669" y="845459"/>
                  <a:pt x="1745" y="861436"/>
                  <a:pt x="994" y="877912"/>
                </a:cubicBezTo>
                <a:cubicBezTo>
                  <a:pt x="243" y="894388"/>
                  <a:pt x="4805" y="920674"/>
                  <a:pt x="5567" y="929226"/>
                </a:cubicBezTo>
                <a:cubicBezTo>
                  <a:pt x="6329" y="937778"/>
                  <a:pt x="0" y="933624"/>
                  <a:pt x="5567" y="929226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57"/>
                </a:srgbClr>
              </a:gs>
              <a:gs pos="18000">
                <a:srgbClr val="767676">
                  <a:alpha val="3988"/>
                </a:srgbClr>
              </a:gs>
              <a:gs pos="48000">
                <a:srgbClr val="767676">
                  <a:alpha val="6433"/>
                </a:srgbClr>
              </a:gs>
              <a:gs pos="78000">
                <a:srgbClr val="767676">
                  <a:alpha val="4825"/>
                </a:srgbClr>
              </a:gs>
              <a:gs pos="100000">
                <a:srgbClr val="767676">
                  <a:alpha val="289"/>
                </a:srgbClr>
              </a:gs>
            </a:gsLst>
            <a:lin ang="16567825" scaled="0"/>
          </a:gradFill>
          <a:ln w="0">
            <a:noFill/>
            <a:prstDash val="solid"/>
          </a:ln>
        </p:spPr>
      </p:sp>
      <p:sp>
        <p:nvSpPr>
          <p:cNvPr id="255" name="PANEL_01-intermittent-gas-wisp-24-feather-0_37">
            <a:extLst>
              <a:ext uri="{FF2B5EF4-FFF2-40B4-BE49-F238E27FC236}">
                <a16:creationId xmlns:a16="http://schemas.microsoft.com/office/drawing/2014/main" id="{9EB11D77-5C9E-43A1-A195-EA3936B04D12}"/>
              </a:ext>
            </a:extLst>
          </p:cNvPr>
          <p:cNvSpPr>
            <a:spLocks/>
          </p:cNvSpPr>
          <p:nvPr/>
        </p:nvSpPr>
        <p:spPr>
          <a:xfrm>
            <a:off x="10095613" y="2934535"/>
            <a:ext cx="204925" cy="175687"/>
          </a:xfrm>
          <a:custGeom>
            <a:pathLst>
              <a:path w="215144" h="184448">
                <a:moveTo>
                  <a:pt x="23448" y="177809"/>
                </a:moveTo>
                <a:cubicBezTo>
                  <a:pt x="28945" y="177493"/>
                  <a:pt x="46079" y="176301"/>
                  <a:pt x="56430" y="175914"/>
                </a:cubicBezTo>
                <a:cubicBezTo>
                  <a:pt x="66781" y="175527"/>
                  <a:pt x="75664" y="175577"/>
                  <a:pt x="85554" y="175488"/>
                </a:cubicBezTo>
                <a:cubicBezTo>
                  <a:pt x="95444" y="175398"/>
                  <a:pt x="104355" y="174511"/>
                  <a:pt x="115770" y="175375"/>
                </a:cubicBezTo>
                <a:cubicBezTo>
                  <a:pt x="127185" y="176240"/>
                  <a:pt x="142964" y="180199"/>
                  <a:pt x="154043" y="180672"/>
                </a:cubicBezTo>
                <a:cubicBezTo>
                  <a:pt x="165123" y="181146"/>
                  <a:pt x="178067" y="182486"/>
                  <a:pt x="182245" y="178215"/>
                </a:cubicBezTo>
                <a:cubicBezTo>
                  <a:pt x="186423" y="173945"/>
                  <a:pt x="181674" y="163324"/>
                  <a:pt x="179112" y="155049"/>
                </a:cubicBezTo>
                <a:cubicBezTo>
                  <a:pt x="176549" y="146774"/>
                  <a:pt x="167047" y="134703"/>
                  <a:pt x="166871" y="128566"/>
                </a:cubicBezTo>
                <a:cubicBezTo>
                  <a:pt x="166695" y="122429"/>
                  <a:pt x="172704" y="120770"/>
                  <a:pt x="178055" y="118226"/>
                </a:cubicBezTo>
                <a:cubicBezTo>
                  <a:pt x="183407" y="115682"/>
                  <a:pt x="194841" y="116141"/>
                  <a:pt x="198979" y="113301"/>
                </a:cubicBezTo>
                <a:cubicBezTo>
                  <a:pt x="203118" y="110461"/>
                  <a:pt x="202150" y="105170"/>
                  <a:pt x="202886" y="101188"/>
                </a:cubicBezTo>
                <a:cubicBezTo>
                  <a:pt x="203622" y="97205"/>
                  <a:pt x="201550" y="92397"/>
                  <a:pt x="203393" y="89407"/>
                </a:cubicBezTo>
                <a:cubicBezTo>
                  <a:pt x="205237" y="86417"/>
                  <a:pt x="213044" y="85919"/>
                  <a:pt x="213946" y="83249"/>
                </a:cubicBezTo>
                <a:cubicBezTo>
                  <a:pt x="214849" y="80578"/>
                  <a:pt x="215144" y="77373"/>
                  <a:pt x="208808" y="73382"/>
                </a:cubicBezTo>
                <a:cubicBezTo>
                  <a:pt x="202471" y="69390"/>
                  <a:pt x="186094" y="62528"/>
                  <a:pt x="175928" y="59299"/>
                </a:cubicBezTo>
                <a:cubicBezTo>
                  <a:pt x="165762" y="56071"/>
                  <a:pt x="153312" y="54072"/>
                  <a:pt x="147812" y="54010"/>
                </a:cubicBezTo>
                <a:cubicBezTo>
                  <a:pt x="142313" y="53947"/>
                  <a:pt x="144572" y="57083"/>
                  <a:pt x="142932" y="58924"/>
                </a:cubicBezTo>
                <a:cubicBezTo>
                  <a:pt x="141292" y="60765"/>
                  <a:pt x="143360" y="65791"/>
                  <a:pt x="137974" y="65057"/>
                </a:cubicBezTo>
                <a:cubicBezTo>
                  <a:pt x="132588" y="64323"/>
                  <a:pt x="115177" y="56276"/>
                  <a:pt x="110618" y="54519"/>
                </a:cubicBezTo>
                <a:cubicBezTo>
                  <a:pt x="106059" y="52763"/>
                  <a:pt x="113732" y="53307"/>
                  <a:pt x="110618" y="54519"/>
                </a:cubicBezTo>
                <a:cubicBezTo>
                  <a:pt x="107504" y="55732"/>
                  <a:pt x="97817" y="62645"/>
                  <a:pt x="91933" y="61792"/>
                </a:cubicBezTo>
                <a:cubicBezTo>
                  <a:pt x="86049" y="60939"/>
                  <a:pt x="80409" y="53735"/>
                  <a:pt x="75312" y="49399"/>
                </a:cubicBezTo>
                <a:cubicBezTo>
                  <a:pt x="70216" y="45063"/>
                  <a:pt x="65696" y="39948"/>
                  <a:pt x="61352" y="35775"/>
                </a:cubicBezTo>
                <a:cubicBezTo>
                  <a:pt x="57009" y="31602"/>
                  <a:pt x="54166" y="27944"/>
                  <a:pt x="49253" y="24362"/>
                </a:cubicBezTo>
                <a:cubicBezTo>
                  <a:pt x="44339" y="20780"/>
                  <a:pt x="38313" y="17596"/>
                  <a:pt x="31869" y="14282"/>
                </a:cubicBezTo>
                <a:cubicBezTo>
                  <a:pt x="25425" y="10969"/>
                  <a:pt x="15790" y="6706"/>
                  <a:pt x="10588" y="4481"/>
                </a:cubicBezTo>
                <a:cubicBezTo>
                  <a:pt x="5386" y="2257"/>
                  <a:pt x="0" y="0"/>
                  <a:pt x="655" y="936"/>
                </a:cubicBezTo>
                <a:cubicBezTo>
                  <a:pt x="1310" y="1872"/>
                  <a:pt x="7546" y="5138"/>
                  <a:pt x="14517" y="10098"/>
                </a:cubicBezTo>
                <a:cubicBezTo>
                  <a:pt x="21489" y="15058"/>
                  <a:pt x="34702" y="23721"/>
                  <a:pt x="42483" y="30695"/>
                </a:cubicBezTo>
                <a:cubicBezTo>
                  <a:pt x="50265" y="37670"/>
                  <a:pt x="58340" y="46467"/>
                  <a:pt x="61205" y="51943"/>
                </a:cubicBezTo>
                <a:cubicBezTo>
                  <a:pt x="64069" y="57418"/>
                  <a:pt x="62245" y="60665"/>
                  <a:pt x="59672" y="63547"/>
                </a:cubicBezTo>
                <a:cubicBezTo>
                  <a:pt x="57099" y="66430"/>
                  <a:pt x="50237" y="67002"/>
                  <a:pt x="45769" y="69237"/>
                </a:cubicBezTo>
                <a:cubicBezTo>
                  <a:pt x="41300" y="71472"/>
                  <a:pt x="36524" y="73826"/>
                  <a:pt x="32859" y="76958"/>
                </a:cubicBezTo>
                <a:cubicBezTo>
                  <a:pt x="29195" y="80090"/>
                  <a:pt x="26850" y="84175"/>
                  <a:pt x="23780" y="88030"/>
                </a:cubicBezTo>
                <a:cubicBezTo>
                  <a:pt x="20711" y="91885"/>
                  <a:pt x="17236" y="95635"/>
                  <a:pt x="14442" y="100088"/>
                </a:cubicBezTo>
                <a:cubicBezTo>
                  <a:pt x="11647" y="104541"/>
                  <a:pt x="7889" y="108433"/>
                  <a:pt x="7013" y="114747"/>
                </a:cubicBezTo>
                <a:cubicBezTo>
                  <a:pt x="6137" y="121061"/>
                  <a:pt x="6445" y="127461"/>
                  <a:pt x="9185" y="137971"/>
                </a:cubicBezTo>
                <a:cubicBezTo>
                  <a:pt x="11924" y="148481"/>
                  <a:pt x="21071" y="171169"/>
                  <a:pt x="23448" y="177809"/>
                </a:cubicBezTo>
                <a:cubicBezTo>
                  <a:pt x="25825" y="184448"/>
                  <a:pt x="17951" y="178124"/>
                  <a:pt x="23448" y="177809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90"/>
                </a:srgbClr>
              </a:gs>
              <a:gs pos="18000">
                <a:srgbClr val="919191">
                  <a:alpha val="1399"/>
                </a:srgbClr>
              </a:gs>
              <a:gs pos="48000">
                <a:srgbClr val="919191">
                  <a:alpha val="2256"/>
                </a:srgbClr>
              </a:gs>
              <a:gs pos="78000">
                <a:srgbClr val="919191">
                  <a:alpha val="1692"/>
                </a:srgbClr>
              </a:gs>
              <a:gs pos="100000">
                <a:srgbClr val="919191">
                  <a:alpha val="102"/>
                </a:srgbClr>
              </a:gs>
            </a:gsLst>
            <a:lin ang="17723344" scaled="0"/>
          </a:gradFill>
          <a:ln w="0">
            <a:noFill/>
            <a:prstDash val="solid"/>
          </a:ln>
        </p:spPr>
      </p:sp>
      <p:sp>
        <p:nvSpPr>
          <p:cNvPr id="256" name="PANEL_01-intermittent-gas-wisp-24-feather-1_38">
            <a:extLst>
              <a:ext uri="{FF2B5EF4-FFF2-40B4-BE49-F238E27FC236}">
                <a16:creationId xmlns:a16="http://schemas.microsoft.com/office/drawing/2014/main" id="{FD13953E-A7DC-4363-97F4-545222C321C1}"/>
              </a:ext>
            </a:extLst>
          </p:cNvPr>
          <p:cNvSpPr>
            <a:spLocks/>
          </p:cNvSpPr>
          <p:nvPr/>
        </p:nvSpPr>
        <p:spPr>
          <a:xfrm>
            <a:off x="10108262" y="2943525"/>
            <a:ext cx="167808" cy="166004"/>
          </a:xfrm>
          <a:custGeom>
            <a:pathLst>
              <a:path w="176176" h="174282">
                <a:moveTo>
                  <a:pt x="10168" y="168371"/>
                </a:moveTo>
                <a:cubicBezTo>
                  <a:pt x="14839" y="167392"/>
                  <a:pt x="29329" y="164032"/>
                  <a:pt x="38195" y="162497"/>
                </a:cubicBezTo>
                <a:cubicBezTo>
                  <a:pt x="47061" y="160962"/>
                  <a:pt x="54745" y="160143"/>
                  <a:pt x="63366" y="159160"/>
                </a:cubicBezTo>
                <a:cubicBezTo>
                  <a:pt x="71987" y="158177"/>
                  <a:pt x="79975" y="156687"/>
                  <a:pt x="89921" y="156599"/>
                </a:cubicBezTo>
                <a:cubicBezTo>
                  <a:pt x="99868" y="156511"/>
                  <a:pt x="113325" y="158945"/>
                  <a:pt x="123044" y="158633"/>
                </a:cubicBezTo>
                <a:cubicBezTo>
                  <a:pt x="132764" y="158321"/>
                  <a:pt x="143994" y="158756"/>
                  <a:pt x="148238" y="154728"/>
                </a:cubicBezTo>
                <a:cubicBezTo>
                  <a:pt x="152483" y="150700"/>
                  <a:pt x="149753" y="141692"/>
                  <a:pt x="148511" y="134465"/>
                </a:cubicBezTo>
                <a:cubicBezTo>
                  <a:pt x="147270" y="127237"/>
                  <a:pt x="140495" y="117014"/>
                  <a:pt x="140791" y="111364"/>
                </a:cubicBezTo>
                <a:cubicBezTo>
                  <a:pt x="141086" y="105714"/>
                  <a:pt x="145998" y="103506"/>
                  <a:pt x="150283" y="100567"/>
                </a:cubicBezTo>
                <a:cubicBezTo>
                  <a:pt x="154569" y="97628"/>
                  <a:pt x="163433" y="96885"/>
                  <a:pt x="166503" y="93730"/>
                </a:cubicBezTo>
                <a:cubicBezTo>
                  <a:pt x="169574" y="90576"/>
                  <a:pt x="168451" y="85542"/>
                  <a:pt x="168707" y="81643"/>
                </a:cubicBezTo>
                <a:cubicBezTo>
                  <a:pt x="168962" y="77744"/>
                  <a:pt x="166905" y="73266"/>
                  <a:pt x="168037" y="70335"/>
                </a:cubicBezTo>
                <a:cubicBezTo>
                  <a:pt x="169169" y="67405"/>
                  <a:pt x="174963" y="66479"/>
                  <a:pt x="175500" y="64063"/>
                </a:cubicBezTo>
                <a:cubicBezTo>
                  <a:pt x="176037" y="61647"/>
                  <a:pt x="176176" y="58970"/>
                  <a:pt x="171257" y="55837"/>
                </a:cubicBezTo>
                <a:cubicBezTo>
                  <a:pt x="166339" y="52705"/>
                  <a:pt x="153722" y="47484"/>
                  <a:pt x="145987" y="45266"/>
                </a:cubicBezTo>
                <a:cubicBezTo>
                  <a:pt x="138252" y="43048"/>
                  <a:pt x="128854" y="42007"/>
                  <a:pt x="124846" y="42529"/>
                </a:cubicBezTo>
                <a:cubicBezTo>
                  <a:pt x="120838" y="43051"/>
                  <a:pt x="122957" y="46288"/>
                  <a:pt x="121938" y="48400"/>
                </a:cubicBezTo>
                <a:cubicBezTo>
                  <a:pt x="120919" y="50511"/>
                  <a:pt x="122831" y="55749"/>
                  <a:pt x="118731" y="55196"/>
                </a:cubicBezTo>
                <a:cubicBezTo>
                  <a:pt x="114631" y="54643"/>
                  <a:pt x="100903" y="46767"/>
                  <a:pt x="97338" y="45082"/>
                </a:cubicBezTo>
                <a:cubicBezTo>
                  <a:pt x="93773" y="43396"/>
                  <a:pt x="99758" y="43820"/>
                  <a:pt x="97338" y="45082"/>
                </a:cubicBezTo>
                <a:cubicBezTo>
                  <a:pt x="94918" y="46343"/>
                  <a:pt x="87509" y="53335"/>
                  <a:pt x="82819" y="52649"/>
                </a:cubicBezTo>
                <a:cubicBezTo>
                  <a:pt x="78128" y="51964"/>
                  <a:pt x="73430" y="45027"/>
                  <a:pt x="69195" y="40970"/>
                </a:cubicBezTo>
                <a:cubicBezTo>
                  <a:pt x="64960" y="36913"/>
                  <a:pt x="61076" y="32132"/>
                  <a:pt x="57407" y="28306"/>
                </a:cubicBezTo>
                <a:cubicBezTo>
                  <a:pt x="53738" y="24480"/>
                  <a:pt x="51207" y="21110"/>
                  <a:pt x="47180" y="18015"/>
                </a:cubicBezTo>
                <a:cubicBezTo>
                  <a:pt x="43153" y="14921"/>
                  <a:pt x="38295" y="12305"/>
                  <a:pt x="33245" y="9740"/>
                </a:cubicBezTo>
                <a:cubicBezTo>
                  <a:pt x="28195" y="7175"/>
                  <a:pt x="20771" y="4027"/>
                  <a:pt x="16881" y="2625"/>
                </a:cubicBezTo>
                <a:cubicBezTo>
                  <a:pt x="12990" y="1223"/>
                  <a:pt x="9085" y="0"/>
                  <a:pt x="9901" y="1328"/>
                </a:cubicBezTo>
                <a:cubicBezTo>
                  <a:pt x="10717" y="2656"/>
                  <a:pt x="16023" y="5931"/>
                  <a:pt x="21779" y="10593"/>
                </a:cubicBezTo>
                <a:cubicBezTo>
                  <a:pt x="27535" y="15255"/>
                  <a:pt x="38210" y="22919"/>
                  <a:pt x="44437" y="29298"/>
                </a:cubicBezTo>
                <a:cubicBezTo>
                  <a:pt x="50663" y="35677"/>
                  <a:pt x="57017" y="43641"/>
                  <a:pt x="59140" y="48867"/>
                </a:cubicBezTo>
                <a:cubicBezTo>
                  <a:pt x="61263" y="54092"/>
                  <a:pt x="59614" y="57539"/>
                  <a:pt x="57175" y="60650"/>
                </a:cubicBezTo>
                <a:cubicBezTo>
                  <a:pt x="54736" y="63760"/>
                  <a:pt x="48747" y="65015"/>
                  <a:pt x="44504" y="67531"/>
                </a:cubicBezTo>
                <a:cubicBezTo>
                  <a:pt x="40261" y="70048"/>
                  <a:pt x="35562" y="72608"/>
                  <a:pt x="31718" y="75748"/>
                </a:cubicBezTo>
                <a:cubicBezTo>
                  <a:pt x="27874" y="78888"/>
                  <a:pt x="24911" y="82684"/>
                  <a:pt x="21439" y="86372"/>
                </a:cubicBezTo>
                <a:cubicBezTo>
                  <a:pt x="17967" y="90059"/>
                  <a:pt x="14108" y="93639"/>
                  <a:pt x="10885" y="97874"/>
                </a:cubicBezTo>
                <a:cubicBezTo>
                  <a:pt x="7663" y="102109"/>
                  <a:pt x="3694" y="105945"/>
                  <a:pt x="2104" y="111783"/>
                </a:cubicBezTo>
                <a:cubicBezTo>
                  <a:pt x="514" y="117621"/>
                  <a:pt x="0" y="123470"/>
                  <a:pt x="1344" y="132901"/>
                </a:cubicBezTo>
                <a:cubicBezTo>
                  <a:pt x="2688" y="142333"/>
                  <a:pt x="8697" y="162459"/>
                  <a:pt x="10168" y="168371"/>
                </a:cubicBezTo>
                <a:cubicBezTo>
                  <a:pt x="11638" y="174282"/>
                  <a:pt x="5496" y="169350"/>
                  <a:pt x="10168" y="168371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21"/>
                </a:srgbClr>
              </a:gs>
              <a:gs pos="18000">
                <a:srgbClr val="767676">
                  <a:alpha val="1865"/>
                </a:srgbClr>
              </a:gs>
              <a:gs pos="48000">
                <a:srgbClr val="767676">
                  <a:alpha val="3007"/>
                </a:srgbClr>
              </a:gs>
              <a:gs pos="78000">
                <a:srgbClr val="767676">
                  <a:alpha val="2256"/>
                </a:srgbClr>
              </a:gs>
              <a:gs pos="100000">
                <a:srgbClr val="767676">
                  <a:alpha val="136"/>
                </a:srgbClr>
              </a:gs>
            </a:gsLst>
            <a:lin ang="17723344" scaled="0"/>
          </a:gradFill>
          <a:ln w="0">
            <a:noFill/>
            <a:prstDash val="solid"/>
          </a:ln>
        </p:spPr>
      </p:sp>
      <p:sp>
        <p:nvSpPr>
          <p:cNvPr id="257" name="PANEL_01-intermittent-gas-wisp-24-feather-2_39">
            <a:extLst>
              <a:ext uri="{FF2B5EF4-FFF2-40B4-BE49-F238E27FC236}">
                <a16:creationId xmlns:a16="http://schemas.microsoft.com/office/drawing/2014/main" id="{D88FCD5C-53E0-4A4A-B491-40D0EDDEFB1C}"/>
              </a:ext>
            </a:extLst>
          </p:cNvPr>
          <p:cNvSpPr>
            <a:spLocks/>
          </p:cNvSpPr>
          <p:nvPr/>
        </p:nvSpPr>
        <p:spPr>
          <a:xfrm>
            <a:off x="10114355" y="2953332"/>
            <a:ext cx="135052" cy="155440"/>
          </a:xfrm>
          <a:custGeom>
            <a:pathLst>
              <a:path w="141787" h="163192">
                <a:moveTo>
                  <a:pt x="3770" y="158075"/>
                </a:moveTo>
                <a:cubicBezTo>
                  <a:pt x="7541" y="156372"/>
                  <a:pt x="19147" y="150648"/>
                  <a:pt x="26393" y="147861"/>
                </a:cubicBezTo>
                <a:cubicBezTo>
                  <a:pt x="33640" y="145073"/>
                  <a:pt x="40014" y="143306"/>
                  <a:pt x="47251" y="141349"/>
                </a:cubicBezTo>
                <a:cubicBezTo>
                  <a:pt x="54487" y="139391"/>
                  <a:pt x="61468" y="137242"/>
                  <a:pt x="69813" y="136115"/>
                </a:cubicBezTo>
                <a:cubicBezTo>
                  <a:pt x="78157" y="134989"/>
                  <a:pt x="89081" y="135758"/>
                  <a:pt x="97318" y="134590"/>
                </a:cubicBezTo>
                <a:cubicBezTo>
                  <a:pt x="105554" y="133422"/>
                  <a:pt x="114914" y="132870"/>
                  <a:pt x="119231" y="129106"/>
                </a:cubicBezTo>
                <a:cubicBezTo>
                  <a:pt x="123548" y="125343"/>
                  <a:pt x="123020" y="118094"/>
                  <a:pt x="123220" y="112009"/>
                </a:cubicBezTo>
                <a:cubicBezTo>
                  <a:pt x="123419" y="105925"/>
                  <a:pt x="119620" y="97716"/>
                  <a:pt x="120429" y="92598"/>
                </a:cubicBezTo>
                <a:cubicBezTo>
                  <a:pt x="121239" y="87481"/>
                  <a:pt x="124954" y="84673"/>
                  <a:pt x="128077" y="81304"/>
                </a:cubicBezTo>
                <a:cubicBezTo>
                  <a:pt x="131200" y="77934"/>
                  <a:pt x="137260" y="75878"/>
                  <a:pt x="139165" y="72381"/>
                </a:cubicBezTo>
                <a:cubicBezTo>
                  <a:pt x="141071" y="68884"/>
                  <a:pt x="139779" y="64131"/>
                  <a:pt x="139510" y="60322"/>
                </a:cubicBezTo>
                <a:cubicBezTo>
                  <a:pt x="139242" y="56514"/>
                  <a:pt x="137200" y="52395"/>
                  <a:pt x="137557" y="49530"/>
                </a:cubicBezTo>
                <a:cubicBezTo>
                  <a:pt x="137913" y="46665"/>
                  <a:pt x="141511" y="45272"/>
                  <a:pt x="141649" y="43133"/>
                </a:cubicBezTo>
                <a:cubicBezTo>
                  <a:pt x="141787" y="40995"/>
                  <a:pt x="141756" y="38894"/>
                  <a:pt x="138384" y="36698"/>
                </a:cubicBezTo>
                <a:cubicBezTo>
                  <a:pt x="135011" y="34502"/>
                  <a:pt x="126498" y="31073"/>
                  <a:pt x="121415" y="29957"/>
                </a:cubicBezTo>
                <a:cubicBezTo>
                  <a:pt x="116331" y="28842"/>
                  <a:pt x="110264" y="28844"/>
                  <a:pt x="107882" y="30004"/>
                </a:cubicBezTo>
                <a:cubicBezTo>
                  <a:pt x="105501" y="31165"/>
                  <a:pt x="107469" y="34513"/>
                  <a:pt x="107126" y="36918"/>
                </a:cubicBezTo>
                <a:cubicBezTo>
                  <a:pt x="106784" y="39324"/>
                  <a:pt x="108526" y="44795"/>
                  <a:pt x="105829" y="44439"/>
                </a:cubicBezTo>
                <a:cubicBezTo>
                  <a:pt x="103131" y="44084"/>
                  <a:pt x="93422" y="36394"/>
                  <a:pt x="90941" y="34786"/>
                </a:cubicBezTo>
                <a:cubicBezTo>
                  <a:pt x="88460" y="33177"/>
                  <a:pt x="92603" y="33471"/>
                  <a:pt x="90941" y="34786"/>
                </a:cubicBezTo>
                <a:cubicBezTo>
                  <a:pt x="89278" y="36101"/>
                  <a:pt x="84355" y="43178"/>
                  <a:pt x="80966" y="42676"/>
                </a:cubicBezTo>
                <a:cubicBezTo>
                  <a:pt x="77578" y="42174"/>
                  <a:pt x="73907" y="35528"/>
                  <a:pt x="70612" y="31775"/>
                </a:cubicBezTo>
                <a:cubicBezTo>
                  <a:pt x="67316" y="28022"/>
                  <a:pt x="64128" y="23605"/>
                  <a:pt x="61194" y="20158"/>
                </a:cubicBezTo>
                <a:cubicBezTo>
                  <a:pt x="58260" y="16711"/>
                  <a:pt x="56070" y="13654"/>
                  <a:pt x="53010" y="11091"/>
                </a:cubicBezTo>
                <a:cubicBezTo>
                  <a:pt x="49951" y="8529"/>
                  <a:pt x="46366" y="6533"/>
                  <a:pt x="42837" y="4784"/>
                </a:cubicBezTo>
                <a:cubicBezTo>
                  <a:pt x="39308" y="3036"/>
                  <a:pt x="34295" y="1104"/>
                  <a:pt x="31836" y="599"/>
                </a:cubicBezTo>
                <a:cubicBezTo>
                  <a:pt x="29376" y="94"/>
                  <a:pt x="27085" y="0"/>
                  <a:pt x="28078" y="1756"/>
                </a:cubicBezTo>
                <a:cubicBezTo>
                  <a:pt x="29071" y="3512"/>
                  <a:pt x="33361" y="6797"/>
                  <a:pt x="37791" y="11134"/>
                </a:cubicBezTo>
                <a:cubicBezTo>
                  <a:pt x="42221" y="15470"/>
                  <a:pt x="50127" y="22045"/>
                  <a:pt x="54658" y="27774"/>
                </a:cubicBezTo>
                <a:cubicBezTo>
                  <a:pt x="59189" y="33504"/>
                  <a:pt x="63664" y="40558"/>
                  <a:pt x="64978" y="45511"/>
                </a:cubicBezTo>
                <a:cubicBezTo>
                  <a:pt x="66292" y="50463"/>
                  <a:pt x="64835" y="54128"/>
                  <a:pt x="62541" y="57488"/>
                </a:cubicBezTo>
                <a:cubicBezTo>
                  <a:pt x="60248" y="60848"/>
                  <a:pt x="55211" y="62848"/>
                  <a:pt x="51215" y="65671"/>
                </a:cubicBezTo>
                <a:cubicBezTo>
                  <a:pt x="47218" y="68494"/>
                  <a:pt x="42603" y="71279"/>
                  <a:pt x="38563" y="74428"/>
                </a:cubicBezTo>
                <a:cubicBezTo>
                  <a:pt x="34523" y="77576"/>
                  <a:pt x="30887" y="81057"/>
                  <a:pt x="26975" y="84563"/>
                </a:cubicBezTo>
                <a:cubicBezTo>
                  <a:pt x="23064" y="88068"/>
                  <a:pt x="18785" y="91462"/>
                  <a:pt x="15095" y="95460"/>
                </a:cubicBezTo>
                <a:cubicBezTo>
                  <a:pt x="11406" y="99457"/>
                  <a:pt x="7208" y="103230"/>
                  <a:pt x="4839" y="108549"/>
                </a:cubicBezTo>
                <a:cubicBezTo>
                  <a:pt x="2469" y="113867"/>
                  <a:pt x="1059" y="119117"/>
                  <a:pt x="881" y="127371"/>
                </a:cubicBezTo>
                <a:cubicBezTo>
                  <a:pt x="703" y="135626"/>
                  <a:pt x="3289" y="152958"/>
                  <a:pt x="3770" y="158075"/>
                </a:cubicBezTo>
                <a:cubicBezTo>
                  <a:pt x="4252" y="163192"/>
                  <a:pt x="0" y="159777"/>
                  <a:pt x="3770" y="158075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55"/>
                </a:srgbClr>
              </a:gs>
              <a:gs pos="18000">
                <a:srgbClr val="767676">
                  <a:alpha val="2394"/>
                </a:srgbClr>
              </a:gs>
              <a:gs pos="48000">
                <a:srgbClr val="767676">
                  <a:alpha val="3861"/>
                </a:srgbClr>
              </a:gs>
              <a:gs pos="78000">
                <a:srgbClr val="767676">
                  <a:alpha val="2895"/>
                </a:srgbClr>
              </a:gs>
              <a:gs pos="100000">
                <a:srgbClr val="767676">
                  <a:alpha val="173"/>
                </a:srgbClr>
              </a:gs>
            </a:gsLst>
            <a:lin ang="17723344" scaled="0"/>
          </a:gradFill>
          <a:ln w="0">
            <a:noFill/>
            <a:prstDash val="solid"/>
          </a:ln>
        </p:spPr>
      </p:sp>
      <p:sp>
        <p:nvSpPr>
          <p:cNvPr id="258" name="PANEL_01-intermittent-gas-core-5-feather-0_40">
            <a:extLst>
              <a:ext uri="{FF2B5EF4-FFF2-40B4-BE49-F238E27FC236}">
                <a16:creationId xmlns:a16="http://schemas.microsoft.com/office/drawing/2014/main" id="{23761D97-4F9A-4204-B6EB-12A4574702E5}"/>
              </a:ext>
            </a:extLst>
          </p:cNvPr>
          <p:cNvSpPr>
            <a:spLocks/>
          </p:cNvSpPr>
          <p:nvPr/>
        </p:nvSpPr>
        <p:spPr>
          <a:xfrm>
            <a:off x="9353860" y="1833462"/>
            <a:ext cx="968133" cy="708080"/>
          </a:xfrm>
          <a:custGeom>
            <a:pathLst>
              <a:path w="1016413" h="743391">
                <a:moveTo>
                  <a:pt x="967315" y="651561"/>
                </a:moveTo>
                <a:cubicBezTo>
                  <a:pt x="974704" y="626082"/>
                  <a:pt x="1006883" y="537974"/>
                  <a:pt x="1011648" y="498686"/>
                </a:cubicBezTo>
                <a:cubicBezTo>
                  <a:pt x="1016413" y="459399"/>
                  <a:pt x="1007909" y="434498"/>
                  <a:pt x="995903" y="415835"/>
                </a:cubicBezTo>
                <a:cubicBezTo>
                  <a:pt x="983897" y="397171"/>
                  <a:pt x="957087" y="398351"/>
                  <a:pt x="939610" y="386706"/>
                </a:cubicBezTo>
                <a:cubicBezTo>
                  <a:pt x="922134" y="375061"/>
                  <a:pt x="906424" y="361418"/>
                  <a:pt x="891046" y="345966"/>
                </a:cubicBezTo>
                <a:cubicBezTo>
                  <a:pt x="875669" y="330514"/>
                  <a:pt x="864982" y="306671"/>
                  <a:pt x="847347" y="293994"/>
                </a:cubicBezTo>
                <a:cubicBezTo>
                  <a:pt x="829712" y="281317"/>
                  <a:pt x="803786" y="281787"/>
                  <a:pt x="785237" y="269903"/>
                </a:cubicBezTo>
                <a:cubicBezTo>
                  <a:pt x="766689" y="258019"/>
                  <a:pt x="746958" y="250320"/>
                  <a:pt x="736056" y="222687"/>
                </a:cubicBezTo>
                <a:cubicBezTo>
                  <a:pt x="725154" y="195055"/>
                  <a:pt x="728082" y="139322"/>
                  <a:pt x="719825" y="104108"/>
                </a:cubicBezTo>
                <a:cubicBezTo>
                  <a:pt x="711568" y="68894"/>
                  <a:pt x="706184" y="22806"/>
                  <a:pt x="686515" y="11403"/>
                </a:cubicBezTo>
                <a:cubicBezTo>
                  <a:pt x="666847" y="0"/>
                  <a:pt x="631542" y="22232"/>
                  <a:pt x="601812" y="35690"/>
                </a:cubicBezTo>
                <a:cubicBezTo>
                  <a:pt x="572082" y="49148"/>
                  <a:pt x="534540" y="84655"/>
                  <a:pt x="508135" y="92153"/>
                </a:cubicBezTo>
                <a:cubicBezTo>
                  <a:pt x="481731" y="99652"/>
                  <a:pt x="463767" y="87668"/>
                  <a:pt x="443385" y="80682"/>
                </a:cubicBezTo>
                <a:cubicBezTo>
                  <a:pt x="423002" y="73695"/>
                  <a:pt x="407034" y="54159"/>
                  <a:pt x="385841" y="50236"/>
                </a:cubicBezTo>
                <a:cubicBezTo>
                  <a:pt x="364649" y="46313"/>
                  <a:pt x="338857" y="56091"/>
                  <a:pt x="316229" y="57144"/>
                </a:cubicBezTo>
                <a:cubicBezTo>
                  <a:pt x="293601" y="58197"/>
                  <a:pt x="271328" y="59092"/>
                  <a:pt x="250072" y="56555"/>
                </a:cubicBezTo>
                <a:cubicBezTo>
                  <a:pt x="228817" y="54018"/>
                  <a:pt x="211780" y="36986"/>
                  <a:pt x="188695" y="41921"/>
                </a:cubicBezTo>
                <a:cubicBezTo>
                  <a:pt x="165610" y="46857"/>
                  <a:pt x="140356" y="58504"/>
                  <a:pt x="111563" y="86169"/>
                </a:cubicBezTo>
                <a:cubicBezTo>
                  <a:pt x="82770" y="113833"/>
                  <a:pt x="31875" y="187619"/>
                  <a:pt x="15938" y="207909"/>
                </a:cubicBezTo>
                <a:cubicBezTo>
                  <a:pt x="0" y="228199"/>
                  <a:pt x="9861" y="191870"/>
                  <a:pt x="15938" y="207909"/>
                </a:cubicBezTo>
                <a:cubicBezTo>
                  <a:pt x="22014" y="223948"/>
                  <a:pt x="38975" y="278080"/>
                  <a:pt x="52398" y="304144"/>
                </a:cubicBezTo>
                <a:cubicBezTo>
                  <a:pt x="65821" y="330208"/>
                  <a:pt x="79909" y="351352"/>
                  <a:pt x="96477" y="364292"/>
                </a:cubicBezTo>
                <a:cubicBezTo>
                  <a:pt x="113046" y="377232"/>
                  <a:pt x="131986" y="380438"/>
                  <a:pt x="151807" y="381782"/>
                </a:cubicBezTo>
                <a:cubicBezTo>
                  <a:pt x="171628" y="383126"/>
                  <a:pt x="195674" y="370827"/>
                  <a:pt x="215406" y="372356"/>
                </a:cubicBezTo>
                <a:cubicBezTo>
                  <a:pt x="235137" y="373885"/>
                  <a:pt x="255616" y="374713"/>
                  <a:pt x="270196" y="390955"/>
                </a:cubicBezTo>
                <a:cubicBezTo>
                  <a:pt x="284777" y="407196"/>
                  <a:pt x="294373" y="438735"/>
                  <a:pt x="302889" y="469804"/>
                </a:cubicBezTo>
                <a:cubicBezTo>
                  <a:pt x="311405" y="500873"/>
                  <a:pt x="314239" y="545865"/>
                  <a:pt x="321292" y="577367"/>
                </a:cubicBezTo>
                <a:cubicBezTo>
                  <a:pt x="328345" y="608868"/>
                  <a:pt x="335019" y="638386"/>
                  <a:pt x="345207" y="658813"/>
                </a:cubicBezTo>
                <a:cubicBezTo>
                  <a:pt x="355396" y="679240"/>
                  <a:pt x="369192" y="688881"/>
                  <a:pt x="382424" y="699928"/>
                </a:cubicBezTo>
                <a:cubicBezTo>
                  <a:pt x="395656" y="710975"/>
                  <a:pt x="410199" y="717958"/>
                  <a:pt x="424598" y="725096"/>
                </a:cubicBezTo>
                <a:cubicBezTo>
                  <a:pt x="438996" y="732234"/>
                  <a:pt x="451343" y="742118"/>
                  <a:pt x="468814" y="742755"/>
                </a:cubicBezTo>
                <a:cubicBezTo>
                  <a:pt x="486285" y="743391"/>
                  <a:pt x="504734" y="740362"/>
                  <a:pt x="529425" y="728913"/>
                </a:cubicBezTo>
                <a:cubicBezTo>
                  <a:pt x="554115" y="717464"/>
                  <a:pt x="586058" y="692776"/>
                  <a:pt x="616958" y="674061"/>
                </a:cubicBezTo>
                <a:cubicBezTo>
                  <a:pt x="647858" y="655346"/>
                  <a:pt x="685815" y="628542"/>
                  <a:pt x="714825" y="616625"/>
                </a:cubicBezTo>
                <a:cubicBezTo>
                  <a:pt x="743835" y="604709"/>
                  <a:pt x="770338" y="599988"/>
                  <a:pt x="791018" y="602560"/>
                </a:cubicBezTo>
                <a:cubicBezTo>
                  <a:pt x="811698" y="605132"/>
                  <a:pt x="823144" y="621982"/>
                  <a:pt x="838907" y="632059"/>
                </a:cubicBezTo>
                <a:cubicBezTo>
                  <a:pt x="854670" y="642137"/>
                  <a:pt x="864194" y="659775"/>
                  <a:pt x="885595" y="663025"/>
                </a:cubicBezTo>
                <a:cubicBezTo>
                  <a:pt x="906996" y="666276"/>
                  <a:pt x="953695" y="653472"/>
                  <a:pt x="967315" y="651561"/>
                </a:cubicBezTo>
                <a:cubicBezTo>
                  <a:pt x="980935" y="649651"/>
                  <a:pt x="959926" y="677040"/>
                  <a:pt x="967315" y="651561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201"/>
                </a:srgbClr>
              </a:gs>
              <a:gs pos="18000">
                <a:srgbClr val="919191">
                  <a:alpha val="3102"/>
                </a:srgbClr>
              </a:gs>
              <a:gs pos="48000">
                <a:srgbClr val="919191">
                  <a:alpha val="5005"/>
                </a:srgbClr>
              </a:gs>
              <a:gs pos="78000">
                <a:srgbClr val="919191">
                  <a:alpha val="3754"/>
                </a:srgbClr>
              </a:gs>
              <a:gs pos="100000">
                <a:srgbClr val="919191">
                  <a:alpha val="224"/>
                </a:srgbClr>
              </a:gs>
            </a:gsLst>
            <a:lin ang="12301446" scaled="0"/>
          </a:gradFill>
          <a:ln w="0">
            <a:noFill/>
            <a:prstDash val="solid"/>
          </a:ln>
        </p:spPr>
      </p:sp>
      <p:sp>
        <p:nvSpPr>
          <p:cNvPr id="259" name="PANEL_01-intermittent-gas-core-5-feather-1_41">
            <a:extLst>
              <a:ext uri="{FF2B5EF4-FFF2-40B4-BE49-F238E27FC236}">
                <a16:creationId xmlns:a16="http://schemas.microsoft.com/office/drawing/2014/main" id="{FD26A5C9-BA4E-422E-8F10-0A26431F5F3E}"/>
              </a:ext>
            </a:extLst>
          </p:cNvPr>
          <p:cNvSpPr>
            <a:spLocks/>
          </p:cNvSpPr>
          <p:nvPr/>
        </p:nvSpPr>
        <p:spPr>
          <a:xfrm>
            <a:off x="9355051" y="1906007"/>
            <a:ext cx="946731" cy="579716"/>
          </a:xfrm>
          <a:custGeom>
            <a:pathLst>
              <a:path w="993944" h="608626">
                <a:moveTo>
                  <a:pt x="966064" y="575398"/>
                </a:moveTo>
                <a:cubicBezTo>
                  <a:pt x="970552" y="553701"/>
                  <a:pt x="992040" y="479251"/>
                  <a:pt x="992992" y="445215"/>
                </a:cubicBezTo>
                <a:cubicBezTo>
                  <a:pt x="993944" y="411179"/>
                  <a:pt x="984377" y="388545"/>
                  <a:pt x="971774" y="371182"/>
                </a:cubicBezTo>
                <a:cubicBezTo>
                  <a:pt x="959170" y="353818"/>
                  <a:pt x="934767" y="352196"/>
                  <a:pt x="917370" y="341034"/>
                </a:cubicBezTo>
                <a:cubicBezTo>
                  <a:pt x="899974" y="329872"/>
                  <a:pt x="883607" y="317593"/>
                  <a:pt x="867394" y="304209"/>
                </a:cubicBezTo>
                <a:cubicBezTo>
                  <a:pt x="851181" y="290825"/>
                  <a:pt x="838316" y="271386"/>
                  <a:pt x="820092" y="260730"/>
                </a:cubicBezTo>
                <a:cubicBezTo>
                  <a:pt x="801869" y="250073"/>
                  <a:pt x="776987" y="250123"/>
                  <a:pt x="758055" y="240270"/>
                </a:cubicBezTo>
                <a:cubicBezTo>
                  <a:pt x="739122" y="230418"/>
                  <a:pt x="719244" y="224030"/>
                  <a:pt x="706497" y="201615"/>
                </a:cubicBezTo>
                <a:cubicBezTo>
                  <a:pt x="693750" y="179200"/>
                  <a:pt x="691920" y="134754"/>
                  <a:pt x="681571" y="105778"/>
                </a:cubicBezTo>
                <a:cubicBezTo>
                  <a:pt x="671222" y="76802"/>
                  <a:pt x="663332" y="38957"/>
                  <a:pt x="644404" y="27759"/>
                </a:cubicBezTo>
                <a:cubicBezTo>
                  <a:pt x="625476" y="16561"/>
                  <a:pt x="594576" y="31065"/>
                  <a:pt x="568003" y="38591"/>
                </a:cubicBezTo>
                <a:cubicBezTo>
                  <a:pt x="541430" y="46116"/>
                  <a:pt x="508921" y="70345"/>
                  <a:pt x="484965" y="72913"/>
                </a:cubicBezTo>
                <a:cubicBezTo>
                  <a:pt x="461010" y="75482"/>
                  <a:pt x="443682" y="62566"/>
                  <a:pt x="424268" y="54001"/>
                </a:cubicBezTo>
                <a:cubicBezTo>
                  <a:pt x="404855" y="45436"/>
                  <a:pt x="388809" y="27102"/>
                  <a:pt x="368486" y="21523"/>
                </a:cubicBezTo>
                <a:cubicBezTo>
                  <a:pt x="348163" y="15943"/>
                  <a:pt x="324087" y="21379"/>
                  <a:pt x="302330" y="20525"/>
                </a:cubicBezTo>
                <a:cubicBezTo>
                  <a:pt x="280573" y="19670"/>
                  <a:pt x="258893" y="19227"/>
                  <a:pt x="237944" y="16396"/>
                </a:cubicBezTo>
                <a:cubicBezTo>
                  <a:pt x="216995" y="13566"/>
                  <a:pt x="199159" y="0"/>
                  <a:pt x="176637" y="3541"/>
                </a:cubicBezTo>
                <a:cubicBezTo>
                  <a:pt x="154115" y="7082"/>
                  <a:pt x="129803" y="16276"/>
                  <a:pt x="102811" y="37643"/>
                </a:cubicBezTo>
                <a:cubicBezTo>
                  <a:pt x="75820" y="59011"/>
                  <a:pt x="29375" y="116062"/>
                  <a:pt x="14687" y="131746"/>
                </a:cubicBezTo>
                <a:cubicBezTo>
                  <a:pt x="0" y="147430"/>
                  <a:pt x="7691" y="119093"/>
                  <a:pt x="14687" y="131746"/>
                </a:cubicBezTo>
                <a:cubicBezTo>
                  <a:pt x="21683" y="144399"/>
                  <a:pt x="41659" y="187123"/>
                  <a:pt x="56662" y="207664"/>
                </a:cubicBezTo>
                <a:cubicBezTo>
                  <a:pt x="71666" y="228204"/>
                  <a:pt x="87268" y="244589"/>
                  <a:pt x="104707" y="254990"/>
                </a:cubicBezTo>
                <a:cubicBezTo>
                  <a:pt x="122146" y="265392"/>
                  <a:pt x="141466" y="268173"/>
                  <a:pt x="161297" y="270073"/>
                </a:cubicBezTo>
                <a:cubicBezTo>
                  <a:pt x="181127" y="271973"/>
                  <a:pt x="204190" y="263522"/>
                  <a:pt x="223688" y="266390"/>
                </a:cubicBezTo>
                <a:cubicBezTo>
                  <a:pt x="243186" y="269258"/>
                  <a:pt x="263117" y="272096"/>
                  <a:pt x="278283" y="287283"/>
                </a:cubicBezTo>
                <a:cubicBezTo>
                  <a:pt x="293448" y="302471"/>
                  <a:pt x="304524" y="330167"/>
                  <a:pt x="314682" y="357516"/>
                </a:cubicBezTo>
                <a:cubicBezTo>
                  <a:pt x="324839" y="384866"/>
                  <a:pt x="330366" y="423528"/>
                  <a:pt x="339228" y="451380"/>
                </a:cubicBezTo>
                <a:cubicBezTo>
                  <a:pt x="348089" y="479232"/>
                  <a:pt x="356520" y="505722"/>
                  <a:pt x="367851" y="524626"/>
                </a:cubicBezTo>
                <a:cubicBezTo>
                  <a:pt x="379182" y="543531"/>
                  <a:pt x="393305" y="553888"/>
                  <a:pt x="407212" y="564808"/>
                </a:cubicBezTo>
                <a:cubicBezTo>
                  <a:pt x="421119" y="575729"/>
                  <a:pt x="436155" y="583073"/>
                  <a:pt x="451294" y="590149"/>
                </a:cubicBezTo>
                <a:cubicBezTo>
                  <a:pt x="466433" y="597226"/>
                  <a:pt x="480177" y="605909"/>
                  <a:pt x="498048" y="607267"/>
                </a:cubicBezTo>
                <a:cubicBezTo>
                  <a:pt x="515919" y="608626"/>
                  <a:pt x="534798" y="606646"/>
                  <a:pt x="558521" y="598298"/>
                </a:cubicBezTo>
                <a:cubicBezTo>
                  <a:pt x="582244" y="589951"/>
                  <a:pt x="611818" y="571011"/>
                  <a:pt x="640389" y="557182"/>
                </a:cubicBezTo>
                <a:cubicBezTo>
                  <a:pt x="668959" y="543353"/>
                  <a:pt x="703095" y="523288"/>
                  <a:pt x="729942" y="515324"/>
                </a:cubicBezTo>
                <a:cubicBezTo>
                  <a:pt x="756788" y="507360"/>
                  <a:pt x="781572" y="505315"/>
                  <a:pt x="801468" y="509400"/>
                </a:cubicBezTo>
                <a:cubicBezTo>
                  <a:pt x="821364" y="513486"/>
                  <a:pt x="833783" y="529170"/>
                  <a:pt x="849317" y="539837"/>
                </a:cubicBezTo>
                <a:cubicBezTo>
                  <a:pt x="864851" y="550503"/>
                  <a:pt x="875213" y="567473"/>
                  <a:pt x="894671" y="573400"/>
                </a:cubicBezTo>
                <a:cubicBezTo>
                  <a:pt x="914129" y="579327"/>
                  <a:pt x="954165" y="575065"/>
                  <a:pt x="966064" y="575398"/>
                </a:cubicBezTo>
                <a:cubicBezTo>
                  <a:pt x="977963" y="575731"/>
                  <a:pt x="961576" y="597095"/>
                  <a:pt x="966064" y="575398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67"/>
                </a:srgbClr>
              </a:gs>
              <a:gs pos="18000">
                <a:srgbClr val="767676">
                  <a:alpha val="4136"/>
                </a:srgbClr>
              </a:gs>
              <a:gs pos="48000">
                <a:srgbClr val="767676">
                  <a:alpha val="6672"/>
                </a:srgbClr>
              </a:gs>
              <a:gs pos="78000">
                <a:srgbClr val="767676">
                  <a:alpha val="5005"/>
                </a:srgbClr>
              </a:gs>
              <a:gs pos="100000">
                <a:srgbClr val="767676">
                  <a:alpha val="301"/>
                </a:srgbClr>
              </a:gs>
            </a:gsLst>
            <a:lin ang="12301446" scaled="0"/>
          </a:gradFill>
          <a:ln w="0">
            <a:noFill/>
            <a:prstDash val="solid"/>
          </a:ln>
        </p:spPr>
      </p:sp>
      <p:sp>
        <p:nvSpPr>
          <p:cNvPr id="260" name="PANEL_01-intermittent-gas-core-5-feather-2_42">
            <a:extLst>
              <a:ext uri="{FF2B5EF4-FFF2-40B4-BE49-F238E27FC236}">
                <a16:creationId xmlns:a16="http://schemas.microsoft.com/office/drawing/2014/main" id="{C9AAF20E-B7E6-4DB7-9D96-6B9FEE4D7F4F}"/>
              </a:ext>
            </a:extLst>
          </p:cNvPr>
          <p:cNvSpPr>
            <a:spLocks/>
          </p:cNvSpPr>
          <p:nvPr/>
        </p:nvSpPr>
        <p:spPr>
          <a:xfrm>
            <a:off x="9356350" y="1946716"/>
            <a:ext cx="929496" cy="524094"/>
          </a:xfrm>
          <a:custGeom>
            <a:pathLst>
              <a:path w="975848" h="550230">
                <a:moveTo>
                  <a:pt x="964700" y="532659"/>
                </a:moveTo>
                <a:cubicBezTo>
                  <a:pt x="966024" y="515088"/>
                  <a:pt x="975848" y="455538"/>
                  <a:pt x="972640" y="427231"/>
                </a:cubicBezTo>
                <a:cubicBezTo>
                  <a:pt x="969432" y="398925"/>
                  <a:pt x="958706" y="378763"/>
                  <a:pt x="945451" y="362817"/>
                </a:cubicBezTo>
                <a:cubicBezTo>
                  <a:pt x="932196" y="346872"/>
                  <a:pt x="910418" y="342193"/>
                  <a:pt x="893108" y="331558"/>
                </a:cubicBezTo>
                <a:cubicBezTo>
                  <a:pt x="875798" y="320922"/>
                  <a:pt x="858717" y="310133"/>
                  <a:pt x="841592" y="299005"/>
                </a:cubicBezTo>
                <a:cubicBezTo>
                  <a:pt x="824467" y="287877"/>
                  <a:pt x="809225" y="273242"/>
                  <a:pt x="790360" y="264790"/>
                </a:cubicBezTo>
                <a:cubicBezTo>
                  <a:pt x="771495" y="256338"/>
                  <a:pt x="747753" y="255928"/>
                  <a:pt x="728401" y="248292"/>
                </a:cubicBezTo>
                <a:cubicBezTo>
                  <a:pt x="709050" y="240656"/>
                  <a:pt x="689011" y="235699"/>
                  <a:pt x="674251" y="218975"/>
                </a:cubicBezTo>
                <a:cubicBezTo>
                  <a:pt x="659491" y="202251"/>
                  <a:pt x="652471" y="170119"/>
                  <a:pt x="639840" y="147948"/>
                </a:cubicBezTo>
                <a:cubicBezTo>
                  <a:pt x="627209" y="125777"/>
                  <a:pt x="616583" y="96924"/>
                  <a:pt x="598463" y="85949"/>
                </a:cubicBezTo>
                <a:cubicBezTo>
                  <a:pt x="580343" y="74975"/>
                  <a:pt x="554249" y="81049"/>
                  <a:pt x="531120" y="82103"/>
                </a:cubicBezTo>
                <a:cubicBezTo>
                  <a:pt x="507991" y="83157"/>
                  <a:pt x="480973" y="95082"/>
                  <a:pt x="459689" y="92272"/>
                </a:cubicBezTo>
                <a:cubicBezTo>
                  <a:pt x="438405" y="89462"/>
                  <a:pt x="421770" y="75530"/>
                  <a:pt x="403414" y="65243"/>
                </a:cubicBezTo>
                <a:cubicBezTo>
                  <a:pt x="385058" y="54955"/>
                  <a:pt x="368927" y="37934"/>
                  <a:pt x="349552" y="30548"/>
                </a:cubicBezTo>
                <a:cubicBezTo>
                  <a:pt x="330178" y="23161"/>
                  <a:pt x="307975" y="23860"/>
                  <a:pt x="287168" y="20925"/>
                </a:cubicBezTo>
                <a:cubicBezTo>
                  <a:pt x="266361" y="17989"/>
                  <a:pt x="245327" y="16085"/>
                  <a:pt x="224712" y="12935"/>
                </a:cubicBezTo>
                <a:cubicBezTo>
                  <a:pt x="204098" y="9784"/>
                  <a:pt x="185390" y="0"/>
                  <a:pt x="163482" y="2020"/>
                </a:cubicBezTo>
                <a:cubicBezTo>
                  <a:pt x="141574" y="4040"/>
                  <a:pt x="118290" y="10556"/>
                  <a:pt x="93264" y="25054"/>
                </a:cubicBezTo>
                <a:cubicBezTo>
                  <a:pt x="68237" y="39552"/>
                  <a:pt x="26647" y="78348"/>
                  <a:pt x="13323" y="89007"/>
                </a:cubicBezTo>
                <a:cubicBezTo>
                  <a:pt x="0" y="99666"/>
                  <a:pt x="5325" y="80048"/>
                  <a:pt x="13323" y="89007"/>
                </a:cubicBezTo>
                <a:cubicBezTo>
                  <a:pt x="21322" y="97966"/>
                  <a:pt x="44588" y="128245"/>
                  <a:pt x="61314" y="142761"/>
                </a:cubicBezTo>
                <a:cubicBezTo>
                  <a:pt x="78041" y="157276"/>
                  <a:pt x="95295" y="168467"/>
                  <a:pt x="113684" y="176100"/>
                </a:cubicBezTo>
                <a:cubicBezTo>
                  <a:pt x="132073" y="183733"/>
                  <a:pt x="151809" y="186051"/>
                  <a:pt x="171649" y="188557"/>
                </a:cubicBezTo>
                <a:cubicBezTo>
                  <a:pt x="191489" y="191064"/>
                  <a:pt x="213481" y="186809"/>
                  <a:pt x="232723" y="191139"/>
                </a:cubicBezTo>
                <a:cubicBezTo>
                  <a:pt x="251966" y="195469"/>
                  <a:pt x="271300" y="200497"/>
                  <a:pt x="287104" y="214536"/>
                </a:cubicBezTo>
                <a:cubicBezTo>
                  <a:pt x="302908" y="228574"/>
                  <a:pt x="315598" y="252077"/>
                  <a:pt x="327547" y="275369"/>
                </a:cubicBezTo>
                <a:cubicBezTo>
                  <a:pt x="339495" y="298661"/>
                  <a:pt x="347959" y="330418"/>
                  <a:pt x="358794" y="354288"/>
                </a:cubicBezTo>
                <a:cubicBezTo>
                  <a:pt x="369628" y="378158"/>
                  <a:pt x="379977" y="401345"/>
                  <a:pt x="392554" y="418589"/>
                </a:cubicBezTo>
                <a:cubicBezTo>
                  <a:pt x="405130" y="435833"/>
                  <a:pt x="419610" y="446971"/>
                  <a:pt x="434254" y="457753"/>
                </a:cubicBezTo>
                <a:cubicBezTo>
                  <a:pt x="448898" y="468535"/>
                  <a:pt x="464470" y="476272"/>
                  <a:pt x="480418" y="483282"/>
                </a:cubicBezTo>
                <a:cubicBezTo>
                  <a:pt x="496365" y="490292"/>
                  <a:pt x="511632" y="497665"/>
                  <a:pt x="529940" y="499811"/>
                </a:cubicBezTo>
                <a:cubicBezTo>
                  <a:pt x="548247" y="501957"/>
                  <a:pt x="567594" y="501121"/>
                  <a:pt x="590263" y="496157"/>
                </a:cubicBezTo>
                <a:cubicBezTo>
                  <a:pt x="612931" y="491193"/>
                  <a:pt x="639921" y="478525"/>
                  <a:pt x="665949" y="470026"/>
                </a:cubicBezTo>
                <a:cubicBezTo>
                  <a:pt x="691978" y="461527"/>
                  <a:pt x="721946" y="448813"/>
                  <a:pt x="746432" y="445162"/>
                </a:cubicBezTo>
                <a:cubicBezTo>
                  <a:pt x="770919" y="441511"/>
                  <a:pt x="793828" y="442383"/>
                  <a:pt x="812868" y="448119"/>
                </a:cubicBezTo>
                <a:cubicBezTo>
                  <a:pt x="831908" y="453855"/>
                  <a:pt x="845389" y="468269"/>
                  <a:pt x="860673" y="479579"/>
                </a:cubicBezTo>
                <a:cubicBezTo>
                  <a:pt x="875957" y="490888"/>
                  <a:pt x="887234" y="507128"/>
                  <a:pt x="904572" y="515974"/>
                </a:cubicBezTo>
                <a:cubicBezTo>
                  <a:pt x="921910" y="524821"/>
                  <a:pt x="954679" y="529878"/>
                  <a:pt x="964700" y="532659"/>
                </a:cubicBezTo>
                <a:cubicBezTo>
                  <a:pt x="974722" y="535440"/>
                  <a:pt x="963377" y="550230"/>
                  <a:pt x="964700" y="532659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42"/>
                </a:srgbClr>
              </a:gs>
              <a:gs pos="18000">
                <a:srgbClr val="767676">
                  <a:alpha val="5309"/>
                </a:srgbClr>
              </a:gs>
              <a:gs pos="48000">
                <a:srgbClr val="767676">
                  <a:alpha val="8563"/>
                </a:srgbClr>
              </a:gs>
              <a:gs pos="78000">
                <a:srgbClr val="767676">
                  <a:alpha val="6423"/>
                </a:srgbClr>
              </a:gs>
              <a:gs pos="100000">
                <a:srgbClr val="767676">
                  <a:alpha val="386"/>
                </a:srgbClr>
              </a:gs>
            </a:gsLst>
            <a:lin ang="12301446" scaled="0"/>
          </a:gradFill>
          <a:ln w="0">
            <a:noFill/>
            <a:prstDash val="solid"/>
          </a:ln>
        </p:spPr>
      </p:sp>
      <p:sp>
        <p:nvSpPr>
          <p:cNvPr id="261" name="PANEL_01-intermittent-gas-core-5-feather-3_43">
            <a:extLst>
              <a:ext uri="{FF2B5EF4-FFF2-40B4-BE49-F238E27FC236}">
                <a16:creationId xmlns:a16="http://schemas.microsoft.com/office/drawing/2014/main" id="{2E34CC13-7564-48A3-BE29-AC9A9B4D13A9}"/>
              </a:ext>
            </a:extLst>
          </p:cNvPr>
          <p:cNvSpPr>
            <a:spLocks/>
          </p:cNvSpPr>
          <p:nvPr/>
        </p:nvSpPr>
        <p:spPr>
          <a:xfrm>
            <a:off x="9357649" y="1987425"/>
            <a:ext cx="925335" cy="479456"/>
          </a:xfrm>
          <a:custGeom>
            <a:pathLst>
              <a:path w="971481" h="503365">
                <a:moveTo>
                  <a:pt x="963337" y="489920"/>
                </a:moveTo>
                <a:cubicBezTo>
                  <a:pt x="961495" y="476475"/>
                  <a:pt x="959656" y="431825"/>
                  <a:pt x="952288" y="409248"/>
                </a:cubicBezTo>
                <a:cubicBezTo>
                  <a:pt x="944920" y="386670"/>
                  <a:pt x="933035" y="368981"/>
                  <a:pt x="919128" y="354453"/>
                </a:cubicBezTo>
                <a:cubicBezTo>
                  <a:pt x="905221" y="339925"/>
                  <a:pt x="886069" y="332190"/>
                  <a:pt x="868846" y="322082"/>
                </a:cubicBezTo>
                <a:cubicBezTo>
                  <a:pt x="851623" y="311973"/>
                  <a:pt x="833826" y="302673"/>
                  <a:pt x="815790" y="293801"/>
                </a:cubicBezTo>
                <a:cubicBezTo>
                  <a:pt x="797753" y="284929"/>
                  <a:pt x="780134" y="275098"/>
                  <a:pt x="760627" y="268850"/>
                </a:cubicBezTo>
                <a:cubicBezTo>
                  <a:pt x="741120" y="262602"/>
                  <a:pt x="718518" y="261732"/>
                  <a:pt x="698748" y="256313"/>
                </a:cubicBezTo>
                <a:cubicBezTo>
                  <a:pt x="678977" y="250894"/>
                  <a:pt x="658777" y="247367"/>
                  <a:pt x="642004" y="236335"/>
                </a:cubicBezTo>
                <a:cubicBezTo>
                  <a:pt x="625231" y="225302"/>
                  <a:pt x="613023" y="205484"/>
                  <a:pt x="598109" y="190119"/>
                </a:cubicBezTo>
                <a:cubicBezTo>
                  <a:pt x="583196" y="174753"/>
                  <a:pt x="569835" y="154890"/>
                  <a:pt x="552523" y="144140"/>
                </a:cubicBezTo>
                <a:cubicBezTo>
                  <a:pt x="535211" y="133389"/>
                  <a:pt x="513923" y="131033"/>
                  <a:pt x="494238" y="125615"/>
                </a:cubicBezTo>
                <a:cubicBezTo>
                  <a:pt x="474553" y="120197"/>
                  <a:pt x="453026" y="119820"/>
                  <a:pt x="434413" y="111631"/>
                </a:cubicBezTo>
                <a:cubicBezTo>
                  <a:pt x="415800" y="103443"/>
                  <a:pt x="399859" y="88495"/>
                  <a:pt x="382560" y="76485"/>
                </a:cubicBezTo>
                <a:cubicBezTo>
                  <a:pt x="365261" y="64475"/>
                  <a:pt x="349045" y="48766"/>
                  <a:pt x="330619" y="39572"/>
                </a:cubicBezTo>
                <a:cubicBezTo>
                  <a:pt x="312193" y="30379"/>
                  <a:pt x="291862" y="26341"/>
                  <a:pt x="272006" y="21324"/>
                </a:cubicBezTo>
                <a:cubicBezTo>
                  <a:pt x="252149" y="16308"/>
                  <a:pt x="231761" y="12944"/>
                  <a:pt x="211481" y="9473"/>
                </a:cubicBezTo>
                <a:cubicBezTo>
                  <a:pt x="191201" y="6002"/>
                  <a:pt x="171621" y="0"/>
                  <a:pt x="150327" y="499"/>
                </a:cubicBezTo>
                <a:cubicBezTo>
                  <a:pt x="129033" y="997"/>
                  <a:pt x="106777" y="4837"/>
                  <a:pt x="83716" y="12465"/>
                </a:cubicBezTo>
                <a:cubicBezTo>
                  <a:pt x="60655" y="20094"/>
                  <a:pt x="23919" y="40634"/>
                  <a:pt x="11959" y="46268"/>
                </a:cubicBezTo>
                <a:cubicBezTo>
                  <a:pt x="0" y="51902"/>
                  <a:pt x="2958" y="41003"/>
                  <a:pt x="11959" y="46268"/>
                </a:cubicBezTo>
                <a:cubicBezTo>
                  <a:pt x="20961" y="51533"/>
                  <a:pt x="47516" y="69368"/>
                  <a:pt x="65966" y="77858"/>
                </a:cubicBezTo>
                <a:cubicBezTo>
                  <a:pt x="84417" y="86348"/>
                  <a:pt x="103323" y="92346"/>
                  <a:pt x="122662" y="97210"/>
                </a:cubicBezTo>
                <a:cubicBezTo>
                  <a:pt x="142001" y="102074"/>
                  <a:pt x="162152" y="103928"/>
                  <a:pt x="182001" y="107041"/>
                </a:cubicBezTo>
                <a:cubicBezTo>
                  <a:pt x="201851" y="110154"/>
                  <a:pt x="222771" y="110097"/>
                  <a:pt x="241759" y="115888"/>
                </a:cubicBezTo>
                <a:cubicBezTo>
                  <a:pt x="260746" y="121679"/>
                  <a:pt x="279483" y="128899"/>
                  <a:pt x="295925" y="141788"/>
                </a:cubicBezTo>
                <a:cubicBezTo>
                  <a:pt x="312368" y="154677"/>
                  <a:pt x="326672" y="173987"/>
                  <a:pt x="340411" y="193221"/>
                </a:cubicBezTo>
                <a:cubicBezTo>
                  <a:pt x="354150" y="212456"/>
                  <a:pt x="365552" y="237307"/>
                  <a:pt x="378360" y="257195"/>
                </a:cubicBezTo>
                <a:cubicBezTo>
                  <a:pt x="391167" y="277084"/>
                  <a:pt x="403434" y="296968"/>
                  <a:pt x="417256" y="312552"/>
                </a:cubicBezTo>
                <a:cubicBezTo>
                  <a:pt x="431079" y="328136"/>
                  <a:pt x="445915" y="340054"/>
                  <a:pt x="461296" y="350697"/>
                </a:cubicBezTo>
                <a:cubicBezTo>
                  <a:pt x="476677" y="361341"/>
                  <a:pt x="492785" y="369472"/>
                  <a:pt x="509541" y="376415"/>
                </a:cubicBezTo>
                <a:cubicBezTo>
                  <a:pt x="526297" y="383358"/>
                  <a:pt x="543088" y="389421"/>
                  <a:pt x="561832" y="392355"/>
                </a:cubicBezTo>
                <a:cubicBezTo>
                  <a:pt x="580575" y="395288"/>
                  <a:pt x="600391" y="395597"/>
                  <a:pt x="622004" y="394016"/>
                </a:cubicBezTo>
                <a:cubicBezTo>
                  <a:pt x="643617" y="392436"/>
                  <a:pt x="668024" y="386040"/>
                  <a:pt x="691510" y="382870"/>
                </a:cubicBezTo>
                <a:cubicBezTo>
                  <a:pt x="714997" y="379701"/>
                  <a:pt x="740797" y="374338"/>
                  <a:pt x="762923" y="374999"/>
                </a:cubicBezTo>
                <a:cubicBezTo>
                  <a:pt x="785050" y="375661"/>
                  <a:pt x="806084" y="379451"/>
                  <a:pt x="824269" y="386838"/>
                </a:cubicBezTo>
                <a:cubicBezTo>
                  <a:pt x="842453" y="394225"/>
                  <a:pt x="856996" y="407369"/>
                  <a:pt x="872030" y="419320"/>
                </a:cubicBezTo>
                <a:cubicBezTo>
                  <a:pt x="887064" y="431272"/>
                  <a:pt x="899255" y="446783"/>
                  <a:pt x="914472" y="458549"/>
                </a:cubicBezTo>
                <a:cubicBezTo>
                  <a:pt x="929690" y="470316"/>
                  <a:pt x="955193" y="484692"/>
                  <a:pt x="963337" y="489920"/>
                </a:cubicBezTo>
                <a:cubicBezTo>
                  <a:pt x="971481" y="495148"/>
                  <a:pt x="965178" y="503365"/>
                  <a:pt x="963337" y="489920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400"/>
                </a:srgbClr>
              </a:gs>
              <a:gs pos="18000">
                <a:srgbClr val="767676">
                  <a:alpha val="6205"/>
                </a:srgbClr>
              </a:gs>
              <a:gs pos="48000">
                <a:srgbClr val="767676">
                  <a:alpha val="10008"/>
                </a:srgbClr>
              </a:gs>
              <a:gs pos="78000">
                <a:srgbClr val="767676">
                  <a:alpha val="7507"/>
                </a:srgbClr>
              </a:gs>
              <a:gs pos="100000">
                <a:srgbClr val="767676">
                  <a:alpha val="450"/>
                </a:srgbClr>
              </a:gs>
            </a:gsLst>
            <a:lin ang="12301446" scaled="0"/>
          </a:gradFill>
          <a:ln w="0">
            <a:noFill/>
            <a:prstDash val="solid"/>
          </a:ln>
        </p:spPr>
      </p:sp>
      <p:sp>
        <p:nvSpPr>
          <p:cNvPr id="262" name="PANEL_01-intermittent-gas-wisp-5-feather-0_44">
            <a:extLst>
              <a:ext uri="{FF2B5EF4-FFF2-40B4-BE49-F238E27FC236}">
                <a16:creationId xmlns:a16="http://schemas.microsoft.com/office/drawing/2014/main" id="{C1381B99-36DA-42A1-9428-B6FDF10A3411}"/>
              </a:ext>
            </a:extLst>
          </p:cNvPr>
          <p:cNvSpPr>
            <a:spLocks/>
          </p:cNvSpPr>
          <p:nvPr/>
        </p:nvSpPr>
        <p:spPr>
          <a:xfrm>
            <a:off x="9244948" y="2251840"/>
            <a:ext cx="630582" cy="316714"/>
          </a:xfrm>
          <a:custGeom>
            <a:pathLst>
              <a:path w="662029" h="332508">
                <a:moveTo>
                  <a:pt x="652688" y="305195"/>
                </a:moveTo>
                <a:cubicBezTo>
                  <a:pt x="650356" y="296041"/>
                  <a:pt x="643472" y="267654"/>
                  <a:pt x="638697" y="250272"/>
                </a:cubicBezTo>
                <a:cubicBezTo>
                  <a:pt x="633922" y="232890"/>
                  <a:pt x="629770" y="216459"/>
                  <a:pt x="624040" y="200905"/>
                </a:cubicBezTo>
                <a:cubicBezTo>
                  <a:pt x="618309" y="185351"/>
                  <a:pt x="610846" y="172394"/>
                  <a:pt x="604313" y="156948"/>
                </a:cubicBezTo>
                <a:cubicBezTo>
                  <a:pt x="597779" y="141502"/>
                  <a:pt x="592931" y="121555"/>
                  <a:pt x="584841" y="108229"/>
                </a:cubicBezTo>
                <a:cubicBezTo>
                  <a:pt x="576750" y="94903"/>
                  <a:pt x="568466" y="80442"/>
                  <a:pt x="555771" y="76990"/>
                </a:cubicBezTo>
                <a:cubicBezTo>
                  <a:pt x="543075" y="73538"/>
                  <a:pt x="524467" y="83454"/>
                  <a:pt x="508667" y="87520"/>
                </a:cubicBezTo>
                <a:cubicBezTo>
                  <a:pt x="492867" y="91585"/>
                  <a:pt x="474136" y="103847"/>
                  <a:pt x="460971" y="101381"/>
                </a:cubicBezTo>
                <a:cubicBezTo>
                  <a:pt x="447806" y="98914"/>
                  <a:pt x="439417" y="84605"/>
                  <a:pt x="429676" y="72721"/>
                </a:cubicBezTo>
                <a:cubicBezTo>
                  <a:pt x="419936" y="60836"/>
                  <a:pt x="413477" y="39275"/>
                  <a:pt x="402530" y="30074"/>
                </a:cubicBezTo>
                <a:cubicBezTo>
                  <a:pt x="391584" y="20873"/>
                  <a:pt x="377486" y="19820"/>
                  <a:pt x="363998" y="17515"/>
                </a:cubicBezTo>
                <a:cubicBezTo>
                  <a:pt x="350511" y="15210"/>
                  <a:pt x="335090" y="18700"/>
                  <a:pt x="321604" y="16243"/>
                </a:cubicBezTo>
                <a:cubicBezTo>
                  <a:pt x="308119" y="13787"/>
                  <a:pt x="296790" y="4533"/>
                  <a:pt x="283084" y="2777"/>
                </a:cubicBezTo>
                <a:cubicBezTo>
                  <a:pt x="269379" y="1021"/>
                  <a:pt x="255281" y="0"/>
                  <a:pt x="239372" y="5706"/>
                </a:cubicBezTo>
                <a:cubicBezTo>
                  <a:pt x="223462" y="11412"/>
                  <a:pt x="204113" y="28884"/>
                  <a:pt x="187627" y="37012"/>
                </a:cubicBezTo>
                <a:cubicBezTo>
                  <a:pt x="171141" y="45141"/>
                  <a:pt x="154759" y="53741"/>
                  <a:pt x="140458" y="54477"/>
                </a:cubicBezTo>
                <a:cubicBezTo>
                  <a:pt x="126157" y="55213"/>
                  <a:pt x="115075" y="44486"/>
                  <a:pt x="101820" y="41427"/>
                </a:cubicBezTo>
                <a:cubicBezTo>
                  <a:pt x="88566" y="38369"/>
                  <a:pt x="76450" y="31386"/>
                  <a:pt x="60931" y="36125"/>
                </a:cubicBezTo>
                <a:cubicBezTo>
                  <a:pt x="45412" y="40865"/>
                  <a:pt x="17409" y="64241"/>
                  <a:pt x="8704" y="69865"/>
                </a:cubicBezTo>
                <a:cubicBezTo>
                  <a:pt x="0" y="75488"/>
                  <a:pt x="2939" y="64091"/>
                  <a:pt x="8704" y="69865"/>
                </a:cubicBezTo>
                <a:cubicBezTo>
                  <a:pt x="14470" y="75638"/>
                  <a:pt x="31893" y="93851"/>
                  <a:pt x="43297" y="104504"/>
                </a:cubicBezTo>
                <a:cubicBezTo>
                  <a:pt x="54700" y="115158"/>
                  <a:pt x="65778" y="124659"/>
                  <a:pt x="77125" y="133785"/>
                </a:cubicBezTo>
                <a:cubicBezTo>
                  <a:pt x="88473" y="142910"/>
                  <a:pt x="100070" y="150737"/>
                  <a:pt x="111380" y="159256"/>
                </a:cubicBezTo>
                <a:cubicBezTo>
                  <a:pt x="122691" y="167776"/>
                  <a:pt x="134527" y="174240"/>
                  <a:pt x="144988" y="184900"/>
                </a:cubicBezTo>
                <a:cubicBezTo>
                  <a:pt x="155450" y="195561"/>
                  <a:pt x="165215" y="208465"/>
                  <a:pt x="174149" y="223219"/>
                </a:cubicBezTo>
                <a:cubicBezTo>
                  <a:pt x="183083" y="237973"/>
                  <a:pt x="190030" y="258730"/>
                  <a:pt x="198592" y="273425"/>
                </a:cubicBezTo>
                <a:cubicBezTo>
                  <a:pt x="207153" y="288119"/>
                  <a:pt x="214741" y="304647"/>
                  <a:pt x="225516" y="311387"/>
                </a:cubicBezTo>
                <a:cubicBezTo>
                  <a:pt x="236290" y="318127"/>
                  <a:pt x="248987" y="317830"/>
                  <a:pt x="263238" y="313864"/>
                </a:cubicBezTo>
                <a:cubicBezTo>
                  <a:pt x="277489" y="309898"/>
                  <a:pt x="295054" y="296118"/>
                  <a:pt x="311023" y="287592"/>
                </a:cubicBezTo>
                <a:cubicBezTo>
                  <a:pt x="326992" y="279065"/>
                  <a:pt x="344278" y="267505"/>
                  <a:pt x="359051" y="262705"/>
                </a:cubicBezTo>
                <a:cubicBezTo>
                  <a:pt x="373825" y="257905"/>
                  <a:pt x="387106" y="257731"/>
                  <a:pt x="399665" y="258789"/>
                </a:cubicBezTo>
                <a:cubicBezTo>
                  <a:pt x="412225" y="259848"/>
                  <a:pt x="422929" y="265558"/>
                  <a:pt x="434408" y="269056"/>
                </a:cubicBezTo>
                <a:cubicBezTo>
                  <a:pt x="445887" y="272553"/>
                  <a:pt x="457258" y="276116"/>
                  <a:pt x="468541" y="279776"/>
                </a:cubicBezTo>
                <a:cubicBezTo>
                  <a:pt x="479824" y="283435"/>
                  <a:pt x="491573" y="286164"/>
                  <a:pt x="502104" y="291012"/>
                </a:cubicBezTo>
                <a:cubicBezTo>
                  <a:pt x="512635" y="295860"/>
                  <a:pt x="522010" y="302882"/>
                  <a:pt x="531726" y="308865"/>
                </a:cubicBezTo>
                <a:cubicBezTo>
                  <a:pt x="541442" y="314848"/>
                  <a:pt x="549581" y="323575"/>
                  <a:pt x="560400" y="326912"/>
                </a:cubicBezTo>
                <a:cubicBezTo>
                  <a:pt x="571219" y="330250"/>
                  <a:pt x="581259" y="332508"/>
                  <a:pt x="596641" y="328889"/>
                </a:cubicBezTo>
                <a:cubicBezTo>
                  <a:pt x="612022" y="325269"/>
                  <a:pt x="643346" y="309144"/>
                  <a:pt x="652688" y="305195"/>
                </a:cubicBezTo>
                <a:cubicBezTo>
                  <a:pt x="662029" y="301246"/>
                  <a:pt x="655019" y="314349"/>
                  <a:pt x="652688" y="305195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21"/>
                </a:srgbClr>
              </a:gs>
              <a:gs pos="18000">
                <a:srgbClr val="919191">
                  <a:alpha val="1862"/>
                </a:srgbClr>
              </a:gs>
              <a:gs pos="48000">
                <a:srgbClr val="919191">
                  <a:alpha val="3002"/>
                </a:srgbClr>
              </a:gs>
              <a:gs pos="78000">
                <a:srgbClr val="919191">
                  <a:alpha val="2252"/>
                </a:srgbClr>
              </a:gs>
              <a:gs pos="100000">
                <a:srgbClr val="919191">
                  <a:alpha val="134"/>
                </a:srgbClr>
              </a:gs>
            </a:gsLst>
            <a:lin ang="12014834" scaled="0"/>
          </a:gradFill>
          <a:ln w="0">
            <a:noFill/>
            <a:prstDash val="solid"/>
          </a:ln>
        </p:spPr>
      </p:sp>
      <p:sp>
        <p:nvSpPr>
          <p:cNvPr id="263" name="PANEL_01-intermittent-gas-wisp-5-feather-1_45">
            <a:extLst>
              <a:ext uri="{FF2B5EF4-FFF2-40B4-BE49-F238E27FC236}">
                <a16:creationId xmlns:a16="http://schemas.microsoft.com/office/drawing/2014/main" id="{105D6FF1-CD90-499E-BB7B-3F0C749842C1}"/>
              </a:ext>
            </a:extLst>
          </p:cNvPr>
          <p:cNvSpPr>
            <a:spLocks/>
          </p:cNvSpPr>
          <p:nvPr/>
        </p:nvSpPr>
        <p:spPr>
          <a:xfrm>
            <a:off x="9245309" y="2283110"/>
            <a:ext cx="629486" cy="275238"/>
          </a:xfrm>
          <a:custGeom>
            <a:pathLst>
              <a:path w="660878" h="288964">
                <a:moveTo>
                  <a:pt x="652308" y="272366"/>
                </a:moveTo>
                <a:cubicBezTo>
                  <a:pt x="649205" y="264653"/>
                  <a:pt x="639758" y="240914"/>
                  <a:pt x="633693" y="226088"/>
                </a:cubicBezTo>
                <a:cubicBezTo>
                  <a:pt x="627627" y="211262"/>
                  <a:pt x="622480" y="197048"/>
                  <a:pt x="615915" y="183410"/>
                </a:cubicBezTo>
                <a:cubicBezTo>
                  <a:pt x="609351" y="169773"/>
                  <a:pt x="601502" y="157953"/>
                  <a:pt x="594308" y="144264"/>
                </a:cubicBezTo>
                <a:cubicBezTo>
                  <a:pt x="587113" y="130575"/>
                  <a:pt x="581259" y="113254"/>
                  <a:pt x="572748" y="101276"/>
                </a:cubicBezTo>
                <a:cubicBezTo>
                  <a:pt x="564238" y="89299"/>
                  <a:pt x="555518" y="76423"/>
                  <a:pt x="543244" y="72399"/>
                </a:cubicBezTo>
                <a:cubicBezTo>
                  <a:pt x="530971" y="68374"/>
                  <a:pt x="513999" y="74907"/>
                  <a:pt x="499108" y="77130"/>
                </a:cubicBezTo>
                <a:cubicBezTo>
                  <a:pt x="484217" y="79353"/>
                  <a:pt x="466923" y="88206"/>
                  <a:pt x="453898" y="85738"/>
                </a:cubicBezTo>
                <a:cubicBezTo>
                  <a:pt x="440873" y="83269"/>
                  <a:pt x="431446" y="71828"/>
                  <a:pt x="420960" y="62319"/>
                </a:cubicBezTo>
                <a:cubicBezTo>
                  <a:pt x="410473" y="52809"/>
                  <a:pt x="402456" y="35975"/>
                  <a:pt x="390981" y="28680"/>
                </a:cubicBezTo>
                <a:cubicBezTo>
                  <a:pt x="379505" y="21384"/>
                  <a:pt x="365534" y="20557"/>
                  <a:pt x="352107" y="18545"/>
                </a:cubicBezTo>
                <a:cubicBezTo>
                  <a:pt x="338680" y="16532"/>
                  <a:pt x="323763" y="19011"/>
                  <a:pt x="310419" y="16605"/>
                </a:cubicBezTo>
                <a:cubicBezTo>
                  <a:pt x="297074" y="14199"/>
                  <a:pt x="285464" y="6331"/>
                  <a:pt x="272040" y="4109"/>
                </a:cubicBezTo>
                <a:cubicBezTo>
                  <a:pt x="258617" y="1887"/>
                  <a:pt x="244950" y="0"/>
                  <a:pt x="229878" y="3271"/>
                </a:cubicBezTo>
                <a:cubicBezTo>
                  <a:pt x="214807" y="6542"/>
                  <a:pt x="197108" y="18757"/>
                  <a:pt x="181610" y="23735"/>
                </a:cubicBezTo>
                <a:cubicBezTo>
                  <a:pt x="166112" y="28713"/>
                  <a:pt x="150720" y="33906"/>
                  <a:pt x="136889" y="33139"/>
                </a:cubicBezTo>
                <a:cubicBezTo>
                  <a:pt x="123058" y="32373"/>
                  <a:pt x="111725" y="22639"/>
                  <a:pt x="98623" y="19138"/>
                </a:cubicBezTo>
                <a:cubicBezTo>
                  <a:pt x="85520" y="15637"/>
                  <a:pt x="73323" y="9149"/>
                  <a:pt x="58273" y="12132"/>
                </a:cubicBezTo>
                <a:cubicBezTo>
                  <a:pt x="43223" y="15115"/>
                  <a:pt x="16649" y="32885"/>
                  <a:pt x="8325" y="37036"/>
                </a:cubicBezTo>
                <a:cubicBezTo>
                  <a:pt x="0" y="41187"/>
                  <a:pt x="2292" y="32298"/>
                  <a:pt x="8325" y="37036"/>
                </a:cubicBezTo>
                <a:cubicBezTo>
                  <a:pt x="14357" y="41775"/>
                  <a:pt x="32679" y="56444"/>
                  <a:pt x="44518" y="65467"/>
                </a:cubicBezTo>
                <a:cubicBezTo>
                  <a:pt x="56357" y="74491"/>
                  <a:pt x="67745" y="82943"/>
                  <a:pt x="79361" y="91176"/>
                </a:cubicBezTo>
                <a:cubicBezTo>
                  <a:pt x="90976" y="99410"/>
                  <a:pt x="102710" y="106882"/>
                  <a:pt x="114209" y="114867"/>
                </a:cubicBezTo>
                <a:cubicBezTo>
                  <a:pt x="125707" y="122852"/>
                  <a:pt x="137552" y="129410"/>
                  <a:pt x="148352" y="139088"/>
                </a:cubicBezTo>
                <a:cubicBezTo>
                  <a:pt x="159151" y="148765"/>
                  <a:pt x="169374" y="160244"/>
                  <a:pt x="179004" y="172932"/>
                </a:cubicBezTo>
                <a:cubicBezTo>
                  <a:pt x="188635" y="185619"/>
                  <a:pt x="196725" y="202900"/>
                  <a:pt x="206136" y="215214"/>
                </a:cubicBezTo>
                <a:cubicBezTo>
                  <a:pt x="215547" y="227528"/>
                  <a:pt x="224240" y="241071"/>
                  <a:pt x="235470" y="246818"/>
                </a:cubicBezTo>
                <a:cubicBezTo>
                  <a:pt x="246699" y="252565"/>
                  <a:pt x="259491" y="252576"/>
                  <a:pt x="273514" y="249697"/>
                </a:cubicBezTo>
                <a:cubicBezTo>
                  <a:pt x="287536" y="246818"/>
                  <a:pt x="304212" y="236075"/>
                  <a:pt x="319605" y="229543"/>
                </a:cubicBezTo>
                <a:cubicBezTo>
                  <a:pt x="334998" y="223012"/>
                  <a:pt x="351460" y="214011"/>
                  <a:pt x="365872" y="210507"/>
                </a:cubicBezTo>
                <a:cubicBezTo>
                  <a:pt x="380284" y="207002"/>
                  <a:pt x="393527" y="207146"/>
                  <a:pt x="406079" y="208517"/>
                </a:cubicBezTo>
                <a:cubicBezTo>
                  <a:pt x="418632" y="209887"/>
                  <a:pt x="429665" y="215053"/>
                  <a:pt x="441186" y="218728"/>
                </a:cubicBezTo>
                <a:cubicBezTo>
                  <a:pt x="452707" y="222404"/>
                  <a:pt x="464034" y="226385"/>
                  <a:pt x="475205" y="230572"/>
                </a:cubicBezTo>
                <a:cubicBezTo>
                  <a:pt x="486377" y="234758"/>
                  <a:pt x="497799" y="238483"/>
                  <a:pt x="508213" y="243847"/>
                </a:cubicBezTo>
                <a:cubicBezTo>
                  <a:pt x="518628" y="249212"/>
                  <a:pt x="528013" y="256451"/>
                  <a:pt x="537691" y="262759"/>
                </a:cubicBezTo>
                <a:cubicBezTo>
                  <a:pt x="547368" y="269068"/>
                  <a:pt x="555743" y="277588"/>
                  <a:pt x="566276" y="281696"/>
                </a:cubicBezTo>
                <a:cubicBezTo>
                  <a:pt x="576809" y="285805"/>
                  <a:pt x="586550" y="288964"/>
                  <a:pt x="600889" y="287409"/>
                </a:cubicBezTo>
                <a:cubicBezTo>
                  <a:pt x="615228" y="285854"/>
                  <a:pt x="643738" y="274874"/>
                  <a:pt x="652308" y="272366"/>
                </a:cubicBezTo>
                <a:cubicBezTo>
                  <a:pt x="660878" y="269859"/>
                  <a:pt x="655410" y="280080"/>
                  <a:pt x="652308" y="272366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60"/>
                </a:srgbClr>
              </a:gs>
              <a:gs pos="18000">
                <a:srgbClr val="767676">
                  <a:alpha val="2482"/>
                </a:srgbClr>
              </a:gs>
              <a:gs pos="48000">
                <a:srgbClr val="767676">
                  <a:alpha val="4004"/>
                </a:srgbClr>
              </a:gs>
              <a:gs pos="78000">
                <a:srgbClr val="767676">
                  <a:alpha val="3002"/>
                </a:srgbClr>
              </a:gs>
              <a:gs pos="100000">
                <a:srgbClr val="767676">
                  <a:alpha val="180"/>
                </a:srgbClr>
              </a:gs>
            </a:gsLst>
            <a:lin ang="12014834" scaled="0"/>
          </a:gradFill>
          <a:ln w="0">
            <a:noFill/>
            <a:prstDash val="solid"/>
          </a:ln>
        </p:spPr>
      </p:sp>
      <p:sp>
        <p:nvSpPr>
          <p:cNvPr id="264" name="PANEL_01-intermittent-gas-wisp-5-feather-2_46">
            <a:extLst>
              <a:ext uri="{FF2B5EF4-FFF2-40B4-BE49-F238E27FC236}">
                <a16:creationId xmlns:a16="http://schemas.microsoft.com/office/drawing/2014/main" id="{4F0B75FB-61DC-4A2F-9070-1A25AC12AE51}"/>
              </a:ext>
            </a:extLst>
          </p:cNvPr>
          <p:cNvSpPr>
            <a:spLocks/>
          </p:cNvSpPr>
          <p:nvPr/>
        </p:nvSpPr>
        <p:spPr>
          <a:xfrm>
            <a:off x="9245704" y="2302829"/>
            <a:ext cx="628290" cy="245712"/>
          </a:xfrm>
          <a:custGeom>
            <a:pathLst>
              <a:path w="659622" h="257966">
                <a:moveTo>
                  <a:pt x="651894" y="251664"/>
                </a:moveTo>
                <a:cubicBezTo>
                  <a:pt x="647950" y="245522"/>
                  <a:pt x="635707" y="226854"/>
                  <a:pt x="628234" y="214816"/>
                </a:cubicBezTo>
                <a:cubicBezTo>
                  <a:pt x="620760" y="202778"/>
                  <a:pt x="614526" y="190982"/>
                  <a:pt x="607052" y="179436"/>
                </a:cubicBezTo>
                <a:cubicBezTo>
                  <a:pt x="599579" y="167890"/>
                  <a:pt x="591309" y="157310"/>
                  <a:pt x="583393" y="145537"/>
                </a:cubicBezTo>
                <a:cubicBezTo>
                  <a:pt x="575477" y="133765"/>
                  <a:pt x="568525" y="119308"/>
                  <a:pt x="559556" y="108802"/>
                </a:cubicBezTo>
                <a:cubicBezTo>
                  <a:pt x="550587" y="98296"/>
                  <a:pt x="541392" y="87149"/>
                  <a:pt x="529579" y="82500"/>
                </a:cubicBezTo>
                <a:cubicBezTo>
                  <a:pt x="517767" y="77851"/>
                  <a:pt x="502580" y="80693"/>
                  <a:pt x="488680" y="80907"/>
                </a:cubicBezTo>
                <a:cubicBezTo>
                  <a:pt x="474781" y="81120"/>
                  <a:pt x="459054" y="86254"/>
                  <a:pt x="446182" y="83783"/>
                </a:cubicBezTo>
                <a:cubicBezTo>
                  <a:pt x="433310" y="81312"/>
                  <a:pt x="422751" y="73000"/>
                  <a:pt x="411451" y="66081"/>
                </a:cubicBezTo>
                <a:cubicBezTo>
                  <a:pt x="400150" y="59162"/>
                  <a:pt x="390434" y="47486"/>
                  <a:pt x="378381" y="42268"/>
                </a:cubicBezTo>
                <a:cubicBezTo>
                  <a:pt x="366328" y="37051"/>
                  <a:pt x="352495" y="36471"/>
                  <a:pt x="339134" y="34778"/>
                </a:cubicBezTo>
                <a:cubicBezTo>
                  <a:pt x="325773" y="33085"/>
                  <a:pt x="311407" y="34461"/>
                  <a:pt x="298217" y="32110"/>
                </a:cubicBezTo>
                <a:cubicBezTo>
                  <a:pt x="285026" y="29759"/>
                  <a:pt x="273108" y="23403"/>
                  <a:pt x="259992" y="20672"/>
                </a:cubicBezTo>
                <a:cubicBezTo>
                  <a:pt x="246876" y="17941"/>
                  <a:pt x="233679" y="15110"/>
                  <a:pt x="219522" y="15725"/>
                </a:cubicBezTo>
                <a:cubicBezTo>
                  <a:pt x="205364" y="16340"/>
                  <a:pt x="189467" y="22820"/>
                  <a:pt x="175046" y="24361"/>
                </a:cubicBezTo>
                <a:cubicBezTo>
                  <a:pt x="160625" y="25903"/>
                  <a:pt x="146315" y="27377"/>
                  <a:pt x="132996" y="24972"/>
                </a:cubicBezTo>
                <a:cubicBezTo>
                  <a:pt x="119677" y="22567"/>
                  <a:pt x="108071" y="13916"/>
                  <a:pt x="95134" y="9932"/>
                </a:cubicBezTo>
                <a:cubicBezTo>
                  <a:pt x="82197" y="5948"/>
                  <a:pt x="69910" y="0"/>
                  <a:pt x="55373" y="1067"/>
                </a:cubicBezTo>
                <a:cubicBezTo>
                  <a:pt x="40836" y="2134"/>
                  <a:pt x="15821" y="13789"/>
                  <a:pt x="7910" y="16333"/>
                </a:cubicBezTo>
                <a:cubicBezTo>
                  <a:pt x="0" y="18878"/>
                  <a:pt x="1587" y="12724"/>
                  <a:pt x="7910" y="16333"/>
                </a:cubicBezTo>
                <a:cubicBezTo>
                  <a:pt x="14234" y="19943"/>
                  <a:pt x="33536" y="30746"/>
                  <a:pt x="45851" y="37992"/>
                </a:cubicBezTo>
                <a:cubicBezTo>
                  <a:pt x="58165" y="45237"/>
                  <a:pt x="69892" y="52545"/>
                  <a:pt x="81799" y="59805"/>
                </a:cubicBezTo>
                <a:cubicBezTo>
                  <a:pt x="93706" y="67065"/>
                  <a:pt x="105591" y="74150"/>
                  <a:pt x="117294" y="81553"/>
                </a:cubicBezTo>
                <a:cubicBezTo>
                  <a:pt x="128998" y="88955"/>
                  <a:pt x="140853" y="95616"/>
                  <a:pt x="152021" y="104221"/>
                </a:cubicBezTo>
                <a:cubicBezTo>
                  <a:pt x="163189" y="112826"/>
                  <a:pt x="173911" y="122749"/>
                  <a:pt x="184301" y="133182"/>
                </a:cubicBezTo>
                <a:cubicBezTo>
                  <a:pt x="194692" y="143616"/>
                  <a:pt x="204028" y="157104"/>
                  <a:pt x="214366" y="166822"/>
                </a:cubicBezTo>
                <a:cubicBezTo>
                  <a:pt x="224704" y="176540"/>
                  <a:pt x="234602" y="186824"/>
                  <a:pt x="246329" y="191488"/>
                </a:cubicBezTo>
                <a:cubicBezTo>
                  <a:pt x="258055" y="196152"/>
                  <a:pt x="270950" y="196500"/>
                  <a:pt x="284723" y="194806"/>
                </a:cubicBezTo>
                <a:cubicBezTo>
                  <a:pt x="298496" y="193113"/>
                  <a:pt x="314202" y="185683"/>
                  <a:pt x="328967" y="181328"/>
                </a:cubicBezTo>
                <a:cubicBezTo>
                  <a:pt x="343732" y="176972"/>
                  <a:pt x="359295" y="170764"/>
                  <a:pt x="373313" y="168673"/>
                </a:cubicBezTo>
                <a:cubicBezTo>
                  <a:pt x="387331" y="166582"/>
                  <a:pt x="400532" y="167073"/>
                  <a:pt x="413077" y="168784"/>
                </a:cubicBezTo>
                <a:cubicBezTo>
                  <a:pt x="425621" y="170494"/>
                  <a:pt x="437014" y="175066"/>
                  <a:pt x="448581" y="178936"/>
                </a:cubicBezTo>
                <a:cubicBezTo>
                  <a:pt x="460147" y="182806"/>
                  <a:pt x="471426" y="187243"/>
                  <a:pt x="482476" y="192004"/>
                </a:cubicBezTo>
                <a:cubicBezTo>
                  <a:pt x="493525" y="196766"/>
                  <a:pt x="504592" y="201577"/>
                  <a:pt x="514879" y="207505"/>
                </a:cubicBezTo>
                <a:cubicBezTo>
                  <a:pt x="525165" y="213433"/>
                  <a:pt x="534562" y="220910"/>
                  <a:pt x="544197" y="227572"/>
                </a:cubicBezTo>
                <a:cubicBezTo>
                  <a:pt x="553832" y="234235"/>
                  <a:pt x="562466" y="242531"/>
                  <a:pt x="572687" y="247480"/>
                </a:cubicBezTo>
                <a:cubicBezTo>
                  <a:pt x="582908" y="252429"/>
                  <a:pt x="592322" y="256571"/>
                  <a:pt x="605523" y="257269"/>
                </a:cubicBezTo>
                <a:cubicBezTo>
                  <a:pt x="618724" y="257966"/>
                  <a:pt x="644165" y="252598"/>
                  <a:pt x="651894" y="251664"/>
                </a:cubicBezTo>
                <a:cubicBezTo>
                  <a:pt x="659622" y="250730"/>
                  <a:pt x="655837" y="257805"/>
                  <a:pt x="651894" y="251664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06"/>
                </a:srgbClr>
              </a:gs>
              <a:gs pos="18000">
                <a:srgbClr val="767676">
                  <a:alpha val="3186"/>
                </a:srgbClr>
              </a:gs>
              <a:gs pos="48000">
                <a:srgbClr val="767676">
                  <a:alpha val="5137"/>
                </a:srgbClr>
              </a:gs>
              <a:gs pos="78000">
                <a:srgbClr val="767676">
                  <a:alpha val="3854"/>
                </a:srgbClr>
              </a:gs>
              <a:gs pos="100000">
                <a:srgbClr val="767676">
                  <a:alpha val="231"/>
                </a:srgbClr>
              </a:gs>
            </a:gsLst>
            <a:lin ang="12014834" scaled="0"/>
          </a:gradFill>
          <a:ln w="0">
            <a:noFill/>
            <a:prstDash val="solid"/>
          </a:ln>
        </p:spPr>
      </p:sp>
      <p:sp>
        <p:nvSpPr>
          <p:cNvPr id="265" name="PANEL_01-intermittent-gas-core-6-feather-0_47">
            <a:extLst>
              <a:ext uri="{FF2B5EF4-FFF2-40B4-BE49-F238E27FC236}">
                <a16:creationId xmlns:a16="http://schemas.microsoft.com/office/drawing/2014/main" id="{6AAC7CD9-2696-41C9-9BDA-9813DEA00418}"/>
              </a:ext>
            </a:extLst>
          </p:cNvPr>
          <p:cNvSpPr>
            <a:spLocks/>
          </p:cNvSpPr>
          <p:nvPr/>
        </p:nvSpPr>
        <p:spPr>
          <a:xfrm>
            <a:off x="8167873" y="1289495"/>
            <a:ext cx="1183525" cy="1026563"/>
          </a:xfrm>
          <a:custGeom>
            <a:pathLst>
              <a:path w="1242546" h="1077756">
                <a:moveTo>
                  <a:pt x="1228807" y="657030"/>
                </a:moveTo>
                <a:cubicBezTo>
                  <a:pt x="1223621" y="629463"/>
                  <a:pt x="1213754" y="524015"/>
                  <a:pt x="1197694" y="491628"/>
                </a:cubicBezTo>
                <a:cubicBezTo>
                  <a:pt x="1181635" y="459241"/>
                  <a:pt x="1155740" y="465163"/>
                  <a:pt x="1132450" y="462707"/>
                </a:cubicBezTo>
                <a:cubicBezTo>
                  <a:pt x="1109159" y="460250"/>
                  <a:pt x="1079654" y="487034"/>
                  <a:pt x="1057951" y="476888"/>
                </a:cubicBezTo>
                <a:cubicBezTo>
                  <a:pt x="1036248" y="466742"/>
                  <a:pt x="1019001" y="436924"/>
                  <a:pt x="1002231" y="401831"/>
                </a:cubicBezTo>
                <a:cubicBezTo>
                  <a:pt x="985461" y="366739"/>
                  <a:pt x="974373" y="301909"/>
                  <a:pt x="957331" y="266333"/>
                </a:cubicBezTo>
                <a:cubicBezTo>
                  <a:pt x="940289" y="230758"/>
                  <a:pt x="919996" y="210005"/>
                  <a:pt x="899980" y="188377"/>
                </a:cubicBezTo>
                <a:cubicBezTo>
                  <a:pt x="879963" y="166748"/>
                  <a:pt x="857032" y="160635"/>
                  <a:pt x="837231" y="136561"/>
                </a:cubicBezTo>
                <a:cubicBezTo>
                  <a:pt x="817429" y="112488"/>
                  <a:pt x="801969" y="64804"/>
                  <a:pt x="781173" y="43933"/>
                </a:cubicBezTo>
                <a:cubicBezTo>
                  <a:pt x="760377" y="23063"/>
                  <a:pt x="739140" y="0"/>
                  <a:pt x="712454" y="11338"/>
                </a:cubicBezTo>
                <a:cubicBezTo>
                  <a:pt x="685768" y="22676"/>
                  <a:pt x="650618" y="81662"/>
                  <a:pt x="621058" y="111963"/>
                </a:cubicBezTo>
                <a:cubicBezTo>
                  <a:pt x="591499" y="142263"/>
                  <a:pt x="560335" y="189579"/>
                  <a:pt x="535098" y="193143"/>
                </a:cubicBezTo>
                <a:cubicBezTo>
                  <a:pt x="509861" y="196707"/>
                  <a:pt x="491223" y="156061"/>
                  <a:pt x="469637" y="133348"/>
                </a:cubicBezTo>
                <a:cubicBezTo>
                  <a:pt x="448051" y="110635"/>
                  <a:pt x="428979" y="64588"/>
                  <a:pt x="405584" y="56865"/>
                </a:cubicBezTo>
                <a:cubicBezTo>
                  <a:pt x="382189" y="49143"/>
                  <a:pt x="355241" y="69701"/>
                  <a:pt x="329268" y="87014"/>
                </a:cubicBezTo>
                <a:cubicBezTo>
                  <a:pt x="303294" y="104327"/>
                  <a:pt x="275863" y="137563"/>
                  <a:pt x="249743" y="160745"/>
                </a:cubicBezTo>
                <a:cubicBezTo>
                  <a:pt x="223623" y="183928"/>
                  <a:pt x="198634" y="197696"/>
                  <a:pt x="172546" y="226109"/>
                </a:cubicBezTo>
                <a:cubicBezTo>
                  <a:pt x="146458" y="254523"/>
                  <a:pt x="119752" y="291244"/>
                  <a:pt x="93213" y="331225"/>
                </a:cubicBezTo>
                <a:cubicBezTo>
                  <a:pt x="66675" y="371205"/>
                  <a:pt x="26632" y="443532"/>
                  <a:pt x="13316" y="465993"/>
                </a:cubicBezTo>
                <a:cubicBezTo>
                  <a:pt x="0" y="488454"/>
                  <a:pt x="3750" y="443984"/>
                  <a:pt x="13316" y="465993"/>
                </a:cubicBezTo>
                <a:cubicBezTo>
                  <a:pt x="22882" y="488002"/>
                  <a:pt x="51419" y="558480"/>
                  <a:pt x="70713" y="598048"/>
                </a:cubicBezTo>
                <a:cubicBezTo>
                  <a:pt x="90006" y="637615"/>
                  <a:pt x="108884" y="678361"/>
                  <a:pt x="129077" y="703396"/>
                </a:cubicBezTo>
                <a:cubicBezTo>
                  <a:pt x="149270" y="728430"/>
                  <a:pt x="169841" y="744802"/>
                  <a:pt x="191870" y="748253"/>
                </a:cubicBezTo>
                <a:cubicBezTo>
                  <a:pt x="213900" y="751704"/>
                  <a:pt x="237854" y="733958"/>
                  <a:pt x="261253" y="724100"/>
                </a:cubicBezTo>
                <a:cubicBezTo>
                  <a:pt x="284651" y="714242"/>
                  <a:pt x="309349" y="693846"/>
                  <a:pt x="332261" y="689104"/>
                </a:cubicBezTo>
                <a:cubicBezTo>
                  <a:pt x="355172" y="684361"/>
                  <a:pt x="377278" y="688485"/>
                  <a:pt x="398720" y="695646"/>
                </a:cubicBezTo>
                <a:cubicBezTo>
                  <a:pt x="420162" y="702807"/>
                  <a:pt x="440222" y="720666"/>
                  <a:pt x="460913" y="732069"/>
                </a:cubicBezTo>
                <a:cubicBezTo>
                  <a:pt x="481605" y="743472"/>
                  <a:pt x="502523" y="752130"/>
                  <a:pt x="522868" y="764063"/>
                </a:cubicBezTo>
                <a:cubicBezTo>
                  <a:pt x="543214" y="775996"/>
                  <a:pt x="564297" y="782640"/>
                  <a:pt x="582989" y="803668"/>
                </a:cubicBezTo>
                <a:cubicBezTo>
                  <a:pt x="601680" y="824696"/>
                  <a:pt x="618696" y="856140"/>
                  <a:pt x="635017" y="890229"/>
                </a:cubicBezTo>
                <a:cubicBezTo>
                  <a:pt x="651338" y="924318"/>
                  <a:pt x="664281" y="977514"/>
                  <a:pt x="680916" y="1008202"/>
                </a:cubicBezTo>
                <a:cubicBezTo>
                  <a:pt x="697550" y="1038891"/>
                  <a:pt x="713417" y="1070959"/>
                  <a:pt x="734823" y="1074358"/>
                </a:cubicBezTo>
                <a:cubicBezTo>
                  <a:pt x="756229" y="1077756"/>
                  <a:pt x="781862" y="1056396"/>
                  <a:pt x="809352" y="1028592"/>
                </a:cubicBezTo>
                <a:cubicBezTo>
                  <a:pt x="836843" y="1000788"/>
                  <a:pt x="869710" y="945804"/>
                  <a:pt x="899765" y="907534"/>
                </a:cubicBezTo>
                <a:cubicBezTo>
                  <a:pt x="929821" y="869263"/>
                  <a:pt x="961288" y="826380"/>
                  <a:pt x="989686" y="798968"/>
                </a:cubicBezTo>
                <a:cubicBezTo>
                  <a:pt x="1018084" y="771556"/>
                  <a:pt x="1044040" y="757646"/>
                  <a:pt x="1070154" y="743061"/>
                </a:cubicBezTo>
                <a:cubicBezTo>
                  <a:pt x="1096268" y="728476"/>
                  <a:pt x="1119927" y="725799"/>
                  <a:pt x="1146369" y="711460"/>
                </a:cubicBezTo>
                <a:cubicBezTo>
                  <a:pt x="1172811" y="697122"/>
                  <a:pt x="1215067" y="666102"/>
                  <a:pt x="1228807" y="657030"/>
                </a:cubicBezTo>
                <a:cubicBezTo>
                  <a:pt x="1242546" y="647958"/>
                  <a:pt x="1233992" y="684597"/>
                  <a:pt x="1228807" y="657030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51"/>
                </a:srgbClr>
              </a:gs>
              <a:gs pos="18000">
                <a:srgbClr val="919191">
                  <a:alpha val="2356"/>
                </a:srgbClr>
              </a:gs>
              <a:gs pos="48000">
                <a:srgbClr val="919191">
                  <a:alpha val="3800"/>
                </a:srgbClr>
              </a:gs>
              <a:gs pos="78000">
                <a:srgbClr val="919191">
                  <a:alpha val="2849"/>
                </a:srgbClr>
              </a:gs>
              <a:gs pos="100000">
                <a:srgbClr val="919191">
                  <a:alpha val="172"/>
                </a:srgbClr>
              </a:gs>
            </a:gsLst>
            <a:lin ang="11335857" scaled="0"/>
          </a:gradFill>
          <a:ln w="0">
            <a:noFill/>
            <a:prstDash val="solid"/>
          </a:ln>
        </p:spPr>
      </p:sp>
      <p:sp>
        <p:nvSpPr>
          <p:cNvPr id="266" name="PANEL_01-intermittent-gas-core-6-feather-1_48">
            <a:extLst>
              <a:ext uri="{FF2B5EF4-FFF2-40B4-BE49-F238E27FC236}">
                <a16:creationId xmlns:a16="http://schemas.microsoft.com/office/drawing/2014/main" id="{09E58D09-1608-4893-8F0D-54D8DAB2F198}"/>
              </a:ext>
            </a:extLst>
          </p:cNvPr>
          <p:cNvSpPr>
            <a:spLocks/>
          </p:cNvSpPr>
          <p:nvPr/>
        </p:nvSpPr>
        <p:spPr>
          <a:xfrm>
            <a:off x="8168324" y="1403786"/>
            <a:ext cx="1182426" cy="822409"/>
          </a:xfrm>
          <a:custGeom>
            <a:pathLst>
              <a:path w="1241392" h="863421">
                <a:moveTo>
                  <a:pt x="1228333" y="537040"/>
                </a:moveTo>
                <a:cubicBezTo>
                  <a:pt x="1221947" y="514617"/>
                  <a:pt x="1207418" y="428844"/>
                  <a:pt x="1190014" y="402506"/>
                </a:cubicBezTo>
                <a:cubicBezTo>
                  <a:pt x="1172611" y="376168"/>
                  <a:pt x="1147233" y="380801"/>
                  <a:pt x="1123912" y="379012"/>
                </a:cubicBezTo>
                <a:cubicBezTo>
                  <a:pt x="1100590" y="377223"/>
                  <a:pt x="1072263" y="398993"/>
                  <a:pt x="1050086" y="391771"/>
                </a:cubicBezTo>
                <a:cubicBezTo>
                  <a:pt x="1027909" y="384550"/>
                  <a:pt x="1009129" y="362458"/>
                  <a:pt x="990848" y="335684"/>
                </a:cubicBezTo>
                <a:cubicBezTo>
                  <a:pt x="972566" y="308911"/>
                  <a:pt x="958730" y="259001"/>
                  <a:pt x="940397" y="231131"/>
                </a:cubicBezTo>
                <a:cubicBezTo>
                  <a:pt x="922065" y="203261"/>
                  <a:pt x="901289" y="186576"/>
                  <a:pt x="880851" y="168466"/>
                </a:cubicBezTo>
                <a:cubicBezTo>
                  <a:pt x="860412" y="150355"/>
                  <a:pt x="837839" y="143649"/>
                  <a:pt x="817766" y="122469"/>
                </a:cubicBezTo>
                <a:cubicBezTo>
                  <a:pt x="797694" y="101289"/>
                  <a:pt x="781154" y="60898"/>
                  <a:pt x="760417" y="41386"/>
                </a:cubicBezTo>
                <a:cubicBezTo>
                  <a:pt x="739680" y="21874"/>
                  <a:pt x="718703" y="0"/>
                  <a:pt x="693345" y="5398"/>
                </a:cubicBezTo>
                <a:cubicBezTo>
                  <a:pt x="667987" y="10796"/>
                  <a:pt x="636014" y="53090"/>
                  <a:pt x="608268" y="73773"/>
                </a:cubicBezTo>
                <a:cubicBezTo>
                  <a:pt x="580522" y="94457"/>
                  <a:pt x="551434" y="128613"/>
                  <a:pt x="526868" y="129499"/>
                </a:cubicBezTo>
                <a:cubicBezTo>
                  <a:pt x="502303" y="130384"/>
                  <a:pt x="482767" y="97395"/>
                  <a:pt x="460874" y="79085"/>
                </a:cubicBezTo>
                <a:cubicBezTo>
                  <a:pt x="438982" y="60774"/>
                  <a:pt x="418937" y="25096"/>
                  <a:pt x="395513" y="19636"/>
                </a:cubicBezTo>
                <a:cubicBezTo>
                  <a:pt x="372088" y="14176"/>
                  <a:pt x="345808" y="31577"/>
                  <a:pt x="320328" y="46324"/>
                </a:cubicBezTo>
                <a:cubicBezTo>
                  <a:pt x="294849" y="61071"/>
                  <a:pt x="268198" y="88774"/>
                  <a:pt x="242634" y="108117"/>
                </a:cubicBezTo>
                <a:cubicBezTo>
                  <a:pt x="217071" y="127460"/>
                  <a:pt x="192404" y="139582"/>
                  <a:pt x="166949" y="162380"/>
                </a:cubicBezTo>
                <a:cubicBezTo>
                  <a:pt x="141493" y="185179"/>
                  <a:pt x="115585" y="214303"/>
                  <a:pt x="89901" y="244907"/>
                </a:cubicBezTo>
                <a:cubicBezTo>
                  <a:pt x="64216" y="275510"/>
                  <a:pt x="25686" y="329153"/>
                  <a:pt x="12843" y="346003"/>
                </a:cubicBezTo>
                <a:cubicBezTo>
                  <a:pt x="0" y="362852"/>
                  <a:pt x="2925" y="328165"/>
                  <a:pt x="12843" y="346003"/>
                </a:cubicBezTo>
                <a:cubicBezTo>
                  <a:pt x="22761" y="363840"/>
                  <a:pt x="52317" y="421585"/>
                  <a:pt x="72350" y="453029"/>
                </a:cubicBezTo>
                <a:cubicBezTo>
                  <a:pt x="92383" y="484472"/>
                  <a:pt x="112186" y="515773"/>
                  <a:pt x="133043" y="534664"/>
                </a:cubicBezTo>
                <a:cubicBezTo>
                  <a:pt x="153901" y="553554"/>
                  <a:pt x="175121" y="564942"/>
                  <a:pt x="197494" y="566373"/>
                </a:cubicBezTo>
                <a:cubicBezTo>
                  <a:pt x="219866" y="567804"/>
                  <a:pt x="243806" y="552183"/>
                  <a:pt x="267277" y="543251"/>
                </a:cubicBezTo>
                <a:cubicBezTo>
                  <a:pt x="290748" y="534319"/>
                  <a:pt x="315273" y="517044"/>
                  <a:pt x="338320" y="512782"/>
                </a:cubicBezTo>
                <a:cubicBezTo>
                  <a:pt x="361367" y="508520"/>
                  <a:pt x="383779" y="511497"/>
                  <a:pt x="405559" y="517677"/>
                </a:cubicBezTo>
                <a:cubicBezTo>
                  <a:pt x="427340" y="523857"/>
                  <a:pt x="447985" y="539071"/>
                  <a:pt x="469005" y="549860"/>
                </a:cubicBezTo>
                <a:cubicBezTo>
                  <a:pt x="490025" y="560650"/>
                  <a:pt x="511120" y="570153"/>
                  <a:pt x="531680" y="582412"/>
                </a:cubicBezTo>
                <a:cubicBezTo>
                  <a:pt x="552239" y="594671"/>
                  <a:pt x="573240" y="603568"/>
                  <a:pt x="592362" y="623415"/>
                </a:cubicBezTo>
                <a:cubicBezTo>
                  <a:pt x="611485" y="643263"/>
                  <a:pt x="629169" y="671674"/>
                  <a:pt x="646415" y="701497"/>
                </a:cubicBezTo>
                <a:cubicBezTo>
                  <a:pt x="663662" y="731319"/>
                  <a:pt x="678238" y="776010"/>
                  <a:pt x="695841" y="802349"/>
                </a:cubicBezTo>
                <a:cubicBezTo>
                  <a:pt x="713443" y="828688"/>
                  <a:pt x="730506" y="855640"/>
                  <a:pt x="752029" y="859531"/>
                </a:cubicBezTo>
                <a:cubicBezTo>
                  <a:pt x="773551" y="863421"/>
                  <a:pt x="798492" y="847259"/>
                  <a:pt x="824974" y="825693"/>
                </a:cubicBezTo>
                <a:cubicBezTo>
                  <a:pt x="851457" y="804126"/>
                  <a:pt x="882281" y="760582"/>
                  <a:pt x="910925" y="730132"/>
                </a:cubicBezTo>
                <a:cubicBezTo>
                  <a:pt x="939569" y="699682"/>
                  <a:pt x="969440" y="665068"/>
                  <a:pt x="996839" y="642994"/>
                </a:cubicBezTo>
                <a:cubicBezTo>
                  <a:pt x="1024239" y="620920"/>
                  <a:pt x="1049797" y="609191"/>
                  <a:pt x="1075321" y="597688"/>
                </a:cubicBezTo>
                <a:cubicBezTo>
                  <a:pt x="1100844" y="586185"/>
                  <a:pt x="1124479" y="584083"/>
                  <a:pt x="1149981" y="573975"/>
                </a:cubicBezTo>
                <a:cubicBezTo>
                  <a:pt x="1175483" y="563867"/>
                  <a:pt x="1215275" y="543195"/>
                  <a:pt x="1228333" y="537040"/>
                </a:cubicBezTo>
                <a:cubicBezTo>
                  <a:pt x="1241392" y="530884"/>
                  <a:pt x="1234720" y="559462"/>
                  <a:pt x="1228333" y="537040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02"/>
                </a:srgbClr>
              </a:gs>
              <a:gs pos="18000">
                <a:srgbClr val="767676">
                  <a:alpha val="3142"/>
                </a:srgbClr>
              </a:gs>
              <a:gs pos="48000">
                <a:srgbClr val="767676">
                  <a:alpha val="5066"/>
                </a:srgbClr>
              </a:gs>
              <a:gs pos="78000">
                <a:srgbClr val="767676">
                  <a:alpha val="3800"/>
                </a:srgbClr>
              </a:gs>
              <a:gs pos="100000">
                <a:srgbClr val="767676">
                  <a:alpha val="228"/>
                </a:srgbClr>
              </a:gs>
            </a:gsLst>
            <a:lin ang="11335857" scaled="0"/>
          </a:gradFill>
          <a:ln w="0">
            <a:noFill/>
            <a:prstDash val="solid"/>
          </a:ln>
        </p:spPr>
      </p:sp>
      <p:sp>
        <p:nvSpPr>
          <p:cNvPr id="267" name="PANEL_01-intermittent-gas-core-6-feather-2_49">
            <a:extLst>
              <a:ext uri="{FF2B5EF4-FFF2-40B4-BE49-F238E27FC236}">
                <a16:creationId xmlns:a16="http://schemas.microsoft.com/office/drawing/2014/main" id="{4C662E24-9ED1-43B7-A7AE-B4C6FE6E7CDA}"/>
              </a:ext>
            </a:extLst>
          </p:cNvPr>
          <p:cNvSpPr>
            <a:spLocks/>
          </p:cNvSpPr>
          <p:nvPr/>
        </p:nvSpPr>
        <p:spPr>
          <a:xfrm>
            <a:off x="8168816" y="1505636"/>
            <a:ext cx="1181227" cy="622527"/>
          </a:xfrm>
          <a:custGeom>
            <a:pathLst>
              <a:path w="1240133" h="653572">
                <a:moveTo>
                  <a:pt x="1227817" y="430111"/>
                </a:moveTo>
                <a:cubicBezTo>
                  <a:pt x="1220120" y="413301"/>
                  <a:pt x="1200506" y="348990"/>
                  <a:pt x="1181636" y="329251"/>
                </a:cubicBezTo>
                <a:cubicBezTo>
                  <a:pt x="1162766" y="309513"/>
                  <a:pt x="1137952" y="312739"/>
                  <a:pt x="1114597" y="311678"/>
                </a:cubicBezTo>
                <a:cubicBezTo>
                  <a:pt x="1091242" y="310617"/>
                  <a:pt x="1064201" y="326918"/>
                  <a:pt x="1041506" y="322887"/>
                </a:cubicBezTo>
                <a:cubicBezTo>
                  <a:pt x="1018812" y="318857"/>
                  <a:pt x="998360" y="305192"/>
                  <a:pt x="978430" y="287494"/>
                </a:cubicBezTo>
                <a:cubicBezTo>
                  <a:pt x="958500" y="269796"/>
                  <a:pt x="941666" y="236162"/>
                  <a:pt x="921925" y="216699"/>
                </a:cubicBezTo>
                <a:cubicBezTo>
                  <a:pt x="902183" y="197235"/>
                  <a:pt x="880881" y="184987"/>
                  <a:pt x="859983" y="170714"/>
                </a:cubicBezTo>
                <a:cubicBezTo>
                  <a:pt x="839084" y="156442"/>
                  <a:pt x="816900" y="149089"/>
                  <a:pt x="796532" y="131066"/>
                </a:cubicBezTo>
                <a:cubicBezTo>
                  <a:pt x="776164" y="113043"/>
                  <a:pt x="758446" y="80607"/>
                  <a:pt x="737774" y="62577"/>
                </a:cubicBezTo>
                <a:cubicBezTo>
                  <a:pt x="717102" y="44548"/>
                  <a:pt x="696409" y="23970"/>
                  <a:pt x="672499" y="22888"/>
                </a:cubicBezTo>
                <a:cubicBezTo>
                  <a:pt x="648589" y="21805"/>
                  <a:pt x="620083" y="45891"/>
                  <a:pt x="594315" y="56083"/>
                </a:cubicBezTo>
                <a:cubicBezTo>
                  <a:pt x="568547" y="66274"/>
                  <a:pt x="541724" y="86075"/>
                  <a:pt x="517891" y="84038"/>
                </a:cubicBezTo>
                <a:cubicBezTo>
                  <a:pt x="494058" y="82001"/>
                  <a:pt x="473543" y="57366"/>
                  <a:pt x="451315" y="43858"/>
                </a:cubicBezTo>
                <a:cubicBezTo>
                  <a:pt x="429087" y="30351"/>
                  <a:pt x="407982" y="5984"/>
                  <a:pt x="384526" y="2992"/>
                </a:cubicBezTo>
                <a:cubicBezTo>
                  <a:pt x="361069" y="0"/>
                  <a:pt x="335517" y="13958"/>
                  <a:pt x="310576" y="25905"/>
                </a:cubicBezTo>
                <a:cubicBezTo>
                  <a:pt x="285635" y="37852"/>
                  <a:pt x="259835" y="59521"/>
                  <a:pt x="234879" y="74675"/>
                </a:cubicBezTo>
                <a:cubicBezTo>
                  <a:pt x="209924" y="89828"/>
                  <a:pt x="185608" y="100155"/>
                  <a:pt x="160843" y="116828"/>
                </a:cubicBezTo>
                <a:cubicBezTo>
                  <a:pt x="136077" y="133501"/>
                  <a:pt x="111039" y="154337"/>
                  <a:pt x="86287" y="174712"/>
                </a:cubicBezTo>
                <a:cubicBezTo>
                  <a:pt x="61534" y="195086"/>
                  <a:pt x="24653" y="228347"/>
                  <a:pt x="12327" y="239074"/>
                </a:cubicBezTo>
                <a:cubicBezTo>
                  <a:pt x="0" y="249801"/>
                  <a:pt x="2025" y="225787"/>
                  <a:pt x="12327" y="239074"/>
                </a:cubicBezTo>
                <a:cubicBezTo>
                  <a:pt x="22628" y="252361"/>
                  <a:pt x="53296" y="296215"/>
                  <a:pt x="74136" y="318796"/>
                </a:cubicBezTo>
                <a:cubicBezTo>
                  <a:pt x="94977" y="341377"/>
                  <a:pt x="115788" y="362373"/>
                  <a:pt x="137370" y="374562"/>
                </a:cubicBezTo>
                <a:cubicBezTo>
                  <a:pt x="158952" y="386751"/>
                  <a:pt x="180882" y="392701"/>
                  <a:pt x="203628" y="391929"/>
                </a:cubicBezTo>
                <a:cubicBezTo>
                  <a:pt x="226374" y="391157"/>
                  <a:pt x="250298" y="377853"/>
                  <a:pt x="273848" y="369931"/>
                </a:cubicBezTo>
                <a:cubicBezTo>
                  <a:pt x="297399" y="362010"/>
                  <a:pt x="321736" y="348140"/>
                  <a:pt x="344931" y="344401"/>
                </a:cubicBezTo>
                <a:cubicBezTo>
                  <a:pt x="368126" y="340662"/>
                  <a:pt x="390870" y="342390"/>
                  <a:pt x="413020" y="347499"/>
                </a:cubicBezTo>
                <a:cubicBezTo>
                  <a:pt x="435170" y="352609"/>
                  <a:pt x="456453" y="364938"/>
                  <a:pt x="477831" y="375058"/>
                </a:cubicBezTo>
                <a:cubicBezTo>
                  <a:pt x="499210" y="385177"/>
                  <a:pt x="520499" y="395602"/>
                  <a:pt x="541292" y="408217"/>
                </a:cubicBezTo>
                <a:cubicBezTo>
                  <a:pt x="562085" y="420832"/>
                  <a:pt x="582995" y="432186"/>
                  <a:pt x="602588" y="450746"/>
                </a:cubicBezTo>
                <a:cubicBezTo>
                  <a:pt x="622181" y="469306"/>
                  <a:pt x="640594" y="494409"/>
                  <a:pt x="658850" y="519577"/>
                </a:cubicBezTo>
                <a:cubicBezTo>
                  <a:pt x="677106" y="544745"/>
                  <a:pt x="693464" y="580157"/>
                  <a:pt x="712122" y="601752"/>
                </a:cubicBezTo>
                <a:cubicBezTo>
                  <a:pt x="730780" y="623346"/>
                  <a:pt x="749149" y="644716"/>
                  <a:pt x="770798" y="649144"/>
                </a:cubicBezTo>
                <a:cubicBezTo>
                  <a:pt x="792447" y="653572"/>
                  <a:pt x="816633" y="643080"/>
                  <a:pt x="842016" y="628318"/>
                </a:cubicBezTo>
                <a:cubicBezTo>
                  <a:pt x="867400" y="613557"/>
                  <a:pt x="895994" y="582491"/>
                  <a:pt x="923099" y="560573"/>
                </a:cubicBezTo>
                <a:cubicBezTo>
                  <a:pt x="950203" y="538655"/>
                  <a:pt x="978333" y="513061"/>
                  <a:pt x="1004643" y="496811"/>
                </a:cubicBezTo>
                <a:cubicBezTo>
                  <a:pt x="1030953" y="480560"/>
                  <a:pt x="1056078" y="471211"/>
                  <a:pt x="1080957" y="463069"/>
                </a:cubicBezTo>
                <a:cubicBezTo>
                  <a:pt x="1105837" y="454928"/>
                  <a:pt x="1129444" y="453454"/>
                  <a:pt x="1153920" y="447961"/>
                </a:cubicBezTo>
                <a:cubicBezTo>
                  <a:pt x="1178397" y="442468"/>
                  <a:pt x="1215501" y="433086"/>
                  <a:pt x="1227817" y="430111"/>
                </a:cubicBezTo>
                <a:cubicBezTo>
                  <a:pt x="1240133" y="427136"/>
                  <a:pt x="1235514" y="446921"/>
                  <a:pt x="1227817" y="430111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60"/>
                </a:srgbClr>
              </a:gs>
              <a:gs pos="18000">
                <a:srgbClr val="767676">
                  <a:alpha val="4031"/>
                </a:srgbClr>
              </a:gs>
              <a:gs pos="48000">
                <a:srgbClr val="767676">
                  <a:alpha val="6502"/>
                </a:srgbClr>
              </a:gs>
              <a:gs pos="78000">
                <a:srgbClr val="767676">
                  <a:alpha val="4876"/>
                </a:srgbClr>
              </a:gs>
              <a:gs pos="100000">
                <a:srgbClr val="767676">
                  <a:alpha val="292"/>
                </a:srgbClr>
              </a:gs>
            </a:gsLst>
            <a:lin ang="11335857" scaled="0"/>
          </a:gradFill>
          <a:ln w="0">
            <a:noFill/>
            <a:prstDash val="solid"/>
          </a:ln>
        </p:spPr>
      </p:sp>
      <p:sp>
        <p:nvSpPr>
          <p:cNvPr id="268" name="PANEL_01-intermittent-gas-core-6-feather-3_50">
            <a:extLst>
              <a:ext uri="{FF2B5EF4-FFF2-40B4-BE49-F238E27FC236}">
                <a16:creationId xmlns:a16="http://schemas.microsoft.com/office/drawing/2014/main" id="{F9BC62D6-3243-49C4-85CC-A6AE1F162836}"/>
              </a:ext>
            </a:extLst>
          </p:cNvPr>
          <p:cNvSpPr>
            <a:spLocks/>
          </p:cNvSpPr>
          <p:nvPr/>
        </p:nvSpPr>
        <p:spPr>
          <a:xfrm>
            <a:off x="8169307" y="1593982"/>
            <a:ext cx="1180028" cy="436148"/>
          </a:xfrm>
          <a:custGeom>
            <a:pathLst>
              <a:path w="1238874" h="457898">
                <a:moveTo>
                  <a:pt x="1227301" y="337359"/>
                </a:moveTo>
                <a:cubicBezTo>
                  <a:pt x="1218294" y="326161"/>
                  <a:pt x="1193594" y="283313"/>
                  <a:pt x="1173258" y="270173"/>
                </a:cubicBezTo>
                <a:cubicBezTo>
                  <a:pt x="1152921" y="257033"/>
                  <a:pt x="1128671" y="258853"/>
                  <a:pt x="1105283" y="258520"/>
                </a:cubicBezTo>
                <a:cubicBezTo>
                  <a:pt x="1081894" y="258188"/>
                  <a:pt x="1056138" y="269019"/>
                  <a:pt x="1032927" y="268179"/>
                </a:cubicBezTo>
                <a:cubicBezTo>
                  <a:pt x="1009715" y="267339"/>
                  <a:pt x="987591" y="262102"/>
                  <a:pt x="966012" y="253479"/>
                </a:cubicBezTo>
                <a:cubicBezTo>
                  <a:pt x="944433" y="244857"/>
                  <a:pt x="924602" y="227499"/>
                  <a:pt x="903452" y="216442"/>
                </a:cubicBezTo>
                <a:cubicBezTo>
                  <a:pt x="882302" y="205386"/>
                  <a:pt x="860473" y="197573"/>
                  <a:pt x="839114" y="187139"/>
                </a:cubicBezTo>
                <a:cubicBezTo>
                  <a:pt x="817755" y="176705"/>
                  <a:pt x="795962" y="168704"/>
                  <a:pt x="775299" y="153838"/>
                </a:cubicBezTo>
                <a:cubicBezTo>
                  <a:pt x="754635" y="138973"/>
                  <a:pt x="735739" y="114492"/>
                  <a:pt x="715132" y="97945"/>
                </a:cubicBezTo>
                <a:cubicBezTo>
                  <a:pt x="694524" y="81397"/>
                  <a:pt x="674115" y="62116"/>
                  <a:pt x="651653" y="54553"/>
                </a:cubicBezTo>
                <a:cubicBezTo>
                  <a:pt x="629191" y="46990"/>
                  <a:pt x="604151" y="52868"/>
                  <a:pt x="580361" y="52568"/>
                </a:cubicBezTo>
                <a:cubicBezTo>
                  <a:pt x="556571" y="52268"/>
                  <a:pt x="532014" y="57713"/>
                  <a:pt x="508913" y="52753"/>
                </a:cubicBezTo>
                <a:cubicBezTo>
                  <a:pt x="485813" y="47793"/>
                  <a:pt x="464318" y="31513"/>
                  <a:pt x="441756" y="22808"/>
                </a:cubicBezTo>
                <a:cubicBezTo>
                  <a:pt x="419193" y="14103"/>
                  <a:pt x="397027" y="1049"/>
                  <a:pt x="373539" y="524"/>
                </a:cubicBezTo>
                <a:cubicBezTo>
                  <a:pt x="350050" y="0"/>
                  <a:pt x="325227" y="10515"/>
                  <a:pt x="300824" y="19662"/>
                </a:cubicBezTo>
                <a:cubicBezTo>
                  <a:pt x="276422" y="28809"/>
                  <a:pt x="251472" y="44443"/>
                  <a:pt x="227124" y="55408"/>
                </a:cubicBezTo>
                <a:cubicBezTo>
                  <a:pt x="202776" y="66373"/>
                  <a:pt x="178812" y="74903"/>
                  <a:pt x="154737" y="85451"/>
                </a:cubicBezTo>
                <a:cubicBezTo>
                  <a:pt x="130661" y="95998"/>
                  <a:pt x="106494" y="108548"/>
                  <a:pt x="82673" y="118693"/>
                </a:cubicBezTo>
                <a:cubicBezTo>
                  <a:pt x="58852" y="128838"/>
                  <a:pt x="23621" y="141717"/>
                  <a:pt x="11810" y="146322"/>
                </a:cubicBezTo>
                <a:cubicBezTo>
                  <a:pt x="0" y="150926"/>
                  <a:pt x="1125" y="137585"/>
                  <a:pt x="11810" y="146322"/>
                </a:cubicBezTo>
                <a:cubicBezTo>
                  <a:pt x="22496" y="155058"/>
                  <a:pt x="54275" y="185020"/>
                  <a:pt x="75922" y="198740"/>
                </a:cubicBezTo>
                <a:cubicBezTo>
                  <a:pt x="97570" y="212459"/>
                  <a:pt x="119389" y="223150"/>
                  <a:pt x="141696" y="228637"/>
                </a:cubicBezTo>
                <a:cubicBezTo>
                  <a:pt x="164003" y="234124"/>
                  <a:pt x="186642" y="234635"/>
                  <a:pt x="209762" y="231660"/>
                </a:cubicBezTo>
                <a:cubicBezTo>
                  <a:pt x="232883" y="228685"/>
                  <a:pt x="256790" y="217698"/>
                  <a:pt x="280420" y="210788"/>
                </a:cubicBezTo>
                <a:cubicBezTo>
                  <a:pt x="304050" y="203877"/>
                  <a:pt x="328198" y="193411"/>
                  <a:pt x="351542" y="190196"/>
                </a:cubicBezTo>
                <a:cubicBezTo>
                  <a:pt x="374885" y="186981"/>
                  <a:pt x="397961" y="187458"/>
                  <a:pt x="420481" y="191497"/>
                </a:cubicBezTo>
                <a:cubicBezTo>
                  <a:pt x="443000" y="195536"/>
                  <a:pt x="464921" y="204981"/>
                  <a:pt x="486658" y="214431"/>
                </a:cubicBezTo>
                <a:cubicBezTo>
                  <a:pt x="508395" y="223881"/>
                  <a:pt x="529879" y="235228"/>
                  <a:pt x="550904" y="248198"/>
                </a:cubicBezTo>
                <a:cubicBezTo>
                  <a:pt x="571930" y="261168"/>
                  <a:pt x="592750" y="274979"/>
                  <a:pt x="612814" y="292252"/>
                </a:cubicBezTo>
                <a:cubicBezTo>
                  <a:pt x="632877" y="309525"/>
                  <a:pt x="652020" y="331320"/>
                  <a:pt x="671285" y="351833"/>
                </a:cubicBezTo>
                <a:cubicBezTo>
                  <a:pt x="690550" y="372346"/>
                  <a:pt x="708690" y="398481"/>
                  <a:pt x="728404" y="415331"/>
                </a:cubicBezTo>
                <a:cubicBezTo>
                  <a:pt x="748118" y="432181"/>
                  <a:pt x="767792" y="447969"/>
                  <a:pt x="789567" y="452934"/>
                </a:cubicBezTo>
                <a:cubicBezTo>
                  <a:pt x="811343" y="457898"/>
                  <a:pt x="834774" y="453077"/>
                  <a:pt x="859059" y="445120"/>
                </a:cubicBezTo>
                <a:cubicBezTo>
                  <a:pt x="883343" y="437163"/>
                  <a:pt x="909708" y="418576"/>
                  <a:pt x="935273" y="405190"/>
                </a:cubicBezTo>
                <a:cubicBezTo>
                  <a:pt x="960837" y="391804"/>
                  <a:pt x="987227" y="375230"/>
                  <a:pt x="1012447" y="364803"/>
                </a:cubicBezTo>
                <a:cubicBezTo>
                  <a:pt x="1037667" y="354376"/>
                  <a:pt x="1062359" y="347407"/>
                  <a:pt x="1086594" y="342627"/>
                </a:cubicBezTo>
                <a:cubicBezTo>
                  <a:pt x="1110830" y="337846"/>
                  <a:pt x="1134409" y="337001"/>
                  <a:pt x="1157860" y="336123"/>
                </a:cubicBezTo>
                <a:cubicBezTo>
                  <a:pt x="1181311" y="335245"/>
                  <a:pt x="1215727" y="337153"/>
                  <a:pt x="1227301" y="337359"/>
                </a:cubicBezTo>
                <a:cubicBezTo>
                  <a:pt x="1238874" y="337564"/>
                  <a:pt x="1236308" y="348556"/>
                  <a:pt x="1227301" y="337359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04"/>
                </a:srgbClr>
              </a:gs>
              <a:gs pos="18000">
                <a:srgbClr val="767676">
                  <a:alpha val="4712"/>
                </a:srgbClr>
              </a:gs>
              <a:gs pos="48000">
                <a:srgbClr val="767676">
                  <a:alpha val="7599"/>
                </a:srgbClr>
              </a:gs>
              <a:gs pos="78000">
                <a:srgbClr val="767676">
                  <a:alpha val="5700"/>
                </a:srgbClr>
              </a:gs>
              <a:gs pos="100000">
                <a:srgbClr val="767676">
                  <a:alpha val="342"/>
                </a:srgbClr>
              </a:gs>
            </a:gsLst>
            <a:lin ang="11335857" scaled="0"/>
          </a:gradFill>
          <a:ln w="0">
            <a:noFill/>
            <a:prstDash val="solid"/>
          </a:ln>
        </p:spPr>
      </p:sp>
      <p:sp>
        <p:nvSpPr>
          <p:cNvPr id="269" name="PANEL_01-intermittent-gas-wisp-6-feather-0_51">
            <a:extLst>
              <a:ext uri="{FF2B5EF4-FFF2-40B4-BE49-F238E27FC236}">
                <a16:creationId xmlns:a16="http://schemas.microsoft.com/office/drawing/2014/main" id="{9E0315FD-C836-4E92-8BB2-8E404AA36F16}"/>
              </a:ext>
            </a:extLst>
          </p:cNvPr>
          <p:cNvSpPr>
            <a:spLocks/>
          </p:cNvSpPr>
          <p:nvPr/>
        </p:nvSpPr>
        <p:spPr>
          <a:xfrm>
            <a:off x="8560176" y="1205675"/>
            <a:ext cx="897159" cy="434462"/>
          </a:xfrm>
          <a:custGeom>
            <a:pathLst>
              <a:path w="941899" h="456128">
                <a:moveTo>
                  <a:pt x="931745" y="326143"/>
                </a:moveTo>
                <a:cubicBezTo>
                  <a:pt x="926604" y="311246"/>
                  <a:pt x="912834" y="261853"/>
                  <a:pt x="900900" y="236765"/>
                </a:cubicBezTo>
                <a:cubicBezTo>
                  <a:pt x="888966" y="211677"/>
                  <a:pt x="874953" y="190802"/>
                  <a:pt x="860142" y="175613"/>
                </a:cubicBezTo>
                <a:cubicBezTo>
                  <a:pt x="845331" y="160424"/>
                  <a:pt x="828148" y="155253"/>
                  <a:pt x="812035" y="145632"/>
                </a:cubicBezTo>
                <a:cubicBezTo>
                  <a:pt x="795922" y="136010"/>
                  <a:pt x="780118" y="124869"/>
                  <a:pt x="763462" y="117883"/>
                </a:cubicBezTo>
                <a:cubicBezTo>
                  <a:pt x="746806" y="110897"/>
                  <a:pt x="730355" y="102631"/>
                  <a:pt x="712101" y="103716"/>
                </a:cubicBezTo>
                <a:cubicBezTo>
                  <a:pt x="693847" y="104801"/>
                  <a:pt x="672693" y="120209"/>
                  <a:pt x="653938" y="124392"/>
                </a:cubicBezTo>
                <a:cubicBezTo>
                  <a:pt x="635184" y="128576"/>
                  <a:pt x="615656" y="137770"/>
                  <a:pt x="599576" y="128816"/>
                </a:cubicBezTo>
                <a:cubicBezTo>
                  <a:pt x="583495" y="119863"/>
                  <a:pt x="571463" y="90540"/>
                  <a:pt x="557457" y="70673"/>
                </a:cubicBezTo>
                <a:cubicBezTo>
                  <a:pt x="543451" y="50806"/>
                  <a:pt x="531486" y="19229"/>
                  <a:pt x="515540" y="9614"/>
                </a:cubicBezTo>
                <a:cubicBezTo>
                  <a:pt x="499595" y="0"/>
                  <a:pt x="480403" y="7498"/>
                  <a:pt x="461783" y="12987"/>
                </a:cubicBezTo>
                <a:cubicBezTo>
                  <a:pt x="443164" y="18475"/>
                  <a:pt x="422388" y="37011"/>
                  <a:pt x="403822" y="42545"/>
                </a:cubicBezTo>
                <a:cubicBezTo>
                  <a:pt x="385255" y="48079"/>
                  <a:pt x="368522" y="44707"/>
                  <a:pt x="350384" y="46191"/>
                </a:cubicBezTo>
                <a:cubicBezTo>
                  <a:pt x="332246" y="47675"/>
                  <a:pt x="314225" y="45974"/>
                  <a:pt x="294994" y="51449"/>
                </a:cubicBezTo>
                <a:cubicBezTo>
                  <a:pt x="275762" y="56924"/>
                  <a:pt x="254379" y="73055"/>
                  <a:pt x="234995" y="79041"/>
                </a:cubicBezTo>
                <a:cubicBezTo>
                  <a:pt x="215611" y="85027"/>
                  <a:pt x="196774" y="88883"/>
                  <a:pt x="178688" y="87364"/>
                </a:cubicBezTo>
                <a:cubicBezTo>
                  <a:pt x="160602" y="85845"/>
                  <a:pt x="144481" y="70681"/>
                  <a:pt x="126478" y="69926"/>
                </a:cubicBezTo>
                <a:cubicBezTo>
                  <a:pt x="108476" y="69172"/>
                  <a:pt x="90071" y="68279"/>
                  <a:pt x="70674" y="82837"/>
                </a:cubicBezTo>
                <a:cubicBezTo>
                  <a:pt x="51277" y="97396"/>
                  <a:pt x="20192" y="144870"/>
                  <a:pt x="10096" y="157277"/>
                </a:cubicBezTo>
                <a:cubicBezTo>
                  <a:pt x="0" y="169684"/>
                  <a:pt x="2522" y="149561"/>
                  <a:pt x="10096" y="157277"/>
                </a:cubicBezTo>
                <a:cubicBezTo>
                  <a:pt x="17670" y="164993"/>
                  <a:pt x="39744" y="191156"/>
                  <a:pt x="55541" y="203575"/>
                </a:cubicBezTo>
                <a:cubicBezTo>
                  <a:pt x="71337" y="215994"/>
                  <a:pt x="88055" y="225120"/>
                  <a:pt x="104875" y="231790"/>
                </a:cubicBezTo>
                <a:cubicBezTo>
                  <a:pt x="121695" y="238459"/>
                  <a:pt x="139120" y="240407"/>
                  <a:pt x="156459" y="243592"/>
                </a:cubicBezTo>
                <a:cubicBezTo>
                  <a:pt x="173799" y="246776"/>
                  <a:pt x="192057" y="244374"/>
                  <a:pt x="208911" y="250894"/>
                </a:cubicBezTo>
                <a:cubicBezTo>
                  <a:pt x="225765" y="257414"/>
                  <a:pt x="242549" y="266430"/>
                  <a:pt x="257584" y="282713"/>
                </a:cubicBezTo>
                <a:cubicBezTo>
                  <a:pt x="272619" y="298996"/>
                  <a:pt x="285670" y="326019"/>
                  <a:pt x="299120" y="348591"/>
                </a:cubicBezTo>
                <a:cubicBezTo>
                  <a:pt x="312570" y="371164"/>
                  <a:pt x="324274" y="400941"/>
                  <a:pt x="338283" y="418148"/>
                </a:cubicBezTo>
                <a:cubicBezTo>
                  <a:pt x="352292" y="435355"/>
                  <a:pt x="366960" y="447536"/>
                  <a:pt x="383174" y="451832"/>
                </a:cubicBezTo>
                <a:cubicBezTo>
                  <a:pt x="399388" y="456128"/>
                  <a:pt x="417588" y="449048"/>
                  <a:pt x="435567" y="443924"/>
                </a:cubicBezTo>
                <a:cubicBezTo>
                  <a:pt x="453546" y="438800"/>
                  <a:pt x="472624" y="427968"/>
                  <a:pt x="491048" y="421091"/>
                </a:cubicBezTo>
                <a:cubicBezTo>
                  <a:pt x="509472" y="414214"/>
                  <a:pt x="527614" y="409153"/>
                  <a:pt x="546112" y="402663"/>
                </a:cubicBezTo>
                <a:cubicBezTo>
                  <a:pt x="564611" y="396173"/>
                  <a:pt x="582994" y="390519"/>
                  <a:pt x="602041" y="382151"/>
                </a:cubicBezTo>
                <a:cubicBezTo>
                  <a:pt x="621088" y="373784"/>
                  <a:pt x="641061" y="361266"/>
                  <a:pt x="660395" y="352455"/>
                </a:cubicBezTo>
                <a:cubicBezTo>
                  <a:pt x="679729" y="343643"/>
                  <a:pt x="699701" y="332575"/>
                  <a:pt x="718044" y="329282"/>
                </a:cubicBezTo>
                <a:cubicBezTo>
                  <a:pt x="736387" y="325990"/>
                  <a:pt x="753634" y="328493"/>
                  <a:pt x="770451" y="332698"/>
                </a:cubicBezTo>
                <a:cubicBezTo>
                  <a:pt x="787268" y="336904"/>
                  <a:pt x="802216" y="349529"/>
                  <a:pt x="818945" y="354516"/>
                </a:cubicBezTo>
                <a:cubicBezTo>
                  <a:pt x="835674" y="359504"/>
                  <a:pt x="852023" y="367352"/>
                  <a:pt x="870823" y="362623"/>
                </a:cubicBezTo>
                <a:cubicBezTo>
                  <a:pt x="889623" y="357894"/>
                  <a:pt x="921592" y="332223"/>
                  <a:pt x="931745" y="326143"/>
                </a:cubicBezTo>
                <a:cubicBezTo>
                  <a:pt x="941899" y="320062"/>
                  <a:pt x="936886" y="341039"/>
                  <a:pt x="931745" y="326143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92"/>
                </a:srgbClr>
              </a:gs>
              <a:gs pos="18000">
                <a:srgbClr val="919191">
                  <a:alpha val="1413"/>
                </a:srgbClr>
              </a:gs>
              <a:gs pos="48000">
                <a:srgbClr val="919191">
                  <a:alpha val="2280"/>
                </a:srgbClr>
              </a:gs>
              <a:gs pos="78000">
                <a:srgbClr val="919191">
                  <a:alpha val="1710"/>
                </a:srgbClr>
              </a:gs>
              <a:gs pos="100000">
                <a:srgbClr val="919191">
                  <a:alpha val="102"/>
                </a:srgbClr>
              </a:gs>
            </a:gsLst>
            <a:lin ang="11423265" scaled="0"/>
          </a:gradFill>
          <a:ln w="0">
            <a:noFill/>
            <a:prstDash val="solid"/>
          </a:ln>
        </p:spPr>
      </p:sp>
      <p:sp>
        <p:nvSpPr>
          <p:cNvPr id="270" name="PANEL_01-intermittent-gas-wisp-6-feather-1_52">
            <a:extLst>
              <a:ext uri="{FF2B5EF4-FFF2-40B4-BE49-F238E27FC236}">
                <a16:creationId xmlns:a16="http://schemas.microsoft.com/office/drawing/2014/main" id="{D7E67E67-8AE5-447C-8113-531A76AA54C1}"/>
              </a:ext>
            </a:extLst>
          </p:cNvPr>
          <p:cNvSpPr>
            <a:spLocks/>
          </p:cNvSpPr>
          <p:nvPr/>
        </p:nvSpPr>
        <p:spPr>
          <a:xfrm>
            <a:off x="8560483" y="1260206"/>
            <a:ext cx="896401" cy="338573"/>
          </a:xfrm>
          <a:custGeom>
            <a:pathLst>
              <a:path w="941103" h="355457">
                <a:moveTo>
                  <a:pt x="931423" y="268892"/>
                </a:moveTo>
                <a:cubicBezTo>
                  <a:pt x="925652" y="256630"/>
                  <a:pt x="909682" y="216295"/>
                  <a:pt x="896800" y="195321"/>
                </a:cubicBezTo>
                <a:cubicBezTo>
                  <a:pt x="883919" y="174348"/>
                  <a:pt x="869318" y="156365"/>
                  <a:pt x="854134" y="143053"/>
                </a:cubicBezTo>
                <a:cubicBezTo>
                  <a:pt x="838950" y="129740"/>
                  <a:pt x="821940" y="124165"/>
                  <a:pt x="805696" y="115445"/>
                </a:cubicBezTo>
                <a:cubicBezTo>
                  <a:pt x="789453" y="106726"/>
                  <a:pt x="773426" y="96938"/>
                  <a:pt x="756673" y="90734"/>
                </a:cubicBezTo>
                <a:cubicBezTo>
                  <a:pt x="739919" y="84530"/>
                  <a:pt x="723269" y="77604"/>
                  <a:pt x="705177" y="78221"/>
                </a:cubicBezTo>
                <a:cubicBezTo>
                  <a:pt x="687085" y="78838"/>
                  <a:pt x="666666" y="90977"/>
                  <a:pt x="648121" y="94436"/>
                </a:cubicBezTo>
                <a:cubicBezTo>
                  <a:pt x="629575" y="97895"/>
                  <a:pt x="610375" y="105574"/>
                  <a:pt x="593902" y="98974"/>
                </a:cubicBezTo>
                <a:cubicBezTo>
                  <a:pt x="577430" y="92373"/>
                  <a:pt x="564097" y="70059"/>
                  <a:pt x="549287" y="54832"/>
                </a:cubicBezTo>
                <a:cubicBezTo>
                  <a:pt x="534477" y="39605"/>
                  <a:pt x="521277" y="15224"/>
                  <a:pt x="505045" y="7612"/>
                </a:cubicBezTo>
                <a:cubicBezTo>
                  <a:pt x="488812" y="0"/>
                  <a:pt x="470099" y="5525"/>
                  <a:pt x="451891" y="9161"/>
                </a:cubicBezTo>
                <a:cubicBezTo>
                  <a:pt x="433684" y="12796"/>
                  <a:pt x="413876" y="26274"/>
                  <a:pt x="395800" y="29422"/>
                </a:cubicBezTo>
                <a:cubicBezTo>
                  <a:pt x="377723" y="32571"/>
                  <a:pt x="361176" y="28419"/>
                  <a:pt x="343431" y="28052"/>
                </a:cubicBezTo>
                <a:cubicBezTo>
                  <a:pt x="325686" y="27685"/>
                  <a:pt x="308020" y="24550"/>
                  <a:pt x="289330" y="27220"/>
                </a:cubicBezTo>
                <a:cubicBezTo>
                  <a:pt x="270640" y="29890"/>
                  <a:pt x="250186" y="40771"/>
                  <a:pt x="231291" y="44070"/>
                </a:cubicBezTo>
                <a:cubicBezTo>
                  <a:pt x="212396" y="47368"/>
                  <a:pt x="193901" y="49118"/>
                  <a:pt x="175962" y="47010"/>
                </a:cubicBezTo>
                <a:cubicBezTo>
                  <a:pt x="158022" y="44902"/>
                  <a:pt x="141578" y="32419"/>
                  <a:pt x="123654" y="31421"/>
                </a:cubicBezTo>
                <a:cubicBezTo>
                  <a:pt x="105730" y="30423"/>
                  <a:pt x="87397" y="29587"/>
                  <a:pt x="68417" y="41022"/>
                </a:cubicBezTo>
                <a:cubicBezTo>
                  <a:pt x="49437" y="52456"/>
                  <a:pt x="19548" y="90192"/>
                  <a:pt x="9774" y="100027"/>
                </a:cubicBezTo>
                <a:cubicBezTo>
                  <a:pt x="0" y="109861"/>
                  <a:pt x="1967" y="94165"/>
                  <a:pt x="9774" y="100027"/>
                </a:cubicBezTo>
                <a:cubicBezTo>
                  <a:pt x="17580" y="105888"/>
                  <a:pt x="40442" y="125589"/>
                  <a:pt x="56613" y="135197"/>
                </a:cubicBezTo>
                <a:cubicBezTo>
                  <a:pt x="72785" y="144805"/>
                  <a:pt x="89802" y="152063"/>
                  <a:pt x="106804" y="157674"/>
                </a:cubicBezTo>
                <a:cubicBezTo>
                  <a:pt x="123805" y="163286"/>
                  <a:pt x="141266" y="165461"/>
                  <a:pt x="158623" y="168867"/>
                </a:cubicBezTo>
                <a:cubicBezTo>
                  <a:pt x="175980" y="172274"/>
                  <a:pt x="194024" y="171658"/>
                  <a:pt x="210945" y="178115"/>
                </a:cubicBezTo>
                <a:cubicBezTo>
                  <a:pt x="227866" y="184571"/>
                  <a:pt x="244733" y="193305"/>
                  <a:pt x="260150" y="207606"/>
                </a:cubicBezTo>
                <a:cubicBezTo>
                  <a:pt x="275566" y="221908"/>
                  <a:pt x="289357" y="244793"/>
                  <a:pt x="303446" y="263924"/>
                </a:cubicBezTo>
                <a:cubicBezTo>
                  <a:pt x="317534" y="283055"/>
                  <a:pt x="330158" y="307803"/>
                  <a:pt x="344679" y="322393"/>
                </a:cubicBezTo>
                <a:cubicBezTo>
                  <a:pt x="359201" y="336982"/>
                  <a:pt x="374245" y="347463"/>
                  <a:pt x="390576" y="351460"/>
                </a:cubicBezTo>
                <a:cubicBezTo>
                  <a:pt x="406907" y="355457"/>
                  <a:pt x="424847" y="350257"/>
                  <a:pt x="442665" y="346373"/>
                </a:cubicBezTo>
                <a:cubicBezTo>
                  <a:pt x="460484" y="342490"/>
                  <a:pt x="479232" y="333792"/>
                  <a:pt x="497488" y="328158"/>
                </a:cubicBezTo>
                <a:cubicBezTo>
                  <a:pt x="515744" y="322525"/>
                  <a:pt x="533842" y="318019"/>
                  <a:pt x="552201" y="312574"/>
                </a:cubicBezTo>
                <a:cubicBezTo>
                  <a:pt x="570560" y="307129"/>
                  <a:pt x="588866" y="302211"/>
                  <a:pt x="607640" y="295488"/>
                </a:cubicBezTo>
                <a:cubicBezTo>
                  <a:pt x="626415" y="288765"/>
                  <a:pt x="645912" y="278881"/>
                  <a:pt x="664847" y="272238"/>
                </a:cubicBezTo>
                <a:cubicBezTo>
                  <a:pt x="683781" y="265594"/>
                  <a:pt x="703177" y="257439"/>
                  <a:pt x="721246" y="255626"/>
                </a:cubicBezTo>
                <a:cubicBezTo>
                  <a:pt x="739315" y="253812"/>
                  <a:pt x="756469" y="256862"/>
                  <a:pt x="773261" y="261357"/>
                </a:cubicBezTo>
                <a:cubicBezTo>
                  <a:pt x="790053" y="265853"/>
                  <a:pt x="805321" y="277242"/>
                  <a:pt x="822001" y="282597"/>
                </a:cubicBezTo>
                <a:cubicBezTo>
                  <a:pt x="838680" y="287953"/>
                  <a:pt x="855103" y="295775"/>
                  <a:pt x="873340" y="293491"/>
                </a:cubicBezTo>
                <a:cubicBezTo>
                  <a:pt x="891577" y="291207"/>
                  <a:pt x="921742" y="272992"/>
                  <a:pt x="931423" y="268892"/>
                </a:cubicBezTo>
                <a:cubicBezTo>
                  <a:pt x="941103" y="264792"/>
                  <a:pt x="937193" y="281154"/>
                  <a:pt x="931423" y="268892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22"/>
                </a:srgbClr>
              </a:gs>
              <a:gs pos="18000">
                <a:srgbClr val="767676">
                  <a:alpha val="1885"/>
                </a:srgbClr>
              </a:gs>
              <a:gs pos="48000">
                <a:srgbClr val="767676">
                  <a:alpha val="3040"/>
                </a:srgbClr>
              </a:gs>
              <a:gs pos="78000">
                <a:srgbClr val="767676">
                  <a:alpha val="2280"/>
                </a:srgbClr>
              </a:gs>
              <a:gs pos="100000">
                <a:srgbClr val="767676">
                  <a:alpha val="136"/>
                </a:srgbClr>
              </a:gs>
            </a:gsLst>
            <a:lin ang="11423265" scaled="0"/>
          </a:gradFill>
          <a:ln w="0">
            <a:noFill/>
            <a:prstDash val="solid"/>
          </a:ln>
        </p:spPr>
      </p:sp>
      <p:sp>
        <p:nvSpPr>
          <p:cNvPr id="271" name="PANEL_01-intermittent-gas-wisp-6-feather-2_53">
            <a:extLst>
              <a:ext uri="{FF2B5EF4-FFF2-40B4-BE49-F238E27FC236}">
                <a16:creationId xmlns:a16="http://schemas.microsoft.com/office/drawing/2014/main" id="{982D6C67-D9E3-446D-B29E-733E0D388161}"/>
              </a:ext>
            </a:extLst>
          </p:cNvPr>
          <p:cNvSpPr>
            <a:spLocks/>
          </p:cNvSpPr>
          <p:nvPr/>
        </p:nvSpPr>
        <p:spPr>
          <a:xfrm>
            <a:off x="8560819" y="1307672"/>
            <a:ext cx="895574" cy="245988"/>
          </a:xfrm>
          <a:custGeom>
            <a:pathLst>
              <a:path w="940235" h="258255">
                <a:moveTo>
                  <a:pt x="931071" y="219058"/>
                </a:moveTo>
                <a:cubicBezTo>
                  <a:pt x="924614" y="209670"/>
                  <a:pt x="906243" y="179216"/>
                  <a:pt x="892328" y="162732"/>
                </a:cubicBezTo>
                <a:cubicBezTo>
                  <a:pt x="878412" y="146248"/>
                  <a:pt x="863171" y="131419"/>
                  <a:pt x="847580" y="120154"/>
                </a:cubicBezTo>
                <a:cubicBezTo>
                  <a:pt x="831989" y="108888"/>
                  <a:pt x="815167" y="102872"/>
                  <a:pt x="798782" y="95136"/>
                </a:cubicBezTo>
                <a:cubicBezTo>
                  <a:pt x="782396" y="87400"/>
                  <a:pt x="766125" y="79090"/>
                  <a:pt x="749266" y="73739"/>
                </a:cubicBezTo>
                <a:cubicBezTo>
                  <a:pt x="732406" y="68388"/>
                  <a:pt x="715540" y="62924"/>
                  <a:pt x="697624" y="63030"/>
                </a:cubicBezTo>
                <a:cubicBezTo>
                  <a:pt x="679709" y="63137"/>
                  <a:pt x="660092" y="71709"/>
                  <a:pt x="641774" y="74378"/>
                </a:cubicBezTo>
                <a:cubicBezTo>
                  <a:pt x="623455" y="77046"/>
                  <a:pt x="604613" y="83074"/>
                  <a:pt x="587713" y="79040"/>
                </a:cubicBezTo>
                <a:cubicBezTo>
                  <a:pt x="570813" y="75005"/>
                  <a:pt x="556060" y="60338"/>
                  <a:pt x="540374" y="50173"/>
                </a:cubicBezTo>
                <a:cubicBezTo>
                  <a:pt x="524688" y="40008"/>
                  <a:pt x="510140" y="23476"/>
                  <a:pt x="493595" y="18049"/>
                </a:cubicBezTo>
                <a:cubicBezTo>
                  <a:pt x="477049" y="12621"/>
                  <a:pt x="458858" y="15995"/>
                  <a:pt x="441100" y="17608"/>
                </a:cubicBezTo>
                <a:cubicBezTo>
                  <a:pt x="423342" y="19221"/>
                  <a:pt x="404590" y="27182"/>
                  <a:pt x="387048" y="27728"/>
                </a:cubicBezTo>
                <a:cubicBezTo>
                  <a:pt x="369506" y="28274"/>
                  <a:pt x="353163" y="23272"/>
                  <a:pt x="335846" y="20886"/>
                </a:cubicBezTo>
                <a:cubicBezTo>
                  <a:pt x="318530" y="18499"/>
                  <a:pt x="301250" y="13801"/>
                  <a:pt x="283151" y="13410"/>
                </a:cubicBezTo>
                <a:cubicBezTo>
                  <a:pt x="265051" y="13019"/>
                  <a:pt x="245611" y="18174"/>
                  <a:pt x="227250" y="18540"/>
                </a:cubicBezTo>
                <a:cubicBezTo>
                  <a:pt x="208890" y="18907"/>
                  <a:pt x="190767" y="18359"/>
                  <a:pt x="172987" y="15609"/>
                </a:cubicBezTo>
                <a:cubicBezTo>
                  <a:pt x="155208" y="12858"/>
                  <a:pt x="138412" y="3300"/>
                  <a:pt x="120573" y="2036"/>
                </a:cubicBezTo>
                <a:cubicBezTo>
                  <a:pt x="102734" y="773"/>
                  <a:pt x="84480" y="0"/>
                  <a:pt x="65954" y="8026"/>
                </a:cubicBezTo>
                <a:cubicBezTo>
                  <a:pt x="47429" y="16052"/>
                  <a:pt x="18844" y="43165"/>
                  <a:pt x="9422" y="50193"/>
                </a:cubicBezTo>
                <a:cubicBezTo>
                  <a:pt x="0" y="57221"/>
                  <a:pt x="1362" y="46354"/>
                  <a:pt x="9422" y="50193"/>
                </a:cubicBezTo>
                <a:cubicBezTo>
                  <a:pt x="17482" y="54031"/>
                  <a:pt x="41202" y="66683"/>
                  <a:pt x="57783" y="73224"/>
                </a:cubicBezTo>
                <a:cubicBezTo>
                  <a:pt x="74364" y="79766"/>
                  <a:pt x="91707" y="84985"/>
                  <a:pt x="108907" y="89443"/>
                </a:cubicBezTo>
                <a:cubicBezTo>
                  <a:pt x="126107" y="93900"/>
                  <a:pt x="143608" y="96322"/>
                  <a:pt x="160984" y="99972"/>
                </a:cubicBezTo>
                <a:cubicBezTo>
                  <a:pt x="178360" y="103621"/>
                  <a:pt x="196170" y="104954"/>
                  <a:pt x="213165" y="111341"/>
                </a:cubicBezTo>
                <a:cubicBezTo>
                  <a:pt x="230159" y="117728"/>
                  <a:pt x="247116" y="126153"/>
                  <a:pt x="262949" y="138293"/>
                </a:cubicBezTo>
                <a:cubicBezTo>
                  <a:pt x="278782" y="150433"/>
                  <a:pt x="293379" y="168805"/>
                  <a:pt x="308164" y="184182"/>
                </a:cubicBezTo>
                <a:cubicBezTo>
                  <a:pt x="322949" y="199559"/>
                  <a:pt x="336576" y="218820"/>
                  <a:pt x="351657" y="230554"/>
                </a:cubicBezTo>
                <a:cubicBezTo>
                  <a:pt x="366738" y="242287"/>
                  <a:pt x="382192" y="250914"/>
                  <a:pt x="398651" y="254585"/>
                </a:cubicBezTo>
                <a:cubicBezTo>
                  <a:pt x="415110" y="258255"/>
                  <a:pt x="432765" y="255107"/>
                  <a:pt x="450409" y="252576"/>
                </a:cubicBezTo>
                <a:cubicBezTo>
                  <a:pt x="468053" y="250045"/>
                  <a:pt x="486441" y="243675"/>
                  <a:pt x="504513" y="239398"/>
                </a:cubicBezTo>
                <a:cubicBezTo>
                  <a:pt x="522585" y="235122"/>
                  <a:pt x="540637" y="231222"/>
                  <a:pt x="558843" y="226917"/>
                </a:cubicBezTo>
                <a:cubicBezTo>
                  <a:pt x="577049" y="222611"/>
                  <a:pt x="595272" y="218496"/>
                  <a:pt x="613749" y="213568"/>
                </a:cubicBezTo>
                <a:cubicBezTo>
                  <a:pt x="632226" y="208640"/>
                  <a:pt x="651205" y="201628"/>
                  <a:pt x="669703" y="197349"/>
                </a:cubicBezTo>
                <a:cubicBezTo>
                  <a:pt x="688202" y="193070"/>
                  <a:pt x="706969" y="188094"/>
                  <a:pt x="724740" y="187894"/>
                </a:cubicBezTo>
                <a:cubicBezTo>
                  <a:pt x="742510" y="187695"/>
                  <a:pt x="759561" y="191341"/>
                  <a:pt x="776326" y="196152"/>
                </a:cubicBezTo>
                <a:cubicBezTo>
                  <a:pt x="793092" y="200963"/>
                  <a:pt x="808707" y="211004"/>
                  <a:pt x="825334" y="216761"/>
                </a:cubicBezTo>
                <a:cubicBezTo>
                  <a:pt x="841960" y="222518"/>
                  <a:pt x="858463" y="230313"/>
                  <a:pt x="876086" y="230695"/>
                </a:cubicBezTo>
                <a:cubicBezTo>
                  <a:pt x="893709" y="231078"/>
                  <a:pt x="921907" y="220998"/>
                  <a:pt x="931071" y="219058"/>
                </a:cubicBezTo>
                <a:cubicBezTo>
                  <a:pt x="940235" y="217119"/>
                  <a:pt x="937528" y="228446"/>
                  <a:pt x="931071" y="219058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56"/>
                </a:srgbClr>
              </a:gs>
              <a:gs pos="18000">
                <a:srgbClr val="767676">
                  <a:alpha val="2419"/>
                </a:srgbClr>
              </a:gs>
              <a:gs pos="48000">
                <a:srgbClr val="767676">
                  <a:alpha val="3902"/>
                </a:srgbClr>
              </a:gs>
              <a:gs pos="78000">
                <a:srgbClr val="767676">
                  <a:alpha val="2926"/>
                </a:srgbClr>
              </a:gs>
              <a:gs pos="100000">
                <a:srgbClr val="767676">
                  <a:alpha val="175"/>
                </a:srgbClr>
              </a:gs>
            </a:gsLst>
            <a:lin ang="11423265" scaled="0"/>
          </a:gradFill>
          <a:ln w="0">
            <a:noFill/>
            <a:prstDash val="solid"/>
          </a:ln>
        </p:spPr>
      </p:sp>
      <p:sp>
        <p:nvSpPr>
          <p:cNvPr id="272" name="PANEL_01-intermittent-gas-wisp-26-feather-0_54">
            <a:extLst>
              <a:ext uri="{FF2B5EF4-FFF2-40B4-BE49-F238E27FC236}">
                <a16:creationId xmlns:a16="http://schemas.microsoft.com/office/drawing/2014/main" id="{D0EDAEA3-82B8-4A15-9393-7055A347BD14}"/>
              </a:ext>
            </a:extLst>
          </p:cNvPr>
          <p:cNvSpPr>
            <a:spLocks/>
          </p:cNvSpPr>
          <p:nvPr/>
        </p:nvSpPr>
        <p:spPr>
          <a:xfrm>
            <a:off x="8706446" y="2264455"/>
            <a:ext cx="595683" cy="284074"/>
          </a:xfrm>
          <a:custGeom>
            <a:pathLst>
              <a:path w="625389" h="298240">
                <a:moveTo>
                  <a:pt x="618603" y="225707"/>
                </a:moveTo>
                <a:cubicBezTo>
                  <a:pt x="615328" y="215035"/>
                  <a:pt x="606552" y="178201"/>
                  <a:pt x="598957" y="161677"/>
                </a:cubicBezTo>
                <a:cubicBezTo>
                  <a:pt x="591362" y="145153"/>
                  <a:pt x="582782" y="134201"/>
                  <a:pt x="573033" y="126564"/>
                </a:cubicBezTo>
                <a:cubicBezTo>
                  <a:pt x="563284" y="118927"/>
                  <a:pt x="551295" y="119696"/>
                  <a:pt x="540466" y="115855"/>
                </a:cubicBezTo>
                <a:cubicBezTo>
                  <a:pt x="529636" y="112014"/>
                  <a:pt x="518909" y="107490"/>
                  <a:pt x="508055" y="103518"/>
                </a:cubicBezTo>
                <a:cubicBezTo>
                  <a:pt x="497202" y="99545"/>
                  <a:pt x="486867" y="93284"/>
                  <a:pt x="475344" y="92020"/>
                </a:cubicBezTo>
                <a:cubicBezTo>
                  <a:pt x="463822" y="90755"/>
                  <a:pt x="450623" y="96676"/>
                  <a:pt x="438922" y="95932"/>
                </a:cubicBezTo>
                <a:cubicBezTo>
                  <a:pt x="427221" y="95188"/>
                  <a:pt x="415130" y="96330"/>
                  <a:pt x="405138" y="87553"/>
                </a:cubicBezTo>
                <a:cubicBezTo>
                  <a:pt x="395146" y="78776"/>
                  <a:pt x="387996" y="57040"/>
                  <a:pt x="378969" y="43271"/>
                </a:cubicBezTo>
                <a:cubicBezTo>
                  <a:pt x="369943" y="29502"/>
                  <a:pt x="361971" y="9880"/>
                  <a:pt x="350979" y="4940"/>
                </a:cubicBezTo>
                <a:cubicBezTo>
                  <a:pt x="339988" y="0"/>
                  <a:pt x="326170" y="8156"/>
                  <a:pt x="313021" y="13631"/>
                </a:cubicBezTo>
                <a:cubicBezTo>
                  <a:pt x="299871" y="19107"/>
                  <a:pt x="284946" y="33678"/>
                  <a:pt x="272082" y="37795"/>
                </a:cubicBezTo>
                <a:cubicBezTo>
                  <a:pt x="259218" y="41912"/>
                  <a:pt x="247750" y="39005"/>
                  <a:pt x="235834" y="38332"/>
                </a:cubicBezTo>
                <a:cubicBezTo>
                  <a:pt x="223919" y="37659"/>
                  <a:pt x="212771" y="33044"/>
                  <a:pt x="200588" y="33759"/>
                </a:cubicBezTo>
                <a:cubicBezTo>
                  <a:pt x="188405" y="34473"/>
                  <a:pt x="175106" y="41010"/>
                  <a:pt x="162739" y="42620"/>
                </a:cubicBezTo>
                <a:cubicBezTo>
                  <a:pt x="150371" y="44230"/>
                  <a:pt x="138202" y="44849"/>
                  <a:pt x="126381" y="43420"/>
                </a:cubicBezTo>
                <a:cubicBezTo>
                  <a:pt x="114561" y="41992"/>
                  <a:pt x="104028" y="33352"/>
                  <a:pt x="91815" y="34049"/>
                </a:cubicBezTo>
                <a:cubicBezTo>
                  <a:pt x="79601" y="34745"/>
                  <a:pt x="67138" y="37168"/>
                  <a:pt x="53100" y="47600"/>
                </a:cubicBezTo>
                <a:cubicBezTo>
                  <a:pt x="39062" y="58031"/>
                  <a:pt x="15171" y="88464"/>
                  <a:pt x="7586" y="96637"/>
                </a:cubicBezTo>
                <a:cubicBezTo>
                  <a:pt x="0" y="104809"/>
                  <a:pt x="2471" y="90633"/>
                  <a:pt x="7586" y="96637"/>
                </a:cubicBezTo>
                <a:cubicBezTo>
                  <a:pt x="12701" y="102640"/>
                  <a:pt x="27802" y="123032"/>
                  <a:pt x="38275" y="132659"/>
                </a:cubicBezTo>
                <a:cubicBezTo>
                  <a:pt x="48748" y="142287"/>
                  <a:pt x="59300" y="149654"/>
                  <a:pt x="70423" y="154401"/>
                </a:cubicBezTo>
                <a:cubicBezTo>
                  <a:pt x="81547" y="159147"/>
                  <a:pt x="93268" y="160152"/>
                  <a:pt x="105017" y="161137"/>
                </a:cubicBezTo>
                <a:cubicBezTo>
                  <a:pt x="116767" y="162122"/>
                  <a:pt x="129401" y="158274"/>
                  <a:pt x="140921" y="160311"/>
                </a:cubicBezTo>
                <a:cubicBezTo>
                  <a:pt x="152441" y="162347"/>
                  <a:pt x="163899" y="164904"/>
                  <a:pt x="174138" y="173355"/>
                </a:cubicBezTo>
                <a:cubicBezTo>
                  <a:pt x="184377" y="181805"/>
                  <a:pt x="193295" y="196988"/>
                  <a:pt x="202356" y="211015"/>
                </a:cubicBezTo>
                <a:cubicBezTo>
                  <a:pt x="211417" y="225043"/>
                  <a:pt x="219359" y="244662"/>
                  <a:pt x="228505" y="257518"/>
                </a:cubicBezTo>
                <a:cubicBezTo>
                  <a:pt x="237652" y="270374"/>
                  <a:pt x="246957" y="281588"/>
                  <a:pt x="257236" y="288151"/>
                </a:cubicBezTo>
                <a:cubicBezTo>
                  <a:pt x="267515" y="294715"/>
                  <a:pt x="278891" y="295559"/>
                  <a:pt x="290179" y="296900"/>
                </a:cubicBezTo>
                <a:cubicBezTo>
                  <a:pt x="301467" y="298240"/>
                  <a:pt x="313322" y="296790"/>
                  <a:pt x="324963" y="296196"/>
                </a:cubicBezTo>
                <a:cubicBezTo>
                  <a:pt x="336603" y="295602"/>
                  <a:pt x="347971" y="295863"/>
                  <a:pt x="360022" y="293333"/>
                </a:cubicBezTo>
                <a:cubicBezTo>
                  <a:pt x="372074" y="290803"/>
                  <a:pt x="384342" y="287370"/>
                  <a:pt x="397272" y="281016"/>
                </a:cubicBezTo>
                <a:cubicBezTo>
                  <a:pt x="410202" y="274663"/>
                  <a:pt x="424162" y="263685"/>
                  <a:pt x="437603" y="255213"/>
                </a:cubicBezTo>
                <a:cubicBezTo>
                  <a:pt x="451043" y="246740"/>
                  <a:pt x="465187" y="235360"/>
                  <a:pt x="477913" y="230183"/>
                </a:cubicBezTo>
                <a:cubicBezTo>
                  <a:pt x="490639" y="225006"/>
                  <a:pt x="502670" y="223311"/>
                  <a:pt x="513960" y="224152"/>
                </a:cubicBezTo>
                <a:cubicBezTo>
                  <a:pt x="525249" y="224994"/>
                  <a:pt x="534996" y="232127"/>
                  <a:pt x="545650" y="235230"/>
                </a:cubicBezTo>
                <a:cubicBezTo>
                  <a:pt x="556304" y="238333"/>
                  <a:pt x="565727" y="244356"/>
                  <a:pt x="577886" y="242769"/>
                </a:cubicBezTo>
                <a:cubicBezTo>
                  <a:pt x="590044" y="241182"/>
                  <a:pt x="611816" y="228550"/>
                  <a:pt x="618603" y="225707"/>
                </a:cubicBezTo>
                <a:cubicBezTo>
                  <a:pt x="625389" y="222863"/>
                  <a:pt x="621877" y="236378"/>
                  <a:pt x="618603" y="225707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54"/>
                </a:srgbClr>
              </a:gs>
              <a:gs pos="18000">
                <a:srgbClr val="919191">
                  <a:alpha val="848"/>
                </a:srgbClr>
              </a:gs>
              <a:gs pos="48000">
                <a:srgbClr val="919191">
                  <a:alpha val="1368"/>
                </a:srgbClr>
              </a:gs>
              <a:gs pos="78000">
                <a:srgbClr val="919191">
                  <a:alpha val="1025"/>
                </a:srgbClr>
              </a:gs>
              <a:gs pos="100000">
                <a:srgbClr val="919191">
                  <a:alpha val="61"/>
                </a:srgbClr>
              </a:gs>
            </a:gsLst>
            <a:lin ang="11517103" scaled="0"/>
          </a:gradFill>
          <a:ln w="0">
            <a:noFill/>
            <a:prstDash val="solid"/>
          </a:ln>
        </p:spPr>
      </p:sp>
      <p:sp>
        <p:nvSpPr>
          <p:cNvPr id="273" name="PANEL_01-intermittent-gas-wisp-26-feather-1_55">
            <a:extLst>
              <a:ext uri="{FF2B5EF4-FFF2-40B4-BE49-F238E27FC236}">
                <a16:creationId xmlns:a16="http://schemas.microsoft.com/office/drawing/2014/main" id="{ECEB5C9E-902E-4EB2-9130-E9C984554196}"/>
              </a:ext>
            </a:extLst>
          </p:cNvPr>
          <p:cNvSpPr>
            <a:spLocks/>
          </p:cNvSpPr>
          <p:nvPr/>
        </p:nvSpPr>
        <p:spPr>
          <a:xfrm>
            <a:off x="8706745" y="2301521"/>
            <a:ext cx="595094" cy="222545"/>
          </a:xfrm>
          <a:custGeom>
            <a:pathLst>
              <a:path w="624771" h="233643">
                <a:moveTo>
                  <a:pt x="618288" y="186793"/>
                </a:moveTo>
                <a:cubicBezTo>
                  <a:pt x="614546" y="177924"/>
                  <a:pt x="604082" y="147504"/>
                  <a:pt x="595831" y="133584"/>
                </a:cubicBezTo>
                <a:cubicBezTo>
                  <a:pt x="587580" y="119663"/>
                  <a:pt x="578702" y="110096"/>
                  <a:pt x="568782" y="103271"/>
                </a:cubicBezTo>
                <a:cubicBezTo>
                  <a:pt x="558862" y="96445"/>
                  <a:pt x="547162" y="96228"/>
                  <a:pt x="536311" y="92632"/>
                </a:cubicBezTo>
                <a:cubicBezTo>
                  <a:pt x="525460" y="89036"/>
                  <a:pt x="514631" y="85065"/>
                  <a:pt x="503674" y="81695"/>
                </a:cubicBezTo>
                <a:cubicBezTo>
                  <a:pt x="492716" y="78324"/>
                  <a:pt x="482115" y="73387"/>
                  <a:pt x="470566" y="72407"/>
                </a:cubicBezTo>
                <a:cubicBezTo>
                  <a:pt x="459017" y="71427"/>
                  <a:pt x="446107" y="76255"/>
                  <a:pt x="434378" y="75813"/>
                </a:cubicBezTo>
                <a:cubicBezTo>
                  <a:pt x="422650" y="75371"/>
                  <a:pt x="410580" y="76520"/>
                  <a:pt x="400195" y="69753"/>
                </a:cubicBezTo>
                <a:cubicBezTo>
                  <a:pt x="389809" y="62986"/>
                  <a:pt x="381652" y="46112"/>
                  <a:pt x="372066" y="35214"/>
                </a:cubicBezTo>
                <a:cubicBezTo>
                  <a:pt x="362481" y="24315"/>
                  <a:pt x="353738" y="8722"/>
                  <a:pt x="342682" y="4361"/>
                </a:cubicBezTo>
                <a:cubicBezTo>
                  <a:pt x="331626" y="0"/>
                  <a:pt x="318407" y="5636"/>
                  <a:pt x="305730" y="9048"/>
                </a:cubicBezTo>
                <a:cubicBezTo>
                  <a:pt x="293053" y="12459"/>
                  <a:pt x="279042" y="22728"/>
                  <a:pt x="266621" y="24831"/>
                </a:cubicBezTo>
                <a:cubicBezTo>
                  <a:pt x="254201" y="26933"/>
                  <a:pt x="242889" y="23368"/>
                  <a:pt x="231208" y="21662"/>
                </a:cubicBezTo>
                <a:cubicBezTo>
                  <a:pt x="219526" y="19957"/>
                  <a:pt x="208457" y="15098"/>
                  <a:pt x="196531" y="14596"/>
                </a:cubicBezTo>
                <a:cubicBezTo>
                  <a:pt x="184606" y="14094"/>
                  <a:pt x="171788" y="18185"/>
                  <a:pt x="159654" y="18651"/>
                </a:cubicBezTo>
                <a:cubicBezTo>
                  <a:pt x="147520" y="19117"/>
                  <a:pt x="135503" y="18971"/>
                  <a:pt x="123728" y="17392"/>
                </a:cubicBezTo>
                <a:cubicBezTo>
                  <a:pt x="111953" y="15814"/>
                  <a:pt x="101142" y="8829"/>
                  <a:pt x="89004" y="9180"/>
                </a:cubicBezTo>
                <a:cubicBezTo>
                  <a:pt x="76866" y="9532"/>
                  <a:pt x="64522" y="11413"/>
                  <a:pt x="50900" y="19503"/>
                </a:cubicBezTo>
                <a:cubicBezTo>
                  <a:pt x="37278" y="27594"/>
                  <a:pt x="14543" y="51353"/>
                  <a:pt x="7271" y="57722"/>
                </a:cubicBezTo>
                <a:cubicBezTo>
                  <a:pt x="0" y="64092"/>
                  <a:pt x="1927" y="53034"/>
                  <a:pt x="7271" y="57722"/>
                </a:cubicBezTo>
                <a:cubicBezTo>
                  <a:pt x="12616" y="62410"/>
                  <a:pt x="28496" y="78294"/>
                  <a:pt x="39337" y="85850"/>
                </a:cubicBezTo>
                <a:cubicBezTo>
                  <a:pt x="50178" y="93405"/>
                  <a:pt x="61031" y="99162"/>
                  <a:pt x="72319" y="103055"/>
                </a:cubicBezTo>
                <a:cubicBezTo>
                  <a:pt x="83606" y="106949"/>
                  <a:pt x="95345" y="107979"/>
                  <a:pt x="107064" y="109211"/>
                </a:cubicBezTo>
                <a:cubicBezTo>
                  <a:pt x="118784" y="110444"/>
                  <a:pt x="131163" y="108072"/>
                  <a:pt x="142636" y="110450"/>
                </a:cubicBezTo>
                <a:cubicBezTo>
                  <a:pt x="154109" y="112828"/>
                  <a:pt x="165490" y="115830"/>
                  <a:pt x="175900" y="123481"/>
                </a:cubicBezTo>
                <a:cubicBezTo>
                  <a:pt x="186310" y="131132"/>
                  <a:pt x="195639" y="144233"/>
                  <a:pt x="205094" y="156355"/>
                </a:cubicBezTo>
                <a:cubicBezTo>
                  <a:pt x="214550" y="168478"/>
                  <a:pt x="223111" y="185078"/>
                  <a:pt x="232631" y="196215"/>
                </a:cubicBezTo>
                <a:cubicBezTo>
                  <a:pt x="242152" y="207351"/>
                  <a:pt x="251780" y="217194"/>
                  <a:pt x="262218" y="223173"/>
                </a:cubicBezTo>
                <a:cubicBezTo>
                  <a:pt x="272656" y="229152"/>
                  <a:pt x="283970" y="230536"/>
                  <a:pt x="295258" y="232090"/>
                </a:cubicBezTo>
                <a:cubicBezTo>
                  <a:pt x="306545" y="233643"/>
                  <a:pt x="318317" y="232800"/>
                  <a:pt x="329941" y="232495"/>
                </a:cubicBezTo>
                <a:cubicBezTo>
                  <a:pt x="341566" y="232190"/>
                  <a:pt x="353013" y="232314"/>
                  <a:pt x="365004" y="230262"/>
                </a:cubicBezTo>
                <a:cubicBezTo>
                  <a:pt x="376996" y="228209"/>
                  <a:pt x="389204" y="225273"/>
                  <a:pt x="401891" y="220179"/>
                </a:cubicBezTo>
                <a:cubicBezTo>
                  <a:pt x="414579" y="215085"/>
                  <a:pt x="428082" y="206312"/>
                  <a:pt x="441128" y="199698"/>
                </a:cubicBezTo>
                <a:cubicBezTo>
                  <a:pt x="454173" y="193083"/>
                  <a:pt x="467745" y="184259"/>
                  <a:pt x="480163" y="180494"/>
                </a:cubicBezTo>
                <a:cubicBezTo>
                  <a:pt x="492581" y="176728"/>
                  <a:pt x="504426" y="175848"/>
                  <a:pt x="515636" y="177104"/>
                </a:cubicBezTo>
                <a:cubicBezTo>
                  <a:pt x="526846" y="178360"/>
                  <a:pt x="536797" y="184742"/>
                  <a:pt x="547424" y="188031"/>
                </a:cubicBezTo>
                <a:cubicBezTo>
                  <a:pt x="558050" y="191319"/>
                  <a:pt x="567585" y="197042"/>
                  <a:pt x="579395" y="196836"/>
                </a:cubicBezTo>
                <a:cubicBezTo>
                  <a:pt x="591206" y="196629"/>
                  <a:pt x="611806" y="188466"/>
                  <a:pt x="618288" y="186793"/>
                </a:cubicBezTo>
                <a:cubicBezTo>
                  <a:pt x="624771" y="185119"/>
                  <a:pt x="622031" y="195661"/>
                  <a:pt x="618288" y="186793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73"/>
                </a:srgbClr>
              </a:gs>
              <a:gs pos="18000">
                <a:srgbClr val="767676">
                  <a:alpha val="1130"/>
                </a:srgbClr>
              </a:gs>
              <a:gs pos="48000">
                <a:srgbClr val="767676">
                  <a:alpha val="1824"/>
                </a:srgbClr>
              </a:gs>
              <a:gs pos="78000">
                <a:srgbClr val="767676">
                  <a:alpha val="1368"/>
                </a:srgbClr>
              </a:gs>
              <a:gs pos="100000">
                <a:srgbClr val="767676">
                  <a:alpha val="82"/>
                </a:srgbClr>
              </a:gs>
            </a:gsLst>
            <a:lin ang="11517103" scaled="0"/>
          </a:gradFill>
          <a:ln w="0">
            <a:noFill/>
            <a:prstDash val="solid"/>
          </a:ln>
        </p:spPr>
      </p:sp>
      <p:sp>
        <p:nvSpPr>
          <p:cNvPr id="274" name="PANEL_01-intermittent-gas-wisp-26-feather-2_56">
            <a:extLst>
              <a:ext uri="{FF2B5EF4-FFF2-40B4-BE49-F238E27FC236}">
                <a16:creationId xmlns:a16="http://schemas.microsoft.com/office/drawing/2014/main" id="{7A1D40DC-2F6A-4701-B042-05D531B0FFE8}"/>
              </a:ext>
            </a:extLst>
          </p:cNvPr>
          <p:cNvSpPr>
            <a:spLocks/>
          </p:cNvSpPr>
          <p:nvPr/>
        </p:nvSpPr>
        <p:spPr>
          <a:xfrm>
            <a:off x="8707072" y="2324838"/>
            <a:ext cx="594452" cy="172542"/>
          </a:xfrm>
          <a:custGeom>
            <a:pathLst>
              <a:path w="624096" h="181146">
                <a:moveTo>
                  <a:pt x="617946" y="162313"/>
                </a:moveTo>
                <a:cubicBezTo>
                  <a:pt x="613691" y="155413"/>
                  <a:pt x="601388" y="131990"/>
                  <a:pt x="592421" y="120910"/>
                </a:cubicBezTo>
                <a:cubicBezTo>
                  <a:pt x="583454" y="109829"/>
                  <a:pt x="574252" y="101772"/>
                  <a:pt x="564145" y="95833"/>
                </a:cubicBezTo>
                <a:cubicBezTo>
                  <a:pt x="554038" y="89893"/>
                  <a:pt x="542654" y="88599"/>
                  <a:pt x="531779" y="85270"/>
                </a:cubicBezTo>
                <a:cubicBezTo>
                  <a:pt x="520903" y="81942"/>
                  <a:pt x="509965" y="78574"/>
                  <a:pt x="498894" y="75860"/>
                </a:cubicBezTo>
                <a:cubicBezTo>
                  <a:pt x="487823" y="73146"/>
                  <a:pt x="476933" y="69655"/>
                  <a:pt x="465354" y="68984"/>
                </a:cubicBezTo>
                <a:cubicBezTo>
                  <a:pt x="453775" y="68314"/>
                  <a:pt x="441180" y="71951"/>
                  <a:pt x="429422" y="71838"/>
                </a:cubicBezTo>
                <a:cubicBezTo>
                  <a:pt x="417663" y="71725"/>
                  <a:pt x="405616" y="72881"/>
                  <a:pt x="394802" y="68308"/>
                </a:cubicBezTo>
                <a:cubicBezTo>
                  <a:pt x="383988" y="63734"/>
                  <a:pt x="374731" y="52164"/>
                  <a:pt x="364536" y="44396"/>
                </a:cubicBezTo>
                <a:cubicBezTo>
                  <a:pt x="354340" y="36629"/>
                  <a:pt x="344757" y="25432"/>
                  <a:pt x="333630" y="21702"/>
                </a:cubicBezTo>
                <a:cubicBezTo>
                  <a:pt x="322504" y="17973"/>
                  <a:pt x="309938" y="20860"/>
                  <a:pt x="297777" y="22019"/>
                </a:cubicBezTo>
                <a:cubicBezTo>
                  <a:pt x="285616" y="23179"/>
                  <a:pt x="272600" y="28756"/>
                  <a:pt x="260664" y="28661"/>
                </a:cubicBezTo>
                <a:cubicBezTo>
                  <a:pt x="248728" y="28566"/>
                  <a:pt x="237587" y="24283"/>
                  <a:pt x="226160" y="21450"/>
                </a:cubicBezTo>
                <a:cubicBezTo>
                  <a:pt x="214734" y="18617"/>
                  <a:pt x="203751" y="13492"/>
                  <a:pt x="192106" y="11663"/>
                </a:cubicBezTo>
                <a:cubicBezTo>
                  <a:pt x="180461" y="9834"/>
                  <a:pt x="168167" y="11258"/>
                  <a:pt x="156288" y="10476"/>
                </a:cubicBezTo>
                <a:cubicBezTo>
                  <a:pt x="144410" y="9694"/>
                  <a:pt x="132559" y="8713"/>
                  <a:pt x="120834" y="6971"/>
                </a:cubicBezTo>
                <a:cubicBezTo>
                  <a:pt x="109109" y="5229"/>
                  <a:pt x="97993" y="48"/>
                  <a:pt x="85938" y="24"/>
                </a:cubicBezTo>
                <a:cubicBezTo>
                  <a:pt x="73882" y="0"/>
                  <a:pt x="61669" y="1289"/>
                  <a:pt x="48501" y="6825"/>
                </a:cubicBezTo>
                <a:cubicBezTo>
                  <a:pt x="35333" y="12362"/>
                  <a:pt x="13857" y="28840"/>
                  <a:pt x="6929" y="33243"/>
                </a:cubicBezTo>
                <a:cubicBezTo>
                  <a:pt x="0" y="37646"/>
                  <a:pt x="1334" y="29991"/>
                  <a:pt x="6929" y="33243"/>
                </a:cubicBezTo>
                <a:cubicBezTo>
                  <a:pt x="12523" y="36496"/>
                  <a:pt x="29253" y="47462"/>
                  <a:pt x="40495" y="52758"/>
                </a:cubicBezTo>
                <a:cubicBezTo>
                  <a:pt x="51738" y="58053"/>
                  <a:pt x="62919" y="62051"/>
                  <a:pt x="74386" y="65014"/>
                </a:cubicBezTo>
                <a:cubicBezTo>
                  <a:pt x="85853" y="67978"/>
                  <a:pt x="97611" y="69035"/>
                  <a:pt x="109298" y="70538"/>
                </a:cubicBezTo>
                <a:cubicBezTo>
                  <a:pt x="120984" y="72040"/>
                  <a:pt x="133086" y="71278"/>
                  <a:pt x="144507" y="74029"/>
                </a:cubicBezTo>
                <a:cubicBezTo>
                  <a:pt x="155928" y="76780"/>
                  <a:pt x="167227" y="80267"/>
                  <a:pt x="177823" y="87045"/>
                </a:cubicBezTo>
                <a:cubicBezTo>
                  <a:pt x="188419" y="93823"/>
                  <a:pt x="198197" y="104654"/>
                  <a:pt x="208082" y="114699"/>
                </a:cubicBezTo>
                <a:cubicBezTo>
                  <a:pt x="217967" y="124743"/>
                  <a:pt x="227204" y="138051"/>
                  <a:pt x="237132" y="147311"/>
                </a:cubicBezTo>
                <a:cubicBezTo>
                  <a:pt x="247061" y="156571"/>
                  <a:pt x="257042" y="164919"/>
                  <a:pt x="267653" y="170260"/>
                </a:cubicBezTo>
                <a:cubicBezTo>
                  <a:pt x="278264" y="175602"/>
                  <a:pt x="289511" y="177574"/>
                  <a:pt x="300798" y="179360"/>
                </a:cubicBezTo>
                <a:cubicBezTo>
                  <a:pt x="312084" y="181146"/>
                  <a:pt x="323765" y="180964"/>
                  <a:pt x="335372" y="180976"/>
                </a:cubicBezTo>
                <a:cubicBezTo>
                  <a:pt x="346979" y="180987"/>
                  <a:pt x="358513" y="180961"/>
                  <a:pt x="370439" y="179429"/>
                </a:cubicBezTo>
                <a:cubicBezTo>
                  <a:pt x="382366" y="177897"/>
                  <a:pt x="394508" y="175503"/>
                  <a:pt x="406930" y="171783"/>
                </a:cubicBezTo>
                <a:cubicBezTo>
                  <a:pt x="419353" y="168063"/>
                  <a:pt x="432359" y="161696"/>
                  <a:pt x="444973" y="157108"/>
                </a:cubicBezTo>
                <a:cubicBezTo>
                  <a:pt x="457588" y="152521"/>
                  <a:pt x="470536" y="146486"/>
                  <a:pt x="482618" y="144259"/>
                </a:cubicBezTo>
                <a:cubicBezTo>
                  <a:pt x="494700" y="142033"/>
                  <a:pt x="506342" y="142042"/>
                  <a:pt x="517465" y="143751"/>
                </a:cubicBezTo>
                <a:cubicBezTo>
                  <a:pt x="528589" y="145460"/>
                  <a:pt x="538762" y="151021"/>
                  <a:pt x="549359" y="154513"/>
                </a:cubicBezTo>
                <a:cubicBezTo>
                  <a:pt x="559955" y="158004"/>
                  <a:pt x="569611" y="163399"/>
                  <a:pt x="581042" y="164699"/>
                </a:cubicBezTo>
                <a:cubicBezTo>
                  <a:pt x="592473" y="165999"/>
                  <a:pt x="611795" y="162711"/>
                  <a:pt x="617946" y="162313"/>
                </a:cubicBezTo>
                <a:cubicBezTo>
                  <a:pt x="624096" y="161916"/>
                  <a:pt x="622200" y="169214"/>
                  <a:pt x="617946" y="162313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94"/>
                </a:srgbClr>
              </a:gs>
              <a:gs pos="18000">
                <a:srgbClr val="767676">
                  <a:alpha val="1452"/>
                </a:srgbClr>
              </a:gs>
              <a:gs pos="48000">
                <a:srgbClr val="767676">
                  <a:alpha val="2341"/>
                </a:srgbClr>
              </a:gs>
              <a:gs pos="78000">
                <a:srgbClr val="767676">
                  <a:alpha val="1756"/>
                </a:srgbClr>
              </a:gs>
              <a:gs pos="100000">
                <a:srgbClr val="767676">
                  <a:alpha val="105"/>
                </a:srgbClr>
              </a:gs>
            </a:gsLst>
            <a:lin ang="11517103" scaled="0"/>
          </a:gradFill>
          <a:ln w="0">
            <a:noFill/>
            <a:prstDash val="solid"/>
          </a:ln>
        </p:spPr>
      </p:sp>
      <p:sp>
        <p:nvSpPr>
          <p:cNvPr id="275" name="PANEL_01-intermittent-gas-core-7-feather-0_57">
            <a:extLst>
              <a:ext uri="{FF2B5EF4-FFF2-40B4-BE49-F238E27FC236}">
                <a16:creationId xmlns:a16="http://schemas.microsoft.com/office/drawing/2014/main" id="{CBA5C5C7-E3D6-4DEA-B7C5-A5E9A1ED5106}"/>
              </a:ext>
            </a:extLst>
          </p:cNvPr>
          <p:cNvSpPr>
            <a:spLocks/>
          </p:cNvSpPr>
          <p:nvPr/>
        </p:nvSpPr>
        <p:spPr>
          <a:xfrm>
            <a:off x="6788862" y="1337530"/>
            <a:ext cx="1307752" cy="877626"/>
          </a:xfrm>
          <a:custGeom>
            <a:pathLst>
              <a:path w="1372968" h="921392">
                <a:moveTo>
                  <a:pt x="1359252" y="544561"/>
                </a:moveTo>
                <a:cubicBezTo>
                  <a:pt x="1347785" y="529076"/>
                  <a:pt x="1314144" y="472051"/>
                  <a:pt x="1290450" y="451654"/>
                </a:cubicBezTo>
                <a:cubicBezTo>
                  <a:pt x="1266756" y="431256"/>
                  <a:pt x="1241401" y="435072"/>
                  <a:pt x="1217088" y="422175"/>
                </a:cubicBezTo>
                <a:cubicBezTo>
                  <a:pt x="1192775" y="409278"/>
                  <a:pt x="1167865" y="407608"/>
                  <a:pt x="1144572" y="374271"/>
                </a:cubicBezTo>
                <a:cubicBezTo>
                  <a:pt x="1121278" y="340935"/>
                  <a:pt x="1099764" y="275437"/>
                  <a:pt x="1077327" y="222155"/>
                </a:cubicBezTo>
                <a:cubicBezTo>
                  <a:pt x="1054891" y="168874"/>
                  <a:pt x="1033585" y="88548"/>
                  <a:pt x="1009954" y="54584"/>
                </a:cubicBezTo>
                <a:cubicBezTo>
                  <a:pt x="986323" y="20619"/>
                  <a:pt x="960916" y="17751"/>
                  <a:pt x="935540" y="18367"/>
                </a:cubicBezTo>
                <a:cubicBezTo>
                  <a:pt x="910164" y="18983"/>
                  <a:pt x="883240" y="53059"/>
                  <a:pt x="857698" y="58279"/>
                </a:cubicBezTo>
                <a:cubicBezTo>
                  <a:pt x="832156" y="63500"/>
                  <a:pt x="807427" y="51942"/>
                  <a:pt x="782289" y="49688"/>
                </a:cubicBezTo>
                <a:cubicBezTo>
                  <a:pt x="757151" y="47434"/>
                  <a:pt x="732467" y="34613"/>
                  <a:pt x="706870" y="44754"/>
                </a:cubicBezTo>
                <a:cubicBezTo>
                  <a:pt x="681274" y="54896"/>
                  <a:pt x="654441" y="95586"/>
                  <a:pt x="628710" y="110537"/>
                </a:cubicBezTo>
                <a:cubicBezTo>
                  <a:pt x="602978" y="125488"/>
                  <a:pt x="577154" y="144420"/>
                  <a:pt x="552482" y="134459"/>
                </a:cubicBezTo>
                <a:cubicBezTo>
                  <a:pt x="527809" y="124498"/>
                  <a:pt x="504882" y="71313"/>
                  <a:pt x="480676" y="50769"/>
                </a:cubicBezTo>
                <a:cubicBezTo>
                  <a:pt x="456470" y="30225"/>
                  <a:pt x="432674" y="0"/>
                  <a:pt x="407246" y="11194"/>
                </a:cubicBezTo>
                <a:cubicBezTo>
                  <a:pt x="381819" y="22388"/>
                  <a:pt x="354713" y="77061"/>
                  <a:pt x="328112" y="117934"/>
                </a:cubicBezTo>
                <a:cubicBezTo>
                  <a:pt x="301510" y="158807"/>
                  <a:pt x="274063" y="220622"/>
                  <a:pt x="247638" y="256433"/>
                </a:cubicBezTo>
                <a:cubicBezTo>
                  <a:pt x="221213" y="292244"/>
                  <a:pt x="195529" y="309579"/>
                  <a:pt x="169562" y="332799"/>
                </a:cubicBezTo>
                <a:cubicBezTo>
                  <a:pt x="143595" y="356020"/>
                  <a:pt x="117908" y="371046"/>
                  <a:pt x="91835" y="395756"/>
                </a:cubicBezTo>
                <a:cubicBezTo>
                  <a:pt x="65761" y="420465"/>
                  <a:pt x="26238" y="466840"/>
                  <a:pt x="13119" y="481057"/>
                </a:cubicBezTo>
                <a:cubicBezTo>
                  <a:pt x="0" y="495274"/>
                  <a:pt x="1376" y="463421"/>
                  <a:pt x="13119" y="481057"/>
                </a:cubicBezTo>
                <a:cubicBezTo>
                  <a:pt x="24863" y="498693"/>
                  <a:pt x="60097" y="550928"/>
                  <a:pt x="83580" y="586874"/>
                </a:cubicBezTo>
                <a:cubicBezTo>
                  <a:pt x="107063" y="622820"/>
                  <a:pt x="130286" y="664404"/>
                  <a:pt x="154018" y="696736"/>
                </a:cubicBezTo>
                <a:cubicBezTo>
                  <a:pt x="177750" y="729067"/>
                  <a:pt x="201658" y="760844"/>
                  <a:pt x="225972" y="780863"/>
                </a:cubicBezTo>
                <a:cubicBezTo>
                  <a:pt x="250285" y="800882"/>
                  <a:pt x="275127" y="808615"/>
                  <a:pt x="299899" y="816849"/>
                </a:cubicBezTo>
                <a:cubicBezTo>
                  <a:pt x="324672" y="825083"/>
                  <a:pt x="349700" y="826572"/>
                  <a:pt x="374606" y="830268"/>
                </a:cubicBezTo>
                <a:cubicBezTo>
                  <a:pt x="399512" y="833963"/>
                  <a:pt x="424233" y="841557"/>
                  <a:pt x="449333" y="839020"/>
                </a:cubicBezTo>
                <a:cubicBezTo>
                  <a:pt x="474433" y="836484"/>
                  <a:pt x="499569" y="832033"/>
                  <a:pt x="525206" y="815050"/>
                </a:cubicBezTo>
                <a:cubicBezTo>
                  <a:pt x="550844" y="798066"/>
                  <a:pt x="577148" y="763625"/>
                  <a:pt x="603158" y="737120"/>
                </a:cubicBezTo>
                <a:cubicBezTo>
                  <a:pt x="629168" y="710614"/>
                  <a:pt x="655808" y="669218"/>
                  <a:pt x="681267" y="656016"/>
                </a:cubicBezTo>
                <a:cubicBezTo>
                  <a:pt x="706725" y="642813"/>
                  <a:pt x="731794" y="640711"/>
                  <a:pt x="755910" y="657905"/>
                </a:cubicBezTo>
                <a:cubicBezTo>
                  <a:pt x="780027" y="675100"/>
                  <a:pt x="802836" y="722662"/>
                  <a:pt x="825967" y="759182"/>
                </a:cubicBezTo>
                <a:cubicBezTo>
                  <a:pt x="849099" y="795701"/>
                  <a:pt x="871294" y="850114"/>
                  <a:pt x="894700" y="877022"/>
                </a:cubicBezTo>
                <a:cubicBezTo>
                  <a:pt x="918107" y="903931"/>
                  <a:pt x="941841" y="919874"/>
                  <a:pt x="966404" y="920633"/>
                </a:cubicBezTo>
                <a:cubicBezTo>
                  <a:pt x="990967" y="921392"/>
                  <a:pt x="1016542" y="899776"/>
                  <a:pt x="1042079" y="881578"/>
                </a:cubicBezTo>
                <a:cubicBezTo>
                  <a:pt x="1067617" y="863380"/>
                  <a:pt x="1093702" y="835033"/>
                  <a:pt x="1119628" y="811445"/>
                </a:cubicBezTo>
                <a:cubicBezTo>
                  <a:pt x="1145555" y="787857"/>
                  <a:pt x="1171415" y="765843"/>
                  <a:pt x="1197637" y="740051"/>
                </a:cubicBezTo>
                <a:cubicBezTo>
                  <a:pt x="1223859" y="714258"/>
                  <a:pt x="1250025" y="689271"/>
                  <a:pt x="1276961" y="656689"/>
                </a:cubicBezTo>
                <a:cubicBezTo>
                  <a:pt x="1303897" y="624108"/>
                  <a:pt x="1345537" y="563249"/>
                  <a:pt x="1359252" y="544561"/>
                </a:cubicBezTo>
                <a:cubicBezTo>
                  <a:pt x="1372968" y="525872"/>
                  <a:pt x="1370719" y="560045"/>
                  <a:pt x="1359252" y="544561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82"/>
                </a:srgbClr>
              </a:gs>
              <a:gs pos="18000">
                <a:srgbClr val="919191">
                  <a:alpha val="2822"/>
                </a:srgbClr>
              </a:gs>
              <a:gs pos="48000">
                <a:srgbClr val="919191">
                  <a:alpha val="4551"/>
                </a:srgbClr>
              </a:gs>
              <a:gs pos="78000">
                <a:srgbClr val="919191">
                  <a:alpha val="3412"/>
                </a:srgbClr>
              </a:gs>
              <a:gs pos="100000">
                <a:srgbClr val="919191">
                  <a:alpha val="204"/>
                </a:srgbClr>
              </a:gs>
            </a:gsLst>
            <a:lin ang="10962089" scaled="0"/>
          </a:gradFill>
          <a:ln w="0">
            <a:noFill/>
            <a:prstDash val="solid"/>
          </a:ln>
        </p:spPr>
      </p:sp>
      <p:sp>
        <p:nvSpPr>
          <p:cNvPr id="276" name="PANEL_01-intermittent-gas-core-7-feather-1_58">
            <a:extLst>
              <a:ext uri="{FF2B5EF4-FFF2-40B4-BE49-F238E27FC236}">
                <a16:creationId xmlns:a16="http://schemas.microsoft.com/office/drawing/2014/main" id="{5769DC3A-081E-414C-912C-DE634699AD78}"/>
              </a:ext>
            </a:extLst>
          </p:cNvPr>
          <p:cNvSpPr>
            <a:spLocks/>
          </p:cNvSpPr>
          <p:nvPr/>
        </p:nvSpPr>
        <p:spPr>
          <a:xfrm>
            <a:off x="6789030" y="1440665"/>
            <a:ext cx="1307357" cy="698794"/>
          </a:xfrm>
          <a:custGeom>
            <a:pathLst>
              <a:path w="1372553" h="733642">
                <a:moveTo>
                  <a:pt x="1359077" y="436282"/>
                </a:moveTo>
                <a:cubicBezTo>
                  <a:pt x="1347353" y="424693"/>
                  <a:pt x="1312767" y="381645"/>
                  <a:pt x="1288737" y="366748"/>
                </a:cubicBezTo>
                <a:cubicBezTo>
                  <a:pt x="1264706" y="351851"/>
                  <a:pt x="1239379" y="356173"/>
                  <a:pt x="1214893" y="346901"/>
                </a:cubicBezTo>
                <a:cubicBezTo>
                  <a:pt x="1190407" y="337629"/>
                  <a:pt x="1165466" y="337095"/>
                  <a:pt x="1141822" y="311117"/>
                </a:cubicBezTo>
                <a:cubicBezTo>
                  <a:pt x="1118177" y="285139"/>
                  <a:pt x="1095950" y="233641"/>
                  <a:pt x="1073027" y="191034"/>
                </a:cubicBezTo>
                <a:cubicBezTo>
                  <a:pt x="1050105" y="148427"/>
                  <a:pt x="1028102" y="84024"/>
                  <a:pt x="1004289" y="55474"/>
                </a:cubicBezTo>
                <a:cubicBezTo>
                  <a:pt x="980476" y="26925"/>
                  <a:pt x="955308" y="21904"/>
                  <a:pt x="930149" y="19736"/>
                </a:cubicBezTo>
                <a:cubicBezTo>
                  <a:pt x="904990" y="17567"/>
                  <a:pt x="878639" y="40991"/>
                  <a:pt x="853336" y="42464"/>
                </a:cubicBezTo>
                <a:cubicBezTo>
                  <a:pt x="828034" y="43937"/>
                  <a:pt x="803360" y="32219"/>
                  <a:pt x="778333" y="28572"/>
                </a:cubicBezTo>
                <a:cubicBezTo>
                  <a:pt x="753305" y="24925"/>
                  <a:pt x="728610" y="13383"/>
                  <a:pt x="703171" y="20582"/>
                </a:cubicBezTo>
                <a:cubicBezTo>
                  <a:pt x="677733" y="27781"/>
                  <a:pt x="651297" y="59514"/>
                  <a:pt x="625699" y="71766"/>
                </a:cubicBezTo>
                <a:cubicBezTo>
                  <a:pt x="600102" y="84018"/>
                  <a:pt x="574397" y="100231"/>
                  <a:pt x="549584" y="94094"/>
                </a:cubicBezTo>
                <a:cubicBezTo>
                  <a:pt x="524772" y="87958"/>
                  <a:pt x="501292" y="48854"/>
                  <a:pt x="476824" y="34948"/>
                </a:cubicBezTo>
                <a:cubicBezTo>
                  <a:pt x="452356" y="21041"/>
                  <a:pt x="428192" y="0"/>
                  <a:pt x="402777" y="10656"/>
                </a:cubicBezTo>
                <a:cubicBezTo>
                  <a:pt x="377362" y="21311"/>
                  <a:pt x="350638" y="65852"/>
                  <a:pt x="324334" y="98882"/>
                </a:cubicBezTo>
                <a:cubicBezTo>
                  <a:pt x="298030" y="131912"/>
                  <a:pt x="271081" y="180832"/>
                  <a:pt x="244955" y="208837"/>
                </a:cubicBezTo>
                <a:cubicBezTo>
                  <a:pt x="218829" y="236842"/>
                  <a:pt x="193301" y="249738"/>
                  <a:pt x="167576" y="266914"/>
                </a:cubicBezTo>
                <a:cubicBezTo>
                  <a:pt x="141850" y="284090"/>
                  <a:pt x="116376" y="294249"/>
                  <a:pt x="90604" y="311893"/>
                </a:cubicBezTo>
                <a:cubicBezTo>
                  <a:pt x="64832" y="329537"/>
                  <a:pt x="25887" y="362631"/>
                  <a:pt x="12943" y="372778"/>
                </a:cubicBezTo>
                <a:cubicBezTo>
                  <a:pt x="0" y="382926"/>
                  <a:pt x="1073" y="358081"/>
                  <a:pt x="12943" y="372778"/>
                </a:cubicBezTo>
                <a:cubicBezTo>
                  <a:pt x="24814" y="387476"/>
                  <a:pt x="60415" y="431298"/>
                  <a:pt x="84166" y="460965"/>
                </a:cubicBezTo>
                <a:cubicBezTo>
                  <a:pt x="107917" y="490633"/>
                  <a:pt x="131469" y="524630"/>
                  <a:pt x="155451" y="550784"/>
                </a:cubicBezTo>
                <a:cubicBezTo>
                  <a:pt x="179433" y="576939"/>
                  <a:pt x="203576" y="602350"/>
                  <a:pt x="228056" y="617892"/>
                </a:cubicBezTo>
                <a:cubicBezTo>
                  <a:pt x="252535" y="633434"/>
                  <a:pt x="277451" y="638762"/>
                  <a:pt x="302328" y="644036"/>
                </a:cubicBezTo>
                <a:cubicBezTo>
                  <a:pt x="327206" y="649309"/>
                  <a:pt x="352310" y="648575"/>
                  <a:pt x="377318" y="649533"/>
                </a:cubicBezTo>
                <a:cubicBezTo>
                  <a:pt x="402326" y="650491"/>
                  <a:pt x="427211" y="653880"/>
                  <a:pt x="452376" y="649784"/>
                </a:cubicBezTo>
                <a:cubicBezTo>
                  <a:pt x="477542" y="645687"/>
                  <a:pt x="502744" y="639836"/>
                  <a:pt x="528309" y="624955"/>
                </a:cubicBezTo>
                <a:cubicBezTo>
                  <a:pt x="553875" y="610075"/>
                  <a:pt x="579954" y="581766"/>
                  <a:pt x="605769" y="560501"/>
                </a:cubicBezTo>
                <a:cubicBezTo>
                  <a:pt x="631584" y="539236"/>
                  <a:pt x="657869" y="506953"/>
                  <a:pt x="683201" y="497366"/>
                </a:cubicBezTo>
                <a:cubicBezTo>
                  <a:pt x="708532" y="487779"/>
                  <a:pt x="733527" y="487681"/>
                  <a:pt x="757758" y="502981"/>
                </a:cubicBezTo>
                <a:cubicBezTo>
                  <a:pt x="781989" y="518282"/>
                  <a:pt x="805163" y="558084"/>
                  <a:pt x="828586" y="589168"/>
                </a:cubicBezTo>
                <a:cubicBezTo>
                  <a:pt x="852009" y="620252"/>
                  <a:pt x="874672" y="665849"/>
                  <a:pt x="898294" y="689487"/>
                </a:cubicBezTo>
                <a:cubicBezTo>
                  <a:pt x="921916" y="713124"/>
                  <a:pt x="945780" y="728343"/>
                  <a:pt x="970320" y="730993"/>
                </a:cubicBezTo>
                <a:cubicBezTo>
                  <a:pt x="994860" y="733642"/>
                  <a:pt x="1020193" y="718530"/>
                  <a:pt x="1045534" y="705384"/>
                </a:cubicBezTo>
                <a:cubicBezTo>
                  <a:pt x="1070875" y="692237"/>
                  <a:pt x="1096668" y="670536"/>
                  <a:pt x="1122365" y="652113"/>
                </a:cubicBezTo>
                <a:cubicBezTo>
                  <a:pt x="1148063" y="633689"/>
                  <a:pt x="1173746" y="615750"/>
                  <a:pt x="1199721" y="594844"/>
                </a:cubicBezTo>
                <a:cubicBezTo>
                  <a:pt x="1225696" y="573938"/>
                  <a:pt x="1251656" y="553103"/>
                  <a:pt x="1278215" y="526676"/>
                </a:cubicBezTo>
                <a:cubicBezTo>
                  <a:pt x="1304775" y="500249"/>
                  <a:pt x="1345600" y="451348"/>
                  <a:pt x="1359077" y="436282"/>
                </a:cubicBezTo>
                <a:cubicBezTo>
                  <a:pt x="1372553" y="421216"/>
                  <a:pt x="1370800" y="447871"/>
                  <a:pt x="1359077" y="436282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43"/>
                </a:srgbClr>
              </a:gs>
              <a:gs pos="18000">
                <a:srgbClr val="767676">
                  <a:alpha val="3762"/>
                </a:srgbClr>
              </a:gs>
              <a:gs pos="48000">
                <a:srgbClr val="767676">
                  <a:alpha val="6067"/>
                </a:srgbClr>
              </a:gs>
              <a:gs pos="78000">
                <a:srgbClr val="767676">
                  <a:alpha val="4551"/>
                </a:srgbClr>
              </a:gs>
              <a:gs pos="100000">
                <a:srgbClr val="767676">
                  <a:alpha val="274"/>
                </a:srgbClr>
              </a:gs>
            </a:gsLst>
            <a:lin ang="10962089" scaled="0"/>
          </a:gradFill>
          <a:ln w="0">
            <a:noFill/>
            <a:prstDash val="solid"/>
          </a:ln>
        </p:spPr>
      </p:sp>
      <p:sp>
        <p:nvSpPr>
          <p:cNvPr id="277" name="PANEL_01-intermittent-gas-core-7-feather-2_59">
            <a:extLst>
              <a:ext uri="{FF2B5EF4-FFF2-40B4-BE49-F238E27FC236}">
                <a16:creationId xmlns:a16="http://schemas.microsoft.com/office/drawing/2014/main" id="{B0A0F9AA-BFEE-4562-A2FF-E61E1CD2BBA2}"/>
              </a:ext>
            </a:extLst>
          </p:cNvPr>
          <p:cNvSpPr>
            <a:spLocks/>
          </p:cNvSpPr>
          <p:nvPr/>
        </p:nvSpPr>
        <p:spPr>
          <a:xfrm>
            <a:off x="6789212" y="1543864"/>
            <a:ext cx="1306927" cy="513017"/>
          </a:xfrm>
          <a:custGeom>
            <a:pathLst>
              <a:path w="1372102" h="538601">
                <a:moveTo>
                  <a:pt x="1358885" y="327936"/>
                </a:moveTo>
                <a:cubicBezTo>
                  <a:pt x="1346882" y="320597"/>
                  <a:pt x="1311265" y="292796"/>
                  <a:pt x="1286868" y="283900"/>
                </a:cubicBezTo>
                <a:cubicBezTo>
                  <a:pt x="1262470" y="275004"/>
                  <a:pt x="1237173" y="279878"/>
                  <a:pt x="1212498" y="274561"/>
                </a:cubicBezTo>
                <a:cubicBezTo>
                  <a:pt x="1187824" y="269244"/>
                  <a:pt x="1162848" y="269949"/>
                  <a:pt x="1138821" y="251999"/>
                </a:cubicBezTo>
                <a:cubicBezTo>
                  <a:pt x="1114794" y="234049"/>
                  <a:pt x="1091789" y="197822"/>
                  <a:pt x="1068336" y="166860"/>
                </a:cubicBezTo>
                <a:cubicBezTo>
                  <a:pt x="1044884" y="135897"/>
                  <a:pt x="1022120" y="88865"/>
                  <a:pt x="998108" y="66223"/>
                </a:cubicBezTo>
                <a:cubicBezTo>
                  <a:pt x="974097" y="43580"/>
                  <a:pt x="949190" y="36211"/>
                  <a:pt x="924268" y="31005"/>
                </a:cubicBezTo>
                <a:cubicBezTo>
                  <a:pt x="899346" y="25799"/>
                  <a:pt x="873620" y="37603"/>
                  <a:pt x="848578" y="34988"/>
                </a:cubicBezTo>
                <a:cubicBezTo>
                  <a:pt x="823536" y="32372"/>
                  <a:pt x="798924" y="20479"/>
                  <a:pt x="774017" y="15313"/>
                </a:cubicBezTo>
                <a:cubicBezTo>
                  <a:pt x="749110" y="10147"/>
                  <a:pt x="724403" y="0"/>
                  <a:pt x="699136" y="3989"/>
                </a:cubicBezTo>
                <a:cubicBezTo>
                  <a:pt x="673870" y="7978"/>
                  <a:pt x="647868" y="29940"/>
                  <a:pt x="622415" y="39248"/>
                </a:cubicBezTo>
                <a:cubicBezTo>
                  <a:pt x="596963" y="48556"/>
                  <a:pt x="571389" y="61801"/>
                  <a:pt x="546423" y="59837"/>
                </a:cubicBezTo>
                <a:cubicBezTo>
                  <a:pt x="521458" y="57873"/>
                  <a:pt x="497375" y="34130"/>
                  <a:pt x="472622" y="27464"/>
                </a:cubicBezTo>
                <a:cubicBezTo>
                  <a:pt x="447868" y="20799"/>
                  <a:pt x="423303" y="9777"/>
                  <a:pt x="397902" y="19845"/>
                </a:cubicBezTo>
                <a:cubicBezTo>
                  <a:pt x="372500" y="29913"/>
                  <a:pt x="346192" y="63400"/>
                  <a:pt x="320213" y="87875"/>
                </a:cubicBezTo>
                <a:cubicBezTo>
                  <a:pt x="294234" y="112349"/>
                  <a:pt x="267829" y="147200"/>
                  <a:pt x="242028" y="166690"/>
                </a:cubicBezTo>
                <a:cubicBezTo>
                  <a:pt x="216228" y="186180"/>
                  <a:pt x="190870" y="194233"/>
                  <a:pt x="165409" y="204816"/>
                </a:cubicBezTo>
                <a:cubicBezTo>
                  <a:pt x="139947" y="215398"/>
                  <a:pt x="114705" y="220247"/>
                  <a:pt x="89262" y="230183"/>
                </a:cubicBezTo>
                <a:cubicBezTo>
                  <a:pt x="63819" y="240119"/>
                  <a:pt x="25503" y="258725"/>
                  <a:pt x="12752" y="264433"/>
                </a:cubicBezTo>
                <a:cubicBezTo>
                  <a:pt x="0" y="270141"/>
                  <a:pt x="743" y="252941"/>
                  <a:pt x="12752" y="264433"/>
                </a:cubicBezTo>
                <a:cubicBezTo>
                  <a:pt x="24761" y="275925"/>
                  <a:pt x="60761" y="310569"/>
                  <a:pt x="84805" y="333387"/>
                </a:cubicBezTo>
                <a:cubicBezTo>
                  <a:pt x="108849" y="356205"/>
                  <a:pt x="132761" y="381925"/>
                  <a:pt x="157015" y="401341"/>
                </a:cubicBezTo>
                <a:cubicBezTo>
                  <a:pt x="181269" y="420757"/>
                  <a:pt x="205668" y="439224"/>
                  <a:pt x="230329" y="449882"/>
                </a:cubicBezTo>
                <a:cubicBezTo>
                  <a:pt x="254989" y="460540"/>
                  <a:pt x="279987" y="463245"/>
                  <a:pt x="304979" y="465289"/>
                </a:cubicBezTo>
                <a:cubicBezTo>
                  <a:pt x="329970" y="467333"/>
                  <a:pt x="355156" y="464173"/>
                  <a:pt x="380276" y="462145"/>
                </a:cubicBezTo>
                <a:cubicBezTo>
                  <a:pt x="405396" y="460116"/>
                  <a:pt x="430460" y="458918"/>
                  <a:pt x="455696" y="453120"/>
                </a:cubicBezTo>
                <a:cubicBezTo>
                  <a:pt x="480933" y="447322"/>
                  <a:pt x="506208" y="439942"/>
                  <a:pt x="531695" y="427356"/>
                </a:cubicBezTo>
                <a:cubicBezTo>
                  <a:pt x="557181" y="414770"/>
                  <a:pt x="583015" y="393150"/>
                  <a:pt x="608617" y="377603"/>
                </a:cubicBezTo>
                <a:cubicBezTo>
                  <a:pt x="634220" y="362055"/>
                  <a:pt x="660118" y="339712"/>
                  <a:pt x="685311" y="334070"/>
                </a:cubicBezTo>
                <a:cubicBezTo>
                  <a:pt x="710503" y="328428"/>
                  <a:pt x="735417" y="330516"/>
                  <a:pt x="759773" y="343750"/>
                </a:cubicBezTo>
                <a:cubicBezTo>
                  <a:pt x="784128" y="356984"/>
                  <a:pt x="807703" y="388320"/>
                  <a:pt x="831443" y="413475"/>
                </a:cubicBezTo>
                <a:cubicBezTo>
                  <a:pt x="855184" y="438630"/>
                  <a:pt x="878357" y="474610"/>
                  <a:pt x="902215" y="494679"/>
                </a:cubicBezTo>
                <a:cubicBezTo>
                  <a:pt x="926073" y="514748"/>
                  <a:pt x="950076" y="529178"/>
                  <a:pt x="974591" y="533889"/>
                </a:cubicBezTo>
                <a:cubicBezTo>
                  <a:pt x="999106" y="538601"/>
                  <a:pt x="1024176" y="530584"/>
                  <a:pt x="1049303" y="522948"/>
                </a:cubicBezTo>
                <a:cubicBezTo>
                  <a:pt x="1074429" y="515312"/>
                  <a:pt x="1099903" y="500861"/>
                  <a:pt x="1125351" y="488072"/>
                </a:cubicBezTo>
                <a:cubicBezTo>
                  <a:pt x="1150800" y="475283"/>
                  <a:pt x="1176289" y="461789"/>
                  <a:pt x="1201994" y="446214"/>
                </a:cubicBezTo>
                <a:cubicBezTo>
                  <a:pt x="1227700" y="430638"/>
                  <a:pt x="1253435" y="414332"/>
                  <a:pt x="1279584" y="394619"/>
                </a:cubicBezTo>
                <a:cubicBezTo>
                  <a:pt x="1305732" y="374906"/>
                  <a:pt x="1345668" y="339050"/>
                  <a:pt x="1358885" y="327936"/>
                </a:cubicBezTo>
                <a:cubicBezTo>
                  <a:pt x="1372102" y="316822"/>
                  <a:pt x="1370888" y="335276"/>
                  <a:pt x="1358885" y="327936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11"/>
                </a:srgbClr>
              </a:gs>
              <a:gs pos="18000">
                <a:srgbClr val="767676">
                  <a:alpha val="4828"/>
                </a:srgbClr>
              </a:gs>
              <a:gs pos="48000">
                <a:srgbClr val="767676">
                  <a:alpha val="7786"/>
                </a:srgbClr>
              </a:gs>
              <a:gs pos="78000">
                <a:srgbClr val="767676">
                  <a:alpha val="5840"/>
                </a:srgbClr>
              </a:gs>
              <a:gs pos="100000">
                <a:srgbClr val="767676">
                  <a:alpha val="350"/>
                </a:srgbClr>
              </a:gs>
            </a:gsLst>
            <a:lin ang="10962089" scaled="0"/>
          </a:gradFill>
          <a:ln w="0">
            <a:noFill/>
            <a:prstDash val="solid"/>
          </a:ln>
        </p:spPr>
      </p:sp>
      <p:sp>
        <p:nvSpPr>
          <p:cNvPr id="278" name="PANEL_01-intermittent-gas-core-7-feather-3_60">
            <a:extLst>
              <a:ext uri="{FF2B5EF4-FFF2-40B4-BE49-F238E27FC236}">
                <a16:creationId xmlns:a16="http://schemas.microsoft.com/office/drawing/2014/main" id="{FAF5A4A8-444B-4EC7-A623-97AAF179D446}"/>
              </a:ext>
            </a:extLst>
          </p:cNvPr>
          <p:cNvSpPr>
            <a:spLocks/>
          </p:cNvSpPr>
          <p:nvPr/>
        </p:nvSpPr>
        <p:spPr>
          <a:xfrm>
            <a:off x="6789395" y="1634316"/>
            <a:ext cx="1306497" cy="339988"/>
          </a:xfrm>
          <a:custGeom>
            <a:pathLst>
              <a:path w="1371650" h="356942">
                <a:moveTo>
                  <a:pt x="1358693" y="232974"/>
                </a:moveTo>
                <a:cubicBezTo>
                  <a:pt x="1346411" y="229884"/>
                  <a:pt x="1309763" y="217330"/>
                  <a:pt x="1284998" y="214435"/>
                </a:cubicBezTo>
                <a:cubicBezTo>
                  <a:pt x="1260233" y="211540"/>
                  <a:pt x="1234966" y="216966"/>
                  <a:pt x="1210103" y="215604"/>
                </a:cubicBezTo>
                <a:cubicBezTo>
                  <a:pt x="1185240" y="214242"/>
                  <a:pt x="1160230" y="216186"/>
                  <a:pt x="1135821" y="206263"/>
                </a:cubicBezTo>
                <a:cubicBezTo>
                  <a:pt x="1111411" y="196341"/>
                  <a:pt x="1087628" y="175387"/>
                  <a:pt x="1063646" y="156069"/>
                </a:cubicBezTo>
                <a:cubicBezTo>
                  <a:pt x="1039663" y="136750"/>
                  <a:pt x="1016137" y="107089"/>
                  <a:pt x="991928" y="90354"/>
                </a:cubicBezTo>
                <a:cubicBezTo>
                  <a:pt x="967718" y="73619"/>
                  <a:pt x="943072" y="63901"/>
                  <a:pt x="918387" y="55657"/>
                </a:cubicBezTo>
                <a:cubicBezTo>
                  <a:pt x="893702" y="47414"/>
                  <a:pt x="868601" y="47598"/>
                  <a:pt x="843820" y="40894"/>
                </a:cubicBezTo>
                <a:cubicBezTo>
                  <a:pt x="819039" y="34191"/>
                  <a:pt x="794488" y="22123"/>
                  <a:pt x="769701" y="15437"/>
                </a:cubicBezTo>
                <a:cubicBezTo>
                  <a:pt x="744915" y="8751"/>
                  <a:pt x="720197" y="0"/>
                  <a:pt x="695102" y="779"/>
                </a:cubicBezTo>
                <a:cubicBezTo>
                  <a:pt x="670007" y="1559"/>
                  <a:pt x="644438" y="13749"/>
                  <a:pt x="619132" y="20112"/>
                </a:cubicBezTo>
                <a:cubicBezTo>
                  <a:pt x="593825" y="26476"/>
                  <a:pt x="568381" y="36754"/>
                  <a:pt x="543262" y="38962"/>
                </a:cubicBezTo>
                <a:cubicBezTo>
                  <a:pt x="518144" y="41171"/>
                  <a:pt x="493459" y="32788"/>
                  <a:pt x="468419" y="33364"/>
                </a:cubicBezTo>
                <a:cubicBezTo>
                  <a:pt x="443380" y="33940"/>
                  <a:pt x="418414" y="32936"/>
                  <a:pt x="393026" y="42417"/>
                </a:cubicBezTo>
                <a:cubicBezTo>
                  <a:pt x="367638" y="51898"/>
                  <a:pt x="341746" y="74332"/>
                  <a:pt x="316092" y="90250"/>
                </a:cubicBezTo>
                <a:cubicBezTo>
                  <a:pt x="290438" y="106169"/>
                  <a:pt x="264577" y="126952"/>
                  <a:pt x="239102" y="137927"/>
                </a:cubicBezTo>
                <a:cubicBezTo>
                  <a:pt x="213627" y="148902"/>
                  <a:pt x="188438" y="152112"/>
                  <a:pt x="163241" y="156100"/>
                </a:cubicBezTo>
                <a:cubicBezTo>
                  <a:pt x="138045" y="160088"/>
                  <a:pt x="113034" y="159628"/>
                  <a:pt x="87920" y="161856"/>
                </a:cubicBezTo>
                <a:cubicBezTo>
                  <a:pt x="62806" y="164085"/>
                  <a:pt x="25120" y="168201"/>
                  <a:pt x="12560" y="169470"/>
                </a:cubicBezTo>
                <a:cubicBezTo>
                  <a:pt x="0" y="170739"/>
                  <a:pt x="413" y="161183"/>
                  <a:pt x="12560" y="169470"/>
                </a:cubicBezTo>
                <a:cubicBezTo>
                  <a:pt x="24707" y="177757"/>
                  <a:pt x="61107" y="203223"/>
                  <a:pt x="85444" y="219192"/>
                </a:cubicBezTo>
                <a:cubicBezTo>
                  <a:pt x="109780" y="235160"/>
                  <a:pt x="134052" y="252604"/>
                  <a:pt x="158578" y="265281"/>
                </a:cubicBezTo>
                <a:cubicBezTo>
                  <a:pt x="183105" y="277958"/>
                  <a:pt x="207760" y="289482"/>
                  <a:pt x="232602" y="295256"/>
                </a:cubicBezTo>
                <a:cubicBezTo>
                  <a:pt x="257444" y="301029"/>
                  <a:pt x="282523" y="301111"/>
                  <a:pt x="307629" y="299925"/>
                </a:cubicBezTo>
                <a:cubicBezTo>
                  <a:pt x="332734" y="298739"/>
                  <a:pt x="358003" y="293154"/>
                  <a:pt x="383234" y="288139"/>
                </a:cubicBezTo>
                <a:cubicBezTo>
                  <a:pt x="408465" y="283125"/>
                  <a:pt x="433709" y="277339"/>
                  <a:pt x="459016" y="269839"/>
                </a:cubicBezTo>
                <a:cubicBezTo>
                  <a:pt x="484324" y="262339"/>
                  <a:pt x="509672" y="253432"/>
                  <a:pt x="535080" y="243140"/>
                </a:cubicBezTo>
                <a:cubicBezTo>
                  <a:pt x="560488" y="232848"/>
                  <a:pt x="586076" y="217918"/>
                  <a:pt x="611466" y="208087"/>
                </a:cubicBezTo>
                <a:cubicBezTo>
                  <a:pt x="636856" y="198257"/>
                  <a:pt x="662367" y="185855"/>
                  <a:pt x="687420" y="184158"/>
                </a:cubicBezTo>
                <a:cubicBezTo>
                  <a:pt x="712474" y="182460"/>
                  <a:pt x="737308" y="186734"/>
                  <a:pt x="761788" y="197902"/>
                </a:cubicBezTo>
                <a:cubicBezTo>
                  <a:pt x="786268" y="209070"/>
                  <a:pt x="810243" y="231940"/>
                  <a:pt x="834301" y="251165"/>
                </a:cubicBezTo>
                <a:cubicBezTo>
                  <a:pt x="858358" y="270390"/>
                  <a:pt x="882042" y="296753"/>
                  <a:pt x="906135" y="313254"/>
                </a:cubicBezTo>
                <a:cubicBezTo>
                  <a:pt x="930229" y="329755"/>
                  <a:pt x="954373" y="343395"/>
                  <a:pt x="978863" y="350169"/>
                </a:cubicBezTo>
                <a:cubicBezTo>
                  <a:pt x="1003352" y="356942"/>
                  <a:pt x="1028159" y="356021"/>
                  <a:pt x="1053071" y="353895"/>
                </a:cubicBezTo>
                <a:cubicBezTo>
                  <a:pt x="1077984" y="351770"/>
                  <a:pt x="1103138" y="344570"/>
                  <a:pt x="1128337" y="337415"/>
                </a:cubicBezTo>
                <a:cubicBezTo>
                  <a:pt x="1153537" y="330261"/>
                  <a:pt x="1178832" y="321212"/>
                  <a:pt x="1204268" y="310967"/>
                </a:cubicBezTo>
                <a:cubicBezTo>
                  <a:pt x="1229704" y="300722"/>
                  <a:pt x="1255214" y="288945"/>
                  <a:pt x="1280952" y="275946"/>
                </a:cubicBezTo>
                <a:cubicBezTo>
                  <a:pt x="1306689" y="262947"/>
                  <a:pt x="1345736" y="240136"/>
                  <a:pt x="1358693" y="232974"/>
                </a:cubicBezTo>
                <a:cubicBezTo>
                  <a:pt x="1371650" y="225812"/>
                  <a:pt x="1370976" y="236063"/>
                  <a:pt x="1358693" y="232974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64"/>
                </a:srgbClr>
              </a:gs>
              <a:gs pos="18000">
                <a:srgbClr val="767676">
                  <a:alpha val="5642"/>
                </a:srgbClr>
              </a:gs>
              <a:gs pos="48000">
                <a:srgbClr val="767676">
                  <a:alpha val="9100"/>
                </a:srgbClr>
              </a:gs>
              <a:gs pos="78000">
                <a:srgbClr val="767676">
                  <a:alpha val="6826"/>
                </a:srgbClr>
              </a:gs>
              <a:gs pos="100000">
                <a:srgbClr val="767676">
                  <a:alpha val="410"/>
                </a:srgbClr>
              </a:gs>
            </a:gsLst>
            <a:lin ang="10962089" scaled="0"/>
          </a:gradFill>
          <a:ln w="0">
            <a:noFill/>
            <a:prstDash val="solid"/>
          </a:ln>
        </p:spPr>
      </p:sp>
      <p:sp>
        <p:nvSpPr>
          <p:cNvPr id="279" name="PANEL_01-intermittent-gas-wisp-7-feather-0_61">
            <a:extLst>
              <a:ext uri="{FF2B5EF4-FFF2-40B4-BE49-F238E27FC236}">
                <a16:creationId xmlns:a16="http://schemas.microsoft.com/office/drawing/2014/main" id="{F8A4FDDA-773E-446D-A53C-68518F814227}"/>
              </a:ext>
            </a:extLst>
          </p:cNvPr>
          <p:cNvSpPr>
            <a:spLocks/>
          </p:cNvSpPr>
          <p:nvPr/>
        </p:nvSpPr>
        <p:spPr>
          <a:xfrm>
            <a:off x="6765362" y="1996681"/>
            <a:ext cx="939250" cy="434411"/>
          </a:xfrm>
          <a:custGeom>
            <a:pathLst>
              <a:path w="986089" h="456075">
                <a:moveTo>
                  <a:pt x="976916" y="258276"/>
                </a:moveTo>
                <a:cubicBezTo>
                  <a:pt x="968692" y="243509"/>
                  <a:pt x="944436" y="189816"/>
                  <a:pt x="927573" y="169675"/>
                </a:cubicBezTo>
                <a:cubicBezTo>
                  <a:pt x="910710" y="149534"/>
                  <a:pt x="893329" y="141825"/>
                  <a:pt x="875738" y="137429"/>
                </a:cubicBezTo>
                <a:cubicBezTo>
                  <a:pt x="858148" y="133033"/>
                  <a:pt x="839856" y="143395"/>
                  <a:pt x="822031" y="143297"/>
                </a:cubicBezTo>
                <a:cubicBezTo>
                  <a:pt x="804206" y="143198"/>
                  <a:pt x="786469" y="140940"/>
                  <a:pt x="768787" y="136839"/>
                </a:cubicBezTo>
                <a:cubicBezTo>
                  <a:pt x="751106" y="132738"/>
                  <a:pt x="733689" y="121941"/>
                  <a:pt x="715941" y="118690"/>
                </a:cubicBezTo>
                <a:cubicBezTo>
                  <a:pt x="698192" y="115440"/>
                  <a:pt x="680088" y="120283"/>
                  <a:pt x="662295" y="117337"/>
                </a:cubicBezTo>
                <a:cubicBezTo>
                  <a:pt x="644502" y="114391"/>
                  <a:pt x="626612" y="113709"/>
                  <a:pt x="609184" y="101013"/>
                </a:cubicBezTo>
                <a:cubicBezTo>
                  <a:pt x="591757" y="88317"/>
                  <a:pt x="575030" y="57821"/>
                  <a:pt x="557730" y="41161"/>
                </a:cubicBezTo>
                <a:cubicBezTo>
                  <a:pt x="540430" y="24501"/>
                  <a:pt x="523333" y="2109"/>
                  <a:pt x="505383" y="1054"/>
                </a:cubicBezTo>
                <a:cubicBezTo>
                  <a:pt x="487434" y="0"/>
                  <a:pt x="468599" y="20941"/>
                  <a:pt x="450032" y="34835"/>
                </a:cubicBezTo>
                <a:cubicBezTo>
                  <a:pt x="431466" y="48729"/>
                  <a:pt x="412367" y="75783"/>
                  <a:pt x="393986" y="84416"/>
                </a:cubicBezTo>
                <a:cubicBezTo>
                  <a:pt x="375605" y="93050"/>
                  <a:pt x="357744" y="88224"/>
                  <a:pt x="339745" y="86638"/>
                </a:cubicBezTo>
                <a:cubicBezTo>
                  <a:pt x="321745" y="85051"/>
                  <a:pt x="304085" y="74825"/>
                  <a:pt x="285991" y="74898"/>
                </a:cubicBezTo>
                <a:cubicBezTo>
                  <a:pt x="267896" y="74972"/>
                  <a:pt x="249451" y="83393"/>
                  <a:pt x="231177" y="87080"/>
                </a:cubicBezTo>
                <a:cubicBezTo>
                  <a:pt x="212903" y="90766"/>
                  <a:pt x="194574" y="94882"/>
                  <a:pt x="176346" y="97019"/>
                </a:cubicBezTo>
                <a:cubicBezTo>
                  <a:pt x="158118" y="99156"/>
                  <a:pt x="140132" y="93177"/>
                  <a:pt x="121810" y="99903"/>
                </a:cubicBezTo>
                <a:cubicBezTo>
                  <a:pt x="103488" y="106628"/>
                  <a:pt x="85136" y="117803"/>
                  <a:pt x="66415" y="137373"/>
                </a:cubicBezTo>
                <a:cubicBezTo>
                  <a:pt x="47695" y="156943"/>
                  <a:pt x="18976" y="203998"/>
                  <a:pt x="9488" y="217323"/>
                </a:cubicBezTo>
                <a:cubicBezTo>
                  <a:pt x="0" y="230648"/>
                  <a:pt x="950" y="208534"/>
                  <a:pt x="9488" y="217323"/>
                </a:cubicBezTo>
                <a:cubicBezTo>
                  <a:pt x="18026" y="226113"/>
                  <a:pt x="43458" y="256083"/>
                  <a:pt x="60714" y="270060"/>
                </a:cubicBezTo>
                <a:cubicBezTo>
                  <a:pt x="77970" y="284037"/>
                  <a:pt x="95229" y="295381"/>
                  <a:pt x="113024" y="301184"/>
                </a:cubicBezTo>
                <a:cubicBezTo>
                  <a:pt x="130820" y="306986"/>
                  <a:pt x="149194" y="306868"/>
                  <a:pt x="167485" y="304875"/>
                </a:cubicBezTo>
                <a:cubicBezTo>
                  <a:pt x="185776" y="302882"/>
                  <a:pt x="204467" y="292055"/>
                  <a:pt x="222771" y="289223"/>
                </a:cubicBezTo>
                <a:cubicBezTo>
                  <a:pt x="241074" y="286392"/>
                  <a:pt x="259390" y="282327"/>
                  <a:pt x="277305" y="287885"/>
                </a:cubicBezTo>
                <a:cubicBezTo>
                  <a:pt x="295220" y="293444"/>
                  <a:pt x="312752" y="307802"/>
                  <a:pt x="330258" y="322575"/>
                </a:cubicBezTo>
                <a:cubicBezTo>
                  <a:pt x="347765" y="337348"/>
                  <a:pt x="364915" y="360703"/>
                  <a:pt x="382344" y="376524"/>
                </a:cubicBezTo>
                <a:cubicBezTo>
                  <a:pt x="399774" y="392344"/>
                  <a:pt x="417217" y="407472"/>
                  <a:pt x="434835" y="417496"/>
                </a:cubicBezTo>
                <a:cubicBezTo>
                  <a:pt x="452453" y="427520"/>
                  <a:pt x="470286" y="431590"/>
                  <a:pt x="488051" y="436667"/>
                </a:cubicBezTo>
                <a:cubicBezTo>
                  <a:pt x="505817" y="441743"/>
                  <a:pt x="523626" y="445040"/>
                  <a:pt x="541427" y="447954"/>
                </a:cubicBezTo>
                <a:cubicBezTo>
                  <a:pt x="559229" y="450868"/>
                  <a:pt x="576907" y="456075"/>
                  <a:pt x="594858" y="454148"/>
                </a:cubicBezTo>
                <a:cubicBezTo>
                  <a:pt x="612808" y="452222"/>
                  <a:pt x="630824" y="447851"/>
                  <a:pt x="649131" y="436395"/>
                </a:cubicBezTo>
                <a:cubicBezTo>
                  <a:pt x="667438" y="424940"/>
                  <a:pt x="686117" y="403861"/>
                  <a:pt x="704699" y="385417"/>
                </a:cubicBezTo>
                <a:cubicBezTo>
                  <a:pt x="723281" y="366973"/>
                  <a:pt x="742171" y="341276"/>
                  <a:pt x="760621" y="325731"/>
                </a:cubicBezTo>
                <a:cubicBezTo>
                  <a:pt x="779072" y="310187"/>
                  <a:pt x="797380" y="298254"/>
                  <a:pt x="815401" y="292150"/>
                </a:cubicBezTo>
                <a:cubicBezTo>
                  <a:pt x="833423" y="286046"/>
                  <a:pt x="851004" y="289672"/>
                  <a:pt x="868750" y="289108"/>
                </a:cubicBezTo>
                <a:cubicBezTo>
                  <a:pt x="886496" y="288543"/>
                  <a:pt x="903852" y="293899"/>
                  <a:pt x="921879" y="288760"/>
                </a:cubicBezTo>
                <a:cubicBezTo>
                  <a:pt x="939907" y="283622"/>
                  <a:pt x="967744" y="263357"/>
                  <a:pt x="976916" y="258276"/>
                </a:cubicBezTo>
                <a:cubicBezTo>
                  <a:pt x="986089" y="253196"/>
                  <a:pt x="985140" y="273043"/>
                  <a:pt x="976916" y="258276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09"/>
                </a:srgbClr>
              </a:gs>
              <a:gs pos="18000">
                <a:srgbClr val="919191">
                  <a:alpha val="1693"/>
                </a:srgbClr>
              </a:gs>
              <a:gs pos="48000">
                <a:srgbClr val="919191">
                  <a:alpha val="2730"/>
                </a:srgbClr>
              </a:gs>
              <a:gs pos="78000">
                <a:srgbClr val="919191">
                  <a:alpha val="2047"/>
                </a:srgbClr>
              </a:gs>
              <a:gs pos="100000">
                <a:srgbClr val="919191">
                  <a:alpha val="122"/>
                </a:srgbClr>
              </a:gs>
            </a:gsLst>
            <a:lin ang="10945476" scaled="0"/>
          </a:gradFill>
          <a:ln w="0">
            <a:noFill/>
            <a:prstDash val="solid"/>
          </a:ln>
        </p:spPr>
      </p:sp>
      <p:sp>
        <p:nvSpPr>
          <p:cNvPr id="280" name="PANEL_01-intermittent-gas-wisp-7-feather-1_62">
            <a:extLst>
              <a:ext uri="{FF2B5EF4-FFF2-40B4-BE49-F238E27FC236}">
                <a16:creationId xmlns:a16="http://schemas.microsoft.com/office/drawing/2014/main" id="{87D19636-A84E-43F6-B27E-96EB54D4EB83}"/>
              </a:ext>
            </a:extLst>
          </p:cNvPr>
          <p:cNvSpPr>
            <a:spLocks/>
          </p:cNvSpPr>
          <p:nvPr/>
        </p:nvSpPr>
        <p:spPr>
          <a:xfrm>
            <a:off x="6765477" y="2052535"/>
            <a:ext cx="939063" cy="340710"/>
          </a:xfrm>
          <a:custGeom>
            <a:pathLst>
              <a:path w="985893" h="357701">
                <a:moveTo>
                  <a:pt x="976796" y="199637"/>
                </a:moveTo>
                <a:cubicBezTo>
                  <a:pt x="968440" y="187643"/>
                  <a:pt x="943690" y="144128"/>
                  <a:pt x="926657" y="127674"/>
                </a:cubicBezTo>
                <a:cubicBezTo>
                  <a:pt x="909624" y="111221"/>
                  <a:pt x="892209" y="104646"/>
                  <a:pt x="874598" y="100916"/>
                </a:cubicBezTo>
                <a:cubicBezTo>
                  <a:pt x="856988" y="97186"/>
                  <a:pt x="838815" y="105192"/>
                  <a:pt x="820991" y="105296"/>
                </a:cubicBezTo>
                <a:cubicBezTo>
                  <a:pt x="803168" y="105399"/>
                  <a:pt x="785395" y="104134"/>
                  <a:pt x="767658" y="101535"/>
                </a:cubicBezTo>
                <a:cubicBezTo>
                  <a:pt x="749921" y="98936"/>
                  <a:pt x="732375" y="91422"/>
                  <a:pt x="714571" y="89701"/>
                </a:cubicBezTo>
                <a:cubicBezTo>
                  <a:pt x="696766" y="87981"/>
                  <a:pt x="678674" y="92768"/>
                  <a:pt x="660833" y="91212"/>
                </a:cubicBezTo>
                <a:cubicBezTo>
                  <a:pt x="642992" y="89656"/>
                  <a:pt x="625071" y="89877"/>
                  <a:pt x="607522" y="80363"/>
                </a:cubicBezTo>
                <a:cubicBezTo>
                  <a:pt x="589974" y="70849"/>
                  <a:pt x="572977" y="47268"/>
                  <a:pt x="555542" y="34128"/>
                </a:cubicBezTo>
                <a:cubicBezTo>
                  <a:pt x="538106" y="20989"/>
                  <a:pt x="520839" y="3050"/>
                  <a:pt x="502911" y="1525"/>
                </a:cubicBezTo>
                <a:cubicBezTo>
                  <a:pt x="484983" y="0"/>
                  <a:pt x="466375" y="15259"/>
                  <a:pt x="447975" y="24977"/>
                </a:cubicBezTo>
                <a:cubicBezTo>
                  <a:pt x="429574" y="34696"/>
                  <a:pt x="410766" y="54373"/>
                  <a:pt x="392508" y="59837"/>
                </a:cubicBezTo>
                <a:cubicBezTo>
                  <a:pt x="374250" y="65300"/>
                  <a:pt x="356401" y="60118"/>
                  <a:pt x="338428" y="57758"/>
                </a:cubicBezTo>
                <a:cubicBezTo>
                  <a:pt x="320455" y="55397"/>
                  <a:pt x="302741" y="46350"/>
                  <a:pt x="284671" y="45674"/>
                </a:cubicBezTo>
                <a:cubicBezTo>
                  <a:pt x="266600" y="44998"/>
                  <a:pt x="248244" y="51062"/>
                  <a:pt x="230006" y="53700"/>
                </a:cubicBezTo>
                <a:cubicBezTo>
                  <a:pt x="211768" y="56338"/>
                  <a:pt x="193465" y="59638"/>
                  <a:pt x="175240" y="61503"/>
                </a:cubicBezTo>
                <a:cubicBezTo>
                  <a:pt x="157015" y="63368"/>
                  <a:pt x="138936" y="59216"/>
                  <a:pt x="120658" y="64889"/>
                </a:cubicBezTo>
                <a:cubicBezTo>
                  <a:pt x="102380" y="70562"/>
                  <a:pt x="84121" y="79906"/>
                  <a:pt x="65573" y="95539"/>
                </a:cubicBezTo>
                <a:cubicBezTo>
                  <a:pt x="47024" y="111171"/>
                  <a:pt x="18735" y="148160"/>
                  <a:pt x="9368" y="158684"/>
                </a:cubicBezTo>
                <a:cubicBezTo>
                  <a:pt x="0" y="169208"/>
                  <a:pt x="741" y="151959"/>
                  <a:pt x="9368" y="158684"/>
                </a:cubicBezTo>
                <a:cubicBezTo>
                  <a:pt x="17994" y="165409"/>
                  <a:pt x="43719" y="188500"/>
                  <a:pt x="61126" y="199034"/>
                </a:cubicBezTo>
                <a:cubicBezTo>
                  <a:pt x="78532" y="209568"/>
                  <a:pt x="95938" y="217789"/>
                  <a:pt x="113806" y="221888"/>
                </a:cubicBezTo>
                <a:cubicBezTo>
                  <a:pt x="131673" y="225988"/>
                  <a:pt x="150054" y="225383"/>
                  <a:pt x="168328" y="223631"/>
                </a:cubicBezTo>
                <a:cubicBezTo>
                  <a:pt x="186602" y="221878"/>
                  <a:pt x="205188" y="213344"/>
                  <a:pt x="223449" y="211372"/>
                </a:cubicBezTo>
                <a:cubicBezTo>
                  <a:pt x="241710" y="209401"/>
                  <a:pt x="259966" y="206734"/>
                  <a:pt x="277896" y="211804"/>
                </a:cubicBezTo>
                <a:cubicBezTo>
                  <a:pt x="295826" y="216873"/>
                  <a:pt x="313440" y="229143"/>
                  <a:pt x="331028" y="241789"/>
                </a:cubicBezTo>
                <a:cubicBezTo>
                  <a:pt x="348617" y="254435"/>
                  <a:pt x="365912" y="274070"/>
                  <a:pt x="383428" y="287680"/>
                </a:cubicBezTo>
                <a:cubicBezTo>
                  <a:pt x="400943" y="301291"/>
                  <a:pt x="418460" y="314516"/>
                  <a:pt x="436121" y="323453"/>
                </a:cubicBezTo>
                <a:cubicBezTo>
                  <a:pt x="453781" y="332390"/>
                  <a:pt x="471608" y="336640"/>
                  <a:pt x="489392" y="341303"/>
                </a:cubicBezTo>
                <a:cubicBezTo>
                  <a:pt x="507176" y="345965"/>
                  <a:pt x="525000" y="349009"/>
                  <a:pt x="542825" y="351427"/>
                </a:cubicBezTo>
                <a:cubicBezTo>
                  <a:pt x="560651" y="353845"/>
                  <a:pt x="578391" y="357701"/>
                  <a:pt x="596348" y="355809"/>
                </a:cubicBezTo>
                <a:cubicBezTo>
                  <a:pt x="614304" y="353917"/>
                  <a:pt x="632323" y="349754"/>
                  <a:pt x="650565" y="340077"/>
                </a:cubicBezTo>
                <a:cubicBezTo>
                  <a:pt x="668808" y="330401"/>
                  <a:pt x="687348" y="312949"/>
                  <a:pt x="705802" y="297748"/>
                </a:cubicBezTo>
                <a:cubicBezTo>
                  <a:pt x="724256" y="282547"/>
                  <a:pt x="742952" y="261595"/>
                  <a:pt x="761289" y="248871"/>
                </a:cubicBezTo>
                <a:cubicBezTo>
                  <a:pt x="779625" y="236146"/>
                  <a:pt x="797844" y="226342"/>
                  <a:pt x="815820" y="221401"/>
                </a:cubicBezTo>
                <a:cubicBezTo>
                  <a:pt x="833797" y="216460"/>
                  <a:pt x="851415" y="219365"/>
                  <a:pt x="869148" y="219225"/>
                </a:cubicBezTo>
                <a:cubicBezTo>
                  <a:pt x="886880" y="219085"/>
                  <a:pt x="904275" y="223826"/>
                  <a:pt x="922216" y="220561"/>
                </a:cubicBezTo>
                <a:cubicBezTo>
                  <a:pt x="940158" y="217296"/>
                  <a:pt x="967699" y="203124"/>
                  <a:pt x="976796" y="199637"/>
                </a:cubicBezTo>
                <a:cubicBezTo>
                  <a:pt x="985893" y="196150"/>
                  <a:pt x="985152" y="211631"/>
                  <a:pt x="976796" y="19963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46"/>
                </a:srgbClr>
              </a:gs>
              <a:gs pos="18000">
                <a:srgbClr val="767676">
                  <a:alpha val="2258"/>
                </a:srgbClr>
              </a:gs>
              <a:gs pos="48000">
                <a:srgbClr val="767676">
                  <a:alpha val="3640"/>
                </a:srgbClr>
              </a:gs>
              <a:gs pos="78000">
                <a:srgbClr val="767676">
                  <a:alpha val="2730"/>
                </a:srgbClr>
              </a:gs>
              <a:gs pos="100000">
                <a:srgbClr val="767676">
                  <a:alpha val="163"/>
                </a:srgbClr>
              </a:gs>
            </a:gsLst>
            <a:lin ang="10945476" scaled="0"/>
          </a:gradFill>
          <a:ln w="0">
            <a:noFill/>
            <a:prstDash val="solid"/>
          </a:ln>
        </p:spPr>
      </p:sp>
      <p:sp>
        <p:nvSpPr>
          <p:cNvPr id="281" name="PANEL_01-intermittent-gas-wisp-7-feather-2_63">
            <a:extLst>
              <a:ext uri="{FF2B5EF4-FFF2-40B4-BE49-F238E27FC236}">
                <a16:creationId xmlns:a16="http://schemas.microsoft.com/office/drawing/2014/main" id="{7838267E-0167-4E1C-98F6-B347609BA671}"/>
              </a:ext>
            </a:extLst>
          </p:cNvPr>
          <p:cNvSpPr>
            <a:spLocks/>
          </p:cNvSpPr>
          <p:nvPr/>
        </p:nvSpPr>
        <p:spPr>
          <a:xfrm>
            <a:off x="6765602" y="2113466"/>
            <a:ext cx="938859" cy="238490"/>
          </a:xfrm>
          <a:custGeom>
            <a:pathLst>
              <a:path w="985678" h="250383">
                <a:moveTo>
                  <a:pt x="976665" y="135667"/>
                </a:moveTo>
                <a:cubicBezTo>
                  <a:pt x="968164" y="126698"/>
                  <a:pt x="942876" y="94286"/>
                  <a:pt x="925658" y="81856"/>
                </a:cubicBezTo>
                <a:cubicBezTo>
                  <a:pt x="908440" y="69425"/>
                  <a:pt x="890989" y="64086"/>
                  <a:pt x="873355" y="61084"/>
                </a:cubicBezTo>
                <a:cubicBezTo>
                  <a:pt x="855722" y="58081"/>
                  <a:pt x="837679" y="63517"/>
                  <a:pt x="819857" y="63840"/>
                </a:cubicBezTo>
                <a:cubicBezTo>
                  <a:pt x="802036" y="64163"/>
                  <a:pt x="784223" y="63982"/>
                  <a:pt x="766426" y="63021"/>
                </a:cubicBezTo>
                <a:cubicBezTo>
                  <a:pt x="748630" y="62060"/>
                  <a:pt x="730941" y="58128"/>
                  <a:pt x="713076" y="58076"/>
                </a:cubicBezTo>
                <a:cubicBezTo>
                  <a:pt x="695211" y="58025"/>
                  <a:pt x="677133" y="62752"/>
                  <a:pt x="659238" y="62712"/>
                </a:cubicBezTo>
                <a:cubicBezTo>
                  <a:pt x="641344" y="62672"/>
                  <a:pt x="623391" y="63879"/>
                  <a:pt x="605710" y="57837"/>
                </a:cubicBezTo>
                <a:cubicBezTo>
                  <a:pt x="588029" y="51794"/>
                  <a:pt x="570737" y="35756"/>
                  <a:pt x="553154" y="26456"/>
                </a:cubicBezTo>
                <a:cubicBezTo>
                  <a:pt x="535571" y="17157"/>
                  <a:pt x="518118" y="4078"/>
                  <a:pt x="500214" y="2039"/>
                </a:cubicBezTo>
                <a:cubicBezTo>
                  <a:pt x="482310" y="0"/>
                  <a:pt x="463949" y="9059"/>
                  <a:pt x="445730" y="14223"/>
                </a:cubicBezTo>
                <a:cubicBezTo>
                  <a:pt x="427510" y="19387"/>
                  <a:pt x="409019" y="31018"/>
                  <a:pt x="390896" y="33023"/>
                </a:cubicBezTo>
                <a:cubicBezTo>
                  <a:pt x="372773" y="35028"/>
                  <a:pt x="354935" y="29457"/>
                  <a:pt x="336991" y="26252"/>
                </a:cubicBezTo>
                <a:cubicBezTo>
                  <a:pt x="319047" y="23047"/>
                  <a:pt x="301275" y="15287"/>
                  <a:pt x="283231" y="13793"/>
                </a:cubicBezTo>
                <a:cubicBezTo>
                  <a:pt x="265187" y="12299"/>
                  <a:pt x="246928" y="15792"/>
                  <a:pt x="228729" y="17286"/>
                </a:cubicBezTo>
                <a:cubicBezTo>
                  <a:pt x="210529" y="18781"/>
                  <a:pt x="192254" y="21191"/>
                  <a:pt x="174033" y="22758"/>
                </a:cubicBezTo>
                <a:cubicBezTo>
                  <a:pt x="155812" y="24326"/>
                  <a:pt x="137632" y="22169"/>
                  <a:pt x="119402" y="26692"/>
                </a:cubicBezTo>
                <a:cubicBezTo>
                  <a:pt x="101172" y="31216"/>
                  <a:pt x="83015" y="38564"/>
                  <a:pt x="64654" y="49901"/>
                </a:cubicBezTo>
                <a:cubicBezTo>
                  <a:pt x="46293" y="61238"/>
                  <a:pt x="18473" y="87245"/>
                  <a:pt x="9236" y="94714"/>
                </a:cubicBezTo>
                <a:cubicBezTo>
                  <a:pt x="0" y="102182"/>
                  <a:pt x="513" y="90241"/>
                  <a:pt x="9236" y="94714"/>
                </a:cubicBezTo>
                <a:cubicBezTo>
                  <a:pt x="17959" y="99187"/>
                  <a:pt x="44005" y="114773"/>
                  <a:pt x="61575" y="121552"/>
                </a:cubicBezTo>
                <a:cubicBezTo>
                  <a:pt x="79145" y="128330"/>
                  <a:pt x="96712" y="133143"/>
                  <a:pt x="114658" y="135384"/>
                </a:cubicBezTo>
                <a:cubicBezTo>
                  <a:pt x="132603" y="137626"/>
                  <a:pt x="150993" y="136491"/>
                  <a:pt x="169248" y="135001"/>
                </a:cubicBezTo>
                <a:cubicBezTo>
                  <a:pt x="187503" y="133511"/>
                  <a:pt x="205974" y="127476"/>
                  <a:pt x="224189" y="126444"/>
                </a:cubicBezTo>
                <a:cubicBezTo>
                  <a:pt x="242405" y="125412"/>
                  <a:pt x="260594" y="124270"/>
                  <a:pt x="278541" y="128806"/>
                </a:cubicBezTo>
                <a:cubicBezTo>
                  <a:pt x="296487" y="133341"/>
                  <a:pt x="314190" y="143333"/>
                  <a:pt x="331868" y="153658"/>
                </a:cubicBezTo>
                <a:cubicBezTo>
                  <a:pt x="349547" y="163984"/>
                  <a:pt x="367000" y="179560"/>
                  <a:pt x="384610" y="190761"/>
                </a:cubicBezTo>
                <a:cubicBezTo>
                  <a:pt x="402219" y="201961"/>
                  <a:pt x="419816" y="213108"/>
                  <a:pt x="437523" y="220860"/>
                </a:cubicBezTo>
                <a:cubicBezTo>
                  <a:pt x="455231" y="228611"/>
                  <a:pt x="473050" y="233059"/>
                  <a:pt x="490855" y="237270"/>
                </a:cubicBezTo>
                <a:cubicBezTo>
                  <a:pt x="508659" y="241480"/>
                  <a:pt x="526498" y="244248"/>
                  <a:pt x="544351" y="246125"/>
                </a:cubicBezTo>
                <a:cubicBezTo>
                  <a:pt x="562204" y="248002"/>
                  <a:pt x="580010" y="250383"/>
                  <a:pt x="597974" y="248530"/>
                </a:cubicBezTo>
                <a:cubicBezTo>
                  <a:pt x="615937" y="246676"/>
                  <a:pt x="633958" y="242740"/>
                  <a:pt x="652130" y="235003"/>
                </a:cubicBezTo>
                <a:cubicBezTo>
                  <a:pt x="670302" y="227266"/>
                  <a:pt x="688691" y="213772"/>
                  <a:pt x="707006" y="202109"/>
                </a:cubicBezTo>
                <a:cubicBezTo>
                  <a:pt x="725320" y="190445"/>
                  <a:pt x="743805" y="174671"/>
                  <a:pt x="762017" y="165023"/>
                </a:cubicBezTo>
                <a:cubicBezTo>
                  <a:pt x="780229" y="155375"/>
                  <a:pt x="798350" y="147893"/>
                  <a:pt x="816277" y="144221"/>
                </a:cubicBezTo>
                <a:cubicBezTo>
                  <a:pt x="834205" y="140548"/>
                  <a:pt x="851864" y="142666"/>
                  <a:pt x="869581" y="142990"/>
                </a:cubicBezTo>
                <a:cubicBezTo>
                  <a:pt x="887299" y="143314"/>
                  <a:pt x="904736" y="147382"/>
                  <a:pt x="922583" y="146162"/>
                </a:cubicBezTo>
                <a:cubicBezTo>
                  <a:pt x="940431" y="144941"/>
                  <a:pt x="967651" y="137416"/>
                  <a:pt x="976665" y="135667"/>
                </a:cubicBezTo>
                <a:cubicBezTo>
                  <a:pt x="985678" y="133918"/>
                  <a:pt x="985166" y="144635"/>
                  <a:pt x="976665" y="13566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87"/>
                </a:srgbClr>
              </a:gs>
              <a:gs pos="18000">
                <a:srgbClr val="767676">
                  <a:alpha val="2897"/>
                </a:srgbClr>
              </a:gs>
              <a:gs pos="48000">
                <a:srgbClr val="767676">
                  <a:alpha val="4672"/>
                </a:srgbClr>
              </a:gs>
              <a:gs pos="78000">
                <a:srgbClr val="767676">
                  <a:alpha val="3504"/>
                </a:srgbClr>
              </a:gs>
              <a:gs pos="100000">
                <a:srgbClr val="767676">
                  <a:alpha val="211"/>
                </a:srgbClr>
              </a:gs>
            </a:gsLst>
            <a:lin ang="10945476" scaled="0"/>
          </a:gradFill>
          <a:ln w="0">
            <a:noFill/>
            <a:prstDash val="solid"/>
          </a:ln>
        </p:spPr>
      </p:sp>
      <p:sp>
        <p:nvSpPr>
          <p:cNvPr id="282" name="PANEL_01-intermittent-gas-core-8-feather-0_64">
            <a:extLst>
              <a:ext uri="{FF2B5EF4-FFF2-40B4-BE49-F238E27FC236}">
                <a16:creationId xmlns:a16="http://schemas.microsoft.com/office/drawing/2014/main" id="{E233EA04-93AC-45C9-8CAD-BF178D8E7776}"/>
              </a:ext>
            </a:extLst>
          </p:cNvPr>
          <p:cNvSpPr>
            <a:spLocks/>
          </p:cNvSpPr>
          <p:nvPr/>
        </p:nvSpPr>
        <p:spPr>
          <a:xfrm>
            <a:off x="5390408" y="1244589"/>
            <a:ext cx="1192114" cy="867043"/>
          </a:xfrm>
          <a:custGeom>
            <a:pathLst>
              <a:path w="1251564" h="910281">
                <a:moveTo>
                  <a:pt x="1239566" y="479475"/>
                </a:moveTo>
                <a:cubicBezTo>
                  <a:pt x="1228625" y="464263"/>
                  <a:pt x="1195898" y="417575"/>
                  <a:pt x="1173918" y="388203"/>
                </a:cubicBezTo>
                <a:cubicBezTo>
                  <a:pt x="1151939" y="358831"/>
                  <a:pt x="1129801" y="332400"/>
                  <a:pt x="1107690" y="303243"/>
                </a:cubicBezTo>
                <a:cubicBezTo>
                  <a:pt x="1085579" y="274087"/>
                  <a:pt x="1063311" y="249447"/>
                  <a:pt x="1041253" y="213264"/>
                </a:cubicBezTo>
                <a:cubicBezTo>
                  <a:pt x="1019196" y="177080"/>
                  <a:pt x="997533" y="120945"/>
                  <a:pt x="975346" y="86142"/>
                </a:cubicBezTo>
                <a:cubicBezTo>
                  <a:pt x="953159" y="51338"/>
                  <a:pt x="931008" y="8885"/>
                  <a:pt x="908131" y="4443"/>
                </a:cubicBezTo>
                <a:cubicBezTo>
                  <a:pt x="885255" y="0"/>
                  <a:pt x="861496" y="35523"/>
                  <a:pt x="838087" y="59487"/>
                </a:cubicBezTo>
                <a:cubicBezTo>
                  <a:pt x="814677" y="83450"/>
                  <a:pt x="790806" y="136319"/>
                  <a:pt x="767675" y="148224"/>
                </a:cubicBezTo>
                <a:cubicBezTo>
                  <a:pt x="744545" y="160129"/>
                  <a:pt x="721989" y="143748"/>
                  <a:pt x="699305" y="130918"/>
                </a:cubicBezTo>
                <a:cubicBezTo>
                  <a:pt x="676622" y="118088"/>
                  <a:pt x="654321" y="80107"/>
                  <a:pt x="631574" y="71244"/>
                </a:cubicBezTo>
                <a:cubicBezTo>
                  <a:pt x="608828" y="62381"/>
                  <a:pt x="585749" y="74086"/>
                  <a:pt x="562826" y="77739"/>
                </a:cubicBezTo>
                <a:cubicBezTo>
                  <a:pt x="539903" y="81392"/>
                  <a:pt x="516864" y="95296"/>
                  <a:pt x="494036" y="93164"/>
                </a:cubicBezTo>
                <a:cubicBezTo>
                  <a:pt x="471208" y="91032"/>
                  <a:pt x="448697" y="64767"/>
                  <a:pt x="425860" y="64947"/>
                </a:cubicBezTo>
                <a:cubicBezTo>
                  <a:pt x="403023" y="65127"/>
                  <a:pt x="380140" y="67648"/>
                  <a:pt x="357016" y="94245"/>
                </a:cubicBezTo>
                <a:cubicBezTo>
                  <a:pt x="333892" y="120842"/>
                  <a:pt x="310346" y="185348"/>
                  <a:pt x="287118" y="224527"/>
                </a:cubicBezTo>
                <a:cubicBezTo>
                  <a:pt x="263889" y="263705"/>
                  <a:pt x="240627" y="309506"/>
                  <a:pt x="217647" y="329315"/>
                </a:cubicBezTo>
                <a:cubicBezTo>
                  <a:pt x="194667" y="349124"/>
                  <a:pt x="172038" y="338528"/>
                  <a:pt x="149237" y="343382"/>
                </a:cubicBezTo>
                <a:cubicBezTo>
                  <a:pt x="126436" y="348236"/>
                  <a:pt x="103789" y="339240"/>
                  <a:pt x="80841" y="358441"/>
                </a:cubicBezTo>
                <a:cubicBezTo>
                  <a:pt x="57893" y="377643"/>
                  <a:pt x="23098" y="441901"/>
                  <a:pt x="11549" y="458593"/>
                </a:cubicBezTo>
                <a:cubicBezTo>
                  <a:pt x="0" y="475285"/>
                  <a:pt x="302" y="446993"/>
                  <a:pt x="11549" y="458593"/>
                </a:cubicBezTo>
                <a:cubicBezTo>
                  <a:pt x="22796" y="470194"/>
                  <a:pt x="56533" y="505511"/>
                  <a:pt x="79032" y="528197"/>
                </a:cubicBezTo>
                <a:cubicBezTo>
                  <a:pt x="101530" y="550883"/>
                  <a:pt x="124030" y="573613"/>
                  <a:pt x="146538" y="594708"/>
                </a:cubicBezTo>
                <a:cubicBezTo>
                  <a:pt x="169045" y="615803"/>
                  <a:pt x="191562" y="635791"/>
                  <a:pt x="214076" y="654766"/>
                </a:cubicBezTo>
                <a:cubicBezTo>
                  <a:pt x="236591" y="673740"/>
                  <a:pt x="259158" y="687491"/>
                  <a:pt x="281624" y="708554"/>
                </a:cubicBezTo>
                <a:cubicBezTo>
                  <a:pt x="304090" y="729617"/>
                  <a:pt x="326507" y="754640"/>
                  <a:pt x="348873" y="781144"/>
                </a:cubicBezTo>
                <a:cubicBezTo>
                  <a:pt x="371239" y="807648"/>
                  <a:pt x="393429" y="846622"/>
                  <a:pt x="415820" y="867577"/>
                </a:cubicBezTo>
                <a:cubicBezTo>
                  <a:pt x="438212" y="888533"/>
                  <a:pt x="460539" y="910281"/>
                  <a:pt x="483221" y="906878"/>
                </a:cubicBezTo>
                <a:cubicBezTo>
                  <a:pt x="505904" y="903475"/>
                  <a:pt x="528841" y="877987"/>
                  <a:pt x="551916" y="847158"/>
                </a:cubicBezTo>
                <a:cubicBezTo>
                  <a:pt x="574990" y="816329"/>
                  <a:pt x="598453" y="758925"/>
                  <a:pt x="621668" y="721904"/>
                </a:cubicBezTo>
                <a:cubicBezTo>
                  <a:pt x="644883" y="684884"/>
                  <a:pt x="668228" y="643733"/>
                  <a:pt x="691204" y="625037"/>
                </a:cubicBezTo>
                <a:cubicBezTo>
                  <a:pt x="714180" y="606341"/>
                  <a:pt x="736903" y="606674"/>
                  <a:pt x="759524" y="609730"/>
                </a:cubicBezTo>
                <a:cubicBezTo>
                  <a:pt x="782145" y="612786"/>
                  <a:pt x="804454" y="633512"/>
                  <a:pt x="826930" y="643374"/>
                </a:cubicBezTo>
                <a:cubicBezTo>
                  <a:pt x="849407" y="653236"/>
                  <a:pt x="871841" y="663714"/>
                  <a:pt x="894384" y="668903"/>
                </a:cubicBezTo>
                <a:cubicBezTo>
                  <a:pt x="916926" y="674091"/>
                  <a:pt x="939584" y="673041"/>
                  <a:pt x="962185" y="674507"/>
                </a:cubicBezTo>
                <a:cubicBezTo>
                  <a:pt x="984787" y="675973"/>
                  <a:pt x="1007342" y="678720"/>
                  <a:pt x="1029994" y="677698"/>
                </a:cubicBezTo>
                <a:cubicBezTo>
                  <a:pt x="1052645" y="676677"/>
                  <a:pt x="1075161" y="679493"/>
                  <a:pt x="1098092" y="668377"/>
                </a:cubicBezTo>
                <a:cubicBezTo>
                  <a:pt x="1121023" y="657260"/>
                  <a:pt x="1144002" y="642481"/>
                  <a:pt x="1167581" y="610998"/>
                </a:cubicBezTo>
                <a:cubicBezTo>
                  <a:pt x="1191161" y="579514"/>
                  <a:pt x="1227569" y="501395"/>
                  <a:pt x="1239566" y="479475"/>
                </a:cubicBezTo>
                <a:cubicBezTo>
                  <a:pt x="1251564" y="457554"/>
                  <a:pt x="1250507" y="494687"/>
                  <a:pt x="1239566" y="479475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89"/>
                </a:srgbClr>
              </a:gs>
              <a:gs pos="18000">
                <a:srgbClr val="919191">
                  <a:alpha val="2916"/>
                </a:srgbClr>
              </a:gs>
              <a:gs pos="48000">
                <a:srgbClr val="919191">
                  <a:alpha val="4702"/>
                </a:srgbClr>
              </a:gs>
              <a:gs pos="78000">
                <a:srgbClr val="919191">
                  <a:alpha val="3528"/>
                </a:srgbClr>
              </a:gs>
              <a:gs pos="100000">
                <a:srgbClr val="919191">
                  <a:alpha val="211"/>
                </a:srgbClr>
              </a:gs>
            </a:gsLst>
            <a:lin ang="10858447" scaled="0"/>
          </a:gradFill>
          <a:ln w="0">
            <a:noFill/>
            <a:prstDash val="solid"/>
          </a:ln>
        </p:spPr>
      </p:sp>
      <p:sp>
        <p:nvSpPr>
          <p:cNvPr id="283" name="PANEL_01-intermittent-gas-core-8-feather-1_65">
            <a:extLst>
              <a:ext uri="{FF2B5EF4-FFF2-40B4-BE49-F238E27FC236}">
                <a16:creationId xmlns:a16="http://schemas.microsoft.com/office/drawing/2014/main" id="{F428BCE3-4B82-47AA-96FF-6FD90EF37AAE}"/>
              </a:ext>
            </a:extLst>
          </p:cNvPr>
          <p:cNvSpPr>
            <a:spLocks/>
          </p:cNvSpPr>
          <p:nvPr/>
        </p:nvSpPr>
        <p:spPr>
          <a:xfrm>
            <a:off x="5390445" y="1331732"/>
            <a:ext cx="1191961" cy="694821"/>
          </a:xfrm>
          <a:custGeom>
            <a:pathLst>
              <a:path w="1251403" h="729471">
                <a:moveTo>
                  <a:pt x="1239527" y="387986"/>
                </a:moveTo>
                <a:cubicBezTo>
                  <a:pt x="1228475" y="376668"/>
                  <a:pt x="1195376" y="342546"/>
                  <a:pt x="1173215" y="320073"/>
                </a:cubicBezTo>
                <a:cubicBezTo>
                  <a:pt x="1151054" y="297600"/>
                  <a:pt x="1128795" y="276603"/>
                  <a:pt x="1106563" y="253151"/>
                </a:cubicBezTo>
                <a:cubicBezTo>
                  <a:pt x="1084330" y="229698"/>
                  <a:pt x="1061992" y="209106"/>
                  <a:pt x="1039818" y="179357"/>
                </a:cubicBezTo>
                <a:cubicBezTo>
                  <a:pt x="1017644" y="149609"/>
                  <a:pt x="995790" y="103698"/>
                  <a:pt x="973518" y="74661"/>
                </a:cubicBezTo>
                <a:cubicBezTo>
                  <a:pt x="951245" y="45624"/>
                  <a:pt x="929005" y="10269"/>
                  <a:pt x="906185" y="5134"/>
                </a:cubicBezTo>
                <a:cubicBezTo>
                  <a:pt x="883365" y="0"/>
                  <a:pt x="859852" y="26065"/>
                  <a:pt x="836598" y="43855"/>
                </a:cubicBezTo>
                <a:cubicBezTo>
                  <a:pt x="813344" y="61645"/>
                  <a:pt x="789719" y="102393"/>
                  <a:pt x="766662" y="111873"/>
                </a:cubicBezTo>
                <a:cubicBezTo>
                  <a:pt x="743606" y="121353"/>
                  <a:pt x="720985" y="109452"/>
                  <a:pt x="698261" y="100735"/>
                </a:cubicBezTo>
                <a:cubicBezTo>
                  <a:pt x="675537" y="92019"/>
                  <a:pt x="653101" y="64430"/>
                  <a:pt x="630320" y="59574"/>
                </a:cubicBezTo>
                <a:cubicBezTo>
                  <a:pt x="607539" y="54719"/>
                  <a:pt x="584493" y="66488"/>
                  <a:pt x="561577" y="71603"/>
                </a:cubicBezTo>
                <a:cubicBezTo>
                  <a:pt x="538660" y="76717"/>
                  <a:pt x="515653" y="90066"/>
                  <a:pt x="492820" y="90261"/>
                </a:cubicBezTo>
                <a:cubicBezTo>
                  <a:pt x="469986" y="90456"/>
                  <a:pt x="447405" y="71655"/>
                  <a:pt x="424579" y="72773"/>
                </a:cubicBezTo>
                <a:cubicBezTo>
                  <a:pt x="401752" y="73890"/>
                  <a:pt x="378897" y="76311"/>
                  <a:pt x="355860" y="96965"/>
                </a:cubicBezTo>
                <a:cubicBezTo>
                  <a:pt x="332823" y="117619"/>
                  <a:pt x="309465" y="167141"/>
                  <a:pt x="286356" y="196695"/>
                </a:cubicBezTo>
                <a:cubicBezTo>
                  <a:pt x="263247" y="226250"/>
                  <a:pt x="240119" y="260313"/>
                  <a:pt x="217208" y="274291"/>
                </a:cubicBezTo>
                <a:cubicBezTo>
                  <a:pt x="194297" y="288270"/>
                  <a:pt x="171663" y="278122"/>
                  <a:pt x="148890" y="280564"/>
                </a:cubicBezTo>
                <a:cubicBezTo>
                  <a:pt x="126116" y="283005"/>
                  <a:pt x="103464" y="274515"/>
                  <a:pt x="80568" y="288939"/>
                </a:cubicBezTo>
                <a:cubicBezTo>
                  <a:pt x="57671" y="303362"/>
                  <a:pt x="23019" y="354077"/>
                  <a:pt x="11510" y="367105"/>
                </a:cubicBezTo>
                <a:cubicBezTo>
                  <a:pt x="0" y="380132"/>
                  <a:pt x="235" y="358064"/>
                  <a:pt x="11510" y="367105"/>
                </a:cubicBezTo>
                <a:cubicBezTo>
                  <a:pt x="22784" y="376145"/>
                  <a:pt x="56610" y="403099"/>
                  <a:pt x="79156" y="421348"/>
                </a:cubicBezTo>
                <a:cubicBezTo>
                  <a:pt x="101702" y="439597"/>
                  <a:pt x="124240" y="458799"/>
                  <a:pt x="146785" y="476598"/>
                </a:cubicBezTo>
                <a:cubicBezTo>
                  <a:pt x="169329" y="494397"/>
                  <a:pt x="191875" y="511870"/>
                  <a:pt x="214423" y="528143"/>
                </a:cubicBezTo>
                <a:cubicBezTo>
                  <a:pt x="236971" y="544416"/>
                  <a:pt x="259557" y="556802"/>
                  <a:pt x="282071" y="574236"/>
                </a:cubicBezTo>
                <a:cubicBezTo>
                  <a:pt x="304585" y="591670"/>
                  <a:pt x="327062" y="611981"/>
                  <a:pt x="349508" y="632746"/>
                </a:cubicBezTo>
                <a:cubicBezTo>
                  <a:pt x="371954" y="653511"/>
                  <a:pt x="394269" y="683456"/>
                  <a:pt x="416748" y="698825"/>
                </a:cubicBezTo>
                <a:cubicBezTo>
                  <a:pt x="439227" y="714193"/>
                  <a:pt x="461664" y="729471"/>
                  <a:pt x="484384" y="724958"/>
                </a:cubicBezTo>
                <a:cubicBezTo>
                  <a:pt x="507104" y="720446"/>
                  <a:pt x="530032" y="698061"/>
                  <a:pt x="553067" y="671750"/>
                </a:cubicBezTo>
                <a:cubicBezTo>
                  <a:pt x="576101" y="645438"/>
                  <a:pt x="599447" y="598023"/>
                  <a:pt x="622593" y="567089"/>
                </a:cubicBezTo>
                <a:cubicBezTo>
                  <a:pt x="645739" y="536156"/>
                  <a:pt x="668991" y="502021"/>
                  <a:pt x="691942" y="486148"/>
                </a:cubicBezTo>
                <a:cubicBezTo>
                  <a:pt x="714894" y="470274"/>
                  <a:pt x="737645" y="469658"/>
                  <a:pt x="760304" y="471848"/>
                </a:cubicBezTo>
                <a:cubicBezTo>
                  <a:pt x="782963" y="474038"/>
                  <a:pt x="805370" y="490693"/>
                  <a:pt x="827896" y="499287"/>
                </a:cubicBezTo>
                <a:cubicBezTo>
                  <a:pt x="850422" y="507882"/>
                  <a:pt x="872903" y="517697"/>
                  <a:pt x="895462" y="523413"/>
                </a:cubicBezTo>
                <a:cubicBezTo>
                  <a:pt x="918021" y="529129"/>
                  <a:pt x="940656" y="530551"/>
                  <a:pt x="963252" y="533585"/>
                </a:cubicBezTo>
                <a:cubicBezTo>
                  <a:pt x="985848" y="536619"/>
                  <a:pt x="1008398" y="540888"/>
                  <a:pt x="1031036" y="541616"/>
                </a:cubicBezTo>
                <a:cubicBezTo>
                  <a:pt x="1053673" y="542345"/>
                  <a:pt x="1076203" y="545915"/>
                  <a:pt x="1099076" y="537955"/>
                </a:cubicBezTo>
                <a:cubicBezTo>
                  <a:pt x="1121949" y="529994"/>
                  <a:pt x="1144864" y="518848"/>
                  <a:pt x="1168272" y="493853"/>
                </a:cubicBezTo>
                <a:cubicBezTo>
                  <a:pt x="1191681" y="468858"/>
                  <a:pt x="1227651" y="405631"/>
                  <a:pt x="1239527" y="387986"/>
                </a:cubicBezTo>
                <a:cubicBezTo>
                  <a:pt x="1251403" y="370342"/>
                  <a:pt x="1250579" y="399305"/>
                  <a:pt x="1239527" y="387986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52"/>
                </a:srgbClr>
              </a:gs>
              <a:gs pos="18000">
                <a:srgbClr val="767676">
                  <a:alpha val="3888"/>
                </a:srgbClr>
              </a:gs>
              <a:gs pos="48000">
                <a:srgbClr val="767676">
                  <a:alpha val="6270"/>
                </a:srgbClr>
              </a:gs>
              <a:gs pos="78000">
                <a:srgbClr val="767676">
                  <a:alpha val="4702"/>
                </a:srgbClr>
              </a:gs>
              <a:gs pos="100000">
                <a:srgbClr val="767676">
                  <a:alpha val="282"/>
                </a:srgbClr>
              </a:gs>
            </a:gsLst>
            <a:lin ang="10858447" scaled="0"/>
          </a:gradFill>
          <a:ln w="0">
            <a:noFill/>
            <a:prstDash val="solid"/>
          </a:ln>
        </p:spPr>
      </p:sp>
      <p:sp>
        <p:nvSpPr>
          <p:cNvPr id="284" name="PANEL_01-intermittent-gas-core-8-feather-2_66">
            <a:extLst>
              <a:ext uri="{FF2B5EF4-FFF2-40B4-BE49-F238E27FC236}">
                <a16:creationId xmlns:a16="http://schemas.microsoft.com/office/drawing/2014/main" id="{13B095B4-E708-4605-A814-15B0BCFB959A}"/>
              </a:ext>
            </a:extLst>
          </p:cNvPr>
          <p:cNvSpPr>
            <a:spLocks/>
          </p:cNvSpPr>
          <p:nvPr/>
        </p:nvSpPr>
        <p:spPr>
          <a:xfrm>
            <a:off x="5390485" y="1426797"/>
            <a:ext cx="1191794" cy="506942"/>
          </a:xfrm>
          <a:custGeom>
            <a:pathLst>
              <a:path w="1251228" h="532223">
                <a:moveTo>
                  <a:pt x="1239484" y="288181"/>
                </a:moveTo>
                <a:cubicBezTo>
                  <a:pt x="1228312" y="281109"/>
                  <a:pt x="1194806" y="260695"/>
                  <a:pt x="1172448" y="245749"/>
                </a:cubicBezTo>
                <a:cubicBezTo>
                  <a:pt x="1150089" y="230803"/>
                  <a:pt x="1127699" y="215735"/>
                  <a:pt x="1105333" y="198504"/>
                </a:cubicBezTo>
                <a:cubicBezTo>
                  <a:pt x="1082967" y="181274"/>
                  <a:pt x="1060554" y="165097"/>
                  <a:pt x="1038253" y="142369"/>
                </a:cubicBezTo>
                <a:cubicBezTo>
                  <a:pt x="1015951" y="119641"/>
                  <a:pt x="993888" y="84882"/>
                  <a:pt x="971523" y="62136"/>
                </a:cubicBezTo>
                <a:cubicBezTo>
                  <a:pt x="949158" y="39389"/>
                  <a:pt x="926820" y="11778"/>
                  <a:pt x="904062" y="5889"/>
                </a:cubicBezTo>
                <a:cubicBezTo>
                  <a:pt x="881304" y="0"/>
                  <a:pt x="858059" y="15748"/>
                  <a:pt x="834974" y="26802"/>
                </a:cubicBezTo>
                <a:cubicBezTo>
                  <a:pt x="811890" y="37857"/>
                  <a:pt x="788533" y="65384"/>
                  <a:pt x="765557" y="72218"/>
                </a:cubicBezTo>
                <a:cubicBezTo>
                  <a:pt x="742582" y="79052"/>
                  <a:pt x="719890" y="72037"/>
                  <a:pt x="697122" y="67808"/>
                </a:cubicBezTo>
                <a:cubicBezTo>
                  <a:pt x="674354" y="63579"/>
                  <a:pt x="651770" y="47327"/>
                  <a:pt x="628952" y="46844"/>
                </a:cubicBezTo>
                <a:cubicBezTo>
                  <a:pt x="606134" y="46361"/>
                  <a:pt x="583124" y="58200"/>
                  <a:pt x="560214" y="64908"/>
                </a:cubicBezTo>
                <a:cubicBezTo>
                  <a:pt x="537304" y="71617"/>
                  <a:pt x="514331" y="84361"/>
                  <a:pt x="491492" y="87095"/>
                </a:cubicBezTo>
                <a:cubicBezTo>
                  <a:pt x="468654" y="89828"/>
                  <a:pt x="445996" y="79170"/>
                  <a:pt x="423181" y="81310"/>
                </a:cubicBezTo>
                <a:cubicBezTo>
                  <a:pt x="400365" y="83449"/>
                  <a:pt x="377542" y="85762"/>
                  <a:pt x="354599" y="99932"/>
                </a:cubicBezTo>
                <a:cubicBezTo>
                  <a:pt x="331657" y="114103"/>
                  <a:pt x="308504" y="147278"/>
                  <a:pt x="285525" y="166334"/>
                </a:cubicBezTo>
                <a:cubicBezTo>
                  <a:pt x="262547" y="185389"/>
                  <a:pt x="239564" y="206649"/>
                  <a:pt x="216729" y="214266"/>
                </a:cubicBezTo>
                <a:cubicBezTo>
                  <a:pt x="193893" y="221882"/>
                  <a:pt x="171254" y="212225"/>
                  <a:pt x="148511" y="212034"/>
                </a:cubicBezTo>
                <a:cubicBezTo>
                  <a:pt x="125768" y="211843"/>
                  <a:pt x="103110" y="203907"/>
                  <a:pt x="80270" y="213118"/>
                </a:cubicBezTo>
                <a:cubicBezTo>
                  <a:pt x="57429" y="222328"/>
                  <a:pt x="22934" y="258269"/>
                  <a:pt x="11467" y="267299"/>
                </a:cubicBezTo>
                <a:cubicBezTo>
                  <a:pt x="0" y="276329"/>
                  <a:pt x="163" y="261051"/>
                  <a:pt x="11467" y="267299"/>
                </a:cubicBezTo>
                <a:cubicBezTo>
                  <a:pt x="22771" y="273547"/>
                  <a:pt x="56694" y="291377"/>
                  <a:pt x="79292" y="304786"/>
                </a:cubicBezTo>
                <a:cubicBezTo>
                  <a:pt x="101890" y="318194"/>
                  <a:pt x="124469" y="333546"/>
                  <a:pt x="147054" y="347750"/>
                </a:cubicBezTo>
                <a:cubicBezTo>
                  <a:pt x="169639" y="361954"/>
                  <a:pt x="192216" y="376682"/>
                  <a:pt x="214801" y="390009"/>
                </a:cubicBezTo>
                <a:cubicBezTo>
                  <a:pt x="237385" y="403335"/>
                  <a:pt x="259992" y="414233"/>
                  <a:pt x="282559" y="427708"/>
                </a:cubicBezTo>
                <a:cubicBezTo>
                  <a:pt x="305126" y="441183"/>
                  <a:pt x="327668" y="456354"/>
                  <a:pt x="350202" y="470858"/>
                </a:cubicBezTo>
                <a:cubicBezTo>
                  <a:pt x="372735" y="485361"/>
                  <a:pt x="395184" y="505457"/>
                  <a:pt x="417760" y="514730"/>
                </a:cubicBezTo>
                <a:cubicBezTo>
                  <a:pt x="440335" y="524004"/>
                  <a:pt x="462892" y="532223"/>
                  <a:pt x="485653" y="526500"/>
                </a:cubicBezTo>
                <a:cubicBezTo>
                  <a:pt x="508413" y="520778"/>
                  <a:pt x="531330" y="501778"/>
                  <a:pt x="554322" y="480395"/>
                </a:cubicBezTo>
                <a:cubicBezTo>
                  <a:pt x="577314" y="459012"/>
                  <a:pt x="600532" y="422494"/>
                  <a:pt x="623602" y="398201"/>
                </a:cubicBezTo>
                <a:cubicBezTo>
                  <a:pt x="646673" y="373907"/>
                  <a:pt x="669822" y="347427"/>
                  <a:pt x="692748" y="334632"/>
                </a:cubicBezTo>
                <a:cubicBezTo>
                  <a:pt x="715673" y="321838"/>
                  <a:pt x="738455" y="320186"/>
                  <a:pt x="761155" y="321431"/>
                </a:cubicBezTo>
                <a:cubicBezTo>
                  <a:pt x="783856" y="322676"/>
                  <a:pt x="806369" y="334891"/>
                  <a:pt x="828950" y="342102"/>
                </a:cubicBezTo>
                <a:cubicBezTo>
                  <a:pt x="851530" y="349313"/>
                  <a:pt x="874061" y="358405"/>
                  <a:pt x="896638" y="364697"/>
                </a:cubicBezTo>
                <a:cubicBezTo>
                  <a:pt x="919216" y="370989"/>
                  <a:pt x="941827" y="375108"/>
                  <a:pt x="964416" y="379853"/>
                </a:cubicBezTo>
                <a:cubicBezTo>
                  <a:pt x="987005" y="384597"/>
                  <a:pt x="1009550" y="390526"/>
                  <a:pt x="1032172" y="393163"/>
                </a:cubicBezTo>
                <a:cubicBezTo>
                  <a:pt x="1054795" y="395801"/>
                  <a:pt x="1077341" y="400194"/>
                  <a:pt x="1100150" y="395676"/>
                </a:cubicBezTo>
                <a:cubicBezTo>
                  <a:pt x="1122959" y="391159"/>
                  <a:pt x="1145803" y="383975"/>
                  <a:pt x="1169026" y="366059"/>
                </a:cubicBezTo>
                <a:cubicBezTo>
                  <a:pt x="1192248" y="348143"/>
                  <a:pt x="1227741" y="301160"/>
                  <a:pt x="1239484" y="288181"/>
                </a:cubicBezTo>
                <a:cubicBezTo>
                  <a:pt x="1251228" y="275201"/>
                  <a:pt x="1250657" y="295253"/>
                  <a:pt x="1239484" y="288181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21"/>
                </a:srgbClr>
              </a:gs>
              <a:gs pos="18000">
                <a:srgbClr val="767676">
                  <a:alpha val="4990"/>
                </a:srgbClr>
              </a:gs>
              <a:gs pos="48000">
                <a:srgbClr val="767676">
                  <a:alpha val="8046"/>
                </a:srgbClr>
              </a:gs>
              <a:gs pos="78000">
                <a:srgbClr val="767676">
                  <a:alpha val="6035"/>
                </a:srgbClr>
              </a:gs>
              <a:gs pos="100000">
                <a:srgbClr val="767676">
                  <a:alpha val="362"/>
                </a:srgbClr>
              </a:gs>
            </a:gsLst>
            <a:lin ang="10858447" scaled="0"/>
          </a:gradFill>
          <a:ln w="0">
            <a:noFill/>
            <a:prstDash val="solid"/>
          </a:ln>
        </p:spPr>
      </p:sp>
      <p:sp>
        <p:nvSpPr>
          <p:cNvPr id="285" name="PANEL_01-intermittent-gas-core-8-feather-3_67">
            <a:extLst>
              <a:ext uri="{FF2B5EF4-FFF2-40B4-BE49-F238E27FC236}">
                <a16:creationId xmlns:a16="http://schemas.microsoft.com/office/drawing/2014/main" id="{BBB2B0C1-0AB0-49FA-9506-229050501278}"/>
              </a:ext>
            </a:extLst>
          </p:cNvPr>
          <p:cNvSpPr>
            <a:spLocks/>
          </p:cNvSpPr>
          <p:nvPr/>
        </p:nvSpPr>
        <p:spPr>
          <a:xfrm>
            <a:off x="5390526" y="1521862"/>
            <a:ext cx="1191627" cy="319064"/>
          </a:xfrm>
          <a:custGeom>
            <a:pathLst>
              <a:path w="1251052" h="334975">
                <a:moveTo>
                  <a:pt x="1239442" y="188375"/>
                </a:moveTo>
                <a:cubicBezTo>
                  <a:pt x="1228148" y="185550"/>
                  <a:pt x="1194237" y="178845"/>
                  <a:pt x="1171680" y="171426"/>
                </a:cubicBezTo>
                <a:cubicBezTo>
                  <a:pt x="1149124" y="164006"/>
                  <a:pt x="1126602" y="154866"/>
                  <a:pt x="1104103" y="143858"/>
                </a:cubicBezTo>
                <a:cubicBezTo>
                  <a:pt x="1081604" y="132850"/>
                  <a:pt x="1059116" y="121088"/>
                  <a:pt x="1036687" y="105380"/>
                </a:cubicBezTo>
                <a:cubicBezTo>
                  <a:pt x="1014258" y="89672"/>
                  <a:pt x="991986" y="66067"/>
                  <a:pt x="969528" y="49611"/>
                </a:cubicBezTo>
                <a:cubicBezTo>
                  <a:pt x="947070" y="33155"/>
                  <a:pt x="924635" y="13287"/>
                  <a:pt x="901939" y="6644"/>
                </a:cubicBezTo>
                <a:cubicBezTo>
                  <a:pt x="879243" y="0"/>
                  <a:pt x="856265" y="5430"/>
                  <a:pt x="833351" y="9750"/>
                </a:cubicBezTo>
                <a:cubicBezTo>
                  <a:pt x="810436" y="14070"/>
                  <a:pt x="787347" y="28374"/>
                  <a:pt x="764452" y="32563"/>
                </a:cubicBezTo>
                <a:cubicBezTo>
                  <a:pt x="741558" y="36752"/>
                  <a:pt x="718794" y="34623"/>
                  <a:pt x="695983" y="34881"/>
                </a:cubicBezTo>
                <a:cubicBezTo>
                  <a:pt x="673171" y="35140"/>
                  <a:pt x="650439" y="30225"/>
                  <a:pt x="627583" y="34114"/>
                </a:cubicBezTo>
                <a:cubicBezTo>
                  <a:pt x="604728" y="38002"/>
                  <a:pt x="581754" y="49912"/>
                  <a:pt x="558851" y="58214"/>
                </a:cubicBezTo>
                <a:cubicBezTo>
                  <a:pt x="535948" y="66517"/>
                  <a:pt x="513010" y="78656"/>
                  <a:pt x="490165" y="83928"/>
                </a:cubicBezTo>
                <a:cubicBezTo>
                  <a:pt x="467321" y="89200"/>
                  <a:pt x="444588" y="86685"/>
                  <a:pt x="421783" y="89847"/>
                </a:cubicBezTo>
                <a:cubicBezTo>
                  <a:pt x="398978" y="93009"/>
                  <a:pt x="376186" y="95212"/>
                  <a:pt x="353338" y="102900"/>
                </a:cubicBezTo>
                <a:cubicBezTo>
                  <a:pt x="330490" y="110587"/>
                  <a:pt x="307543" y="127415"/>
                  <a:pt x="284695" y="135972"/>
                </a:cubicBezTo>
                <a:cubicBezTo>
                  <a:pt x="261847" y="144528"/>
                  <a:pt x="239010" y="152984"/>
                  <a:pt x="216250" y="154240"/>
                </a:cubicBezTo>
                <a:cubicBezTo>
                  <a:pt x="193489" y="155495"/>
                  <a:pt x="170846" y="146329"/>
                  <a:pt x="148133" y="143505"/>
                </a:cubicBezTo>
                <a:cubicBezTo>
                  <a:pt x="125420" y="140681"/>
                  <a:pt x="102756" y="133298"/>
                  <a:pt x="79971" y="137296"/>
                </a:cubicBezTo>
                <a:cubicBezTo>
                  <a:pt x="57186" y="141295"/>
                  <a:pt x="22849" y="162461"/>
                  <a:pt x="11424" y="167494"/>
                </a:cubicBezTo>
                <a:cubicBezTo>
                  <a:pt x="0" y="172526"/>
                  <a:pt x="90" y="164039"/>
                  <a:pt x="11424" y="167494"/>
                </a:cubicBezTo>
                <a:cubicBezTo>
                  <a:pt x="22758" y="170948"/>
                  <a:pt x="56779" y="179655"/>
                  <a:pt x="79428" y="188223"/>
                </a:cubicBezTo>
                <a:cubicBezTo>
                  <a:pt x="102078" y="196791"/>
                  <a:pt x="124698" y="208294"/>
                  <a:pt x="147323" y="218903"/>
                </a:cubicBezTo>
                <a:cubicBezTo>
                  <a:pt x="169948" y="229511"/>
                  <a:pt x="192558" y="241495"/>
                  <a:pt x="215179" y="251875"/>
                </a:cubicBezTo>
                <a:cubicBezTo>
                  <a:pt x="237799" y="262254"/>
                  <a:pt x="260427" y="271664"/>
                  <a:pt x="283047" y="281180"/>
                </a:cubicBezTo>
                <a:cubicBezTo>
                  <a:pt x="305666" y="290696"/>
                  <a:pt x="328274" y="300727"/>
                  <a:pt x="350895" y="308969"/>
                </a:cubicBezTo>
                <a:cubicBezTo>
                  <a:pt x="373516" y="317212"/>
                  <a:pt x="396100" y="327457"/>
                  <a:pt x="418771" y="330636"/>
                </a:cubicBezTo>
                <a:cubicBezTo>
                  <a:pt x="441442" y="333815"/>
                  <a:pt x="464120" y="334975"/>
                  <a:pt x="486921" y="328042"/>
                </a:cubicBezTo>
                <a:cubicBezTo>
                  <a:pt x="509722" y="321109"/>
                  <a:pt x="532629" y="305495"/>
                  <a:pt x="555578" y="289040"/>
                </a:cubicBezTo>
                <a:cubicBezTo>
                  <a:pt x="578526" y="272585"/>
                  <a:pt x="601616" y="246966"/>
                  <a:pt x="624612" y="229312"/>
                </a:cubicBezTo>
                <a:cubicBezTo>
                  <a:pt x="647607" y="211658"/>
                  <a:pt x="670653" y="192833"/>
                  <a:pt x="693553" y="183117"/>
                </a:cubicBezTo>
                <a:cubicBezTo>
                  <a:pt x="716452" y="173401"/>
                  <a:pt x="739265" y="170715"/>
                  <a:pt x="762007" y="171015"/>
                </a:cubicBezTo>
                <a:cubicBezTo>
                  <a:pt x="784749" y="171314"/>
                  <a:pt x="807369" y="179088"/>
                  <a:pt x="830004" y="184916"/>
                </a:cubicBezTo>
                <a:cubicBezTo>
                  <a:pt x="852638" y="190744"/>
                  <a:pt x="875219" y="199114"/>
                  <a:pt x="897814" y="205982"/>
                </a:cubicBezTo>
                <a:cubicBezTo>
                  <a:pt x="920410" y="212849"/>
                  <a:pt x="942997" y="219665"/>
                  <a:pt x="965579" y="226120"/>
                </a:cubicBezTo>
                <a:cubicBezTo>
                  <a:pt x="988162" y="232575"/>
                  <a:pt x="1010702" y="240164"/>
                  <a:pt x="1033309" y="244711"/>
                </a:cubicBezTo>
                <a:cubicBezTo>
                  <a:pt x="1055917" y="249257"/>
                  <a:pt x="1078479" y="254472"/>
                  <a:pt x="1101224" y="253398"/>
                </a:cubicBezTo>
                <a:cubicBezTo>
                  <a:pt x="1123969" y="252324"/>
                  <a:pt x="1146743" y="249101"/>
                  <a:pt x="1169779" y="238264"/>
                </a:cubicBezTo>
                <a:cubicBezTo>
                  <a:pt x="1192815" y="227427"/>
                  <a:pt x="1227831" y="196690"/>
                  <a:pt x="1239442" y="188375"/>
                </a:cubicBezTo>
                <a:cubicBezTo>
                  <a:pt x="1251052" y="180060"/>
                  <a:pt x="1250735" y="191200"/>
                  <a:pt x="1239442" y="188375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76"/>
                </a:srgbClr>
              </a:gs>
              <a:gs pos="18000">
                <a:srgbClr val="767676">
                  <a:alpha val="5831"/>
                </a:srgbClr>
              </a:gs>
              <a:gs pos="48000">
                <a:srgbClr val="767676">
                  <a:alpha val="9406"/>
                </a:srgbClr>
              </a:gs>
              <a:gs pos="78000">
                <a:srgbClr val="767676">
                  <a:alpha val="7053"/>
                </a:srgbClr>
              </a:gs>
              <a:gs pos="100000">
                <a:srgbClr val="767676">
                  <a:alpha val="423"/>
                </a:srgbClr>
              </a:gs>
            </a:gsLst>
            <a:lin ang="10858447" scaled="0"/>
          </a:gradFill>
          <a:ln w="0">
            <a:noFill/>
            <a:prstDash val="solid"/>
          </a:ln>
        </p:spPr>
      </p:sp>
      <p:sp>
        <p:nvSpPr>
          <p:cNvPr id="286" name="PANEL_01-intermittent-gas-wisp-8-feather-0_68">
            <a:extLst>
              <a:ext uri="{FF2B5EF4-FFF2-40B4-BE49-F238E27FC236}">
                <a16:creationId xmlns:a16="http://schemas.microsoft.com/office/drawing/2014/main" id="{9C2A46A0-50FB-45DE-B3A3-4300C4556689}"/>
              </a:ext>
            </a:extLst>
          </p:cNvPr>
          <p:cNvSpPr>
            <a:spLocks/>
          </p:cNvSpPr>
          <p:nvPr/>
        </p:nvSpPr>
        <p:spPr>
          <a:xfrm>
            <a:off x="5737137" y="1122583"/>
            <a:ext cx="864717" cy="398345"/>
          </a:xfrm>
          <a:custGeom>
            <a:pathLst>
              <a:path w="907840" h="418210">
                <a:moveTo>
                  <a:pt x="899472" y="224731"/>
                </a:moveTo>
                <a:cubicBezTo>
                  <a:pt x="891548" y="213962"/>
                  <a:pt x="868131" y="172332"/>
                  <a:pt x="851929" y="160118"/>
                </a:cubicBezTo>
                <a:cubicBezTo>
                  <a:pt x="835727" y="147904"/>
                  <a:pt x="818901" y="150950"/>
                  <a:pt x="802259" y="151447"/>
                </a:cubicBezTo>
                <a:cubicBezTo>
                  <a:pt x="785617" y="151943"/>
                  <a:pt x="768648" y="164662"/>
                  <a:pt x="752075" y="163097"/>
                </a:cubicBezTo>
                <a:cubicBezTo>
                  <a:pt x="735502" y="161533"/>
                  <a:pt x="719156" y="153039"/>
                  <a:pt x="702822" y="142060"/>
                </a:cubicBezTo>
                <a:cubicBezTo>
                  <a:pt x="686489" y="131082"/>
                  <a:pt x="670409" y="108838"/>
                  <a:pt x="654072" y="97226"/>
                </a:cubicBezTo>
                <a:cubicBezTo>
                  <a:pt x="637735" y="85614"/>
                  <a:pt x="621243" y="79587"/>
                  <a:pt x="604799" y="72387"/>
                </a:cubicBezTo>
                <a:cubicBezTo>
                  <a:pt x="588356" y="65186"/>
                  <a:pt x="571820" y="63202"/>
                  <a:pt x="555412" y="54023"/>
                </a:cubicBezTo>
                <a:cubicBezTo>
                  <a:pt x="539004" y="44844"/>
                  <a:pt x="522789" y="25457"/>
                  <a:pt x="506352" y="17314"/>
                </a:cubicBezTo>
                <a:cubicBezTo>
                  <a:pt x="489916" y="9170"/>
                  <a:pt x="473467" y="0"/>
                  <a:pt x="456794" y="5161"/>
                </a:cubicBezTo>
                <a:cubicBezTo>
                  <a:pt x="440121" y="10323"/>
                  <a:pt x="423110" y="34784"/>
                  <a:pt x="406315" y="48282"/>
                </a:cubicBezTo>
                <a:cubicBezTo>
                  <a:pt x="389519" y="61781"/>
                  <a:pt x="372621" y="82720"/>
                  <a:pt x="356018" y="86153"/>
                </a:cubicBezTo>
                <a:cubicBezTo>
                  <a:pt x="339416" y="89587"/>
                  <a:pt x="323111" y="76133"/>
                  <a:pt x="306698" y="68884"/>
                </a:cubicBezTo>
                <a:cubicBezTo>
                  <a:pt x="290286" y="61635"/>
                  <a:pt x="274025" y="45015"/>
                  <a:pt x="257546" y="42662"/>
                </a:cubicBezTo>
                <a:cubicBezTo>
                  <a:pt x="241067" y="40308"/>
                  <a:pt x="224425" y="48210"/>
                  <a:pt x="207826" y="54761"/>
                </a:cubicBezTo>
                <a:cubicBezTo>
                  <a:pt x="191227" y="61312"/>
                  <a:pt x="174556" y="73296"/>
                  <a:pt x="157951" y="81966"/>
                </a:cubicBezTo>
                <a:cubicBezTo>
                  <a:pt x="141346" y="90636"/>
                  <a:pt x="124808" y="95462"/>
                  <a:pt x="108194" y="106779"/>
                </a:cubicBezTo>
                <a:cubicBezTo>
                  <a:pt x="91579" y="118097"/>
                  <a:pt x="74909" y="133126"/>
                  <a:pt x="58263" y="149869"/>
                </a:cubicBezTo>
                <a:cubicBezTo>
                  <a:pt x="41618" y="166612"/>
                  <a:pt x="16647" y="197675"/>
                  <a:pt x="8323" y="207237"/>
                </a:cubicBezTo>
                <a:cubicBezTo>
                  <a:pt x="0" y="216798"/>
                  <a:pt x="223" y="198887"/>
                  <a:pt x="8323" y="207237"/>
                </a:cubicBezTo>
                <a:cubicBezTo>
                  <a:pt x="16424" y="215586"/>
                  <a:pt x="40688" y="242672"/>
                  <a:pt x="56925" y="257331"/>
                </a:cubicBezTo>
                <a:cubicBezTo>
                  <a:pt x="73161" y="271990"/>
                  <a:pt x="89419" y="286689"/>
                  <a:pt x="105744" y="295190"/>
                </a:cubicBezTo>
                <a:cubicBezTo>
                  <a:pt x="122069" y="303692"/>
                  <a:pt x="138432" y="308393"/>
                  <a:pt x="154874" y="308340"/>
                </a:cubicBezTo>
                <a:cubicBezTo>
                  <a:pt x="171316" y="308286"/>
                  <a:pt x="187877" y="299752"/>
                  <a:pt x="204397" y="294869"/>
                </a:cubicBezTo>
                <a:cubicBezTo>
                  <a:pt x="220917" y="289986"/>
                  <a:pt x="237506" y="281166"/>
                  <a:pt x="253994" y="279039"/>
                </a:cubicBezTo>
                <a:cubicBezTo>
                  <a:pt x="270482" y="276912"/>
                  <a:pt x="286916" y="278799"/>
                  <a:pt x="303328" y="282107"/>
                </a:cubicBezTo>
                <a:cubicBezTo>
                  <a:pt x="319740" y="285415"/>
                  <a:pt x="336083" y="293571"/>
                  <a:pt x="352466" y="298887"/>
                </a:cubicBezTo>
                <a:cubicBezTo>
                  <a:pt x="368848" y="304202"/>
                  <a:pt x="385243" y="308845"/>
                  <a:pt x="401623" y="314000"/>
                </a:cubicBezTo>
                <a:cubicBezTo>
                  <a:pt x="418003" y="319156"/>
                  <a:pt x="434418" y="322100"/>
                  <a:pt x="450745" y="329819"/>
                </a:cubicBezTo>
                <a:cubicBezTo>
                  <a:pt x="467071" y="337539"/>
                  <a:pt x="483342" y="348686"/>
                  <a:pt x="499582" y="360319"/>
                </a:cubicBezTo>
                <a:cubicBezTo>
                  <a:pt x="515822" y="371952"/>
                  <a:pt x="531917" y="390246"/>
                  <a:pt x="548185" y="399619"/>
                </a:cubicBezTo>
                <a:cubicBezTo>
                  <a:pt x="564454" y="408991"/>
                  <a:pt x="580688" y="418210"/>
                  <a:pt x="597194" y="416553"/>
                </a:cubicBezTo>
                <a:cubicBezTo>
                  <a:pt x="613699" y="414896"/>
                  <a:pt x="630414" y="403223"/>
                  <a:pt x="647219" y="389675"/>
                </a:cubicBezTo>
                <a:cubicBezTo>
                  <a:pt x="664023" y="376127"/>
                  <a:pt x="681095" y="352115"/>
                  <a:pt x="698022" y="335263"/>
                </a:cubicBezTo>
                <a:cubicBezTo>
                  <a:pt x="714949" y="318411"/>
                  <a:pt x="731932" y="300345"/>
                  <a:pt x="748780" y="288563"/>
                </a:cubicBezTo>
                <a:cubicBezTo>
                  <a:pt x="765627" y="276781"/>
                  <a:pt x="782360" y="270965"/>
                  <a:pt x="799108" y="264571"/>
                </a:cubicBezTo>
                <a:cubicBezTo>
                  <a:pt x="815856" y="258176"/>
                  <a:pt x="832540" y="256835"/>
                  <a:pt x="849268" y="250195"/>
                </a:cubicBezTo>
                <a:cubicBezTo>
                  <a:pt x="865995" y="243555"/>
                  <a:pt x="891105" y="228975"/>
                  <a:pt x="899472" y="224731"/>
                </a:cubicBezTo>
                <a:cubicBezTo>
                  <a:pt x="907840" y="220487"/>
                  <a:pt x="907396" y="235500"/>
                  <a:pt x="899472" y="224731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12"/>
                </a:srgbClr>
              </a:gs>
              <a:gs pos="18000">
                <a:srgbClr val="919191">
                  <a:alpha val="1749"/>
                </a:srgbClr>
              </a:gs>
              <a:gs pos="48000">
                <a:srgbClr val="919191">
                  <a:alpha val="2822"/>
                </a:srgbClr>
              </a:gs>
              <a:gs pos="78000">
                <a:srgbClr val="919191">
                  <a:alpha val="2116"/>
                </a:srgbClr>
              </a:gs>
              <a:gs pos="100000">
                <a:srgbClr val="919191">
                  <a:alpha val="128"/>
                </a:srgbClr>
              </a:gs>
            </a:gsLst>
            <a:lin ang="10867431" scaled="0"/>
          </a:gradFill>
          <a:ln w="0">
            <a:noFill/>
            <a:prstDash val="solid"/>
          </a:ln>
        </p:spPr>
      </p:sp>
      <p:sp>
        <p:nvSpPr>
          <p:cNvPr id="287" name="PANEL_01-intermittent-gas-wisp-8-feather-1_69">
            <a:extLst>
              <a:ext uri="{FF2B5EF4-FFF2-40B4-BE49-F238E27FC236}">
                <a16:creationId xmlns:a16="http://schemas.microsoft.com/office/drawing/2014/main" id="{4064C6CF-3280-4A7E-B8C8-47532369DC27}"/>
              </a:ext>
            </a:extLst>
          </p:cNvPr>
          <p:cNvSpPr>
            <a:spLocks/>
          </p:cNvSpPr>
          <p:nvPr/>
        </p:nvSpPr>
        <p:spPr>
          <a:xfrm>
            <a:off x="5737164" y="1169008"/>
            <a:ext cx="864657" cy="315799"/>
          </a:xfrm>
          <a:custGeom>
            <a:pathLst>
              <a:path w="907777" h="331548">
                <a:moveTo>
                  <a:pt x="899444" y="175991"/>
                </a:moveTo>
                <a:cubicBezTo>
                  <a:pt x="891457" y="167352"/>
                  <a:pt x="867795" y="133859"/>
                  <a:pt x="851523" y="124160"/>
                </a:cubicBezTo>
                <a:cubicBezTo>
                  <a:pt x="835251" y="114461"/>
                  <a:pt x="818452" y="117086"/>
                  <a:pt x="801811" y="117796"/>
                </a:cubicBezTo>
                <a:cubicBezTo>
                  <a:pt x="785170" y="118506"/>
                  <a:pt x="768266" y="129050"/>
                  <a:pt x="751678" y="128419"/>
                </a:cubicBezTo>
                <a:cubicBezTo>
                  <a:pt x="735089" y="127787"/>
                  <a:pt x="718678" y="121964"/>
                  <a:pt x="702280" y="114007"/>
                </a:cubicBezTo>
                <a:cubicBezTo>
                  <a:pt x="685882" y="106050"/>
                  <a:pt x="669682" y="89368"/>
                  <a:pt x="653290" y="80677"/>
                </a:cubicBezTo>
                <a:cubicBezTo>
                  <a:pt x="636897" y="71987"/>
                  <a:pt x="620388" y="67540"/>
                  <a:pt x="603927" y="61865"/>
                </a:cubicBezTo>
                <a:cubicBezTo>
                  <a:pt x="587465" y="56189"/>
                  <a:pt x="570942" y="54326"/>
                  <a:pt x="554520" y="46624"/>
                </a:cubicBezTo>
                <a:cubicBezTo>
                  <a:pt x="538098" y="38922"/>
                  <a:pt x="521832" y="22936"/>
                  <a:pt x="505395" y="15652"/>
                </a:cubicBezTo>
                <a:cubicBezTo>
                  <a:pt x="488958" y="8369"/>
                  <a:pt x="472516" y="0"/>
                  <a:pt x="455899" y="2922"/>
                </a:cubicBezTo>
                <a:cubicBezTo>
                  <a:pt x="439282" y="5844"/>
                  <a:pt x="422407" y="23661"/>
                  <a:pt x="405692" y="33185"/>
                </a:cubicBezTo>
                <a:cubicBezTo>
                  <a:pt x="388978" y="42709"/>
                  <a:pt x="372182" y="58053"/>
                  <a:pt x="355612" y="60066"/>
                </a:cubicBezTo>
                <a:cubicBezTo>
                  <a:pt x="339042" y="62078"/>
                  <a:pt x="322700" y="51106"/>
                  <a:pt x="306273" y="45261"/>
                </a:cubicBezTo>
                <a:cubicBezTo>
                  <a:pt x="289846" y="39415"/>
                  <a:pt x="273535" y="26559"/>
                  <a:pt x="257051" y="24992"/>
                </a:cubicBezTo>
                <a:cubicBezTo>
                  <a:pt x="240567" y="23425"/>
                  <a:pt x="223951" y="30173"/>
                  <a:pt x="207372" y="35858"/>
                </a:cubicBezTo>
                <a:cubicBezTo>
                  <a:pt x="190792" y="41543"/>
                  <a:pt x="174154" y="51702"/>
                  <a:pt x="157571" y="59101"/>
                </a:cubicBezTo>
                <a:cubicBezTo>
                  <a:pt x="140989" y="66500"/>
                  <a:pt x="124461" y="70988"/>
                  <a:pt x="107877" y="80252"/>
                </a:cubicBezTo>
                <a:cubicBezTo>
                  <a:pt x="91293" y="89517"/>
                  <a:pt x="74663" y="101647"/>
                  <a:pt x="58066" y="114688"/>
                </a:cubicBezTo>
                <a:cubicBezTo>
                  <a:pt x="41469" y="127729"/>
                  <a:pt x="16590" y="151195"/>
                  <a:pt x="8295" y="158496"/>
                </a:cubicBezTo>
                <a:cubicBezTo>
                  <a:pt x="0" y="165798"/>
                  <a:pt x="174" y="151827"/>
                  <a:pt x="8295" y="158496"/>
                </a:cubicBezTo>
                <a:cubicBezTo>
                  <a:pt x="16416" y="165165"/>
                  <a:pt x="40744" y="187056"/>
                  <a:pt x="57022" y="198508"/>
                </a:cubicBezTo>
                <a:cubicBezTo>
                  <a:pt x="73301" y="209961"/>
                  <a:pt x="89608" y="221019"/>
                  <a:pt x="105966" y="227213"/>
                </a:cubicBezTo>
                <a:cubicBezTo>
                  <a:pt x="122325" y="233407"/>
                  <a:pt x="138716" y="236351"/>
                  <a:pt x="155171" y="235672"/>
                </a:cubicBezTo>
                <a:cubicBezTo>
                  <a:pt x="171627" y="234994"/>
                  <a:pt x="188179" y="227527"/>
                  <a:pt x="204697" y="223143"/>
                </a:cubicBezTo>
                <a:cubicBezTo>
                  <a:pt x="221215" y="218758"/>
                  <a:pt x="237789" y="211295"/>
                  <a:pt x="254280" y="209367"/>
                </a:cubicBezTo>
                <a:cubicBezTo>
                  <a:pt x="270772" y="207439"/>
                  <a:pt x="287217" y="208803"/>
                  <a:pt x="303644" y="211575"/>
                </a:cubicBezTo>
                <a:cubicBezTo>
                  <a:pt x="320071" y="214346"/>
                  <a:pt x="336443" y="221186"/>
                  <a:pt x="352841" y="225997"/>
                </a:cubicBezTo>
                <a:cubicBezTo>
                  <a:pt x="369239" y="230809"/>
                  <a:pt x="385643" y="235418"/>
                  <a:pt x="402033" y="240445"/>
                </a:cubicBezTo>
                <a:cubicBezTo>
                  <a:pt x="418423" y="245471"/>
                  <a:pt x="434834" y="249030"/>
                  <a:pt x="451181" y="256155"/>
                </a:cubicBezTo>
                <a:cubicBezTo>
                  <a:pt x="467528" y="263280"/>
                  <a:pt x="483831" y="273191"/>
                  <a:pt x="500114" y="283196"/>
                </a:cubicBezTo>
                <a:cubicBezTo>
                  <a:pt x="516398" y="293202"/>
                  <a:pt x="532569" y="308335"/>
                  <a:pt x="548882" y="316188"/>
                </a:cubicBezTo>
                <a:cubicBezTo>
                  <a:pt x="565196" y="324041"/>
                  <a:pt x="581484" y="331548"/>
                  <a:pt x="597994" y="330315"/>
                </a:cubicBezTo>
                <a:cubicBezTo>
                  <a:pt x="614505" y="329081"/>
                  <a:pt x="631187" y="319722"/>
                  <a:pt x="647944" y="308788"/>
                </a:cubicBezTo>
                <a:cubicBezTo>
                  <a:pt x="664701" y="297853"/>
                  <a:pt x="681675" y="278456"/>
                  <a:pt x="698536" y="264705"/>
                </a:cubicBezTo>
                <a:cubicBezTo>
                  <a:pt x="715396" y="250954"/>
                  <a:pt x="732304" y="236060"/>
                  <a:pt x="749107" y="226282"/>
                </a:cubicBezTo>
                <a:cubicBezTo>
                  <a:pt x="765910" y="216503"/>
                  <a:pt x="782629" y="211343"/>
                  <a:pt x="799352" y="206032"/>
                </a:cubicBezTo>
                <a:cubicBezTo>
                  <a:pt x="816076" y="200722"/>
                  <a:pt x="832765" y="199428"/>
                  <a:pt x="849447" y="194421"/>
                </a:cubicBezTo>
                <a:cubicBezTo>
                  <a:pt x="866129" y="189414"/>
                  <a:pt x="891111" y="179062"/>
                  <a:pt x="899444" y="175991"/>
                </a:cubicBezTo>
                <a:cubicBezTo>
                  <a:pt x="907777" y="172919"/>
                  <a:pt x="907431" y="184629"/>
                  <a:pt x="899444" y="175991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51"/>
                </a:srgbClr>
              </a:gs>
              <a:gs pos="18000">
                <a:srgbClr val="767676">
                  <a:alpha val="2332"/>
                </a:srgbClr>
              </a:gs>
              <a:gs pos="48000">
                <a:srgbClr val="767676">
                  <a:alpha val="3762"/>
                </a:srgbClr>
              </a:gs>
              <a:gs pos="78000">
                <a:srgbClr val="767676">
                  <a:alpha val="2822"/>
                </a:srgbClr>
              </a:gs>
              <a:gs pos="100000">
                <a:srgbClr val="767676">
                  <a:alpha val="170"/>
                </a:srgbClr>
              </a:gs>
            </a:gsLst>
            <a:lin ang="10867431" scaled="0"/>
          </a:gradFill>
          <a:ln w="0">
            <a:noFill/>
            <a:prstDash val="solid"/>
          </a:ln>
        </p:spPr>
      </p:sp>
      <p:sp>
        <p:nvSpPr>
          <p:cNvPr id="288" name="PANEL_01-intermittent-gas-wisp-8-feather-2_70">
            <a:extLst>
              <a:ext uri="{FF2B5EF4-FFF2-40B4-BE49-F238E27FC236}">
                <a16:creationId xmlns:a16="http://schemas.microsoft.com/office/drawing/2014/main" id="{F4A528A4-BDBF-4247-BABB-5E3152662116}"/>
              </a:ext>
            </a:extLst>
          </p:cNvPr>
          <p:cNvSpPr>
            <a:spLocks/>
          </p:cNvSpPr>
          <p:nvPr/>
        </p:nvSpPr>
        <p:spPr>
          <a:xfrm>
            <a:off x="5737193" y="1219654"/>
            <a:ext cx="864592" cy="225749"/>
          </a:xfrm>
          <a:custGeom>
            <a:pathLst>
              <a:path w="907708" h="237007">
                <a:moveTo>
                  <a:pt x="899413" y="122819"/>
                </a:moveTo>
                <a:cubicBezTo>
                  <a:pt x="891358" y="116505"/>
                  <a:pt x="867429" y="91889"/>
                  <a:pt x="851080" y="84934"/>
                </a:cubicBezTo>
                <a:cubicBezTo>
                  <a:pt x="834732" y="77978"/>
                  <a:pt x="817961" y="80144"/>
                  <a:pt x="801321" y="81086"/>
                </a:cubicBezTo>
                <a:cubicBezTo>
                  <a:pt x="784682" y="82028"/>
                  <a:pt x="767849" y="90201"/>
                  <a:pt x="751244" y="90587"/>
                </a:cubicBezTo>
                <a:cubicBezTo>
                  <a:pt x="734638" y="90974"/>
                  <a:pt x="718157" y="88064"/>
                  <a:pt x="701689" y="83403"/>
                </a:cubicBezTo>
                <a:cubicBezTo>
                  <a:pt x="685221" y="78743"/>
                  <a:pt x="668888" y="68127"/>
                  <a:pt x="652436" y="62624"/>
                </a:cubicBezTo>
                <a:cubicBezTo>
                  <a:pt x="635984" y="57121"/>
                  <a:pt x="619456" y="54398"/>
                  <a:pt x="602975" y="50386"/>
                </a:cubicBezTo>
                <a:cubicBezTo>
                  <a:pt x="586493" y="46374"/>
                  <a:pt x="569983" y="44642"/>
                  <a:pt x="553546" y="38551"/>
                </a:cubicBezTo>
                <a:cubicBezTo>
                  <a:pt x="537108" y="32460"/>
                  <a:pt x="520788" y="20185"/>
                  <a:pt x="504351" y="13840"/>
                </a:cubicBezTo>
                <a:cubicBezTo>
                  <a:pt x="487914" y="7494"/>
                  <a:pt x="471480" y="0"/>
                  <a:pt x="454923" y="479"/>
                </a:cubicBezTo>
                <a:cubicBezTo>
                  <a:pt x="438367" y="958"/>
                  <a:pt x="421639" y="11527"/>
                  <a:pt x="405014" y="16715"/>
                </a:cubicBezTo>
                <a:cubicBezTo>
                  <a:pt x="388388" y="21902"/>
                  <a:pt x="371703" y="31143"/>
                  <a:pt x="355169" y="31606"/>
                </a:cubicBezTo>
                <a:cubicBezTo>
                  <a:pt x="338635" y="32069"/>
                  <a:pt x="322252" y="23805"/>
                  <a:pt x="305809" y="19490"/>
                </a:cubicBezTo>
                <a:cubicBezTo>
                  <a:pt x="289366" y="15175"/>
                  <a:pt x="273000" y="6425"/>
                  <a:pt x="256511" y="5716"/>
                </a:cubicBezTo>
                <a:cubicBezTo>
                  <a:pt x="240022" y="5007"/>
                  <a:pt x="223435" y="10497"/>
                  <a:pt x="206876" y="15237"/>
                </a:cubicBezTo>
                <a:cubicBezTo>
                  <a:pt x="190317" y="19977"/>
                  <a:pt x="173714" y="28144"/>
                  <a:pt x="157157" y="34157"/>
                </a:cubicBezTo>
                <a:cubicBezTo>
                  <a:pt x="140599" y="40170"/>
                  <a:pt x="124082" y="44288"/>
                  <a:pt x="107531" y="51314"/>
                </a:cubicBezTo>
                <a:cubicBezTo>
                  <a:pt x="90980" y="58339"/>
                  <a:pt x="74396" y="67307"/>
                  <a:pt x="57851" y="76309"/>
                </a:cubicBezTo>
                <a:cubicBezTo>
                  <a:pt x="41307" y="85310"/>
                  <a:pt x="16529" y="100489"/>
                  <a:pt x="8264" y="105325"/>
                </a:cubicBezTo>
                <a:cubicBezTo>
                  <a:pt x="0" y="110161"/>
                  <a:pt x="121" y="100489"/>
                  <a:pt x="8264" y="105325"/>
                </a:cubicBezTo>
                <a:cubicBezTo>
                  <a:pt x="16408" y="110160"/>
                  <a:pt x="40804" y="126383"/>
                  <a:pt x="57128" y="134338"/>
                </a:cubicBezTo>
                <a:cubicBezTo>
                  <a:pt x="73452" y="142293"/>
                  <a:pt x="89814" y="149379"/>
                  <a:pt x="106208" y="153055"/>
                </a:cubicBezTo>
                <a:cubicBezTo>
                  <a:pt x="122603" y="156732"/>
                  <a:pt x="139026" y="157759"/>
                  <a:pt x="155495" y="156399"/>
                </a:cubicBezTo>
                <a:cubicBezTo>
                  <a:pt x="171965" y="155039"/>
                  <a:pt x="188508" y="148735"/>
                  <a:pt x="205025" y="144896"/>
                </a:cubicBezTo>
                <a:cubicBezTo>
                  <a:pt x="221541" y="141056"/>
                  <a:pt x="238099" y="135071"/>
                  <a:pt x="254593" y="133360"/>
                </a:cubicBezTo>
                <a:cubicBezTo>
                  <a:pt x="271087" y="131649"/>
                  <a:pt x="287546" y="132443"/>
                  <a:pt x="303989" y="134630"/>
                </a:cubicBezTo>
                <a:cubicBezTo>
                  <a:pt x="320432" y="136817"/>
                  <a:pt x="336835" y="142220"/>
                  <a:pt x="353250" y="146482"/>
                </a:cubicBezTo>
                <a:cubicBezTo>
                  <a:pt x="369665" y="150744"/>
                  <a:pt x="386079" y="155317"/>
                  <a:pt x="402480" y="160202"/>
                </a:cubicBezTo>
                <a:cubicBezTo>
                  <a:pt x="418881" y="165088"/>
                  <a:pt x="435288" y="169318"/>
                  <a:pt x="451657" y="175794"/>
                </a:cubicBezTo>
                <a:cubicBezTo>
                  <a:pt x="468026" y="182271"/>
                  <a:pt x="484364" y="190833"/>
                  <a:pt x="500695" y="199063"/>
                </a:cubicBezTo>
                <a:cubicBezTo>
                  <a:pt x="517026" y="207292"/>
                  <a:pt x="533281" y="218977"/>
                  <a:pt x="549643" y="225173"/>
                </a:cubicBezTo>
                <a:cubicBezTo>
                  <a:pt x="566005" y="231368"/>
                  <a:pt x="582352" y="237007"/>
                  <a:pt x="598868" y="236236"/>
                </a:cubicBezTo>
                <a:cubicBezTo>
                  <a:pt x="615383" y="235465"/>
                  <a:pt x="632030" y="228630"/>
                  <a:pt x="648735" y="220547"/>
                </a:cubicBezTo>
                <a:cubicBezTo>
                  <a:pt x="665440" y="212463"/>
                  <a:pt x="682308" y="198101"/>
                  <a:pt x="699096" y="187733"/>
                </a:cubicBezTo>
                <a:cubicBezTo>
                  <a:pt x="715885" y="177365"/>
                  <a:pt x="732711" y="165932"/>
                  <a:pt x="749464" y="158339"/>
                </a:cubicBezTo>
                <a:cubicBezTo>
                  <a:pt x="766218" y="150745"/>
                  <a:pt x="782923" y="146300"/>
                  <a:pt x="799619" y="142173"/>
                </a:cubicBezTo>
                <a:cubicBezTo>
                  <a:pt x="816316" y="138045"/>
                  <a:pt x="833011" y="136801"/>
                  <a:pt x="849643" y="133576"/>
                </a:cubicBezTo>
                <a:cubicBezTo>
                  <a:pt x="866276" y="130350"/>
                  <a:pt x="891118" y="124612"/>
                  <a:pt x="899413" y="122819"/>
                </a:cubicBezTo>
                <a:cubicBezTo>
                  <a:pt x="907708" y="121027"/>
                  <a:pt x="907469" y="129134"/>
                  <a:pt x="899413" y="122819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94"/>
                </a:srgbClr>
              </a:gs>
              <a:gs pos="18000">
                <a:srgbClr val="767676">
                  <a:alpha val="2994"/>
                </a:srgbClr>
              </a:gs>
              <a:gs pos="48000">
                <a:srgbClr val="767676">
                  <a:alpha val="4828"/>
                </a:srgbClr>
              </a:gs>
              <a:gs pos="78000">
                <a:srgbClr val="767676">
                  <a:alpha val="3621"/>
                </a:srgbClr>
              </a:gs>
              <a:gs pos="100000">
                <a:srgbClr val="767676">
                  <a:alpha val="218"/>
                </a:srgbClr>
              </a:gs>
            </a:gsLst>
            <a:lin ang="10867431" scaled="0"/>
          </a:gradFill>
          <a:ln w="0">
            <a:noFill/>
            <a:prstDash val="solid"/>
          </a:ln>
        </p:spPr>
      </p:sp>
      <p:sp>
        <p:nvSpPr>
          <p:cNvPr id="289" name="PANEL_01-intermittent-gas-wisp-28-feather-0_71">
            <a:extLst>
              <a:ext uri="{FF2B5EF4-FFF2-40B4-BE49-F238E27FC236}">
                <a16:creationId xmlns:a16="http://schemas.microsoft.com/office/drawing/2014/main" id="{68EA1B97-4436-49A6-9DEE-C3B24047B472}"/>
              </a:ext>
            </a:extLst>
          </p:cNvPr>
          <p:cNvSpPr>
            <a:spLocks/>
          </p:cNvSpPr>
          <p:nvPr/>
        </p:nvSpPr>
        <p:spPr>
          <a:xfrm>
            <a:off x="6016118" y="2057015"/>
            <a:ext cx="646523" cy="255200"/>
          </a:xfrm>
          <a:custGeom>
            <a:pathLst>
              <a:path w="678764" h="267927">
                <a:moveTo>
                  <a:pt x="672459" y="146172"/>
                </a:moveTo>
                <a:cubicBezTo>
                  <a:pt x="666461" y="140249"/>
                  <a:pt x="648594" y="117083"/>
                  <a:pt x="636471" y="110633"/>
                </a:cubicBezTo>
                <a:cubicBezTo>
                  <a:pt x="624348" y="104182"/>
                  <a:pt x="612006" y="107484"/>
                  <a:pt x="599721" y="107468"/>
                </a:cubicBezTo>
                <a:cubicBezTo>
                  <a:pt x="587435" y="107452"/>
                  <a:pt x="574958" y="113955"/>
                  <a:pt x="562757" y="110535"/>
                </a:cubicBezTo>
                <a:cubicBezTo>
                  <a:pt x="550557" y="107115"/>
                  <a:pt x="538540" y="97282"/>
                  <a:pt x="526516" y="86950"/>
                </a:cubicBezTo>
                <a:cubicBezTo>
                  <a:pt x="514492" y="76618"/>
                  <a:pt x="502683" y="58085"/>
                  <a:pt x="490614" y="48545"/>
                </a:cubicBezTo>
                <a:cubicBezTo>
                  <a:pt x="478545" y="39004"/>
                  <a:pt x="466335" y="34033"/>
                  <a:pt x="454101" y="29708"/>
                </a:cubicBezTo>
                <a:cubicBezTo>
                  <a:pt x="441867" y="25382"/>
                  <a:pt x="429482" y="26426"/>
                  <a:pt x="417212" y="22593"/>
                </a:cubicBezTo>
                <a:cubicBezTo>
                  <a:pt x="404942" y="18759"/>
                  <a:pt x="392780" y="9788"/>
                  <a:pt x="380480" y="6706"/>
                </a:cubicBezTo>
                <a:cubicBezTo>
                  <a:pt x="368179" y="3623"/>
                  <a:pt x="355879" y="0"/>
                  <a:pt x="343409" y="4097"/>
                </a:cubicBezTo>
                <a:cubicBezTo>
                  <a:pt x="330938" y="8193"/>
                  <a:pt x="318206" y="23669"/>
                  <a:pt x="305656" y="31285"/>
                </a:cubicBezTo>
                <a:cubicBezTo>
                  <a:pt x="293105" y="38900"/>
                  <a:pt x="280495" y="49662"/>
                  <a:pt x="268104" y="49789"/>
                </a:cubicBezTo>
                <a:cubicBezTo>
                  <a:pt x="255713" y="49916"/>
                  <a:pt x="243576" y="38077"/>
                  <a:pt x="231310" y="32049"/>
                </a:cubicBezTo>
                <a:cubicBezTo>
                  <a:pt x="219044" y="26020"/>
                  <a:pt x="206883" y="14515"/>
                  <a:pt x="194509" y="13619"/>
                </a:cubicBezTo>
                <a:cubicBezTo>
                  <a:pt x="182135" y="12723"/>
                  <a:pt x="169587" y="20259"/>
                  <a:pt x="157065" y="26672"/>
                </a:cubicBezTo>
                <a:cubicBezTo>
                  <a:pt x="144543" y="33084"/>
                  <a:pt x="131920" y="44418"/>
                  <a:pt x="119376" y="52094"/>
                </a:cubicBezTo>
                <a:cubicBezTo>
                  <a:pt x="106833" y="59771"/>
                  <a:pt x="94339" y="64885"/>
                  <a:pt x="81804" y="72731"/>
                </a:cubicBezTo>
                <a:cubicBezTo>
                  <a:pt x="69269" y="80577"/>
                  <a:pt x="56747" y="89609"/>
                  <a:pt x="44164" y="99170"/>
                </a:cubicBezTo>
                <a:cubicBezTo>
                  <a:pt x="31582" y="108730"/>
                  <a:pt x="12618" y="124942"/>
                  <a:pt x="6309" y="130096"/>
                </a:cubicBezTo>
                <a:cubicBezTo>
                  <a:pt x="0" y="135250"/>
                  <a:pt x="175" y="124704"/>
                  <a:pt x="6309" y="130096"/>
                </a:cubicBezTo>
                <a:cubicBezTo>
                  <a:pt x="12443" y="135488"/>
                  <a:pt x="30870" y="152402"/>
                  <a:pt x="43112" y="162449"/>
                </a:cubicBezTo>
                <a:cubicBezTo>
                  <a:pt x="55353" y="172496"/>
                  <a:pt x="67509" y="183358"/>
                  <a:pt x="79760" y="190378"/>
                </a:cubicBezTo>
                <a:cubicBezTo>
                  <a:pt x="92010" y="197398"/>
                  <a:pt x="104278" y="202798"/>
                  <a:pt x="116614" y="204568"/>
                </a:cubicBezTo>
                <a:cubicBezTo>
                  <a:pt x="128949" y="206338"/>
                  <a:pt x="141379" y="203063"/>
                  <a:pt x="153775" y="201000"/>
                </a:cubicBezTo>
                <a:cubicBezTo>
                  <a:pt x="166170" y="198936"/>
                  <a:pt x="178606" y="194026"/>
                  <a:pt x="190985" y="192186"/>
                </a:cubicBezTo>
                <a:cubicBezTo>
                  <a:pt x="203364" y="190345"/>
                  <a:pt x="215705" y="190069"/>
                  <a:pt x="228050" y="189956"/>
                </a:cubicBezTo>
                <a:cubicBezTo>
                  <a:pt x="240394" y="189844"/>
                  <a:pt x="252714" y="191470"/>
                  <a:pt x="265053" y="191510"/>
                </a:cubicBezTo>
                <a:cubicBezTo>
                  <a:pt x="277392" y="191549"/>
                  <a:pt x="289763" y="190048"/>
                  <a:pt x="302084" y="190196"/>
                </a:cubicBezTo>
                <a:cubicBezTo>
                  <a:pt x="314405" y="190343"/>
                  <a:pt x="326751" y="188915"/>
                  <a:pt x="338979" y="192395"/>
                </a:cubicBezTo>
                <a:cubicBezTo>
                  <a:pt x="351207" y="195875"/>
                  <a:pt x="363357" y="202622"/>
                  <a:pt x="375453" y="211074"/>
                </a:cubicBezTo>
                <a:cubicBezTo>
                  <a:pt x="387550" y="219526"/>
                  <a:pt x="399501" y="234069"/>
                  <a:pt x="411556" y="243108"/>
                </a:cubicBezTo>
                <a:cubicBezTo>
                  <a:pt x="423611" y="252146"/>
                  <a:pt x="435590" y="262687"/>
                  <a:pt x="447782" y="265307"/>
                </a:cubicBezTo>
                <a:cubicBezTo>
                  <a:pt x="459974" y="267927"/>
                  <a:pt x="472286" y="264712"/>
                  <a:pt x="484710" y="258827"/>
                </a:cubicBezTo>
                <a:cubicBezTo>
                  <a:pt x="497134" y="252943"/>
                  <a:pt x="509772" y="239785"/>
                  <a:pt x="522323" y="230001"/>
                </a:cubicBezTo>
                <a:cubicBezTo>
                  <a:pt x="534875" y="220217"/>
                  <a:pt x="547506" y="208397"/>
                  <a:pt x="560017" y="200123"/>
                </a:cubicBezTo>
                <a:cubicBezTo>
                  <a:pt x="572528" y="191848"/>
                  <a:pt x="584952" y="186106"/>
                  <a:pt x="597387" y="180353"/>
                </a:cubicBezTo>
                <a:cubicBezTo>
                  <a:pt x="609823" y="174599"/>
                  <a:pt x="622119" y="171299"/>
                  <a:pt x="634631" y="165603"/>
                </a:cubicBezTo>
                <a:cubicBezTo>
                  <a:pt x="647143" y="159906"/>
                  <a:pt x="666155" y="149411"/>
                  <a:pt x="672459" y="146172"/>
                </a:cubicBezTo>
                <a:cubicBezTo>
                  <a:pt x="678764" y="142934"/>
                  <a:pt x="678457" y="152096"/>
                  <a:pt x="672459" y="146172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68"/>
                </a:srgbClr>
              </a:gs>
              <a:gs pos="18000">
                <a:srgbClr val="919191">
                  <a:alpha val="1049"/>
                </a:srgbClr>
              </a:gs>
              <a:gs pos="48000">
                <a:srgbClr val="919191">
                  <a:alpha val="1693"/>
                </a:srgbClr>
              </a:gs>
              <a:gs pos="78000">
                <a:srgbClr val="919191">
                  <a:alpha val="1270"/>
                </a:srgbClr>
              </a:gs>
              <a:gs pos="100000">
                <a:srgbClr val="919191">
                  <a:alpha val="76"/>
                </a:srgbClr>
              </a:gs>
            </a:gsLst>
            <a:lin ang="10882997" scaled="0"/>
          </a:gradFill>
          <a:ln w="0">
            <a:noFill/>
            <a:prstDash val="solid"/>
          </a:ln>
        </p:spPr>
      </p:sp>
      <p:sp>
        <p:nvSpPr>
          <p:cNvPr id="290" name="PANEL_01-intermittent-gas-wisp-28-feather-1_72">
            <a:extLst>
              <a:ext uri="{FF2B5EF4-FFF2-40B4-BE49-F238E27FC236}">
                <a16:creationId xmlns:a16="http://schemas.microsoft.com/office/drawing/2014/main" id="{5B0CF940-74A0-4C0A-BA01-AEDD31D3EEA0}"/>
              </a:ext>
            </a:extLst>
          </p:cNvPr>
          <p:cNvSpPr>
            <a:spLocks/>
          </p:cNvSpPr>
          <p:nvPr/>
        </p:nvSpPr>
        <p:spPr>
          <a:xfrm>
            <a:off x="6016139" y="2084463"/>
            <a:ext cx="646477" cy="204453"/>
          </a:xfrm>
          <a:custGeom>
            <a:pathLst>
              <a:path w="678716" h="214649">
                <a:moveTo>
                  <a:pt x="672437" y="117356"/>
                </a:moveTo>
                <a:cubicBezTo>
                  <a:pt x="666398" y="112673"/>
                  <a:pt x="648370" y="94246"/>
                  <a:pt x="636200" y="89260"/>
                </a:cubicBezTo>
                <a:cubicBezTo>
                  <a:pt x="624030" y="84274"/>
                  <a:pt x="611708" y="87167"/>
                  <a:pt x="599417" y="87440"/>
                </a:cubicBezTo>
                <a:cubicBezTo>
                  <a:pt x="587126" y="87713"/>
                  <a:pt x="574683" y="93232"/>
                  <a:pt x="562454" y="90898"/>
                </a:cubicBezTo>
                <a:cubicBezTo>
                  <a:pt x="550226" y="88564"/>
                  <a:pt x="538135" y="81288"/>
                  <a:pt x="526045" y="73436"/>
                </a:cubicBezTo>
                <a:cubicBezTo>
                  <a:pt x="513956" y="65584"/>
                  <a:pt x="502034" y="51281"/>
                  <a:pt x="489916" y="43788"/>
                </a:cubicBezTo>
                <a:cubicBezTo>
                  <a:pt x="477798" y="36295"/>
                  <a:pt x="465578" y="32212"/>
                  <a:pt x="453339" y="28479"/>
                </a:cubicBezTo>
                <a:cubicBezTo>
                  <a:pt x="441100" y="24746"/>
                  <a:pt x="428747" y="24997"/>
                  <a:pt x="416482" y="21388"/>
                </a:cubicBezTo>
                <a:cubicBezTo>
                  <a:pt x="404216" y="17780"/>
                  <a:pt x="392035" y="9976"/>
                  <a:pt x="379746" y="6829"/>
                </a:cubicBezTo>
                <a:cubicBezTo>
                  <a:pt x="367457" y="3681"/>
                  <a:pt x="355171" y="0"/>
                  <a:pt x="342746" y="2505"/>
                </a:cubicBezTo>
                <a:cubicBezTo>
                  <a:pt x="330321" y="5010"/>
                  <a:pt x="317693" y="16393"/>
                  <a:pt x="305198" y="21860"/>
                </a:cubicBezTo>
                <a:cubicBezTo>
                  <a:pt x="292702" y="27326"/>
                  <a:pt x="280154" y="35363"/>
                  <a:pt x="267773" y="35305"/>
                </a:cubicBezTo>
                <a:cubicBezTo>
                  <a:pt x="255392" y="35247"/>
                  <a:pt x="243201" y="26051"/>
                  <a:pt x="230910" y="21511"/>
                </a:cubicBezTo>
                <a:cubicBezTo>
                  <a:pt x="218620" y="16971"/>
                  <a:pt x="206408" y="8375"/>
                  <a:pt x="194028" y="8067"/>
                </a:cubicBezTo>
                <a:cubicBezTo>
                  <a:pt x="181648" y="7758"/>
                  <a:pt x="169130" y="14197"/>
                  <a:pt x="156631" y="19661"/>
                </a:cubicBezTo>
                <a:cubicBezTo>
                  <a:pt x="144132" y="25126"/>
                  <a:pt x="131551" y="34502"/>
                  <a:pt x="119036" y="40852"/>
                </a:cubicBezTo>
                <a:cubicBezTo>
                  <a:pt x="106521" y="47203"/>
                  <a:pt x="94046" y="51516"/>
                  <a:pt x="81541" y="57765"/>
                </a:cubicBezTo>
                <a:cubicBezTo>
                  <a:pt x="69037" y="64015"/>
                  <a:pt x="56552" y="71097"/>
                  <a:pt x="44009" y="78349"/>
                </a:cubicBezTo>
                <a:cubicBezTo>
                  <a:pt x="31467" y="85601"/>
                  <a:pt x="12574" y="97458"/>
                  <a:pt x="6287" y="101279"/>
                </a:cubicBezTo>
                <a:cubicBezTo>
                  <a:pt x="0" y="105101"/>
                  <a:pt x="137" y="96875"/>
                  <a:pt x="6287" y="101279"/>
                </a:cubicBezTo>
                <a:cubicBezTo>
                  <a:pt x="12437" y="105684"/>
                  <a:pt x="30911" y="119665"/>
                  <a:pt x="43188" y="127707"/>
                </a:cubicBezTo>
                <a:cubicBezTo>
                  <a:pt x="55465" y="135749"/>
                  <a:pt x="67664" y="144184"/>
                  <a:pt x="79947" y="149530"/>
                </a:cubicBezTo>
                <a:cubicBezTo>
                  <a:pt x="92229" y="154876"/>
                  <a:pt x="104528" y="158764"/>
                  <a:pt x="116881" y="159782"/>
                </a:cubicBezTo>
                <a:cubicBezTo>
                  <a:pt x="129234" y="160800"/>
                  <a:pt x="141665" y="157710"/>
                  <a:pt x="154065" y="155637"/>
                </a:cubicBezTo>
                <a:cubicBezTo>
                  <a:pt x="166464" y="153565"/>
                  <a:pt x="178895" y="149175"/>
                  <a:pt x="191279" y="147349"/>
                </a:cubicBezTo>
                <a:cubicBezTo>
                  <a:pt x="203663" y="145522"/>
                  <a:pt x="216015" y="144929"/>
                  <a:pt x="228367" y="144679"/>
                </a:cubicBezTo>
                <a:cubicBezTo>
                  <a:pt x="240720" y="144429"/>
                  <a:pt x="253053" y="145658"/>
                  <a:pt x="265393" y="145847"/>
                </a:cubicBezTo>
                <a:cubicBezTo>
                  <a:pt x="277734" y="146036"/>
                  <a:pt x="290096" y="145222"/>
                  <a:pt x="302412" y="145810"/>
                </a:cubicBezTo>
                <a:cubicBezTo>
                  <a:pt x="314728" y="146399"/>
                  <a:pt x="327055" y="145974"/>
                  <a:pt x="339291" y="149378"/>
                </a:cubicBezTo>
                <a:cubicBezTo>
                  <a:pt x="351527" y="152782"/>
                  <a:pt x="363696" y="158900"/>
                  <a:pt x="375825" y="166236"/>
                </a:cubicBezTo>
                <a:cubicBezTo>
                  <a:pt x="387955" y="173571"/>
                  <a:pt x="399972" y="185722"/>
                  <a:pt x="412070" y="193390"/>
                </a:cubicBezTo>
                <a:cubicBezTo>
                  <a:pt x="424167" y="201059"/>
                  <a:pt x="436203" y="209843"/>
                  <a:pt x="448410" y="212246"/>
                </a:cubicBezTo>
                <a:cubicBezTo>
                  <a:pt x="460617" y="214649"/>
                  <a:pt x="472917" y="212347"/>
                  <a:pt x="485311" y="207808"/>
                </a:cubicBezTo>
                <a:cubicBezTo>
                  <a:pt x="497705" y="203270"/>
                  <a:pt x="510274" y="192855"/>
                  <a:pt x="522775" y="185016"/>
                </a:cubicBezTo>
                <a:cubicBezTo>
                  <a:pt x="535276" y="177177"/>
                  <a:pt x="547847" y="167564"/>
                  <a:pt x="560317" y="160776"/>
                </a:cubicBezTo>
                <a:cubicBezTo>
                  <a:pt x="572787" y="153989"/>
                  <a:pt x="585189" y="149063"/>
                  <a:pt x="597597" y="144290"/>
                </a:cubicBezTo>
                <a:cubicBezTo>
                  <a:pt x="610005" y="139517"/>
                  <a:pt x="622291" y="136626"/>
                  <a:pt x="634764" y="132137"/>
                </a:cubicBezTo>
                <a:cubicBezTo>
                  <a:pt x="647238" y="127648"/>
                  <a:pt x="666158" y="119819"/>
                  <a:pt x="672437" y="117356"/>
                </a:cubicBezTo>
                <a:cubicBezTo>
                  <a:pt x="678716" y="114892"/>
                  <a:pt x="678477" y="122039"/>
                  <a:pt x="672437" y="117356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90"/>
                </a:srgbClr>
              </a:gs>
              <a:gs pos="18000">
                <a:srgbClr val="767676">
                  <a:alpha val="1399"/>
                </a:srgbClr>
              </a:gs>
              <a:gs pos="48000">
                <a:srgbClr val="767676">
                  <a:alpha val="2258"/>
                </a:srgbClr>
              </a:gs>
              <a:gs pos="78000">
                <a:srgbClr val="767676">
                  <a:alpha val="1693"/>
                </a:srgbClr>
              </a:gs>
              <a:gs pos="100000">
                <a:srgbClr val="767676">
                  <a:alpha val="102"/>
                </a:srgbClr>
              </a:gs>
            </a:gsLst>
            <a:lin ang="10882997" scaled="0"/>
          </a:gradFill>
          <a:ln w="0">
            <a:noFill/>
            <a:prstDash val="solid"/>
          </a:ln>
        </p:spPr>
      </p:sp>
      <p:sp>
        <p:nvSpPr>
          <p:cNvPr id="291" name="PANEL_01-intermittent-gas-wisp-28-feather-2_73">
            <a:extLst>
              <a:ext uri="{FF2B5EF4-FFF2-40B4-BE49-F238E27FC236}">
                <a16:creationId xmlns:a16="http://schemas.microsoft.com/office/drawing/2014/main" id="{20F3D888-D04C-4CA2-9262-77E38D94B39F}"/>
              </a:ext>
            </a:extLst>
          </p:cNvPr>
          <p:cNvSpPr>
            <a:spLocks/>
          </p:cNvSpPr>
          <p:nvPr/>
        </p:nvSpPr>
        <p:spPr>
          <a:xfrm>
            <a:off x="6016162" y="2114406"/>
            <a:ext cx="646427" cy="149093"/>
          </a:xfrm>
          <a:custGeom>
            <a:pathLst>
              <a:path w="678663" h="156528">
                <a:moveTo>
                  <a:pt x="672413" y="85920"/>
                </a:moveTo>
                <a:cubicBezTo>
                  <a:pt x="666328" y="82591"/>
                  <a:pt x="648125" y="69333"/>
                  <a:pt x="635904" y="65945"/>
                </a:cubicBezTo>
                <a:cubicBezTo>
                  <a:pt x="623683" y="62557"/>
                  <a:pt x="611383" y="65003"/>
                  <a:pt x="599086" y="65591"/>
                </a:cubicBezTo>
                <a:cubicBezTo>
                  <a:pt x="586789" y="66179"/>
                  <a:pt x="574383" y="70625"/>
                  <a:pt x="562124" y="69476"/>
                </a:cubicBezTo>
                <a:cubicBezTo>
                  <a:pt x="549865" y="68326"/>
                  <a:pt x="537693" y="63840"/>
                  <a:pt x="525532" y="58694"/>
                </a:cubicBezTo>
                <a:cubicBezTo>
                  <a:pt x="513371" y="53548"/>
                  <a:pt x="501326" y="43858"/>
                  <a:pt x="489155" y="38598"/>
                </a:cubicBezTo>
                <a:cubicBezTo>
                  <a:pt x="476984" y="33339"/>
                  <a:pt x="464753" y="30226"/>
                  <a:pt x="452507" y="27138"/>
                </a:cubicBezTo>
                <a:cubicBezTo>
                  <a:pt x="440262" y="24051"/>
                  <a:pt x="427945" y="23437"/>
                  <a:pt x="415685" y="20075"/>
                </a:cubicBezTo>
                <a:cubicBezTo>
                  <a:pt x="403424" y="16712"/>
                  <a:pt x="391222" y="10180"/>
                  <a:pt x="378945" y="6963"/>
                </a:cubicBezTo>
                <a:cubicBezTo>
                  <a:pt x="366668" y="3745"/>
                  <a:pt x="354398" y="0"/>
                  <a:pt x="342023" y="769"/>
                </a:cubicBezTo>
                <a:cubicBezTo>
                  <a:pt x="329649" y="1538"/>
                  <a:pt x="317133" y="8455"/>
                  <a:pt x="304698" y="11578"/>
                </a:cubicBezTo>
                <a:cubicBezTo>
                  <a:pt x="292263" y="14700"/>
                  <a:pt x="279783" y="19765"/>
                  <a:pt x="267412" y="19504"/>
                </a:cubicBezTo>
                <a:cubicBezTo>
                  <a:pt x="255042" y="19244"/>
                  <a:pt x="242793" y="12931"/>
                  <a:pt x="230475" y="10015"/>
                </a:cubicBezTo>
                <a:cubicBezTo>
                  <a:pt x="218156" y="7099"/>
                  <a:pt x="205889" y="1676"/>
                  <a:pt x="193503" y="2009"/>
                </a:cubicBezTo>
                <a:cubicBezTo>
                  <a:pt x="181117" y="2343"/>
                  <a:pt x="168631" y="7584"/>
                  <a:pt x="156158" y="12014"/>
                </a:cubicBezTo>
                <a:cubicBezTo>
                  <a:pt x="143685" y="16444"/>
                  <a:pt x="131148" y="23685"/>
                  <a:pt x="118664" y="28589"/>
                </a:cubicBezTo>
                <a:cubicBezTo>
                  <a:pt x="106180" y="33493"/>
                  <a:pt x="93725" y="36931"/>
                  <a:pt x="81254" y="41439"/>
                </a:cubicBezTo>
                <a:cubicBezTo>
                  <a:pt x="68784" y="45947"/>
                  <a:pt x="56339" y="50901"/>
                  <a:pt x="43840" y="55636"/>
                </a:cubicBezTo>
                <a:cubicBezTo>
                  <a:pt x="31341" y="60370"/>
                  <a:pt x="12526" y="67475"/>
                  <a:pt x="6263" y="69843"/>
                </a:cubicBezTo>
                <a:cubicBezTo>
                  <a:pt x="0" y="72211"/>
                  <a:pt x="95" y="66516"/>
                  <a:pt x="6263" y="69843"/>
                </a:cubicBezTo>
                <a:cubicBezTo>
                  <a:pt x="12431" y="73171"/>
                  <a:pt x="30957" y="83952"/>
                  <a:pt x="43271" y="89807"/>
                </a:cubicBezTo>
                <a:cubicBezTo>
                  <a:pt x="55586" y="95661"/>
                  <a:pt x="67834" y="101448"/>
                  <a:pt x="80151" y="104968"/>
                </a:cubicBezTo>
                <a:cubicBezTo>
                  <a:pt x="92467" y="108488"/>
                  <a:pt x="104800" y="110727"/>
                  <a:pt x="117172" y="110924"/>
                </a:cubicBezTo>
                <a:cubicBezTo>
                  <a:pt x="129544" y="111122"/>
                  <a:pt x="141977" y="108233"/>
                  <a:pt x="154381" y="106151"/>
                </a:cubicBezTo>
                <a:cubicBezTo>
                  <a:pt x="166786" y="104070"/>
                  <a:pt x="179211" y="100246"/>
                  <a:pt x="191600" y="98435"/>
                </a:cubicBezTo>
                <a:cubicBezTo>
                  <a:pt x="203988" y="96624"/>
                  <a:pt x="216353" y="95685"/>
                  <a:pt x="228714" y="95285"/>
                </a:cubicBezTo>
                <a:cubicBezTo>
                  <a:pt x="241075" y="94885"/>
                  <a:pt x="253422" y="95682"/>
                  <a:pt x="265765" y="96033"/>
                </a:cubicBezTo>
                <a:cubicBezTo>
                  <a:pt x="278107" y="96384"/>
                  <a:pt x="290458" y="96320"/>
                  <a:pt x="302769" y="97390"/>
                </a:cubicBezTo>
                <a:cubicBezTo>
                  <a:pt x="315080" y="98459"/>
                  <a:pt x="327388" y="99128"/>
                  <a:pt x="339631" y="102450"/>
                </a:cubicBezTo>
                <a:cubicBezTo>
                  <a:pt x="351875" y="105772"/>
                  <a:pt x="364064" y="111204"/>
                  <a:pt x="376231" y="117322"/>
                </a:cubicBezTo>
                <a:cubicBezTo>
                  <a:pt x="388398" y="123439"/>
                  <a:pt x="400487" y="132980"/>
                  <a:pt x="412631" y="139153"/>
                </a:cubicBezTo>
                <a:cubicBezTo>
                  <a:pt x="424775" y="145326"/>
                  <a:pt x="436872" y="152196"/>
                  <a:pt x="449095" y="154362"/>
                </a:cubicBezTo>
                <a:cubicBezTo>
                  <a:pt x="461318" y="156528"/>
                  <a:pt x="473605" y="155221"/>
                  <a:pt x="485967" y="152151"/>
                </a:cubicBezTo>
                <a:cubicBezTo>
                  <a:pt x="498329" y="149081"/>
                  <a:pt x="510822" y="141658"/>
                  <a:pt x="523268" y="135941"/>
                </a:cubicBezTo>
                <a:cubicBezTo>
                  <a:pt x="535714" y="130225"/>
                  <a:pt x="548218" y="123018"/>
                  <a:pt x="560644" y="117853"/>
                </a:cubicBezTo>
                <a:cubicBezTo>
                  <a:pt x="573071" y="112687"/>
                  <a:pt x="585448" y="108653"/>
                  <a:pt x="597826" y="104949"/>
                </a:cubicBezTo>
                <a:cubicBezTo>
                  <a:pt x="610204" y="101245"/>
                  <a:pt x="622479" y="98800"/>
                  <a:pt x="634910" y="95629"/>
                </a:cubicBezTo>
                <a:cubicBezTo>
                  <a:pt x="647341" y="92458"/>
                  <a:pt x="666162" y="87538"/>
                  <a:pt x="672413" y="85920"/>
                </a:cubicBezTo>
                <a:cubicBezTo>
                  <a:pt x="678663" y="84302"/>
                  <a:pt x="678498" y="89249"/>
                  <a:pt x="672413" y="85920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16"/>
                </a:srgbClr>
              </a:gs>
              <a:gs pos="18000">
                <a:srgbClr val="767676">
                  <a:alpha val="1795"/>
                </a:srgbClr>
              </a:gs>
              <a:gs pos="48000">
                <a:srgbClr val="767676">
                  <a:alpha val="2897"/>
                </a:srgbClr>
              </a:gs>
              <a:gs pos="78000">
                <a:srgbClr val="767676">
                  <a:alpha val="2173"/>
                </a:srgbClr>
              </a:gs>
              <a:gs pos="100000">
                <a:srgbClr val="767676">
                  <a:alpha val="131"/>
                </a:srgbClr>
              </a:gs>
            </a:gsLst>
            <a:lin ang="10882997" scaled="0"/>
          </a:gradFill>
          <a:ln w="0">
            <a:noFill/>
            <a:prstDash val="solid"/>
          </a:ln>
        </p:spPr>
      </p:sp>
      <p:sp>
        <p:nvSpPr>
          <p:cNvPr id="292" name="PANEL_01-intermittent-gas-core-9-feather-0_74">
            <a:extLst>
              <a:ext uri="{FF2B5EF4-FFF2-40B4-BE49-F238E27FC236}">
                <a16:creationId xmlns:a16="http://schemas.microsoft.com/office/drawing/2014/main" id="{74919E52-5A0E-42CB-8524-D21E1D4C8B82}"/>
              </a:ext>
            </a:extLst>
          </p:cNvPr>
          <p:cNvSpPr>
            <a:spLocks/>
          </p:cNvSpPr>
          <p:nvPr/>
        </p:nvSpPr>
        <p:spPr>
          <a:xfrm>
            <a:off x="4029601" y="1090905"/>
            <a:ext cx="1281428" cy="1188713"/>
          </a:xfrm>
          <a:custGeom>
            <a:pathLst>
              <a:path w="1345331" h="1247992">
                <a:moveTo>
                  <a:pt x="1332827" y="615981"/>
                </a:moveTo>
                <a:cubicBezTo>
                  <a:pt x="1321008" y="582016"/>
                  <a:pt x="1285621" y="469599"/>
                  <a:pt x="1261911" y="412190"/>
                </a:cubicBezTo>
                <a:cubicBezTo>
                  <a:pt x="1238201" y="354782"/>
                  <a:pt x="1214454" y="305972"/>
                  <a:pt x="1190567" y="271528"/>
                </a:cubicBezTo>
                <a:cubicBezTo>
                  <a:pt x="1166680" y="237085"/>
                  <a:pt x="1142546" y="226631"/>
                  <a:pt x="1118589" y="205529"/>
                </a:cubicBezTo>
                <a:cubicBezTo>
                  <a:pt x="1094631" y="184427"/>
                  <a:pt x="1070910" y="157300"/>
                  <a:pt x="1046822" y="144916"/>
                </a:cubicBezTo>
                <a:cubicBezTo>
                  <a:pt x="1022735" y="132532"/>
                  <a:pt x="998695" y="117789"/>
                  <a:pt x="974066" y="131227"/>
                </a:cubicBezTo>
                <a:cubicBezTo>
                  <a:pt x="949436" y="144665"/>
                  <a:pt x="923955" y="200543"/>
                  <a:pt x="899045" y="225543"/>
                </a:cubicBezTo>
                <a:cubicBezTo>
                  <a:pt x="874135" y="250543"/>
                  <a:pt x="848971" y="292035"/>
                  <a:pt x="824606" y="281227"/>
                </a:cubicBezTo>
                <a:cubicBezTo>
                  <a:pt x="800240" y="270419"/>
                  <a:pt x="776738" y="204296"/>
                  <a:pt x="752853" y="160693"/>
                </a:cubicBezTo>
                <a:cubicBezTo>
                  <a:pt x="728967" y="117090"/>
                  <a:pt x="705547" y="39214"/>
                  <a:pt x="681295" y="19607"/>
                </a:cubicBezTo>
                <a:cubicBezTo>
                  <a:pt x="657043" y="0"/>
                  <a:pt x="632142" y="23705"/>
                  <a:pt x="607342" y="43050"/>
                </a:cubicBezTo>
                <a:cubicBezTo>
                  <a:pt x="582541" y="62395"/>
                  <a:pt x="557290" y="115246"/>
                  <a:pt x="532492" y="135676"/>
                </a:cubicBezTo>
                <a:cubicBezTo>
                  <a:pt x="507694" y="156105"/>
                  <a:pt x="483228" y="152991"/>
                  <a:pt x="458553" y="165625"/>
                </a:cubicBezTo>
                <a:cubicBezTo>
                  <a:pt x="433879" y="178260"/>
                  <a:pt x="409277" y="185307"/>
                  <a:pt x="384445" y="211482"/>
                </a:cubicBezTo>
                <a:cubicBezTo>
                  <a:pt x="359613" y="237657"/>
                  <a:pt x="334390" y="295369"/>
                  <a:pt x="309561" y="322676"/>
                </a:cubicBezTo>
                <a:cubicBezTo>
                  <a:pt x="284732" y="349983"/>
                  <a:pt x="259996" y="371472"/>
                  <a:pt x="235469" y="375323"/>
                </a:cubicBezTo>
                <a:cubicBezTo>
                  <a:pt x="210941" y="379174"/>
                  <a:pt x="186897" y="343557"/>
                  <a:pt x="162397" y="345784"/>
                </a:cubicBezTo>
                <a:cubicBezTo>
                  <a:pt x="137897" y="348011"/>
                  <a:pt x="113428" y="346636"/>
                  <a:pt x="88468" y="388684"/>
                </a:cubicBezTo>
                <a:cubicBezTo>
                  <a:pt x="63508" y="430732"/>
                  <a:pt x="25277" y="563174"/>
                  <a:pt x="12638" y="598072"/>
                </a:cubicBezTo>
                <a:cubicBezTo>
                  <a:pt x="0" y="632970"/>
                  <a:pt x="615" y="580675"/>
                  <a:pt x="12638" y="598072"/>
                </a:cubicBezTo>
                <a:cubicBezTo>
                  <a:pt x="24661" y="615469"/>
                  <a:pt x="60646" y="675242"/>
                  <a:pt x="84776" y="702454"/>
                </a:cubicBezTo>
                <a:cubicBezTo>
                  <a:pt x="108905" y="729667"/>
                  <a:pt x="133129" y="748183"/>
                  <a:pt x="157417" y="761348"/>
                </a:cubicBezTo>
                <a:cubicBezTo>
                  <a:pt x="181704" y="774513"/>
                  <a:pt x="206125" y="776093"/>
                  <a:pt x="230501" y="781445"/>
                </a:cubicBezTo>
                <a:cubicBezTo>
                  <a:pt x="254877" y="786798"/>
                  <a:pt x="279423" y="778585"/>
                  <a:pt x="303672" y="793461"/>
                </a:cubicBezTo>
                <a:cubicBezTo>
                  <a:pt x="327921" y="808338"/>
                  <a:pt x="352083" y="830790"/>
                  <a:pt x="375994" y="870704"/>
                </a:cubicBezTo>
                <a:cubicBezTo>
                  <a:pt x="399906" y="910618"/>
                  <a:pt x="423443" y="979113"/>
                  <a:pt x="447141" y="1032943"/>
                </a:cubicBezTo>
                <a:cubicBezTo>
                  <a:pt x="470840" y="1086774"/>
                  <a:pt x="494273" y="1158274"/>
                  <a:pt x="518183" y="1193688"/>
                </a:cubicBezTo>
                <a:cubicBezTo>
                  <a:pt x="542093" y="1229102"/>
                  <a:pt x="566189" y="1247992"/>
                  <a:pt x="590602" y="1245429"/>
                </a:cubicBezTo>
                <a:cubicBezTo>
                  <a:pt x="615015" y="1242865"/>
                  <a:pt x="639877" y="1206928"/>
                  <a:pt x="664663" y="1178305"/>
                </a:cubicBezTo>
                <a:cubicBezTo>
                  <a:pt x="689449" y="1149682"/>
                  <a:pt x="714478" y="1104806"/>
                  <a:pt x="739320" y="1073690"/>
                </a:cubicBezTo>
                <a:cubicBezTo>
                  <a:pt x="764162" y="1042574"/>
                  <a:pt x="788923" y="1017820"/>
                  <a:pt x="813715" y="991609"/>
                </a:cubicBezTo>
                <a:cubicBezTo>
                  <a:pt x="838507" y="965399"/>
                  <a:pt x="863219" y="944268"/>
                  <a:pt x="888070" y="916428"/>
                </a:cubicBezTo>
                <a:cubicBezTo>
                  <a:pt x="912922" y="888587"/>
                  <a:pt x="937926" y="852148"/>
                  <a:pt x="962824" y="824566"/>
                </a:cubicBezTo>
                <a:cubicBezTo>
                  <a:pt x="987721" y="796984"/>
                  <a:pt x="1012744" y="764565"/>
                  <a:pt x="1037454" y="750933"/>
                </a:cubicBezTo>
                <a:cubicBezTo>
                  <a:pt x="1062163" y="737301"/>
                  <a:pt x="1086632" y="738910"/>
                  <a:pt x="1111082" y="742774"/>
                </a:cubicBezTo>
                <a:cubicBezTo>
                  <a:pt x="1135531" y="746637"/>
                  <a:pt x="1159698" y="771524"/>
                  <a:pt x="1184152" y="774114"/>
                </a:cubicBezTo>
                <a:cubicBezTo>
                  <a:pt x="1208605" y="776704"/>
                  <a:pt x="1233024" y="784667"/>
                  <a:pt x="1257803" y="758312"/>
                </a:cubicBezTo>
                <a:cubicBezTo>
                  <a:pt x="1282582" y="731956"/>
                  <a:pt x="1320323" y="639702"/>
                  <a:pt x="1332827" y="615981"/>
                </a:cubicBezTo>
                <a:cubicBezTo>
                  <a:pt x="1345331" y="592259"/>
                  <a:pt x="1344646" y="649946"/>
                  <a:pt x="1332827" y="615981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33"/>
                </a:srgbClr>
              </a:gs>
              <a:gs pos="18000">
                <a:srgbClr val="919191">
                  <a:alpha val="2066"/>
                </a:srgbClr>
              </a:gs>
              <a:gs pos="48000">
                <a:srgbClr val="919191">
                  <a:alpha val="3332"/>
                </a:srgbClr>
              </a:gs>
              <a:gs pos="78000">
                <a:srgbClr val="919191">
                  <a:alpha val="2499"/>
                </a:srgbClr>
              </a:gs>
              <a:gs pos="100000">
                <a:srgbClr val="919191">
                  <a:alpha val="150"/>
                </a:srgbClr>
              </a:gs>
            </a:gsLst>
            <a:lin ang="10846630" scaled="0"/>
          </a:gradFill>
          <a:ln w="0">
            <a:noFill/>
            <a:prstDash val="solid"/>
          </a:ln>
        </p:spPr>
      </p:sp>
      <p:sp>
        <p:nvSpPr>
          <p:cNvPr id="293" name="PANEL_01-intermittent-gas-core-9-feather-1_75">
            <a:extLst>
              <a:ext uri="{FF2B5EF4-FFF2-40B4-BE49-F238E27FC236}">
                <a16:creationId xmlns:a16="http://schemas.microsoft.com/office/drawing/2014/main" id="{20D66280-7FD6-4A97-9195-786958865041}"/>
              </a:ext>
            </a:extLst>
          </p:cNvPr>
          <p:cNvSpPr>
            <a:spLocks/>
          </p:cNvSpPr>
          <p:nvPr/>
        </p:nvSpPr>
        <p:spPr>
          <a:xfrm>
            <a:off x="4029676" y="1235736"/>
            <a:ext cx="1281289" cy="929725"/>
          </a:xfrm>
          <a:custGeom>
            <a:pathLst>
              <a:path w="1345185" h="976089">
                <a:moveTo>
                  <a:pt x="1332748" y="463927"/>
                </a:moveTo>
                <a:cubicBezTo>
                  <a:pt x="1320845" y="437022"/>
                  <a:pt x="1285184" y="348586"/>
                  <a:pt x="1261330" y="302500"/>
                </a:cubicBezTo>
                <a:cubicBezTo>
                  <a:pt x="1237475" y="256414"/>
                  <a:pt x="1213603" y="216087"/>
                  <a:pt x="1189621" y="187411"/>
                </a:cubicBezTo>
                <a:cubicBezTo>
                  <a:pt x="1165638" y="158734"/>
                  <a:pt x="1141472" y="148347"/>
                  <a:pt x="1117434" y="130443"/>
                </a:cubicBezTo>
                <a:cubicBezTo>
                  <a:pt x="1093397" y="112538"/>
                  <a:pt x="1069550" y="90047"/>
                  <a:pt x="1045397" y="79982"/>
                </a:cubicBezTo>
                <a:cubicBezTo>
                  <a:pt x="1021243" y="69917"/>
                  <a:pt x="997118" y="58608"/>
                  <a:pt x="972513" y="70055"/>
                </a:cubicBezTo>
                <a:cubicBezTo>
                  <a:pt x="947909" y="81501"/>
                  <a:pt x="922618" y="126945"/>
                  <a:pt x="897772" y="148660"/>
                </a:cubicBezTo>
                <a:cubicBezTo>
                  <a:pt x="872926" y="170375"/>
                  <a:pt x="847867" y="205851"/>
                  <a:pt x="823436" y="200344"/>
                </a:cubicBezTo>
                <a:cubicBezTo>
                  <a:pt x="799005" y="194836"/>
                  <a:pt x="775240" y="146786"/>
                  <a:pt x="751188" y="115616"/>
                </a:cubicBezTo>
                <a:cubicBezTo>
                  <a:pt x="727136" y="84446"/>
                  <a:pt x="703447" y="26648"/>
                  <a:pt x="679124" y="13324"/>
                </a:cubicBezTo>
                <a:cubicBezTo>
                  <a:pt x="654800" y="0"/>
                  <a:pt x="629979" y="20021"/>
                  <a:pt x="605249" y="35672"/>
                </a:cubicBezTo>
                <a:cubicBezTo>
                  <a:pt x="580518" y="51323"/>
                  <a:pt x="555449" y="92256"/>
                  <a:pt x="530741" y="107229"/>
                </a:cubicBezTo>
                <a:cubicBezTo>
                  <a:pt x="506034" y="122203"/>
                  <a:pt x="481598" y="117803"/>
                  <a:pt x="457002" y="125511"/>
                </a:cubicBezTo>
                <a:cubicBezTo>
                  <a:pt x="432405" y="133218"/>
                  <a:pt x="407875" y="135711"/>
                  <a:pt x="383160" y="153474"/>
                </a:cubicBezTo>
                <a:cubicBezTo>
                  <a:pt x="358446" y="171237"/>
                  <a:pt x="333431" y="213149"/>
                  <a:pt x="308713" y="232088"/>
                </a:cubicBezTo>
                <a:cubicBezTo>
                  <a:pt x="283995" y="251027"/>
                  <a:pt x="259349" y="265507"/>
                  <a:pt x="234854" y="267109"/>
                </a:cubicBezTo>
                <a:cubicBezTo>
                  <a:pt x="210359" y="268710"/>
                  <a:pt x="186233" y="240077"/>
                  <a:pt x="161743" y="241697"/>
                </a:cubicBezTo>
                <a:cubicBezTo>
                  <a:pt x="137254" y="243317"/>
                  <a:pt x="112780" y="242776"/>
                  <a:pt x="87916" y="276830"/>
                </a:cubicBezTo>
                <a:cubicBezTo>
                  <a:pt x="63052" y="310883"/>
                  <a:pt x="25119" y="417820"/>
                  <a:pt x="12559" y="446018"/>
                </a:cubicBezTo>
                <a:cubicBezTo>
                  <a:pt x="0" y="474216"/>
                  <a:pt x="480" y="433426"/>
                  <a:pt x="12559" y="446018"/>
                </a:cubicBezTo>
                <a:cubicBezTo>
                  <a:pt x="24639" y="458610"/>
                  <a:pt x="60820" y="501600"/>
                  <a:pt x="85036" y="521570"/>
                </a:cubicBezTo>
                <a:cubicBezTo>
                  <a:pt x="109253" y="541540"/>
                  <a:pt x="133535" y="555451"/>
                  <a:pt x="157859" y="565836"/>
                </a:cubicBezTo>
                <a:cubicBezTo>
                  <a:pt x="182183" y="576222"/>
                  <a:pt x="206602" y="578307"/>
                  <a:pt x="230979" y="583884"/>
                </a:cubicBezTo>
                <a:cubicBezTo>
                  <a:pt x="255356" y="589461"/>
                  <a:pt x="279855" y="585337"/>
                  <a:pt x="304120" y="599301"/>
                </a:cubicBezTo>
                <a:cubicBezTo>
                  <a:pt x="328385" y="613264"/>
                  <a:pt x="352572" y="633881"/>
                  <a:pt x="376569" y="667667"/>
                </a:cubicBezTo>
                <a:cubicBezTo>
                  <a:pt x="400566" y="701453"/>
                  <a:pt x="424265" y="757884"/>
                  <a:pt x="448100" y="802019"/>
                </a:cubicBezTo>
                <a:cubicBezTo>
                  <a:pt x="471936" y="846154"/>
                  <a:pt x="495565" y="903894"/>
                  <a:pt x="519581" y="932479"/>
                </a:cubicBezTo>
                <a:cubicBezTo>
                  <a:pt x="543596" y="961064"/>
                  <a:pt x="567763" y="976089"/>
                  <a:pt x="592192" y="973528"/>
                </a:cubicBezTo>
                <a:cubicBezTo>
                  <a:pt x="616620" y="970966"/>
                  <a:pt x="641411" y="941404"/>
                  <a:pt x="666151" y="917108"/>
                </a:cubicBezTo>
                <a:cubicBezTo>
                  <a:pt x="690891" y="892813"/>
                  <a:pt x="715834" y="854865"/>
                  <a:pt x="740632" y="827754"/>
                </a:cubicBezTo>
                <a:cubicBezTo>
                  <a:pt x="765431" y="800643"/>
                  <a:pt x="790178" y="777809"/>
                  <a:pt x="814941" y="754442"/>
                </a:cubicBezTo>
                <a:cubicBezTo>
                  <a:pt x="839704" y="731075"/>
                  <a:pt x="864411" y="711481"/>
                  <a:pt x="889212" y="687550"/>
                </a:cubicBezTo>
                <a:cubicBezTo>
                  <a:pt x="914013" y="663620"/>
                  <a:pt x="938932" y="633338"/>
                  <a:pt x="963744" y="610859"/>
                </a:cubicBezTo>
                <a:cubicBezTo>
                  <a:pt x="988557" y="588380"/>
                  <a:pt x="1013450" y="562903"/>
                  <a:pt x="1038089" y="552676"/>
                </a:cubicBezTo>
                <a:cubicBezTo>
                  <a:pt x="1062728" y="542448"/>
                  <a:pt x="1087157" y="545035"/>
                  <a:pt x="1111579" y="549493"/>
                </a:cubicBezTo>
                <a:cubicBezTo>
                  <a:pt x="1136000" y="553952"/>
                  <a:pt x="1160193" y="575598"/>
                  <a:pt x="1184617" y="579428"/>
                </a:cubicBezTo>
                <a:cubicBezTo>
                  <a:pt x="1209041" y="583258"/>
                  <a:pt x="1233437" y="591725"/>
                  <a:pt x="1258125" y="572475"/>
                </a:cubicBezTo>
                <a:cubicBezTo>
                  <a:pt x="1282814" y="553225"/>
                  <a:pt x="1320311" y="482018"/>
                  <a:pt x="1332748" y="463927"/>
                </a:cubicBezTo>
                <a:cubicBezTo>
                  <a:pt x="1345185" y="445835"/>
                  <a:pt x="1344651" y="490831"/>
                  <a:pt x="1332748" y="46392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78"/>
                </a:srgbClr>
              </a:gs>
              <a:gs pos="18000">
                <a:srgbClr val="767676">
                  <a:alpha val="2756"/>
                </a:srgbClr>
              </a:gs>
              <a:gs pos="48000">
                <a:srgbClr val="767676">
                  <a:alpha val="4444"/>
                </a:srgbClr>
              </a:gs>
              <a:gs pos="78000">
                <a:srgbClr val="767676">
                  <a:alpha val="3332"/>
                </a:srgbClr>
              </a:gs>
              <a:gs pos="100000">
                <a:srgbClr val="767676">
                  <a:alpha val="201"/>
                </a:srgbClr>
              </a:gs>
            </a:gsLst>
            <a:lin ang="10846630" scaled="0"/>
          </a:gradFill>
          <a:ln w="0">
            <a:noFill/>
            <a:prstDash val="solid"/>
          </a:ln>
        </p:spPr>
      </p:sp>
      <p:sp>
        <p:nvSpPr>
          <p:cNvPr id="294" name="PANEL_01-intermittent-gas-core-9-feather-2_76">
            <a:extLst>
              <a:ext uri="{FF2B5EF4-FFF2-40B4-BE49-F238E27FC236}">
                <a16:creationId xmlns:a16="http://schemas.microsoft.com/office/drawing/2014/main" id="{6F96B2A0-56DB-4DF0-AD94-873DB38676C4}"/>
              </a:ext>
            </a:extLst>
          </p:cNvPr>
          <p:cNvSpPr>
            <a:spLocks/>
          </p:cNvSpPr>
          <p:nvPr/>
        </p:nvSpPr>
        <p:spPr>
          <a:xfrm>
            <a:off x="4029758" y="1388065"/>
            <a:ext cx="1281138" cy="652863"/>
          </a:xfrm>
          <a:custGeom>
            <a:pathLst>
              <a:path w="1345026" h="685420">
                <a:moveTo>
                  <a:pt x="1332662" y="304002"/>
                </a:moveTo>
                <a:cubicBezTo>
                  <a:pt x="1320668" y="284800"/>
                  <a:pt x="1284707" y="222525"/>
                  <a:pt x="1260695" y="188791"/>
                </a:cubicBezTo>
                <a:cubicBezTo>
                  <a:pt x="1236683" y="155057"/>
                  <a:pt x="1212675" y="123984"/>
                  <a:pt x="1188589" y="101599"/>
                </a:cubicBezTo>
                <a:cubicBezTo>
                  <a:pt x="1164502" y="79214"/>
                  <a:pt x="1140300" y="68899"/>
                  <a:pt x="1116175" y="54482"/>
                </a:cubicBezTo>
                <a:cubicBezTo>
                  <a:pt x="1092051" y="40066"/>
                  <a:pt x="1068067" y="22632"/>
                  <a:pt x="1043841" y="15098"/>
                </a:cubicBezTo>
                <a:cubicBezTo>
                  <a:pt x="1019616" y="7563"/>
                  <a:pt x="995396" y="0"/>
                  <a:pt x="970820" y="9274"/>
                </a:cubicBezTo>
                <a:cubicBezTo>
                  <a:pt x="946243" y="18548"/>
                  <a:pt x="921160" y="52610"/>
                  <a:pt x="896384" y="70741"/>
                </a:cubicBezTo>
                <a:cubicBezTo>
                  <a:pt x="871607" y="88872"/>
                  <a:pt x="846661" y="117784"/>
                  <a:pt x="822160" y="118060"/>
                </a:cubicBezTo>
                <a:cubicBezTo>
                  <a:pt x="797658" y="118335"/>
                  <a:pt x="773606" y="89999"/>
                  <a:pt x="749372" y="72393"/>
                </a:cubicBezTo>
                <a:cubicBezTo>
                  <a:pt x="725138" y="54787"/>
                  <a:pt x="701156" y="18891"/>
                  <a:pt x="676755" y="12422"/>
                </a:cubicBezTo>
                <a:cubicBezTo>
                  <a:pt x="652354" y="5952"/>
                  <a:pt x="627619" y="21955"/>
                  <a:pt x="602965" y="33576"/>
                </a:cubicBezTo>
                <a:cubicBezTo>
                  <a:pt x="578311" y="45197"/>
                  <a:pt x="553441" y="73128"/>
                  <a:pt x="528832" y="82149"/>
                </a:cubicBezTo>
                <a:cubicBezTo>
                  <a:pt x="504222" y="91170"/>
                  <a:pt x="479821" y="85369"/>
                  <a:pt x="455309" y="87702"/>
                </a:cubicBezTo>
                <a:cubicBezTo>
                  <a:pt x="430797" y="90034"/>
                  <a:pt x="406346" y="87559"/>
                  <a:pt x="381759" y="96144"/>
                </a:cubicBezTo>
                <a:cubicBezTo>
                  <a:pt x="357172" y="104730"/>
                  <a:pt x="332384" y="129406"/>
                  <a:pt x="307788" y="139217"/>
                </a:cubicBezTo>
                <a:cubicBezTo>
                  <a:pt x="283192" y="149028"/>
                  <a:pt x="258642" y="155862"/>
                  <a:pt x="234183" y="155009"/>
                </a:cubicBezTo>
                <a:cubicBezTo>
                  <a:pt x="209723" y="154156"/>
                  <a:pt x="185508" y="133141"/>
                  <a:pt x="161030" y="134099"/>
                </a:cubicBezTo>
                <a:cubicBezTo>
                  <a:pt x="136552" y="135058"/>
                  <a:pt x="112074" y="135426"/>
                  <a:pt x="87314" y="160758"/>
                </a:cubicBezTo>
                <a:cubicBezTo>
                  <a:pt x="62555" y="186091"/>
                  <a:pt x="24947" y="265204"/>
                  <a:pt x="12473" y="286093"/>
                </a:cubicBezTo>
                <a:cubicBezTo>
                  <a:pt x="0" y="306982"/>
                  <a:pt x="332" y="278743"/>
                  <a:pt x="12473" y="286093"/>
                </a:cubicBezTo>
                <a:cubicBezTo>
                  <a:pt x="24615" y="293443"/>
                  <a:pt x="61009" y="318126"/>
                  <a:pt x="85320" y="330194"/>
                </a:cubicBezTo>
                <a:cubicBezTo>
                  <a:pt x="109631" y="342262"/>
                  <a:pt x="133978" y="351150"/>
                  <a:pt x="158341" y="358504"/>
                </a:cubicBezTo>
                <a:cubicBezTo>
                  <a:pt x="182704" y="365857"/>
                  <a:pt x="207122" y="368492"/>
                  <a:pt x="231500" y="374315"/>
                </a:cubicBezTo>
                <a:cubicBezTo>
                  <a:pt x="255878" y="380138"/>
                  <a:pt x="280326" y="380473"/>
                  <a:pt x="304608" y="393441"/>
                </a:cubicBezTo>
                <a:cubicBezTo>
                  <a:pt x="328891" y="406409"/>
                  <a:pt x="353106" y="425022"/>
                  <a:pt x="377196" y="452124"/>
                </a:cubicBezTo>
                <a:cubicBezTo>
                  <a:pt x="401286" y="479226"/>
                  <a:pt x="425162" y="522495"/>
                  <a:pt x="449146" y="556054"/>
                </a:cubicBezTo>
                <a:cubicBezTo>
                  <a:pt x="473131" y="589612"/>
                  <a:pt x="496975" y="632342"/>
                  <a:pt x="521105" y="653476"/>
                </a:cubicBezTo>
                <a:cubicBezTo>
                  <a:pt x="545235" y="674611"/>
                  <a:pt x="569481" y="685420"/>
                  <a:pt x="593926" y="682860"/>
                </a:cubicBezTo>
                <a:cubicBezTo>
                  <a:pt x="618371" y="680301"/>
                  <a:pt x="643084" y="657693"/>
                  <a:pt x="667774" y="638119"/>
                </a:cubicBezTo>
                <a:cubicBezTo>
                  <a:pt x="692464" y="618544"/>
                  <a:pt x="717314" y="588154"/>
                  <a:pt x="742065" y="565412"/>
                </a:cubicBezTo>
                <a:cubicBezTo>
                  <a:pt x="766815" y="542670"/>
                  <a:pt x="791546" y="521932"/>
                  <a:pt x="816278" y="501666"/>
                </a:cubicBezTo>
                <a:cubicBezTo>
                  <a:pt x="841010" y="481401"/>
                  <a:pt x="865712" y="463483"/>
                  <a:pt x="890457" y="443819"/>
                </a:cubicBezTo>
                <a:cubicBezTo>
                  <a:pt x="915202" y="424154"/>
                  <a:pt x="940028" y="400589"/>
                  <a:pt x="964749" y="383677"/>
                </a:cubicBezTo>
                <a:cubicBezTo>
                  <a:pt x="989470" y="366765"/>
                  <a:pt x="1014220" y="348861"/>
                  <a:pt x="1038782" y="342347"/>
                </a:cubicBezTo>
                <a:cubicBezTo>
                  <a:pt x="1063344" y="335833"/>
                  <a:pt x="1087731" y="339486"/>
                  <a:pt x="1112121" y="344594"/>
                </a:cubicBezTo>
                <a:cubicBezTo>
                  <a:pt x="1136512" y="349702"/>
                  <a:pt x="1160732" y="367812"/>
                  <a:pt x="1185125" y="372995"/>
                </a:cubicBezTo>
                <a:cubicBezTo>
                  <a:pt x="1209517" y="378179"/>
                  <a:pt x="1233887" y="387195"/>
                  <a:pt x="1258477" y="375696"/>
                </a:cubicBezTo>
                <a:cubicBezTo>
                  <a:pt x="1283066" y="364198"/>
                  <a:pt x="1320298" y="315951"/>
                  <a:pt x="1332662" y="304002"/>
                </a:cubicBezTo>
                <a:cubicBezTo>
                  <a:pt x="1345026" y="292052"/>
                  <a:pt x="1344657" y="323203"/>
                  <a:pt x="1332662" y="304002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28"/>
                </a:srgbClr>
              </a:gs>
              <a:gs pos="18000">
                <a:srgbClr val="767676">
                  <a:alpha val="3536"/>
                </a:srgbClr>
              </a:gs>
              <a:gs pos="48000">
                <a:srgbClr val="767676">
                  <a:alpha val="5702"/>
                </a:srgbClr>
              </a:gs>
              <a:gs pos="78000">
                <a:srgbClr val="767676">
                  <a:alpha val="4277"/>
                </a:srgbClr>
              </a:gs>
              <a:gs pos="100000">
                <a:srgbClr val="767676">
                  <a:alpha val="257"/>
                </a:srgbClr>
              </a:gs>
            </a:gsLst>
            <a:lin ang="10846630" scaled="0"/>
          </a:gradFill>
          <a:ln w="0">
            <a:noFill/>
            <a:prstDash val="solid"/>
          </a:ln>
        </p:spPr>
      </p:sp>
      <p:sp>
        <p:nvSpPr>
          <p:cNvPr id="295" name="PANEL_01-intermittent-gas-core-9-feather-3_77">
            <a:extLst>
              <a:ext uri="{FF2B5EF4-FFF2-40B4-BE49-F238E27FC236}">
                <a16:creationId xmlns:a16="http://schemas.microsoft.com/office/drawing/2014/main" id="{C5263872-A917-4359-9B50-6813E28C09E9}"/>
              </a:ext>
            </a:extLst>
          </p:cNvPr>
          <p:cNvSpPr>
            <a:spLocks/>
          </p:cNvSpPr>
          <p:nvPr/>
        </p:nvSpPr>
        <p:spPr>
          <a:xfrm>
            <a:off x="4029840" y="1484569"/>
            <a:ext cx="1280986" cy="431825"/>
          </a:xfrm>
          <a:custGeom>
            <a:pathLst>
              <a:path w="1344867" h="453359">
                <a:moveTo>
                  <a:pt x="1332576" y="202685"/>
                </a:moveTo>
                <a:cubicBezTo>
                  <a:pt x="1320490" y="191186"/>
                  <a:pt x="1284230" y="155072"/>
                  <a:pt x="1260061" y="133690"/>
                </a:cubicBezTo>
                <a:cubicBezTo>
                  <a:pt x="1235891" y="112308"/>
                  <a:pt x="1211748" y="90488"/>
                  <a:pt x="1187557" y="74395"/>
                </a:cubicBezTo>
                <a:cubicBezTo>
                  <a:pt x="1163366" y="58302"/>
                  <a:pt x="1139128" y="48059"/>
                  <a:pt x="1114916" y="37131"/>
                </a:cubicBezTo>
                <a:cubicBezTo>
                  <a:pt x="1090704" y="26202"/>
                  <a:pt x="1066584" y="13826"/>
                  <a:pt x="1042286" y="8821"/>
                </a:cubicBezTo>
                <a:cubicBezTo>
                  <a:pt x="1017988" y="3817"/>
                  <a:pt x="993675" y="0"/>
                  <a:pt x="969126" y="7101"/>
                </a:cubicBezTo>
                <a:cubicBezTo>
                  <a:pt x="944578" y="14203"/>
                  <a:pt x="919702" y="36883"/>
                  <a:pt x="894995" y="51430"/>
                </a:cubicBezTo>
                <a:cubicBezTo>
                  <a:pt x="870288" y="65977"/>
                  <a:pt x="845456" y="88326"/>
                  <a:pt x="820883" y="94384"/>
                </a:cubicBezTo>
                <a:cubicBezTo>
                  <a:pt x="796310" y="100442"/>
                  <a:pt x="771973" y="91821"/>
                  <a:pt x="747556" y="87779"/>
                </a:cubicBezTo>
                <a:cubicBezTo>
                  <a:pt x="723140" y="83736"/>
                  <a:pt x="698865" y="69743"/>
                  <a:pt x="674386" y="70128"/>
                </a:cubicBezTo>
                <a:cubicBezTo>
                  <a:pt x="649907" y="70513"/>
                  <a:pt x="625259" y="82497"/>
                  <a:pt x="600682" y="90088"/>
                </a:cubicBezTo>
                <a:cubicBezTo>
                  <a:pt x="576105" y="97680"/>
                  <a:pt x="551433" y="112609"/>
                  <a:pt x="526922" y="115678"/>
                </a:cubicBezTo>
                <a:cubicBezTo>
                  <a:pt x="502411" y="118747"/>
                  <a:pt x="478043" y="111544"/>
                  <a:pt x="453616" y="108501"/>
                </a:cubicBezTo>
                <a:cubicBezTo>
                  <a:pt x="429189" y="105459"/>
                  <a:pt x="404817" y="98014"/>
                  <a:pt x="380358" y="97423"/>
                </a:cubicBezTo>
                <a:cubicBezTo>
                  <a:pt x="355899" y="96832"/>
                  <a:pt x="331338" y="104272"/>
                  <a:pt x="306864" y="104955"/>
                </a:cubicBezTo>
                <a:cubicBezTo>
                  <a:pt x="282389" y="105637"/>
                  <a:pt x="257936" y="104825"/>
                  <a:pt x="233512" y="101517"/>
                </a:cubicBezTo>
                <a:cubicBezTo>
                  <a:pt x="209087" y="98210"/>
                  <a:pt x="184784" y="84814"/>
                  <a:pt x="160317" y="85110"/>
                </a:cubicBezTo>
                <a:cubicBezTo>
                  <a:pt x="135850" y="85406"/>
                  <a:pt x="111367" y="86684"/>
                  <a:pt x="86712" y="103295"/>
                </a:cubicBezTo>
                <a:cubicBezTo>
                  <a:pt x="62057" y="119907"/>
                  <a:pt x="24775" y="171197"/>
                  <a:pt x="12387" y="184777"/>
                </a:cubicBezTo>
                <a:cubicBezTo>
                  <a:pt x="0" y="198357"/>
                  <a:pt x="185" y="182669"/>
                  <a:pt x="12387" y="184777"/>
                </a:cubicBezTo>
                <a:cubicBezTo>
                  <a:pt x="24590" y="186885"/>
                  <a:pt x="61198" y="193259"/>
                  <a:pt x="85604" y="197426"/>
                </a:cubicBezTo>
                <a:cubicBezTo>
                  <a:pt x="110010" y="201593"/>
                  <a:pt x="134420" y="205458"/>
                  <a:pt x="158823" y="209779"/>
                </a:cubicBezTo>
                <a:cubicBezTo>
                  <a:pt x="183226" y="214101"/>
                  <a:pt x="207642" y="217286"/>
                  <a:pt x="232021" y="223354"/>
                </a:cubicBezTo>
                <a:cubicBezTo>
                  <a:pt x="256400" y="229423"/>
                  <a:pt x="280797" y="234218"/>
                  <a:pt x="305097" y="246190"/>
                </a:cubicBezTo>
                <a:cubicBezTo>
                  <a:pt x="329397" y="258163"/>
                  <a:pt x="353640" y="274772"/>
                  <a:pt x="377823" y="295190"/>
                </a:cubicBezTo>
                <a:cubicBezTo>
                  <a:pt x="402005" y="315608"/>
                  <a:pt x="426058" y="345715"/>
                  <a:pt x="450192" y="368697"/>
                </a:cubicBezTo>
                <a:cubicBezTo>
                  <a:pt x="474327" y="391679"/>
                  <a:pt x="498385" y="419397"/>
                  <a:pt x="522629" y="433082"/>
                </a:cubicBezTo>
                <a:cubicBezTo>
                  <a:pt x="546874" y="446766"/>
                  <a:pt x="571199" y="453359"/>
                  <a:pt x="595660" y="450802"/>
                </a:cubicBezTo>
                <a:cubicBezTo>
                  <a:pt x="620121" y="448244"/>
                  <a:pt x="644757" y="432591"/>
                  <a:pt x="669397" y="417737"/>
                </a:cubicBezTo>
                <a:cubicBezTo>
                  <a:pt x="694036" y="402883"/>
                  <a:pt x="718793" y="380051"/>
                  <a:pt x="743497" y="361678"/>
                </a:cubicBezTo>
                <a:cubicBezTo>
                  <a:pt x="768200" y="343305"/>
                  <a:pt x="792915" y="324663"/>
                  <a:pt x="817616" y="307499"/>
                </a:cubicBezTo>
                <a:cubicBezTo>
                  <a:pt x="842317" y="290335"/>
                  <a:pt x="867013" y="274094"/>
                  <a:pt x="891702" y="258695"/>
                </a:cubicBezTo>
                <a:cubicBezTo>
                  <a:pt x="916392" y="243296"/>
                  <a:pt x="941125" y="226448"/>
                  <a:pt x="965753" y="215103"/>
                </a:cubicBezTo>
                <a:cubicBezTo>
                  <a:pt x="990382" y="203758"/>
                  <a:pt x="1014991" y="193427"/>
                  <a:pt x="1039476" y="190627"/>
                </a:cubicBezTo>
                <a:cubicBezTo>
                  <a:pt x="1063961" y="187827"/>
                  <a:pt x="1088304" y="192546"/>
                  <a:pt x="1112664" y="198304"/>
                </a:cubicBezTo>
                <a:cubicBezTo>
                  <a:pt x="1137023" y="204061"/>
                  <a:pt x="1161272" y="218634"/>
                  <a:pt x="1185632" y="225171"/>
                </a:cubicBezTo>
                <a:cubicBezTo>
                  <a:pt x="1209993" y="231708"/>
                  <a:pt x="1234337" y="241274"/>
                  <a:pt x="1258828" y="237526"/>
                </a:cubicBezTo>
                <a:cubicBezTo>
                  <a:pt x="1283319" y="233779"/>
                  <a:pt x="1320285" y="208492"/>
                  <a:pt x="1332576" y="202685"/>
                </a:cubicBezTo>
                <a:cubicBezTo>
                  <a:pt x="1344867" y="196878"/>
                  <a:pt x="1344662" y="214184"/>
                  <a:pt x="1332576" y="202685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67"/>
                </a:srgbClr>
              </a:gs>
              <a:gs pos="18000">
                <a:srgbClr val="767676">
                  <a:alpha val="4133"/>
                </a:srgbClr>
              </a:gs>
              <a:gs pos="48000">
                <a:srgbClr val="767676">
                  <a:alpha val="6666"/>
                </a:srgbClr>
              </a:gs>
              <a:gs pos="78000">
                <a:srgbClr val="767676">
                  <a:alpha val="5000"/>
                </a:srgbClr>
              </a:gs>
              <a:gs pos="100000">
                <a:srgbClr val="767676">
                  <a:alpha val="299"/>
                </a:srgbClr>
              </a:gs>
            </a:gsLst>
            <a:lin ang="10846630" scaled="0"/>
          </a:gradFill>
          <a:ln w="0">
            <a:noFill/>
            <a:prstDash val="solid"/>
          </a:ln>
        </p:spPr>
      </p:sp>
      <p:sp>
        <p:nvSpPr>
          <p:cNvPr id="296" name="PANEL_01-intermittent-gas-wisp-9-feather-0_78">
            <a:extLst>
              <a:ext uri="{FF2B5EF4-FFF2-40B4-BE49-F238E27FC236}">
                <a16:creationId xmlns:a16="http://schemas.microsoft.com/office/drawing/2014/main" id="{13FFCA15-AB7C-4DAE-9798-58CB0700A11B}"/>
              </a:ext>
            </a:extLst>
          </p:cNvPr>
          <p:cNvSpPr>
            <a:spLocks/>
          </p:cNvSpPr>
          <p:nvPr/>
        </p:nvSpPr>
        <p:spPr>
          <a:xfrm>
            <a:off x="4013451" y="1902760"/>
            <a:ext cx="920333" cy="480931"/>
          </a:xfrm>
          <a:custGeom>
            <a:pathLst>
              <a:path w="966229" h="504914">
                <a:moveTo>
                  <a:pt x="957309" y="270934"/>
                </a:moveTo>
                <a:cubicBezTo>
                  <a:pt x="948673" y="261533"/>
                  <a:pt x="922887" y="224971"/>
                  <a:pt x="905494" y="214529"/>
                </a:cubicBezTo>
                <a:cubicBezTo>
                  <a:pt x="888100" y="204086"/>
                  <a:pt x="870464" y="210526"/>
                  <a:pt x="852948" y="208278"/>
                </a:cubicBezTo>
                <a:cubicBezTo>
                  <a:pt x="835433" y="206029"/>
                  <a:pt x="817776" y="213130"/>
                  <a:pt x="800400" y="201038"/>
                </a:cubicBezTo>
                <a:cubicBezTo>
                  <a:pt x="783024" y="188946"/>
                  <a:pt x="765886" y="161033"/>
                  <a:pt x="748693" y="135726"/>
                </a:cubicBezTo>
                <a:cubicBezTo>
                  <a:pt x="731500" y="110419"/>
                  <a:pt x="714532" y="68824"/>
                  <a:pt x="697241" y="49196"/>
                </a:cubicBezTo>
                <a:cubicBezTo>
                  <a:pt x="679950" y="29569"/>
                  <a:pt x="662464" y="22519"/>
                  <a:pt x="644948" y="17963"/>
                </a:cubicBezTo>
                <a:cubicBezTo>
                  <a:pt x="627432" y="13406"/>
                  <a:pt x="609705" y="23637"/>
                  <a:pt x="592145" y="21859"/>
                </a:cubicBezTo>
                <a:cubicBezTo>
                  <a:pt x="574585" y="20081"/>
                  <a:pt x="557143" y="9593"/>
                  <a:pt x="539588" y="7296"/>
                </a:cubicBezTo>
                <a:cubicBezTo>
                  <a:pt x="522034" y="4999"/>
                  <a:pt x="504510" y="0"/>
                  <a:pt x="486818" y="8077"/>
                </a:cubicBezTo>
                <a:cubicBezTo>
                  <a:pt x="469125" y="16155"/>
                  <a:pt x="451177" y="43702"/>
                  <a:pt x="433435" y="55760"/>
                </a:cubicBezTo>
                <a:cubicBezTo>
                  <a:pt x="415693" y="67817"/>
                  <a:pt x="397913" y="83382"/>
                  <a:pt x="380364" y="80420"/>
                </a:cubicBezTo>
                <a:cubicBezTo>
                  <a:pt x="362815" y="77459"/>
                  <a:pt x="345576" y="50207"/>
                  <a:pt x="328141" y="37993"/>
                </a:cubicBezTo>
                <a:cubicBezTo>
                  <a:pt x="310707" y="25779"/>
                  <a:pt x="293368" y="5224"/>
                  <a:pt x="275755" y="7138"/>
                </a:cubicBezTo>
                <a:cubicBezTo>
                  <a:pt x="258142" y="9051"/>
                  <a:pt x="240272" y="31429"/>
                  <a:pt x="222463" y="49474"/>
                </a:cubicBezTo>
                <a:cubicBezTo>
                  <a:pt x="204654" y="67519"/>
                  <a:pt x="186711" y="96880"/>
                  <a:pt x="168900" y="115408"/>
                </a:cubicBezTo>
                <a:cubicBezTo>
                  <a:pt x="151089" y="133936"/>
                  <a:pt x="133365" y="145527"/>
                  <a:pt x="115598" y="160642"/>
                </a:cubicBezTo>
                <a:cubicBezTo>
                  <a:pt x="97831" y="175757"/>
                  <a:pt x="80081" y="189845"/>
                  <a:pt x="62298" y="206098"/>
                </a:cubicBezTo>
                <a:cubicBezTo>
                  <a:pt x="44515" y="222350"/>
                  <a:pt x="17800" y="249481"/>
                  <a:pt x="8900" y="258157"/>
                </a:cubicBezTo>
                <a:cubicBezTo>
                  <a:pt x="0" y="266834"/>
                  <a:pt x="219" y="248082"/>
                  <a:pt x="8900" y="258157"/>
                </a:cubicBezTo>
                <a:cubicBezTo>
                  <a:pt x="17581" y="268232"/>
                  <a:pt x="43627" y="298831"/>
                  <a:pt x="60985" y="318607"/>
                </a:cubicBezTo>
                <a:cubicBezTo>
                  <a:pt x="78342" y="338384"/>
                  <a:pt x="95655" y="360857"/>
                  <a:pt x="113044" y="376818"/>
                </a:cubicBezTo>
                <a:cubicBezTo>
                  <a:pt x="130433" y="392780"/>
                  <a:pt x="147834" y="407212"/>
                  <a:pt x="165321" y="414376"/>
                </a:cubicBezTo>
                <a:cubicBezTo>
                  <a:pt x="182808" y="421539"/>
                  <a:pt x="200391" y="420280"/>
                  <a:pt x="217965" y="419801"/>
                </a:cubicBezTo>
                <a:cubicBezTo>
                  <a:pt x="235539" y="419322"/>
                  <a:pt x="253174" y="413737"/>
                  <a:pt x="270766" y="411502"/>
                </a:cubicBezTo>
                <a:cubicBezTo>
                  <a:pt x="288359" y="409267"/>
                  <a:pt x="305925" y="409013"/>
                  <a:pt x="323520" y="406392"/>
                </a:cubicBezTo>
                <a:cubicBezTo>
                  <a:pt x="341116" y="403772"/>
                  <a:pt x="358699" y="401927"/>
                  <a:pt x="376338" y="395779"/>
                </a:cubicBezTo>
                <a:cubicBezTo>
                  <a:pt x="393978" y="389631"/>
                  <a:pt x="411696" y="377280"/>
                  <a:pt x="429356" y="369503"/>
                </a:cubicBezTo>
                <a:cubicBezTo>
                  <a:pt x="447016" y="361726"/>
                  <a:pt x="464745" y="348904"/>
                  <a:pt x="482297" y="349117"/>
                </a:cubicBezTo>
                <a:cubicBezTo>
                  <a:pt x="499850" y="349330"/>
                  <a:pt x="517314" y="356571"/>
                  <a:pt x="534673" y="370780"/>
                </a:cubicBezTo>
                <a:cubicBezTo>
                  <a:pt x="552032" y="384989"/>
                  <a:pt x="569187" y="414119"/>
                  <a:pt x="586451" y="434368"/>
                </a:cubicBezTo>
                <a:cubicBezTo>
                  <a:pt x="603716" y="454617"/>
                  <a:pt x="620876" y="481452"/>
                  <a:pt x="638258" y="492275"/>
                </a:cubicBezTo>
                <a:cubicBezTo>
                  <a:pt x="655641" y="503099"/>
                  <a:pt x="673137" y="504914"/>
                  <a:pt x="690748" y="499311"/>
                </a:cubicBezTo>
                <a:cubicBezTo>
                  <a:pt x="708359" y="493707"/>
                  <a:pt x="726167" y="474196"/>
                  <a:pt x="743926" y="458654"/>
                </a:cubicBezTo>
                <a:cubicBezTo>
                  <a:pt x="761684" y="443111"/>
                  <a:pt x="779528" y="422095"/>
                  <a:pt x="797300" y="406054"/>
                </a:cubicBezTo>
                <a:cubicBezTo>
                  <a:pt x="815072" y="390013"/>
                  <a:pt x="832812" y="376477"/>
                  <a:pt x="850560" y="362409"/>
                </a:cubicBezTo>
                <a:cubicBezTo>
                  <a:pt x="868308" y="348341"/>
                  <a:pt x="885999" y="336892"/>
                  <a:pt x="903790" y="321646"/>
                </a:cubicBezTo>
                <a:cubicBezTo>
                  <a:pt x="921581" y="306400"/>
                  <a:pt x="948389" y="279386"/>
                  <a:pt x="957309" y="270934"/>
                </a:cubicBezTo>
                <a:cubicBezTo>
                  <a:pt x="966229" y="262482"/>
                  <a:pt x="965945" y="280335"/>
                  <a:pt x="957309" y="270934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80"/>
                </a:srgbClr>
              </a:gs>
              <a:gs pos="18000">
                <a:srgbClr val="919191">
                  <a:alpha val="1239"/>
                </a:srgbClr>
              </a:gs>
              <a:gs pos="48000">
                <a:srgbClr val="919191">
                  <a:alpha val="1999"/>
                </a:srgbClr>
              </a:gs>
              <a:gs pos="78000">
                <a:srgbClr val="919191">
                  <a:alpha val="1499"/>
                </a:srgbClr>
              </a:gs>
              <a:gs pos="100000">
                <a:srgbClr val="919191">
                  <a:alpha val="90"/>
                </a:srgbClr>
              </a:gs>
            </a:gsLst>
            <a:lin ang="10846312" scaled="0"/>
          </a:gradFill>
          <a:ln w="0">
            <a:noFill/>
            <a:prstDash val="solid"/>
          </a:ln>
        </p:spPr>
      </p:sp>
      <p:sp>
        <p:nvSpPr>
          <p:cNvPr id="297" name="PANEL_01-intermittent-gas-wisp-9-feather-1_79">
            <a:extLst>
              <a:ext uri="{FF2B5EF4-FFF2-40B4-BE49-F238E27FC236}">
                <a16:creationId xmlns:a16="http://schemas.microsoft.com/office/drawing/2014/main" id="{DA8F0722-39AA-415E-AF1B-19A617F83024}"/>
              </a:ext>
            </a:extLst>
          </p:cNvPr>
          <p:cNvSpPr>
            <a:spLocks/>
          </p:cNvSpPr>
          <p:nvPr/>
        </p:nvSpPr>
        <p:spPr>
          <a:xfrm>
            <a:off x="4013478" y="1951655"/>
            <a:ext cx="920280" cy="387526"/>
          </a:xfrm>
          <a:custGeom>
            <a:pathLst>
              <a:path w="966174" h="406851">
                <a:moveTo>
                  <a:pt x="957281" y="219600"/>
                </a:moveTo>
                <a:cubicBezTo>
                  <a:pt x="948610" y="212426"/>
                  <a:pt x="922690" y="184186"/>
                  <a:pt x="905253" y="176552"/>
                </a:cubicBezTo>
                <a:cubicBezTo>
                  <a:pt x="887817" y="168917"/>
                  <a:pt x="870192" y="174848"/>
                  <a:pt x="852660" y="173792"/>
                </a:cubicBezTo>
                <a:cubicBezTo>
                  <a:pt x="835128" y="172736"/>
                  <a:pt x="817482" y="179140"/>
                  <a:pt x="800062" y="170216"/>
                </a:cubicBezTo>
                <a:cubicBezTo>
                  <a:pt x="782641" y="161292"/>
                  <a:pt x="765408" y="139958"/>
                  <a:pt x="748136" y="120249"/>
                </a:cubicBezTo>
                <a:cubicBezTo>
                  <a:pt x="730865" y="100541"/>
                  <a:pt x="713773" y="67847"/>
                  <a:pt x="696433" y="51965"/>
                </a:cubicBezTo>
                <a:cubicBezTo>
                  <a:pt x="679093" y="36082"/>
                  <a:pt x="661606" y="29611"/>
                  <a:pt x="644097" y="24953"/>
                </a:cubicBezTo>
                <a:cubicBezTo>
                  <a:pt x="626588" y="20295"/>
                  <a:pt x="608919" y="26784"/>
                  <a:pt x="591379" y="24014"/>
                </a:cubicBezTo>
                <a:cubicBezTo>
                  <a:pt x="573838" y="21244"/>
                  <a:pt x="556391" y="11434"/>
                  <a:pt x="538852" y="8333"/>
                </a:cubicBezTo>
                <a:cubicBezTo>
                  <a:pt x="521313" y="5231"/>
                  <a:pt x="503798" y="0"/>
                  <a:pt x="486145" y="5404"/>
                </a:cubicBezTo>
                <a:cubicBezTo>
                  <a:pt x="468492" y="10809"/>
                  <a:pt x="450636" y="31614"/>
                  <a:pt x="432935" y="40758"/>
                </a:cubicBezTo>
                <a:cubicBezTo>
                  <a:pt x="415234" y="49902"/>
                  <a:pt x="397497" y="62171"/>
                  <a:pt x="379938" y="60268"/>
                </a:cubicBezTo>
                <a:cubicBezTo>
                  <a:pt x="362379" y="58366"/>
                  <a:pt x="345055" y="37961"/>
                  <a:pt x="327578" y="29343"/>
                </a:cubicBezTo>
                <a:cubicBezTo>
                  <a:pt x="310101" y="20725"/>
                  <a:pt x="292695" y="5968"/>
                  <a:pt x="275076" y="8563"/>
                </a:cubicBezTo>
                <a:cubicBezTo>
                  <a:pt x="257458" y="11158"/>
                  <a:pt x="239637" y="29895"/>
                  <a:pt x="221867" y="44914"/>
                </a:cubicBezTo>
                <a:cubicBezTo>
                  <a:pt x="204097" y="59934"/>
                  <a:pt x="186224" y="83726"/>
                  <a:pt x="168458" y="98682"/>
                </a:cubicBezTo>
                <a:cubicBezTo>
                  <a:pt x="150692" y="113639"/>
                  <a:pt x="132996" y="122927"/>
                  <a:pt x="115271" y="134653"/>
                </a:cubicBezTo>
                <a:cubicBezTo>
                  <a:pt x="97545" y="146380"/>
                  <a:pt x="79837" y="157014"/>
                  <a:pt x="62104" y="169043"/>
                </a:cubicBezTo>
                <a:cubicBezTo>
                  <a:pt x="44371" y="181071"/>
                  <a:pt x="17744" y="200527"/>
                  <a:pt x="8872" y="206824"/>
                </a:cubicBezTo>
                <a:cubicBezTo>
                  <a:pt x="0" y="213121"/>
                  <a:pt x="171" y="198494"/>
                  <a:pt x="8872" y="206824"/>
                </a:cubicBezTo>
                <a:cubicBezTo>
                  <a:pt x="17573" y="215153"/>
                  <a:pt x="43678" y="240726"/>
                  <a:pt x="61079" y="256800"/>
                </a:cubicBezTo>
                <a:cubicBezTo>
                  <a:pt x="78480" y="272875"/>
                  <a:pt x="95847" y="290758"/>
                  <a:pt x="113279" y="303271"/>
                </a:cubicBezTo>
                <a:cubicBezTo>
                  <a:pt x="130710" y="315784"/>
                  <a:pt x="148153" y="326794"/>
                  <a:pt x="165666" y="331877"/>
                </a:cubicBezTo>
                <a:cubicBezTo>
                  <a:pt x="183179" y="336960"/>
                  <a:pt x="200772" y="335088"/>
                  <a:pt x="218358" y="333770"/>
                </a:cubicBezTo>
                <a:cubicBezTo>
                  <a:pt x="235945" y="332452"/>
                  <a:pt x="253583" y="326813"/>
                  <a:pt x="271185" y="323967"/>
                </a:cubicBezTo>
                <a:cubicBezTo>
                  <a:pt x="288788" y="321122"/>
                  <a:pt x="306372" y="319648"/>
                  <a:pt x="323974" y="316694"/>
                </a:cubicBezTo>
                <a:cubicBezTo>
                  <a:pt x="341576" y="313741"/>
                  <a:pt x="359168" y="311451"/>
                  <a:pt x="376798" y="306248"/>
                </a:cubicBezTo>
                <a:cubicBezTo>
                  <a:pt x="394428" y="301045"/>
                  <a:pt x="412117" y="291284"/>
                  <a:pt x="429753" y="285478"/>
                </a:cubicBezTo>
                <a:cubicBezTo>
                  <a:pt x="447390" y="279673"/>
                  <a:pt x="465075" y="270353"/>
                  <a:pt x="482619" y="271415"/>
                </a:cubicBezTo>
                <a:cubicBezTo>
                  <a:pt x="500163" y="272477"/>
                  <a:pt x="517632" y="279458"/>
                  <a:pt x="535019" y="291850"/>
                </a:cubicBezTo>
                <a:cubicBezTo>
                  <a:pt x="552405" y="304243"/>
                  <a:pt x="569628" y="328594"/>
                  <a:pt x="586938" y="345771"/>
                </a:cubicBezTo>
                <a:cubicBezTo>
                  <a:pt x="604248" y="362949"/>
                  <a:pt x="621475" y="385370"/>
                  <a:pt x="638880" y="394917"/>
                </a:cubicBezTo>
                <a:cubicBezTo>
                  <a:pt x="656285" y="404464"/>
                  <a:pt x="673779" y="406851"/>
                  <a:pt x="691368" y="403054"/>
                </a:cubicBezTo>
                <a:cubicBezTo>
                  <a:pt x="708958" y="399256"/>
                  <a:pt x="726705" y="384287"/>
                  <a:pt x="744417" y="372133"/>
                </a:cubicBezTo>
                <a:cubicBezTo>
                  <a:pt x="762130" y="359979"/>
                  <a:pt x="779914" y="343149"/>
                  <a:pt x="797644" y="330129"/>
                </a:cubicBezTo>
                <a:cubicBezTo>
                  <a:pt x="815374" y="317109"/>
                  <a:pt x="833083" y="305686"/>
                  <a:pt x="850797" y="294015"/>
                </a:cubicBezTo>
                <a:cubicBezTo>
                  <a:pt x="868510" y="282344"/>
                  <a:pt x="886177" y="272505"/>
                  <a:pt x="903925" y="260103"/>
                </a:cubicBezTo>
                <a:cubicBezTo>
                  <a:pt x="921672" y="247701"/>
                  <a:pt x="948388" y="226351"/>
                  <a:pt x="957281" y="219600"/>
                </a:cubicBezTo>
                <a:cubicBezTo>
                  <a:pt x="966174" y="212850"/>
                  <a:pt x="965952" y="226775"/>
                  <a:pt x="957281" y="219600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07"/>
                </a:srgbClr>
              </a:gs>
              <a:gs pos="18000">
                <a:srgbClr val="767676">
                  <a:alpha val="1652"/>
                </a:srgbClr>
              </a:gs>
              <a:gs pos="48000">
                <a:srgbClr val="767676">
                  <a:alpha val="2666"/>
                </a:srgbClr>
              </a:gs>
              <a:gs pos="78000">
                <a:srgbClr val="767676">
                  <a:alpha val="1999"/>
                </a:srgbClr>
              </a:gs>
              <a:gs pos="100000">
                <a:srgbClr val="767676">
                  <a:alpha val="121"/>
                </a:srgbClr>
              </a:gs>
            </a:gsLst>
            <a:lin ang="10846312" scaled="0"/>
          </a:gradFill>
          <a:ln w="0">
            <a:noFill/>
            <a:prstDash val="solid"/>
          </a:ln>
        </p:spPr>
      </p:sp>
      <p:sp>
        <p:nvSpPr>
          <p:cNvPr id="298" name="PANEL_01-intermittent-gas-wisp-9-feather-2_80">
            <a:extLst>
              <a:ext uri="{FF2B5EF4-FFF2-40B4-BE49-F238E27FC236}">
                <a16:creationId xmlns:a16="http://schemas.microsoft.com/office/drawing/2014/main" id="{A017EE23-0214-4ACC-AD02-8B4E7724EFFE}"/>
              </a:ext>
            </a:extLst>
          </p:cNvPr>
          <p:cNvSpPr>
            <a:spLocks/>
          </p:cNvSpPr>
          <p:nvPr/>
        </p:nvSpPr>
        <p:spPr>
          <a:xfrm>
            <a:off x="4013506" y="2004995"/>
            <a:ext cx="920223" cy="285629"/>
          </a:xfrm>
          <a:custGeom>
            <a:pathLst>
              <a:path w="966114" h="299873">
                <a:moveTo>
                  <a:pt x="957251" y="163600"/>
                </a:moveTo>
                <a:cubicBezTo>
                  <a:pt x="948541" y="158854"/>
                  <a:pt x="922476" y="139694"/>
                  <a:pt x="904991" y="135122"/>
                </a:cubicBezTo>
                <a:cubicBezTo>
                  <a:pt x="887507" y="130551"/>
                  <a:pt x="869894" y="135927"/>
                  <a:pt x="852345" y="136172"/>
                </a:cubicBezTo>
                <a:cubicBezTo>
                  <a:pt x="834795" y="136417"/>
                  <a:pt x="817162" y="142061"/>
                  <a:pt x="799693" y="136593"/>
                </a:cubicBezTo>
                <a:cubicBezTo>
                  <a:pt x="782224" y="131125"/>
                  <a:pt x="764885" y="116967"/>
                  <a:pt x="747528" y="103366"/>
                </a:cubicBezTo>
                <a:cubicBezTo>
                  <a:pt x="730171" y="89765"/>
                  <a:pt x="712944" y="66782"/>
                  <a:pt x="695551" y="54984"/>
                </a:cubicBezTo>
                <a:cubicBezTo>
                  <a:pt x="678158" y="43186"/>
                  <a:pt x="660671" y="37349"/>
                  <a:pt x="643170" y="32579"/>
                </a:cubicBezTo>
                <a:cubicBezTo>
                  <a:pt x="625668" y="27809"/>
                  <a:pt x="608063" y="30218"/>
                  <a:pt x="590543" y="26366"/>
                </a:cubicBezTo>
                <a:cubicBezTo>
                  <a:pt x="573023" y="22513"/>
                  <a:pt x="555572" y="13444"/>
                  <a:pt x="538050" y="9464"/>
                </a:cubicBezTo>
                <a:cubicBezTo>
                  <a:pt x="520528" y="5484"/>
                  <a:pt x="503021" y="0"/>
                  <a:pt x="485411" y="2488"/>
                </a:cubicBezTo>
                <a:cubicBezTo>
                  <a:pt x="467801" y="4976"/>
                  <a:pt x="450045" y="18428"/>
                  <a:pt x="432389" y="24394"/>
                </a:cubicBezTo>
                <a:cubicBezTo>
                  <a:pt x="414733" y="30359"/>
                  <a:pt x="397044" y="39032"/>
                  <a:pt x="379474" y="38284"/>
                </a:cubicBezTo>
                <a:cubicBezTo>
                  <a:pt x="361903" y="37536"/>
                  <a:pt x="344487" y="24601"/>
                  <a:pt x="326964" y="19907"/>
                </a:cubicBezTo>
                <a:cubicBezTo>
                  <a:pt x="309441" y="15212"/>
                  <a:pt x="291960" y="6779"/>
                  <a:pt x="274336" y="10118"/>
                </a:cubicBezTo>
                <a:cubicBezTo>
                  <a:pt x="256711" y="13457"/>
                  <a:pt x="238944" y="28221"/>
                  <a:pt x="221217" y="39941"/>
                </a:cubicBezTo>
                <a:cubicBezTo>
                  <a:pt x="203490" y="51660"/>
                  <a:pt x="185693" y="69376"/>
                  <a:pt x="167975" y="80436"/>
                </a:cubicBezTo>
                <a:cubicBezTo>
                  <a:pt x="150258" y="91496"/>
                  <a:pt x="132594" y="98272"/>
                  <a:pt x="114914" y="106303"/>
                </a:cubicBezTo>
                <a:cubicBezTo>
                  <a:pt x="97233" y="114333"/>
                  <a:pt x="79570" y="121199"/>
                  <a:pt x="61892" y="128619"/>
                </a:cubicBezTo>
                <a:cubicBezTo>
                  <a:pt x="44213" y="136039"/>
                  <a:pt x="17683" y="147123"/>
                  <a:pt x="8842" y="150823"/>
                </a:cubicBezTo>
                <a:cubicBezTo>
                  <a:pt x="0" y="154524"/>
                  <a:pt x="118" y="144398"/>
                  <a:pt x="8842" y="150823"/>
                </a:cubicBezTo>
                <a:cubicBezTo>
                  <a:pt x="17565" y="157249"/>
                  <a:pt x="43734" y="177338"/>
                  <a:pt x="61182" y="189374"/>
                </a:cubicBezTo>
                <a:cubicBezTo>
                  <a:pt x="78631" y="201410"/>
                  <a:pt x="96058" y="214287"/>
                  <a:pt x="113535" y="223038"/>
                </a:cubicBezTo>
                <a:cubicBezTo>
                  <a:pt x="131011" y="231789"/>
                  <a:pt x="148501" y="239065"/>
                  <a:pt x="166043" y="241878"/>
                </a:cubicBezTo>
                <a:cubicBezTo>
                  <a:pt x="183585" y="244692"/>
                  <a:pt x="201188" y="242151"/>
                  <a:pt x="218788" y="239918"/>
                </a:cubicBezTo>
                <a:cubicBezTo>
                  <a:pt x="236388" y="237684"/>
                  <a:pt x="254029" y="231988"/>
                  <a:pt x="271642" y="228475"/>
                </a:cubicBezTo>
                <a:cubicBezTo>
                  <a:pt x="289256" y="224963"/>
                  <a:pt x="306859" y="222159"/>
                  <a:pt x="324468" y="218842"/>
                </a:cubicBezTo>
                <a:cubicBezTo>
                  <a:pt x="342078" y="215526"/>
                  <a:pt x="359680" y="212749"/>
                  <a:pt x="377300" y="208578"/>
                </a:cubicBezTo>
                <a:cubicBezTo>
                  <a:pt x="394920" y="204406"/>
                  <a:pt x="412575" y="197470"/>
                  <a:pt x="430187" y="193815"/>
                </a:cubicBezTo>
                <a:cubicBezTo>
                  <a:pt x="447798" y="190160"/>
                  <a:pt x="465435" y="184661"/>
                  <a:pt x="482970" y="186650"/>
                </a:cubicBezTo>
                <a:cubicBezTo>
                  <a:pt x="500505" y="188638"/>
                  <a:pt x="517979" y="195334"/>
                  <a:pt x="535395" y="205745"/>
                </a:cubicBezTo>
                <a:cubicBezTo>
                  <a:pt x="552812" y="216157"/>
                  <a:pt x="570108" y="235293"/>
                  <a:pt x="587469" y="249121"/>
                </a:cubicBezTo>
                <a:cubicBezTo>
                  <a:pt x="604829" y="262948"/>
                  <a:pt x="622128" y="280553"/>
                  <a:pt x="639558" y="288708"/>
                </a:cubicBezTo>
                <a:cubicBezTo>
                  <a:pt x="656987" y="296862"/>
                  <a:pt x="674479" y="299873"/>
                  <a:pt x="692045" y="298046"/>
                </a:cubicBezTo>
                <a:cubicBezTo>
                  <a:pt x="709611" y="296219"/>
                  <a:pt x="727291" y="286204"/>
                  <a:pt x="744954" y="277747"/>
                </a:cubicBezTo>
                <a:cubicBezTo>
                  <a:pt x="762616" y="269290"/>
                  <a:pt x="780336" y="257026"/>
                  <a:pt x="798019" y="247302"/>
                </a:cubicBezTo>
                <a:cubicBezTo>
                  <a:pt x="815703" y="237578"/>
                  <a:pt x="833379" y="228459"/>
                  <a:pt x="851055" y="219403"/>
                </a:cubicBezTo>
                <a:cubicBezTo>
                  <a:pt x="868730" y="210347"/>
                  <a:pt x="886372" y="202266"/>
                  <a:pt x="904071" y="192966"/>
                </a:cubicBezTo>
                <a:cubicBezTo>
                  <a:pt x="921771" y="183665"/>
                  <a:pt x="948387" y="168494"/>
                  <a:pt x="957251" y="163600"/>
                </a:cubicBezTo>
                <a:cubicBezTo>
                  <a:pt x="966114" y="158706"/>
                  <a:pt x="965961" y="168346"/>
                  <a:pt x="957251" y="163600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38"/>
                </a:srgbClr>
              </a:gs>
              <a:gs pos="18000">
                <a:srgbClr val="767676">
                  <a:alpha val="2122"/>
                </a:srgbClr>
              </a:gs>
              <a:gs pos="48000">
                <a:srgbClr val="767676">
                  <a:alpha val="3422"/>
                </a:srgbClr>
              </a:gs>
              <a:gs pos="78000">
                <a:srgbClr val="767676">
                  <a:alpha val="2565"/>
                </a:srgbClr>
              </a:gs>
              <a:gs pos="100000">
                <a:srgbClr val="767676">
                  <a:alpha val="155"/>
                </a:srgbClr>
              </a:gs>
            </a:gsLst>
            <a:lin ang="10846312" scaled="0"/>
          </a:gradFill>
          <a:ln w="0">
            <a:noFill/>
            <a:prstDash val="solid"/>
          </a:ln>
        </p:spPr>
      </p:sp>
      <p:sp>
        <p:nvSpPr>
          <p:cNvPr id="300" name="PANEL_01-gas-flow-direction-102-shaft_217">
            <a:extLst>
              <a:ext uri="{FF2B5EF4-FFF2-40B4-BE49-F238E27FC236}">
                <a16:creationId xmlns:a16="http://schemas.microsoft.com/office/drawing/2014/main" id="{08CA196A-6B92-4146-B0AC-7B825024889A}"/>
              </a:ext>
            </a:extLst>
          </p:cNvPr>
          <p:cNvSpPr>
            <a:spLocks/>
          </p:cNvSpPr>
          <p:nvPr/>
        </p:nvSpPr>
        <p:spPr>
          <a:xfrm>
            <a:off x="6743371" y="4780715"/>
            <a:ext cx="166650" cy="18188"/>
          </a:xfrm>
          <a:custGeom>
            <a:pathLst>
              <a:path w="174961" h="19095">
                <a:moveTo>
                  <a:pt x="0" y="19095"/>
                </a:moveTo>
                <a:lnTo>
                  <a:pt x="174961" y="0"/>
                </a:lnTo>
              </a:path>
            </a:pathLst>
          </a:custGeom>
          <a:noFill/>
          <a:ln w="10954">
            <a:solidFill>
              <a:srgbClr val="555555">
                <a:alpha val="78000"/>
              </a:srgbClr>
            </a:solidFill>
            <a:prstDash val="solid"/>
          </a:ln>
        </p:spPr>
      </p:sp>
      <p:sp>
        <p:nvSpPr>
          <p:cNvPr id="301" name="PANEL_01-gas-flow-direction-102-head_218">
            <a:extLst>
              <a:ext uri="{FF2B5EF4-FFF2-40B4-BE49-F238E27FC236}">
                <a16:creationId xmlns:a16="http://schemas.microsoft.com/office/drawing/2014/main" id="{C2914BBE-1F36-4746-BC2A-A713962460E8}"/>
              </a:ext>
            </a:extLst>
          </p:cNvPr>
          <p:cNvSpPr>
            <a:spLocks/>
          </p:cNvSpPr>
          <p:nvPr/>
        </p:nvSpPr>
        <p:spPr>
          <a:xfrm>
            <a:off x="6873330" y="4760574"/>
            <a:ext cx="59417" cy="47723"/>
          </a:xfrm>
          <a:custGeom>
            <a:pathLst>
              <a:path w="62380" h="50102">
                <a:moveTo>
                  <a:pt x="62380" y="18541"/>
                </a:moveTo>
                <a:lnTo>
                  <a:pt x="5468" y="50102"/>
                </a:lnTo>
                <a:lnTo>
                  <a:pt x="0" y="0"/>
                </a:lnTo>
                <a:close/>
              </a:path>
            </a:pathLst>
          </a:custGeom>
          <a:solidFill>
            <a:srgbClr val="555555">
              <a:alpha val="78000"/>
            </a:srgbClr>
          </a:solidFill>
          <a:ln w="0">
            <a:noFill/>
            <a:prstDash val="solid"/>
          </a:ln>
        </p:spPr>
      </p:sp>
      <p:sp>
        <p:nvSpPr>
          <p:cNvPr id="302" name="PANEL_01-gas-flow-direction-319-shaft_219">
            <a:extLst>
              <a:ext uri="{FF2B5EF4-FFF2-40B4-BE49-F238E27FC236}">
                <a16:creationId xmlns:a16="http://schemas.microsoft.com/office/drawing/2014/main" id="{D9BFE866-244A-4C0D-B6C7-BAE58B611B7A}"/>
              </a:ext>
            </a:extLst>
          </p:cNvPr>
          <p:cNvSpPr>
            <a:spLocks/>
          </p:cNvSpPr>
          <p:nvPr/>
        </p:nvSpPr>
        <p:spPr>
          <a:xfrm>
            <a:off x="10483212" y="2595269"/>
            <a:ext cx="103683" cy="131731"/>
          </a:xfrm>
          <a:custGeom>
            <a:pathLst>
              <a:path w="108854" h="138300">
                <a:moveTo>
                  <a:pt x="108854" y="138300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555555">
                <a:alpha val="78000"/>
              </a:srgbClr>
            </a:solidFill>
            <a:prstDash val="solid"/>
          </a:ln>
        </p:spPr>
      </p:sp>
      <p:sp>
        <p:nvSpPr>
          <p:cNvPr id="303" name="PANEL_01-gas-flow-direction-319-head_220">
            <a:extLst>
              <a:ext uri="{FF2B5EF4-FFF2-40B4-BE49-F238E27FC236}">
                <a16:creationId xmlns:a16="http://schemas.microsoft.com/office/drawing/2014/main" id="{819DA61B-6718-446E-A02A-26FAA7696AF9}"/>
              </a:ext>
            </a:extLst>
          </p:cNvPr>
          <p:cNvSpPr>
            <a:spLocks/>
          </p:cNvSpPr>
          <p:nvPr/>
        </p:nvSpPr>
        <p:spPr>
          <a:xfrm>
            <a:off x="10469074" y="2577305"/>
            <a:ext cx="54208" cy="59754"/>
          </a:xfrm>
          <a:custGeom>
            <a:pathLst>
              <a:path w="56911" h="62734">
                <a:moveTo>
                  <a:pt x="0" y="0"/>
                </a:moveTo>
                <a:lnTo>
                  <a:pt x="56911" y="31562"/>
                </a:lnTo>
                <a:lnTo>
                  <a:pt x="17307" y="62734"/>
                </a:lnTo>
                <a:close/>
              </a:path>
            </a:pathLst>
          </a:custGeom>
          <a:solidFill>
            <a:srgbClr val="555555">
              <a:alpha val="78000"/>
            </a:srgbClr>
          </a:solidFill>
          <a:ln w="0">
            <a:noFill/>
            <a:prstDash val="solid"/>
          </a:ln>
        </p:spPr>
      </p:sp>
      <p:sp>
        <p:nvSpPr>
          <p:cNvPr id="304" name="PANEL_01-gas-flow-direction-536-shaft_221">
            <a:extLst>
              <a:ext uri="{FF2B5EF4-FFF2-40B4-BE49-F238E27FC236}">
                <a16:creationId xmlns:a16="http://schemas.microsoft.com/office/drawing/2014/main" id="{7A67254D-0B19-468C-8048-E56875343D6C}"/>
              </a:ext>
            </a:extLst>
          </p:cNvPr>
          <p:cNvSpPr>
            <a:spLocks/>
          </p:cNvSpPr>
          <p:nvPr/>
        </p:nvSpPr>
        <p:spPr>
          <a:xfrm>
            <a:off x="5718364" y="1708875"/>
            <a:ext cx="167627" cy="2099"/>
          </a:xfrm>
          <a:custGeom>
            <a:pathLst>
              <a:path w="175986" h="2203">
                <a:moveTo>
                  <a:pt x="175986" y="2203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555555">
                <a:alpha val="78000"/>
              </a:srgbClr>
            </a:solidFill>
            <a:prstDash val="solid"/>
          </a:ln>
        </p:spPr>
      </p:sp>
      <p:sp>
        <p:nvSpPr>
          <p:cNvPr id="305" name="PANEL_01-gas-flow-direction-536-head_222">
            <a:extLst>
              <a:ext uri="{FF2B5EF4-FFF2-40B4-BE49-F238E27FC236}">
                <a16:creationId xmlns:a16="http://schemas.microsoft.com/office/drawing/2014/main" id="{21D6991D-1E25-4034-9A67-DDB41195E9B5}"/>
              </a:ext>
            </a:extLst>
          </p:cNvPr>
          <p:cNvSpPr>
            <a:spLocks/>
          </p:cNvSpPr>
          <p:nvPr/>
        </p:nvSpPr>
        <p:spPr>
          <a:xfrm>
            <a:off x="5695506" y="1685303"/>
            <a:ext cx="57446" cy="48002"/>
          </a:xfrm>
          <a:custGeom>
            <a:pathLst>
              <a:path w="60311" h="50396">
                <a:moveTo>
                  <a:pt x="0" y="24447"/>
                </a:moveTo>
                <a:lnTo>
                  <a:pt x="60311" y="0"/>
                </a:lnTo>
                <a:lnTo>
                  <a:pt x="59680" y="50396"/>
                </a:lnTo>
                <a:close/>
              </a:path>
            </a:pathLst>
          </a:custGeom>
          <a:solidFill>
            <a:srgbClr val="555555">
              <a:alpha val="78000"/>
            </a:srgbClr>
          </a:solidFill>
          <a:ln w="0">
            <a:noFill/>
            <a:prstDash val="solid"/>
          </a:ln>
        </p:spPr>
      </p:sp>
      <p:sp>
        <p:nvSpPr>
          <p:cNvPr id="307" name="PANEL_01-DEM-grounded-tree-6_223">
            <a:extLst>
              <a:ext uri="{FF2B5EF4-FFF2-40B4-BE49-F238E27FC236}">
                <a16:creationId xmlns:a16="http://schemas.microsoft.com/office/drawing/2014/main" id="{206009D1-7358-4517-9B89-B516B05FE679}"/>
              </a:ext>
            </a:extLst>
          </p:cNvPr>
          <p:cNvSpPr>
            <a:spLocks/>
          </p:cNvSpPr>
          <p:nvPr/>
        </p:nvSpPr>
        <p:spPr>
          <a:xfrm>
            <a:off x="1668316" y="2985858"/>
            <a:ext cx="313986" cy="447675"/>
          </a:xfrm>
          <a:custGeom>
            <a:pathLst>
              <a:path w="329644" h="470000">
                <a:moveTo>
                  <a:pt x="161469" y="425323"/>
                </a:moveTo>
                <a:lnTo>
                  <a:pt x="161794" y="380655"/>
                </a:lnTo>
                <a:lnTo>
                  <a:pt x="154466" y="377603"/>
                </a:lnTo>
                <a:cubicBezTo>
                  <a:pt x="150429" y="375929"/>
                  <a:pt x="142861" y="372294"/>
                  <a:pt x="137648" y="369529"/>
                </a:cubicBezTo>
                <a:cubicBezTo>
                  <a:pt x="129793" y="365367"/>
                  <a:pt x="127975" y="364717"/>
                  <a:pt x="127086" y="365788"/>
                </a:cubicBezTo>
                <a:cubicBezTo>
                  <a:pt x="126464" y="366544"/>
                  <a:pt x="126378" y="367290"/>
                  <a:pt x="126885" y="367606"/>
                </a:cubicBezTo>
                <a:cubicBezTo>
                  <a:pt x="129439" y="369185"/>
                  <a:pt x="128224" y="381248"/>
                  <a:pt x="125507" y="381248"/>
                </a:cubicBezTo>
                <a:cubicBezTo>
                  <a:pt x="123996" y="381248"/>
                  <a:pt x="122369" y="377546"/>
                  <a:pt x="122369" y="374073"/>
                </a:cubicBezTo>
                <a:cubicBezTo>
                  <a:pt x="122369" y="372160"/>
                  <a:pt x="122121" y="371892"/>
                  <a:pt x="121107" y="372734"/>
                </a:cubicBezTo>
                <a:cubicBezTo>
                  <a:pt x="120408" y="373317"/>
                  <a:pt x="119997" y="374733"/>
                  <a:pt x="120188" y="375881"/>
                </a:cubicBezTo>
                <a:cubicBezTo>
                  <a:pt x="120599" y="378273"/>
                  <a:pt x="117136" y="384759"/>
                  <a:pt x="114639" y="386300"/>
                </a:cubicBezTo>
                <a:cubicBezTo>
                  <a:pt x="113377" y="387075"/>
                  <a:pt x="112783" y="387017"/>
                  <a:pt x="112181" y="386041"/>
                </a:cubicBezTo>
                <a:cubicBezTo>
                  <a:pt x="111320" y="384664"/>
                  <a:pt x="112602" y="378751"/>
                  <a:pt x="114180" y="376809"/>
                </a:cubicBezTo>
                <a:cubicBezTo>
                  <a:pt x="114859" y="375967"/>
                  <a:pt x="114725" y="375642"/>
                  <a:pt x="113673" y="375642"/>
                </a:cubicBezTo>
                <a:cubicBezTo>
                  <a:pt x="112869" y="375642"/>
                  <a:pt x="111980" y="376015"/>
                  <a:pt x="111693" y="376475"/>
                </a:cubicBezTo>
                <a:cubicBezTo>
                  <a:pt x="110258" y="378809"/>
                  <a:pt x="99122" y="378283"/>
                  <a:pt x="98309" y="375843"/>
                </a:cubicBezTo>
                <a:cubicBezTo>
                  <a:pt x="97601" y="373738"/>
                  <a:pt x="104527" y="371662"/>
                  <a:pt x="110200" y="372275"/>
                </a:cubicBezTo>
                <a:cubicBezTo>
                  <a:pt x="113042" y="372581"/>
                  <a:pt x="115912" y="372485"/>
                  <a:pt x="116572" y="372064"/>
                </a:cubicBezTo>
                <a:cubicBezTo>
                  <a:pt x="117337" y="371567"/>
                  <a:pt x="116361" y="371232"/>
                  <a:pt x="113922" y="371136"/>
                </a:cubicBezTo>
                <a:cubicBezTo>
                  <a:pt x="109789" y="370974"/>
                  <a:pt x="108363" y="370438"/>
                  <a:pt x="108363" y="369079"/>
                </a:cubicBezTo>
                <a:cubicBezTo>
                  <a:pt x="108363" y="366841"/>
                  <a:pt x="119815" y="363492"/>
                  <a:pt x="120982" y="365387"/>
                </a:cubicBezTo>
                <a:cubicBezTo>
                  <a:pt x="121413" y="366085"/>
                  <a:pt x="122044" y="366028"/>
                  <a:pt x="123049" y="365195"/>
                </a:cubicBezTo>
                <a:cubicBezTo>
                  <a:pt x="124292" y="364162"/>
                  <a:pt x="124091" y="363923"/>
                  <a:pt x="121556" y="363397"/>
                </a:cubicBezTo>
                <a:cubicBezTo>
                  <a:pt x="116744" y="362421"/>
                  <a:pt x="110353" y="363502"/>
                  <a:pt x="109751" y="365396"/>
                </a:cubicBezTo>
                <a:cubicBezTo>
                  <a:pt x="109215" y="367099"/>
                  <a:pt x="105130" y="369424"/>
                  <a:pt x="100758" y="370514"/>
                </a:cubicBezTo>
                <a:cubicBezTo>
                  <a:pt x="96883" y="371481"/>
                  <a:pt x="96558" y="369347"/>
                  <a:pt x="100021" y="365769"/>
                </a:cubicBezTo>
                <a:cubicBezTo>
                  <a:pt x="103924" y="361742"/>
                  <a:pt x="102977" y="360727"/>
                  <a:pt x="97744" y="363339"/>
                </a:cubicBezTo>
                <a:cubicBezTo>
                  <a:pt x="93382" y="365520"/>
                  <a:pt x="89230" y="365980"/>
                  <a:pt x="88254" y="364392"/>
                </a:cubicBezTo>
                <a:cubicBezTo>
                  <a:pt x="87230" y="362746"/>
                  <a:pt x="89737" y="360708"/>
                  <a:pt x="93525" y="360106"/>
                </a:cubicBezTo>
                <a:lnTo>
                  <a:pt x="97142" y="359532"/>
                </a:lnTo>
                <a:lnTo>
                  <a:pt x="94339" y="356346"/>
                </a:lnTo>
                <a:cubicBezTo>
                  <a:pt x="89613" y="350960"/>
                  <a:pt x="91239" y="348683"/>
                  <a:pt x="97429" y="352050"/>
                </a:cubicBezTo>
                <a:cubicBezTo>
                  <a:pt x="99074" y="352940"/>
                  <a:pt x="101734" y="353677"/>
                  <a:pt x="103331" y="353686"/>
                </a:cubicBezTo>
                <a:lnTo>
                  <a:pt x="106249" y="353696"/>
                </a:lnTo>
                <a:lnTo>
                  <a:pt x="104498" y="350434"/>
                </a:lnTo>
                <a:cubicBezTo>
                  <a:pt x="103542" y="348645"/>
                  <a:pt x="102757" y="346444"/>
                  <a:pt x="102757" y="345535"/>
                </a:cubicBezTo>
                <a:cubicBezTo>
                  <a:pt x="102757" y="343421"/>
                  <a:pt x="105092" y="343411"/>
                  <a:pt x="107206" y="345535"/>
                </a:cubicBezTo>
                <a:cubicBezTo>
                  <a:pt x="108105" y="346435"/>
                  <a:pt x="109588" y="347037"/>
                  <a:pt x="110478" y="346865"/>
                </a:cubicBezTo>
                <a:cubicBezTo>
                  <a:pt x="111836" y="346597"/>
                  <a:pt x="111301" y="345373"/>
                  <a:pt x="107388" y="339719"/>
                </a:cubicBezTo>
                <a:cubicBezTo>
                  <a:pt x="101074" y="330582"/>
                  <a:pt x="100433" y="330104"/>
                  <a:pt x="93908" y="329731"/>
                </a:cubicBezTo>
                <a:cubicBezTo>
                  <a:pt x="89192" y="329453"/>
                  <a:pt x="88283" y="329654"/>
                  <a:pt x="88005" y="331042"/>
                </a:cubicBezTo>
                <a:cubicBezTo>
                  <a:pt x="87824" y="331941"/>
                  <a:pt x="88283" y="333280"/>
                  <a:pt x="89029" y="334026"/>
                </a:cubicBezTo>
                <a:cubicBezTo>
                  <a:pt x="90770" y="335768"/>
                  <a:pt x="91708" y="342484"/>
                  <a:pt x="90780" y="346683"/>
                </a:cubicBezTo>
                <a:cubicBezTo>
                  <a:pt x="90263" y="349066"/>
                  <a:pt x="89574" y="349955"/>
                  <a:pt x="88235" y="349955"/>
                </a:cubicBezTo>
                <a:cubicBezTo>
                  <a:pt x="86809" y="349955"/>
                  <a:pt x="85977" y="348625"/>
                  <a:pt x="84456" y="343899"/>
                </a:cubicBezTo>
                <a:cubicBezTo>
                  <a:pt x="82648" y="338303"/>
                  <a:pt x="82418" y="338006"/>
                  <a:pt x="81395" y="339910"/>
                </a:cubicBezTo>
                <a:cubicBezTo>
                  <a:pt x="80792" y="341048"/>
                  <a:pt x="80553" y="343019"/>
                  <a:pt x="80868" y="344282"/>
                </a:cubicBezTo>
                <a:cubicBezTo>
                  <a:pt x="82370" y="350280"/>
                  <a:pt x="73674" y="362851"/>
                  <a:pt x="71656" y="357590"/>
                </a:cubicBezTo>
                <a:cubicBezTo>
                  <a:pt x="71053" y="356040"/>
                  <a:pt x="72478" y="348224"/>
                  <a:pt x="73808" y="345736"/>
                </a:cubicBezTo>
                <a:cubicBezTo>
                  <a:pt x="74583" y="344282"/>
                  <a:pt x="74506" y="343880"/>
                  <a:pt x="73435" y="343880"/>
                </a:cubicBezTo>
                <a:cubicBezTo>
                  <a:pt x="72679" y="343880"/>
                  <a:pt x="71502" y="344445"/>
                  <a:pt x="70814" y="345143"/>
                </a:cubicBezTo>
                <a:cubicBezTo>
                  <a:pt x="68240" y="347707"/>
                  <a:pt x="65074" y="348702"/>
                  <a:pt x="59573" y="348683"/>
                </a:cubicBezTo>
                <a:cubicBezTo>
                  <a:pt x="53345" y="348645"/>
                  <a:pt x="51326" y="347602"/>
                  <a:pt x="53172" y="345373"/>
                </a:cubicBezTo>
                <a:cubicBezTo>
                  <a:pt x="55382" y="342713"/>
                  <a:pt x="62261" y="340790"/>
                  <a:pt x="67494" y="341374"/>
                </a:cubicBezTo>
                <a:cubicBezTo>
                  <a:pt x="71235" y="341785"/>
                  <a:pt x="73167" y="341508"/>
                  <a:pt x="75626" y="340207"/>
                </a:cubicBezTo>
                <a:lnTo>
                  <a:pt x="78850" y="338504"/>
                </a:lnTo>
                <a:lnTo>
                  <a:pt x="72124" y="338982"/>
                </a:lnTo>
                <a:cubicBezTo>
                  <a:pt x="65676" y="339441"/>
                  <a:pt x="65389" y="339384"/>
                  <a:pt x="65389" y="337423"/>
                </a:cubicBezTo>
                <a:cubicBezTo>
                  <a:pt x="65389" y="334495"/>
                  <a:pt x="74430" y="330391"/>
                  <a:pt x="79405" y="331061"/>
                </a:cubicBezTo>
                <a:cubicBezTo>
                  <a:pt x="82715" y="331510"/>
                  <a:pt x="85011" y="330563"/>
                  <a:pt x="85011" y="328755"/>
                </a:cubicBezTo>
                <a:cubicBezTo>
                  <a:pt x="85011" y="327846"/>
                  <a:pt x="77616" y="327770"/>
                  <a:pt x="71493" y="328612"/>
                </a:cubicBezTo>
                <a:cubicBezTo>
                  <a:pt x="67685" y="329138"/>
                  <a:pt x="66930" y="329597"/>
                  <a:pt x="66126" y="331922"/>
                </a:cubicBezTo>
                <a:cubicBezTo>
                  <a:pt x="64624" y="336208"/>
                  <a:pt x="53440" y="341900"/>
                  <a:pt x="51106" y="339566"/>
                </a:cubicBezTo>
                <a:cubicBezTo>
                  <a:pt x="50159" y="338609"/>
                  <a:pt x="52952" y="334026"/>
                  <a:pt x="56090" y="331386"/>
                </a:cubicBezTo>
                <a:lnTo>
                  <a:pt x="58999" y="328937"/>
                </a:lnTo>
                <a:lnTo>
                  <a:pt x="55229" y="328937"/>
                </a:lnTo>
                <a:cubicBezTo>
                  <a:pt x="52799" y="328937"/>
                  <a:pt x="51183" y="329453"/>
                  <a:pt x="50656" y="330391"/>
                </a:cubicBezTo>
                <a:cubicBezTo>
                  <a:pt x="49834" y="331864"/>
                  <a:pt x="43797" y="334428"/>
                  <a:pt x="40984" y="334505"/>
                </a:cubicBezTo>
                <a:cubicBezTo>
                  <a:pt x="40152" y="334524"/>
                  <a:pt x="38975" y="333959"/>
                  <a:pt x="38382" y="333242"/>
                </a:cubicBezTo>
                <a:cubicBezTo>
                  <a:pt x="37521" y="332209"/>
                  <a:pt x="37799" y="331529"/>
                  <a:pt x="39721" y="330018"/>
                </a:cubicBezTo>
                <a:cubicBezTo>
                  <a:pt x="41061" y="328975"/>
                  <a:pt x="43625" y="327626"/>
                  <a:pt x="45414" y="327033"/>
                </a:cubicBezTo>
                <a:lnTo>
                  <a:pt x="48676" y="325962"/>
                </a:lnTo>
                <a:lnTo>
                  <a:pt x="45356" y="322728"/>
                </a:lnTo>
                <a:cubicBezTo>
                  <a:pt x="43529" y="320958"/>
                  <a:pt x="42037" y="319064"/>
                  <a:pt x="42037" y="318519"/>
                </a:cubicBezTo>
                <a:cubicBezTo>
                  <a:pt x="42037" y="317964"/>
                  <a:pt x="41262" y="318480"/>
                  <a:pt x="40324" y="319638"/>
                </a:cubicBezTo>
                <a:cubicBezTo>
                  <a:pt x="39377" y="320805"/>
                  <a:pt x="38162" y="321494"/>
                  <a:pt x="37626" y="321159"/>
                </a:cubicBezTo>
                <a:cubicBezTo>
                  <a:pt x="35876" y="320078"/>
                  <a:pt x="35445" y="314472"/>
                  <a:pt x="36765" y="310090"/>
                </a:cubicBezTo>
                <a:cubicBezTo>
                  <a:pt x="37980" y="306043"/>
                  <a:pt x="37952" y="305852"/>
                  <a:pt x="36277" y="306292"/>
                </a:cubicBezTo>
                <a:cubicBezTo>
                  <a:pt x="35302" y="306541"/>
                  <a:pt x="33962" y="307536"/>
                  <a:pt x="33293" y="308493"/>
                </a:cubicBezTo>
                <a:cubicBezTo>
                  <a:pt x="30729" y="312147"/>
                  <a:pt x="17641" y="314692"/>
                  <a:pt x="16512" y="311745"/>
                </a:cubicBezTo>
                <a:cubicBezTo>
                  <a:pt x="15403" y="308856"/>
                  <a:pt x="26232" y="303126"/>
                  <a:pt x="31006" y="304082"/>
                </a:cubicBezTo>
                <a:cubicBezTo>
                  <a:pt x="33867" y="304647"/>
                  <a:pt x="37999" y="303059"/>
                  <a:pt x="40037" y="300609"/>
                </a:cubicBezTo>
                <a:cubicBezTo>
                  <a:pt x="41023" y="299414"/>
                  <a:pt x="40716" y="299404"/>
                  <a:pt x="37636" y="300504"/>
                </a:cubicBezTo>
                <a:cubicBezTo>
                  <a:pt x="33340" y="302035"/>
                  <a:pt x="28356" y="302207"/>
                  <a:pt x="27524" y="300858"/>
                </a:cubicBezTo>
                <a:cubicBezTo>
                  <a:pt x="25869" y="298179"/>
                  <a:pt x="36038" y="292133"/>
                  <a:pt x="41271" y="292679"/>
                </a:cubicBezTo>
                <a:cubicBezTo>
                  <a:pt x="43472" y="292899"/>
                  <a:pt x="44495" y="292439"/>
                  <a:pt x="45643" y="290717"/>
                </a:cubicBezTo>
                <a:lnTo>
                  <a:pt x="47145" y="288460"/>
                </a:lnTo>
                <a:lnTo>
                  <a:pt x="41558" y="289043"/>
                </a:lnTo>
                <a:cubicBezTo>
                  <a:pt x="33876" y="289856"/>
                  <a:pt x="28567" y="291817"/>
                  <a:pt x="28165" y="293999"/>
                </a:cubicBezTo>
                <a:cubicBezTo>
                  <a:pt x="27371" y="298390"/>
                  <a:pt x="16359" y="306627"/>
                  <a:pt x="14197" y="304465"/>
                </a:cubicBezTo>
                <a:cubicBezTo>
                  <a:pt x="12944" y="303212"/>
                  <a:pt x="14905" y="298954"/>
                  <a:pt x="18560" y="294946"/>
                </a:cubicBezTo>
                <a:lnTo>
                  <a:pt x="21018" y="292248"/>
                </a:lnTo>
                <a:lnTo>
                  <a:pt x="17345" y="292812"/>
                </a:lnTo>
                <a:cubicBezTo>
                  <a:pt x="15029" y="293166"/>
                  <a:pt x="12944" y="294247"/>
                  <a:pt x="11739" y="295711"/>
                </a:cubicBezTo>
                <a:cubicBezTo>
                  <a:pt x="8610" y="299500"/>
                  <a:pt x="0" y="301662"/>
                  <a:pt x="0" y="298658"/>
                </a:cubicBezTo>
                <a:cubicBezTo>
                  <a:pt x="0" y="296783"/>
                  <a:pt x="5377" y="292506"/>
                  <a:pt x="8534" y="291875"/>
                </a:cubicBezTo>
                <a:lnTo>
                  <a:pt x="11212" y="291339"/>
                </a:lnTo>
                <a:lnTo>
                  <a:pt x="7070" y="288718"/>
                </a:lnTo>
                <a:cubicBezTo>
                  <a:pt x="2114" y="285570"/>
                  <a:pt x="373" y="282920"/>
                  <a:pt x="2258" y="281361"/>
                </a:cubicBezTo>
                <a:cubicBezTo>
                  <a:pt x="3224" y="280557"/>
                  <a:pt x="4525" y="280663"/>
                  <a:pt x="7606" y="281791"/>
                </a:cubicBezTo>
                <a:cubicBezTo>
                  <a:pt x="14159" y="284202"/>
                  <a:pt x="14943" y="284365"/>
                  <a:pt x="14943" y="283380"/>
                </a:cubicBezTo>
                <a:cubicBezTo>
                  <a:pt x="14943" y="282863"/>
                  <a:pt x="16426" y="282165"/>
                  <a:pt x="18234" y="281820"/>
                </a:cubicBezTo>
                <a:lnTo>
                  <a:pt x="21516" y="281208"/>
                </a:lnTo>
                <a:lnTo>
                  <a:pt x="18665" y="278807"/>
                </a:lnTo>
                <a:cubicBezTo>
                  <a:pt x="12379" y="273507"/>
                  <a:pt x="11672" y="266771"/>
                  <a:pt x="17785" y="270283"/>
                </a:cubicBezTo>
                <a:cubicBezTo>
                  <a:pt x="20119" y="271622"/>
                  <a:pt x="21344" y="271708"/>
                  <a:pt x="25917" y="270866"/>
                </a:cubicBezTo>
                <a:cubicBezTo>
                  <a:pt x="28873" y="270321"/>
                  <a:pt x="31963" y="269546"/>
                  <a:pt x="32776" y="269135"/>
                </a:cubicBezTo>
                <a:cubicBezTo>
                  <a:pt x="33599" y="268723"/>
                  <a:pt x="34852" y="268761"/>
                  <a:pt x="35579" y="269221"/>
                </a:cubicBezTo>
                <a:cubicBezTo>
                  <a:pt x="37703" y="270570"/>
                  <a:pt x="37942" y="270273"/>
                  <a:pt x="37550" y="266838"/>
                </a:cubicBezTo>
                <a:cubicBezTo>
                  <a:pt x="37339" y="265059"/>
                  <a:pt x="37665" y="261519"/>
                  <a:pt x="38277" y="258975"/>
                </a:cubicBezTo>
                <a:cubicBezTo>
                  <a:pt x="40334" y="250393"/>
                  <a:pt x="44113" y="252507"/>
                  <a:pt x="44677" y="262562"/>
                </a:cubicBezTo>
                <a:cubicBezTo>
                  <a:pt x="44955" y="267412"/>
                  <a:pt x="44696" y="269163"/>
                  <a:pt x="43539" y="270321"/>
                </a:cubicBezTo>
                <a:cubicBezTo>
                  <a:pt x="41281" y="272579"/>
                  <a:pt x="41644" y="273258"/>
                  <a:pt x="46275" y="275506"/>
                </a:cubicBezTo>
                <a:cubicBezTo>
                  <a:pt x="50417" y="277525"/>
                  <a:pt x="50494" y="277525"/>
                  <a:pt x="49499" y="275678"/>
                </a:cubicBezTo>
                <a:cubicBezTo>
                  <a:pt x="48944" y="274635"/>
                  <a:pt x="48619" y="270962"/>
                  <a:pt x="48772" y="267508"/>
                </a:cubicBezTo>
                <a:cubicBezTo>
                  <a:pt x="48992" y="262495"/>
                  <a:pt x="49365" y="261175"/>
                  <a:pt x="50618" y="260936"/>
                </a:cubicBezTo>
                <a:cubicBezTo>
                  <a:pt x="51575" y="260754"/>
                  <a:pt x="52752" y="261663"/>
                  <a:pt x="53613" y="263260"/>
                </a:cubicBezTo>
                <a:cubicBezTo>
                  <a:pt x="54397" y="264705"/>
                  <a:pt x="55057" y="265528"/>
                  <a:pt x="55076" y="265088"/>
                </a:cubicBezTo>
                <a:cubicBezTo>
                  <a:pt x="55239" y="261548"/>
                  <a:pt x="38296" y="235995"/>
                  <a:pt x="36239" y="236674"/>
                </a:cubicBezTo>
                <a:cubicBezTo>
                  <a:pt x="35665" y="236866"/>
                  <a:pt x="35053" y="238052"/>
                  <a:pt x="34881" y="239305"/>
                </a:cubicBezTo>
                <a:cubicBezTo>
                  <a:pt x="34479" y="242137"/>
                  <a:pt x="28720" y="247667"/>
                  <a:pt x="26165" y="247667"/>
                </a:cubicBezTo>
                <a:cubicBezTo>
                  <a:pt x="23783" y="247667"/>
                  <a:pt x="23793" y="246155"/>
                  <a:pt x="26213" y="242194"/>
                </a:cubicBezTo>
                <a:cubicBezTo>
                  <a:pt x="28662" y="238176"/>
                  <a:pt x="27811" y="237296"/>
                  <a:pt x="24510" y="240434"/>
                </a:cubicBezTo>
                <a:cubicBezTo>
                  <a:pt x="21257" y="243524"/>
                  <a:pt x="13260" y="245744"/>
                  <a:pt x="12102" y="243859"/>
                </a:cubicBezTo>
                <a:cubicBezTo>
                  <a:pt x="11069" y="242185"/>
                  <a:pt x="12552" y="240501"/>
                  <a:pt x="17125" y="238167"/>
                </a:cubicBezTo>
                <a:cubicBezTo>
                  <a:pt x="19832" y="236779"/>
                  <a:pt x="20492" y="236062"/>
                  <a:pt x="19574" y="235497"/>
                </a:cubicBezTo>
                <a:cubicBezTo>
                  <a:pt x="18875" y="235067"/>
                  <a:pt x="17947" y="234933"/>
                  <a:pt x="17517" y="235201"/>
                </a:cubicBezTo>
                <a:cubicBezTo>
                  <a:pt x="15862" y="236225"/>
                  <a:pt x="7472" y="228896"/>
                  <a:pt x="7472" y="226428"/>
                </a:cubicBezTo>
                <a:cubicBezTo>
                  <a:pt x="7472" y="225778"/>
                  <a:pt x="8381" y="225251"/>
                  <a:pt x="9490" y="225251"/>
                </a:cubicBezTo>
                <a:cubicBezTo>
                  <a:pt x="12246" y="225251"/>
                  <a:pt x="19622" y="229681"/>
                  <a:pt x="19622" y="231336"/>
                </a:cubicBezTo>
                <a:cubicBezTo>
                  <a:pt x="19622" y="232073"/>
                  <a:pt x="20856" y="233316"/>
                  <a:pt x="22377" y="234101"/>
                </a:cubicBezTo>
                <a:cubicBezTo>
                  <a:pt x="26462" y="236215"/>
                  <a:pt x="26596" y="235851"/>
                  <a:pt x="22922" y="232627"/>
                </a:cubicBezTo>
                <a:cubicBezTo>
                  <a:pt x="19000" y="229183"/>
                  <a:pt x="18655" y="227117"/>
                  <a:pt x="22004" y="227117"/>
                </a:cubicBezTo>
                <a:cubicBezTo>
                  <a:pt x="25180" y="227117"/>
                  <a:pt x="29294" y="229336"/>
                  <a:pt x="31638" y="232312"/>
                </a:cubicBezTo>
                <a:cubicBezTo>
                  <a:pt x="32814" y="233804"/>
                  <a:pt x="34001" y="234474"/>
                  <a:pt x="34699" y="234034"/>
                </a:cubicBezTo>
                <a:cubicBezTo>
                  <a:pt x="35483" y="233555"/>
                  <a:pt x="34259" y="231919"/>
                  <a:pt x="30815" y="228887"/>
                </a:cubicBezTo>
                <a:cubicBezTo>
                  <a:pt x="26672" y="225242"/>
                  <a:pt x="25467" y="224620"/>
                  <a:pt x="24022" y="225385"/>
                </a:cubicBezTo>
                <a:cubicBezTo>
                  <a:pt x="22817" y="226036"/>
                  <a:pt x="20827" y="225988"/>
                  <a:pt x="17718" y="225242"/>
                </a:cubicBezTo>
                <a:cubicBezTo>
                  <a:pt x="9902" y="223367"/>
                  <a:pt x="9022" y="219645"/>
                  <a:pt x="16407" y="219645"/>
                </a:cubicBezTo>
                <a:cubicBezTo>
                  <a:pt x="18684" y="219645"/>
                  <a:pt x="20550" y="219320"/>
                  <a:pt x="20550" y="218937"/>
                </a:cubicBezTo>
                <a:cubicBezTo>
                  <a:pt x="20550" y="217914"/>
                  <a:pt x="16876" y="215761"/>
                  <a:pt x="16034" y="216278"/>
                </a:cubicBezTo>
                <a:cubicBezTo>
                  <a:pt x="14848" y="217014"/>
                  <a:pt x="7940" y="212671"/>
                  <a:pt x="7940" y="211207"/>
                </a:cubicBezTo>
                <a:cubicBezTo>
                  <a:pt x="7940" y="209246"/>
                  <a:pt x="11528" y="208997"/>
                  <a:pt x="14886" y="210738"/>
                </a:cubicBezTo>
                <a:lnTo>
                  <a:pt x="17746" y="212221"/>
                </a:lnTo>
                <a:lnTo>
                  <a:pt x="17766" y="208691"/>
                </a:lnTo>
                <a:cubicBezTo>
                  <a:pt x="17775" y="206749"/>
                  <a:pt x="18196" y="204530"/>
                  <a:pt x="18713" y="203764"/>
                </a:cubicBezTo>
                <a:cubicBezTo>
                  <a:pt x="19516" y="202568"/>
                  <a:pt x="19928" y="202683"/>
                  <a:pt x="21506" y="204568"/>
                </a:cubicBezTo>
                <a:cubicBezTo>
                  <a:pt x="22520" y="205783"/>
                  <a:pt x="23353" y="208060"/>
                  <a:pt x="23353" y="209629"/>
                </a:cubicBezTo>
                <a:cubicBezTo>
                  <a:pt x="23353" y="211198"/>
                  <a:pt x="23640" y="212202"/>
                  <a:pt x="23984" y="211858"/>
                </a:cubicBezTo>
                <a:cubicBezTo>
                  <a:pt x="24328" y="211513"/>
                  <a:pt x="25543" y="211839"/>
                  <a:pt x="26682" y="212594"/>
                </a:cubicBezTo>
                <a:cubicBezTo>
                  <a:pt x="28672" y="213896"/>
                  <a:pt x="28796" y="213819"/>
                  <a:pt x="29341" y="210892"/>
                </a:cubicBezTo>
                <a:cubicBezTo>
                  <a:pt x="30136" y="206653"/>
                  <a:pt x="32240" y="203908"/>
                  <a:pt x="33647" y="205285"/>
                </a:cubicBezTo>
                <a:cubicBezTo>
                  <a:pt x="34421" y="206060"/>
                  <a:pt x="35646" y="206070"/>
                  <a:pt x="38143" y="205343"/>
                </a:cubicBezTo>
                <a:cubicBezTo>
                  <a:pt x="42639" y="204032"/>
                  <a:pt x="42544" y="204223"/>
                  <a:pt x="40276" y="201353"/>
                </a:cubicBezTo>
                <a:cubicBezTo>
                  <a:pt x="39186" y="199966"/>
                  <a:pt x="38296" y="198263"/>
                  <a:pt x="38296" y="197565"/>
                </a:cubicBezTo>
                <a:cubicBezTo>
                  <a:pt x="38296" y="195690"/>
                  <a:pt x="41434" y="196006"/>
                  <a:pt x="44160" y="198158"/>
                </a:cubicBezTo>
                <a:cubicBezTo>
                  <a:pt x="45471" y="199182"/>
                  <a:pt x="47844" y="200024"/>
                  <a:pt x="49441" y="200024"/>
                </a:cubicBezTo>
                <a:cubicBezTo>
                  <a:pt x="52235" y="200024"/>
                  <a:pt x="52302" y="199938"/>
                  <a:pt x="51029" y="197919"/>
                </a:cubicBezTo>
                <a:cubicBezTo>
                  <a:pt x="50302" y="196771"/>
                  <a:pt x="49422" y="194877"/>
                  <a:pt x="49078" y="193719"/>
                </a:cubicBezTo>
                <a:cubicBezTo>
                  <a:pt x="48265" y="190983"/>
                  <a:pt x="50800" y="189873"/>
                  <a:pt x="53096" y="191949"/>
                </a:cubicBezTo>
                <a:cubicBezTo>
                  <a:pt x="54005" y="192772"/>
                  <a:pt x="56894" y="193614"/>
                  <a:pt x="59506" y="193815"/>
                </a:cubicBezTo>
                <a:cubicBezTo>
                  <a:pt x="62117" y="194025"/>
                  <a:pt x="64729" y="194475"/>
                  <a:pt x="65294" y="194829"/>
                </a:cubicBezTo>
                <a:cubicBezTo>
                  <a:pt x="67733" y="196331"/>
                  <a:pt x="65533" y="192141"/>
                  <a:pt x="59314" y="183435"/>
                </a:cubicBezTo>
                <a:cubicBezTo>
                  <a:pt x="56798" y="179914"/>
                  <a:pt x="53737" y="178460"/>
                  <a:pt x="53919" y="180871"/>
                </a:cubicBezTo>
                <a:cubicBezTo>
                  <a:pt x="54158" y="184018"/>
                  <a:pt x="47442" y="190686"/>
                  <a:pt x="44027" y="190686"/>
                </a:cubicBezTo>
                <a:cubicBezTo>
                  <a:pt x="42247" y="190686"/>
                  <a:pt x="42850" y="187386"/>
                  <a:pt x="45280" y="183808"/>
                </a:cubicBezTo>
                <a:cubicBezTo>
                  <a:pt x="47939" y="179885"/>
                  <a:pt x="47002" y="179359"/>
                  <a:pt x="43357" y="182736"/>
                </a:cubicBezTo>
                <a:cubicBezTo>
                  <a:pt x="40956" y="184956"/>
                  <a:pt x="35876" y="186927"/>
                  <a:pt x="32518" y="186946"/>
                </a:cubicBezTo>
                <a:cubicBezTo>
                  <a:pt x="28079" y="186955"/>
                  <a:pt x="30585" y="182229"/>
                  <a:pt x="36067" y="180239"/>
                </a:cubicBezTo>
                <a:cubicBezTo>
                  <a:pt x="38459" y="179378"/>
                  <a:pt x="38937" y="178843"/>
                  <a:pt x="38162" y="177905"/>
                </a:cubicBezTo>
                <a:cubicBezTo>
                  <a:pt x="37607" y="177235"/>
                  <a:pt x="36775" y="176929"/>
                  <a:pt x="36306" y="177216"/>
                </a:cubicBezTo>
                <a:cubicBezTo>
                  <a:pt x="34948" y="178058"/>
                  <a:pt x="29571" y="174241"/>
                  <a:pt x="27734" y="171122"/>
                </a:cubicBezTo>
                <a:cubicBezTo>
                  <a:pt x="26175" y="168472"/>
                  <a:pt x="26156" y="168204"/>
                  <a:pt x="27600" y="167649"/>
                </a:cubicBezTo>
                <a:cubicBezTo>
                  <a:pt x="29915" y="166760"/>
                  <a:pt x="37033" y="170596"/>
                  <a:pt x="38459" y="173495"/>
                </a:cubicBezTo>
                <a:cubicBezTo>
                  <a:pt x="39147" y="174882"/>
                  <a:pt x="40678" y="176374"/>
                  <a:pt x="41874" y="176805"/>
                </a:cubicBezTo>
                <a:cubicBezTo>
                  <a:pt x="43816" y="177513"/>
                  <a:pt x="43740" y="177293"/>
                  <a:pt x="41166" y="174729"/>
                </a:cubicBezTo>
                <a:cubicBezTo>
                  <a:pt x="39588" y="173150"/>
                  <a:pt x="38296" y="171457"/>
                  <a:pt x="38296" y="170969"/>
                </a:cubicBezTo>
                <a:cubicBezTo>
                  <a:pt x="38296" y="167802"/>
                  <a:pt x="47184" y="170405"/>
                  <a:pt x="50417" y="174509"/>
                </a:cubicBezTo>
                <a:cubicBezTo>
                  <a:pt x="52130" y="176690"/>
                  <a:pt x="54177" y="177398"/>
                  <a:pt x="54177" y="175810"/>
                </a:cubicBezTo>
                <a:cubicBezTo>
                  <a:pt x="54177" y="175332"/>
                  <a:pt x="52187" y="173227"/>
                  <a:pt x="49748" y="171132"/>
                </a:cubicBezTo>
                <a:cubicBezTo>
                  <a:pt x="46083" y="167975"/>
                  <a:pt x="44840" y="167410"/>
                  <a:pt x="42639" y="167889"/>
                </a:cubicBezTo>
                <a:cubicBezTo>
                  <a:pt x="39157" y="168635"/>
                  <a:pt x="31925" y="166568"/>
                  <a:pt x="30824" y="164521"/>
                </a:cubicBezTo>
                <a:cubicBezTo>
                  <a:pt x="29600" y="162235"/>
                  <a:pt x="30499" y="161728"/>
                  <a:pt x="35799" y="161728"/>
                </a:cubicBezTo>
                <a:cubicBezTo>
                  <a:pt x="40295" y="161728"/>
                  <a:pt x="40401" y="161661"/>
                  <a:pt x="38870" y="159977"/>
                </a:cubicBezTo>
                <a:cubicBezTo>
                  <a:pt x="37999" y="159011"/>
                  <a:pt x="36287" y="158226"/>
                  <a:pt x="35062" y="158226"/>
                </a:cubicBezTo>
                <a:cubicBezTo>
                  <a:pt x="32365" y="158226"/>
                  <a:pt x="27093" y="154629"/>
                  <a:pt x="27093" y="152783"/>
                </a:cubicBezTo>
                <a:cubicBezTo>
                  <a:pt x="27093" y="151013"/>
                  <a:pt x="31092" y="151060"/>
                  <a:pt x="34613" y="152878"/>
                </a:cubicBezTo>
                <a:lnTo>
                  <a:pt x="37368" y="154304"/>
                </a:lnTo>
                <a:lnTo>
                  <a:pt x="37368" y="151185"/>
                </a:lnTo>
                <a:cubicBezTo>
                  <a:pt x="37368" y="149472"/>
                  <a:pt x="37932" y="147301"/>
                  <a:pt x="38621" y="146354"/>
                </a:cubicBezTo>
                <a:cubicBezTo>
                  <a:pt x="39817" y="144718"/>
                  <a:pt x="39942" y="144737"/>
                  <a:pt x="41424" y="146851"/>
                </a:cubicBezTo>
                <a:cubicBezTo>
                  <a:pt x="42276" y="148066"/>
                  <a:pt x="42974" y="150228"/>
                  <a:pt x="42974" y="151654"/>
                </a:cubicBezTo>
                <a:cubicBezTo>
                  <a:pt x="42974" y="153242"/>
                  <a:pt x="43472" y="154256"/>
                  <a:pt x="44256" y="154256"/>
                </a:cubicBezTo>
                <a:cubicBezTo>
                  <a:pt x="44964" y="154256"/>
                  <a:pt x="46083" y="154897"/>
                  <a:pt x="46744" y="155691"/>
                </a:cubicBezTo>
                <a:cubicBezTo>
                  <a:pt x="47767" y="156935"/>
                  <a:pt x="48150" y="156504"/>
                  <a:pt x="49422" y="152658"/>
                </a:cubicBezTo>
                <a:cubicBezTo>
                  <a:pt x="51326" y="146947"/>
                  <a:pt x="54177" y="145894"/>
                  <a:pt x="54177" y="150917"/>
                </a:cubicBezTo>
                <a:cubicBezTo>
                  <a:pt x="54177" y="153184"/>
                  <a:pt x="54607" y="154256"/>
                  <a:pt x="55516" y="154256"/>
                </a:cubicBezTo>
                <a:cubicBezTo>
                  <a:pt x="56243" y="154256"/>
                  <a:pt x="57678" y="155299"/>
                  <a:pt x="58683" y="156590"/>
                </a:cubicBezTo>
                <a:cubicBezTo>
                  <a:pt x="59697" y="157872"/>
                  <a:pt x="60989" y="158924"/>
                  <a:pt x="61553" y="158924"/>
                </a:cubicBezTo>
                <a:cubicBezTo>
                  <a:pt x="62127" y="158924"/>
                  <a:pt x="62586" y="159795"/>
                  <a:pt x="62586" y="160857"/>
                </a:cubicBezTo>
                <a:cubicBezTo>
                  <a:pt x="62586" y="162770"/>
                  <a:pt x="62605" y="162770"/>
                  <a:pt x="65160" y="161000"/>
                </a:cubicBezTo>
                <a:cubicBezTo>
                  <a:pt x="68307" y="158800"/>
                  <a:pt x="73722" y="156896"/>
                  <a:pt x="74841" y="157585"/>
                </a:cubicBezTo>
                <a:cubicBezTo>
                  <a:pt x="76516" y="158618"/>
                  <a:pt x="75578" y="160723"/>
                  <a:pt x="72230" y="163488"/>
                </a:cubicBezTo>
                <a:cubicBezTo>
                  <a:pt x="70335" y="165047"/>
                  <a:pt x="67609" y="166578"/>
                  <a:pt x="66155" y="166903"/>
                </a:cubicBezTo>
                <a:cubicBezTo>
                  <a:pt x="63868" y="167401"/>
                  <a:pt x="63524" y="167917"/>
                  <a:pt x="63524" y="170797"/>
                </a:cubicBezTo>
                <a:lnTo>
                  <a:pt x="63524" y="174117"/>
                </a:lnTo>
                <a:lnTo>
                  <a:pt x="65475" y="171639"/>
                </a:lnTo>
                <a:cubicBezTo>
                  <a:pt x="68709" y="167525"/>
                  <a:pt x="75664" y="164751"/>
                  <a:pt x="75664" y="167582"/>
                </a:cubicBezTo>
                <a:cubicBezTo>
                  <a:pt x="75664" y="169993"/>
                  <a:pt x="70708" y="175953"/>
                  <a:pt x="67637" y="177235"/>
                </a:cubicBezTo>
                <a:cubicBezTo>
                  <a:pt x="65877" y="177972"/>
                  <a:pt x="64461" y="179244"/>
                  <a:pt x="64461" y="180077"/>
                </a:cubicBezTo>
                <a:cubicBezTo>
                  <a:pt x="64461" y="181387"/>
                  <a:pt x="67905" y="187883"/>
                  <a:pt x="68604" y="187883"/>
                </a:cubicBezTo>
                <a:cubicBezTo>
                  <a:pt x="68738" y="187883"/>
                  <a:pt x="68652" y="185779"/>
                  <a:pt x="68403" y="183215"/>
                </a:cubicBezTo>
                <a:cubicBezTo>
                  <a:pt x="68049" y="179541"/>
                  <a:pt x="68250" y="178536"/>
                  <a:pt x="69312" y="178536"/>
                </a:cubicBezTo>
                <a:cubicBezTo>
                  <a:pt x="72488" y="178536"/>
                  <a:pt x="76975" y="185874"/>
                  <a:pt x="78008" y="192743"/>
                </a:cubicBezTo>
                <a:cubicBezTo>
                  <a:pt x="78371" y="195173"/>
                  <a:pt x="79462" y="197833"/>
                  <a:pt x="80457" y="198732"/>
                </a:cubicBezTo>
                <a:cubicBezTo>
                  <a:pt x="82208" y="200320"/>
                  <a:pt x="82217" y="200282"/>
                  <a:pt x="80821" y="196953"/>
                </a:cubicBezTo>
                <a:cubicBezTo>
                  <a:pt x="79060" y="192724"/>
                  <a:pt x="78955" y="187883"/>
                  <a:pt x="80629" y="187883"/>
                </a:cubicBezTo>
                <a:cubicBezTo>
                  <a:pt x="83624" y="187883"/>
                  <a:pt x="89871" y="197240"/>
                  <a:pt x="89440" y="201105"/>
                </a:cubicBezTo>
                <a:cubicBezTo>
                  <a:pt x="89287" y="202482"/>
                  <a:pt x="89775" y="203334"/>
                  <a:pt x="90847" y="203554"/>
                </a:cubicBezTo>
                <a:cubicBezTo>
                  <a:pt x="93104" y="204032"/>
                  <a:pt x="92970" y="201306"/>
                  <a:pt x="90378" y="193891"/>
                </a:cubicBezTo>
                <a:cubicBezTo>
                  <a:pt x="88656" y="188936"/>
                  <a:pt x="87919" y="187883"/>
                  <a:pt x="86207" y="187883"/>
                </a:cubicBezTo>
                <a:cubicBezTo>
                  <a:pt x="83767" y="187883"/>
                  <a:pt x="77989" y="183062"/>
                  <a:pt x="76133" y="179474"/>
                </a:cubicBezTo>
                <a:cubicBezTo>
                  <a:pt x="73559" y="174499"/>
                  <a:pt x="77778" y="174050"/>
                  <a:pt x="84198" y="178623"/>
                </a:cubicBezTo>
                <a:lnTo>
                  <a:pt x="86876" y="180536"/>
                </a:lnTo>
                <a:lnTo>
                  <a:pt x="86876" y="178642"/>
                </a:lnTo>
                <a:cubicBezTo>
                  <a:pt x="86876" y="177599"/>
                  <a:pt x="85250" y="175131"/>
                  <a:pt x="83251" y="173160"/>
                </a:cubicBezTo>
                <a:cubicBezTo>
                  <a:pt x="79472" y="169410"/>
                  <a:pt x="77530" y="164158"/>
                  <a:pt x="79280" y="162407"/>
                </a:cubicBezTo>
                <a:cubicBezTo>
                  <a:pt x="80773" y="160924"/>
                  <a:pt x="86867" y="167707"/>
                  <a:pt x="86915" y="170902"/>
                </a:cubicBezTo>
                <a:cubicBezTo>
                  <a:pt x="86943" y="173294"/>
                  <a:pt x="87010" y="173265"/>
                  <a:pt x="88369" y="170137"/>
                </a:cubicBezTo>
                <a:cubicBezTo>
                  <a:pt x="90923" y="164244"/>
                  <a:pt x="95554" y="160761"/>
                  <a:pt x="96730" y="163851"/>
                </a:cubicBezTo>
                <a:cubicBezTo>
                  <a:pt x="96989" y="164502"/>
                  <a:pt x="96615" y="166961"/>
                  <a:pt x="95907" y="169304"/>
                </a:cubicBezTo>
                <a:cubicBezTo>
                  <a:pt x="94826" y="172892"/>
                  <a:pt x="94826" y="173839"/>
                  <a:pt x="95888" y="175303"/>
                </a:cubicBezTo>
                <a:cubicBezTo>
                  <a:pt x="96587" y="176250"/>
                  <a:pt x="97161" y="177895"/>
                  <a:pt x="97161" y="178948"/>
                </a:cubicBezTo>
                <a:cubicBezTo>
                  <a:pt x="97170" y="180603"/>
                  <a:pt x="97515" y="180440"/>
                  <a:pt x="99581" y="177819"/>
                </a:cubicBezTo>
                <a:cubicBezTo>
                  <a:pt x="100901" y="176145"/>
                  <a:pt x="103217" y="174126"/>
                  <a:pt x="104728" y="173351"/>
                </a:cubicBezTo>
                <a:cubicBezTo>
                  <a:pt x="107215" y="172060"/>
                  <a:pt x="107512" y="172079"/>
                  <a:pt x="108067" y="173514"/>
                </a:cubicBezTo>
                <a:cubicBezTo>
                  <a:pt x="108402" y="174384"/>
                  <a:pt x="108057" y="176183"/>
                  <a:pt x="107302" y="177522"/>
                </a:cubicBezTo>
                <a:cubicBezTo>
                  <a:pt x="106192" y="179484"/>
                  <a:pt x="106144" y="180373"/>
                  <a:pt x="107082" y="182277"/>
                </a:cubicBezTo>
                <a:cubicBezTo>
                  <a:pt x="108947" y="186094"/>
                  <a:pt x="110516" y="192313"/>
                  <a:pt x="109971" y="193738"/>
                </a:cubicBezTo>
                <a:cubicBezTo>
                  <a:pt x="109598" y="194714"/>
                  <a:pt x="110057" y="194953"/>
                  <a:pt x="111721" y="194628"/>
                </a:cubicBezTo>
                <a:cubicBezTo>
                  <a:pt x="112956" y="194398"/>
                  <a:pt x="113970" y="193614"/>
                  <a:pt x="113970" y="192887"/>
                </a:cubicBezTo>
                <a:cubicBezTo>
                  <a:pt x="113970" y="191289"/>
                  <a:pt x="117720" y="189749"/>
                  <a:pt x="121614" y="189749"/>
                </a:cubicBezTo>
                <a:cubicBezTo>
                  <a:pt x="123957" y="189749"/>
                  <a:pt x="124273" y="189510"/>
                  <a:pt x="123383" y="188438"/>
                </a:cubicBezTo>
                <a:cubicBezTo>
                  <a:pt x="122790" y="187721"/>
                  <a:pt x="120791" y="187137"/>
                  <a:pt x="118944" y="187137"/>
                </a:cubicBezTo>
                <a:cubicBezTo>
                  <a:pt x="115213" y="187137"/>
                  <a:pt x="107895" y="182650"/>
                  <a:pt x="107895" y="180364"/>
                </a:cubicBezTo>
                <a:cubicBezTo>
                  <a:pt x="107895" y="178383"/>
                  <a:pt x="113281" y="178135"/>
                  <a:pt x="116801" y="179952"/>
                </a:cubicBezTo>
                <a:cubicBezTo>
                  <a:pt x="120485" y="181866"/>
                  <a:pt x="121126" y="181292"/>
                  <a:pt x="118983" y="178010"/>
                </a:cubicBezTo>
                <a:cubicBezTo>
                  <a:pt x="117021" y="175025"/>
                  <a:pt x="116677" y="166119"/>
                  <a:pt x="118447" y="164349"/>
                </a:cubicBezTo>
                <a:cubicBezTo>
                  <a:pt x="121279" y="161517"/>
                  <a:pt x="125345" y="172299"/>
                  <a:pt x="123211" y="176977"/>
                </a:cubicBezTo>
                <a:cubicBezTo>
                  <a:pt x="122484" y="178584"/>
                  <a:pt x="122580" y="179952"/>
                  <a:pt x="123575" y="182344"/>
                </a:cubicBezTo>
                <a:lnTo>
                  <a:pt x="124933" y="185549"/>
                </a:lnTo>
                <a:lnTo>
                  <a:pt x="124541" y="181340"/>
                </a:lnTo>
                <a:cubicBezTo>
                  <a:pt x="123776" y="172949"/>
                  <a:pt x="128301" y="172595"/>
                  <a:pt x="130635" y="180871"/>
                </a:cubicBezTo>
                <a:cubicBezTo>
                  <a:pt x="131563" y="184143"/>
                  <a:pt x="131630" y="185922"/>
                  <a:pt x="130913" y="187510"/>
                </a:cubicBezTo>
                <a:cubicBezTo>
                  <a:pt x="130281" y="188888"/>
                  <a:pt x="130252" y="189883"/>
                  <a:pt x="130817" y="190237"/>
                </a:cubicBezTo>
                <a:cubicBezTo>
                  <a:pt x="132759" y="191442"/>
                  <a:pt x="133582" y="189366"/>
                  <a:pt x="133582" y="183301"/>
                </a:cubicBezTo>
                <a:cubicBezTo>
                  <a:pt x="133582" y="177484"/>
                  <a:pt x="133400" y="176891"/>
                  <a:pt x="131286" y="175925"/>
                </a:cubicBezTo>
                <a:cubicBezTo>
                  <a:pt x="127124" y="174030"/>
                  <a:pt x="123001" y="162656"/>
                  <a:pt x="126473" y="162656"/>
                </a:cubicBezTo>
                <a:cubicBezTo>
                  <a:pt x="127181" y="162656"/>
                  <a:pt x="129286" y="164339"/>
                  <a:pt x="131142" y="166396"/>
                </a:cubicBezTo>
                <a:lnTo>
                  <a:pt x="134519" y="170137"/>
                </a:lnTo>
                <a:lnTo>
                  <a:pt x="134519" y="166865"/>
                </a:lnTo>
                <a:cubicBezTo>
                  <a:pt x="134519" y="165066"/>
                  <a:pt x="134127" y="163593"/>
                  <a:pt x="133649" y="163593"/>
                </a:cubicBezTo>
                <a:cubicBezTo>
                  <a:pt x="133161" y="163593"/>
                  <a:pt x="132223" y="162082"/>
                  <a:pt x="131553" y="160226"/>
                </a:cubicBezTo>
                <a:cubicBezTo>
                  <a:pt x="130626" y="157652"/>
                  <a:pt x="129257" y="156313"/>
                  <a:pt x="125794" y="154562"/>
                </a:cubicBezTo>
                <a:cubicBezTo>
                  <a:pt x="120188" y="151711"/>
                  <a:pt x="118571" y="152142"/>
                  <a:pt x="119212" y="156303"/>
                </a:cubicBezTo>
                <a:cubicBezTo>
                  <a:pt x="119767" y="159939"/>
                  <a:pt x="116180" y="167793"/>
                  <a:pt x="113970" y="167793"/>
                </a:cubicBezTo>
                <a:cubicBezTo>
                  <a:pt x="112889" y="167793"/>
                  <a:pt x="112573" y="166597"/>
                  <a:pt x="112582" y="162541"/>
                </a:cubicBezTo>
                <a:cubicBezTo>
                  <a:pt x="112602" y="158666"/>
                  <a:pt x="112286" y="157394"/>
                  <a:pt x="111415" y="157729"/>
                </a:cubicBezTo>
                <a:cubicBezTo>
                  <a:pt x="110401" y="158121"/>
                  <a:pt x="109885" y="159298"/>
                  <a:pt x="110373" y="160092"/>
                </a:cubicBezTo>
                <a:cubicBezTo>
                  <a:pt x="110908" y="160953"/>
                  <a:pt x="106976" y="166587"/>
                  <a:pt x="104728" y="168195"/>
                </a:cubicBezTo>
                <a:cubicBezTo>
                  <a:pt x="101829" y="170261"/>
                  <a:pt x="98089" y="170787"/>
                  <a:pt x="98089" y="169132"/>
                </a:cubicBezTo>
                <a:cubicBezTo>
                  <a:pt x="98089" y="167515"/>
                  <a:pt x="100012" y="164244"/>
                  <a:pt x="102614" y="161460"/>
                </a:cubicBezTo>
                <a:lnTo>
                  <a:pt x="105034" y="158857"/>
                </a:lnTo>
                <a:lnTo>
                  <a:pt x="99868" y="159470"/>
                </a:lnTo>
                <a:cubicBezTo>
                  <a:pt x="95611" y="159967"/>
                  <a:pt x="93994" y="159718"/>
                  <a:pt x="90722" y="158044"/>
                </a:cubicBezTo>
                <a:cubicBezTo>
                  <a:pt x="88541" y="156935"/>
                  <a:pt x="86924" y="155519"/>
                  <a:pt x="87125" y="154906"/>
                </a:cubicBezTo>
                <a:cubicBezTo>
                  <a:pt x="87709" y="153127"/>
                  <a:pt x="97850" y="152945"/>
                  <a:pt x="100480" y="154667"/>
                </a:cubicBezTo>
                <a:cubicBezTo>
                  <a:pt x="101695" y="155471"/>
                  <a:pt x="104278" y="156074"/>
                  <a:pt x="106230" y="156016"/>
                </a:cubicBezTo>
                <a:lnTo>
                  <a:pt x="109760" y="155901"/>
                </a:lnTo>
                <a:lnTo>
                  <a:pt x="106498" y="155251"/>
                </a:lnTo>
                <a:cubicBezTo>
                  <a:pt x="102528" y="154457"/>
                  <a:pt x="99017" y="152649"/>
                  <a:pt x="99017" y="151395"/>
                </a:cubicBezTo>
                <a:cubicBezTo>
                  <a:pt x="99017" y="148697"/>
                  <a:pt x="110593" y="148133"/>
                  <a:pt x="113683" y="150678"/>
                </a:cubicBezTo>
                <a:cubicBezTo>
                  <a:pt x="114381" y="151252"/>
                  <a:pt x="115386" y="151271"/>
                  <a:pt x="116352" y="150726"/>
                </a:cubicBezTo>
                <a:cubicBezTo>
                  <a:pt x="117634" y="150018"/>
                  <a:pt x="117261" y="149606"/>
                  <a:pt x="114228" y="148391"/>
                </a:cubicBezTo>
                <a:cubicBezTo>
                  <a:pt x="107990" y="145894"/>
                  <a:pt x="103944" y="145464"/>
                  <a:pt x="102289" y="147109"/>
                </a:cubicBezTo>
                <a:cubicBezTo>
                  <a:pt x="99581" y="149826"/>
                  <a:pt x="91478" y="151328"/>
                  <a:pt x="88780" y="149625"/>
                </a:cubicBezTo>
                <a:cubicBezTo>
                  <a:pt x="87613" y="148889"/>
                  <a:pt x="87661" y="148487"/>
                  <a:pt x="89125" y="146870"/>
                </a:cubicBezTo>
                <a:cubicBezTo>
                  <a:pt x="90072" y="145827"/>
                  <a:pt x="92358" y="144479"/>
                  <a:pt x="94214" y="143866"/>
                </a:cubicBezTo>
                <a:cubicBezTo>
                  <a:pt x="97132" y="142900"/>
                  <a:pt x="97342" y="142661"/>
                  <a:pt x="95735" y="142049"/>
                </a:cubicBezTo>
                <a:cubicBezTo>
                  <a:pt x="94721" y="141666"/>
                  <a:pt x="91535" y="141570"/>
                  <a:pt x="88665" y="141848"/>
                </a:cubicBezTo>
                <a:cubicBezTo>
                  <a:pt x="82543" y="142431"/>
                  <a:pt x="78582" y="140958"/>
                  <a:pt x="80390" y="138777"/>
                </a:cubicBezTo>
                <a:cubicBezTo>
                  <a:pt x="81069" y="137954"/>
                  <a:pt x="83231" y="137437"/>
                  <a:pt x="85987" y="137437"/>
                </a:cubicBezTo>
                <a:lnTo>
                  <a:pt x="90474" y="137437"/>
                </a:lnTo>
                <a:lnTo>
                  <a:pt x="89239" y="134864"/>
                </a:lnTo>
                <a:cubicBezTo>
                  <a:pt x="86848" y="129908"/>
                  <a:pt x="86637" y="128129"/>
                  <a:pt x="88359" y="127469"/>
                </a:cubicBezTo>
                <a:cubicBezTo>
                  <a:pt x="89479" y="127038"/>
                  <a:pt x="90875" y="127842"/>
                  <a:pt x="92980" y="130138"/>
                </a:cubicBezTo>
                <a:cubicBezTo>
                  <a:pt x="94970" y="132309"/>
                  <a:pt x="97132" y="133601"/>
                  <a:pt x="99390" y="133974"/>
                </a:cubicBezTo>
                <a:cubicBezTo>
                  <a:pt x="101676" y="134338"/>
                  <a:pt x="102595" y="134194"/>
                  <a:pt x="102183" y="133534"/>
                </a:cubicBezTo>
                <a:cubicBezTo>
                  <a:pt x="101121" y="131812"/>
                  <a:pt x="100079" y="126053"/>
                  <a:pt x="100595" y="124713"/>
                </a:cubicBezTo>
                <a:cubicBezTo>
                  <a:pt x="101370" y="122685"/>
                  <a:pt x="103628" y="123202"/>
                  <a:pt x="104757" y="125670"/>
                </a:cubicBezTo>
                <a:cubicBezTo>
                  <a:pt x="105388" y="127067"/>
                  <a:pt x="106766" y="128062"/>
                  <a:pt x="108411" y="128301"/>
                </a:cubicBezTo>
                <a:cubicBezTo>
                  <a:pt x="111023" y="128684"/>
                  <a:pt x="111033" y="128665"/>
                  <a:pt x="109827" y="125823"/>
                </a:cubicBezTo>
                <a:cubicBezTo>
                  <a:pt x="105991" y="116811"/>
                  <a:pt x="104183" y="114008"/>
                  <a:pt x="102356" y="114276"/>
                </a:cubicBezTo>
                <a:cubicBezTo>
                  <a:pt x="101265" y="114439"/>
                  <a:pt x="100280" y="115510"/>
                  <a:pt x="99954" y="116888"/>
                </a:cubicBezTo>
                <a:cubicBezTo>
                  <a:pt x="99399" y="119279"/>
                  <a:pt x="90253" y="125641"/>
                  <a:pt x="88302" y="124991"/>
                </a:cubicBezTo>
                <a:cubicBezTo>
                  <a:pt x="86207" y="124292"/>
                  <a:pt x="86924" y="121509"/>
                  <a:pt x="90100" y="117988"/>
                </a:cubicBezTo>
                <a:cubicBezTo>
                  <a:pt x="92770" y="115041"/>
                  <a:pt x="93152" y="114180"/>
                  <a:pt x="92004" y="113740"/>
                </a:cubicBezTo>
                <a:cubicBezTo>
                  <a:pt x="91220" y="113434"/>
                  <a:pt x="89766" y="113989"/>
                  <a:pt x="88780" y="114974"/>
                </a:cubicBezTo>
                <a:cubicBezTo>
                  <a:pt x="85346" y="118409"/>
                  <a:pt x="74258" y="120093"/>
                  <a:pt x="73196" y="117337"/>
                </a:cubicBezTo>
                <a:cubicBezTo>
                  <a:pt x="72430" y="115328"/>
                  <a:pt x="74334" y="113415"/>
                  <a:pt x="78314" y="112190"/>
                </a:cubicBezTo>
                <a:cubicBezTo>
                  <a:pt x="80199" y="111616"/>
                  <a:pt x="82313" y="110956"/>
                  <a:pt x="83011" y="110736"/>
                </a:cubicBezTo>
                <a:cubicBezTo>
                  <a:pt x="84025" y="110411"/>
                  <a:pt x="84054" y="110047"/>
                  <a:pt x="83136" y="108947"/>
                </a:cubicBezTo>
                <a:cubicBezTo>
                  <a:pt x="82514" y="108182"/>
                  <a:pt x="81643" y="107780"/>
                  <a:pt x="81222" y="108038"/>
                </a:cubicBezTo>
                <a:cubicBezTo>
                  <a:pt x="80036" y="108775"/>
                  <a:pt x="74382" y="103408"/>
                  <a:pt x="72344" y="99629"/>
                </a:cubicBezTo>
                <a:cubicBezTo>
                  <a:pt x="70804" y="96759"/>
                  <a:pt x="70737" y="96137"/>
                  <a:pt x="71876" y="95429"/>
                </a:cubicBezTo>
                <a:cubicBezTo>
                  <a:pt x="74487" y="93822"/>
                  <a:pt x="83605" y="100720"/>
                  <a:pt x="84246" y="104795"/>
                </a:cubicBezTo>
                <a:cubicBezTo>
                  <a:pt x="84408" y="105848"/>
                  <a:pt x="86015" y="107598"/>
                  <a:pt x="87814" y="108699"/>
                </a:cubicBezTo>
                <a:lnTo>
                  <a:pt x="91076" y="110698"/>
                </a:lnTo>
                <a:lnTo>
                  <a:pt x="89096" y="108421"/>
                </a:lnTo>
                <a:cubicBezTo>
                  <a:pt x="86255" y="105159"/>
                  <a:pt x="84781" y="102002"/>
                  <a:pt x="85384" y="100442"/>
                </a:cubicBezTo>
                <a:cubicBezTo>
                  <a:pt x="86551" y="97400"/>
                  <a:pt x="98089" y="104853"/>
                  <a:pt x="98089" y="108651"/>
                </a:cubicBezTo>
                <a:cubicBezTo>
                  <a:pt x="98089" y="109847"/>
                  <a:pt x="98787" y="110344"/>
                  <a:pt x="100452" y="110344"/>
                </a:cubicBezTo>
                <a:lnTo>
                  <a:pt x="102824" y="110344"/>
                </a:lnTo>
                <a:lnTo>
                  <a:pt x="100691" y="107225"/>
                </a:lnTo>
                <a:cubicBezTo>
                  <a:pt x="95381" y="99457"/>
                  <a:pt x="93200" y="97735"/>
                  <a:pt x="88637" y="97716"/>
                </a:cubicBezTo>
                <a:cubicBezTo>
                  <a:pt x="83834" y="97687"/>
                  <a:pt x="76602" y="93707"/>
                  <a:pt x="76602" y="91076"/>
                </a:cubicBezTo>
                <a:cubicBezTo>
                  <a:pt x="76602" y="89814"/>
                  <a:pt x="77558" y="89641"/>
                  <a:pt x="82600" y="89957"/>
                </a:cubicBezTo>
                <a:lnTo>
                  <a:pt x="88598" y="90340"/>
                </a:lnTo>
                <a:lnTo>
                  <a:pt x="86733" y="87718"/>
                </a:lnTo>
                <a:cubicBezTo>
                  <a:pt x="85709" y="86283"/>
                  <a:pt x="84456" y="85355"/>
                  <a:pt x="83959" y="85662"/>
                </a:cubicBezTo>
                <a:cubicBezTo>
                  <a:pt x="82112" y="86810"/>
                  <a:pt x="74803" y="80629"/>
                  <a:pt x="74755" y="77884"/>
                </a:cubicBezTo>
                <a:cubicBezTo>
                  <a:pt x="74717" y="75961"/>
                  <a:pt x="78745" y="76563"/>
                  <a:pt x="82370" y="79022"/>
                </a:cubicBezTo>
                <a:lnTo>
                  <a:pt x="85767" y="81337"/>
                </a:lnTo>
                <a:lnTo>
                  <a:pt x="86886" y="76688"/>
                </a:lnTo>
                <a:cubicBezTo>
                  <a:pt x="87498" y="74133"/>
                  <a:pt x="88417" y="71780"/>
                  <a:pt x="88924" y="71464"/>
                </a:cubicBezTo>
                <a:cubicBezTo>
                  <a:pt x="90674" y="70393"/>
                  <a:pt x="92550" y="73569"/>
                  <a:pt x="92750" y="77941"/>
                </a:cubicBezTo>
                <a:cubicBezTo>
                  <a:pt x="92875" y="80658"/>
                  <a:pt x="93382" y="82313"/>
                  <a:pt x="94099" y="82313"/>
                </a:cubicBezTo>
                <a:cubicBezTo>
                  <a:pt x="94721" y="82323"/>
                  <a:pt x="95955" y="83423"/>
                  <a:pt x="96835" y="84762"/>
                </a:cubicBezTo>
                <a:lnTo>
                  <a:pt x="98433" y="87192"/>
                </a:lnTo>
                <a:lnTo>
                  <a:pt x="99639" y="83050"/>
                </a:lnTo>
                <a:cubicBezTo>
                  <a:pt x="101121" y="77979"/>
                  <a:pt x="104269" y="74669"/>
                  <a:pt x="105637" y="76755"/>
                </a:cubicBezTo>
                <a:cubicBezTo>
                  <a:pt x="106134" y="77501"/>
                  <a:pt x="106297" y="79481"/>
                  <a:pt x="106000" y="81156"/>
                </a:cubicBezTo>
                <a:cubicBezTo>
                  <a:pt x="105407" y="84600"/>
                  <a:pt x="106316" y="84963"/>
                  <a:pt x="109808" y="82667"/>
                </a:cubicBezTo>
                <a:cubicBezTo>
                  <a:pt x="111090" y="81835"/>
                  <a:pt x="113970" y="81098"/>
                  <a:pt x="116218" y="81031"/>
                </a:cubicBezTo>
                <a:cubicBezTo>
                  <a:pt x="118677" y="80964"/>
                  <a:pt x="120083" y="80543"/>
                  <a:pt x="119748" y="79988"/>
                </a:cubicBezTo>
                <a:cubicBezTo>
                  <a:pt x="119442" y="79472"/>
                  <a:pt x="118217" y="77625"/>
                  <a:pt x="117041" y="75884"/>
                </a:cubicBezTo>
                <a:cubicBezTo>
                  <a:pt x="114668" y="72383"/>
                  <a:pt x="114199" y="68307"/>
                  <a:pt x="116160" y="68307"/>
                </a:cubicBezTo>
                <a:cubicBezTo>
                  <a:pt x="117854" y="68307"/>
                  <a:pt x="125172" y="73674"/>
                  <a:pt x="125172" y="74908"/>
                </a:cubicBezTo>
                <a:cubicBezTo>
                  <a:pt x="125172" y="75454"/>
                  <a:pt x="125689" y="75578"/>
                  <a:pt x="126311" y="75195"/>
                </a:cubicBezTo>
                <a:cubicBezTo>
                  <a:pt x="126933" y="74813"/>
                  <a:pt x="128808" y="74583"/>
                  <a:pt x="130482" y="74698"/>
                </a:cubicBezTo>
                <a:lnTo>
                  <a:pt x="133515" y="74899"/>
                </a:lnTo>
                <a:lnTo>
                  <a:pt x="131707" y="70909"/>
                </a:lnTo>
                <a:cubicBezTo>
                  <a:pt x="129296" y="65590"/>
                  <a:pt x="129257" y="61773"/>
                  <a:pt x="131620" y="61773"/>
                </a:cubicBezTo>
                <a:cubicBezTo>
                  <a:pt x="132606" y="61773"/>
                  <a:pt x="134175" y="62931"/>
                  <a:pt x="135131" y="64337"/>
                </a:cubicBezTo>
                <a:cubicBezTo>
                  <a:pt x="136538" y="66442"/>
                  <a:pt x="137619" y="66939"/>
                  <a:pt x="141053" y="67092"/>
                </a:cubicBezTo>
                <a:cubicBezTo>
                  <a:pt x="147444" y="67379"/>
                  <a:pt x="150151" y="67877"/>
                  <a:pt x="151529" y="69025"/>
                </a:cubicBezTo>
                <a:cubicBezTo>
                  <a:pt x="152534" y="69848"/>
                  <a:pt x="153079" y="69254"/>
                  <a:pt x="154208" y="66126"/>
                </a:cubicBezTo>
                <a:cubicBezTo>
                  <a:pt x="155595" y="62271"/>
                  <a:pt x="155557" y="62051"/>
                  <a:pt x="152524" y="55440"/>
                </a:cubicBezTo>
                <a:cubicBezTo>
                  <a:pt x="149893" y="49719"/>
                  <a:pt x="149070" y="48695"/>
                  <a:pt x="147109" y="48695"/>
                </a:cubicBezTo>
                <a:cubicBezTo>
                  <a:pt x="145492" y="48695"/>
                  <a:pt x="144794" y="49202"/>
                  <a:pt x="144794" y="50389"/>
                </a:cubicBezTo>
                <a:cubicBezTo>
                  <a:pt x="144794" y="53354"/>
                  <a:pt x="136193" y="59898"/>
                  <a:pt x="132281" y="59898"/>
                </a:cubicBezTo>
                <a:cubicBezTo>
                  <a:pt x="128511" y="59898"/>
                  <a:pt x="130262" y="55143"/>
                  <a:pt x="135782" y="50350"/>
                </a:cubicBezTo>
                <a:lnTo>
                  <a:pt x="138719" y="47806"/>
                </a:lnTo>
                <a:lnTo>
                  <a:pt x="135658" y="47786"/>
                </a:lnTo>
                <a:cubicBezTo>
                  <a:pt x="133821" y="47767"/>
                  <a:pt x="132386" y="48303"/>
                  <a:pt x="132070" y="49116"/>
                </a:cubicBezTo>
                <a:cubicBezTo>
                  <a:pt x="131219" y="51345"/>
                  <a:pt x="125259" y="52780"/>
                  <a:pt x="117940" y="52532"/>
                </a:cubicBezTo>
                <a:cubicBezTo>
                  <a:pt x="115529" y="52455"/>
                  <a:pt x="114898" y="52034"/>
                  <a:pt x="114898" y="50513"/>
                </a:cubicBezTo>
                <a:cubicBezTo>
                  <a:pt x="114898" y="48466"/>
                  <a:pt x="121068" y="45012"/>
                  <a:pt x="124790" y="44974"/>
                </a:cubicBezTo>
                <a:cubicBezTo>
                  <a:pt x="125861" y="44964"/>
                  <a:pt x="127009" y="44677"/>
                  <a:pt x="127344" y="44342"/>
                </a:cubicBezTo>
                <a:cubicBezTo>
                  <a:pt x="128262" y="43424"/>
                  <a:pt x="126120" y="41224"/>
                  <a:pt x="124321" y="41224"/>
                </a:cubicBezTo>
                <a:cubicBezTo>
                  <a:pt x="122618" y="41224"/>
                  <a:pt x="116696" y="35464"/>
                  <a:pt x="115012" y="32173"/>
                </a:cubicBezTo>
                <a:cubicBezTo>
                  <a:pt x="113300" y="28825"/>
                  <a:pt x="113721" y="27208"/>
                  <a:pt x="116304" y="27208"/>
                </a:cubicBezTo>
                <a:cubicBezTo>
                  <a:pt x="119337" y="27208"/>
                  <a:pt x="128473" y="35790"/>
                  <a:pt x="127669" y="37875"/>
                </a:cubicBezTo>
                <a:cubicBezTo>
                  <a:pt x="127315" y="38803"/>
                  <a:pt x="128215" y="40142"/>
                  <a:pt x="130205" y="41664"/>
                </a:cubicBezTo>
                <a:cubicBezTo>
                  <a:pt x="134730" y="45117"/>
                  <a:pt x="134940" y="44591"/>
                  <a:pt x="131228" y="39186"/>
                </a:cubicBezTo>
                <a:cubicBezTo>
                  <a:pt x="128358" y="35024"/>
                  <a:pt x="128081" y="34173"/>
                  <a:pt x="129219" y="33034"/>
                </a:cubicBezTo>
                <a:cubicBezTo>
                  <a:pt x="130358" y="31896"/>
                  <a:pt x="131056" y="31982"/>
                  <a:pt x="134280" y="33627"/>
                </a:cubicBezTo>
                <a:cubicBezTo>
                  <a:pt x="138633" y="35847"/>
                  <a:pt x="142928" y="40583"/>
                  <a:pt x="142928" y="43156"/>
                </a:cubicBezTo>
                <a:cubicBezTo>
                  <a:pt x="142928" y="44457"/>
                  <a:pt x="143579" y="44955"/>
                  <a:pt x="145263" y="44955"/>
                </a:cubicBezTo>
                <a:cubicBezTo>
                  <a:pt x="148219" y="44955"/>
                  <a:pt x="148190" y="44237"/>
                  <a:pt x="145024" y="39616"/>
                </a:cubicBezTo>
                <a:cubicBezTo>
                  <a:pt x="139800" y="31982"/>
                  <a:pt x="137437" y="29782"/>
                  <a:pt x="135093" y="30365"/>
                </a:cubicBezTo>
                <a:cubicBezTo>
                  <a:pt x="130855" y="31427"/>
                  <a:pt x="119576" y="25754"/>
                  <a:pt x="119576" y="22559"/>
                </a:cubicBezTo>
                <a:cubicBezTo>
                  <a:pt x="119576" y="20387"/>
                  <a:pt x="127708" y="20502"/>
                  <a:pt x="132022" y="22731"/>
                </a:cubicBezTo>
                <a:cubicBezTo>
                  <a:pt x="133563" y="23525"/>
                  <a:pt x="133620" y="23401"/>
                  <a:pt x="132596" y="21439"/>
                </a:cubicBezTo>
                <a:cubicBezTo>
                  <a:pt x="130798" y="17957"/>
                  <a:pt x="128827" y="16091"/>
                  <a:pt x="127507" y="16598"/>
                </a:cubicBezTo>
                <a:cubicBezTo>
                  <a:pt x="125823" y="17239"/>
                  <a:pt x="118638" y="10610"/>
                  <a:pt x="118638" y="8419"/>
                </a:cubicBezTo>
                <a:cubicBezTo>
                  <a:pt x="118638" y="5070"/>
                  <a:pt x="125230" y="7319"/>
                  <a:pt x="128827" y="11901"/>
                </a:cubicBezTo>
                <a:lnTo>
                  <a:pt x="130779" y="14379"/>
                </a:lnTo>
                <a:lnTo>
                  <a:pt x="130779" y="12054"/>
                </a:lnTo>
                <a:cubicBezTo>
                  <a:pt x="130779" y="9022"/>
                  <a:pt x="132558" y="3741"/>
                  <a:pt x="134165" y="2028"/>
                </a:cubicBezTo>
                <a:cubicBezTo>
                  <a:pt x="136059" y="0"/>
                  <a:pt x="137274" y="1799"/>
                  <a:pt x="137963" y="7634"/>
                </a:cubicBezTo>
                <a:cubicBezTo>
                  <a:pt x="138432" y="11547"/>
                  <a:pt x="139217" y="13346"/>
                  <a:pt x="141493" y="15690"/>
                </a:cubicBezTo>
                <a:lnTo>
                  <a:pt x="144430" y="18713"/>
                </a:lnTo>
                <a:lnTo>
                  <a:pt x="145483" y="14781"/>
                </a:lnTo>
                <a:cubicBezTo>
                  <a:pt x="146726" y="10179"/>
                  <a:pt x="150142" y="6027"/>
                  <a:pt x="151548" y="7433"/>
                </a:cubicBezTo>
                <a:cubicBezTo>
                  <a:pt x="152055" y="7940"/>
                  <a:pt x="152323" y="10045"/>
                  <a:pt x="152122" y="12102"/>
                </a:cubicBezTo>
                <a:cubicBezTo>
                  <a:pt x="151931" y="14159"/>
                  <a:pt x="152065" y="15661"/>
                  <a:pt x="152419" y="15431"/>
                </a:cubicBezTo>
                <a:cubicBezTo>
                  <a:pt x="153155" y="14982"/>
                  <a:pt x="157279" y="20243"/>
                  <a:pt x="158168" y="22769"/>
                </a:cubicBezTo>
                <a:cubicBezTo>
                  <a:pt x="158484" y="23668"/>
                  <a:pt x="159182" y="24405"/>
                  <a:pt x="159709" y="24405"/>
                </a:cubicBezTo>
                <a:cubicBezTo>
                  <a:pt x="160244" y="24405"/>
                  <a:pt x="160684" y="25773"/>
                  <a:pt x="160684" y="27438"/>
                </a:cubicBezTo>
                <a:cubicBezTo>
                  <a:pt x="160694" y="29198"/>
                  <a:pt x="161000" y="30002"/>
                  <a:pt x="161412" y="29361"/>
                </a:cubicBezTo>
                <a:cubicBezTo>
                  <a:pt x="162636" y="27438"/>
                  <a:pt x="170309" y="24443"/>
                  <a:pt x="174049" y="24424"/>
                </a:cubicBezTo>
                <a:cubicBezTo>
                  <a:pt x="177206" y="24405"/>
                  <a:pt x="177589" y="24644"/>
                  <a:pt x="177321" y="26471"/>
                </a:cubicBezTo>
                <a:cubicBezTo>
                  <a:pt x="176891" y="29475"/>
                  <a:pt x="168988" y="34087"/>
                  <a:pt x="164100" y="34211"/>
                </a:cubicBezTo>
                <a:lnTo>
                  <a:pt x="160206" y="34307"/>
                </a:lnTo>
                <a:lnTo>
                  <a:pt x="159910" y="38927"/>
                </a:lnTo>
                <a:lnTo>
                  <a:pt x="159623" y="43558"/>
                </a:lnTo>
                <a:lnTo>
                  <a:pt x="162244" y="41061"/>
                </a:lnTo>
                <a:cubicBezTo>
                  <a:pt x="166941" y="36603"/>
                  <a:pt x="175618" y="34259"/>
                  <a:pt x="175618" y="37454"/>
                </a:cubicBezTo>
                <a:cubicBezTo>
                  <a:pt x="175618" y="40745"/>
                  <a:pt x="163985" y="49700"/>
                  <a:pt x="161612" y="48226"/>
                </a:cubicBezTo>
                <a:cubicBezTo>
                  <a:pt x="160570" y="47585"/>
                  <a:pt x="159259" y="50044"/>
                  <a:pt x="158494" y="54062"/>
                </a:cubicBezTo>
                <a:cubicBezTo>
                  <a:pt x="157901" y="57181"/>
                  <a:pt x="158580" y="57889"/>
                  <a:pt x="160407" y="56062"/>
                </a:cubicBezTo>
                <a:cubicBezTo>
                  <a:pt x="162397" y="54062"/>
                  <a:pt x="163708" y="56243"/>
                  <a:pt x="163268" y="60826"/>
                </a:cubicBezTo>
                <a:cubicBezTo>
                  <a:pt x="162818" y="65485"/>
                  <a:pt x="164549" y="69867"/>
                  <a:pt x="165669" y="66939"/>
                </a:cubicBezTo>
                <a:cubicBezTo>
                  <a:pt x="166358" y="65160"/>
                  <a:pt x="168740" y="65074"/>
                  <a:pt x="169735" y="66796"/>
                </a:cubicBezTo>
                <a:cubicBezTo>
                  <a:pt x="170146" y="67504"/>
                  <a:pt x="172308" y="68393"/>
                  <a:pt x="174537" y="68766"/>
                </a:cubicBezTo>
                <a:cubicBezTo>
                  <a:pt x="178450" y="69417"/>
                  <a:pt x="178555" y="69369"/>
                  <a:pt x="177541" y="67475"/>
                </a:cubicBezTo>
                <a:cubicBezTo>
                  <a:pt x="176929" y="66327"/>
                  <a:pt x="175570" y="65504"/>
                  <a:pt x="174298" y="65504"/>
                </a:cubicBezTo>
                <a:cubicBezTo>
                  <a:pt x="172930" y="65504"/>
                  <a:pt x="170864" y="64136"/>
                  <a:pt x="168816" y="61878"/>
                </a:cubicBezTo>
                <a:cubicBezTo>
                  <a:pt x="160579" y="52761"/>
                  <a:pt x="165879" y="49365"/>
                  <a:pt x="174652" y="58138"/>
                </a:cubicBezTo>
                <a:lnTo>
                  <a:pt x="177608" y="61103"/>
                </a:lnTo>
                <a:lnTo>
                  <a:pt x="177025" y="55603"/>
                </a:lnTo>
                <a:cubicBezTo>
                  <a:pt x="176527" y="50953"/>
                  <a:pt x="176776" y="49441"/>
                  <a:pt x="178594" y="45892"/>
                </a:cubicBezTo>
                <a:cubicBezTo>
                  <a:pt x="179789" y="43577"/>
                  <a:pt x="181387" y="41683"/>
                  <a:pt x="182162" y="41683"/>
                </a:cubicBezTo>
                <a:cubicBezTo>
                  <a:pt x="184267" y="41683"/>
                  <a:pt x="184133" y="53469"/>
                  <a:pt x="181999" y="55832"/>
                </a:cubicBezTo>
                <a:cubicBezTo>
                  <a:pt x="180096" y="57946"/>
                  <a:pt x="178938" y="62204"/>
                  <a:pt x="179866" y="63696"/>
                </a:cubicBezTo>
                <a:cubicBezTo>
                  <a:pt x="180268" y="64356"/>
                  <a:pt x="181158" y="62959"/>
                  <a:pt x="182047" y="60252"/>
                </a:cubicBezTo>
                <a:cubicBezTo>
                  <a:pt x="183186" y="56827"/>
                  <a:pt x="184028" y="55698"/>
                  <a:pt x="185434" y="55698"/>
                </a:cubicBezTo>
                <a:cubicBezTo>
                  <a:pt x="187127" y="55698"/>
                  <a:pt x="187299" y="56320"/>
                  <a:pt x="187299" y="62548"/>
                </a:cubicBezTo>
                <a:cubicBezTo>
                  <a:pt x="187299" y="67953"/>
                  <a:pt x="186955" y="69647"/>
                  <a:pt x="185683" y="70575"/>
                </a:cubicBezTo>
                <a:cubicBezTo>
                  <a:pt x="184305" y="71589"/>
                  <a:pt x="184248" y="72000"/>
                  <a:pt x="185338" y="73473"/>
                </a:cubicBezTo>
                <a:cubicBezTo>
                  <a:pt x="186524" y="75109"/>
                  <a:pt x="186678" y="75052"/>
                  <a:pt x="187988" y="72459"/>
                </a:cubicBezTo>
                <a:cubicBezTo>
                  <a:pt x="188754" y="70948"/>
                  <a:pt x="190102" y="67494"/>
                  <a:pt x="190992" y="64787"/>
                </a:cubicBezTo>
                <a:cubicBezTo>
                  <a:pt x="192580" y="59927"/>
                  <a:pt x="192571" y="59850"/>
                  <a:pt x="190581" y="58233"/>
                </a:cubicBezTo>
                <a:cubicBezTo>
                  <a:pt x="189050" y="56990"/>
                  <a:pt x="188438" y="55210"/>
                  <a:pt x="188036" y="50838"/>
                </a:cubicBezTo>
                <a:cubicBezTo>
                  <a:pt x="187749" y="47672"/>
                  <a:pt x="187778" y="44400"/>
                  <a:pt x="188093" y="43577"/>
                </a:cubicBezTo>
                <a:cubicBezTo>
                  <a:pt x="189098" y="40946"/>
                  <a:pt x="192150" y="43596"/>
                  <a:pt x="194082" y="48791"/>
                </a:cubicBezTo>
                <a:lnTo>
                  <a:pt x="195862" y="53565"/>
                </a:lnTo>
                <a:lnTo>
                  <a:pt x="197105" y="50551"/>
                </a:lnTo>
                <a:cubicBezTo>
                  <a:pt x="198110" y="48140"/>
                  <a:pt x="198129" y="47174"/>
                  <a:pt x="197201" y="45691"/>
                </a:cubicBezTo>
                <a:cubicBezTo>
                  <a:pt x="195125" y="42362"/>
                  <a:pt x="198033" y="32479"/>
                  <a:pt x="200616" y="34077"/>
                </a:cubicBezTo>
                <a:cubicBezTo>
                  <a:pt x="202118" y="34996"/>
                  <a:pt x="202932" y="41444"/>
                  <a:pt x="201908" y="44161"/>
                </a:cubicBezTo>
                <a:lnTo>
                  <a:pt x="200999" y="46543"/>
                </a:lnTo>
                <a:lnTo>
                  <a:pt x="204386" y="44821"/>
                </a:lnTo>
                <a:cubicBezTo>
                  <a:pt x="212393" y="40736"/>
                  <a:pt x="216392" y="44486"/>
                  <a:pt x="209284" y="49403"/>
                </a:cubicBezTo>
                <a:cubicBezTo>
                  <a:pt x="206816" y="51116"/>
                  <a:pt x="205572" y="52685"/>
                  <a:pt x="205553" y="54129"/>
                </a:cubicBezTo>
                <a:cubicBezTo>
                  <a:pt x="205534" y="55316"/>
                  <a:pt x="205113" y="57047"/>
                  <a:pt x="204615" y="57966"/>
                </a:cubicBezTo>
                <a:cubicBezTo>
                  <a:pt x="203764" y="59563"/>
                  <a:pt x="203917" y="59573"/>
                  <a:pt x="207820" y="58166"/>
                </a:cubicBezTo>
                <a:cubicBezTo>
                  <a:pt x="211389" y="56884"/>
                  <a:pt x="211905" y="56349"/>
                  <a:pt x="211838" y="54053"/>
                </a:cubicBezTo>
                <a:cubicBezTo>
                  <a:pt x="211724" y="49910"/>
                  <a:pt x="213646" y="48667"/>
                  <a:pt x="215818" y="51498"/>
                </a:cubicBezTo>
                <a:cubicBezTo>
                  <a:pt x="217942" y="54273"/>
                  <a:pt x="219501" y="60730"/>
                  <a:pt x="218526" y="62720"/>
                </a:cubicBezTo>
                <a:cubicBezTo>
                  <a:pt x="218143" y="63495"/>
                  <a:pt x="218401" y="65179"/>
                  <a:pt x="219109" y="66461"/>
                </a:cubicBezTo>
                <a:cubicBezTo>
                  <a:pt x="220343" y="68690"/>
                  <a:pt x="220391" y="68604"/>
                  <a:pt x="220429" y="64270"/>
                </a:cubicBezTo>
                <a:cubicBezTo>
                  <a:pt x="220458" y="60596"/>
                  <a:pt x="220745" y="59821"/>
                  <a:pt x="221998" y="60070"/>
                </a:cubicBezTo>
                <a:cubicBezTo>
                  <a:pt x="224725" y="60606"/>
                  <a:pt x="227384" y="65275"/>
                  <a:pt x="227566" y="69876"/>
                </a:cubicBezTo>
                <a:cubicBezTo>
                  <a:pt x="227671" y="72517"/>
                  <a:pt x="228265" y="74487"/>
                  <a:pt x="229078" y="74947"/>
                </a:cubicBezTo>
                <a:cubicBezTo>
                  <a:pt x="230771" y="75894"/>
                  <a:pt x="230867" y="74401"/>
                  <a:pt x="229633" y="66729"/>
                </a:cubicBezTo>
                <a:cubicBezTo>
                  <a:pt x="228867" y="61984"/>
                  <a:pt x="228351" y="60893"/>
                  <a:pt x="226772" y="60654"/>
                </a:cubicBezTo>
                <a:cubicBezTo>
                  <a:pt x="222544" y="60022"/>
                  <a:pt x="216870" y="49202"/>
                  <a:pt x="220161" y="48035"/>
                </a:cubicBezTo>
                <a:cubicBezTo>
                  <a:pt x="220764" y="47825"/>
                  <a:pt x="222974" y="49193"/>
                  <a:pt x="225069" y="51077"/>
                </a:cubicBezTo>
                <a:cubicBezTo>
                  <a:pt x="228800" y="54454"/>
                  <a:pt x="228867" y="54474"/>
                  <a:pt x="228867" y="52206"/>
                </a:cubicBezTo>
                <a:cubicBezTo>
                  <a:pt x="228867" y="50934"/>
                  <a:pt x="227834" y="48781"/>
                  <a:pt x="226571" y="47423"/>
                </a:cubicBezTo>
                <a:cubicBezTo>
                  <a:pt x="224247" y="44907"/>
                  <a:pt x="222591" y="39320"/>
                  <a:pt x="223663" y="37588"/>
                </a:cubicBezTo>
                <a:cubicBezTo>
                  <a:pt x="224696" y="35914"/>
                  <a:pt x="227021" y="37598"/>
                  <a:pt x="228982" y="41444"/>
                </a:cubicBezTo>
                <a:lnTo>
                  <a:pt x="230886" y="45175"/>
                </a:lnTo>
                <a:lnTo>
                  <a:pt x="233890" y="42266"/>
                </a:lnTo>
                <a:cubicBezTo>
                  <a:pt x="238932" y="37378"/>
                  <a:pt x="241208" y="38832"/>
                  <a:pt x="238434" y="45175"/>
                </a:cubicBezTo>
                <a:cubicBezTo>
                  <a:pt x="237076" y="48293"/>
                  <a:pt x="236894" y="49824"/>
                  <a:pt x="237602" y="52235"/>
                </a:cubicBezTo>
                <a:lnTo>
                  <a:pt x="238501" y="55306"/>
                </a:lnTo>
                <a:lnTo>
                  <a:pt x="240921" y="53000"/>
                </a:lnTo>
                <a:cubicBezTo>
                  <a:pt x="243878" y="50188"/>
                  <a:pt x="248489" y="48800"/>
                  <a:pt x="248489" y="50723"/>
                </a:cubicBezTo>
                <a:cubicBezTo>
                  <a:pt x="248489" y="51431"/>
                  <a:pt x="247829" y="52952"/>
                  <a:pt x="247025" y="54091"/>
                </a:cubicBezTo>
                <a:cubicBezTo>
                  <a:pt x="246231" y="55229"/>
                  <a:pt x="245791" y="56521"/>
                  <a:pt x="246059" y="56951"/>
                </a:cubicBezTo>
                <a:cubicBezTo>
                  <a:pt x="246327" y="57382"/>
                  <a:pt x="246642" y="60424"/>
                  <a:pt x="246767" y="63725"/>
                </a:cubicBezTo>
                <a:lnTo>
                  <a:pt x="246987" y="69714"/>
                </a:lnTo>
                <a:lnTo>
                  <a:pt x="250775" y="69934"/>
                </a:lnTo>
                <a:cubicBezTo>
                  <a:pt x="258945" y="70422"/>
                  <a:pt x="262523" y="74239"/>
                  <a:pt x="256429" y="75980"/>
                </a:cubicBezTo>
                <a:cubicBezTo>
                  <a:pt x="253138" y="76917"/>
                  <a:pt x="246805" y="76171"/>
                  <a:pt x="244940" y="74621"/>
                </a:cubicBezTo>
                <a:cubicBezTo>
                  <a:pt x="243916" y="73770"/>
                  <a:pt x="243265" y="74019"/>
                  <a:pt x="241878" y="75827"/>
                </a:cubicBezTo>
                <a:cubicBezTo>
                  <a:pt x="240912" y="77090"/>
                  <a:pt x="240108" y="78324"/>
                  <a:pt x="240099" y="78582"/>
                </a:cubicBezTo>
                <a:cubicBezTo>
                  <a:pt x="240089" y="78840"/>
                  <a:pt x="242490" y="78936"/>
                  <a:pt x="245447" y="78793"/>
                </a:cubicBezTo>
                <a:cubicBezTo>
                  <a:pt x="248403" y="78649"/>
                  <a:pt x="251407" y="78917"/>
                  <a:pt x="252124" y="79395"/>
                </a:cubicBezTo>
                <a:cubicBezTo>
                  <a:pt x="254315" y="80859"/>
                  <a:pt x="252497" y="83193"/>
                  <a:pt x="248278" y="84313"/>
                </a:cubicBezTo>
                <a:lnTo>
                  <a:pt x="244279" y="85384"/>
                </a:lnTo>
                <a:lnTo>
                  <a:pt x="244279" y="90397"/>
                </a:lnTo>
                <a:cubicBezTo>
                  <a:pt x="244279" y="93143"/>
                  <a:pt x="244413" y="95401"/>
                  <a:pt x="244566" y="95401"/>
                </a:cubicBezTo>
                <a:cubicBezTo>
                  <a:pt x="244729" y="95401"/>
                  <a:pt x="246059" y="94080"/>
                  <a:pt x="247532" y="92473"/>
                </a:cubicBezTo>
                <a:cubicBezTo>
                  <a:pt x="250402" y="89326"/>
                  <a:pt x="258477" y="86494"/>
                  <a:pt x="260141" y="88053"/>
                </a:cubicBezTo>
                <a:cubicBezTo>
                  <a:pt x="262361" y="90139"/>
                  <a:pt x="254774" y="96329"/>
                  <a:pt x="249981" y="96338"/>
                </a:cubicBezTo>
                <a:cubicBezTo>
                  <a:pt x="248278" y="96338"/>
                  <a:pt x="245935" y="97295"/>
                  <a:pt x="244279" y="98663"/>
                </a:cubicBezTo>
                <a:lnTo>
                  <a:pt x="241476" y="100988"/>
                </a:lnTo>
                <a:lnTo>
                  <a:pt x="244949" y="99600"/>
                </a:lnTo>
                <a:cubicBezTo>
                  <a:pt x="249713" y="97687"/>
                  <a:pt x="253378" y="97754"/>
                  <a:pt x="252995" y="99734"/>
                </a:cubicBezTo>
                <a:cubicBezTo>
                  <a:pt x="252497" y="102241"/>
                  <a:pt x="246107" y="106795"/>
                  <a:pt x="242720" y="107063"/>
                </a:cubicBezTo>
                <a:cubicBezTo>
                  <a:pt x="240644" y="107225"/>
                  <a:pt x="239506" y="107837"/>
                  <a:pt x="239295" y="108919"/>
                </a:cubicBezTo>
                <a:cubicBezTo>
                  <a:pt x="239018" y="110287"/>
                  <a:pt x="239439" y="110430"/>
                  <a:pt x="242060" y="109856"/>
                </a:cubicBezTo>
                <a:cubicBezTo>
                  <a:pt x="243753" y="109483"/>
                  <a:pt x="246949" y="108402"/>
                  <a:pt x="249149" y="107464"/>
                </a:cubicBezTo>
                <a:cubicBezTo>
                  <a:pt x="252210" y="106154"/>
                  <a:pt x="253157" y="105235"/>
                  <a:pt x="253157" y="103599"/>
                </a:cubicBezTo>
                <a:cubicBezTo>
                  <a:pt x="253157" y="99782"/>
                  <a:pt x="261605" y="92263"/>
                  <a:pt x="263624" y="94281"/>
                </a:cubicBezTo>
                <a:cubicBezTo>
                  <a:pt x="264370" y="95027"/>
                  <a:pt x="264006" y="96596"/>
                  <a:pt x="262303" y="100050"/>
                </a:cubicBezTo>
                <a:cubicBezTo>
                  <a:pt x="260055" y="104594"/>
                  <a:pt x="260036" y="104757"/>
                  <a:pt x="261873" y="104173"/>
                </a:cubicBezTo>
                <a:cubicBezTo>
                  <a:pt x="262916" y="103848"/>
                  <a:pt x="265087" y="102183"/>
                  <a:pt x="266695" y="100481"/>
                </a:cubicBezTo>
                <a:cubicBezTo>
                  <a:pt x="269488" y="97515"/>
                  <a:pt x="274099" y="95487"/>
                  <a:pt x="275305" y="96683"/>
                </a:cubicBezTo>
                <a:cubicBezTo>
                  <a:pt x="276357" y="97744"/>
                  <a:pt x="273764" y="101954"/>
                  <a:pt x="271382" y="103035"/>
                </a:cubicBezTo>
                <a:cubicBezTo>
                  <a:pt x="268598" y="104307"/>
                  <a:pt x="268388" y="105341"/>
                  <a:pt x="270760" y="106096"/>
                </a:cubicBezTo>
                <a:cubicBezTo>
                  <a:pt x="271708" y="106393"/>
                  <a:pt x="273477" y="107704"/>
                  <a:pt x="274702" y="109014"/>
                </a:cubicBezTo>
                <a:cubicBezTo>
                  <a:pt x="276539" y="110966"/>
                  <a:pt x="276692" y="111521"/>
                  <a:pt x="275592" y="112200"/>
                </a:cubicBezTo>
                <a:cubicBezTo>
                  <a:pt x="274185" y="113080"/>
                  <a:pt x="269660" y="112506"/>
                  <a:pt x="266934" y="111119"/>
                </a:cubicBezTo>
                <a:cubicBezTo>
                  <a:pt x="265881" y="110574"/>
                  <a:pt x="265298" y="110631"/>
                  <a:pt x="265298" y="111272"/>
                </a:cubicBezTo>
                <a:cubicBezTo>
                  <a:pt x="265298" y="111817"/>
                  <a:pt x="264274" y="112650"/>
                  <a:pt x="263030" y="113128"/>
                </a:cubicBezTo>
                <a:lnTo>
                  <a:pt x="260754" y="113989"/>
                </a:lnTo>
                <a:lnTo>
                  <a:pt x="264580" y="117816"/>
                </a:lnTo>
                <a:cubicBezTo>
                  <a:pt x="268828" y="122063"/>
                  <a:pt x="268493" y="124331"/>
                  <a:pt x="263844" y="122781"/>
                </a:cubicBezTo>
                <a:cubicBezTo>
                  <a:pt x="261461" y="121987"/>
                  <a:pt x="254908" y="123470"/>
                  <a:pt x="251608" y="125555"/>
                </a:cubicBezTo>
                <a:cubicBezTo>
                  <a:pt x="251005" y="125928"/>
                  <a:pt x="249962" y="126014"/>
                  <a:pt x="249273" y="125747"/>
                </a:cubicBezTo>
                <a:cubicBezTo>
                  <a:pt x="248288" y="125374"/>
                  <a:pt x="248077" y="126541"/>
                  <a:pt x="248278" y="131123"/>
                </a:cubicBezTo>
                <a:cubicBezTo>
                  <a:pt x="248546" y="137236"/>
                  <a:pt x="247618" y="140030"/>
                  <a:pt x="245695" y="138844"/>
                </a:cubicBezTo>
                <a:cubicBezTo>
                  <a:pt x="242816" y="137064"/>
                  <a:pt x="240634" y="126215"/>
                  <a:pt x="242883" y="124828"/>
                </a:cubicBezTo>
                <a:cubicBezTo>
                  <a:pt x="244566" y="123785"/>
                  <a:pt x="243868" y="122819"/>
                  <a:pt x="240721" y="121853"/>
                </a:cubicBezTo>
                <a:lnTo>
                  <a:pt x="237640" y="120906"/>
                </a:lnTo>
                <a:lnTo>
                  <a:pt x="238960" y="126101"/>
                </a:lnTo>
                <a:cubicBezTo>
                  <a:pt x="239946" y="129975"/>
                  <a:pt x="240022" y="131716"/>
                  <a:pt x="239247" y="132950"/>
                </a:cubicBezTo>
                <a:cubicBezTo>
                  <a:pt x="238673" y="133859"/>
                  <a:pt x="238205" y="135792"/>
                  <a:pt x="238205" y="137227"/>
                </a:cubicBezTo>
                <a:cubicBezTo>
                  <a:pt x="238205" y="138662"/>
                  <a:pt x="237430" y="141369"/>
                  <a:pt x="236482" y="143235"/>
                </a:cubicBezTo>
                <a:lnTo>
                  <a:pt x="234751" y="146621"/>
                </a:lnTo>
                <a:lnTo>
                  <a:pt x="237009" y="145770"/>
                </a:lnTo>
                <a:cubicBezTo>
                  <a:pt x="240080" y="144603"/>
                  <a:pt x="246365" y="144679"/>
                  <a:pt x="247121" y="145904"/>
                </a:cubicBezTo>
                <a:cubicBezTo>
                  <a:pt x="248058" y="147425"/>
                  <a:pt x="244844" y="150410"/>
                  <a:pt x="241055" y="151548"/>
                </a:cubicBezTo>
                <a:cubicBezTo>
                  <a:pt x="238702" y="152247"/>
                  <a:pt x="237611" y="153146"/>
                  <a:pt x="237516" y="154447"/>
                </a:cubicBezTo>
                <a:cubicBezTo>
                  <a:pt x="237439" y="155480"/>
                  <a:pt x="236731" y="157040"/>
                  <a:pt x="235956" y="157901"/>
                </a:cubicBezTo>
                <a:cubicBezTo>
                  <a:pt x="234636" y="159355"/>
                  <a:pt x="234923" y="159479"/>
                  <a:pt x="239773" y="159594"/>
                </a:cubicBezTo>
                <a:cubicBezTo>
                  <a:pt x="247819" y="159785"/>
                  <a:pt x="250393" y="163612"/>
                  <a:pt x="243361" y="164932"/>
                </a:cubicBezTo>
                <a:cubicBezTo>
                  <a:pt x="241438" y="165296"/>
                  <a:pt x="240080" y="166100"/>
                  <a:pt x="240080" y="166874"/>
                </a:cubicBezTo>
                <a:cubicBezTo>
                  <a:pt x="240080" y="167602"/>
                  <a:pt x="238817" y="169639"/>
                  <a:pt x="237277" y="171390"/>
                </a:cubicBezTo>
                <a:cubicBezTo>
                  <a:pt x="235736" y="173150"/>
                  <a:pt x="234473" y="175025"/>
                  <a:pt x="234473" y="175561"/>
                </a:cubicBezTo>
                <a:cubicBezTo>
                  <a:pt x="234473" y="176106"/>
                  <a:pt x="233699" y="176795"/>
                  <a:pt x="232742" y="177092"/>
                </a:cubicBezTo>
                <a:cubicBezTo>
                  <a:pt x="231240" y="177570"/>
                  <a:pt x="231527" y="178183"/>
                  <a:pt x="234990" y="181914"/>
                </a:cubicBezTo>
                <a:cubicBezTo>
                  <a:pt x="237181" y="184267"/>
                  <a:pt x="239678" y="187022"/>
                  <a:pt x="240539" y="188046"/>
                </a:cubicBezTo>
                <a:cubicBezTo>
                  <a:pt x="242624" y="190524"/>
                  <a:pt x="243476" y="189510"/>
                  <a:pt x="241572" y="186802"/>
                </a:cubicBezTo>
                <a:cubicBezTo>
                  <a:pt x="239640" y="184037"/>
                  <a:pt x="239477" y="174805"/>
                  <a:pt x="241362" y="174805"/>
                </a:cubicBezTo>
                <a:cubicBezTo>
                  <a:pt x="243332" y="174805"/>
                  <a:pt x="244729" y="176996"/>
                  <a:pt x="245609" y="181473"/>
                </a:cubicBezTo>
                <a:cubicBezTo>
                  <a:pt x="246049" y="183712"/>
                  <a:pt x="246461" y="185023"/>
                  <a:pt x="246518" y="184382"/>
                </a:cubicBezTo>
                <a:cubicBezTo>
                  <a:pt x="246566" y="183731"/>
                  <a:pt x="247236" y="183215"/>
                  <a:pt x="247991" y="183215"/>
                </a:cubicBezTo>
                <a:cubicBezTo>
                  <a:pt x="249991" y="183215"/>
                  <a:pt x="252220" y="188122"/>
                  <a:pt x="252220" y="192504"/>
                </a:cubicBezTo>
                <a:cubicBezTo>
                  <a:pt x="252220" y="194590"/>
                  <a:pt x="252641" y="196293"/>
                  <a:pt x="253157" y="196293"/>
                </a:cubicBezTo>
                <a:cubicBezTo>
                  <a:pt x="254210" y="196293"/>
                  <a:pt x="254344" y="192829"/>
                  <a:pt x="253502" y="187730"/>
                </a:cubicBezTo>
                <a:cubicBezTo>
                  <a:pt x="253138" y="185501"/>
                  <a:pt x="252335" y="184152"/>
                  <a:pt x="251225" y="183856"/>
                </a:cubicBezTo>
                <a:cubicBezTo>
                  <a:pt x="249053" y="183291"/>
                  <a:pt x="245571" y="177714"/>
                  <a:pt x="245896" y="175341"/>
                </a:cubicBezTo>
                <a:cubicBezTo>
                  <a:pt x="246298" y="172481"/>
                  <a:pt x="248259" y="172567"/>
                  <a:pt x="251282" y="175590"/>
                </a:cubicBezTo>
                <a:cubicBezTo>
                  <a:pt x="253626" y="177934"/>
                  <a:pt x="254085" y="178116"/>
                  <a:pt x="254085" y="176671"/>
                </a:cubicBezTo>
                <a:cubicBezTo>
                  <a:pt x="254085" y="175714"/>
                  <a:pt x="253406" y="174251"/>
                  <a:pt x="252564" y="173418"/>
                </a:cubicBezTo>
                <a:cubicBezTo>
                  <a:pt x="251732" y="172576"/>
                  <a:pt x="250833" y="170022"/>
                  <a:pt x="250574" y="167745"/>
                </a:cubicBezTo>
                <a:cubicBezTo>
                  <a:pt x="250192" y="164320"/>
                  <a:pt x="250383" y="163593"/>
                  <a:pt x="251646" y="163593"/>
                </a:cubicBezTo>
                <a:cubicBezTo>
                  <a:pt x="252497" y="163593"/>
                  <a:pt x="253875" y="165047"/>
                  <a:pt x="254726" y="166817"/>
                </a:cubicBezTo>
                <a:lnTo>
                  <a:pt x="256257" y="170041"/>
                </a:lnTo>
                <a:lnTo>
                  <a:pt x="258993" y="167745"/>
                </a:lnTo>
                <a:cubicBezTo>
                  <a:pt x="263174" y="164224"/>
                  <a:pt x="264867" y="166511"/>
                  <a:pt x="262083" y="171907"/>
                </a:cubicBezTo>
                <a:cubicBezTo>
                  <a:pt x="261337" y="173342"/>
                  <a:pt x="260954" y="175370"/>
                  <a:pt x="261222" y="176413"/>
                </a:cubicBezTo>
                <a:cubicBezTo>
                  <a:pt x="261720" y="178297"/>
                  <a:pt x="261720" y="178297"/>
                  <a:pt x="265317" y="176327"/>
                </a:cubicBezTo>
                <a:cubicBezTo>
                  <a:pt x="269517" y="174030"/>
                  <a:pt x="270770" y="174700"/>
                  <a:pt x="269029" y="178307"/>
                </a:cubicBezTo>
                <a:cubicBezTo>
                  <a:pt x="268340" y="179713"/>
                  <a:pt x="267823" y="181120"/>
                  <a:pt x="267881" y="181416"/>
                </a:cubicBezTo>
                <a:cubicBezTo>
                  <a:pt x="267948" y="181713"/>
                  <a:pt x="268091" y="184143"/>
                  <a:pt x="268216" y="186812"/>
                </a:cubicBezTo>
                <a:cubicBezTo>
                  <a:pt x="268417" y="191193"/>
                  <a:pt x="268675" y="191720"/>
                  <a:pt x="270837" y="192169"/>
                </a:cubicBezTo>
                <a:cubicBezTo>
                  <a:pt x="275046" y="193069"/>
                  <a:pt x="277448" y="194341"/>
                  <a:pt x="277448" y="195699"/>
                </a:cubicBezTo>
                <a:cubicBezTo>
                  <a:pt x="277448" y="198416"/>
                  <a:pt x="268924" y="199191"/>
                  <a:pt x="266197" y="196723"/>
                </a:cubicBezTo>
                <a:cubicBezTo>
                  <a:pt x="264762" y="195432"/>
                  <a:pt x="264485" y="195498"/>
                  <a:pt x="263184" y="197479"/>
                </a:cubicBezTo>
                <a:lnTo>
                  <a:pt x="261748" y="199670"/>
                </a:lnTo>
                <a:lnTo>
                  <a:pt x="266379" y="199737"/>
                </a:lnTo>
                <a:cubicBezTo>
                  <a:pt x="268924" y="199775"/>
                  <a:pt x="271258" y="200062"/>
                  <a:pt x="271574" y="200378"/>
                </a:cubicBezTo>
                <a:cubicBezTo>
                  <a:pt x="273056" y="201870"/>
                  <a:pt x="269526" y="209141"/>
                  <a:pt x="265441" y="213015"/>
                </a:cubicBezTo>
                <a:cubicBezTo>
                  <a:pt x="263050" y="215273"/>
                  <a:pt x="262217" y="216402"/>
                  <a:pt x="263585" y="215522"/>
                </a:cubicBezTo>
                <a:cubicBezTo>
                  <a:pt x="264963" y="214642"/>
                  <a:pt x="266809" y="214049"/>
                  <a:pt x="267689" y="214211"/>
                </a:cubicBezTo>
                <a:cubicBezTo>
                  <a:pt x="268790" y="214412"/>
                  <a:pt x="269632" y="213551"/>
                  <a:pt x="270339" y="211494"/>
                </a:cubicBezTo>
                <a:cubicBezTo>
                  <a:pt x="270904" y="209849"/>
                  <a:pt x="272062" y="207801"/>
                  <a:pt x="272913" y="206950"/>
                </a:cubicBezTo>
                <a:cubicBezTo>
                  <a:pt x="274348" y="205525"/>
                  <a:pt x="274539" y="205563"/>
                  <a:pt x="275573" y="207495"/>
                </a:cubicBezTo>
                <a:cubicBezTo>
                  <a:pt x="276185" y="208643"/>
                  <a:pt x="276510" y="210796"/>
                  <a:pt x="276290" y="212279"/>
                </a:cubicBezTo>
                <a:cubicBezTo>
                  <a:pt x="275917" y="214833"/>
                  <a:pt x="275984" y="214890"/>
                  <a:pt x="277610" y="213427"/>
                </a:cubicBezTo>
                <a:cubicBezTo>
                  <a:pt x="278548" y="212575"/>
                  <a:pt x="279313" y="210959"/>
                  <a:pt x="279313" y="209830"/>
                </a:cubicBezTo>
                <a:cubicBezTo>
                  <a:pt x="279313" y="207687"/>
                  <a:pt x="283169" y="202827"/>
                  <a:pt x="284872" y="202827"/>
                </a:cubicBezTo>
                <a:cubicBezTo>
                  <a:pt x="286364" y="202827"/>
                  <a:pt x="286039" y="207744"/>
                  <a:pt x="284393" y="210098"/>
                </a:cubicBezTo>
                <a:cubicBezTo>
                  <a:pt x="282958" y="212145"/>
                  <a:pt x="282987" y="212174"/>
                  <a:pt x="287196" y="212174"/>
                </a:cubicBezTo>
                <a:cubicBezTo>
                  <a:pt x="290736" y="212174"/>
                  <a:pt x="291453" y="212470"/>
                  <a:pt x="291453" y="213915"/>
                </a:cubicBezTo>
                <a:cubicBezTo>
                  <a:pt x="291453" y="215168"/>
                  <a:pt x="290344" y="215981"/>
                  <a:pt x="287483" y="216794"/>
                </a:cubicBezTo>
                <a:cubicBezTo>
                  <a:pt x="285302" y="217407"/>
                  <a:pt x="282757" y="218937"/>
                  <a:pt x="281839" y="220181"/>
                </a:cubicBezTo>
                <a:cubicBezTo>
                  <a:pt x="280155" y="222448"/>
                  <a:pt x="280165" y="222448"/>
                  <a:pt x="282901" y="222448"/>
                </a:cubicBezTo>
                <a:cubicBezTo>
                  <a:pt x="284412" y="222448"/>
                  <a:pt x="286632" y="223252"/>
                  <a:pt x="287847" y="224237"/>
                </a:cubicBezTo>
                <a:lnTo>
                  <a:pt x="290057" y="226036"/>
                </a:lnTo>
                <a:lnTo>
                  <a:pt x="287722" y="226906"/>
                </a:lnTo>
                <a:cubicBezTo>
                  <a:pt x="286431" y="227385"/>
                  <a:pt x="284910" y="227949"/>
                  <a:pt x="284336" y="228150"/>
                </a:cubicBezTo>
                <a:cubicBezTo>
                  <a:pt x="283762" y="228351"/>
                  <a:pt x="281427" y="230188"/>
                  <a:pt x="279141" y="232226"/>
                </a:cubicBezTo>
                <a:lnTo>
                  <a:pt x="274999" y="235928"/>
                </a:lnTo>
                <a:lnTo>
                  <a:pt x="277247" y="239946"/>
                </a:lnTo>
                <a:cubicBezTo>
                  <a:pt x="279543" y="244060"/>
                  <a:pt x="279485" y="246729"/>
                  <a:pt x="277103" y="246729"/>
                </a:cubicBezTo>
                <a:cubicBezTo>
                  <a:pt x="275228" y="246729"/>
                  <a:pt x="269966" y="240511"/>
                  <a:pt x="269966" y="238291"/>
                </a:cubicBezTo>
                <a:cubicBezTo>
                  <a:pt x="269966" y="236856"/>
                  <a:pt x="269325" y="236454"/>
                  <a:pt x="266991" y="236454"/>
                </a:cubicBezTo>
                <a:lnTo>
                  <a:pt x="264016" y="236454"/>
                </a:lnTo>
                <a:lnTo>
                  <a:pt x="266408" y="239028"/>
                </a:lnTo>
                <a:cubicBezTo>
                  <a:pt x="271028" y="243974"/>
                  <a:pt x="271593" y="246729"/>
                  <a:pt x="267976" y="246729"/>
                </a:cubicBezTo>
                <a:cubicBezTo>
                  <a:pt x="265872" y="246729"/>
                  <a:pt x="259692" y="241400"/>
                  <a:pt x="259692" y="239573"/>
                </a:cubicBezTo>
                <a:cubicBezTo>
                  <a:pt x="259692" y="238568"/>
                  <a:pt x="258725" y="238291"/>
                  <a:pt x="255903" y="238501"/>
                </a:cubicBezTo>
                <a:cubicBezTo>
                  <a:pt x="252239" y="238779"/>
                  <a:pt x="252048" y="238970"/>
                  <a:pt x="249905" y="244232"/>
                </a:cubicBezTo>
                <a:cubicBezTo>
                  <a:pt x="248173" y="248518"/>
                  <a:pt x="248001" y="249561"/>
                  <a:pt x="249111" y="249140"/>
                </a:cubicBezTo>
                <a:cubicBezTo>
                  <a:pt x="252488" y="247839"/>
                  <a:pt x="254860" y="247580"/>
                  <a:pt x="255396" y="248451"/>
                </a:cubicBezTo>
                <a:cubicBezTo>
                  <a:pt x="256401" y="250077"/>
                  <a:pt x="251302" y="255062"/>
                  <a:pt x="247590" y="256066"/>
                </a:cubicBezTo>
                <a:cubicBezTo>
                  <a:pt x="245638" y="256592"/>
                  <a:pt x="243485" y="257683"/>
                  <a:pt x="242816" y="258487"/>
                </a:cubicBezTo>
                <a:cubicBezTo>
                  <a:pt x="241802" y="259702"/>
                  <a:pt x="242165" y="259673"/>
                  <a:pt x="245054" y="258295"/>
                </a:cubicBezTo>
                <a:cubicBezTo>
                  <a:pt x="247523" y="257119"/>
                  <a:pt x="248795" y="256937"/>
                  <a:pt x="249513" y="257664"/>
                </a:cubicBezTo>
                <a:cubicBezTo>
                  <a:pt x="250230" y="258381"/>
                  <a:pt x="251407" y="257702"/>
                  <a:pt x="253645" y="255272"/>
                </a:cubicBezTo>
                <a:cubicBezTo>
                  <a:pt x="256104" y="252593"/>
                  <a:pt x="257013" y="252115"/>
                  <a:pt x="257922" y="253005"/>
                </a:cubicBezTo>
                <a:cubicBezTo>
                  <a:pt x="258831" y="253904"/>
                  <a:pt x="258764" y="254918"/>
                  <a:pt x="257606" y="257855"/>
                </a:cubicBezTo>
                <a:cubicBezTo>
                  <a:pt x="256200" y="261452"/>
                  <a:pt x="256209" y="261538"/>
                  <a:pt x="257922" y="260467"/>
                </a:cubicBezTo>
                <a:cubicBezTo>
                  <a:pt x="258898" y="259864"/>
                  <a:pt x="259692" y="259099"/>
                  <a:pt x="259692" y="258783"/>
                </a:cubicBezTo>
                <a:cubicBezTo>
                  <a:pt x="259692" y="257453"/>
                  <a:pt x="264752" y="253273"/>
                  <a:pt x="266360" y="253273"/>
                </a:cubicBezTo>
                <a:cubicBezTo>
                  <a:pt x="268637" y="253273"/>
                  <a:pt x="268570" y="255224"/>
                  <a:pt x="266207" y="258238"/>
                </a:cubicBezTo>
                <a:cubicBezTo>
                  <a:pt x="264379" y="260553"/>
                  <a:pt x="264370" y="260687"/>
                  <a:pt x="266025" y="261567"/>
                </a:cubicBezTo>
                <a:cubicBezTo>
                  <a:pt x="267364" y="262285"/>
                  <a:pt x="268005" y="262045"/>
                  <a:pt x="268971" y="260505"/>
                </a:cubicBezTo>
                <a:cubicBezTo>
                  <a:pt x="270167" y="258582"/>
                  <a:pt x="270244" y="258573"/>
                  <a:pt x="271488" y="260285"/>
                </a:cubicBezTo>
                <a:cubicBezTo>
                  <a:pt x="272195" y="261242"/>
                  <a:pt x="272769" y="263002"/>
                  <a:pt x="272769" y="264179"/>
                </a:cubicBezTo>
                <a:cubicBezTo>
                  <a:pt x="272769" y="266303"/>
                  <a:pt x="272798" y="266303"/>
                  <a:pt x="276051" y="264753"/>
                </a:cubicBezTo>
                <a:cubicBezTo>
                  <a:pt x="280758" y="262514"/>
                  <a:pt x="282078" y="264208"/>
                  <a:pt x="278730" y="268178"/>
                </a:cubicBezTo>
                <a:cubicBezTo>
                  <a:pt x="277333" y="269852"/>
                  <a:pt x="276080" y="272177"/>
                  <a:pt x="275955" y="273353"/>
                </a:cubicBezTo>
                <a:cubicBezTo>
                  <a:pt x="275726" y="275468"/>
                  <a:pt x="275754" y="275468"/>
                  <a:pt x="279418" y="274033"/>
                </a:cubicBezTo>
                <a:cubicBezTo>
                  <a:pt x="282355" y="272885"/>
                  <a:pt x="283350" y="272818"/>
                  <a:pt x="284250" y="273736"/>
                </a:cubicBezTo>
                <a:cubicBezTo>
                  <a:pt x="285139" y="274645"/>
                  <a:pt x="284977" y="275229"/>
                  <a:pt x="283465" y="276463"/>
                </a:cubicBezTo>
                <a:cubicBezTo>
                  <a:pt x="282413" y="277324"/>
                  <a:pt x="280920" y="280299"/>
                  <a:pt x="280145" y="283073"/>
                </a:cubicBezTo>
                <a:lnTo>
                  <a:pt x="278739" y="288125"/>
                </a:lnTo>
                <a:lnTo>
                  <a:pt x="283829" y="290803"/>
                </a:lnTo>
                <a:lnTo>
                  <a:pt x="288918" y="293482"/>
                </a:lnTo>
                <a:lnTo>
                  <a:pt x="293539" y="291177"/>
                </a:lnTo>
                <a:lnTo>
                  <a:pt x="298169" y="288871"/>
                </a:lnTo>
                <a:lnTo>
                  <a:pt x="294965" y="287532"/>
                </a:lnTo>
                <a:cubicBezTo>
                  <a:pt x="291626" y="286135"/>
                  <a:pt x="287722" y="281954"/>
                  <a:pt x="287722" y="279773"/>
                </a:cubicBezTo>
                <a:cubicBezTo>
                  <a:pt x="287722" y="278108"/>
                  <a:pt x="289397" y="278166"/>
                  <a:pt x="292764" y="279916"/>
                </a:cubicBezTo>
                <a:cubicBezTo>
                  <a:pt x="296160" y="281686"/>
                  <a:pt x="297079" y="280969"/>
                  <a:pt x="294295" y="278711"/>
                </a:cubicBezTo>
                <a:cubicBezTo>
                  <a:pt x="292860" y="277553"/>
                  <a:pt x="292047" y="275640"/>
                  <a:pt x="291712" y="272617"/>
                </a:cubicBezTo>
                <a:cubicBezTo>
                  <a:pt x="291434" y="270196"/>
                  <a:pt x="291501" y="268216"/>
                  <a:pt x="291865" y="268216"/>
                </a:cubicBezTo>
                <a:cubicBezTo>
                  <a:pt x="293644" y="268216"/>
                  <a:pt x="295998" y="270311"/>
                  <a:pt x="297041" y="272846"/>
                </a:cubicBezTo>
                <a:cubicBezTo>
                  <a:pt x="298256" y="275764"/>
                  <a:pt x="299863" y="275870"/>
                  <a:pt x="299863" y="273019"/>
                </a:cubicBezTo>
                <a:cubicBezTo>
                  <a:pt x="299863" y="270608"/>
                  <a:pt x="305947" y="265040"/>
                  <a:pt x="307803" y="265757"/>
                </a:cubicBezTo>
                <a:cubicBezTo>
                  <a:pt x="309563" y="266427"/>
                  <a:pt x="308980" y="269488"/>
                  <a:pt x="306588" y="272215"/>
                </a:cubicBezTo>
                <a:cubicBezTo>
                  <a:pt x="305268" y="273727"/>
                  <a:pt x="305268" y="274023"/>
                  <a:pt x="306579" y="275334"/>
                </a:cubicBezTo>
                <a:cubicBezTo>
                  <a:pt x="307899" y="276654"/>
                  <a:pt x="308090" y="276482"/>
                  <a:pt x="308645" y="273535"/>
                </a:cubicBezTo>
                <a:cubicBezTo>
                  <a:pt x="309803" y="267346"/>
                  <a:pt x="313878" y="266580"/>
                  <a:pt x="313878" y="272559"/>
                </a:cubicBezTo>
                <a:cubicBezTo>
                  <a:pt x="313878" y="276826"/>
                  <a:pt x="315552" y="276281"/>
                  <a:pt x="317207" y="271469"/>
                </a:cubicBezTo>
                <a:cubicBezTo>
                  <a:pt x="318537" y="267613"/>
                  <a:pt x="320996" y="265088"/>
                  <a:pt x="322507" y="266025"/>
                </a:cubicBezTo>
                <a:cubicBezTo>
                  <a:pt x="323388" y="266571"/>
                  <a:pt x="323120" y="269144"/>
                  <a:pt x="321857" y="272129"/>
                </a:cubicBezTo>
                <a:cubicBezTo>
                  <a:pt x="321312" y="273420"/>
                  <a:pt x="321828" y="273755"/>
                  <a:pt x="324775" y="273994"/>
                </a:cubicBezTo>
                <a:cubicBezTo>
                  <a:pt x="329644" y="274396"/>
                  <a:pt x="329501" y="276692"/>
                  <a:pt x="324507" y="278424"/>
                </a:cubicBezTo>
                <a:cubicBezTo>
                  <a:pt x="322393" y="279151"/>
                  <a:pt x="320183" y="280519"/>
                  <a:pt x="319599" y="281457"/>
                </a:cubicBezTo>
                <a:cubicBezTo>
                  <a:pt x="318662" y="282959"/>
                  <a:pt x="318843" y="283169"/>
                  <a:pt x="321158" y="283169"/>
                </a:cubicBezTo>
                <a:cubicBezTo>
                  <a:pt x="324335" y="283169"/>
                  <a:pt x="327501" y="285264"/>
                  <a:pt x="326573" y="286757"/>
                </a:cubicBezTo>
                <a:cubicBezTo>
                  <a:pt x="326210" y="287350"/>
                  <a:pt x="324985" y="287847"/>
                  <a:pt x="323866" y="287857"/>
                </a:cubicBezTo>
                <a:cubicBezTo>
                  <a:pt x="322737" y="287876"/>
                  <a:pt x="320068" y="289493"/>
                  <a:pt x="317925" y="291454"/>
                </a:cubicBezTo>
                <a:lnTo>
                  <a:pt x="314031" y="295022"/>
                </a:lnTo>
                <a:lnTo>
                  <a:pt x="315811" y="297739"/>
                </a:lnTo>
                <a:cubicBezTo>
                  <a:pt x="318011" y="301069"/>
                  <a:pt x="318183" y="304647"/>
                  <a:pt x="316136" y="304647"/>
                </a:cubicBezTo>
                <a:cubicBezTo>
                  <a:pt x="314003" y="304647"/>
                  <a:pt x="309200" y="299528"/>
                  <a:pt x="309200" y="297251"/>
                </a:cubicBezTo>
                <a:cubicBezTo>
                  <a:pt x="309200" y="295778"/>
                  <a:pt x="308616" y="295309"/>
                  <a:pt x="306770" y="295309"/>
                </a:cubicBezTo>
                <a:lnTo>
                  <a:pt x="304340" y="295309"/>
                </a:lnTo>
                <a:lnTo>
                  <a:pt x="307239" y="298610"/>
                </a:lnTo>
                <a:cubicBezTo>
                  <a:pt x="308836" y="300428"/>
                  <a:pt x="310138" y="302331"/>
                  <a:pt x="310138" y="302848"/>
                </a:cubicBezTo>
                <a:cubicBezTo>
                  <a:pt x="310138" y="305776"/>
                  <a:pt x="303182" y="303766"/>
                  <a:pt x="300599" y="300083"/>
                </a:cubicBezTo>
                <a:cubicBezTo>
                  <a:pt x="299404" y="298371"/>
                  <a:pt x="299279" y="298380"/>
                  <a:pt x="296581" y="300542"/>
                </a:cubicBezTo>
                <a:cubicBezTo>
                  <a:pt x="293778" y="302781"/>
                  <a:pt x="294142" y="303183"/>
                  <a:pt x="298619" y="302829"/>
                </a:cubicBezTo>
                <a:cubicBezTo>
                  <a:pt x="301824" y="302571"/>
                  <a:pt x="308444" y="306340"/>
                  <a:pt x="308071" y="308206"/>
                </a:cubicBezTo>
                <a:cubicBezTo>
                  <a:pt x="307545" y="310779"/>
                  <a:pt x="300705" y="310157"/>
                  <a:pt x="296352" y="307144"/>
                </a:cubicBezTo>
                <a:cubicBezTo>
                  <a:pt x="294371" y="305776"/>
                  <a:pt x="291941" y="304656"/>
                  <a:pt x="290937" y="304666"/>
                </a:cubicBezTo>
                <a:cubicBezTo>
                  <a:pt x="289693" y="304675"/>
                  <a:pt x="290286" y="305345"/>
                  <a:pt x="292860" y="306799"/>
                </a:cubicBezTo>
                <a:cubicBezTo>
                  <a:pt x="297509" y="309430"/>
                  <a:pt x="297739" y="311544"/>
                  <a:pt x="293424" y="311956"/>
                </a:cubicBezTo>
                <a:cubicBezTo>
                  <a:pt x="289368" y="312348"/>
                  <a:pt x="286374" y="311583"/>
                  <a:pt x="284451" y="309660"/>
                </a:cubicBezTo>
                <a:cubicBezTo>
                  <a:pt x="283456" y="308665"/>
                  <a:pt x="282614" y="308454"/>
                  <a:pt x="282011" y="309047"/>
                </a:cubicBezTo>
                <a:cubicBezTo>
                  <a:pt x="280825" y="310234"/>
                  <a:pt x="282375" y="311496"/>
                  <a:pt x="287866" y="313860"/>
                </a:cubicBezTo>
                <a:cubicBezTo>
                  <a:pt x="291740" y="315515"/>
                  <a:pt x="292295" y="315553"/>
                  <a:pt x="293606" y="314242"/>
                </a:cubicBezTo>
                <a:cubicBezTo>
                  <a:pt x="295290" y="312558"/>
                  <a:pt x="303469" y="311640"/>
                  <a:pt x="305373" y="312922"/>
                </a:cubicBezTo>
                <a:cubicBezTo>
                  <a:pt x="307612" y="314434"/>
                  <a:pt x="305708" y="316739"/>
                  <a:pt x="301240" y="317935"/>
                </a:cubicBezTo>
                <a:cubicBezTo>
                  <a:pt x="297662" y="318892"/>
                  <a:pt x="297194" y="319255"/>
                  <a:pt x="298428" y="320154"/>
                </a:cubicBezTo>
                <a:cubicBezTo>
                  <a:pt x="299260" y="320767"/>
                  <a:pt x="301623" y="321035"/>
                  <a:pt x="303862" y="320786"/>
                </a:cubicBezTo>
                <a:cubicBezTo>
                  <a:pt x="306904" y="320441"/>
                  <a:pt x="308368" y="320776"/>
                  <a:pt x="310147" y="322221"/>
                </a:cubicBezTo>
                <a:cubicBezTo>
                  <a:pt x="313132" y="324641"/>
                  <a:pt x="312041" y="325665"/>
                  <a:pt x="306473" y="325665"/>
                </a:cubicBezTo>
                <a:lnTo>
                  <a:pt x="302034" y="325665"/>
                </a:lnTo>
                <a:lnTo>
                  <a:pt x="302857" y="329329"/>
                </a:lnTo>
                <a:cubicBezTo>
                  <a:pt x="303479" y="332103"/>
                  <a:pt x="303364" y="333318"/>
                  <a:pt x="302369" y="334313"/>
                </a:cubicBezTo>
                <a:cubicBezTo>
                  <a:pt x="301030" y="335643"/>
                  <a:pt x="300073" y="334868"/>
                  <a:pt x="296591" y="329597"/>
                </a:cubicBezTo>
                <a:cubicBezTo>
                  <a:pt x="296084" y="328812"/>
                  <a:pt x="294716" y="327904"/>
                  <a:pt x="293558" y="327559"/>
                </a:cubicBezTo>
                <a:cubicBezTo>
                  <a:pt x="291664" y="327004"/>
                  <a:pt x="291453" y="327263"/>
                  <a:pt x="291453" y="330200"/>
                </a:cubicBezTo>
                <a:cubicBezTo>
                  <a:pt x="291453" y="336141"/>
                  <a:pt x="288995" y="338619"/>
                  <a:pt x="287158" y="334533"/>
                </a:cubicBezTo>
                <a:cubicBezTo>
                  <a:pt x="286699" y="333500"/>
                  <a:pt x="284039" y="331281"/>
                  <a:pt x="281255" y="329616"/>
                </a:cubicBezTo>
                <a:lnTo>
                  <a:pt x="276194" y="326574"/>
                </a:lnTo>
                <a:lnTo>
                  <a:pt x="272291" y="330716"/>
                </a:lnTo>
                <a:cubicBezTo>
                  <a:pt x="269507" y="333653"/>
                  <a:pt x="267919" y="334667"/>
                  <a:pt x="266771" y="334237"/>
                </a:cubicBezTo>
                <a:cubicBezTo>
                  <a:pt x="265623" y="333787"/>
                  <a:pt x="265346" y="333031"/>
                  <a:pt x="265795" y="331510"/>
                </a:cubicBezTo>
                <a:cubicBezTo>
                  <a:pt x="266809" y="328057"/>
                  <a:pt x="270827" y="322403"/>
                  <a:pt x="272262" y="322403"/>
                </a:cubicBezTo>
                <a:cubicBezTo>
                  <a:pt x="274176" y="322403"/>
                  <a:pt x="274759" y="321016"/>
                  <a:pt x="273870" y="318614"/>
                </a:cubicBezTo>
                <a:cubicBezTo>
                  <a:pt x="273123" y="316586"/>
                  <a:pt x="273037" y="316615"/>
                  <a:pt x="271095" y="319753"/>
                </a:cubicBezTo>
                <a:cubicBezTo>
                  <a:pt x="268130" y="324555"/>
                  <a:pt x="265499" y="326708"/>
                  <a:pt x="264188" y="325397"/>
                </a:cubicBezTo>
                <a:cubicBezTo>
                  <a:pt x="262609" y="323819"/>
                  <a:pt x="264867" y="317084"/>
                  <a:pt x="268034" y="313917"/>
                </a:cubicBezTo>
                <a:cubicBezTo>
                  <a:pt x="269995" y="311956"/>
                  <a:pt x="270502" y="310683"/>
                  <a:pt x="270196" y="308569"/>
                </a:cubicBezTo>
                <a:cubicBezTo>
                  <a:pt x="269804" y="305862"/>
                  <a:pt x="269670" y="305804"/>
                  <a:pt x="264513" y="305862"/>
                </a:cubicBezTo>
                <a:cubicBezTo>
                  <a:pt x="261605" y="305900"/>
                  <a:pt x="255023" y="305785"/>
                  <a:pt x="249886" y="305622"/>
                </a:cubicBezTo>
                <a:cubicBezTo>
                  <a:pt x="244748" y="305460"/>
                  <a:pt x="239573" y="305718"/>
                  <a:pt x="238377" y="306196"/>
                </a:cubicBezTo>
                <a:cubicBezTo>
                  <a:pt x="237181" y="306684"/>
                  <a:pt x="235421" y="308827"/>
                  <a:pt x="234454" y="310999"/>
                </a:cubicBezTo>
                <a:cubicBezTo>
                  <a:pt x="232732" y="314845"/>
                  <a:pt x="232732" y="314921"/>
                  <a:pt x="234464" y="314921"/>
                </a:cubicBezTo>
                <a:cubicBezTo>
                  <a:pt x="235430" y="314921"/>
                  <a:pt x="236492" y="314510"/>
                  <a:pt x="236808" y="313993"/>
                </a:cubicBezTo>
                <a:cubicBezTo>
                  <a:pt x="237449" y="312951"/>
                  <a:pt x="244873" y="312884"/>
                  <a:pt x="248479" y="313888"/>
                </a:cubicBezTo>
                <a:cubicBezTo>
                  <a:pt x="251751" y="314807"/>
                  <a:pt x="252019" y="317495"/>
                  <a:pt x="248958" y="318662"/>
                </a:cubicBezTo>
                <a:cubicBezTo>
                  <a:pt x="245638" y="319925"/>
                  <a:pt x="237898" y="319848"/>
                  <a:pt x="236597" y="318547"/>
                </a:cubicBezTo>
                <a:cubicBezTo>
                  <a:pt x="235918" y="317868"/>
                  <a:pt x="234292" y="317744"/>
                  <a:pt x="231977" y="318212"/>
                </a:cubicBezTo>
                <a:lnTo>
                  <a:pt x="228399" y="318930"/>
                </a:lnTo>
                <a:lnTo>
                  <a:pt x="233526" y="319963"/>
                </a:lnTo>
                <a:cubicBezTo>
                  <a:pt x="239381" y="321140"/>
                  <a:pt x="240701" y="323254"/>
                  <a:pt x="236722" y="325072"/>
                </a:cubicBezTo>
                <a:cubicBezTo>
                  <a:pt x="232723" y="326899"/>
                  <a:pt x="226275" y="327473"/>
                  <a:pt x="224687" y="326153"/>
                </a:cubicBezTo>
                <a:cubicBezTo>
                  <a:pt x="223204" y="324928"/>
                  <a:pt x="220458" y="325455"/>
                  <a:pt x="220458" y="326976"/>
                </a:cubicBezTo>
                <a:cubicBezTo>
                  <a:pt x="220458" y="328172"/>
                  <a:pt x="222486" y="328698"/>
                  <a:pt x="229939" y="329444"/>
                </a:cubicBezTo>
                <a:cubicBezTo>
                  <a:pt x="235784" y="330037"/>
                  <a:pt x="236186" y="329951"/>
                  <a:pt x="236808" y="328018"/>
                </a:cubicBezTo>
                <a:cubicBezTo>
                  <a:pt x="237573" y="325579"/>
                  <a:pt x="243945" y="322451"/>
                  <a:pt x="248192" y="322422"/>
                </a:cubicBezTo>
                <a:cubicBezTo>
                  <a:pt x="253531" y="322384"/>
                  <a:pt x="252861" y="324938"/>
                  <a:pt x="246413" y="329214"/>
                </a:cubicBezTo>
                <a:lnTo>
                  <a:pt x="242940" y="331520"/>
                </a:lnTo>
                <a:lnTo>
                  <a:pt x="245762" y="332084"/>
                </a:lnTo>
                <a:cubicBezTo>
                  <a:pt x="247618" y="332457"/>
                  <a:pt x="249388" y="332123"/>
                  <a:pt x="250900" y="331137"/>
                </a:cubicBezTo>
                <a:cubicBezTo>
                  <a:pt x="254430" y="328822"/>
                  <a:pt x="262495" y="329233"/>
                  <a:pt x="262495" y="331721"/>
                </a:cubicBezTo>
                <a:cubicBezTo>
                  <a:pt x="262495" y="333022"/>
                  <a:pt x="254325" y="335758"/>
                  <a:pt x="252143" y="335184"/>
                </a:cubicBezTo>
                <a:lnTo>
                  <a:pt x="250134" y="334658"/>
                </a:lnTo>
                <a:lnTo>
                  <a:pt x="252048" y="336705"/>
                </a:lnTo>
                <a:cubicBezTo>
                  <a:pt x="257396" y="342407"/>
                  <a:pt x="257596" y="348071"/>
                  <a:pt x="252354" y="345354"/>
                </a:cubicBezTo>
                <a:cubicBezTo>
                  <a:pt x="250995" y="344655"/>
                  <a:pt x="249168" y="343287"/>
                  <a:pt x="248288" y="342321"/>
                </a:cubicBezTo>
                <a:cubicBezTo>
                  <a:pt x="247102" y="341010"/>
                  <a:pt x="245753" y="340647"/>
                  <a:pt x="242988" y="340915"/>
                </a:cubicBezTo>
                <a:lnTo>
                  <a:pt x="239286" y="341269"/>
                </a:lnTo>
                <a:lnTo>
                  <a:pt x="241075" y="344206"/>
                </a:lnTo>
                <a:cubicBezTo>
                  <a:pt x="242988" y="347353"/>
                  <a:pt x="243533" y="353227"/>
                  <a:pt x="241897" y="353227"/>
                </a:cubicBezTo>
                <a:cubicBezTo>
                  <a:pt x="241362" y="353227"/>
                  <a:pt x="239994" y="352242"/>
                  <a:pt x="238865" y="351036"/>
                </a:cubicBezTo>
                <a:cubicBezTo>
                  <a:pt x="237449" y="349525"/>
                  <a:pt x="235669" y="348807"/>
                  <a:pt x="233144" y="348721"/>
                </a:cubicBezTo>
                <a:lnTo>
                  <a:pt x="229480" y="348597"/>
                </a:lnTo>
                <a:lnTo>
                  <a:pt x="232570" y="351782"/>
                </a:lnTo>
                <a:cubicBezTo>
                  <a:pt x="235851" y="355169"/>
                  <a:pt x="235918" y="357896"/>
                  <a:pt x="232732" y="357896"/>
                </a:cubicBezTo>
                <a:cubicBezTo>
                  <a:pt x="231737" y="357896"/>
                  <a:pt x="228552" y="356652"/>
                  <a:pt x="225662" y="355131"/>
                </a:cubicBezTo>
                <a:cubicBezTo>
                  <a:pt x="222611" y="353524"/>
                  <a:pt x="220458" y="352835"/>
                  <a:pt x="220535" y="353495"/>
                </a:cubicBezTo>
                <a:cubicBezTo>
                  <a:pt x="220850" y="355925"/>
                  <a:pt x="220382" y="356767"/>
                  <a:pt x="218353" y="357446"/>
                </a:cubicBezTo>
                <a:cubicBezTo>
                  <a:pt x="216813" y="357963"/>
                  <a:pt x="217904" y="358317"/>
                  <a:pt x="222505" y="358795"/>
                </a:cubicBezTo>
                <a:cubicBezTo>
                  <a:pt x="228743" y="359436"/>
                  <a:pt x="231670" y="360804"/>
                  <a:pt x="231670" y="363052"/>
                </a:cubicBezTo>
                <a:cubicBezTo>
                  <a:pt x="231670" y="364497"/>
                  <a:pt x="222955" y="366745"/>
                  <a:pt x="220707" y="365884"/>
                </a:cubicBezTo>
                <a:cubicBezTo>
                  <a:pt x="219549" y="365444"/>
                  <a:pt x="219731" y="365941"/>
                  <a:pt x="221348" y="367654"/>
                </a:cubicBezTo>
                <a:cubicBezTo>
                  <a:pt x="222888" y="369299"/>
                  <a:pt x="224572" y="370046"/>
                  <a:pt x="226743" y="370046"/>
                </a:cubicBezTo>
                <a:cubicBezTo>
                  <a:pt x="230207" y="370046"/>
                  <a:pt x="234368" y="371863"/>
                  <a:pt x="236349" y="374255"/>
                </a:cubicBezTo>
                <a:cubicBezTo>
                  <a:pt x="238989" y="377431"/>
                  <a:pt x="232933" y="378063"/>
                  <a:pt x="226935" y="375221"/>
                </a:cubicBezTo>
                <a:lnTo>
                  <a:pt x="224534" y="374092"/>
                </a:lnTo>
                <a:lnTo>
                  <a:pt x="224878" y="378838"/>
                </a:lnTo>
                <a:cubicBezTo>
                  <a:pt x="225490" y="387486"/>
                  <a:pt x="221769" y="388443"/>
                  <a:pt x="218899" y="380368"/>
                </a:cubicBezTo>
                <a:cubicBezTo>
                  <a:pt x="217971" y="377776"/>
                  <a:pt x="216670" y="375642"/>
                  <a:pt x="216000" y="375642"/>
                </a:cubicBezTo>
                <a:cubicBezTo>
                  <a:pt x="215340" y="375642"/>
                  <a:pt x="213752" y="374963"/>
                  <a:pt x="212489" y="374140"/>
                </a:cubicBezTo>
                <a:lnTo>
                  <a:pt x="210183" y="372629"/>
                </a:lnTo>
                <a:lnTo>
                  <a:pt x="210183" y="376408"/>
                </a:lnTo>
                <a:cubicBezTo>
                  <a:pt x="210183" y="381143"/>
                  <a:pt x="208777" y="384989"/>
                  <a:pt x="207036" y="384989"/>
                </a:cubicBezTo>
                <a:cubicBezTo>
                  <a:pt x="205515" y="384989"/>
                  <a:pt x="204577" y="383009"/>
                  <a:pt x="204577" y="379775"/>
                </a:cubicBezTo>
                <a:cubicBezTo>
                  <a:pt x="204577" y="378216"/>
                  <a:pt x="204051" y="377517"/>
                  <a:pt x="202884" y="377517"/>
                </a:cubicBezTo>
                <a:cubicBezTo>
                  <a:pt x="201956" y="377517"/>
                  <a:pt x="199985" y="376254"/>
                  <a:pt x="198512" y="374714"/>
                </a:cubicBezTo>
                <a:cubicBezTo>
                  <a:pt x="197029" y="373174"/>
                  <a:pt x="195297" y="371911"/>
                  <a:pt x="194656" y="371911"/>
                </a:cubicBezTo>
                <a:cubicBezTo>
                  <a:pt x="194015" y="371911"/>
                  <a:pt x="193221" y="371050"/>
                  <a:pt x="192886" y="370007"/>
                </a:cubicBezTo>
                <a:cubicBezTo>
                  <a:pt x="192312" y="368180"/>
                  <a:pt x="192159" y="368228"/>
                  <a:pt x="189452" y="370868"/>
                </a:cubicBezTo>
                <a:cubicBezTo>
                  <a:pt x="187893" y="372389"/>
                  <a:pt x="185405" y="374140"/>
                  <a:pt x="183922" y="374752"/>
                </a:cubicBezTo>
                <a:cubicBezTo>
                  <a:pt x="180555" y="376149"/>
                  <a:pt x="180545" y="376484"/>
                  <a:pt x="183559" y="396938"/>
                </a:cubicBezTo>
                <a:cubicBezTo>
                  <a:pt x="185864" y="412580"/>
                  <a:pt x="187739" y="439472"/>
                  <a:pt x="187759" y="457085"/>
                </a:cubicBezTo>
                <a:cubicBezTo>
                  <a:pt x="187768" y="464891"/>
                  <a:pt x="187539" y="466202"/>
                  <a:pt x="186132" y="466632"/>
                </a:cubicBezTo>
                <a:cubicBezTo>
                  <a:pt x="183320" y="467503"/>
                  <a:pt x="166884" y="469990"/>
                  <a:pt x="163947" y="469990"/>
                </a:cubicBezTo>
                <a:lnTo>
                  <a:pt x="161144" y="470000"/>
                </a:lnTo>
                <a:lnTo>
                  <a:pt x="161469" y="425332"/>
                </a:lnTo>
                <a:close/>
                <a:moveTo>
                  <a:pt x="205122" y="367166"/>
                </a:moveTo>
                <a:cubicBezTo>
                  <a:pt x="204309" y="365128"/>
                  <a:pt x="203649" y="362478"/>
                  <a:pt x="203649" y="361273"/>
                </a:cubicBezTo>
                <a:cubicBezTo>
                  <a:pt x="203649" y="359838"/>
                  <a:pt x="201535" y="356901"/>
                  <a:pt x="197574" y="352797"/>
                </a:cubicBezTo>
                <a:cubicBezTo>
                  <a:pt x="193346" y="348425"/>
                  <a:pt x="191509" y="347037"/>
                  <a:pt x="191518" y="348233"/>
                </a:cubicBezTo>
                <a:cubicBezTo>
                  <a:pt x="191538" y="350520"/>
                  <a:pt x="192351" y="351515"/>
                  <a:pt x="195709" y="353380"/>
                </a:cubicBezTo>
                <a:cubicBezTo>
                  <a:pt x="199162" y="355294"/>
                  <a:pt x="202434" y="360412"/>
                  <a:pt x="201076" y="361780"/>
                </a:cubicBezTo>
                <a:cubicBezTo>
                  <a:pt x="200425" y="362421"/>
                  <a:pt x="199181" y="362239"/>
                  <a:pt x="197211" y="361225"/>
                </a:cubicBezTo>
                <a:cubicBezTo>
                  <a:pt x="195613" y="360393"/>
                  <a:pt x="194312" y="360048"/>
                  <a:pt x="194321" y="360440"/>
                </a:cubicBezTo>
                <a:cubicBezTo>
                  <a:pt x="194350" y="361914"/>
                  <a:pt x="195756" y="363291"/>
                  <a:pt x="197574" y="363636"/>
                </a:cubicBezTo>
                <a:cubicBezTo>
                  <a:pt x="198627" y="363837"/>
                  <a:pt x="200655" y="366066"/>
                  <a:pt x="202243" y="368773"/>
                </a:cubicBezTo>
                <a:cubicBezTo>
                  <a:pt x="204347" y="372361"/>
                  <a:pt x="205237" y="373222"/>
                  <a:pt x="205821" y="372208"/>
                </a:cubicBezTo>
                <a:cubicBezTo>
                  <a:pt x="206290" y="371404"/>
                  <a:pt x="206012" y="369376"/>
                  <a:pt x="205122" y="367166"/>
                </a:cubicBezTo>
                <a:close/>
                <a:moveTo>
                  <a:pt x="216737" y="367845"/>
                </a:moveTo>
                <a:lnTo>
                  <a:pt x="214661" y="365836"/>
                </a:lnTo>
                <a:lnTo>
                  <a:pt x="216306" y="369108"/>
                </a:lnTo>
                <a:cubicBezTo>
                  <a:pt x="217301" y="371079"/>
                  <a:pt x="218124" y="371873"/>
                  <a:pt x="218382" y="371108"/>
                </a:cubicBezTo>
                <a:cubicBezTo>
                  <a:pt x="218621" y="370419"/>
                  <a:pt x="217875" y="368945"/>
                  <a:pt x="216737" y="367845"/>
                </a:cubicBezTo>
                <a:close/>
                <a:moveTo>
                  <a:pt x="184582" y="365836"/>
                </a:moveTo>
                <a:cubicBezTo>
                  <a:pt x="186477" y="364554"/>
                  <a:pt x="188859" y="363502"/>
                  <a:pt x="189882" y="363502"/>
                </a:cubicBezTo>
                <a:cubicBezTo>
                  <a:pt x="191499" y="363502"/>
                  <a:pt x="191671" y="363062"/>
                  <a:pt x="191193" y="360115"/>
                </a:cubicBezTo>
                <a:cubicBezTo>
                  <a:pt x="190897" y="358259"/>
                  <a:pt x="190485" y="356566"/>
                  <a:pt x="190284" y="356365"/>
                </a:cubicBezTo>
                <a:cubicBezTo>
                  <a:pt x="189643" y="355734"/>
                  <a:pt x="180287" y="365587"/>
                  <a:pt x="180287" y="366908"/>
                </a:cubicBezTo>
                <a:cubicBezTo>
                  <a:pt x="180287" y="368620"/>
                  <a:pt x="180603" y="368534"/>
                  <a:pt x="184582" y="365836"/>
                </a:cubicBezTo>
                <a:close/>
                <a:moveTo>
                  <a:pt x="160646" y="360938"/>
                </a:moveTo>
                <a:cubicBezTo>
                  <a:pt x="160637" y="360546"/>
                  <a:pt x="159374" y="355399"/>
                  <a:pt x="157843" y="349486"/>
                </a:cubicBezTo>
                <a:cubicBezTo>
                  <a:pt x="156322" y="343584"/>
                  <a:pt x="154571" y="335050"/>
                  <a:pt x="153959" y="330535"/>
                </a:cubicBezTo>
                <a:cubicBezTo>
                  <a:pt x="152954" y="323053"/>
                  <a:pt x="152677" y="322336"/>
                  <a:pt x="150926" y="322594"/>
                </a:cubicBezTo>
                <a:cubicBezTo>
                  <a:pt x="149673" y="322766"/>
                  <a:pt x="148889" y="323685"/>
                  <a:pt x="148688" y="325206"/>
                </a:cubicBezTo>
                <a:cubicBezTo>
                  <a:pt x="148047" y="330018"/>
                  <a:pt x="137284" y="338437"/>
                  <a:pt x="135476" y="335519"/>
                </a:cubicBezTo>
                <a:cubicBezTo>
                  <a:pt x="134357" y="333701"/>
                  <a:pt x="135332" y="331281"/>
                  <a:pt x="138891" y="327129"/>
                </a:cubicBezTo>
                <a:cubicBezTo>
                  <a:pt x="141742" y="323799"/>
                  <a:pt x="141905" y="323331"/>
                  <a:pt x="140269" y="323331"/>
                </a:cubicBezTo>
                <a:cubicBezTo>
                  <a:pt x="137456" y="323331"/>
                  <a:pt x="135457" y="324326"/>
                  <a:pt x="135457" y="325713"/>
                </a:cubicBezTo>
                <a:cubicBezTo>
                  <a:pt x="135457" y="326392"/>
                  <a:pt x="133983" y="327483"/>
                  <a:pt x="132185" y="328133"/>
                </a:cubicBezTo>
                <a:cubicBezTo>
                  <a:pt x="129018" y="329272"/>
                  <a:pt x="128913" y="329473"/>
                  <a:pt x="128913" y="334151"/>
                </a:cubicBezTo>
                <a:cubicBezTo>
                  <a:pt x="128913" y="341479"/>
                  <a:pt x="129812" y="345076"/>
                  <a:pt x="131324" y="343823"/>
                </a:cubicBezTo>
                <a:cubicBezTo>
                  <a:pt x="133103" y="342340"/>
                  <a:pt x="134357" y="343469"/>
                  <a:pt x="135055" y="347171"/>
                </a:cubicBezTo>
                <a:cubicBezTo>
                  <a:pt x="135763" y="350950"/>
                  <a:pt x="138289" y="352749"/>
                  <a:pt x="150324" y="358020"/>
                </a:cubicBezTo>
                <a:cubicBezTo>
                  <a:pt x="158417" y="361569"/>
                  <a:pt x="160694" y="362210"/>
                  <a:pt x="160646" y="360938"/>
                </a:cubicBezTo>
                <a:close/>
                <a:moveTo>
                  <a:pt x="215072" y="360173"/>
                </a:moveTo>
                <a:cubicBezTo>
                  <a:pt x="215866" y="359379"/>
                  <a:pt x="211963" y="355552"/>
                  <a:pt x="208547" y="353801"/>
                </a:cubicBezTo>
                <a:cubicBezTo>
                  <a:pt x="206883" y="352950"/>
                  <a:pt x="205515" y="351629"/>
                  <a:pt x="205515" y="350864"/>
                </a:cubicBezTo>
                <a:cubicBezTo>
                  <a:pt x="205515" y="350022"/>
                  <a:pt x="204615" y="349486"/>
                  <a:pt x="203180" y="349486"/>
                </a:cubicBezTo>
                <a:cubicBezTo>
                  <a:pt x="199000" y="349486"/>
                  <a:pt x="200607" y="351696"/>
                  <a:pt x="209026" y="357532"/>
                </a:cubicBezTo>
                <a:cubicBezTo>
                  <a:pt x="213713" y="360775"/>
                  <a:pt x="214240" y="361005"/>
                  <a:pt x="215072" y="360173"/>
                </a:cubicBezTo>
                <a:close/>
                <a:moveTo>
                  <a:pt x="105560" y="359398"/>
                </a:moveTo>
                <a:cubicBezTo>
                  <a:pt x="105560" y="359197"/>
                  <a:pt x="104929" y="358785"/>
                  <a:pt x="104154" y="358498"/>
                </a:cubicBezTo>
                <a:cubicBezTo>
                  <a:pt x="103389" y="358202"/>
                  <a:pt x="102757" y="358364"/>
                  <a:pt x="102757" y="358862"/>
                </a:cubicBezTo>
                <a:cubicBezTo>
                  <a:pt x="102757" y="359359"/>
                  <a:pt x="103389" y="359761"/>
                  <a:pt x="104154" y="359761"/>
                </a:cubicBezTo>
                <a:cubicBezTo>
                  <a:pt x="104929" y="359761"/>
                  <a:pt x="105560" y="359599"/>
                  <a:pt x="105560" y="359398"/>
                </a:cubicBezTo>
                <a:close/>
                <a:moveTo>
                  <a:pt x="120743" y="358805"/>
                </a:moveTo>
                <a:cubicBezTo>
                  <a:pt x="119585" y="358336"/>
                  <a:pt x="118638" y="357207"/>
                  <a:pt x="118638" y="356288"/>
                </a:cubicBezTo>
                <a:cubicBezTo>
                  <a:pt x="118638" y="355236"/>
                  <a:pt x="117146" y="353935"/>
                  <a:pt x="114591" y="352749"/>
                </a:cubicBezTo>
                <a:cubicBezTo>
                  <a:pt x="111568" y="351352"/>
                  <a:pt x="110545" y="351189"/>
                  <a:pt x="110545" y="352108"/>
                </a:cubicBezTo>
                <a:cubicBezTo>
                  <a:pt x="110545" y="352787"/>
                  <a:pt x="111626" y="353906"/>
                  <a:pt x="112956" y="354586"/>
                </a:cubicBezTo>
                <a:cubicBezTo>
                  <a:pt x="114285" y="355274"/>
                  <a:pt x="116170" y="356719"/>
                  <a:pt x="117146" y="357800"/>
                </a:cubicBezTo>
                <a:cubicBezTo>
                  <a:pt x="118131" y="358881"/>
                  <a:pt x="119805" y="359742"/>
                  <a:pt x="120886" y="359704"/>
                </a:cubicBezTo>
                <a:cubicBezTo>
                  <a:pt x="122771" y="359646"/>
                  <a:pt x="122771" y="359618"/>
                  <a:pt x="120743" y="358805"/>
                </a:cubicBezTo>
                <a:close/>
                <a:moveTo>
                  <a:pt x="185597" y="351362"/>
                </a:moveTo>
                <a:cubicBezTo>
                  <a:pt x="187443" y="351362"/>
                  <a:pt x="188313" y="349056"/>
                  <a:pt x="187797" y="345516"/>
                </a:cubicBezTo>
                <a:lnTo>
                  <a:pt x="187299" y="342015"/>
                </a:lnTo>
                <a:lnTo>
                  <a:pt x="183090" y="344818"/>
                </a:lnTo>
                <a:cubicBezTo>
                  <a:pt x="180784" y="346358"/>
                  <a:pt x="178594" y="347717"/>
                  <a:pt x="178230" y="347851"/>
                </a:cubicBezTo>
                <a:cubicBezTo>
                  <a:pt x="177857" y="347984"/>
                  <a:pt x="178020" y="349898"/>
                  <a:pt x="178584" y="352108"/>
                </a:cubicBezTo>
                <a:lnTo>
                  <a:pt x="179608" y="356135"/>
                </a:lnTo>
                <a:lnTo>
                  <a:pt x="182105" y="353744"/>
                </a:lnTo>
                <a:cubicBezTo>
                  <a:pt x="183473" y="352433"/>
                  <a:pt x="185051" y="351362"/>
                  <a:pt x="185597" y="351362"/>
                </a:cubicBezTo>
                <a:close/>
                <a:moveTo>
                  <a:pt x="214383" y="347621"/>
                </a:moveTo>
                <a:cubicBezTo>
                  <a:pt x="214067" y="347104"/>
                  <a:pt x="213388" y="346683"/>
                  <a:pt x="212881" y="346683"/>
                </a:cubicBezTo>
                <a:cubicBezTo>
                  <a:pt x="212365" y="346683"/>
                  <a:pt x="212202" y="347104"/>
                  <a:pt x="212518" y="347621"/>
                </a:cubicBezTo>
                <a:cubicBezTo>
                  <a:pt x="212833" y="348138"/>
                  <a:pt x="213513" y="348558"/>
                  <a:pt x="214029" y="348558"/>
                </a:cubicBezTo>
                <a:cubicBezTo>
                  <a:pt x="214546" y="348558"/>
                  <a:pt x="214708" y="348138"/>
                  <a:pt x="214383" y="347621"/>
                </a:cubicBezTo>
                <a:close/>
                <a:moveTo>
                  <a:pt x="201037" y="344607"/>
                </a:moveTo>
                <a:cubicBezTo>
                  <a:pt x="200674" y="342388"/>
                  <a:pt x="202922" y="338341"/>
                  <a:pt x="206328" y="335098"/>
                </a:cubicBezTo>
                <a:cubicBezTo>
                  <a:pt x="209102" y="332467"/>
                  <a:pt x="209140" y="332314"/>
                  <a:pt x="207686" y="329846"/>
                </a:cubicBezTo>
                <a:lnTo>
                  <a:pt x="206184" y="327310"/>
                </a:lnTo>
                <a:lnTo>
                  <a:pt x="198875" y="333395"/>
                </a:lnTo>
                <a:lnTo>
                  <a:pt x="191566" y="339489"/>
                </a:lnTo>
                <a:lnTo>
                  <a:pt x="194455" y="343134"/>
                </a:lnTo>
                <a:cubicBezTo>
                  <a:pt x="196464" y="345679"/>
                  <a:pt x="197947" y="346702"/>
                  <a:pt x="199325" y="346502"/>
                </a:cubicBezTo>
                <a:cubicBezTo>
                  <a:pt x="200607" y="346320"/>
                  <a:pt x="201219" y="345650"/>
                  <a:pt x="201037" y="344607"/>
                </a:cubicBezTo>
                <a:close/>
                <a:moveTo>
                  <a:pt x="235047" y="343086"/>
                </a:moveTo>
                <a:cubicBezTo>
                  <a:pt x="234990" y="342130"/>
                  <a:pt x="233651" y="340274"/>
                  <a:pt x="232082" y="338953"/>
                </a:cubicBezTo>
                <a:cubicBezTo>
                  <a:pt x="229384" y="336676"/>
                  <a:pt x="229173" y="336638"/>
                  <a:pt x="228169" y="338255"/>
                </a:cubicBezTo>
                <a:cubicBezTo>
                  <a:pt x="227250" y="339719"/>
                  <a:pt x="227490" y="340130"/>
                  <a:pt x="229824" y="341087"/>
                </a:cubicBezTo>
                <a:cubicBezTo>
                  <a:pt x="231316" y="341709"/>
                  <a:pt x="233029" y="342799"/>
                  <a:pt x="233622" y="343517"/>
                </a:cubicBezTo>
                <a:cubicBezTo>
                  <a:pt x="235028" y="345210"/>
                  <a:pt x="235172" y="345162"/>
                  <a:pt x="235047" y="343086"/>
                </a:cubicBezTo>
                <a:close/>
                <a:moveTo>
                  <a:pt x="215282" y="338217"/>
                </a:moveTo>
                <a:cubicBezTo>
                  <a:pt x="214479" y="336916"/>
                  <a:pt x="213924" y="337164"/>
                  <a:pt x="213924" y="338800"/>
                </a:cubicBezTo>
                <a:cubicBezTo>
                  <a:pt x="213924" y="339604"/>
                  <a:pt x="214345" y="339996"/>
                  <a:pt x="214871" y="339671"/>
                </a:cubicBezTo>
                <a:cubicBezTo>
                  <a:pt x="215388" y="339346"/>
                  <a:pt x="215579" y="338695"/>
                  <a:pt x="215282" y="338217"/>
                </a:cubicBezTo>
                <a:close/>
                <a:moveTo>
                  <a:pt x="244748" y="335949"/>
                </a:moveTo>
                <a:cubicBezTo>
                  <a:pt x="244748" y="335174"/>
                  <a:pt x="244069" y="334543"/>
                  <a:pt x="243237" y="334543"/>
                </a:cubicBezTo>
                <a:cubicBezTo>
                  <a:pt x="241993" y="334543"/>
                  <a:pt x="241926" y="334801"/>
                  <a:pt x="242883" y="335949"/>
                </a:cubicBezTo>
                <a:cubicBezTo>
                  <a:pt x="243524" y="336715"/>
                  <a:pt x="244203" y="337346"/>
                  <a:pt x="244394" y="337346"/>
                </a:cubicBezTo>
                <a:cubicBezTo>
                  <a:pt x="244586" y="337346"/>
                  <a:pt x="244748" y="336715"/>
                  <a:pt x="244748" y="335949"/>
                </a:cubicBezTo>
                <a:close/>
                <a:moveTo>
                  <a:pt x="119423" y="329769"/>
                </a:moveTo>
                <a:cubicBezTo>
                  <a:pt x="118409" y="329147"/>
                  <a:pt x="118390" y="328640"/>
                  <a:pt x="119337" y="327110"/>
                </a:cubicBezTo>
                <a:cubicBezTo>
                  <a:pt x="120293" y="325569"/>
                  <a:pt x="120226" y="324507"/>
                  <a:pt x="118964" y="321245"/>
                </a:cubicBezTo>
                <a:cubicBezTo>
                  <a:pt x="118112" y="319054"/>
                  <a:pt x="116572" y="316318"/>
                  <a:pt x="115529" y="315161"/>
                </a:cubicBezTo>
                <a:cubicBezTo>
                  <a:pt x="113252" y="312625"/>
                  <a:pt x="110822" y="312348"/>
                  <a:pt x="111530" y="314692"/>
                </a:cubicBezTo>
                <a:cubicBezTo>
                  <a:pt x="111798" y="315591"/>
                  <a:pt x="111454" y="317351"/>
                  <a:pt x="110765" y="318605"/>
                </a:cubicBezTo>
                <a:cubicBezTo>
                  <a:pt x="109588" y="320748"/>
                  <a:pt x="109837" y="321322"/>
                  <a:pt x="114773" y="327712"/>
                </a:cubicBezTo>
                <a:cubicBezTo>
                  <a:pt x="119097" y="333318"/>
                  <a:pt x="120092" y="334189"/>
                  <a:pt x="120351" y="332544"/>
                </a:cubicBezTo>
                <a:cubicBezTo>
                  <a:pt x="120523" y="331453"/>
                  <a:pt x="120112" y="330200"/>
                  <a:pt x="119423" y="329769"/>
                </a:cubicBezTo>
                <a:close/>
                <a:moveTo>
                  <a:pt x="227002" y="333806"/>
                </a:moveTo>
                <a:cubicBezTo>
                  <a:pt x="227002" y="333395"/>
                  <a:pt x="224160" y="332390"/>
                  <a:pt x="220697" y="331558"/>
                </a:cubicBezTo>
                <a:cubicBezTo>
                  <a:pt x="217224" y="330726"/>
                  <a:pt x="213551" y="329731"/>
                  <a:pt x="212518" y="329339"/>
                </a:cubicBezTo>
                <a:cubicBezTo>
                  <a:pt x="210662" y="328631"/>
                  <a:pt x="210662" y="328631"/>
                  <a:pt x="212479" y="330697"/>
                </a:cubicBezTo>
                <a:cubicBezTo>
                  <a:pt x="213637" y="332017"/>
                  <a:pt x="215005" y="332620"/>
                  <a:pt x="216210" y="332333"/>
                </a:cubicBezTo>
                <a:cubicBezTo>
                  <a:pt x="217263" y="332094"/>
                  <a:pt x="219597" y="332438"/>
                  <a:pt x="221396" y="333108"/>
                </a:cubicBezTo>
                <a:cubicBezTo>
                  <a:pt x="225366" y="334581"/>
                  <a:pt x="227002" y="334782"/>
                  <a:pt x="227002" y="333806"/>
                </a:cubicBezTo>
                <a:close/>
                <a:moveTo>
                  <a:pt x="180402" y="326383"/>
                </a:moveTo>
                <a:cubicBezTo>
                  <a:pt x="186572" y="322709"/>
                  <a:pt x="195862" y="314625"/>
                  <a:pt x="199038" y="310157"/>
                </a:cubicBezTo>
                <a:cubicBezTo>
                  <a:pt x="200856" y="307622"/>
                  <a:pt x="200875" y="307220"/>
                  <a:pt x="199545" y="300801"/>
                </a:cubicBezTo>
                <a:cubicBezTo>
                  <a:pt x="198330" y="294936"/>
                  <a:pt x="197086" y="292573"/>
                  <a:pt x="195182" y="292525"/>
                </a:cubicBezTo>
                <a:cubicBezTo>
                  <a:pt x="194895" y="292516"/>
                  <a:pt x="193747" y="293731"/>
                  <a:pt x="192647" y="295223"/>
                </a:cubicBezTo>
                <a:cubicBezTo>
                  <a:pt x="190466" y="298170"/>
                  <a:pt x="182851" y="301260"/>
                  <a:pt x="178995" y="300753"/>
                </a:cubicBezTo>
                <a:cubicBezTo>
                  <a:pt x="177733" y="300590"/>
                  <a:pt x="175877" y="301241"/>
                  <a:pt x="174776" y="302236"/>
                </a:cubicBezTo>
                <a:cubicBezTo>
                  <a:pt x="172643" y="304168"/>
                  <a:pt x="172107" y="307631"/>
                  <a:pt x="173982" y="307383"/>
                </a:cubicBezTo>
                <a:cubicBezTo>
                  <a:pt x="178287" y="306828"/>
                  <a:pt x="178613" y="309067"/>
                  <a:pt x="174929" y="313898"/>
                </a:cubicBezTo>
                <a:cubicBezTo>
                  <a:pt x="172672" y="316854"/>
                  <a:pt x="172413" y="317925"/>
                  <a:pt x="172691" y="322862"/>
                </a:cubicBezTo>
                <a:cubicBezTo>
                  <a:pt x="172987" y="328105"/>
                  <a:pt x="173370" y="329874"/>
                  <a:pt x="174212" y="329874"/>
                </a:cubicBezTo>
                <a:cubicBezTo>
                  <a:pt x="174394" y="329874"/>
                  <a:pt x="177187" y="328305"/>
                  <a:pt x="180402" y="326383"/>
                </a:cubicBezTo>
                <a:close/>
                <a:moveTo>
                  <a:pt x="285474" y="321991"/>
                </a:moveTo>
                <a:cubicBezTo>
                  <a:pt x="284651" y="320260"/>
                  <a:pt x="283982" y="318222"/>
                  <a:pt x="283982" y="317466"/>
                </a:cubicBezTo>
                <a:cubicBezTo>
                  <a:pt x="283982" y="316701"/>
                  <a:pt x="282824" y="315333"/>
                  <a:pt x="281418" y="314434"/>
                </a:cubicBezTo>
                <a:lnTo>
                  <a:pt x="278844" y="312788"/>
                </a:lnTo>
                <a:lnTo>
                  <a:pt x="281045" y="315189"/>
                </a:lnTo>
                <a:cubicBezTo>
                  <a:pt x="283580" y="317954"/>
                  <a:pt x="282920" y="319973"/>
                  <a:pt x="279667" y="319351"/>
                </a:cubicBezTo>
                <a:cubicBezTo>
                  <a:pt x="278443" y="319112"/>
                  <a:pt x="277448" y="319284"/>
                  <a:pt x="277448" y="319724"/>
                </a:cubicBezTo>
                <a:cubicBezTo>
                  <a:pt x="277448" y="320174"/>
                  <a:pt x="278242" y="320528"/>
                  <a:pt x="279218" y="320528"/>
                </a:cubicBezTo>
                <a:cubicBezTo>
                  <a:pt x="280193" y="320528"/>
                  <a:pt x="282193" y="321924"/>
                  <a:pt x="283657" y="323618"/>
                </a:cubicBezTo>
                <a:cubicBezTo>
                  <a:pt x="286766" y="327224"/>
                  <a:pt x="287598" y="326469"/>
                  <a:pt x="285474" y="321991"/>
                </a:cubicBezTo>
                <a:close/>
                <a:moveTo>
                  <a:pt x="61658" y="325761"/>
                </a:moveTo>
                <a:cubicBezTo>
                  <a:pt x="61658" y="325550"/>
                  <a:pt x="60395" y="324947"/>
                  <a:pt x="58855" y="324412"/>
                </a:cubicBezTo>
                <a:cubicBezTo>
                  <a:pt x="57315" y="323866"/>
                  <a:pt x="56052" y="323799"/>
                  <a:pt x="56052" y="324249"/>
                </a:cubicBezTo>
                <a:cubicBezTo>
                  <a:pt x="56052" y="324957"/>
                  <a:pt x="56961" y="325282"/>
                  <a:pt x="60950" y="326009"/>
                </a:cubicBezTo>
                <a:cubicBezTo>
                  <a:pt x="61343" y="326076"/>
                  <a:pt x="61658" y="325971"/>
                  <a:pt x="61658" y="325761"/>
                </a:cubicBezTo>
                <a:close/>
                <a:moveTo>
                  <a:pt x="94310" y="324680"/>
                </a:moveTo>
                <a:cubicBezTo>
                  <a:pt x="92157" y="322097"/>
                  <a:pt x="89871" y="321331"/>
                  <a:pt x="87919" y="322546"/>
                </a:cubicBezTo>
                <a:cubicBezTo>
                  <a:pt x="86618" y="323359"/>
                  <a:pt x="84839" y="323436"/>
                  <a:pt x="81595" y="322805"/>
                </a:cubicBezTo>
                <a:cubicBezTo>
                  <a:pt x="75989" y="321723"/>
                  <a:pt x="75052" y="319389"/>
                  <a:pt x="79586" y="317801"/>
                </a:cubicBezTo>
                <a:cubicBezTo>
                  <a:pt x="81911" y="316988"/>
                  <a:pt x="82351" y="316529"/>
                  <a:pt x="81356" y="315916"/>
                </a:cubicBezTo>
                <a:cubicBezTo>
                  <a:pt x="80572" y="315428"/>
                  <a:pt x="79395" y="315495"/>
                  <a:pt x="78448" y="316089"/>
                </a:cubicBezTo>
                <a:cubicBezTo>
                  <a:pt x="76956" y="317017"/>
                  <a:pt x="71809" y="316251"/>
                  <a:pt x="66910" y="314376"/>
                </a:cubicBezTo>
                <a:cubicBezTo>
                  <a:pt x="65906" y="313993"/>
                  <a:pt x="65389" y="314290"/>
                  <a:pt x="65389" y="315247"/>
                </a:cubicBezTo>
                <a:cubicBezTo>
                  <a:pt x="65389" y="316060"/>
                  <a:pt x="67150" y="317495"/>
                  <a:pt x="69360" y="318480"/>
                </a:cubicBezTo>
                <a:cubicBezTo>
                  <a:pt x="71541" y="319456"/>
                  <a:pt x="74133" y="321159"/>
                  <a:pt x="75109" y="322259"/>
                </a:cubicBezTo>
                <a:cubicBezTo>
                  <a:pt x="76468" y="323790"/>
                  <a:pt x="78018" y="324287"/>
                  <a:pt x="81653" y="324335"/>
                </a:cubicBezTo>
                <a:cubicBezTo>
                  <a:pt x="85432" y="324393"/>
                  <a:pt x="93200" y="325359"/>
                  <a:pt x="95161" y="326019"/>
                </a:cubicBezTo>
                <a:cubicBezTo>
                  <a:pt x="95353" y="326086"/>
                  <a:pt x="94970" y="325483"/>
                  <a:pt x="94310" y="324680"/>
                </a:cubicBezTo>
                <a:close/>
                <a:moveTo>
                  <a:pt x="217712" y="324660"/>
                </a:moveTo>
                <a:cubicBezTo>
                  <a:pt x="218717" y="323465"/>
                  <a:pt x="218717" y="323053"/>
                  <a:pt x="217731" y="322451"/>
                </a:cubicBezTo>
                <a:cubicBezTo>
                  <a:pt x="216928" y="321943"/>
                  <a:pt x="216641" y="320126"/>
                  <a:pt x="216861" y="316911"/>
                </a:cubicBezTo>
                <a:cubicBezTo>
                  <a:pt x="217263" y="311143"/>
                  <a:pt x="215828" y="310597"/>
                  <a:pt x="213551" y="315629"/>
                </a:cubicBezTo>
                <a:cubicBezTo>
                  <a:pt x="212680" y="317552"/>
                  <a:pt x="211169" y="320183"/>
                  <a:pt x="210193" y="321465"/>
                </a:cubicBezTo>
                <a:lnTo>
                  <a:pt x="208423" y="323790"/>
                </a:lnTo>
                <a:lnTo>
                  <a:pt x="211877" y="324871"/>
                </a:lnTo>
                <a:cubicBezTo>
                  <a:pt x="216536" y="326316"/>
                  <a:pt x="216335" y="326325"/>
                  <a:pt x="217712" y="324660"/>
                </a:cubicBezTo>
                <a:close/>
                <a:moveTo>
                  <a:pt x="296591" y="322403"/>
                </a:moveTo>
                <a:cubicBezTo>
                  <a:pt x="296275" y="321886"/>
                  <a:pt x="295835" y="321465"/>
                  <a:pt x="295605" y="321465"/>
                </a:cubicBezTo>
                <a:cubicBezTo>
                  <a:pt x="295376" y="321465"/>
                  <a:pt x="295194" y="321886"/>
                  <a:pt x="295194" y="322403"/>
                </a:cubicBezTo>
                <a:cubicBezTo>
                  <a:pt x="295194" y="322910"/>
                  <a:pt x="295634" y="323331"/>
                  <a:pt x="296180" y="323331"/>
                </a:cubicBezTo>
                <a:cubicBezTo>
                  <a:pt x="296725" y="323331"/>
                  <a:pt x="296907" y="322910"/>
                  <a:pt x="296591" y="322403"/>
                </a:cubicBezTo>
                <a:close/>
                <a:moveTo>
                  <a:pt x="130291" y="319571"/>
                </a:moveTo>
                <a:cubicBezTo>
                  <a:pt x="129229" y="318404"/>
                  <a:pt x="128253" y="318012"/>
                  <a:pt x="127708" y="318557"/>
                </a:cubicBezTo>
                <a:cubicBezTo>
                  <a:pt x="126445" y="319820"/>
                  <a:pt x="127765" y="321465"/>
                  <a:pt x="130051" y="321465"/>
                </a:cubicBezTo>
                <a:cubicBezTo>
                  <a:pt x="131955" y="321465"/>
                  <a:pt x="131955" y="321417"/>
                  <a:pt x="130291" y="319571"/>
                </a:cubicBezTo>
                <a:close/>
                <a:moveTo>
                  <a:pt x="57516" y="318126"/>
                </a:moveTo>
                <a:lnTo>
                  <a:pt x="60711" y="317524"/>
                </a:lnTo>
                <a:lnTo>
                  <a:pt x="58444" y="314826"/>
                </a:lnTo>
                <a:cubicBezTo>
                  <a:pt x="57200" y="313343"/>
                  <a:pt x="55899" y="311257"/>
                  <a:pt x="55564" y="310195"/>
                </a:cubicBezTo>
                <a:cubicBezTo>
                  <a:pt x="54990" y="308387"/>
                  <a:pt x="54828" y="308359"/>
                  <a:pt x="53268" y="309765"/>
                </a:cubicBezTo>
                <a:cubicBezTo>
                  <a:pt x="51709" y="311181"/>
                  <a:pt x="51460" y="311114"/>
                  <a:pt x="49614" y="308780"/>
                </a:cubicBezTo>
                <a:cubicBezTo>
                  <a:pt x="48533" y="307392"/>
                  <a:pt x="47155" y="304647"/>
                  <a:pt x="46562" y="302657"/>
                </a:cubicBezTo>
                <a:cubicBezTo>
                  <a:pt x="45519" y="299184"/>
                  <a:pt x="45433" y="299117"/>
                  <a:pt x="44132" y="300973"/>
                </a:cubicBezTo>
                <a:cubicBezTo>
                  <a:pt x="43079" y="302475"/>
                  <a:pt x="43012" y="303441"/>
                  <a:pt x="43826" y="305402"/>
                </a:cubicBezTo>
                <a:cubicBezTo>
                  <a:pt x="44534" y="307134"/>
                  <a:pt x="44572" y="308913"/>
                  <a:pt x="43940" y="311085"/>
                </a:cubicBezTo>
                <a:cubicBezTo>
                  <a:pt x="42898" y="314692"/>
                  <a:pt x="43309" y="315859"/>
                  <a:pt x="45624" y="315859"/>
                </a:cubicBezTo>
                <a:cubicBezTo>
                  <a:pt x="46504" y="315859"/>
                  <a:pt x="48686" y="316863"/>
                  <a:pt x="50475" y="318098"/>
                </a:cubicBezTo>
                <a:cubicBezTo>
                  <a:pt x="52254" y="319332"/>
                  <a:pt x="53852" y="319973"/>
                  <a:pt x="54014" y="319533"/>
                </a:cubicBezTo>
                <a:cubicBezTo>
                  <a:pt x="54177" y="319083"/>
                  <a:pt x="55755" y="318452"/>
                  <a:pt x="57516" y="318126"/>
                </a:cubicBezTo>
                <a:close/>
                <a:moveTo>
                  <a:pt x="135495" y="317189"/>
                </a:moveTo>
                <a:cubicBezTo>
                  <a:pt x="129257" y="311554"/>
                  <a:pt x="129353" y="307545"/>
                  <a:pt x="135677" y="309487"/>
                </a:cubicBezTo>
                <a:cubicBezTo>
                  <a:pt x="140116" y="310856"/>
                  <a:pt x="145732" y="315486"/>
                  <a:pt x="145732" y="317801"/>
                </a:cubicBezTo>
                <a:cubicBezTo>
                  <a:pt x="145732" y="319188"/>
                  <a:pt x="146382" y="319600"/>
                  <a:pt x="148611" y="319600"/>
                </a:cubicBezTo>
                <a:lnTo>
                  <a:pt x="151491" y="319600"/>
                </a:lnTo>
                <a:lnTo>
                  <a:pt x="148841" y="316041"/>
                </a:lnTo>
                <a:cubicBezTo>
                  <a:pt x="144325" y="309975"/>
                  <a:pt x="138566" y="305316"/>
                  <a:pt x="136796" y="306302"/>
                </a:cubicBezTo>
                <a:cubicBezTo>
                  <a:pt x="135332" y="307124"/>
                  <a:pt x="130157" y="306541"/>
                  <a:pt x="126933" y="305182"/>
                </a:cubicBezTo>
                <a:cubicBezTo>
                  <a:pt x="124311" y="304073"/>
                  <a:pt x="123795" y="307631"/>
                  <a:pt x="126282" y="309641"/>
                </a:cubicBezTo>
                <a:cubicBezTo>
                  <a:pt x="127478" y="310597"/>
                  <a:pt x="129076" y="312654"/>
                  <a:pt x="129851" y="314223"/>
                </a:cubicBezTo>
                <a:cubicBezTo>
                  <a:pt x="130616" y="315792"/>
                  <a:pt x="132711" y="317849"/>
                  <a:pt x="134500" y="318806"/>
                </a:cubicBezTo>
                <a:cubicBezTo>
                  <a:pt x="139341" y="321369"/>
                  <a:pt x="139618" y="320920"/>
                  <a:pt x="135495" y="317189"/>
                </a:cubicBezTo>
                <a:close/>
                <a:moveTo>
                  <a:pt x="226504" y="312798"/>
                </a:moveTo>
                <a:cubicBezTo>
                  <a:pt x="226667" y="310081"/>
                  <a:pt x="226428" y="309650"/>
                  <a:pt x="224983" y="310023"/>
                </a:cubicBezTo>
                <a:cubicBezTo>
                  <a:pt x="223625" y="310377"/>
                  <a:pt x="223261" y="311382"/>
                  <a:pt x="223261" y="314768"/>
                </a:cubicBezTo>
                <a:cubicBezTo>
                  <a:pt x="223261" y="318739"/>
                  <a:pt x="223376" y="318949"/>
                  <a:pt x="224782" y="317543"/>
                </a:cubicBezTo>
                <a:cubicBezTo>
                  <a:pt x="225624" y="316710"/>
                  <a:pt x="226389" y="314567"/>
                  <a:pt x="226504" y="312798"/>
                </a:cubicBezTo>
                <a:close/>
                <a:moveTo>
                  <a:pt x="86417" y="314003"/>
                </a:moveTo>
                <a:cubicBezTo>
                  <a:pt x="84944" y="312463"/>
                  <a:pt x="83499" y="311449"/>
                  <a:pt x="83212" y="311755"/>
                </a:cubicBezTo>
                <a:cubicBezTo>
                  <a:pt x="82734" y="312233"/>
                  <a:pt x="87670" y="316777"/>
                  <a:pt x="88685" y="316787"/>
                </a:cubicBezTo>
                <a:cubicBezTo>
                  <a:pt x="88914" y="316797"/>
                  <a:pt x="87890" y="315534"/>
                  <a:pt x="86417" y="314003"/>
                </a:cubicBezTo>
                <a:close/>
                <a:moveTo>
                  <a:pt x="152342" y="311334"/>
                </a:moveTo>
                <a:cubicBezTo>
                  <a:pt x="150917" y="308665"/>
                  <a:pt x="151089" y="306522"/>
                  <a:pt x="152734" y="306522"/>
                </a:cubicBezTo>
                <a:cubicBezTo>
                  <a:pt x="154657" y="306522"/>
                  <a:pt x="154495" y="304771"/>
                  <a:pt x="152036" y="299203"/>
                </a:cubicBezTo>
                <a:cubicBezTo>
                  <a:pt x="150611" y="295970"/>
                  <a:pt x="149568" y="294668"/>
                  <a:pt x="148783" y="295147"/>
                </a:cubicBezTo>
                <a:cubicBezTo>
                  <a:pt x="147913" y="295692"/>
                  <a:pt x="147884" y="296735"/>
                  <a:pt x="148640" y="299471"/>
                </a:cubicBezTo>
                <a:cubicBezTo>
                  <a:pt x="149185" y="301451"/>
                  <a:pt x="149443" y="304589"/>
                  <a:pt x="149204" y="306436"/>
                </a:cubicBezTo>
                <a:cubicBezTo>
                  <a:pt x="148889" y="308923"/>
                  <a:pt x="149271" y="310329"/>
                  <a:pt x="150678" y="311889"/>
                </a:cubicBezTo>
                <a:cubicBezTo>
                  <a:pt x="152907" y="314338"/>
                  <a:pt x="153796" y="314041"/>
                  <a:pt x="152342" y="311334"/>
                </a:cubicBezTo>
                <a:close/>
                <a:moveTo>
                  <a:pt x="278376" y="312750"/>
                </a:moveTo>
                <a:cubicBezTo>
                  <a:pt x="278376" y="312587"/>
                  <a:pt x="277323" y="311458"/>
                  <a:pt x="276041" y="310253"/>
                </a:cubicBezTo>
                <a:cubicBezTo>
                  <a:pt x="274071" y="308406"/>
                  <a:pt x="273707" y="308311"/>
                  <a:pt x="273707" y="309660"/>
                </a:cubicBezTo>
                <a:cubicBezTo>
                  <a:pt x="273707" y="310530"/>
                  <a:pt x="274654" y="311630"/>
                  <a:pt x="275812" y="312099"/>
                </a:cubicBezTo>
                <a:cubicBezTo>
                  <a:pt x="278385" y="313132"/>
                  <a:pt x="278376" y="313132"/>
                  <a:pt x="278376" y="312750"/>
                </a:cubicBezTo>
                <a:close/>
                <a:moveTo>
                  <a:pt x="109703" y="309220"/>
                </a:moveTo>
                <a:cubicBezTo>
                  <a:pt x="109387" y="308722"/>
                  <a:pt x="107493" y="307268"/>
                  <a:pt x="105474" y="305996"/>
                </a:cubicBezTo>
                <a:cubicBezTo>
                  <a:pt x="101896" y="303738"/>
                  <a:pt x="97917" y="303594"/>
                  <a:pt x="96625" y="305680"/>
                </a:cubicBezTo>
                <a:cubicBezTo>
                  <a:pt x="96348" y="306129"/>
                  <a:pt x="96730" y="306263"/>
                  <a:pt x="97476" y="305976"/>
                </a:cubicBezTo>
                <a:cubicBezTo>
                  <a:pt x="99639" y="305154"/>
                  <a:pt x="106421" y="307373"/>
                  <a:pt x="107636" y="309306"/>
                </a:cubicBezTo>
                <a:cubicBezTo>
                  <a:pt x="108239" y="310272"/>
                  <a:pt x="109081" y="310856"/>
                  <a:pt x="109502" y="310597"/>
                </a:cubicBezTo>
                <a:cubicBezTo>
                  <a:pt x="109913" y="310339"/>
                  <a:pt x="110009" y="309717"/>
                  <a:pt x="109703" y="309220"/>
                </a:cubicBezTo>
                <a:close/>
                <a:moveTo>
                  <a:pt x="70995" y="308225"/>
                </a:moveTo>
                <a:cubicBezTo>
                  <a:pt x="74334" y="308091"/>
                  <a:pt x="77587" y="308311"/>
                  <a:pt x="78228" y="308703"/>
                </a:cubicBezTo>
                <a:cubicBezTo>
                  <a:pt x="79041" y="309210"/>
                  <a:pt x="79213" y="308923"/>
                  <a:pt x="78792" y="307737"/>
                </a:cubicBezTo>
                <a:cubicBezTo>
                  <a:pt x="77931" y="305268"/>
                  <a:pt x="71809" y="299002"/>
                  <a:pt x="69302" y="298026"/>
                </a:cubicBezTo>
                <a:cubicBezTo>
                  <a:pt x="67982" y="297510"/>
                  <a:pt x="67245" y="296544"/>
                  <a:pt x="67408" y="295539"/>
                </a:cubicBezTo>
                <a:cubicBezTo>
                  <a:pt x="67771" y="293329"/>
                  <a:pt x="66547" y="291578"/>
                  <a:pt x="64634" y="291569"/>
                </a:cubicBezTo>
                <a:cubicBezTo>
                  <a:pt x="63763" y="291559"/>
                  <a:pt x="61850" y="290937"/>
                  <a:pt x="60376" y="290162"/>
                </a:cubicBezTo>
                <a:cubicBezTo>
                  <a:pt x="53976" y="286824"/>
                  <a:pt x="45978" y="289866"/>
                  <a:pt x="50465" y="293932"/>
                </a:cubicBezTo>
                <a:cubicBezTo>
                  <a:pt x="52455" y="295730"/>
                  <a:pt x="54120" y="300657"/>
                  <a:pt x="54253" y="305115"/>
                </a:cubicBezTo>
                <a:cubicBezTo>
                  <a:pt x="54292" y="306656"/>
                  <a:pt x="54541" y="307392"/>
                  <a:pt x="54799" y="306751"/>
                </a:cubicBezTo>
                <a:cubicBezTo>
                  <a:pt x="55478" y="305068"/>
                  <a:pt x="57382" y="305316"/>
                  <a:pt x="59917" y="307411"/>
                </a:cubicBezTo>
                <a:cubicBezTo>
                  <a:pt x="61132" y="308416"/>
                  <a:pt x="62749" y="309067"/>
                  <a:pt x="63524" y="308856"/>
                </a:cubicBezTo>
                <a:cubicBezTo>
                  <a:pt x="64289" y="308646"/>
                  <a:pt x="67657" y="308359"/>
                  <a:pt x="70995" y="308225"/>
                </a:cubicBezTo>
                <a:close/>
                <a:moveTo>
                  <a:pt x="280088" y="304723"/>
                </a:moveTo>
                <a:cubicBezTo>
                  <a:pt x="280356" y="302896"/>
                  <a:pt x="280107" y="302695"/>
                  <a:pt x="278223" y="303279"/>
                </a:cubicBezTo>
                <a:cubicBezTo>
                  <a:pt x="275247" y="304187"/>
                  <a:pt x="275132" y="304388"/>
                  <a:pt x="276520" y="306063"/>
                </a:cubicBezTo>
                <a:cubicBezTo>
                  <a:pt x="278098" y="307966"/>
                  <a:pt x="279705" y="307373"/>
                  <a:pt x="280088" y="304723"/>
                </a:cubicBezTo>
                <a:close/>
                <a:moveTo>
                  <a:pt x="109722" y="302083"/>
                </a:moveTo>
                <a:cubicBezTo>
                  <a:pt x="109693" y="300667"/>
                  <a:pt x="108746" y="298046"/>
                  <a:pt x="107617" y="296247"/>
                </a:cubicBezTo>
                <a:cubicBezTo>
                  <a:pt x="105293" y="292545"/>
                  <a:pt x="104891" y="293702"/>
                  <a:pt x="106890" y="298313"/>
                </a:cubicBezTo>
                <a:cubicBezTo>
                  <a:pt x="107627" y="299997"/>
                  <a:pt x="108450" y="302121"/>
                  <a:pt x="108727" y="303020"/>
                </a:cubicBezTo>
                <a:cubicBezTo>
                  <a:pt x="109454" y="305345"/>
                  <a:pt x="109770" y="305039"/>
                  <a:pt x="109722" y="302083"/>
                </a:cubicBezTo>
                <a:close/>
                <a:moveTo>
                  <a:pt x="120504" y="300858"/>
                </a:moveTo>
                <a:cubicBezTo>
                  <a:pt x="120504" y="299863"/>
                  <a:pt x="120992" y="299050"/>
                  <a:pt x="121594" y="299050"/>
                </a:cubicBezTo>
                <a:cubicBezTo>
                  <a:pt x="122197" y="299050"/>
                  <a:pt x="122465" y="298830"/>
                  <a:pt x="122197" y="298562"/>
                </a:cubicBezTo>
                <a:cubicBezTo>
                  <a:pt x="121939" y="298294"/>
                  <a:pt x="120647" y="298629"/>
                  <a:pt x="119337" y="299308"/>
                </a:cubicBezTo>
                <a:cubicBezTo>
                  <a:pt x="117462" y="300284"/>
                  <a:pt x="117146" y="300887"/>
                  <a:pt x="117854" y="302150"/>
                </a:cubicBezTo>
                <a:cubicBezTo>
                  <a:pt x="118944" y="304101"/>
                  <a:pt x="120504" y="303346"/>
                  <a:pt x="120504" y="300858"/>
                </a:cubicBezTo>
                <a:close/>
                <a:moveTo>
                  <a:pt x="289559" y="299165"/>
                </a:moveTo>
                <a:cubicBezTo>
                  <a:pt x="289531" y="297883"/>
                  <a:pt x="289311" y="297931"/>
                  <a:pt x="288153" y="299461"/>
                </a:cubicBezTo>
                <a:cubicBezTo>
                  <a:pt x="286374" y="301815"/>
                  <a:pt x="286393" y="303336"/>
                  <a:pt x="288182" y="301844"/>
                </a:cubicBezTo>
                <a:cubicBezTo>
                  <a:pt x="288957" y="301212"/>
                  <a:pt x="289578" y="299997"/>
                  <a:pt x="289559" y="299165"/>
                </a:cubicBezTo>
                <a:close/>
                <a:moveTo>
                  <a:pt x="229480" y="299079"/>
                </a:moveTo>
                <a:cubicBezTo>
                  <a:pt x="238587" y="296888"/>
                  <a:pt x="243935" y="296534"/>
                  <a:pt x="252737" y="297519"/>
                </a:cubicBezTo>
                <a:cubicBezTo>
                  <a:pt x="259252" y="298256"/>
                  <a:pt x="259338" y="298237"/>
                  <a:pt x="260447" y="295807"/>
                </a:cubicBezTo>
                <a:cubicBezTo>
                  <a:pt x="262141" y="292095"/>
                  <a:pt x="261940" y="291884"/>
                  <a:pt x="256659" y="291884"/>
                </a:cubicBezTo>
                <a:cubicBezTo>
                  <a:pt x="253961" y="291884"/>
                  <a:pt x="250928" y="291674"/>
                  <a:pt x="249924" y="291416"/>
                </a:cubicBezTo>
                <a:cubicBezTo>
                  <a:pt x="246958" y="290641"/>
                  <a:pt x="244394" y="286355"/>
                  <a:pt x="244289" y="281992"/>
                </a:cubicBezTo>
                <a:cubicBezTo>
                  <a:pt x="244203" y="278673"/>
                  <a:pt x="243859" y="277984"/>
                  <a:pt x="242156" y="277735"/>
                </a:cubicBezTo>
                <a:cubicBezTo>
                  <a:pt x="240214" y="277448"/>
                  <a:pt x="240185" y="277553"/>
                  <a:pt x="241496" y="280069"/>
                </a:cubicBezTo>
                <a:cubicBezTo>
                  <a:pt x="243036" y="283016"/>
                  <a:pt x="243323" y="287455"/>
                  <a:pt x="242031" y="288249"/>
                </a:cubicBezTo>
                <a:cubicBezTo>
                  <a:pt x="240845" y="288986"/>
                  <a:pt x="236454" y="283542"/>
                  <a:pt x="235794" y="280529"/>
                </a:cubicBezTo>
                <a:cubicBezTo>
                  <a:pt x="234827" y="276070"/>
                  <a:pt x="234502" y="275554"/>
                  <a:pt x="232914" y="275860"/>
                </a:cubicBezTo>
                <a:cubicBezTo>
                  <a:pt x="230312" y="276357"/>
                  <a:pt x="218717" y="300925"/>
                  <a:pt x="221099" y="300906"/>
                </a:cubicBezTo>
                <a:cubicBezTo>
                  <a:pt x="221520" y="300906"/>
                  <a:pt x="225289" y="300083"/>
                  <a:pt x="229480" y="299079"/>
                </a:cubicBezTo>
                <a:close/>
                <a:moveTo>
                  <a:pt x="93411" y="299146"/>
                </a:moveTo>
                <a:cubicBezTo>
                  <a:pt x="96252" y="298352"/>
                  <a:pt x="94673" y="297079"/>
                  <a:pt x="90493" y="296792"/>
                </a:cubicBezTo>
                <a:cubicBezTo>
                  <a:pt x="87575" y="296591"/>
                  <a:pt x="86360" y="297462"/>
                  <a:pt x="87345" y="299050"/>
                </a:cubicBezTo>
                <a:cubicBezTo>
                  <a:pt x="87986" y="300083"/>
                  <a:pt x="89919" y="300122"/>
                  <a:pt x="93411" y="299146"/>
                </a:cubicBezTo>
                <a:close/>
                <a:moveTo>
                  <a:pt x="133582" y="298409"/>
                </a:moveTo>
                <a:cubicBezTo>
                  <a:pt x="133582" y="297118"/>
                  <a:pt x="129477" y="293444"/>
                  <a:pt x="128052" y="293444"/>
                </a:cubicBezTo>
                <a:cubicBezTo>
                  <a:pt x="127239" y="293453"/>
                  <a:pt x="126129" y="294420"/>
                  <a:pt x="125584" y="295596"/>
                </a:cubicBezTo>
                <a:cubicBezTo>
                  <a:pt x="124675" y="297558"/>
                  <a:pt x="124828" y="297759"/>
                  <a:pt x="127401" y="297959"/>
                </a:cubicBezTo>
                <a:cubicBezTo>
                  <a:pt x="128951" y="298074"/>
                  <a:pt x="130415" y="298371"/>
                  <a:pt x="130654" y="298610"/>
                </a:cubicBezTo>
                <a:cubicBezTo>
                  <a:pt x="131333" y="299280"/>
                  <a:pt x="133582" y="299127"/>
                  <a:pt x="133582" y="298409"/>
                </a:cubicBezTo>
                <a:close/>
                <a:moveTo>
                  <a:pt x="267623" y="298093"/>
                </a:moveTo>
                <a:cubicBezTo>
                  <a:pt x="267307" y="297577"/>
                  <a:pt x="266647" y="297385"/>
                  <a:pt x="266168" y="297682"/>
                </a:cubicBezTo>
                <a:cubicBezTo>
                  <a:pt x="264877" y="298486"/>
                  <a:pt x="265116" y="299050"/>
                  <a:pt x="266752" y="299050"/>
                </a:cubicBezTo>
                <a:cubicBezTo>
                  <a:pt x="267556" y="299050"/>
                  <a:pt x="267948" y="298620"/>
                  <a:pt x="267623" y="298093"/>
                </a:cubicBezTo>
                <a:close/>
                <a:moveTo>
                  <a:pt x="137523" y="295319"/>
                </a:moveTo>
                <a:cubicBezTo>
                  <a:pt x="137131" y="292688"/>
                  <a:pt x="135457" y="292200"/>
                  <a:pt x="135457" y="294707"/>
                </a:cubicBezTo>
                <a:cubicBezTo>
                  <a:pt x="135457" y="295616"/>
                  <a:pt x="137188" y="298112"/>
                  <a:pt x="137810" y="298112"/>
                </a:cubicBezTo>
                <a:cubicBezTo>
                  <a:pt x="137877" y="298112"/>
                  <a:pt x="137743" y="296859"/>
                  <a:pt x="137523" y="295319"/>
                </a:cubicBezTo>
                <a:close/>
                <a:moveTo>
                  <a:pt x="205476" y="292277"/>
                </a:moveTo>
                <a:cubicBezTo>
                  <a:pt x="205496" y="291377"/>
                  <a:pt x="205103" y="290641"/>
                  <a:pt x="204615" y="290641"/>
                </a:cubicBezTo>
                <a:cubicBezTo>
                  <a:pt x="203305" y="290641"/>
                  <a:pt x="202090" y="287943"/>
                  <a:pt x="201334" y="283399"/>
                </a:cubicBezTo>
                <a:cubicBezTo>
                  <a:pt x="200463" y="278127"/>
                  <a:pt x="202759" y="276922"/>
                  <a:pt x="206041" y="280930"/>
                </a:cubicBezTo>
                <a:cubicBezTo>
                  <a:pt x="208155" y="283523"/>
                  <a:pt x="208251" y="283542"/>
                  <a:pt x="208279" y="281533"/>
                </a:cubicBezTo>
                <a:cubicBezTo>
                  <a:pt x="208299" y="280376"/>
                  <a:pt x="207964" y="279428"/>
                  <a:pt x="207533" y="279428"/>
                </a:cubicBezTo>
                <a:cubicBezTo>
                  <a:pt x="206031" y="279428"/>
                  <a:pt x="204807" y="275133"/>
                  <a:pt x="204922" y="270292"/>
                </a:cubicBezTo>
                <a:cubicBezTo>
                  <a:pt x="204988" y="267604"/>
                  <a:pt x="204979" y="265413"/>
                  <a:pt x="204893" y="265413"/>
                </a:cubicBezTo>
                <a:cubicBezTo>
                  <a:pt x="203056" y="265423"/>
                  <a:pt x="201774" y="267087"/>
                  <a:pt x="201755" y="269488"/>
                </a:cubicBezTo>
                <a:cubicBezTo>
                  <a:pt x="201736" y="271105"/>
                  <a:pt x="200970" y="274100"/>
                  <a:pt x="200042" y="276157"/>
                </a:cubicBezTo>
                <a:cubicBezTo>
                  <a:pt x="198588" y="279361"/>
                  <a:pt x="198521" y="280309"/>
                  <a:pt x="199545" y="282767"/>
                </a:cubicBezTo>
                <a:cubicBezTo>
                  <a:pt x="200195" y="284346"/>
                  <a:pt x="201229" y="288517"/>
                  <a:pt x="201841" y="292028"/>
                </a:cubicBezTo>
                <a:cubicBezTo>
                  <a:pt x="202893" y="298065"/>
                  <a:pt x="203018" y="298285"/>
                  <a:pt x="204204" y="296161"/>
                </a:cubicBezTo>
                <a:cubicBezTo>
                  <a:pt x="204883" y="294917"/>
                  <a:pt x="205467" y="293176"/>
                  <a:pt x="205476" y="292277"/>
                </a:cubicBezTo>
                <a:close/>
                <a:moveTo>
                  <a:pt x="283044" y="296247"/>
                </a:moveTo>
                <a:cubicBezTo>
                  <a:pt x="284183" y="295510"/>
                  <a:pt x="284058" y="295338"/>
                  <a:pt x="282394" y="295319"/>
                </a:cubicBezTo>
                <a:cubicBezTo>
                  <a:pt x="279878" y="295309"/>
                  <a:pt x="275573" y="293434"/>
                  <a:pt x="275573" y="292353"/>
                </a:cubicBezTo>
                <a:cubicBezTo>
                  <a:pt x="275573" y="291062"/>
                  <a:pt x="273085" y="291473"/>
                  <a:pt x="271841" y="292975"/>
                </a:cubicBezTo>
                <a:cubicBezTo>
                  <a:pt x="270856" y="294152"/>
                  <a:pt x="271028" y="294381"/>
                  <a:pt x="272894" y="294391"/>
                </a:cubicBezTo>
                <a:cubicBezTo>
                  <a:pt x="274109" y="294401"/>
                  <a:pt x="276156" y="294984"/>
                  <a:pt x="277448" y="295702"/>
                </a:cubicBezTo>
                <a:cubicBezTo>
                  <a:pt x="280337" y="297299"/>
                  <a:pt x="281265" y="297395"/>
                  <a:pt x="283044" y="296247"/>
                </a:cubicBezTo>
                <a:close/>
                <a:moveTo>
                  <a:pt x="180210" y="294946"/>
                </a:moveTo>
                <a:cubicBezTo>
                  <a:pt x="180804" y="294228"/>
                  <a:pt x="182526" y="293128"/>
                  <a:pt x="184047" y="292497"/>
                </a:cubicBezTo>
                <a:cubicBezTo>
                  <a:pt x="185568" y="291865"/>
                  <a:pt x="186572" y="290985"/>
                  <a:pt x="186295" y="290526"/>
                </a:cubicBezTo>
                <a:cubicBezTo>
                  <a:pt x="185625" y="289435"/>
                  <a:pt x="181483" y="289464"/>
                  <a:pt x="180804" y="290564"/>
                </a:cubicBezTo>
                <a:cubicBezTo>
                  <a:pt x="180507" y="291043"/>
                  <a:pt x="179015" y="291703"/>
                  <a:pt x="177474" y="292038"/>
                </a:cubicBezTo>
                <a:cubicBezTo>
                  <a:pt x="173265" y="292966"/>
                  <a:pt x="173858" y="295271"/>
                  <a:pt x="178546" y="296132"/>
                </a:cubicBezTo>
                <a:cubicBezTo>
                  <a:pt x="178861" y="296199"/>
                  <a:pt x="179617" y="295654"/>
                  <a:pt x="180210" y="294946"/>
                </a:cubicBezTo>
                <a:close/>
                <a:moveTo>
                  <a:pt x="118150" y="292918"/>
                </a:moveTo>
                <a:cubicBezTo>
                  <a:pt x="121508" y="289550"/>
                  <a:pt x="120322" y="288632"/>
                  <a:pt x="115615" y="290966"/>
                </a:cubicBezTo>
                <a:cubicBezTo>
                  <a:pt x="112860" y="292334"/>
                  <a:pt x="112133" y="293042"/>
                  <a:pt x="113262" y="293262"/>
                </a:cubicBezTo>
                <a:cubicBezTo>
                  <a:pt x="114161" y="293434"/>
                  <a:pt x="114898" y="293970"/>
                  <a:pt x="114898" y="294439"/>
                </a:cubicBezTo>
                <a:cubicBezTo>
                  <a:pt x="114898" y="295807"/>
                  <a:pt x="115567" y="295491"/>
                  <a:pt x="118150" y="292918"/>
                </a:cubicBezTo>
                <a:close/>
                <a:moveTo>
                  <a:pt x="266054" y="292946"/>
                </a:moveTo>
                <a:cubicBezTo>
                  <a:pt x="265767" y="292659"/>
                  <a:pt x="265240" y="293176"/>
                  <a:pt x="264896" y="294104"/>
                </a:cubicBezTo>
                <a:cubicBezTo>
                  <a:pt x="264389" y="295434"/>
                  <a:pt x="264494" y="295539"/>
                  <a:pt x="265413" y="294621"/>
                </a:cubicBezTo>
                <a:cubicBezTo>
                  <a:pt x="266054" y="293989"/>
                  <a:pt x="266341" y="293233"/>
                  <a:pt x="266054" y="292946"/>
                </a:cubicBezTo>
                <a:close/>
                <a:moveTo>
                  <a:pt x="147090" y="284174"/>
                </a:moveTo>
                <a:cubicBezTo>
                  <a:pt x="147913" y="282585"/>
                  <a:pt x="149147" y="281294"/>
                  <a:pt x="149836" y="281294"/>
                </a:cubicBezTo>
                <a:cubicBezTo>
                  <a:pt x="151252" y="281294"/>
                  <a:pt x="152514" y="286116"/>
                  <a:pt x="151673" y="288297"/>
                </a:cubicBezTo>
                <a:cubicBezTo>
                  <a:pt x="151366" y="289101"/>
                  <a:pt x="151644" y="289703"/>
                  <a:pt x="152323" y="289703"/>
                </a:cubicBezTo>
                <a:cubicBezTo>
                  <a:pt x="152983" y="289703"/>
                  <a:pt x="154246" y="290354"/>
                  <a:pt x="155126" y="291157"/>
                </a:cubicBezTo>
                <a:cubicBezTo>
                  <a:pt x="156609" y="292497"/>
                  <a:pt x="156867" y="292152"/>
                  <a:pt x="158752" y="286250"/>
                </a:cubicBezTo>
                <a:cubicBezTo>
                  <a:pt x="159871" y="282758"/>
                  <a:pt x="160981" y="279448"/>
                  <a:pt x="161220" y="278902"/>
                </a:cubicBezTo>
                <a:cubicBezTo>
                  <a:pt x="161488" y="278280"/>
                  <a:pt x="156973" y="277094"/>
                  <a:pt x="149252" y="275755"/>
                </a:cubicBezTo>
                <a:cubicBezTo>
                  <a:pt x="130195" y="272454"/>
                  <a:pt x="131123" y="272531"/>
                  <a:pt x="130444" y="274281"/>
                </a:cubicBezTo>
                <a:cubicBezTo>
                  <a:pt x="130004" y="275439"/>
                  <a:pt x="130587" y="276137"/>
                  <a:pt x="132663" y="276912"/>
                </a:cubicBezTo>
                <a:cubicBezTo>
                  <a:pt x="135600" y="278032"/>
                  <a:pt x="137303" y="281763"/>
                  <a:pt x="137313" y="287139"/>
                </a:cubicBezTo>
                <a:cubicBezTo>
                  <a:pt x="137322" y="289062"/>
                  <a:pt x="137781" y="289703"/>
                  <a:pt x="139150" y="289703"/>
                </a:cubicBezTo>
                <a:cubicBezTo>
                  <a:pt x="140144" y="289703"/>
                  <a:pt x="141723" y="290708"/>
                  <a:pt x="142651" y="291942"/>
                </a:cubicBezTo>
                <a:lnTo>
                  <a:pt x="144325" y="294181"/>
                </a:lnTo>
                <a:lnTo>
                  <a:pt x="144966" y="290612"/>
                </a:lnTo>
                <a:cubicBezTo>
                  <a:pt x="145320" y="288651"/>
                  <a:pt x="146277" y="285752"/>
                  <a:pt x="147090" y="284174"/>
                </a:cubicBezTo>
                <a:close/>
                <a:moveTo>
                  <a:pt x="101657" y="289780"/>
                </a:moveTo>
                <a:cubicBezTo>
                  <a:pt x="101600" y="286077"/>
                  <a:pt x="101466" y="286001"/>
                  <a:pt x="97620" y="287407"/>
                </a:cubicBezTo>
                <a:cubicBezTo>
                  <a:pt x="95879" y="288048"/>
                  <a:pt x="95907" y="288134"/>
                  <a:pt x="98089" y="288708"/>
                </a:cubicBezTo>
                <a:cubicBezTo>
                  <a:pt x="99371" y="289053"/>
                  <a:pt x="100480" y="289933"/>
                  <a:pt x="100547" y="290679"/>
                </a:cubicBezTo>
                <a:cubicBezTo>
                  <a:pt x="100767" y="293023"/>
                  <a:pt x="100873" y="293444"/>
                  <a:pt x="101294" y="293444"/>
                </a:cubicBezTo>
                <a:cubicBezTo>
                  <a:pt x="101523" y="293444"/>
                  <a:pt x="101686" y="291789"/>
                  <a:pt x="101657" y="289780"/>
                </a:cubicBezTo>
                <a:close/>
                <a:moveTo>
                  <a:pt x="309525" y="291148"/>
                </a:moveTo>
                <a:cubicBezTo>
                  <a:pt x="309812" y="290411"/>
                  <a:pt x="311640" y="288957"/>
                  <a:pt x="313591" y="287933"/>
                </a:cubicBezTo>
                <a:lnTo>
                  <a:pt x="317140" y="286068"/>
                </a:lnTo>
                <a:lnTo>
                  <a:pt x="312003" y="286604"/>
                </a:lnTo>
                <a:cubicBezTo>
                  <a:pt x="309181" y="286900"/>
                  <a:pt x="306493" y="287484"/>
                  <a:pt x="306033" y="287905"/>
                </a:cubicBezTo>
                <a:cubicBezTo>
                  <a:pt x="305574" y="288326"/>
                  <a:pt x="306100" y="288431"/>
                  <a:pt x="307200" y="288144"/>
                </a:cubicBezTo>
                <a:cubicBezTo>
                  <a:pt x="309449" y="287551"/>
                  <a:pt x="309975" y="289493"/>
                  <a:pt x="308081" y="291387"/>
                </a:cubicBezTo>
                <a:cubicBezTo>
                  <a:pt x="307334" y="292133"/>
                  <a:pt x="307296" y="292506"/>
                  <a:pt x="307985" y="292506"/>
                </a:cubicBezTo>
                <a:cubicBezTo>
                  <a:pt x="308549" y="292506"/>
                  <a:pt x="309238" y="291894"/>
                  <a:pt x="309525" y="291148"/>
                </a:cubicBezTo>
                <a:close/>
                <a:moveTo>
                  <a:pt x="20550" y="288880"/>
                </a:moveTo>
                <a:cubicBezTo>
                  <a:pt x="20550" y="288421"/>
                  <a:pt x="19708" y="287838"/>
                  <a:pt x="18684" y="287570"/>
                </a:cubicBezTo>
                <a:cubicBezTo>
                  <a:pt x="17469" y="287245"/>
                  <a:pt x="16818" y="287541"/>
                  <a:pt x="16818" y="288393"/>
                </a:cubicBezTo>
                <a:cubicBezTo>
                  <a:pt x="16818" y="289110"/>
                  <a:pt x="17651" y="289703"/>
                  <a:pt x="18684" y="289703"/>
                </a:cubicBezTo>
                <a:cubicBezTo>
                  <a:pt x="19708" y="289703"/>
                  <a:pt x="20550" y="289330"/>
                  <a:pt x="20550" y="288880"/>
                </a:cubicBezTo>
                <a:close/>
                <a:moveTo>
                  <a:pt x="79386" y="284996"/>
                </a:moveTo>
                <a:cubicBezTo>
                  <a:pt x="78371" y="282413"/>
                  <a:pt x="77539" y="280146"/>
                  <a:pt x="77539" y="279974"/>
                </a:cubicBezTo>
                <a:cubicBezTo>
                  <a:pt x="77539" y="279792"/>
                  <a:pt x="76496" y="279448"/>
                  <a:pt x="75224" y="279208"/>
                </a:cubicBezTo>
                <a:lnTo>
                  <a:pt x="72909" y="278759"/>
                </a:lnTo>
                <a:lnTo>
                  <a:pt x="75683" y="281925"/>
                </a:lnTo>
                <a:cubicBezTo>
                  <a:pt x="77214" y="283676"/>
                  <a:pt x="78467" y="286135"/>
                  <a:pt x="78467" y="287398"/>
                </a:cubicBezTo>
                <a:cubicBezTo>
                  <a:pt x="78467" y="288814"/>
                  <a:pt x="79003" y="289703"/>
                  <a:pt x="79854" y="289703"/>
                </a:cubicBezTo>
                <a:cubicBezTo>
                  <a:pt x="81021" y="289703"/>
                  <a:pt x="80945" y="288947"/>
                  <a:pt x="79386" y="284996"/>
                </a:cubicBezTo>
                <a:close/>
                <a:moveTo>
                  <a:pt x="129133" y="285503"/>
                </a:moveTo>
                <a:cubicBezTo>
                  <a:pt x="127975" y="282365"/>
                  <a:pt x="127382" y="281658"/>
                  <a:pt x="126799" y="282710"/>
                </a:cubicBezTo>
                <a:cubicBezTo>
                  <a:pt x="126301" y="283600"/>
                  <a:pt x="126617" y="285140"/>
                  <a:pt x="127660" y="286910"/>
                </a:cubicBezTo>
                <a:cubicBezTo>
                  <a:pt x="130118" y="291052"/>
                  <a:pt x="130913" y="290296"/>
                  <a:pt x="129133" y="285503"/>
                </a:cubicBezTo>
                <a:close/>
                <a:moveTo>
                  <a:pt x="193690" y="279553"/>
                </a:moveTo>
                <a:cubicBezTo>
                  <a:pt x="190676" y="273574"/>
                  <a:pt x="189768" y="272464"/>
                  <a:pt x="188036" y="272713"/>
                </a:cubicBezTo>
                <a:cubicBezTo>
                  <a:pt x="186898" y="272866"/>
                  <a:pt x="185061" y="272512"/>
                  <a:pt x="183941" y="271909"/>
                </a:cubicBezTo>
                <a:cubicBezTo>
                  <a:pt x="182353" y="271057"/>
                  <a:pt x="181751" y="271096"/>
                  <a:pt x="181119" y="272091"/>
                </a:cubicBezTo>
                <a:cubicBezTo>
                  <a:pt x="179866" y="274071"/>
                  <a:pt x="180153" y="275104"/>
                  <a:pt x="181626" y="273880"/>
                </a:cubicBezTo>
                <a:cubicBezTo>
                  <a:pt x="184286" y="271670"/>
                  <a:pt x="194781" y="283867"/>
                  <a:pt x="192877" y="286948"/>
                </a:cubicBezTo>
                <a:cubicBezTo>
                  <a:pt x="192561" y="287445"/>
                  <a:pt x="193288" y="288220"/>
                  <a:pt x="194475" y="288660"/>
                </a:cubicBezTo>
                <a:cubicBezTo>
                  <a:pt x="197909" y="289952"/>
                  <a:pt x="197699" y="287503"/>
                  <a:pt x="193690" y="279553"/>
                </a:cubicBezTo>
                <a:close/>
                <a:moveTo>
                  <a:pt x="265250" y="283925"/>
                </a:moveTo>
                <a:cubicBezTo>
                  <a:pt x="266111" y="279888"/>
                  <a:pt x="266054" y="278845"/>
                  <a:pt x="264896" y="277687"/>
                </a:cubicBezTo>
                <a:cubicBezTo>
                  <a:pt x="263652" y="276444"/>
                  <a:pt x="263518" y="276759"/>
                  <a:pt x="263691" y="280423"/>
                </a:cubicBezTo>
                <a:cubicBezTo>
                  <a:pt x="263805" y="282700"/>
                  <a:pt x="263547" y="285513"/>
                  <a:pt x="263126" y="286671"/>
                </a:cubicBezTo>
                <a:cubicBezTo>
                  <a:pt x="262667" y="287943"/>
                  <a:pt x="262734" y="288766"/>
                  <a:pt x="263289" y="288766"/>
                </a:cubicBezTo>
                <a:cubicBezTo>
                  <a:pt x="263796" y="288766"/>
                  <a:pt x="264676" y="286594"/>
                  <a:pt x="265250" y="283925"/>
                </a:cubicBezTo>
                <a:close/>
                <a:moveTo>
                  <a:pt x="274798" y="282011"/>
                </a:moveTo>
                <a:cubicBezTo>
                  <a:pt x="277199" y="278634"/>
                  <a:pt x="276414" y="278730"/>
                  <a:pt x="272913" y="282232"/>
                </a:cubicBezTo>
                <a:cubicBezTo>
                  <a:pt x="271373" y="283772"/>
                  <a:pt x="270502" y="285035"/>
                  <a:pt x="270980" y="285035"/>
                </a:cubicBezTo>
                <a:cubicBezTo>
                  <a:pt x="271449" y="285035"/>
                  <a:pt x="271899" y="285982"/>
                  <a:pt x="271966" y="287139"/>
                </a:cubicBezTo>
                <a:cubicBezTo>
                  <a:pt x="272081" y="289091"/>
                  <a:pt x="272119" y="289072"/>
                  <a:pt x="272530" y="286910"/>
                </a:cubicBezTo>
                <a:cubicBezTo>
                  <a:pt x="272769" y="285637"/>
                  <a:pt x="273784" y="283427"/>
                  <a:pt x="274798" y="282011"/>
                </a:cubicBezTo>
                <a:close/>
                <a:moveTo>
                  <a:pt x="116007" y="284996"/>
                </a:moveTo>
                <a:cubicBezTo>
                  <a:pt x="118705" y="284489"/>
                  <a:pt x="121269" y="283705"/>
                  <a:pt x="121719" y="283265"/>
                </a:cubicBezTo>
                <a:cubicBezTo>
                  <a:pt x="122168" y="282815"/>
                  <a:pt x="120820" y="282911"/>
                  <a:pt x="118724" y="283466"/>
                </a:cubicBezTo>
                <a:cubicBezTo>
                  <a:pt x="115864" y="284231"/>
                  <a:pt x="114630" y="284202"/>
                  <a:pt x="113807" y="283380"/>
                </a:cubicBezTo>
                <a:cubicBezTo>
                  <a:pt x="111521" y="281093"/>
                  <a:pt x="119155" y="275688"/>
                  <a:pt x="124675" y="275688"/>
                </a:cubicBezTo>
                <a:cubicBezTo>
                  <a:pt x="126062" y="275688"/>
                  <a:pt x="127048" y="275162"/>
                  <a:pt x="127048" y="274415"/>
                </a:cubicBezTo>
                <a:cubicBezTo>
                  <a:pt x="127048" y="273411"/>
                  <a:pt x="126177" y="273296"/>
                  <a:pt x="123077" y="273880"/>
                </a:cubicBezTo>
                <a:cubicBezTo>
                  <a:pt x="116964" y="275018"/>
                  <a:pt x="113970" y="276424"/>
                  <a:pt x="113970" y="278146"/>
                </a:cubicBezTo>
                <a:cubicBezTo>
                  <a:pt x="113970" y="279007"/>
                  <a:pt x="112315" y="281294"/>
                  <a:pt x="110286" y="283217"/>
                </a:cubicBezTo>
                <a:cubicBezTo>
                  <a:pt x="106613" y="286709"/>
                  <a:pt x="106154" y="288584"/>
                  <a:pt x="109397" y="286852"/>
                </a:cubicBezTo>
                <a:cubicBezTo>
                  <a:pt x="110344" y="286345"/>
                  <a:pt x="113319" y="285513"/>
                  <a:pt x="116007" y="284996"/>
                </a:cubicBezTo>
                <a:close/>
                <a:moveTo>
                  <a:pt x="85537" y="283169"/>
                </a:moveTo>
                <a:cubicBezTo>
                  <a:pt x="86475" y="283169"/>
                  <a:pt x="86876" y="282050"/>
                  <a:pt x="86876" y="279428"/>
                </a:cubicBezTo>
                <a:cubicBezTo>
                  <a:pt x="86876" y="274932"/>
                  <a:pt x="85460" y="274492"/>
                  <a:pt x="84609" y="278730"/>
                </a:cubicBezTo>
                <a:cubicBezTo>
                  <a:pt x="83844" y="282566"/>
                  <a:pt x="83251" y="286977"/>
                  <a:pt x="83796" y="284795"/>
                </a:cubicBezTo>
                <a:cubicBezTo>
                  <a:pt x="84016" y="283896"/>
                  <a:pt x="84800" y="283169"/>
                  <a:pt x="85537" y="283169"/>
                </a:cubicBezTo>
                <a:close/>
                <a:moveTo>
                  <a:pt x="182927" y="281581"/>
                </a:moveTo>
                <a:cubicBezTo>
                  <a:pt x="179617" y="275028"/>
                  <a:pt x="179684" y="275095"/>
                  <a:pt x="179139" y="277984"/>
                </a:cubicBezTo>
                <a:cubicBezTo>
                  <a:pt x="178794" y="279763"/>
                  <a:pt x="179464" y="281150"/>
                  <a:pt x="181865" y="283628"/>
                </a:cubicBezTo>
                <a:cubicBezTo>
                  <a:pt x="183616" y="285427"/>
                  <a:pt x="185176" y="286900"/>
                  <a:pt x="185329" y="286900"/>
                </a:cubicBezTo>
                <a:cubicBezTo>
                  <a:pt x="185482" y="286900"/>
                  <a:pt x="184401" y="284508"/>
                  <a:pt x="182927" y="281581"/>
                </a:cubicBezTo>
                <a:close/>
                <a:moveTo>
                  <a:pt x="211944" y="283867"/>
                </a:moveTo>
                <a:cubicBezTo>
                  <a:pt x="212872" y="281083"/>
                  <a:pt x="212843" y="280988"/>
                  <a:pt x="211570" y="282643"/>
                </a:cubicBezTo>
                <a:cubicBezTo>
                  <a:pt x="210805" y="283638"/>
                  <a:pt x="210183" y="285006"/>
                  <a:pt x="210183" y="285676"/>
                </a:cubicBezTo>
                <a:cubicBezTo>
                  <a:pt x="210183" y="287761"/>
                  <a:pt x="210891" y="287034"/>
                  <a:pt x="211944" y="283867"/>
                </a:cubicBezTo>
                <a:close/>
                <a:moveTo>
                  <a:pt x="256391" y="285915"/>
                </a:moveTo>
                <a:cubicBezTo>
                  <a:pt x="256056" y="285379"/>
                  <a:pt x="255300" y="285111"/>
                  <a:pt x="254707" y="285322"/>
                </a:cubicBezTo>
                <a:cubicBezTo>
                  <a:pt x="254105" y="285542"/>
                  <a:pt x="252890" y="285341"/>
                  <a:pt x="251990" y="284872"/>
                </a:cubicBezTo>
                <a:cubicBezTo>
                  <a:pt x="250775" y="284250"/>
                  <a:pt x="250354" y="284403"/>
                  <a:pt x="250354" y="285465"/>
                </a:cubicBezTo>
                <a:cubicBezTo>
                  <a:pt x="250354" y="286489"/>
                  <a:pt x="251311" y="286900"/>
                  <a:pt x="253674" y="286900"/>
                </a:cubicBezTo>
                <a:cubicBezTo>
                  <a:pt x="255769" y="286900"/>
                  <a:pt x="256774" y="286537"/>
                  <a:pt x="256391" y="285915"/>
                </a:cubicBezTo>
                <a:close/>
                <a:moveTo>
                  <a:pt x="305785" y="283313"/>
                </a:moveTo>
                <a:cubicBezTo>
                  <a:pt x="308865" y="280165"/>
                  <a:pt x="309114" y="279582"/>
                  <a:pt x="307841" y="278529"/>
                </a:cubicBezTo>
                <a:cubicBezTo>
                  <a:pt x="306636" y="277525"/>
                  <a:pt x="306406" y="277592"/>
                  <a:pt x="306406" y="278941"/>
                </a:cubicBezTo>
                <a:cubicBezTo>
                  <a:pt x="306406" y="279821"/>
                  <a:pt x="304971" y="281983"/>
                  <a:pt x="303230" y="283724"/>
                </a:cubicBezTo>
                <a:cubicBezTo>
                  <a:pt x="301480" y="285475"/>
                  <a:pt x="300552" y="286900"/>
                  <a:pt x="301164" y="286900"/>
                </a:cubicBezTo>
                <a:cubicBezTo>
                  <a:pt x="301786" y="286900"/>
                  <a:pt x="303862" y="285283"/>
                  <a:pt x="305785" y="283313"/>
                </a:cubicBezTo>
                <a:close/>
                <a:moveTo>
                  <a:pt x="48418" y="285015"/>
                </a:moveTo>
                <a:lnTo>
                  <a:pt x="56521" y="285006"/>
                </a:lnTo>
                <a:lnTo>
                  <a:pt x="53469" y="283045"/>
                </a:lnTo>
                <a:cubicBezTo>
                  <a:pt x="51383" y="281715"/>
                  <a:pt x="50044" y="281380"/>
                  <a:pt x="49260" y="282002"/>
                </a:cubicBezTo>
                <a:cubicBezTo>
                  <a:pt x="47375" y="283485"/>
                  <a:pt x="43644" y="284030"/>
                  <a:pt x="40238" y="283322"/>
                </a:cubicBezTo>
                <a:cubicBezTo>
                  <a:pt x="36019" y="282432"/>
                  <a:pt x="35512" y="280548"/>
                  <a:pt x="39138" y="279180"/>
                </a:cubicBezTo>
                <a:cubicBezTo>
                  <a:pt x="40736" y="278577"/>
                  <a:pt x="42037" y="277783"/>
                  <a:pt x="42037" y="277410"/>
                </a:cubicBezTo>
                <a:cubicBezTo>
                  <a:pt x="42037" y="275994"/>
                  <a:pt x="40028" y="275583"/>
                  <a:pt x="38660" y="276721"/>
                </a:cubicBezTo>
                <a:cubicBezTo>
                  <a:pt x="37091" y="278013"/>
                  <a:pt x="30145" y="277965"/>
                  <a:pt x="26624" y="276625"/>
                </a:cubicBezTo>
                <a:cubicBezTo>
                  <a:pt x="24778" y="275927"/>
                  <a:pt x="24434" y="276070"/>
                  <a:pt x="24539" y="277515"/>
                </a:cubicBezTo>
                <a:cubicBezTo>
                  <a:pt x="24625" y="278644"/>
                  <a:pt x="25840" y="279601"/>
                  <a:pt x="27993" y="280242"/>
                </a:cubicBezTo>
                <a:cubicBezTo>
                  <a:pt x="29829" y="280796"/>
                  <a:pt x="32776" y="282308"/>
                  <a:pt x="34555" y="283628"/>
                </a:cubicBezTo>
                <a:cubicBezTo>
                  <a:pt x="36325" y="284939"/>
                  <a:pt x="38353" y="285790"/>
                  <a:pt x="39052" y="285523"/>
                </a:cubicBezTo>
                <a:cubicBezTo>
                  <a:pt x="39750" y="285255"/>
                  <a:pt x="43969" y="285025"/>
                  <a:pt x="48418" y="285015"/>
                </a:cubicBezTo>
                <a:close/>
                <a:moveTo>
                  <a:pt x="59200" y="275343"/>
                </a:moveTo>
                <a:cubicBezTo>
                  <a:pt x="57315" y="270378"/>
                  <a:pt x="55669" y="266427"/>
                  <a:pt x="55526" y="266561"/>
                </a:cubicBezTo>
                <a:cubicBezTo>
                  <a:pt x="55392" y="266705"/>
                  <a:pt x="55622" y="268704"/>
                  <a:pt x="56042" y="271010"/>
                </a:cubicBezTo>
                <a:cubicBezTo>
                  <a:pt x="56483" y="273392"/>
                  <a:pt x="56444" y="275879"/>
                  <a:pt x="55966" y="276788"/>
                </a:cubicBezTo>
                <a:cubicBezTo>
                  <a:pt x="55497" y="277659"/>
                  <a:pt x="55115" y="278749"/>
                  <a:pt x="55115" y="279218"/>
                </a:cubicBezTo>
                <a:cubicBezTo>
                  <a:pt x="55115" y="280108"/>
                  <a:pt x="61811" y="285188"/>
                  <a:pt x="62318" y="284681"/>
                </a:cubicBezTo>
                <a:cubicBezTo>
                  <a:pt x="62481" y="284518"/>
                  <a:pt x="61075" y="280318"/>
                  <a:pt x="59200" y="275343"/>
                </a:cubicBezTo>
                <a:close/>
                <a:moveTo>
                  <a:pt x="178421" y="284040"/>
                </a:moveTo>
                <a:cubicBezTo>
                  <a:pt x="178421" y="283504"/>
                  <a:pt x="178000" y="283313"/>
                  <a:pt x="177493" y="283628"/>
                </a:cubicBezTo>
                <a:cubicBezTo>
                  <a:pt x="176977" y="283954"/>
                  <a:pt x="176556" y="284394"/>
                  <a:pt x="176556" y="284623"/>
                </a:cubicBezTo>
                <a:cubicBezTo>
                  <a:pt x="176556" y="284843"/>
                  <a:pt x="176977" y="285035"/>
                  <a:pt x="177493" y="285035"/>
                </a:cubicBezTo>
                <a:cubicBezTo>
                  <a:pt x="178000" y="285035"/>
                  <a:pt x="178421" y="284585"/>
                  <a:pt x="178421" y="284040"/>
                </a:cubicBezTo>
                <a:close/>
                <a:moveTo>
                  <a:pt x="105006" y="279897"/>
                </a:moveTo>
                <a:cubicBezTo>
                  <a:pt x="106460" y="277678"/>
                  <a:pt x="106450" y="277563"/>
                  <a:pt x="104680" y="277563"/>
                </a:cubicBezTo>
                <a:cubicBezTo>
                  <a:pt x="103092" y="277563"/>
                  <a:pt x="100892" y="279974"/>
                  <a:pt x="100892" y="281705"/>
                </a:cubicBezTo>
                <a:cubicBezTo>
                  <a:pt x="100892" y="283160"/>
                  <a:pt x="103666" y="281945"/>
                  <a:pt x="105006" y="279897"/>
                </a:cubicBezTo>
                <a:close/>
                <a:moveTo>
                  <a:pt x="258984" y="279926"/>
                </a:moveTo>
                <a:cubicBezTo>
                  <a:pt x="259223" y="278654"/>
                  <a:pt x="259060" y="277840"/>
                  <a:pt x="258630" y="278108"/>
                </a:cubicBezTo>
                <a:cubicBezTo>
                  <a:pt x="257855" y="278587"/>
                  <a:pt x="257463" y="282232"/>
                  <a:pt x="258180" y="282232"/>
                </a:cubicBezTo>
                <a:cubicBezTo>
                  <a:pt x="258381" y="282232"/>
                  <a:pt x="258744" y="281189"/>
                  <a:pt x="258984" y="279926"/>
                </a:cubicBezTo>
                <a:close/>
                <a:moveTo>
                  <a:pt x="69771" y="275879"/>
                </a:moveTo>
                <a:cubicBezTo>
                  <a:pt x="67140" y="273133"/>
                  <a:pt x="66432" y="270082"/>
                  <a:pt x="68422" y="270091"/>
                </a:cubicBezTo>
                <a:cubicBezTo>
                  <a:pt x="69073" y="270091"/>
                  <a:pt x="70814" y="270732"/>
                  <a:pt x="72306" y="271507"/>
                </a:cubicBezTo>
                <a:cubicBezTo>
                  <a:pt x="76066" y="273468"/>
                  <a:pt x="76410" y="272540"/>
                  <a:pt x="73091" y="269431"/>
                </a:cubicBezTo>
                <a:cubicBezTo>
                  <a:pt x="69809" y="266370"/>
                  <a:pt x="67877" y="262954"/>
                  <a:pt x="68671" y="261663"/>
                </a:cubicBezTo>
                <a:cubicBezTo>
                  <a:pt x="69637" y="260094"/>
                  <a:pt x="71082" y="260639"/>
                  <a:pt x="73894" y="263643"/>
                </a:cubicBezTo>
                <a:cubicBezTo>
                  <a:pt x="75482" y="265356"/>
                  <a:pt x="76602" y="266006"/>
                  <a:pt x="76602" y="265222"/>
                </a:cubicBezTo>
                <a:cubicBezTo>
                  <a:pt x="76602" y="264495"/>
                  <a:pt x="77510" y="262926"/>
                  <a:pt x="78620" y="261730"/>
                </a:cubicBezTo>
                <a:cubicBezTo>
                  <a:pt x="80447" y="259778"/>
                  <a:pt x="80754" y="259711"/>
                  <a:pt x="81749" y="261070"/>
                </a:cubicBezTo>
                <a:cubicBezTo>
                  <a:pt x="82724" y="262409"/>
                  <a:pt x="82983" y="262304"/>
                  <a:pt x="83968" y="260142"/>
                </a:cubicBezTo>
                <a:cubicBezTo>
                  <a:pt x="85317" y="257176"/>
                  <a:pt x="84609" y="256229"/>
                  <a:pt x="82179" y="257740"/>
                </a:cubicBezTo>
                <a:cubicBezTo>
                  <a:pt x="80275" y="258936"/>
                  <a:pt x="73138" y="259281"/>
                  <a:pt x="70603" y="258314"/>
                </a:cubicBezTo>
                <a:cubicBezTo>
                  <a:pt x="69790" y="257999"/>
                  <a:pt x="69130" y="257147"/>
                  <a:pt x="69130" y="256420"/>
                </a:cubicBezTo>
                <a:cubicBezTo>
                  <a:pt x="69130" y="254162"/>
                  <a:pt x="73856" y="253062"/>
                  <a:pt x="81270" y="253608"/>
                </a:cubicBezTo>
                <a:cubicBezTo>
                  <a:pt x="88005" y="254095"/>
                  <a:pt x="88120" y="254076"/>
                  <a:pt x="84073" y="252995"/>
                </a:cubicBezTo>
                <a:cubicBezTo>
                  <a:pt x="78764" y="251579"/>
                  <a:pt x="78572" y="249503"/>
                  <a:pt x="83605" y="247839"/>
                </a:cubicBezTo>
                <a:cubicBezTo>
                  <a:pt x="86991" y="246729"/>
                  <a:pt x="89651" y="246700"/>
                  <a:pt x="93296" y="247762"/>
                </a:cubicBezTo>
                <a:cubicBezTo>
                  <a:pt x="94004" y="247963"/>
                  <a:pt x="94759" y="247667"/>
                  <a:pt x="94970" y="247083"/>
                </a:cubicBezTo>
                <a:cubicBezTo>
                  <a:pt x="95458" y="245772"/>
                  <a:pt x="92291" y="244892"/>
                  <a:pt x="86982" y="244873"/>
                </a:cubicBezTo>
                <a:cubicBezTo>
                  <a:pt x="83834" y="244863"/>
                  <a:pt x="82399" y="245390"/>
                  <a:pt x="80792" y="247131"/>
                </a:cubicBezTo>
                <a:cubicBezTo>
                  <a:pt x="77042" y="251168"/>
                  <a:pt x="66757" y="252871"/>
                  <a:pt x="68872" y="249092"/>
                </a:cubicBezTo>
                <a:cubicBezTo>
                  <a:pt x="69293" y="248327"/>
                  <a:pt x="71082" y="246643"/>
                  <a:pt x="72842" y="245351"/>
                </a:cubicBezTo>
                <a:lnTo>
                  <a:pt x="76028" y="242998"/>
                </a:lnTo>
                <a:lnTo>
                  <a:pt x="73234" y="242998"/>
                </a:lnTo>
                <a:cubicBezTo>
                  <a:pt x="71694" y="242998"/>
                  <a:pt x="70039" y="243400"/>
                  <a:pt x="69551" y="243888"/>
                </a:cubicBezTo>
                <a:cubicBezTo>
                  <a:pt x="69063" y="244366"/>
                  <a:pt x="66882" y="245055"/>
                  <a:pt x="64710" y="245399"/>
                </a:cubicBezTo>
                <a:cubicBezTo>
                  <a:pt x="61457" y="245916"/>
                  <a:pt x="60644" y="245744"/>
                  <a:pt x="60128" y="244423"/>
                </a:cubicBezTo>
                <a:cubicBezTo>
                  <a:pt x="59372" y="242443"/>
                  <a:pt x="60960" y="241324"/>
                  <a:pt x="65609" y="240539"/>
                </a:cubicBezTo>
                <a:lnTo>
                  <a:pt x="69101" y="239956"/>
                </a:lnTo>
                <a:lnTo>
                  <a:pt x="66776" y="237200"/>
                </a:lnTo>
                <a:cubicBezTo>
                  <a:pt x="64366" y="234340"/>
                  <a:pt x="63677" y="230848"/>
                  <a:pt x="65514" y="230848"/>
                </a:cubicBezTo>
                <a:cubicBezTo>
                  <a:pt x="66097" y="230848"/>
                  <a:pt x="68097" y="231795"/>
                  <a:pt x="69953" y="232943"/>
                </a:cubicBezTo>
                <a:cubicBezTo>
                  <a:pt x="71809" y="234091"/>
                  <a:pt x="74631" y="235038"/>
                  <a:pt x="76209" y="235038"/>
                </a:cubicBezTo>
                <a:lnTo>
                  <a:pt x="79089" y="235057"/>
                </a:lnTo>
                <a:lnTo>
                  <a:pt x="77386" y="232254"/>
                </a:lnTo>
                <a:cubicBezTo>
                  <a:pt x="74133" y="226935"/>
                  <a:pt x="76008" y="222850"/>
                  <a:pt x="79778" y="227012"/>
                </a:cubicBezTo>
                <a:cubicBezTo>
                  <a:pt x="80715" y="228054"/>
                  <a:pt x="82122" y="228590"/>
                  <a:pt x="83164" y="228313"/>
                </a:cubicBezTo>
                <a:cubicBezTo>
                  <a:pt x="84150" y="228054"/>
                  <a:pt x="86226" y="228294"/>
                  <a:pt x="87785" y="228839"/>
                </a:cubicBezTo>
                <a:cubicBezTo>
                  <a:pt x="91861" y="230255"/>
                  <a:pt x="91459" y="228877"/>
                  <a:pt x="85460" y="220908"/>
                </a:cubicBezTo>
                <a:cubicBezTo>
                  <a:pt x="81892" y="216163"/>
                  <a:pt x="79529" y="213896"/>
                  <a:pt x="77759" y="213522"/>
                </a:cubicBezTo>
                <a:cubicBezTo>
                  <a:pt x="76353" y="213216"/>
                  <a:pt x="74286" y="212604"/>
                  <a:pt x="73167" y="212154"/>
                </a:cubicBezTo>
                <a:cubicBezTo>
                  <a:pt x="70928" y="211255"/>
                  <a:pt x="68135" y="213312"/>
                  <a:pt x="70020" y="214479"/>
                </a:cubicBezTo>
                <a:cubicBezTo>
                  <a:pt x="72373" y="215933"/>
                  <a:pt x="70402" y="226179"/>
                  <a:pt x="67771" y="226179"/>
                </a:cubicBezTo>
                <a:cubicBezTo>
                  <a:pt x="66423" y="226179"/>
                  <a:pt x="65839" y="224754"/>
                  <a:pt x="65112" y="219645"/>
                </a:cubicBezTo>
                <a:cubicBezTo>
                  <a:pt x="64758" y="217129"/>
                  <a:pt x="64117" y="218076"/>
                  <a:pt x="63132" y="222611"/>
                </a:cubicBezTo>
                <a:cubicBezTo>
                  <a:pt x="62041" y="227634"/>
                  <a:pt x="55115" y="233479"/>
                  <a:pt x="55115" y="229384"/>
                </a:cubicBezTo>
                <a:cubicBezTo>
                  <a:pt x="55115" y="228408"/>
                  <a:pt x="54263" y="228915"/>
                  <a:pt x="52627" y="230858"/>
                </a:cubicBezTo>
                <a:cubicBezTo>
                  <a:pt x="51259" y="232484"/>
                  <a:pt x="49164" y="234187"/>
                  <a:pt x="47959" y="234646"/>
                </a:cubicBezTo>
                <a:cubicBezTo>
                  <a:pt x="44849" y="235823"/>
                  <a:pt x="44926" y="240941"/>
                  <a:pt x="48092" y="243916"/>
                </a:cubicBezTo>
                <a:cubicBezTo>
                  <a:pt x="52101" y="247686"/>
                  <a:pt x="59343" y="258927"/>
                  <a:pt x="64873" y="269976"/>
                </a:cubicBezTo>
                <a:cubicBezTo>
                  <a:pt x="68805" y="277821"/>
                  <a:pt x="70469" y="280328"/>
                  <a:pt x="71244" y="279553"/>
                </a:cubicBezTo>
                <a:cubicBezTo>
                  <a:pt x="72019" y="278778"/>
                  <a:pt x="71636" y="277821"/>
                  <a:pt x="69771" y="275879"/>
                </a:cubicBezTo>
                <a:close/>
                <a:moveTo>
                  <a:pt x="95831" y="274406"/>
                </a:moveTo>
                <a:cubicBezTo>
                  <a:pt x="90761" y="271325"/>
                  <a:pt x="90588" y="269154"/>
                  <a:pt x="95400" y="269154"/>
                </a:cubicBezTo>
                <a:cubicBezTo>
                  <a:pt x="96941" y="269154"/>
                  <a:pt x="98998" y="269575"/>
                  <a:pt x="99954" y="270091"/>
                </a:cubicBezTo>
                <a:cubicBezTo>
                  <a:pt x="101131" y="270713"/>
                  <a:pt x="101906" y="270713"/>
                  <a:pt x="102289" y="270091"/>
                </a:cubicBezTo>
                <a:cubicBezTo>
                  <a:pt x="102604" y="269575"/>
                  <a:pt x="103733" y="269154"/>
                  <a:pt x="104785" y="269154"/>
                </a:cubicBezTo>
                <a:cubicBezTo>
                  <a:pt x="106479" y="269154"/>
                  <a:pt x="106287" y="268685"/>
                  <a:pt x="103245" y="265317"/>
                </a:cubicBezTo>
                <a:cubicBezTo>
                  <a:pt x="100710" y="262514"/>
                  <a:pt x="100059" y="261204"/>
                  <a:pt x="100815" y="260448"/>
                </a:cubicBezTo>
                <a:cubicBezTo>
                  <a:pt x="101552" y="259711"/>
                  <a:pt x="102595" y="259692"/>
                  <a:pt x="104422" y="260381"/>
                </a:cubicBezTo>
                <a:cubicBezTo>
                  <a:pt x="106058" y="261003"/>
                  <a:pt x="107933" y="261041"/>
                  <a:pt x="109559" y="260505"/>
                </a:cubicBezTo>
                <a:lnTo>
                  <a:pt x="112123" y="259644"/>
                </a:lnTo>
                <a:lnTo>
                  <a:pt x="109071" y="255884"/>
                </a:lnTo>
                <a:cubicBezTo>
                  <a:pt x="107397" y="253818"/>
                  <a:pt x="105398" y="251359"/>
                  <a:pt x="104623" y="250422"/>
                </a:cubicBezTo>
                <a:cubicBezTo>
                  <a:pt x="103858" y="249484"/>
                  <a:pt x="102097" y="248441"/>
                  <a:pt x="100710" y="248107"/>
                </a:cubicBezTo>
                <a:lnTo>
                  <a:pt x="98204" y="247494"/>
                </a:lnTo>
                <a:lnTo>
                  <a:pt x="98739" y="252689"/>
                </a:lnTo>
                <a:cubicBezTo>
                  <a:pt x="99313" y="258257"/>
                  <a:pt x="97830" y="263547"/>
                  <a:pt x="95697" y="263547"/>
                </a:cubicBezTo>
                <a:cubicBezTo>
                  <a:pt x="94319" y="263547"/>
                  <a:pt x="93554" y="261634"/>
                  <a:pt x="93248" y="257348"/>
                </a:cubicBezTo>
                <a:cubicBezTo>
                  <a:pt x="92970" y="253569"/>
                  <a:pt x="90713" y="254220"/>
                  <a:pt x="90818" y="258047"/>
                </a:cubicBezTo>
                <a:cubicBezTo>
                  <a:pt x="90923" y="261567"/>
                  <a:pt x="86035" y="267786"/>
                  <a:pt x="83251" y="267680"/>
                </a:cubicBezTo>
                <a:cubicBezTo>
                  <a:pt x="80897" y="267585"/>
                  <a:pt x="80935" y="267365"/>
                  <a:pt x="82667" y="270684"/>
                </a:cubicBezTo>
                <a:cubicBezTo>
                  <a:pt x="83432" y="272148"/>
                  <a:pt x="84064" y="272885"/>
                  <a:pt x="84064" y="272320"/>
                </a:cubicBezTo>
                <a:cubicBezTo>
                  <a:pt x="84073" y="271048"/>
                  <a:pt x="88656" y="266351"/>
                  <a:pt x="89880" y="266351"/>
                </a:cubicBezTo>
                <a:cubicBezTo>
                  <a:pt x="90359" y="266351"/>
                  <a:pt x="90646" y="267719"/>
                  <a:pt x="90493" y="269383"/>
                </a:cubicBezTo>
                <a:cubicBezTo>
                  <a:pt x="90349" y="271057"/>
                  <a:pt x="90751" y="274186"/>
                  <a:pt x="91382" y="276338"/>
                </a:cubicBezTo>
                <a:lnTo>
                  <a:pt x="92521" y="280251"/>
                </a:lnTo>
                <a:lnTo>
                  <a:pt x="95620" y="278204"/>
                </a:lnTo>
                <a:lnTo>
                  <a:pt x="98711" y="276157"/>
                </a:lnTo>
                <a:lnTo>
                  <a:pt x="95831" y="274406"/>
                </a:lnTo>
                <a:close/>
                <a:moveTo>
                  <a:pt x="255023" y="278902"/>
                </a:moveTo>
                <a:cubicBezTo>
                  <a:pt x="255023" y="278108"/>
                  <a:pt x="254592" y="277716"/>
                  <a:pt x="254076" y="278041"/>
                </a:cubicBezTo>
                <a:cubicBezTo>
                  <a:pt x="253550" y="278357"/>
                  <a:pt x="253368" y="279017"/>
                  <a:pt x="253665" y="279495"/>
                </a:cubicBezTo>
                <a:cubicBezTo>
                  <a:pt x="254459" y="280787"/>
                  <a:pt x="255023" y="280548"/>
                  <a:pt x="255023" y="278902"/>
                </a:cubicBezTo>
                <a:close/>
                <a:moveTo>
                  <a:pt x="301728" y="277094"/>
                </a:moveTo>
                <a:cubicBezTo>
                  <a:pt x="302369" y="276319"/>
                  <a:pt x="302685" y="275688"/>
                  <a:pt x="302427" y="275688"/>
                </a:cubicBezTo>
                <a:cubicBezTo>
                  <a:pt x="302168" y="275688"/>
                  <a:pt x="301441" y="276319"/>
                  <a:pt x="300800" y="277094"/>
                </a:cubicBezTo>
                <a:cubicBezTo>
                  <a:pt x="300159" y="277859"/>
                  <a:pt x="299844" y="278491"/>
                  <a:pt x="300102" y="278491"/>
                </a:cubicBezTo>
                <a:cubicBezTo>
                  <a:pt x="300360" y="278491"/>
                  <a:pt x="301087" y="277859"/>
                  <a:pt x="301728" y="277094"/>
                </a:cubicBezTo>
                <a:close/>
                <a:moveTo>
                  <a:pt x="220228" y="269029"/>
                </a:moveTo>
                <a:cubicBezTo>
                  <a:pt x="223692" y="263739"/>
                  <a:pt x="225127" y="260610"/>
                  <a:pt x="225127" y="258391"/>
                </a:cubicBezTo>
                <a:cubicBezTo>
                  <a:pt x="225127" y="254038"/>
                  <a:pt x="223730" y="253598"/>
                  <a:pt x="220410" y="256908"/>
                </a:cubicBezTo>
                <a:cubicBezTo>
                  <a:pt x="217464" y="259864"/>
                  <a:pt x="211637" y="261644"/>
                  <a:pt x="210068" y="260065"/>
                </a:cubicBezTo>
                <a:cubicBezTo>
                  <a:pt x="209475" y="259472"/>
                  <a:pt x="210346" y="258104"/>
                  <a:pt x="212565" y="256152"/>
                </a:cubicBezTo>
                <a:cubicBezTo>
                  <a:pt x="216287" y="252890"/>
                  <a:pt x="216249" y="251273"/>
                  <a:pt x="212508" y="253282"/>
                </a:cubicBezTo>
                <a:cubicBezTo>
                  <a:pt x="211130" y="254019"/>
                  <a:pt x="209743" y="255932"/>
                  <a:pt x="209140" y="257932"/>
                </a:cubicBezTo>
                <a:cubicBezTo>
                  <a:pt x="208270" y="260850"/>
                  <a:pt x="208404" y="261778"/>
                  <a:pt x="210088" y="264533"/>
                </a:cubicBezTo>
                <a:cubicBezTo>
                  <a:pt x="211159" y="266303"/>
                  <a:pt x="212049" y="268694"/>
                  <a:pt x="212049" y="269852"/>
                </a:cubicBezTo>
                <a:cubicBezTo>
                  <a:pt x="212049" y="271010"/>
                  <a:pt x="212518" y="271957"/>
                  <a:pt x="213092" y="271957"/>
                </a:cubicBezTo>
                <a:cubicBezTo>
                  <a:pt x="213704" y="271957"/>
                  <a:pt x="213972" y="273057"/>
                  <a:pt x="213733" y="274664"/>
                </a:cubicBezTo>
                <a:cubicBezTo>
                  <a:pt x="213130" y="278778"/>
                  <a:pt x="214766" y="277362"/>
                  <a:pt x="220228" y="269029"/>
                </a:cubicBezTo>
                <a:close/>
                <a:moveTo>
                  <a:pt x="106670" y="274119"/>
                </a:moveTo>
                <a:cubicBezTo>
                  <a:pt x="105991" y="273851"/>
                  <a:pt x="105187" y="273880"/>
                  <a:pt x="104881" y="274195"/>
                </a:cubicBezTo>
                <a:cubicBezTo>
                  <a:pt x="104565" y="274502"/>
                  <a:pt x="105120" y="274722"/>
                  <a:pt x="106106" y="274683"/>
                </a:cubicBezTo>
                <a:cubicBezTo>
                  <a:pt x="107196" y="274635"/>
                  <a:pt x="107416" y="274415"/>
                  <a:pt x="106670" y="274119"/>
                </a:cubicBezTo>
                <a:close/>
                <a:moveTo>
                  <a:pt x="239611" y="272885"/>
                </a:moveTo>
                <a:cubicBezTo>
                  <a:pt x="240347" y="271698"/>
                  <a:pt x="238185" y="271698"/>
                  <a:pt x="236339" y="272885"/>
                </a:cubicBezTo>
                <a:cubicBezTo>
                  <a:pt x="235201" y="273621"/>
                  <a:pt x="235325" y="273794"/>
                  <a:pt x="236990" y="273813"/>
                </a:cubicBezTo>
                <a:cubicBezTo>
                  <a:pt x="238109" y="273813"/>
                  <a:pt x="239295" y="273401"/>
                  <a:pt x="239611" y="272885"/>
                </a:cubicBezTo>
                <a:close/>
                <a:moveTo>
                  <a:pt x="254506" y="271832"/>
                </a:moveTo>
                <a:cubicBezTo>
                  <a:pt x="255033" y="271354"/>
                  <a:pt x="254133" y="271019"/>
                  <a:pt x="252344" y="271019"/>
                </a:cubicBezTo>
                <a:cubicBezTo>
                  <a:pt x="250670" y="271019"/>
                  <a:pt x="248565" y="270627"/>
                  <a:pt x="247676" y="270149"/>
                </a:cubicBezTo>
                <a:cubicBezTo>
                  <a:pt x="246690" y="269622"/>
                  <a:pt x="245514" y="269622"/>
                  <a:pt x="244700" y="270139"/>
                </a:cubicBezTo>
                <a:cubicBezTo>
                  <a:pt x="243648" y="270799"/>
                  <a:pt x="243811" y="271000"/>
                  <a:pt x="245447" y="271010"/>
                </a:cubicBezTo>
                <a:cubicBezTo>
                  <a:pt x="246671" y="271019"/>
                  <a:pt x="247551" y="271593"/>
                  <a:pt x="247551" y="272397"/>
                </a:cubicBezTo>
                <a:cubicBezTo>
                  <a:pt x="247551" y="273449"/>
                  <a:pt x="248278" y="273640"/>
                  <a:pt x="250584" y="273210"/>
                </a:cubicBezTo>
                <a:cubicBezTo>
                  <a:pt x="252258" y="272894"/>
                  <a:pt x="254018" y="272282"/>
                  <a:pt x="254506" y="271832"/>
                </a:cubicBezTo>
                <a:close/>
                <a:moveTo>
                  <a:pt x="267546" y="267575"/>
                </a:moveTo>
                <a:cubicBezTo>
                  <a:pt x="264724" y="265509"/>
                  <a:pt x="264351" y="266207"/>
                  <a:pt x="266513" y="269479"/>
                </a:cubicBezTo>
                <a:cubicBezTo>
                  <a:pt x="268321" y="272234"/>
                  <a:pt x="268608" y="272378"/>
                  <a:pt x="268895" y="270703"/>
                </a:cubicBezTo>
                <a:cubicBezTo>
                  <a:pt x="269067" y="269642"/>
                  <a:pt x="268474" y="268245"/>
                  <a:pt x="267546" y="267575"/>
                </a:cubicBezTo>
                <a:close/>
                <a:moveTo>
                  <a:pt x="121001" y="269756"/>
                </a:moveTo>
                <a:cubicBezTo>
                  <a:pt x="120045" y="269058"/>
                  <a:pt x="119490" y="267900"/>
                  <a:pt x="119767" y="267183"/>
                </a:cubicBezTo>
                <a:cubicBezTo>
                  <a:pt x="120150" y="266188"/>
                  <a:pt x="119097" y="265834"/>
                  <a:pt x="115252" y="265662"/>
                </a:cubicBezTo>
                <a:cubicBezTo>
                  <a:pt x="112420" y="265537"/>
                  <a:pt x="110229" y="265844"/>
                  <a:pt x="110229" y="266360"/>
                </a:cubicBezTo>
                <a:cubicBezTo>
                  <a:pt x="110229" y="266867"/>
                  <a:pt x="111176" y="267288"/>
                  <a:pt x="112334" y="267288"/>
                </a:cubicBezTo>
                <a:cubicBezTo>
                  <a:pt x="113491" y="267288"/>
                  <a:pt x="115692" y="268101"/>
                  <a:pt x="117232" y="269087"/>
                </a:cubicBezTo>
                <a:cubicBezTo>
                  <a:pt x="120523" y="271191"/>
                  <a:pt x="123747" y="271765"/>
                  <a:pt x="121001" y="269756"/>
                </a:cubicBezTo>
                <a:close/>
                <a:moveTo>
                  <a:pt x="261806" y="268599"/>
                </a:moveTo>
                <a:cubicBezTo>
                  <a:pt x="262217" y="266446"/>
                  <a:pt x="262112" y="266331"/>
                  <a:pt x="260868" y="267575"/>
                </a:cubicBezTo>
                <a:cubicBezTo>
                  <a:pt x="260103" y="268340"/>
                  <a:pt x="259759" y="269431"/>
                  <a:pt x="260103" y="269996"/>
                </a:cubicBezTo>
                <a:cubicBezTo>
                  <a:pt x="261031" y="271498"/>
                  <a:pt x="261299" y="271287"/>
                  <a:pt x="261806" y="268599"/>
                </a:cubicBezTo>
                <a:close/>
                <a:moveTo>
                  <a:pt x="246212" y="265796"/>
                </a:moveTo>
                <a:cubicBezTo>
                  <a:pt x="248900" y="264217"/>
                  <a:pt x="250354" y="262725"/>
                  <a:pt x="250354" y="261519"/>
                </a:cubicBezTo>
                <a:cubicBezTo>
                  <a:pt x="250354" y="259893"/>
                  <a:pt x="250000" y="260017"/>
                  <a:pt x="247475" y="262543"/>
                </a:cubicBezTo>
                <a:cubicBezTo>
                  <a:pt x="245896" y="264121"/>
                  <a:pt x="243581" y="265671"/>
                  <a:pt x="242337" y="265987"/>
                </a:cubicBezTo>
                <a:cubicBezTo>
                  <a:pt x="241094" y="266293"/>
                  <a:pt x="240080" y="266925"/>
                  <a:pt x="240080" y="267384"/>
                </a:cubicBezTo>
                <a:cubicBezTo>
                  <a:pt x="240080" y="268800"/>
                  <a:pt x="241897" y="268321"/>
                  <a:pt x="246212" y="265796"/>
                </a:cubicBezTo>
                <a:close/>
                <a:moveTo>
                  <a:pt x="192437" y="262897"/>
                </a:moveTo>
                <a:cubicBezTo>
                  <a:pt x="192437" y="260467"/>
                  <a:pt x="192140" y="259730"/>
                  <a:pt x="191451" y="260419"/>
                </a:cubicBezTo>
                <a:cubicBezTo>
                  <a:pt x="190581" y="261290"/>
                  <a:pt x="191107" y="266351"/>
                  <a:pt x="192073" y="266351"/>
                </a:cubicBezTo>
                <a:cubicBezTo>
                  <a:pt x="192274" y="266351"/>
                  <a:pt x="192437" y="264791"/>
                  <a:pt x="192437" y="262897"/>
                </a:cubicBezTo>
                <a:close/>
                <a:moveTo>
                  <a:pt x="172318" y="253971"/>
                </a:moveTo>
                <a:cubicBezTo>
                  <a:pt x="175054" y="248193"/>
                  <a:pt x="178039" y="241324"/>
                  <a:pt x="178957" y="238702"/>
                </a:cubicBezTo>
                <a:cubicBezTo>
                  <a:pt x="180622" y="233967"/>
                  <a:pt x="180612" y="233929"/>
                  <a:pt x="178498" y="230953"/>
                </a:cubicBezTo>
                <a:cubicBezTo>
                  <a:pt x="175982" y="227413"/>
                  <a:pt x="174585" y="227576"/>
                  <a:pt x="173561" y="231518"/>
                </a:cubicBezTo>
                <a:cubicBezTo>
                  <a:pt x="172758" y="234627"/>
                  <a:pt x="166731" y="240577"/>
                  <a:pt x="165286" y="239688"/>
                </a:cubicBezTo>
                <a:cubicBezTo>
                  <a:pt x="164004" y="238903"/>
                  <a:pt x="164215" y="236751"/>
                  <a:pt x="165879" y="233517"/>
                </a:cubicBezTo>
                <a:cubicBezTo>
                  <a:pt x="167821" y="229767"/>
                  <a:pt x="166865" y="229011"/>
                  <a:pt x="164023" y="232073"/>
                </a:cubicBezTo>
                <a:cubicBezTo>
                  <a:pt x="162770" y="233431"/>
                  <a:pt x="159843" y="235010"/>
                  <a:pt x="157480" y="235603"/>
                </a:cubicBezTo>
                <a:cubicBezTo>
                  <a:pt x="155126" y="236196"/>
                  <a:pt x="153203" y="236779"/>
                  <a:pt x="153203" y="236894"/>
                </a:cubicBezTo>
                <a:cubicBezTo>
                  <a:pt x="153203" y="237019"/>
                  <a:pt x="153586" y="238329"/>
                  <a:pt x="154055" y="239822"/>
                </a:cubicBezTo>
                <a:cubicBezTo>
                  <a:pt x="154533" y="241314"/>
                  <a:pt x="155164" y="243687"/>
                  <a:pt x="155480" y="245103"/>
                </a:cubicBezTo>
                <a:cubicBezTo>
                  <a:pt x="155968" y="247351"/>
                  <a:pt x="156475" y="247667"/>
                  <a:pt x="159575" y="247667"/>
                </a:cubicBezTo>
                <a:cubicBezTo>
                  <a:pt x="163880" y="247667"/>
                  <a:pt x="167295" y="249790"/>
                  <a:pt x="165659" y="251445"/>
                </a:cubicBezTo>
                <a:cubicBezTo>
                  <a:pt x="164071" y="253062"/>
                  <a:pt x="156284" y="253741"/>
                  <a:pt x="154677" y="252402"/>
                </a:cubicBezTo>
                <a:cubicBezTo>
                  <a:pt x="153595" y="251503"/>
                  <a:pt x="153136" y="251656"/>
                  <a:pt x="152333" y="253148"/>
                </a:cubicBezTo>
                <a:cubicBezTo>
                  <a:pt x="151778" y="254182"/>
                  <a:pt x="151328" y="255148"/>
                  <a:pt x="151328" y="255310"/>
                </a:cubicBezTo>
                <a:cubicBezTo>
                  <a:pt x="151328" y="255473"/>
                  <a:pt x="153643" y="255463"/>
                  <a:pt x="156466" y="255291"/>
                </a:cubicBezTo>
                <a:cubicBezTo>
                  <a:pt x="160646" y="255023"/>
                  <a:pt x="161612" y="255243"/>
                  <a:pt x="161612" y="256430"/>
                </a:cubicBezTo>
                <a:cubicBezTo>
                  <a:pt x="161612" y="258544"/>
                  <a:pt x="156399" y="260926"/>
                  <a:pt x="152495" y="260582"/>
                </a:cubicBezTo>
                <a:cubicBezTo>
                  <a:pt x="148152" y="260209"/>
                  <a:pt x="147291" y="262323"/>
                  <a:pt x="151510" y="263012"/>
                </a:cubicBezTo>
                <a:cubicBezTo>
                  <a:pt x="158188" y="264093"/>
                  <a:pt x="159412" y="264236"/>
                  <a:pt x="163306" y="264351"/>
                </a:cubicBezTo>
                <a:lnTo>
                  <a:pt x="167343" y="264485"/>
                </a:lnTo>
                <a:lnTo>
                  <a:pt x="172318" y="253971"/>
                </a:lnTo>
                <a:close/>
                <a:moveTo>
                  <a:pt x="187395" y="263002"/>
                </a:moveTo>
                <a:cubicBezTo>
                  <a:pt x="187089" y="262189"/>
                  <a:pt x="186821" y="261031"/>
                  <a:pt x="186802" y="260438"/>
                </a:cubicBezTo>
                <a:cubicBezTo>
                  <a:pt x="186783" y="259836"/>
                  <a:pt x="186343" y="260084"/>
                  <a:pt x="185817" y="260984"/>
                </a:cubicBezTo>
                <a:cubicBezTo>
                  <a:pt x="184793" y="262744"/>
                  <a:pt x="185376" y="264485"/>
                  <a:pt x="186984" y="264485"/>
                </a:cubicBezTo>
                <a:cubicBezTo>
                  <a:pt x="187519" y="264485"/>
                  <a:pt x="187711" y="263815"/>
                  <a:pt x="187395" y="263002"/>
                </a:cubicBezTo>
                <a:close/>
                <a:moveTo>
                  <a:pt x="203812" y="256420"/>
                </a:moveTo>
                <a:cubicBezTo>
                  <a:pt x="205610" y="254449"/>
                  <a:pt x="205610" y="254430"/>
                  <a:pt x="203228" y="253837"/>
                </a:cubicBezTo>
                <a:cubicBezTo>
                  <a:pt x="201918" y="253502"/>
                  <a:pt x="200846" y="252651"/>
                  <a:pt x="200846" y="251943"/>
                </a:cubicBezTo>
                <a:cubicBezTo>
                  <a:pt x="200846" y="250479"/>
                  <a:pt x="205505" y="248604"/>
                  <a:pt x="209131" y="248604"/>
                </a:cubicBezTo>
                <a:lnTo>
                  <a:pt x="211532" y="248604"/>
                </a:lnTo>
                <a:lnTo>
                  <a:pt x="208653" y="245973"/>
                </a:lnTo>
                <a:cubicBezTo>
                  <a:pt x="205027" y="242653"/>
                  <a:pt x="202960" y="237009"/>
                  <a:pt x="204635" y="234990"/>
                </a:cubicBezTo>
                <a:cubicBezTo>
                  <a:pt x="205649" y="233766"/>
                  <a:pt x="206089" y="233862"/>
                  <a:pt x="208107" y="235727"/>
                </a:cubicBezTo>
                <a:cubicBezTo>
                  <a:pt x="209380" y="236894"/>
                  <a:pt x="210987" y="239123"/>
                  <a:pt x="211666" y="240664"/>
                </a:cubicBezTo>
                <a:cubicBezTo>
                  <a:pt x="212441" y="242395"/>
                  <a:pt x="212929" y="242845"/>
                  <a:pt x="212948" y="241831"/>
                </a:cubicBezTo>
                <a:cubicBezTo>
                  <a:pt x="213005" y="239219"/>
                  <a:pt x="216306" y="239898"/>
                  <a:pt x="218975" y="243065"/>
                </a:cubicBezTo>
                <a:cubicBezTo>
                  <a:pt x="221243" y="245763"/>
                  <a:pt x="221826" y="247446"/>
                  <a:pt x="221463" y="250240"/>
                </a:cubicBezTo>
                <a:cubicBezTo>
                  <a:pt x="221376" y="250881"/>
                  <a:pt x="221960" y="251407"/>
                  <a:pt x="222754" y="251407"/>
                </a:cubicBezTo>
                <a:cubicBezTo>
                  <a:pt x="224706" y="251407"/>
                  <a:pt x="224581" y="250470"/>
                  <a:pt x="221883" y="244356"/>
                </a:cubicBezTo>
                <a:cubicBezTo>
                  <a:pt x="220611" y="241477"/>
                  <a:pt x="219147" y="239382"/>
                  <a:pt x="218631" y="239697"/>
                </a:cubicBezTo>
                <a:cubicBezTo>
                  <a:pt x="218114" y="240023"/>
                  <a:pt x="216746" y="239803"/>
                  <a:pt x="215579" y="239219"/>
                </a:cubicBezTo>
                <a:cubicBezTo>
                  <a:pt x="212862" y="237860"/>
                  <a:pt x="204577" y="228935"/>
                  <a:pt x="204577" y="227375"/>
                </a:cubicBezTo>
                <a:cubicBezTo>
                  <a:pt x="204577" y="226686"/>
                  <a:pt x="203439" y="226179"/>
                  <a:pt x="201879" y="226179"/>
                </a:cubicBezTo>
                <a:cubicBezTo>
                  <a:pt x="199296" y="226179"/>
                  <a:pt x="199057" y="226562"/>
                  <a:pt x="196378" y="234818"/>
                </a:cubicBezTo>
                <a:cubicBezTo>
                  <a:pt x="194082" y="241926"/>
                  <a:pt x="193814" y="243601"/>
                  <a:pt x="194876" y="244213"/>
                </a:cubicBezTo>
                <a:cubicBezTo>
                  <a:pt x="196359" y="245064"/>
                  <a:pt x="196570" y="249570"/>
                  <a:pt x="195326" y="253914"/>
                </a:cubicBezTo>
                <a:cubicBezTo>
                  <a:pt x="194666" y="256210"/>
                  <a:pt x="194781" y="256994"/>
                  <a:pt x="195833" y="257396"/>
                </a:cubicBezTo>
                <a:cubicBezTo>
                  <a:pt x="196579" y="257683"/>
                  <a:pt x="197660" y="259242"/>
                  <a:pt x="198225" y="260869"/>
                </a:cubicBezTo>
                <a:lnTo>
                  <a:pt x="199248" y="263815"/>
                </a:lnTo>
                <a:lnTo>
                  <a:pt x="200626" y="261108"/>
                </a:lnTo>
                <a:cubicBezTo>
                  <a:pt x="201382" y="259625"/>
                  <a:pt x="202817" y="257520"/>
                  <a:pt x="203812" y="256420"/>
                </a:cubicBezTo>
                <a:close/>
                <a:moveTo>
                  <a:pt x="142928" y="258879"/>
                </a:moveTo>
                <a:cubicBezTo>
                  <a:pt x="142928" y="256717"/>
                  <a:pt x="141321" y="256506"/>
                  <a:pt x="138891" y="258362"/>
                </a:cubicBezTo>
                <a:cubicBezTo>
                  <a:pt x="137246" y="259606"/>
                  <a:pt x="137246" y="259663"/>
                  <a:pt x="138891" y="260084"/>
                </a:cubicBezTo>
                <a:cubicBezTo>
                  <a:pt x="142192" y="260945"/>
                  <a:pt x="142928" y="260725"/>
                  <a:pt x="142928" y="258879"/>
                </a:cubicBezTo>
                <a:close/>
                <a:moveTo>
                  <a:pt x="146736" y="255377"/>
                </a:moveTo>
                <a:cubicBezTo>
                  <a:pt x="145961" y="254038"/>
                  <a:pt x="145789" y="254344"/>
                  <a:pt x="145789" y="257013"/>
                </a:cubicBezTo>
                <a:cubicBezTo>
                  <a:pt x="145789" y="259673"/>
                  <a:pt x="145961" y="259979"/>
                  <a:pt x="146736" y="258640"/>
                </a:cubicBezTo>
                <a:cubicBezTo>
                  <a:pt x="147387" y="257530"/>
                  <a:pt x="147387" y="256487"/>
                  <a:pt x="146736" y="255377"/>
                </a:cubicBezTo>
                <a:close/>
                <a:moveTo>
                  <a:pt x="229786" y="253502"/>
                </a:moveTo>
                <a:cubicBezTo>
                  <a:pt x="229795" y="252861"/>
                  <a:pt x="229384" y="252335"/>
                  <a:pt x="228867" y="252335"/>
                </a:cubicBezTo>
                <a:cubicBezTo>
                  <a:pt x="228351" y="252335"/>
                  <a:pt x="227939" y="253493"/>
                  <a:pt x="227949" y="254909"/>
                </a:cubicBezTo>
                <a:cubicBezTo>
                  <a:pt x="227958" y="256908"/>
                  <a:pt x="228159" y="257166"/>
                  <a:pt x="228867" y="256076"/>
                </a:cubicBezTo>
                <a:cubicBezTo>
                  <a:pt x="229365" y="255301"/>
                  <a:pt x="229776" y="254143"/>
                  <a:pt x="229786" y="253502"/>
                </a:cubicBezTo>
                <a:close/>
                <a:moveTo>
                  <a:pt x="134519" y="253684"/>
                </a:moveTo>
                <a:cubicBezTo>
                  <a:pt x="134519" y="253454"/>
                  <a:pt x="133859" y="253273"/>
                  <a:pt x="133065" y="253273"/>
                </a:cubicBezTo>
                <a:cubicBezTo>
                  <a:pt x="132261" y="253273"/>
                  <a:pt x="131869" y="253703"/>
                  <a:pt x="132194" y="254220"/>
                </a:cubicBezTo>
                <a:cubicBezTo>
                  <a:pt x="132721" y="255081"/>
                  <a:pt x="134519" y="254669"/>
                  <a:pt x="134519" y="253684"/>
                </a:cubicBezTo>
                <a:close/>
                <a:moveTo>
                  <a:pt x="141541" y="248336"/>
                </a:moveTo>
                <a:cubicBezTo>
                  <a:pt x="140508" y="244768"/>
                  <a:pt x="139484" y="243046"/>
                  <a:pt x="138212" y="242711"/>
                </a:cubicBezTo>
                <a:cubicBezTo>
                  <a:pt x="136433" y="242252"/>
                  <a:pt x="136433" y="242300"/>
                  <a:pt x="138308" y="244940"/>
                </a:cubicBezTo>
                <a:cubicBezTo>
                  <a:pt x="139370" y="246432"/>
                  <a:pt x="140317" y="248805"/>
                  <a:pt x="140412" y="250230"/>
                </a:cubicBezTo>
                <a:cubicBezTo>
                  <a:pt x="140575" y="252546"/>
                  <a:pt x="141905" y="254602"/>
                  <a:pt x="142718" y="253789"/>
                </a:cubicBezTo>
                <a:cubicBezTo>
                  <a:pt x="142890" y="253617"/>
                  <a:pt x="142364" y="251158"/>
                  <a:pt x="141541" y="248336"/>
                </a:cubicBezTo>
                <a:close/>
                <a:moveTo>
                  <a:pt x="149931" y="245332"/>
                </a:moveTo>
                <a:cubicBezTo>
                  <a:pt x="149931" y="242510"/>
                  <a:pt x="149616" y="240195"/>
                  <a:pt x="149233" y="240195"/>
                </a:cubicBezTo>
                <a:cubicBezTo>
                  <a:pt x="148841" y="240195"/>
                  <a:pt x="148535" y="240721"/>
                  <a:pt x="148535" y="241372"/>
                </a:cubicBezTo>
                <a:cubicBezTo>
                  <a:pt x="148535" y="242022"/>
                  <a:pt x="147635" y="244222"/>
                  <a:pt x="146545" y="246251"/>
                </a:cubicBezTo>
                <a:cubicBezTo>
                  <a:pt x="144871" y="249379"/>
                  <a:pt x="144823" y="249743"/>
                  <a:pt x="146219" y="248585"/>
                </a:cubicBezTo>
                <a:cubicBezTo>
                  <a:pt x="147683" y="247370"/>
                  <a:pt x="147980" y="247399"/>
                  <a:pt x="148898" y="248843"/>
                </a:cubicBezTo>
                <a:cubicBezTo>
                  <a:pt x="149463" y="249733"/>
                  <a:pt x="149922" y="250470"/>
                  <a:pt x="149931" y="250470"/>
                </a:cubicBezTo>
                <a:cubicBezTo>
                  <a:pt x="149931" y="250470"/>
                  <a:pt x="149931" y="248164"/>
                  <a:pt x="149931" y="245332"/>
                </a:cubicBezTo>
                <a:close/>
                <a:moveTo>
                  <a:pt x="235966" y="246050"/>
                </a:moveTo>
                <a:cubicBezTo>
                  <a:pt x="235220" y="245303"/>
                  <a:pt x="234837" y="245811"/>
                  <a:pt x="234033" y="248604"/>
                </a:cubicBezTo>
                <a:lnTo>
                  <a:pt x="233364" y="250938"/>
                </a:lnTo>
                <a:lnTo>
                  <a:pt x="234952" y="248776"/>
                </a:lnTo>
                <a:cubicBezTo>
                  <a:pt x="235822" y="247590"/>
                  <a:pt x="236282" y="246356"/>
                  <a:pt x="235966" y="246050"/>
                </a:cubicBezTo>
                <a:close/>
                <a:moveTo>
                  <a:pt x="133840" y="245801"/>
                </a:moveTo>
                <a:cubicBezTo>
                  <a:pt x="133515" y="243400"/>
                  <a:pt x="133706" y="242060"/>
                  <a:pt x="134366" y="242060"/>
                </a:cubicBezTo>
                <a:cubicBezTo>
                  <a:pt x="134931" y="242060"/>
                  <a:pt x="134357" y="240530"/>
                  <a:pt x="133084" y="238664"/>
                </a:cubicBezTo>
                <a:cubicBezTo>
                  <a:pt x="130606" y="235010"/>
                  <a:pt x="130233" y="233651"/>
                  <a:pt x="131716" y="233651"/>
                </a:cubicBezTo>
                <a:cubicBezTo>
                  <a:pt x="133563" y="233651"/>
                  <a:pt x="132606" y="231058"/>
                  <a:pt x="130568" y="230523"/>
                </a:cubicBezTo>
                <a:cubicBezTo>
                  <a:pt x="127966" y="229843"/>
                  <a:pt x="127995" y="229796"/>
                  <a:pt x="124216" y="238568"/>
                </a:cubicBezTo>
                <a:cubicBezTo>
                  <a:pt x="120647" y="246863"/>
                  <a:pt x="120925" y="247781"/>
                  <a:pt x="127248" y="248365"/>
                </a:cubicBezTo>
                <a:lnTo>
                  <a:pt x="131238" y="248738"/>
                </a:lnTo>
                <a:lnTo>
                  <a:pt x="129028" y="246394"/>
                </a:lnTo>
                <a:cubicBezTo>
                  <a:pt x="126206" y="243381"/>
                  <a:pt x="125029" y="235526"/>
                  <a:pt x="127401" y="235526"/>
                </a:cubicBezTo>
                <a:cubicBezTo>
                  <a:pt x="129382" y="235526"/>
                  <a:pt x="132644" y="240855"/>
                  <a:pt x="132644" y="244089"/>
                </a:cubicBezTo>
                <a:cubicBezTo>
                  <a:pt x="132644" y="246442"/>
                  <a:pt x="133457" y="249532"/>
                  <a:pt x="134060" y="249532"/>
                </a:cubicBezTo>
                <a:cubicBezTo>
                  <a:pt x="134213" y="249532"/>
                  <a:pt x="134117" y="247858"/>
                  <a:pt x="133840" y="245801"/>
                </a:cubicBezTo>
                <a:close/>
                <a:moveTo>
                  <a:pt x="213924" y="245801"/>
                </a:moveTo>
                <a:cubicBezTo>
                  <a:pt x="213321" y="244682"/>
                  <a:pt x="212632" y="243974"/>
                  <a:pt x="212384" y="244222"/>
                </a:cubicBezTo>
                <a:cubicBezTo>
                  <a:pt x="212125" y="244481"/>
                  <a:pt x="212460" y="245543"/>
                  <a:pt x="213120" y="246595"/>
                </a:cubicBezTo>
                <a:cubicBezTo>
                  <a:pt x="214680" y="249092"/>
                  <a:pt x="215330" y="248441"/>
                  <a:pt x="213924" y="245801"/>
                </a:cubicBezTo>
                <a:close/>
                <a:moveTo>
                  <a:pt x="228418" y="242998"/>
                </a:moveTo>
                <a:cubicBezTo>
                  <a:pt x="229126" y="242998"/>
                  <a:pt x="230178" y="243735"/>
                  <a:pt x="230762" y="244634"/>
                </a:cubicBezTo>
                <a:cubicBezTo>
                  <a:pt x="231699" y="246088"/>
                  <a:pt x="231737" y="246059"/>
                  <a:pt x="231135" y="244395"/>
                </a:cubicBezTo>
                <a:cubicBezTo>
                  <a:pt x="230752" y="243371"/>
                  <a:pt x="230168" y="240635"/>
                  <a:pt x="229824" y="238329"/>
                </a:cubicBezTo>
                <a:cubicBezTo>
                  <a:pt x="229202" y="234216"/>
                  <a:pt x="228609" y="234464"/>
                  <a:pt x="227585" y="239257"/>
                </a:cubicBezTo>
                <a:cubicBezTo>
                  <a:pt x="226897" y="242510"/>
                  <a:pt x="226236" y="246624"/>
                  <a:pt x="226724" y="244634"/>
                </a:cubicBezTo>
                <a:cubicBezTo>
                  <a:pt x="226944" y="243735"/>
                  <a:pt x="227710" y="242998"/>
                  <a:pt x="228418" y="242998"/>
                </a:cubicBezTo>
                <a:close/>
                <a:moveTo>
                  <a:pt x="99485" y="242998"/>
                </a:moveTo>
                <a:cubicBezTo>
                  <a:pt x="99170" y="242481"/>
                  <a:pt x="97993" y="242108"/>
                  <a:pt x="96864" y="242156"/>
                </a:cubicBezTo>
                <a:cubicBezTo>
                  <a:pt x="94960" y="242242"/>
                  <a:pt x="94979" y="242300"/>
                  <a:pt x="97151" y="242998"/>
                </a:cubicBezTo>
                <a:cubicBezTo>
                  <a:pt x="98433" y="243409"/>
                  <a:pt x="99619" y="243782"/>
                  <a:pt x="99772" y="243840"/>
                </a:cubicBezTo>
                <a:cubicBezTo>
                  <a:pt x="99935" y="243888"/>
                  <a:pt x="99801" y="243514"/>
                  <a:pt x="99485" y="242998"/>
                </a:cubicBezTo>
                <a:close/>
                <a:moveTo>
                  <a:pt x="92243" y="241056"/>
                </a:moveTo>
                <a:cubicBezTo>
                  <a:pt x="89766" y="239611"/>
                  <a:pt x="90225" y="237392"/>
                  <a:pt x="92999" y="237392"/>
                </a:cubicBezTo>
                <a:cubicBezTo>
                  <a:pt x="94319" y="237392"/>
                  <a:pt x="95161" y="237009"/>
                  <a:pt x="94874" y="236550"/>
                </a:cubicBezTo>
                <a:cubicBezTo>
                  <a:pt x="94587" y="236081"/>
                  <a:pt x="93516" y="235918"/>
                  <a:pt x="92502" y="236186"/>
                </a:cubicBezTo>
                <a:cubicBezTo>
                  <a:pt x="91478" y="236445"/>
                  <a:pt x="88962" y="235784"/>
                  <a:pt x="86896" y="234703"/>
                </a:cubicBezTo>
                <a:cubicBezTo>
                  <a:pt x="83834" y="233115"/>
                  <a:pt x="83136" y="233010"/>
                  <a:pt x="83136" y="234139"/>
                </a:cubicBezTo>
                <a:cubicBezTo>
                  <a:pt x="83136" y="234895"/>
                  <a:pt x="83528" y="235526"/>
                  <a:pt x="83997" y="235526"/>
                </a:cubicBezTo>
                <a:cubicBezTo>
                  <a:pt x="84466" y="235526"/>
                  <a:pt x="86245" y="236990"/>
                  <a:pt x="87938" y="238788"/>
                </a:cubicBezTo>
                <a:cubicBezTo>
                  <a:pt x="89632" y="240587"/>
                  <a:pt x="91669" y="242051"/>
                  <a:pt x="92454" y="242032"/>
                </a:cubicBezTo>
                <a:cubicBezTo>
                  <a:pt x="93611" y="242012"/>
                  <a:pt x="93573" y="241821"/>
                  <a:pt x="92243" y="241056"/>
                </a:cubicBezTo>
                <a:close/>
                <a:moveTo>
                  <a:pt x="117462" y="232953"/>
                </a:moveTo>
                <a:cubicBezTo>
                  <a:pt x="120485" y="227060"/>
                  <a:pt x="122685" y="221205"/>
                  <a:pt x="123699" y="216373"/>
                </a:cubicBezTo>
                <a:cubicBezTo>
                  <a:pt x="124560" y="212260"/>
                  <a:pt x="126780" y="205831"/>
                  <a:pt x="128636" y="202090"/>
                </a:cubicBezTo>
                <a:cubicBezTo>
                  <a:pt x="131190" y="196924"/>
                  <a:pt x="131745" y="195011"/>
                  <a:pt x="130932" y="194197"/>
                </a:cubicBezTo>
                <a:cubicBezTo>
                  <a:pt x="130109" y="193375"/>
                  <a:pt x="129573" y="193384"/>
                  <a:pt x="128722" y="194236"/>
                </a:cubicBezTo>
                <a:cubicBezTo>
                  <a:pt x="128109" y="194848"/>
                  <a:pt x="126827" y="195355"/>
                  <a:pt x="125871" y="195355"/>
                </a:cubicBezTo>
                <a:cubicBezTo>
                  <a:pt x="124905" y="195355"/>
                  <a:pt x="124397" y="195785"/>
                  <a:pt x="124732" y="196331"/>
                </a:cubicBezTo>
                <a:cubicBezTo>
                  <a:pt x="125823" y="198101"/>
                  <a:pt x="123240" y="199909"/>
                  <a:pt x="118093" y="200971"/>
                </a:cubicBezTo>
                <a:cubicBezTo>
                  <a:pt x="113941" y="201841"/>
                  <a:pt x="112525" y="201784"/>
                  <a:pt x="110267" y="200655"/>
                </a:cubicBezTo>
                <a:cubicBezTo>
                  <a:pt x="107235" y="199134"/>
                  <a:pt x="106785" y="199421"/>
                  <a:pt x="104776" y="204109"/>
                </a:cubicBezTo>
                <a:cubicBezTo>
                  <a:pt x="103733" y="206548"/>
                  <a:pt x="103781" y="206720"/>
                  <a:pt x="105293" y="206079"/>
                </a:cubicBezTo>
                <a:cubicBezTo>
                  <a:pt x="108268" y="204817"/>
                  <a:pt x="117777" y="204405"/>
                  <a:pt x="118868" y="205486"/>
                </a:cubicBezTo>
                <a:cubicBezTo>
                  <a:pt x="121681" y="208299"/>
                  <a:pt x="108249" y="214651"/>
                  <a:pt x="104479" y="212298"/>
                </a:cubicBezTo>
                <a:cubicBezTo>
                  <a:pt x="103073" y="211418"/>
                  <a:pt x="102451" y="211791"/>
                  <a:pt x="100452" y="214728"/>
                </a:cubicBezTo>
                <a:cubicBezTo>
                  <a:pt x="98041" y="218277"/>
                  <a:pt x="97534" y="219731"/>
                  <a:pt x="98787" y="219530"/>
                </a:cubicBezTo>
                <a:cubicBezTo>
                  <a:pt x="101188" y="219148"/>
                  <a:pt x="101820" y="219942"/>
                  <a:pt x="101820" y="223328"/>
                </a:cubicBezTo>
                <a:cubicBezTo>
                  <a:pt x="101820" y="225347"/>
                  <a:pt x="102241" y="227270"/>
                  <a:pt x="102757" y="227586"/>
                </a:cubicBezTo>
                <a:cubicBezTo>
                  <a:pt x="103274" y="227901"/>
                  <a:pt x="103695" y="227720"/>
                  <a:pt x="103695" y="227174"/>
                </a:cubicBezTo>
                <a:cubicBezTo>
                  <a:pt x="103695" y="225624"/>
                  <a:pt x="106230" y="226017"/>
                  <a:pt x="106861" y="227662"/>
                </a:cubicBezTo>
                <a:cubicBezTo>
                  <a:pt x="107168" y="228475"/>
                  <a:pt x="107426" y="230398"/>
                  <a:pt x="107426" y="231948"/>
                </a:cubicBezTo>
                <a:cubicBezTo>
                  <a:pt x="107426" y="233508"/>
                  <a:pt x="108564" y="236368"/>
                  <a:pt x="109999" y="238387"/>
                </a:cubicBezTo>
                <a:cubicBezTo>
                  <a:pt x="111406" y="240386"/>
                  <a:pt x="112611" y="242032"/>
                  <a:pt x="112669" y="242041"/>
                </a:cubicBezTo>
                <a:cubicBezTo>
                  <a:pt x="112736" y="242051"/>
                  <a:pt x="114888" y="237966"/>
                  <a:pt x="117462" y="232953"/>
                </a:cubicBezTo>
                <a:close/>
                <a:moveTo>
                  <a:pt x="77539" y="240759"/>
                </a:moveTo>
                <a:cubicBezTo>
                  <a:pt x="77539" y="240558"/>
                  <a:pt x="76879" y="240147"/>
                  <a:pt x="76085" y="239841"/>
                </a:cubicBezTo>
                <a:cubicBezTo>
                  <a:pt x="75253" y="239516"/>
                  <a:pt x="74880" y="239678"/>
                  <a:pt x="75205" y="240204"/>
                </a:cubicBezTo>
                <a:cubicBezTo>
                  <a:pt x="75750" y="241094"/>
                  <a:pt x="77539" y="241515"/>
                  <a:pt x="77539" y="240759"/>
                </a:cubicBezTo>
                <a:close/>
                <a:moveTo>
                  <a:pt x="240204" y="240195"/>
                </a:moveTo>
                <a:cubicBezTo>
                  <a:pt x="241754" y="240195"/>
                  <a:pt x="247924" y="226045"/>
                  <a:pt x="247915" y="222506"/>
                </a:cubicBezTo>
                <a:cubicBezTo>
                  <a:pt x="247905" y="220669"/>
                  <a:pt x="248441" y="218755"/>
                  <a:pt x="249101" y="218239"/>
                </a:cubicBezTo>
                <a:cubicBezTo>
                  <a:pt x="250594" y="217091"/>
                  <a:pt x="253311" y="200808"/>
                  <a:pt x="252201" y="199670"/>
                </a:cubicBezTo>
                <a:cubicBezTo>
                  <a:pt x="251751" y="199191"/>
                  <a:pt x="250718" y="199526"/>
                  <a:pt x="249800" y="200445"/>
                </a:cubicBezTo>
                <a:cubicBezTo>
                  <a:pt x="248585" y="201660"/>
                  <a:pt x="246977" y="201975"/>
                  <a:pt x="243208" y="201736"/>
                </a:cubicBezTo>
                <a:cubicBezTo>
                  <a:pt x="240271" y="201554"/>
                  <a:pt x="238071" y="201832"/>
                  <a:pt x="237851" y="202415"/>
                </a:cubicBezTo>
                <a:cubicBezTo>
                  <a:pt x="237640" y="202961"/>
                  <a:pt x="235822" y="203898"/>
                  <a:pt x="233813" y="204501"/>
                </a:cubicBezTo>
                <a:cubicBezTo>
                  <a:pt x="231804" y="205104"/>
                  <a:pt x="229164" y="206653"/>
                  <a:pt x="227949" y="207955"/>
                </a:cubicBezTo>
                <a:lnTo>
                  <a:pt x="225739" y="210298"/>
                </a:lnTo>
                <a:lnTo>
                  <a:pt x="228762" y="210298"/>
                </a:lnTo>
                <a:cubicBezTo>
                  <a:pt x="235047" y="210298"/>
                  <a:pt x="237898" y="214278"/>
                  <a:pt x="232474" y="215465"/>
                </a:cubicBezTo>
                <a:cubicBezTo>
                  <a:pt x="226619" y="216756"/>
                  <a:pt x="222840" y="224295"/>
                  <a:pt x="225490" y="229394"/>
                </a:cubicBezTo>
                <a:cubicBezTo>
                  <a:pt x="226696" y="231719"/>
                  <a:pt x="226877" y="231786"/>
                  <a:pt x="227394" y="230150"/>
                </a:cubicBezTo>
                <a:cubicBezTo>
                  <a:pt x="227710" y="229155"/>
                  <a:pt x="229011" y="227356"/>
                  <a:pt x="230293" y="226151"/>
                </a:cubicBezTo>
                <a:cubicBezTo>
                  <a:pt x="233211" y="223415"/>
                  <a:pt x="235421" y="224763"/>
                  <a:pt x="233804" y="228303"/>
                </a:cubicBezTo>
                <a:cubicBezTo>
                  <a:pt x="233058" y="229939"/>
                  <a:pt x="233134" y="230905"/>
                  <a:pt x="234110" y="232245"/>
                </a:cubicBezTo>
                <a:cubicBezTo>
                  <a:pt x="234827" y="233211"/>
                  <a:pt x="235411" y="234962"/>
                  <a:pt x="235411" y="236110"/>
                </a:cubicBezTo>
                <a:cubicBezTo>
                  <a:pt x="235411" y="237267"/>
                  <a:pt x="235832" y="238482"/>
                  <a:pt x="236358" y="238798"/>
                </a:cubicBezTo>
                <a:cubicBezTo>
                  <a:pt x="236875" y="239123"/>
                  <a:pt x="237018" y="239850"/>
                  <a:pt x="236674" y="240415"/>
                </a:cubicBezTo>
                <a:cubicBezTo>
                  <a:pt x="236253" y="241085"/>
                  <a:pt x="236597" y="241228"/>
                  <a:pt x="237669" y="240817"/>
                </a:cubicBezTo>
                <a:cubicBezTo>
                  <a:pt x="238558" y="240472"/>
                  <a:pt x="239707" y="240195"/>
                  <a:pt x="240204" y="240195"/>
                </a:cubicBezTo>
                <a:close/>
                <a:moveTo>
                  <a:pt x="39301" y="231020"/>
                </a:moveTo>
                <a:cubicBezTo>
                  <a:pt x="37205" y="229030"/>
                  <a:pt x="35503" y="226706"/>
                  <a:pt x="35503" y="225864"/>
                </a:cubicBezTo>
                <a:cubicBezTo>
                  <a:pt x="35503" y="224065"/>
                  <a:pt x="38334" y="223788"/>
                  <a:pt x="39980" y="225433"/>
                </a:cubicBezTo>
                <a:cubicBezTo>
                  <a:pt x="40783" y="226237"/>
                  <a:pt x="41099" y="226246"/>
                  <a:pt x="41099" y="225500"/>
                </a:cubicBezTo>
                <a:cubicBezTo>
                  <a:pt x="41099" y="224917"/>
                  <a:pt x="40286" y="224180"/>
                  <a:pt x="39291" y="223864"/>
                </a:cubicBezTo>
                <a:cubicBezTo>
                  <a:pt x="38296" y="223548"/>
                  <a:pt x="36717" y="221635"/>
                  <a:pt x="35790" y="219626"/>
                </a:cubicBezTo>
                <a:cubicBezTo>
                  <a:pt x="34862" y="217607"/>
                  <a:pt x="33809" y="215943"/>
                  <a:pt x="33465" y="215933"/>
                </a:cubicBezTo>
                <a:cubicBezTo>
                  <a:pt x="33111" y="215914"/>
                  <a:pt x="33073" y="218325"/>
                  <a:pt x="33379" y="221281"/>
                </a:cubicBezTo>
                <a:cubicBezTo>
                  <a:pt x="33847" y="225902"/>
                  <a:pt x="34488" y="227299"/>
                  <a:pt x="37980" y="231307"/>
                </a:cubicBezTo>
                <a:cubicBezTo>
                  <a:pt x="40209" y="233862"/>
                  <a:pt x="42084" y="236387"/>
                  <a:pt x="42142" y="236904"/>
                </a:cubicBezTo>
                <a:cubicBezTo>
                  <a:pt x="42209" y="237430"/>
                  <a:pt x="42448" y="237133"/>
                  <a:pt x="42678" y="236244"/>
                </a:cubicBezTo>
                <a:cubicBezTo>
                  <a:pt x="42946" y="235230"/>
                  <a:pt x="41702" y="233307"/>
                  <a:pt x="39301" y="231020"/>
                </a:cubicBezTo>
                <a:close/>
                <a:moveTo>
                  <a:pt x="154179" y="231298"/>
                </a:moveTo>
                <a:cubicBezTo>
                  <a:pt x="156944" y="229509"/>
                  <a:pt x="159613" y="228054"/>
                  <a:pt x="160101" y="228054"/>
                </a:cubicBezTo>
                <a:cubicBezTo>
                  <a:pt x="162120" y="228054"/>
                  <a:pt x="159594" y="226859"/>
                  <a:pt x="156925" y="226543"/>
                </a:cubicBezTo>
                <a:cubicBezTo>
                  <a:pt x="155011" y="226323"/>
                  <a:pt x="153021" y="226916"/>
                  <a:pt x="151070" y="228294"/>
                </a:cubicBezTo>
                <a:cubicBezTo>
                  <a:pt x="146172" y="231757"/>
                  <a:pt x="145932" y="232120"/>
                  <a:pt x="146851" y="234598"/>
                </a:cubicBezTo>
                <a:cubicBezTo>
                  <a:pt x="147444" y="236196"/>
                  <a:pt x="147913" y="236531"/>
                  <a:pt x="148420" y="235708"/>
                </a:cubicBezTo>
                <a:cubicBezTo>
                  <a:pt x="148812" y="235067"/>
                  <a:pt x="151405" y="233077"/>
                  <a:pt x="154179" y="231298"/>
                </a:cubicBezTo>
                <a:close/>
                <a:moveTo>
                  <a:pt x="261949" y="233058"/>
                </a:moveTo>
                <a:cubicBezTo>
                  <a:pt x="262466" y="231719"/>
                  <a:pt x="262322" y="231690"/>
                  <a:pt x="260887" y="232790"/>
                </a:cubicBezTo>
                <a:cubicBezTo>
                  <a:pt x="259969" y="233488"/>
                  <a:pt x="259051" y="234177"/>
                  <a:pt x="258840" y="234321"/>
                </a:cubicBezTo>
                <a:cubicBezTo>
                  <a:pt x="258620" y="234474"/>
                  <a:pt x="259108" y="234589"/>
                  <a:pt x="259902" y="234589"/>
                </a:cubicBezTo>
                <a:cubicBezTo>
                  <a:pt x="260706" y="234589"/>
                  <a:pt x="261624" y="233900"/>
                  <a:pt x="261949" y="233058"/>
                </a:cubicBezTo>
                <a:close/>
                <a:moveTo>
                  <a:pt x="217703" y="231872"/>
                </a:moveTo>
                <a:cubicBezTo>
                  <a:pt x="216737" y="230073"/>
                  <a:pt x="211312" y="224314"/>
                  <a:pt x="210576" y="224314"/>
                </a:cubicBezTo>
                <a:cubicBezTo>
                  <a:pt x="209466" y="224314"/>
                  <a:pt x="210576" y="226112"/>
                  <a:pt x="213895" y="229681"/>
                </a:cubicBezTo>
                <a:cubicBezTo>
                  <a:pt x="217856" y="233948"/>
                  <a:pt x="219243" y="234742"/>
                  <a:pt x="217703" y="231872"/>
                </a:cubicBezTo>
                <a:close/>
                <a:moveTo>
                  <a:pt x="257826" y="229346"/>
                </a:moveTo>
                <a:cubicBezTo>
                  <a:pt x="257826" y="228628"/>
                  <a:pt x="257032" y="228054"/>
                  <a:pt x="256066" y="228054"/>
                </a:cubicBezTo>
                <a:cubicBezTo>
                  <a:pt x="254832" y="228054"/>
                  <a:pt x="254181" y="228868"/>
                  <a:pt x="253904" y="230762"/>
                </a:cubicBezTo>
                <a:cubicBezTo>
                  <a:pt x="253521" y="233393"/>
                  <a:pt x="253559" y="233431"/>
                  <a:pt x="255664" y="232053"/>
                </a:cubicBezTo>
                <a:cubicBezTo>
                  <a:pt x="256850" y="231278"/>
                  <a:pt x="257826" y="230054"/>
                  <a:pt x="257826" y="229346"/>
                </a:cubicBezTo>
                <a:close/>
                <a:moveTo>
                  <a:pt x="275592" y="228150"/>
                </a:moveTo>
                <a:cubicBezTo>
                  <a:pt x="277735" y="227184"/>
                  <a:pt x="279036" y="226122"/>
                  <a:pt x="278481" y="225778"/>
                </a:cubicBezTo>
                <a:cubicBezTo>
                  <a:pt x="277936" y="225443"/>
                  <a:pt x="276663" y="225605"/>
                  <a:pt x="275659" y="226141"/>
                </a:cubicBezTo>
                <a:cubicBezTo>
                  <a:pt x="274654" y="226677"/>
                  <a:pt x="272358" y="227117"/>
                  <a:pt x="270550" y="227117"/>
                </a:cubicBezTo>
                <a:cubicBezTo>
                  <a:pt x="268751" y="227117"/>
                  <a:pt x="267020" y="227528"/>
                  <a:pt x="266704" y="228035"/>
                </a:cubicBezTo>
                <a:cubicBezTo>
                  <a:pt x="266388" y="228562"/>
                  <a:pt x="266742" y="228734"/>
                  <a:pt x="267546" y="228428"/>
                </a:cubicBezTo>
                <a:cubicBezTo>
                  <a:pt x="270167" y="227413"/>
                  <a:pt x="271114" y="228973"/>
                  <a:pt x="269498" y="231642"/>
                </a:cubicBezTo>
                <a:lnTo>
                  <a:pt x="267986" y="234120"/>
                </a:lnTo>
                <a:lnTo>
                  <a:pt x="269842" y="232006"/>
                </a:lnTo>
                <a:cubicBezTo>
                  <a:pt x="270856" y="230848"/>
                  <a:pt x="273449" y="229107"/>
                  <a:pt x="275592" y="228150"/>
                </a:cubicBezTo>
                <a:close/>
                <a:moveTo>
                  <a:pt x="50388" y="224802"/>
                </a:moveTo>
                <a:cubicBezTo>
                  <a:pt x="53957" y="222190"/>
                  <a:pt x="53211" y="221865"/>
                  <a:pt x="47624" y="223606"/>
                </a:cubicBezTo>
                <a:cubicBezTo>
                  <a:pt x="43921" y="224763"/>
                  <a:pt x="43386" y="225596"/>
                  <a:pt x="44486" y="228466"/>
                </a:cubicBezTo>
                <a:cubicBezTo>
                  <a:pt x="44993" y="229805"/>
                  <a:pt x="45184" y="229815"/>
                  <a:pt x="46122" y="228562"/>
                </a:cubicBezTo>
                <a:cubicBezTo>
                  <a:pt x="46696" y="227787"/>
                  <a:pt x="48619" y="226093"/>
                  <a:pt x="50388" y="224802"/>
                </a:cubicBezTo>
                <a:close/>
                <a:moveTo>
                  <a:pt x="144794" y="224170"/>
                </a:moveTo>
                <a:cubicBezTo>
                  <a:pt x="144794" y="223730"/>
                  <a:pt x="143636" y="223424"/>
                  <a:pt x="142221" y="223491"/>
                </a:cubicBezTo>
                <a:cubicBezTo>
                  <a:pt x="140642" y="223558"/>
                  <a:pt x="140288" y="223759"/>
                  <a:pt x="141293" y="224027"/>
                </a:cubicBezTo>
                <a:cubicBezTo>
                  <a:pt x="143225" y="224524"/>
                  <a:pt x="143349" y="225328"/>
                  <a:pt x="141761" y="227136"/>
                </a:cubicBezTo>
                <a:cubicBezTo>
                  <a:pt x="141111" y="227873"/>
                  <a:pt x="141532" y="227681"/>
                  <a:pt x="142689" y="226715"/>
                </a:cubicBezTo>
                <a:cubicBezTo>
                  <a:pt x="143847" y="225749"/>
                  <a:pt x="144794" y="224601"/>
                  <a:pt x="144794" y="224170"/>
                </a:cubicBezTo>
                <a:close/>
                <a:moveTo>
                  <a:pt x="180153" y="224209"/>
                </a:moveTo>
                <a:cubicBezTo>
                  <a:pt x="177838" y="222745"/>
                  <a:pt x="177379" y="223357"/>
                  <a:pt x="179081" y="225624"/>
                </a:cubicBezTo>
                <a:cubicBezTo>
                  <a:pt x="180383" y="227375"/>
                  <a:pt x="180832" y="227557"/>
                  <a:pt x="181081" y="226438"/>
                </a:cubicBezTo>
                <a:cubicBezTo>
                  <a:pt x="181263" y="225653"/>
                  <a:pt x="180842" y="224649"/>
                  <a:pt x="180153" y="224209"/>
                </a:cubicBezTo>
                <a:close/>
                <a:moveTo>
                  <a:pt x="266360" y="223721"/>
                </a:moveTo>
                <a:cubicBezTo>
                  <a:pt x="270072" y="220066"/>
                  <a:pt x="270598" y="219119"/>
                  <a:pt x="269718" y="217713"/>
                </a:cubicBezTo>
                <a:cubicBezTo>
                  <a:pt x="268790" y="216230"/>
                  <a:pt x="268503" y="216440"/>
                  <a:pt x="267068" y="219636"/>
                </a:cubicBezTo>
                <a:cubicBezTo>
                  <a:pt x="266178" y="221616"/>
                  <a:pt x="264370" y="223941"/>
                  <a:pt x="263040" y="224811"/>
                </a:cubicBezTo>
                <a:cubicBezTo>
                  <a:pt x="260763" y="226304"/>
                  <a:pt x="259826" y="228054"/>
                  <a:pt x="261299" y="228054"/>
                </a:cubicBezTo>
                <a:cubicBezTo>
                  <a:pt x="261662" y="228054"/>
                  <a:pt x="263949" y="226103"/>
                  <a:pt x="266360" y="223721"/>
                </a:cubicBezTo>
                <a:close/>
                <a:moveTo>
                  <a:pt x="161192" y="223434"/>
                </a:moveTo>
                <a:cubicBezTo>
                  <a:pt x="157881" y="219980"/>
                  <a:pt x="158465" y="217263"/>
                  <a:pt x="162320" y="218201"/>
                </a:cubicBezTo>
                <a:cubicBezTo>
                  <a:pt x="165688" y="219033"/>
                  <a:pt x="170940" y="222601"/>
                  <a:pt x="170940" y="224084"/>
                </a:cubicBezTo>
                <a:cubicBezTo>
                  <a:pt x="170940" y="224725"/>
                  <a:pt x="171619" y="225251"/>
                  <a:pt x="172433" y="225251"/>
                </a:cubicBezTo>
                <a:cubicBezTo>
                  <a:pt x="174709" y="225251"/>
                  <a:pt x="173571" y="223357"/>
                  <a:pt x="169017" y="219578"/>
                </a:cubicBezTo>
                <a:cubicBezTo>
                  <a:pt x="164894" y="216144"/>
                  <a:pt x="164856" y="216134"/>
                  <a:pt x="159737" y="217100"/>
                </a:cubicBezTo>
                <a:lnTo>
                  <a:pt x="154600" y="218076"/>
                </a:lnTo>
                <a:lnTo>
                  <a:pt x="158618" y="222123"/>
                </a:lnTo>
                <a:cubicBezTo>
                  <a:pt x="160828" y="224362"/>
                  <a:pt x="162894" y="226179"/>
                  <a:pt x="163229" y="226179"/>
                </a:cubicBezTo>
                <a:cubicBezTo>
                  <a:pt x="163555" y="226179"/>
                  <a:pt x="162646" y="224945"/>
                  <a:pt x="161192" y="223434"/>
                </a:cubicBezTo>
                <a:close/>
                <a:moveTo>
                  <a:pt x="132654" y="223376"/>
                </a:moveTo>
                <a:cubicBezTo>
                  <a:pt x="132654" y="222974"/>
                  <a:pt x="132022" y="222400"/>
                  <a:pt x="131247" y="222104"/>
                </a:cubicBezTo>
                <a:cubicBezTo>
                  <a:pt x="130300" y="221740"/>
                  <a:pt x="129851" y="222152"/>
                  <a:pt x="129851" y="223376"/>
                </a:cubicBezTo>
                <a:cubicBezTo>
                  <a:pt x="129851" y="224601"/>
                  <a:pt x="130300" y="225012"/>
                  <a:pt x="131247" y="224649"/>
                </a:cubicBezTo>
                <a:cubicBezTo>
                  <a:pt x="132022" y="224352"/>
                  <a:pt x="132654" y="223788"/>
                  <a:pt x="132654" y="223376"/>
                </a:cubicBezTo>
                <a:close/>
                <a:moveTo>
                  <a:pt x="149463" y="223749"/>
                </a:moveTo>
                <a:cubicBezTo>
                  <a:pt x="149463" y="223548"/>
                  <a:pt x="148831" y="223376"/>
                  <a:pt x="148066" y="223376"/>
                </a:cubicBezTo>
                <a:cubicBezTo>
                  <a:pt x="147291" y="223376"/>
                  <a:pt x="146660" y="223788"/>
                  <a:pt x="146660" y="224285"/>
                </a:cubicBezTo>
                <a:cubicBezTo>
                  <a:pt x="146660" y="224783"/>
                  <a:pt x="147291" y="224945"/>
                  <a:pt x="148066" y="224649"/>
                </a:cubicBezTo>
                <a:cubicBezTo>
                  <a:pt x="148831" y="224352"/>
                  <a:pt x="149463" y="223950"/>
                  <a:pt x="149463" y="223749"/>
                </a:cubicBezTo>
                <a:close/>
                <a:moveTo>
                  <a:pt x="57344" y="221913"/>
                </a:moveTo>
                <a:cubicBezTo>
                  <a:pt x="57736" y="220889"/>
                  <a:pt x="57439" y="220535"/>
                  <a:pt x="56358" y="220745"/>
                </a:cubicBezTo>
                <a:cubicBezTo>
                  <a:pt x="55507" y="220908"/>
                  <a:pt x="54627" y="221568"/>
                  <a:pt x="54416" y="222209"/>
                </a:cubicBezTo>
                <a:cubicBezTo>
                  <a:pt x="53842" y="223931"/>
                  <a:pt x="56683" y="223635"/>
                  <a:pt x="57344" y="221913"/>
                </a:cubicBezTo>
                <a:close/>
                <a:moveTo>
                  <a:pt x="140384" y="219569"/>
                </a:moveTo>
                <a:cubicBezTo>
                  <a:pt x="142307" y="217981"/>
                  <a:pt x="143636" y="216306"/>
                  <a:pt x="143340" y="215828"/>
                </a:cubicBezTo>
                <a:cubicBezTo>
                  <a:pt x="143053" y="215350"/>
                  <a:pt x="141752" y="216230"/>
                  <a:pt x="140451" y="217770"/>
                </a:cubicBezTo>
                <a:cubicBezTo>
                  <a:pt x="139150" y="219310"/>
                  <a:pt x="137494" y="220573"/>
                  <a:pt x="136767" y="220573"/>
                </a:cubicBezTo>
                <a:cubicBezTo>
                  <a:pt x="136050" y="220573"/>
                  <a:pt x="135457" y="220994"/>
                  <a:pt x="135457" y="221511"/>
                </a:cubicBezTo>
                <a:cubicBezTo>
                  <a:pt x="135457" y="223080"/>
                  <a:pt x="136739" y="222573"/>
                  <a:pt x="140384" y="219569"/>
                </a:cubicBezTo>
                <a:close/>
                <a:moveTo>
                  <a:pt x="206950" y="221453"/>
                </a:moveTo>
                <a:cubicBezTo>
                  <a:pt x="207945" y="219846"/>
                  <a:pt x="207055" y="219693"/>
                  <a:pt x="205103" y="221119"/>
                </a:cubicBezTo>
                <a:cubicBezTo>
                  <a:pt x="203582" y="222228"/>
                  <a:pt x="203534" y="222448"/>
                  <a:pt x="204816" y="222448"/>
                </a:cubicBezTo>
                <a:cubicBezTo>
                  <a:pt x="205649" y="222448"/>
                  <a:pt x="206615" y="221999"/>
                  <a:pt x="206950" y="221453"/>
                </a:cubicBezTo>
                <a:close/>
                <a:moveTo>
                  <a:pt x="174872" y="219454"/>
                </a:moveTo>
                <a:cubicBezTo>
                  <a:pt x="173485" y="218067"/>
                  <a:pt x="173399" y="214977"/>
                  <a:pt x="174748" y="214977"/>
                </a:cubicBezTo>
                <a:cubicBezTo>
                  <a:pt x="175293" y="214977"/>
                  <a:pt x="176661" y="215436"/>
                  <a:pt x="177780" y="216010"/>
                </a:cubicBezTo>
                <a:cubicBezTo>
                  <a:pt x="179139" y="216699"/>
                  <a:pt x="178833" y="216144"/>
                  <a:pt x="176862" y="214374"/>
                </a:cubicBezTo>
                <a:cubicBezTo>
                  <a:pt x="175236" y="212901"/>
                  <a:pt x="173217" y="210442"/>
                  <a:pt x="172375" y="208902"/>
                </a:cubicBezTo>
                <a:lnTo>
                  <a:pt x="170854" y="206099"/>
                </a:lnTo>
                <a:lnTo>
                  <a:pt x="171380" y="208902"/>
                </a:lnTo>
                <a:cubicBezTo>
                  <a:pt x="171667" y="210442"/>
                  <a:pt x="172165" y="213178"/>
                  <a:pt x="172490" y="214977"/>
                </a:cubicBezTo>
                <a:cubicBezTo>
                  <a:pt x="173064" y="218143"/>
                  <a:pt x="174346" y="220573"/>
                  <a:pt x="175456" y="220573"/>
                </a:cubicBezTo>
                <a:cubicBezTo>
                  <a:pt x="175752" y="220573"/>
                  <a:pt x="175494" y="220076"/>
                  <a:pt x="174872" y="219454"/>
                </a:cubicBezTo>
                <a:close/>
                <a:moveTo>
                  <a:pt x="184965" y="217254"/>
                </a:moveTo>
                <a:cubicBezTo>
                  <a:pt x="184965" y="215847"/>
                  <a:pt x="184420" y="214977"/>
                  <a:pt x="183559" y="214977"/>
                </a:cubicBezTo>
                <a:cubicBezTo>
                  <a:pt x="182162" y="214977"/>
                  <a:pt x="181550" y="218727"/>
                  <a:pt x="182755" y="219932"/>
                </a:cubicBezTo>
                <a:cubicBezTo>
                  <a:pt x="183817" y="220985"/>
                  <a:pt x="184965" y="219597"/>
                  <a:pt x="184965" y="217254"/>
                </a:cubicBezTo>
                <a:close/>
                <a:moveTo>
                  <a:pt x="221338" y="216039"/>
                </a:moveTo>
                <a:cubicBezTo>
                  <a:pt x="225528" y="214163"/>
                  <a:pt x="225184" y="212422"/>
                  <a:pt x="220946" y="214029"/>
                </a:cubicBezTo>
                <a:cubicBezTo>
                  <a:pt x="219587" y="214546"/>
                  <a:pt x="217263" y="214977"/>
                  <a:pt x="215780" y="214977"/>
                </a:cubicBezTo>
                <a:cubicBezTo>
                  <a:pt x="214307" y="214977"/>
                  <a:pt x="212862" y="215350"/>
                  <a:pt x="212575" y="215818"/>
                </a:cubicBezTo>
                <a:cubicBezTo>
                  <a:pt x="212288" y="216287"/>
                  <a:pt x="212948" y="216431"/>
                  <a:pt x="214058" y="216144"/>
                </a:cubicBezTo>
                <a:cubicBezTo>
                  <a:pt x="215837" y="215675"/>
                  <a:pt x="216009" y="215914"/>
                  <a:pt x="215550" y="218315"/>
                </a:cubicBezTo>
                <a:cubicBezTo>
                  <a:pt x="215101" y="220640"/>
                  <a:pt x="215187" y="220793"/>
                  <a:pt x="216201" y="219406"/>
                </a:cubicBezTo>
                <a:cubicBezTo>
                  <a:pt x="216842" y="218535"/>
                  <a:pt x="219157" y="217014"/>
                  <a:pt x="221338" y="216039"/>
                </a:cubicBezTo>
                <a:close/>
                <a:moveTo>
                  <a:pt x="203046" y="216364"/>
                </a:moveTo>
                <a:cubicBezTo>
                  <a:pt x="202386" y="214642"/>
                  <a:pt x="201219" y="215292"/>
                  <a:pt x="200578" y="217741"/>
                </a:cubicBezTo>
                <a:cubicBezTo>
                  <a:pt x="200167" y="219320"/>
                  <a:pt x="200358" y="219463"/>
                  <a:pt x="201831" y="218679"/>
                </a:cubicBezTo>
                <a:cubicBezTo>
                  <a:pt x="202836" y="218143"/>
                  <a:pt x="203353" y="217158"/>
                  <a:pt x="203046" y="216364"/>
                </a:cubicBezTo>
                <a:close/>
                <a:moveTo>
                  <a:pt x="53813" y="213015"/>
                </a:moveTo>
                <a:cubicBezTo>
                  <a:pt x="54732" y="212250"/>
                  <a:pt x="57793" y="211638"/>
                  <a:pt x="61094" y="211542"/>
                </a:cubicBezTo>
                <a:cubicBezTo>
                  <a:pt x="68355" y="211341"/>
                  <a:pt x="68527" y="209925"/>
                  <a:pt x="61343" y="209552"/>
                </a:cubicBezTo>
                <a:cubicBezTo>
                  <a:pt x="56607" y="209303"/>
                  <a:pt x="55593" y="209562"/>
                  <a:pt x="53613" y="211542"/>
                </a:cubicBezTo>
                <a:cubicBezTo>
                  <a:pt x="50733" y="214431"/>
                  <a:pt x="44381" y="216201"/>
                  <a:pt x="42974" y="214517"/>
                </a:cubicBezTo>
                <a:cubicBezTo>
                  <a:pt x="42247" y="213637"/>
                  <a:pt x="42850" y="212575"/>
                  <a:pt x="45318" y="210413"/>
                </a:cubicBezTo>
                <a:cubicBezTo>
                  <a:pt x="48542" y="207581"/>
                  <a:pt x="48571" y="207495"/>
                  <a:pt x="46332" y="207495"/>
                </a:cubicBezTo>
                <a:cubicBezTo>
                  <a:pt x="45060" y="207495"/>
                  <a:pt x="43759" y="207916"/>
                  <a:pt x="43433" y="208433"/>
                </a:cubicBezTo>
                <a:cubicBezTo>
                  <a:pt x="43118" y="208949"/>
                  <a:pt x="40994" y="209370"/>
                  <a:pt x="38717" y="209370"/>
                </a:cubicBezTo>
                <a:cubicBezTo>
                  <a:pt x="36430" y="209370"/>
                  <a:pt x="34565" y="209791"/>
                  <a:pt x="34565" y="210298"/>
                </a:cubicBezTo>
                <a:cubicBezTo>
                  <a:pt x="34565" y="210815"/>
                  <a:pt x="34881" y="211236"/>
                  <a:pt x="35263" y="211246"/>
                </a:cubicBezTo>
                <a:cubicBezTo>
                  <a:pt x="35646" y="211246"/>
                  <a:pt x="37645" y="212862"/>
                  <a:pt x="39693" y="214833"/>
                </a:cubicBezTo>
                <a:lnTo>
                  <a:pt x="43414" y="218421"/>
                </a:lnTo>
                <a:lnTo>
                  <a:pt x="47825" y="216373"/>
                </a:lnTo>
                <a:cubicBezTo>
                  <a:pt x="50255" y="215254"/>
                  <a:pt x="52952" y="213742"/>
                  <a:pt x="53813" y="213015"/>
                </a:cubicBezTo>
                <a:close/>
                <a:moveTo>
                  <a:pt x="59554" y="217129"/>
                </a:moveTo>
                <a:cubicBezTo>
                  <a:pt x="58654" y="216900"/>
                  <a:pt x="57181" y="216900"/>
                  <a:pt x="56282" y="217129"/>
                </a:cubicBezTo>
                <a:cubicBezTo>
                  <a:pt x="55382" y="217368"/>
                  <a:pt x="56119" y="217560"/>
                  <a:pt x="57918" y="217560"/>
                </a:cubicBezTo>
                <a:cubicBezTo>
                  <a:pt x="59716" y="217560"/>
                  <a:pt x="60453" y="217368"/>
                  <a:pt x="59554" y="217129"/>
                </a:cubicBezTo>
                <a:close/>
                <a:moveTo>
                  <a:pt x="132654" y="214977"/>
                </a:moveTo>
                <a:cubicBezTo>
                  <a:pt x="132654" y="214460"/>
                  <a:pt x="132204" y="214039"/>
                  <a:pt x="131659" y="214039"/>
                </a:cubicBezTo>
                <a:cubicBezTo>
                  <a:pt x="131113" y="214039"/>
                  <a:pt x="130932" y="214460"/>
                  <a:pt x="131247" y="214977"/>
                </a:cubicBezTo>
                <a:cubicBezTo>
                  <a:pt x="131563" y="215484"/>
                  <a:pt x="132013" y="215905"/>
                  <a:pt x="132242" y="215905"/>
                </a:cubicBezTo>
                <a:cubicBezTo>
                  <a:pt x="132462" y="215905"/>
                  <a:pt x="132654" y="215484"/>
                  <a:pt x="132654" y="214977"/>
                </a:cubicBezTo>
                <a:close/>
                <a:moveTo>
                  <a:pt x="213943" y="209332"/>
                </a:moveTo>
                <a:cubicBezTo>
                  <a:pt x="215254" y="207505"/>
                  <a:pt x="215703" y="205898"/>
                  <a:pt x="215282" y="204587"/>
                </a:cubicBezTo>
                <a:cubicBezTo>
                  <a:pt x="214728" y="202817"/>
                  <a:pt x="214479" y="203008"/>
                  <a:pt x="213005" y="206290"/>
                </a:cubicBezTo>
                <a:cubicBezTo>
                  <a:pt x="212097" y="208318"/>
                  <a:pt x="210250" y="210853"/>
                  <a:pt x="208901" y="211906"/>
                </a:cubicBezTo>
                <a:cubicBezTo>
                  <a:pt x="207552" y="212968"/>
                  <a:pt x="206452" y="214336"/>
                  <a:pt x="206452" y="214938"/>
                </a:cubicBezTo>
                <a:cubicBezTo>
                  <a:pt x="206452" y="216498"/>
                  <a:pt x="211570" y="212671"/>
                  <a:pt x="213943" y="209332"/>
                </a:cubicBezTo>
                <a:close/>
                <a:moveTo>
                  <a:pt x="93047" y="208825"/>
                </a:moveTo>
                <a:cubicBezTo>
                  <a:pt x="92416" y="207189"/>
                  <a:pt x="89058" y="207074"/>
                  <a:pt x="88474" y="208662"/>
                </a:cubicBezTo>
                <a:cubicBezTo>
                  <a:pt x="88235" y="209313"/>
                  <a:pt x="89144" y="211025"/>
                  <a:pt x="90493" y="212480"/>
                </a:cubicBezTo>
                <a:lnTo>
                  <a:pt x="92951" y="215120"/>
                </a:lnTo>
                <a:lnTo>
                  <a:pt x="93248" y="212633"/>
                </a:lnTo>
                <a:cubicBezTo>
                  <a:pt x="93420" y="211265"/>
                  <a:pt x="93324" y="209552"/>
                  <a:pt x="93047" y="208825"/>
                </a:cubicBezTo>
                <a:close/>
                <a:moveTo>
                  <a:pt x="260629" y="212240"/>
                </a:moveTo>
                <a:cubicBezTo>
                  <a:pt x="260629" y="211312"/>
                  <a:pt x="261461" y="209495"/>
                  <a:pt x="262485" y="208194"/>
                </a:cubicBezTo>
                <a:lnTo>
                  <a:pt x="264332" y="205840"/>
                </a:lnTo>
                <a:lnTo>
                  <a:pt x="261777" y="205333"/>
                </a:lnTo>
                <a:cubicBezTo>
                  <a:pt x="257692" y="204530"/>
                  <a:pt x="256286" y="206577"/>
                  <a:pt x="257807" y="211169"/>
                </a:cubicBezTo>
                <a:cubicBezTo>
                  <a:pt x="259032" y="214881"/>
                  <a:pt x="260629" y="215484"/>
                  <a:pt x="260629" y="212240"/>
                </a:cubicBezTo>
                <a:close/>
                <a:moveTo>
                  <a:pt x="139590" y="211322"/>
                </a:moveTo>
                <a:cubicBezTo>
                  <a:pt x="139341" y="211083"/>
                  <a:pt x="138422" y="211638"/>
                  <a:pt x="137533" y="212566"/>
                </a:cubicBezTo>
                <a:cubicBezTo>
                  <a:pt x="135992" y="214173"/>
                  <a:pt x="136012" y="214192"/>
                  <a:pt x="137982" y="213006"/>
                </a:cubicBezTo>
                <a:cubicBezTo>
                  <a:pt x="139111" y="212327"/>
                  <a:pt x="139838" y="211571"/>
                  <a:pt x="139590" y="211322"/>
                </a:cubicBezTo>
                <a:close/>
                <a:moveTo>
                  <a:pt x="151366" y="210719"/>
                </a:moveTo>
                <a:cubicBezTo>
                  <a:pt x="152495" y="208892"/>
                  <a:pt x="153261" y="207314"/>
                  <a:pt x="153069" y="207208"/>
                </a:cubicBezTo>
                <a:cubicBezTo>
                  <a:pt x="152888" y="207113"/>
                  <a:pt x="151366" y="206070"/>
                  <a:pt x="149702" y="204903"/>
                </a:cubicBezTo>
                <a:cubicBezTo>
                  <a:pt x="148028" y="203726"/>
                  <a:pt x="146660" y="203190"/>
                  <a:pt x="146660" y="203697"/>
                </a:cubicBezTo>
                <a:cubicBezTo>
                  <a:pt x="146660" y="204214"/>
                  <a:pt x="145454" y="206012"/>
                  <a:pt x="143971" y="207696"/>
                </a:cubicBezTo>
                <a:cubicBezTo>
                  <a:pt x="141704" y="210289"/>
                  <a:pt x="141484" y="210959"/>
                  <a:pt x="142565" y="211973"/>
                </a:cubicBezTo>
                <a:cubicBezTo>
                  <a:pt x="143627" y="212958"/>
                  <a:pt x="143856" y="212939"/>
                  <a:pt x="143856" y="211867"/>
                </a:cubicBezTo>
                <a:cubicBezTo>
                  <a:pt x="143856" y="210346"/>
                  <a:pt x="147367" y="205630"/>
                  <a:pt x="148496" y="205630"/>
                </a:cubicBezTo>
                <a:cubicBezTo>
                  <a:pt x="149855" y="205630"/>
                  <a:pt x="150324" y="208251"/>
                  <a:pt x="149482" y="211179"/>
                </a:cubicBezTo>
                <a:cubicBezTo>
                  <a:pt x="148420" y="214890"/>
                  <a:pt x="148850" y="214785"/>
                  <a:pt x="151366" y="210719"/>
                </a:cubicBezTo>
                <a:close/>
                <a:moveTo>
                  <a:pt x="98663" y="205563"/>
                </a:moveTo>
                <a:cubicBezTo>
                  <a:pt x="96481" y="201870"/>
                  <a:pt x="96797" y="194417"/>
                  <a:pt x="99131" y="194417"/>
                </a:cubicBezTo>
                <a:cubicBezTo>
                  <a:pt x="99600" y="194417"/>
                  <a:pt x="100815" y="195785"/>
                  <a:pt x="101829" y="197460"/>
                </a:cubicBezTo>
                <a:cubicBezTo>
                  <a:pt x="103437" y="200091"/>
                  <a:pt x="103685" y="200225"/>
                  <a:pt x="103685" y="198445"/>
                </a:cubicBezTo>
                <a:cubicBezTo>
                  <a:pt x="103685" y="197316"/>
                  <a:pt x="103217" y="196111"/>
                  <a:pt x="102643" y="195747"/>
                </a:cubicBezTo>
                <a:cubicBezTo>
                  <a:pt x="101954" y="195326"/>
                  <a:pt x="101753" y="193040"/>
                  <a:pt x="102059" y="189184"/>
                </a:cubicBezTo>
                <a:cubicBezTo>
                  <a:pt x="102509" y="183607"/>
                  <a:pt x="102432" y="183320"/>
                  <a:pt x="100777" y="184200"/>
                </a:cubicBezTo>
                <a:cubicBezTo>
                  <a:pt x="99811" y="184717"/>
                  <a:pt x="99017" y="186075"/>
                  <a:pt x="99017" y="187214"/>
                </a:cubicBezTo>
                <a:cubicBezTo>
                  <a:pt x="99017" y="188352"/>
                  <a:pt x="98204" y="190610"/>
                  <a:pt x="97218" y="192227"/>
                </a:cubicBezTo>
                <a:cubicBezTo>
                  <a:pt x="95563" y="194944"/>
                  <a:pt x="95506" y="195852"/>
                  <a:pt x="96491" y="204137"/>
                </a:cubicBezTo>
                <a:cubicBezTo>
                  <a:pt x="97505" y="212671"/>
                  <a:pt x="97620" y="212996"/>
                  <a:pt x="98864" y="210624"/>
                </a:cubicBezTo>
                <a:cubicBezTo>
                  <a:pt x="100012" y="208442"/>
                  <a:pt x="99983" y="207801"/>
                  <a:pt x="98663" y="205563"/>
                </a:cubicBezTo>
                <a:close/>
                <a:moveTo>
                  <a:pt x="139905" y="205008"/>
                </a:moveTo>
                <a:cubicBezTo>
                  <a:pt x="142154" y="203104"/>
                  <a:pt x="142201" y="202903"/>
                  <a:pt x="140680" y="201382"/>
                </a:cubicBezTo>
                <a:cubicBezTo>
                  <a:pt x="139169" y="199871"/>
                  <a:pt x="138930" y="199918"/>
                  <a:pt x="136442" y="202310"/>
                </a:cubicBezTo>
                <a:cubicBezTo>
                  <a:pt x="134070" y="204577"/>
                  <a:pt x="133907" y="205123"/>
                  <a:pt x="134825" y="207562"/>
                </a:cubicBezTo>
                <a:cubicBezTo>
                  <a:pt x="135715" y="209916"/>
                  <a:pt x="135964" y="210069"/>
                  <a:pt x="136691" y="208653"/>
                </a:cubicBezTo>
                <a:cubicBezTo>
                  <a:pt x="137150" y="207763"/>
                  <a:pt x="138595" y="206118"/>
                  <a:pt x="139905" y="205008"/>
                </a:cubicBezTo>
                <a:close/>
                <a:moveTo>
                  <a:pt x="159259" y="209351"/>
                </a:moveTo>
                <a:cubicBezTo>
                  <a:pt x="158943" y="208825"/>
                  <a:pt x="158283" y="208643"/>
                  <a:pt x="157805" y="208940"/>
                </a:cubicBezTo>
                <a:cubicBezTo>
                  <a:pt x="156513" y="209744"/>
                  <a:pt x="156753" y="210298"/>
                  <a:pt x="158398" y="210298"/>
                </a:cubicBezTo>
                <a:cubicBezTo>
                  <a:pt x="159192" y="210298"/>
                  <a:pt x="159584" y="209877"/>
                  <a:pt x="159259" y="209351"/>
                </a:cubicBezTo>
                <a:close/>
                <a:moveTo>
                  <a:pt x="186783" y="204970"/>
                </a:moveTo>
                <a:cubicBezTo>
                  <a:pt x="186811" y="204357"/>
                  <a:pt x="182946" y="199938"/>
                  <a:pt x="178192" y="195145"/>
                </a:cubicBezTo>
                <a:cubicBezTo>
                  <a:pt x="171246" y="188161"/>
                  <a:pt x="167802" y="185520"/>
                  <a:pt x="160675" y="181713"/>
                </a:cubicBezTo>
                <a:lnTo>
                  <a:pt x="151797" y="176987"/>
                </a:lnTo>
                <a:lnTo>
                  <a:pt x="151127" y="179866"/>
                </a:lnTo>
                <a:cubicBezTo>
                  <a:pt x="150764" y="181445"/>
                  <a:pt x="150668" y="183320"/>
                  <a:pt x="150917" y="184028"/>
                </a:cubicBezTo>
                <a:cubicBezTo>
                  <a:pt x="151165" y="184736"/>
                  <a:pt x="150888" y="185893"/>
                  <a:pt x="150304" y="186601"/>
                </a:cubicBezTo>
                <a:cubicBezTo>
                  <a:pt x="149443" y="187635"/>
                  <a:pt x="149721" y="187883"/>
                  <a:pt x="151720" y="187883"/>
                </a:cubicBezTo>
                <a:cubicBezTo>
                  <a:pt x="154409" y="187883"/>
                  <a:pt x="161077" y="190935"/>
                  <a:pt x="162129" y="192648"/>
                </a:cubicBezTo>
                <a:cubicBezTo>
                  <a:pt x="162493" y="193222"/>
                  <a:pt x="162273" y="194006"/>
                  <a:pt x="161660" y="194389"/>
                </a:cubicBezTo>
                <a:cubicBezTo>
                  <a:pt x="159556" y="195690"/>
                  <a:pt x="161507" y="201793"/>
                  <a:pt x="164521" y="203353"/>
                </a:cubicBezTo>
                <a:cubicBezTo>
                  <a:pt x="167180" y="204730"/>
                  <a:pt x="167209" y="204711"/>
                  <a:pt x="167209" y="202128"/>
                </a:cubicBezTo>
                <a:cubicBezTo>
                  <a:pt x="167209" y="199268"/>
                  <a:pt x="169687" y="195039"/>
                  <a:pt x="170911" y="195795"/>
                </a:cubicBezTo>
                <a:cubicBezTo>
                  <a:pt x="171332" y="196053"/>
                  <a:pt x="171935" y="197278"/>
                  <a:pt x="172241" y="198512"/>
                </a:cubicBezTo>
                <a:cubicBezTo>
                  <a:pt x="172815" y="200818"/>
                  <a:pt x="178881" y="207495"/>
                  <a:pt x="180383" y="207495"/>
                </a:cubicBezTo>
                <a:cubicBezTo>
                  <a:pt x="180851" y="207495"/>
                  <a:pt x="181224" y="208165"/>
                  <a:pt x="181224" y="208969"/>
                </a:cubicBezTo>
                <a:cubicBezTo>
                  <a:pt x="181224" y="210155"/>
                  <a:pt x="181770" y="210011"/>
                  <a:pt x="183980" y="208270"/>
                </a:cubicBezTo>
                <a:cubicBezTo>
                  <a:pt x="185491" y="207074"/>
                  <a:pt x="186754" y="205592"/>
                  <a:pt x="186783" y="204970"/>
                </a:cubicBezTo>
                <a:close/>
                <a:moveTo>
                  <a:pt x="73330" y="207495"/>
                </a:moveTo>
                <a:cubicBezTo>
                  <a:pt x="73014" y="206988"/>
                  <a:pt x="71627" y="206606"/>
                  <a:pt x="70240" y="206653"/>
                </a:cubicBezTo>
                <a:lnTo>
                  <a:pt x="67724" y="206749"/>
                </a:lnTo>
                <a:lnTo>
                  <a:pt x="70058" y="207495"/>
                </a:lnTo>
                <a:cubicBezTo>
                  <a:pt x="73378" y="208557"/>
                  <a:pt x="73990" y="208557"/>
                  <a:pt x="73330" y="207495"/>
                </a:cubicBezTo>
                <a:close/>
                <a:moveTo>
                  <a:pt x="64624" y="205582"/>
                </a:moveTo>
                <a:cubicBezTo>
                  <a:pt x="63151" y="204989"/>
                  <a:pt x="62615" y="204185"/>
                  <a:pt x="62950" y="203066"/>
                </a:cubicBezTo>
                <a:cubicBezTo>
                  <a:pt x="63304" y="201870"/>
                  <a:pt x="62519" y="200999"/>
                  <a:pt x="60032" y="199823"/>
                </a:cubicBezTo>
                <a:cubicBezTo>
                  <a:pt x="58147" y="198933"/>
                  <a:pt x="56435" y="198388"/>
                  <a:pt x="56224" y="198608"/>
                </a:cubicBezTo>
                <a:cubicBezTo>
                  <a:pt x="55421" y="199411"/>
                  <a:pt x="63132" y="206290"/>
                  <a:pt x="64921" y="206366"/>
                </a:cubicBezTo>
                <a:cubicBezTo>
                  <a:pt x="66537" y="206433"/>
                  <a:pt x="66499" y="206328"/>
                  <a:pt x="64624" y="205582"/>
                </a:cubicBezTo>
                <a:close/>
                <a:moveTo>
                  <a:pt x="213493" y="201353"/>
                </a:moveTo>
                <a:cubicBezTo>
                  <a:pt x="215196" y="201784"/>
                  <a:pt x="215703" y="201401"/>
                  <a:pt x="216220" y="199316"/>
                </a:cubicBezTo>
                <a:cubicBezTo>
                  <a:pt x="218143" y="191509"/>
                  <a:pt x="222706" y="190677"/>
                  <a:pt x="222180" y="198235"/>
                </a:cubicBezTo>
                <a:lnTo>
                  <a:pt x="221864" y="202721"/>
                </a:lnTo>
                <a:lnTo>
                  <a:pt x="223960" y="200741"/>
                </a:lnTo>
                <a:cubicBezTo>
                  <a:pt x="225117" y="199660"/>
                  <a:pt x="225873" y="198589"/>
                  <a:pt x="225653" y="198369"/>
                </a:cubicBezTo>
                <a:cubicBezTo>
                  <a:pt x="225433" y="198149"/>
                  <a:pt x="225624" y="196991"/>
                  <a:pt x="226074" y="195795"/>
                </a:cubicBezTo>
                <a:cubicBezTo>
                  <a:pt x="226791" y="193910"/>
                  <a:pt x="226533" y="193509"/>
                  <a:pt x="223998" y="192619"/>
                </a:cubicBezTo>
                <a:cubicBezTo>
                  <a:pt x="220123" y="191270"/>
                  <a:pt x="214852" y="187175"/>
                  <a:pt x="214852" y="185520"/>
                </a:cubicBezTo>
                <a:cubicBezTo>
                  <a:pt x="214852" y="184477"/>
                  <a:pt x="214335" y="184391"/>
                  <a:pt x="212460" y="185099"/>
                </a:cubicBezTo>
                <a:cubicBezTo>
                  <a:pt x="211140" y="185606"/>
                  <a:pt x="208825" y="186018"/>
                  <a:pt x="207323" y="186018"/>
                </a:cubicBezTo>
                <a:cubicBezTo>
                  <a:pt x="203372" y="186018"/>
                  <a:pt x="203936" y="187711"/>
                  <a:pt x="208012" y="188055"/>
                </a:cubicBezTo>
                <a:cubicBezTo>
                  <a:pt x="212891" y="188467"/>
                  <a:pt x="212881" y="190304"/>
                  <a:pt x="207992" y="192686"/>
                </a:cubicBezTo>
                <a:cubicBezTo>
                  <a:pt x="203391" y="194915"/>
                  <a:pt x="202377" y="196780"/>
                  <a:pt x="204051" y="199909"/>
                </a:cubicBezTo>
                <a:cubicBezTo>
                  <a:pt x="205304" y="202253"/>
                  <a:pt x="206452" y="201612"/>
                  <a:pt x="206452" y="198579"/>
                </a:cubicBezTo>
                <a:cubicBezTo>
                  <a:pt x="206452" y="196293"/>
                  <a:pt x="213025" y="189749"/>
                  <a:pt x="215321" y="189749"/>
                </a:cubicBezTo>
                <a:cubicBezTo>
                  <a:pt x="218813" y="189749"/>
                  <a:pt x="215311" y="197221"/>
                  <a:pt x="209877" y="201363"/>
                </a:cubicBezTo>
                <a:cubicBezTo>
                  <a:pt x="208079" y="202741"/>
                  <a:pt x="206366" y="204501"/>
                  <a:pt x="206060" y="205285"/>
                </a:cubicBezTo>
                <a:cubicBezTo>
                  <a:pt x="205763" y="206060"/>
                  <a:pt x="206844" y="205381"/>
                  <a:pt x="208461" y="203764"/>
                </a:cubicBezTo>
                <a:cubicBezTo>
                  <a:pt x="210604" y="201612"/>
                  <a:pt x="211953" y="200971"/>
                  <a:pt x="213493" y="201353"/>
                </a:cubicBezTo>
                <a:close/>
                <a:moveTo>
                  <a:pt x="225624" y="203946"/>
                </a:moveTo>
                <a:cubicBezTo>
                  <a:pt x="225337" y="203659"/>
                  <a:pt x="224581" y="203946"/>
                  <a:pt x="223950" y="204577"/>
                </a:cubicBezTo>
                <a:cubicBezTo>
                  <a:pt x="223032" y="205505"/>
                  <a:pt x="223137" y="205611"/>
                  <a:pt x="224467" y="205104"/>
                </a:cubicBezTo>
                <a:cubicBezTo>
                  <a:pt x="225395" y="204750"/>
                  <a:pt x="225911" y="204233"/>
                  <a:pt x="225624" y="203946"/>
                </a:cubicBezTo>
                <a:close/>
                <a:moveTo>
                  <a:pt x="156006" y="199163"/>
                </a:moveTo>
                <a:cubicBezTo>
                  <a:pt x="156006" y="195785"/>
                  <a:pt x="155767" y="195451"/>
                  <a:pt x="152964" y="194858"/>
                </a:cubicBezTo>
                <a:cubicBezTo>
                  <a:pt x="151299" y="194504"/>
                  <a:pt x="149176" y="193547"/>
                  <a:pt x="148257" y="192743"/>
                </a:cubicBezTo>
                <a:cubicBezTo>
                  <a:pt x="146717" y="191375"/>
                  <a:pt x="146392" y="191461"/>
                  <a:pt x="144076" y="193776"/>
                </a:cubicBezTo>
                <a:lnTo>
                  <a:pt x="141570" y="196293"/>
                </a:lnTo>
                <a:lnTo>
                  <a:pt x="145942" y="196293"/>
                </a:lnTo>
                <a:cubicBezTo>
                  <a:pt x="151156" y="196293"/>
                  <a:pt x="155184" y="197919"/>
                  <a:pt x="154992" y="199957"/>
                </a:cubicBezTo>
                <a:cubicBezTo>
                  <a:pt x="154810" y="201937"/>
                  <a:pt x="154973" y="202827"/>
                  <a:pt x="155538" y="202827"/>
                </a:cubicBezTo>
                <a:cubicBezTo>
                  <a:pt x="155796" y="202827"/>
                  <a:pt x="156006" y="201181"/>
                  <a:pt x="156006" y="199163"/>
                </a:cubicBezTo>
                <a:close/>
                <a:moveTo>
                  <a:pt x="257453" y="199344"/>
                </a:moveTo>
                <a:cubicBezTo>
                  <a:pt x="257147" y="199038"/>
                  <a:pt x="256927" y="199584"/>
                  <a:pt x="256965" y="200569"/>
                </a:cubicBezTo>
                <a:cubicBezTo>
                  <a:pt x="257013" y="201660"/>
                  <a:pt x="257233" y="201880"/>
                  <a:pt x="257530" y="201133"/>
                </a:cubicBezTo>
                <a:cubicBezTo>
                  <a:pt x="257797" y="200464"/>
                  <a:pt x="257769" y="199651"/>
                  <a:pt x="257453" y="199344"/>
                </a:cubicBezTo>
                <a:close/>
                <a:moveTo>
                  <a:pt x="240290" y="198158"/>
                </a:moveTo>
                <a:cubicBezTo>
                  <a:pt x="241974" y="197134"/>
                  <a:pt x="244107" y="196293"/>
                  <a:pt x="245035" y="196293"/>
                </a:cubicBezTo>
                <a:cubicBezTo>
                  <a:pt x="245963" y="196293"/>
                  <a:pt x="246461" y="195852"/>
                  <a:pt x="246135" y="195326"/>
                </a:cubicBezTo>
                <a:cubicBezTo>
                  <a:pt x="245801" y="194791"/>
                  <a:pt x="244222" y="194609"/>
                  <a:pt x="242557" y="194924"/>
                </a:cubicBezTo>
                <a:cubicBezTo>
                  <a:pt x="240300" y="195345"/>
                  <a:pt x="238750" y="194915"/>
                  <a:pt x="236100" y="193107"/>
                </a:cubicBezTo>
                <a:cubicBezTo>
                  <a:pt x="233086" y="191069"/>
                  <a:pt x="232598" y="190964"/>
                  <a:pt x="232598" y="192351"/>
                </a:cubicBezTo>
                <a:cubicBezTo>
                  <a:pt x="232598" y="193231"/>
                  <a:pt x="232005" y="195087"/>
                  <a:pt x="231278" y="196474"/>
                </a:cubicBezTo>
                <a:cubicBezTo>
                  <a:pt x="229977" y="198971"/>
                  <a:pt x="229996" y="198990"/>
                  <a:pt x="233383" y="199354"/>
                </a:cubicBezTo>
                <a:cubicBezTo>
                  <a:pt x="235267" y="199545"/>
                  <a:pt x="236903" y="199784"/>
                  <a:pt x="237018" y="199871"/>
                </a:cubicBezTo>
                <a:cubicBezTo>
                  <a:pt x="237133" y="199957"/>
                  <a:pt x="238606" y="199182"/>
                  <a:pt x="240290" y="198158"/>
                </a:cubicBezTo>
                <a:close/>
                <a:moveTo>
                  <a:pt x="259682" y="190954"/>
                </a:moveTo>
                <a:cubicBezTo>
                  <a:pt x="260926" y="191280"/>
                  <a:pt x="261509" y="190744"/>
                  <a:pt x="261873" y="188936"/>
                </a:cubicBezTo>
                <a:cubicBezTo>
                  <a:pt x="262141" y="187587"/>
                  <a:pt x="262648" y="185740"/>
                  <a:pt x="263002" y="184841"/>
                </a:cubicBezTo>
                <a:cubicBezTo>
                  <a:pt x="263365" y="183894"/>
                  <a:pt x="263203" y="183215"/>
                  <a:pt x="262600" y="183215"/>
                </a:cubicBezTo>
                <a:cubicBezTo>
                  <a:pt x="262026" y="183215"/>
                  <a:pt x="261567" y="183808"/>
                  <a:pt x="261567" y="184544"/>
                </a:cubicBezTo>
                <a:cubicBezTo>
                  <a:pt x="261567" y="185272"/>
                  <a:pt x="260514" y="187118"/>
                  <a:pt x="259223" y="188649"/>
                </a:cubicBezTo>
                <a:cubicBezTo>
                  <a:pt x="257941" y="190170"/>
                  <a:pt x="256936" y="191987"/>
                  <a:pt x="257003" y="192686"/>
                </a:cubicBezTo>
                <a:cubicBezTo>
                  <a:pt x="257061" y="193384"/>
                  <a:pt x="257309" y="193183"/>
                  <a:pt x="257549" y="192236"/>
                </a:cubicBezTo>
                <a:cubicBezTo>
                  <a:pt x="257836" y="191117"/>
                  <a:pt x="258591" y="190667"/>
                  <a:pt x="259682" y="190954"/>
                </a:cubicBezTo>
                <a:close/>
                <a:moveTo>
                  <a:pt x="232311" y="189749"/>
                </a:moveTo>
                <a:cubicBezTo>
                  <a:pt x="232579" y="189749"/>
                  <a:pt x="231489" y="188266"/>
                  <a:pt x="229901" y="186448"/>
                </a:cubicBezTo>
                <a:cubicBezTo>
                  <a:pt x="228303" y="184631"/>
                  <a:pt x="227002" y="182344"/>
                  <a:pt x="227002" y="181368"/>
                </a:cubicBezTo>
                <a:cubicBezTo>
                  <a:pt x="227002" y="178881"/>
                  <a:pt x="226141" y="178632"/>
                  <a:pt x="221893" y="179857"/>
                </a:cubicBezTo>
                <a:lnTo>
                  <a:pt x="218181" y="180919"/>
                </a:lnTo>
                <a:lnTo>
                  <a:pt x="221472" y="182851"/>
                </a:lnTo>
                <a:cubicBezTo>
                  <a:pt x="223271" y="183923"/>
                  <a:pt x="225777" y="186094"/>
                  <a:pt x="227040" y="187692"/>
                </a:cubicBezTo>
                <a:cubicBezTo>
                  <a:pt x="228303" y="189280"/>
                  <a:pt x="229891" y="190399"/>
                  <a:pt x="230580" y="190170"/>
                </a:cubicBezTo>
                <a:cubicBezTo>
                  <a:pt x="231259" y="189940"/>
                  <a:pt x="232043" y="189749"/>
                  <a:pt x="232311" y="189749"/>
                </a:cubicBezTo>
                <a:close/>
                <a:moveTo>
                  <a:pt x="245801" y="188189"/>
                </a:moveTo>
                <a:cubicBezTo>
                  <a:pt x="244691" y="186295"/>
                  <a:pt x="244433" y="186898"/>
                  <a:pt x="245332" y="189251"/>
                </a:cubicBezTo>
                <a:cubicBezTo>
                  <a:pt x="245648" y="190084"/>
                  <a:pt x="246107" y="190572"/>
                  <a:pt x="246346" y="190323"/>
                </a:cubicBezTo>
                <a:cubicBezTo>
                  <a:pt x="246595" y="190084"/>
                  <a:pt x="246346" y="189127"/>
                  <a:pt x="245801" y="188189"/>
                </a:cubicBezTo>
                <a:close/>
                <a:moveTo>
                  <a:pt x="143464" y="187376"/>
                </a:moveTo>
                <a:cubicBezTo>
                  <a:pt x="143091" y="185903"/>
                  <a:pt x="143550" y="183463"/>
                  <a:pt x="144679" y="180909"/>
                </a:cubicBezTo>
                <a:cubicBezTo>
                  <a:pt x="146114" y="177666"/>
                  <a:pt x="146239" y="176709"/>
                  <a:pt x="145263" y="176336"/>
                </a:cubicBezTo>
                <a:cubicBezTo>
                  <a:pt x="144526" y="176049"/>
                  <a:pt x="143569" y="176977"/>
                  <a:pt x="142890" y="178632"/>
                </a:cubicBezTo>
                <a:cubicBezTo>
                  <a:pt x="142259" y="180163"/>
                  <a:pt x="140747" y="182191"/>
                  <a:pt x="139532" y="183148"/>
                </a:cubicBezTo>
                <a:cubicBezTo>
                  <a:pt x="138317" y="184095"/>
                  <a:pt x="137322" y="185434"/>
                  <a:pt x="137322" y="186104"/>
                </a:cubicBezTo>
                <a:cubicBezTo>
                  <a:pt x="137322" y="187051"/>
                  <a:pt x="137571" y="187070"/>
                  <a:pt x="138442" y="186200"/>
                </a:cubicBezTo>
                <a:cubicBezTo>
                  <a:pt x="140106" y="184535"/>
                  <a:pt x="141991" y="184841"/>
                  <a:pt x="141991" y="186793"/>
                </a:cubicBezTo>
                <a:cubicBezTo>
                  <a:pt x="141991" y="188409"/>
                  <a:pt x="142737" y="189749"/>
                  <a:pt x="143646" y="189749"/>
                </a:cubicBezTo>
                <a:cubicBezTo>
                  <a:pt x="143876" y="189749"/>
                  <a:pt x="143789" y="188677"/>
                  <a:pt x="143464" y="187376"/>
                </a:cubicBezTo>
                <a:close/>
                <a:moveTo>
                  <a:pt x="183090" y="183215"/>
                </a:moveTo>
                <a:cubicBezTo>
                  <a:pt x="182545" y="182181"/>
                  <a:pt x="181885" y="181340"/>
                  <a:pt x="181626" y="181340"/>
                </a:cubicBezTo>
                <a:cubicBezTo>
                  <a:pt x="181368" y="181340"/>
                  <a:pt x="181607" y="182181"/>
                  <a:pt x="182162" y="183215"/>
                </a:cubicBezTo>
                <a:cubicBezTo>
                  <a:pt x="182707" y="184238"/>
                  <a:pt x="183367" y="185080"/>
                  <a:pt x="183626" y="185080"/>
                </a:cubicBezTo>
                <a:cubicBezTo>
                  <a:pt x="183884" y="185080"/>
                  <a:pt x="183645" y="184238"/>
                  <a:pt x="183090" y="183215"/>
                </a:cubicBezTo>
                <a:close/>
                <a:moveTo>
                  <a:pt x="189729" y="180641"/>
                </a:moveTo>
                <a:cubicBezTo>
                  <a:pt x="189079" y="179072"/>
                  <a:pt x="187931" y="178010"/>
                  <a:pt x="186878" y="178010"/>
                </a:cubicBezTo>
                <a:cubicBezTo>
                  <a:pt x="185319" y="178010"/>
                  <a:pt x="185405" y="178326"/>
                  <a:pt x="187615" y="180928"/>
                </a:cubicBezTo>
                <a:cubicBezTo>
                  <a:pt x="190543" y="184372"/>
                  <a:pt x="191241" y="184277"/>
                  <a:pt x="189729" y="180641"/>
                </a:cubicBezTo>
                <a:close/>
                <a:moveTo>
                  <a:pt x="91832" y="178489"/>
                </a:moveTo>
                <a:cubicBezTo>
                  <a:pt x="92148" y="177264"/>
                  <a:pt x="91937" y="176700"/>
                  <a:pt x="91239" y="176929"/>
                </a:cubicBezTo>
                <a:cubicBezTo>
                  <a:pt x="89900" y="177379"/>
                  <a:pt x="89192" y="180412"/>
                  <a:pt x="90435" y="180412"/>
                </a:cubicBezTo>
                <a:cubicBezTo>
                  <a:pt x="90923" y="180412"/>
                  <a:pt x="91555" y="179541"/>
                  <a:pt x="91832" y="178489"/>
                </a:cubicBezTo>
                <a:close/>
                <a:moveTo>
                  <a:pt x="213522" y="179474"/>
                </a:moveTo>
                <a:cubicBezTo>
                  <a:pt x="214240" y="179474"/>
                  <a:pt x="215416" y="178077"/>
                  <a:pt x="216134" y="176365"/>
                </a:cubicBezTo>
                <a:cubicBezTo>
                  <a:pt x="218430" y="170864"/>
                  <a:pt x="225930" y="166540"/>
                  <a:pt x="224897" y="171304"/>
                </a:cubicBezTo>
                <a:cubicBezTo>
                  <a:pt x="224639" y="172452"/>
                  <a:pt x="224122" y="174145"/>
                  <a:pt x="223749" y="175045"/>
                </a:cubicBezTo>
                <a:cubicBezTo>
                  <a:pt x="223223" y="176298"/>
                  <a:pt x="223405" y="176556"/>
                  <a:pt x="224505" y="176135"/>
                </a:cubicBezTo>
                <a:cubicBezTo>
                  <a:pt x="225299" y="175829"/>
                  <a:pt x="226083" y="174671"/>
                  <a:pt x="226246" y="173571"/>
                </a:cubicBezTo>
                <a:cubicBezTo>
                  <a:pt x="226399" y="172462"/>
                  <a:pt x="228513" y="170089"/>
                  <a:pt x="230943" y="168300"/>
                </a:cubicBezTo>
                <a:cubicBezTo>
                  <a:pt x="233832" y="166167"/>
                  <a:pt x="235038" y="164722"/>
                  <a:pt x="234435" y="164119"/>
                </a:cubicBezTo>
                <a:cubicBezTo>
                  <a:pt x="233832" y="163517"/>
                  <a:pt x="232608" y="163737"/>
                  <a:pt x="230876" y="164760"/>
                </a:cubicBezTo>
                <a:cubicBezTo>
                  <a:pt x="229422" y="165621"/>
                  <a:pt x="226485" y="166607"/>
                  <a:pt x="224342" y="166951"/>
                </a:cubicBezTo>
                <a:cubicBezTo>
                  <a:pt x="222209" y="167286"/>
                  <a:pt x="220458" y="167936"/>
                  <a:pt x="220458" y="168386"/>
                </a:cubicBezTo>
                <a:cubicBezTo>
                  <a:pt x="220458" y="168845"/>
                  <a:pt x="217837" y="171811"/>
                  <a:pt x="214622" y="174987"/>
                </a:cubicBezTo>
                <a:cubicBezTo>
                  <a:pt x="211408" y="178163"/>
                  <a:pt x="209552" y="180469"/>
                  <a:pt x="210489" y="180115"/>
                </a:cubicBezTo>
                <a:cubicBezTo>
                  <a:pt x="211437" y="179761"/>
                  <a:pt x="212795" y="179474"/>
                  <a:pt x="213522" y="179474"/>
                </a:cubicBezTo>
                <a:close/>
                <a:moveTo>
                  <a:pt x="181091" y="174050"/>
                </a:moveTo>
                <a:cubicBezTo>
                  <a:pt x="177092" y="169486"/>
                  <a:pt x="179225" y="167630"/>
                  <a:pt x="185013" y="170625"/>
                </a:cubicBezTo>
                <a:cubicBezTo>
                  <a:pt x="188438" y="172395"/>
                  <a:pt x="188486" y="171868"/>
                  <a:pt x="185195" y="168491"/>
                </a:cubicBezTo>
                <a:cubicBezTo>
                  <a:pt x="183779" y="167037"/>
                  <a:pt x="181999" y="164942"/>
                  <a:pt x="181224" y="163823"/>
                </a:cubicBezTo>
                <a:lnTo>
                  <a:pt x="179828" y="161794"/>
                </a:lnTo>
                <a:lnTo>
                  <a:pt x="174748" y="163536"/>
                </a:lnTo>
                <a:cubicBezTo>
                  <a:pt x="171275" y="164741"/>
                  <a:pt x="169008" y="165038"/>
                  <a:pt x="167553" y="164483"/>
                </a:cubicBezTo>
                <a:cubicBezTo>
                  <a:pt x="165793" y="163813"/>
                  <a:pt x="165085" y="164129"/>
                  <a:pt x="163516" y="166348"/>
                </a:cubicBezTo>
                <a:cubicBezTo>
                  <a:pt x="162464" y="167812"/>
                  <a:pt x="161612" y="169429"/>
                  <a:pt x="161612" y="169926"/>
                </a:cubicBezTo>
                <a:cubicBezTo>
                  <a:pt x="161612" y="170414"/>
                  <a:pt x="164597" y="172557"/>
                  <a:pt x="168252" y="174671"/>
                </a:cubicBezTo>
                <a:lnTo>
                  <a:pt x="174891" y="178517"/>
                </a:lnTo>
                <a:lnTo>
                  <a:pt x="174289" y="175332"/>
                </a:lnTo>
                <a:cubicBezTo>
                  <a:pt x="173935" y="173447"/>
                  <a:pt x="174097" y="171897"/>
                  <a:pt x="174681" y="171534"/>
                </a:cubicBezTo>
                <a:cubicBezTo>
                  <a:pt x="175857" y="170806"/>
                  <a:pt x="181224" y="176279"/>
                  <a:pt x="181224" y="178211"/>
                </a:cubicBezTo>
                <a:cubicBezTo>
                  <a:pt x="181224" y="179302"/>
                  <a:pt x="181454" y="179331"/>
                  <a:pt x="182516" y="178345"/>
                </a:cubicBezTo>
                <a:cubicBezTo>
                  <a:pt x="183607" y="177331"/>
                  <a:pt x="183387" y="176652"/>
                  <a:pt x="181091" y="174050"/>
                </a:cubicBezTo>
                <a:close/>
                <a:moveTo>
                  <a:pt x="209638" y="171667"/>
                </a:moveTo>
                <a:cubicBezTo>
                  <a:pt x="208662" y="169132"/>
                  <a:pt x="206940" y="170424"/>
                  <a:pt x="206624" y="173944"/>
                </a:cubicBezTo>
                <a:lnTo>
                  <a:pt x="206328" y="177140"/>
                </a:lnTo>
                <a:lnTo>
                  <a:pt x="208289" y="175207"/>
                </a:lnTo>
                <a:cubicBezTo>
                  <a:pt x="209542" y="173983"/>
                  <a:pt x="210030" y="172691"/>
                  <a:pt x="209638" y="171667"/>
                </a:cubicBezTo>
                <a:close/>
                <a:moveTo>
                  <a:pt x="55641" y="170826"/>
                </a:moveTo>
                <a:cubicBezTo>
                  <a:pt x="54770" y="169496"/>
                  <a:pt x="54560" y="168223"/>
                  <a:pt x="55076" y="167391"/>
                </a:cubicBezTo>
                <a:cubicBezTo>
                  <a:pt x="55765" y="166281"/>
                  <a:pt x="56263" y="166320"/>
                  <a:pt x="58300" y="167659"/>
                </a:cubicBezTo>
                <a:cubicBezTo>
                  <a:pt x="59764" y="168616"/>
                  <a:pt x="60721" y="168826"/>
                  <a:pt x="60721" y="168195"/>
                </a:cubicBezTo>
                <a:cubicBezTo>
                  <a:pt x="60721" y="167621"/>
                  <a:pt x="59898" y="166941"/>
                  <a:pt x="58884" y="166674"/>
                </a:cubicBezTo>
                <a:cubicBezTo>
                  <a:pt x="57879" y="166415"/>
                  <a:pt x="56157" y="164349"/>
                  <a:pt x="55067" y="162091"/>
                </a:cubicBezTo>
                <a:cubicBezTo>
                  <a:pt x="52991" y="157805"/>
                  <a:pt x="50771" y="157202"/>
                  <a:pt x="52350" y="161354"/>
                </a:cubicBezTo>
                <a:cubicBezTo>
                  <a:pt x="52838" y="162656"/>
                  <a:pt x="53249" y="165019"/>
                  <a:pt x="53249" y="166616"/>
                </a:cubicBezTo>
                <a:cubicBezTo>
                  <a:pt x="53249" y="168214"/>
                  <a:pt x="53938" y="170290"/>
                  <a:pt x="54789" y="171227"/>
                </a:cubicBezTo>
                <a:cubicBezTo>
                  <a:pt x="56904" y="173562"/>
                  <a:pt x="57315" y="173370"/>
                  <a:pt x="55641" y="170826"/>
                </a:cubicBezTo>
                <a:close/>
                <a:moveTo>
                  <a:pt x="144794" y="171476"/>
                </a:moveTo>
                <a:cubicBezTo>
                  <a:pt x="144794" y="171256"/>
                  <a:pt x="144373" y="171065"/>
                  <a:pt x="143856" y="171065"/>
                </a:cubicBezTo>
                <a:cubicBezTo>
                  <a:pt x="143349" y="171065"/>
                  <a:pt x="142928" y="171514"/>
                  <a:pt x="142928" y="172060"/>
                </a:cubicBezTo>
                <a:cubicBezTo>
                  <a:pt x="142928" y="172595"/>
                  <a:pt x="143349" y="172787"/>
                  <a:pt x="143856" y="172471"/>
                </a:cubicBezTo>
                <a:cubicBezTo>
                  <a:pt x="144373" y="172146"/>
                  <a:pt x="144794" y="171706"/>
                  <a:pt x="144794" y="171476"/>
                </a:cubicBezTo>
                <a:close/>
                <a:moveTo>
                  <a:pt x="219492" y="162847"/>
                </a:moveTo>
                <a:cubicBezTo>
                  <a:pt x="222630" y="157595"/>
                  <a:pt x="222945" y="156600"/>
                  <a:pt x="221788" y="155452"/>
                </a:cubicBezTo>
                <a:cubicBezTo>
                  <a:pt x="220066" y="153720"/>
                  <a:pt x="220075" y="146708"/>
                  <a:pt x="221817" y="142546"/>
                </a:cubicBezTo>
                <a:cubicBezTo>
                  <a:pt x="224026" y="137236"/>
                  <a:pt x="226150" y="138786"/>
                  <a:pt x="227461" y="146650"/>
                </a:cubicBezTo>
                <a:cubicBezTo>
                  <a:pt x="228073" y="150362"/>
                  <a:pt x="228265" y="150592"/>
                  <a:pt x="229613" y="149233"/>
                </a:cubicBezTo>
                <a:cubicBezTo>
                  <a:pt x="230427" y="148420"/>
                  <a:pt x="231173" y="146067"/>
                  <a:pt x="231288" y="144000"/>
                </a:cubicBezTo>
                <a:cubicBezTo>
                  <a:pt x="231393" y="141943"/>
                  <a:pt x="232359" y="138557"/>
                  <a:pt x="233440" y="136490"/>
                </a:cubicBezTo>
                <a:cubicBezTo>
                  <a:pt x="236272" y="131047"/>
                  <a:pt x="235000" y="129392"/>
                  <a:pt x="228312" y="129822"/>
                </a:cubicBezTo>
                <a:cubicBezTo>
                  <a:pt x="224486" y="130061"/>
                  <a:pt x="222458" y="129679"/>
                  <a:pt x="220056" y="128253"/>
                </a:cubicBezTo>
                <a:cubicBezTo>
                  <a:pt x="217320" y="126646"/>
                  <a:pt x="216794" y="126579"/>
                  <a:pt x="216325" y="127775"/>
                </a:cubicBezTo>
                <a:cubicBezTo>
                  <a:pt x="215349" y="130320"/>
                  <a:pt x="215751" y="130807"/>
                  <a:pt x="219291" y="131448"/>
                </a:cubicBezTo>
                <a:cubicBezTo>
                  <a:pt x="226839" y="132807"/>
                  <a:pt x="228427" y="135792"/>
                  <a:pt x="222448" y="137409"/>
                </a:cubicBezTo>
                <a:cubicBezTo>
                  <a:pt x="219291" y="138250"/>
                  <a:pt x="218765" y="138796"/>
                  <a:pt x="218296" y="141685"/>
                </a:cubicBezTo>
                <a:cubicBezTo>
                  <a:pt x="217645" y="145722"/>
                  <a:pt x="214240" y="151453"/>
                  <a:pt x="212489" y="151453"/>
                </a:cubicBezTo>
                <a:cubicBezTo>
                  <a:pt x="211781" y="151453"/>
                  <a:pt x="210767" y="153022"/>
                  <a:pt x="210231" y="154954"/>
                </a:cubicBezTo>
                <a:cubicBezTo>
                  <a:pt x="208681" y="160522"/>
                  <a:pt x="209093" y="161584"/>
                  <a:pt x="211169" y="157394"/>
                </a:cubicBezTo>
                <a:cubicBezTo>
                  <a:pt x="213407" y="152869"/>
                  <a:pt x="216191" y="150075"/>
                  <a:pt x="217598" y="150946"/>
                </a:cubicBezTo>
                <a:cubicBezTo>
                  <a:pt x="220161" y="152534"/>
                  <a:pt x="216976" y="164186"/>
                  <a:pt x="213436" y="166167"/>
                </a:cubicBezTo>
                <a:cubicBezTo>
                  <a:pt x="212307" y="166798"/>
                  <a:pt x="212030" y="167659"/>
                  <a:pt x="212489" y="169113"/>
                </a:cubicBezTo>
                <a:cubicBezTo>
                  <a:pt x="213379" y="171907"/>
                  <a:pt x="214861" y="170577"/>
                  <a:pt x="219492" y="162847"/>
                </a:cubicBezTo>
                <a:close/>
                <a:moveTo>
                  <a:pt x="139188" y="168673"/>
                </a:moveTo>
                <a:cubicBezTo>
                  <a:pt x="139188" y="168453"/>
                  <a:pt x="138767" y="168262"/>
                  <a:pt x="138250" y="168262"/>
                </a:cubicBezTo>
                <a:cubicBezTo>
                  <a:pt x="137743" y="168262"/>
                  <a:pt x="137322" y="168711"/>
                  <a:pt x="137322" y="169257"/>
                </a:cubicBezTo>
                <a:cubicBezTo>
                  <a:pt x="137322" y="169802"/>
                  <a:pt x="137743" y="169984"/>
                  <a:pt x="138250" y="169668"/>
                </a:cubicBezTo>
                <a:cubicBezTo>
                  <a:pt x="138767" y="169352"/>
                  <a:pt x="139188" y="168903"/>
                  <a:pt x="139188" y="168673"/>
                </a:cubicBezTo>
                <a:close/>
                <a:moveTo>
                  <a:pt x="157078" y="164291"/>
                </a:moveTo>
                <a:cubicBezTo>
                  <a:pt x="156686" y="160025"/>
                  <a:pt x="155174" y="158207"/>
                  <a:pt x="153672" y="160178"/>
                </a:cubicBezTo>
                <a:cubicBezTo>
                  <a:pt x="153155" y="160847"/>
                  <a:pt x="151940" y="161833"/>
                  <a:pt x="150965" y="162369"/>
                </a:cubicBezTo>
                <a:cubicBezTo>
                  <a:pt x="149348" y="163268"/>
                  <a:pt x="149510" y="163555"/>
                  <a:pt x="152821" y="165803"/>
                </a:cubicBezTo>
                <a:cubicBezTo>
                  <a:pt x="154810" y="167161"/>
                  <a:pt x="156666" y="168262"/>
                  <a:pt x="156944" y="168262"/>
                </a:cubicBezTo>
                <a:cubicBezTo>
                  <a:pt x="157221" y="168262"/>
                  <a:pt x="157288" y="166482"/>
                  <a:pt x="157078" y="164291"/>
                </a:cubicBezTo>
                <a:close/>
                <a:moveTo>
                  <a:pt x="162550" y="158934"/>
                </a:moveTo>
                <a:cubicBezTo>
                  <a:pt x="161804" y="157537"/>
                  <a:pt x="161316" y="153471"/>
                  <a:pt x="161507" y="150286"/>
                </a:cubicBezTo>
                <a:cubicBezTo>
                  <a:pt x="161651" y="147999"/>
                  <a:pt x="163880" y="148248"/>
                  <a:pt x="165755" y="150745"/>
                </a:cubicBezTo>
                <a:cubicBezTo>
                  <a:pt x="167113" y="152582"/>
                  <a:pt x="167238" y="152610"/>
                  <a:pt x="166654" y="150984"/>
                </a:cubicBezTo>
                <a:cubicBezTo>
                  <a:pt x="166291" y="149951"/>
                  <a:pt x="165803" y="147750"/>
                  <a:pt x="165564" y="146076"/>
                </a:cubicBezTo>
                <a:cubicBezTo>
                  <a:pt x="165028" y="142240"/>
                  <a:pt x="164129" y="142249"/>
                  <a:pt x="161842" y="146124"/>
                </a:cubicBezTo>
                <a:cubicBezTo>
                  <a:pt x="160311" y="148717"/>
                  <a:pt x="160101" y="150420"/>
                  <a:pt x="160474" y="157002"/>
                </a:cubicBezTo>
                <a:cubicBezTo>
                  <a:pt x="160885" y="163985"/>
                  <a:pt x="161058" y="164569"/>
                  <a:pt x="162120" y="162579"/>
                </a:cubicBezTo>
                <a:cubicBezTo>
                  <a:pt x="162808" y="161287"/>
                  <a:pt x="162990" y="159757"/>
                  <a:pt x="162550" y="158934"/>
                </a:cubicBezTo>
                <a:close/>
                <a:moveTo>
                  <a:pt x="189882" y="161622"/>
                </a:moveTo>
                <a:cubicBezTo>
                  <a:pt x="191021" y="159604"/>
                  <a:pt x="191987" y="158905"/>
                  <a:pt x="193049" y="159317"/>
                </a:cubicBezTo>
                <a:cubicBezTo>
                  <a:pt x="194398" y="159833"/>
                  <a:pt x="194494" y="159116"/>
                  <a:pt x="193929" y="152639"/>
                </a:cubicBezTo>
                <a:cubicBezTo>
                  <a:pt x="193575" y="148640"/>
                  <a:pt x="192437" y="142163"/>
                  <a:pt x="191384" y="138241"/>
                </a:cubicBezTo>
                <a:cubicBezTo>
                  <a:pt x="189615" y="131602"/>
                  <a:pt x="189280" y="131066"/>
                  <a:pt x="186639" y="130530"/>
                </a:cubicBezTo>
                <a:cubicBezTo>
                  <a:pt x="182344" y="129669"/>
                  <a:pt x="182162" y="129755"/>
                  <a:pt x="182162" y="132625"/>
                </a:cubicBezTo>
                <a:cubicBezTo>
                  <a:pt x="182162" y="135763"/>
                  <a:pt x="178479" y="141637"/>
                  <a:pt x="176518" y="141637"/>
                </a:cubicBezTo>
                <a:cubicBezTo>
                  <a:pt x="174776" y="141637"/>
                  <a:pt x="174269" y="138117"/>
                  <a:pt x="175504" y="134577"/>
                </a:cubicBezTo>
                <a:cubicBezTo>
                  <a:pt x="176451" y="131850"/>
                  <a:pt x="175465" y="130760"/>
                  <a:pt x="174068" y="132998"/>
                </a:cubicBezTo>
                <a:cubicBezTo>
                  <a:pt x="172815" y="135007"/>
                  <a:pt x="172528" y="136777"/>
                  <a:pt x="172433" y="143043"/>
                </a:cubicBezTo>
                <a:lnTo>
                  <a:pt x="172346" y="149118"/>
                </a:lnTo>
                <a:lnTo>
                  <a:pt x="177168" y="148803"/>
                </a:lnTo>
                <a:cubicBezTo>
                  <a:pt x="182258" y="148468"/>
                  <a:pt x="185893" y="149740"/>
                  <a:pt x="185893" y="151855"/>
                </a:cubicBezTo>
                <a:cubicBezTo>
                  <a:pt x="185893" y="154562"/>
                  <a:pt x="174432" y="156427"/>
                  <a:pt x="172107" y="154103"/>
                </a:cubicBezTo>
                <a:cubicBezTo>
                  <a:pt x="170768" y="152763"/>
                  <a:pt x="168596" y="154313"/>
                  <a:pt x="167860" y="157126"/>
                </a:cubicBezTo>
                <a:cubicBezTo>
                  <a:pt x="167487" y="158542"/>
                  <a:pt x="167745" y="158896"/>
                  <a:pt x="168922" y="158561"/>
                </a:cubicBezTo>
                <a:cubicBezTo>
                  <a:pt x="174595" y="156982"/>
                  <a:pt x="176613" y="157030"/>
                  <a:pt x="180689" y="158896"/>
                </a:cubicBezTo>
                <a:cubicBezTo>
                  <a:pt x="183052" y="159967"/>
                  <a:pt x="185501" y="161670"/>
                  <a:pt x="186132" y="162684"/>
                </a:cubicBezTo>
                <a:cubicBezTo>
                  <a:pt x="187644" y="165114"/>
                  <a:pt x="187940" y="165028"/>
                  <a:pt x="189882" y="161622"/>
                </a:cubicBezTo>
                <a:close/>
                <a:moveTo>
                  <a:pt x="43290" y="159345"/>
                </a:moveTo>
                <a:cubicBezTo>
                  <a:pt x="42993" y="158561"/>
                  <a:pt x="42544" y="158111"/>
                  <a:pt x="42295" y="158350"/>
                </a:cubicBezTo>
                <a:cubicBezTo>
                  <a:pt x="42046" y="158599"/>
                  <a:pt x="42123" y="159250"/>
                  <a:pt x="42467" y="159795"/>
                </a:cubicBezTo>
                <a:cubicBezTo>
                  <a:pt x="43386" y="161287"/>
                  <a:pt x="43921" y="160991"/>
                  <a:pt x="43290" y="159345"/>
                </a:cubicBezTo>
                <a:close/>
                <a:moveTo>
                  <a:pt x="147052" y="155834"/>
                </a:moveTo>
                <a:cubicBezTo>
                  <a:pt x="146143" y="155327"/>
                  <a:pt x="144775" y="155327"/>
                  <a:pt x="143636" y="155834"/>
                </a:cubicBezTo>
                <a:cubicBezTo>
                  <a:pt x="142067" y="156533"/>
                  <a:pt x="142335" y="156676"/>
                  <a:pt x="145148" y="156676"/>
                </a:cubicBezTo>
                <a:cubicBezTo>
                  <a:pt x="147683" y="156676"/>
                  <a:pt x="148171" y="156466"/>
                  <a:pt x="147052" y="155834"/>
                </a:cubicBezTo>
                <a:close/>
                <a:moveTo>
                  <a:pt x="156934" y="154677"/>
                </a:moveTo>
                <a:cubicBezTo>
                  <a:pt x="156934" y="153883"/>
                  <a:pt x="156198" y="150735"/>
                  <a:pt x="155298" y="147674"/>
                </a:cubicBezTo>
                <a:cubicBezTo>
                  <a:pt x="153997" y="143216"/>
                  <a:pt x="153289" y="142106"/>
                  <a:pt x="151749" y="142106"/>
                </a:cubicBezTo>
                <a:cubicBezTo>
                  <a:pt x="149778" y="142106"/>
                  <a:pt x="144861" y="137552"/>
                  <a:pt x="143082" y="134079"/>
                </a:cubicBezTo>
                <a:cubicBezTo>
                  <a:pt x="142364" y="132683"/>
                  <a:pt x="142364" y="131831"/>
                  <a:pt x="143082" y="131114"/>
                </a:cubicBezTo>
                <a:cubicBezTo>
                  <a:pt x="144316" y="129879"/>
                  <a:pt x="146210" y="130492"/>
                  <a:pt x="150161" y="133419"/>
                </a:cubicBezTo>
                <a:cubicBezTo>
                  <a:pt x="151835" y="134653"/>
                  <a:pt x="153203" y="135495"/>
                  <a:pt x="153203" y="135285"/>
                </a:cubicBezTo>
                <a:cubicBezTo>
                  <a:pt x="153203" y="133802"/>
                  <a:pt x="150984" y="129028"/>
                  <a:pt x="150295" y="129028"/>
                </a:cubicBezTo>
                <a:cubicBezTo>
                  <a:pt x="148975" y="129028"/>
                  <a:pt x="145732" y="123221"/>
                  <a:pt x="145732" y="120858"/>
                </a:cubicBezTo>
                <a:cubicBezTo>
                  <a:pt x="145732" y="119672"/>
                  <a:pt x="146296" y="118753"/>
                  <a:pt x="147042" y="118753"/>
                </a:cubicBezTo>
                <a:cubicBezTo>
                  <a:pt x="148343" y="118753"/>
                  <a:pt x="152562" y="123154"/>
                  <a:pt x="153509" y="125488"/>
                </a:cubicBezTo>
                <a:cubicBezTo>
                  <a:pt x="153882" y="126426"/>
                  <a:pt x="154208" y="126378"/>
                  <a:pt x="154964" y="125297"/>
                </a:cubicBezTo>
                <a:cubicBezTo>
                  <a:pt x="155576" y="124417"/>
                  <a:pt x="155604" y="123776"/>
                  <a:pt x="155040" y="123585"/>
                </a:cubicBezTo>
                <a:cubicBezTo>
                  <a:pt x="154543" y="123412"/>
                  <a:pt x="154131" y="122685"/>
                  <a:pt x="154131" y="121977"/>
                </a:cubicBezTo>
                <a:cubicBezTo>
                  <a:pt x="154131" y="120600"/>
                  <a:pt x="156733" y="118925"/>
                  <a:pt x="160618" y="117806"/>
                </a:cubicBezTo>
                <a:lnTo>
                  <a:pt x="163009" y="117117"/>
                </a:lnTo>
                <a:lnTo>
                  <a:pt x="160359" y="116065"/>
                </a:lnTo>
                <a:cubicBezTo>
                  <a:pt x="158905" y="115481"/>
                  <a:pt x="157231" y="115300"/>
                  <a:pt x="156647" y="115663"/>
                </a:cubicBezTo>
                <a:cubicBezTo>
                  <a:pt x="154265" y="117136"/>
                  <a:pt x="146660" y="115214"/>
                  <a:pt x="146660" y="113138"/>
                </a:cubicBezTo>
                <a:cubicBezTo>
                  <a:pt x="146660" y="112650"/>
                  <a:pt x="147607" y="112009"/>
                  <a:pt x="148764" y="111722"/>
                </a:cubicBezTo>
                <a:cubicBezTo>
                  <a:pt x="150668" y="111243"/>
                  <a:pt x="150859" y="110641"/>
                  <a:pt x="150859" y="105187"/>
                </a:cubicBezTo>
                <a:cubicBezTo>
                  <a:pt x="150859" y="99333"/>
                  <a:pt x="150821" y="99227"/>
                  <a:pt x="149118" y="100930"/>
                </a:cubicBezTo>
                <a:cubicBezTo>
                  <a:pt x="148162" y="101896"/>
                  <a:pt x="147214" y="104039"/>
                  <a:pt x="147023" y="105695"/>
                </a:cubicBezTo>
                <a:cubicBezTo>
                  <a:pt x="146401" y="111042"/>
                  <a:pt x="140097" y="118753"/>
                  <a:pt x="136346" y="118753"/>
                </a:cubicBezTo>
                <a:cubicBezTo>
                  <a:pt x="134471" y="118753"/>
                  <a:pt x="135935" y="111588"/>
                  <a:pt x="138652" y="107474"/>
                </a:cubicBezTo>
                <a:lnTo>
                  <a:pt x="141082" y="103810"/>
                </a:lnTo>
                <a:lnTo>
                  <a:pt x="138920" y="103810"/>
                </a:lnTo>
                <a:cubicBezTo>
                  <a:pt x="137734" y="103810"/>
                  <a:pt x="136299" y="104269"/>
                  <a:pt x="135734" y="104833"/>
                </a:cubicBezTo>
                <a:cubicBezTo>
                  <a:pt x="135170" y="105398"/>
                  <a:pt x="133103" y="105867"/>
                  <a:pt x="131142" y="105867"/>
                </a:cubicBezTo>
                <a:cubicBezTo>
                  <a:pt x="128339" y="105867"/>
                  <a:pt x="126713" y="106632"/>
                  <a:pt x="123441" y="109502"/>
                </a:cubicBezTo>
                <a:cubicBezTo>
                  <a:pt x="119624" y="112870"/>
                  <a:pt x="118064" y="113578"/>
                  <a:pt x="115242" y="113243"/>
                </a:cubicBezTo>
                <a:cubicBezTo>
                  <a:pt x="114161" y="113118"/>
                  <a:pt x="113070" y="116017"/>
                  <a:pt x="113042" y="119088"/>
                </a:cubicBezTo>
                <a:cubicBezTo>
                  <a:pt x="113032" y="120045"/>
                  <a:pt x="114343" y="123575"/>
                  <a:pt x="115950" y="126942"/>
                </a:cubicBezTo>
                <a:lnTo>
                  <a:pt x="118868" y="133056"/>
                </a:lnTo>
                <a:lnTo>
                  <a:pt x="120102" y="130109"/>
                </a:lnTo>
                <a:cubicBezTo>
                  <a:pt x="121614" y="126522"/>
                  <a:pt x="125507" y="122494"/>
                  <a:pt x="127468" y="122494"/>
                </a:cubicBezTo>
                <a:cubicBezTo>
                  <a:pt x="130520" y="122494"/>
                  <a:pt x="128406" y="130482"/>
                  <a:pt x="124101" y="135199"/>
                </a:cubicBezTo>
                <a:cubicBezTo>
                  <a:pt x="122427" y="137035"/>
                  <a:pt x="122408" y="137236"/>
                  <a:pt x="123890" y="138461"/>
                </a:cubicBezTo>
                <a:cubicBezTo>
                  <a:pt x="124885" y="139284"/>
                  <a:pt x="125603" y="139408"/>
                  <a:pt x="125804" y="138796"/>
                </a:cubicBezTo>
                <a:cubicBezTo>
                  <a:pt x="125986" y="138270"/>
                  <a:pt x="126914" y="136375"/>
                  <a:pt x="127861" y="134596"/>
                </a:cubicBezTo>
                <a:cubicBezTo>
                  <a:pt x="131649" y="127536"/>
                  <a:pt x="135007" y="131869"/>
                  <a:pt x="132261" y="140269"/>
                </a:cubicBezTo>
                <a:lnTo>
                  <a:pt x="130731" y="144957"/>
                </a:lnTo>
                <a:lnTo>
                  <a:pt x="133323" y="147234"/>
                </a:lnTo>
                <a:cubicBezTo>
                  <a:pt x="134911" y="148640"/>
                  <a:pt x="137093" y="149530"/>
                  <a:pt x="138949" y="149549"/>
                </a:cubicBezTo>
                <a:cubicBezTo>
                  <a:pt x="142096" y="149578"/>
                  <a:pt x="143082" y="148076"/>
                  <a:pt x="140556" y="147100"/>
                </a:cubicBezTo>
                <a:cubicBezTo>
                  <a:pt x="139762" y="146803"/>
                  <a:pt x="138528" y="145406"/>
                  <a:pt x="137801" y="144000"/>
                </a:cubicBezTo>
                <a:cubicBezTo>
                  <a:pt x="136385" y="141274"/>
                  <a:pt x="135619" y="134156"/>
                  <a:pt x="136633" y="133142"/>
                </a:cubicBezTo>
                <a:cubicBezTo>
                  <a:pt x="138767" y="131008"/>
                  <a:pt x="144048" y="139083"/>
                  <a:pt x="144048" y="144479"/>
                </a:cubicBezTo>
                <a:cubicBezTo>
                  <a:pt x="144048" y="146134"/>
                  <a:pt x="144890" y="148688"/>
                  <a:pt x="145913" y="150171"/>
                </a:cubicBezTo>
                <a:cubicBezTo>
                  <a:pt x="146985" y="151701"/>
                  <a:pt x="147492" y="152055"/>
                  <a:pt x="147090" y="150984"/>
                </a:cubicBezTo>
                <a:cubicBezTo>
                  <a:pt x="145024" y="145445"/>
                  <a:pt x="145511" y="140795"/>
                  <a:pt x="148047" y="141762"/>
                </a:cubicBezTo>
                <a:cubicBezTo>
                  <a:pt x="150276" y="142623"/>
                  <a:pt x="154131" y="149846"/>
                  <a:pt x="154131" y="153165"/>
                </a:cubicBezTo>
                <a:cubicBezTo>
                  <a:pt x="154131" y="155165"/>
                  <a:pt x="154581" y="156121"/>
                  <a:pt x="155538" y="156121"/>
                </a:cubicBezTo>
                <a:cubicBezTo>
                  <a:pt x="156303" y="156121"/>
                  <a:pt x="156934" y="155471"/>
                  <a:pt x="156934" y="154677"/>
                </a:cubicBezTo>
                <a:close/>
                <a:moveTo>
                  <a:pt x="233488" y="153146"/>
                </a:moveTo>
                <a:cubicBezTo>
                  <a:pt x="234617" y="152802"/>
                  <a:pt x="234588" y="152629"/>
                  <a:pt x="233345" y="152151"/>
                </a:cubicBezTo>
                <a:cubicBezTo>
                  <a:pt x="232445" y="151807"/>
                  <a:pt x="231154" y="152352"/>
                  <a:pt x="230121" y="153519"/>
                </a:cubicBezTo>
                <a:cubicBezTo>
                  <a:pt x="228437" y="155413"/>
                  <a:pt x="228446" y="155433"/>
                  <a:pt x="230264" y="154514"/>
                </a:cubicBezTo>
                <a:cubicBezTo>
                  <a:pt x="231297" y="153998"/>
                  <a:pt x="232742" y="153376"/>
                  <a:pt x="233488" y="153146"/>
                </a:cubicBezTo>
                <a:close/>
                <a:moveTo>
                  <a:pt x="209236" y="150228"/>
                </a:moveTo>
                <a:cubicBezTo>
                  <a:pt x="209246" y="149807"/>
                  <a:pt x="208834" y="149731"/>
                  <a:pt x="208318" y="150046"/>
                </a:cubicBezTo>
                <a:cubicBezTo>
                  <a:pt x="207801" y="150362"/>
                  <a:pt x="207390" y="151338"/>
                  <a:pt x="207399" y="152209"/>
                </a:cubicBezTo>
                <a:cubicBezTo>
                  <a:pt x="207409" y="153567"/>
                  <a:pt x="207533" y="153596"/>
                  <a:pt x="208318" y="152381"/>
                </a:cubicBezTo>
                <a:cubicBezTo>
                  <a:pt x="208815" y="151615"/>
                  <a:pt x="209227" y="150640"/>
                  <a:pt x="209236" y="150228"/>
                </a:cubicBezTo>
                <a:close/>
                <a:moveTo>
                  <a:pt x="122503" y="147683"/>
                </a:moveTo>
                <a:cubicBezTo>
                  <a:pt x="121288" y="146669"/>
                  <a:pt x="119815" y="145847"/>
                  <a:pt x="119231" y="145847"/>
                </a:cubicBezTo>
                <a:cubicBezTo>
                  <a:pt x="118648" y="145856"/>
                  <a:pt x="119432" y="146688"/>
                  <a:pt x="120973" y="147712"/>
                </a:cubicBezTo>
                <a:cubicBezTo>
                  <a:pt x="124551" y="150075"/>
                  <a:pt x="125364" y="150066"/>
                  <a:pt x="122503" y="147683"/>
                </a:cubicBezTo>
                <a:close/>
                <a:moveTo>
                  <a:pt x="115376" y="143818"/>
                </a:moveTo>
                <a:cubicBezTo>
                  <a:pt x="113023" y="141962"/>
                  <a:pt x="112936" y="141685"/>
                  <a:pt x="114381" y="140633"/>
                </a:cubicBezTo>
                <a:cubicBezTo>
                  <a:pt x="115787" y="139599"/>
                  <a:pt x="115510" y="139169"/>
                  <a:pt x="111769" y="136605"/>
                </a:cubicBezTo>
                <a:cubicBezTo>
                  <a:pt x="109473" y="135017"/>
                  <a:pt x="107378" y="133190"/>
                  <a:pt x="107120" y="132549"/>
                </a:cubicBezTo>
                <a:cubicBezTo>
                  <a:pt x="106842" y="131869"/>
                  <a:pt x="106613" y="132109"/>
                  <a:pt x="106565" y="133113"/>
                </a:cubicBezTo>
                <a:cubicBezTo>
                  <a:pt x="106527" y="134070"/>
                  <a:pt x="107751" y="136289"/>
                  <a:pt x="109291" y="138050"/>
                </a:cubicBezTo>
                <a:cubicBezTo>
                  <a:pt x="110841" y="139800"/>
                  <a:pt x="112095" y="141867"/>
                  <a:pt x="112095" y="142642"/>
                </a:cubicBezTo>
                <a:cubicBezTo>
                  <a:pt x="112095" y="143407"/>
                  <a:pt x="113042" y="144421"/>
                  <a:pt x="114199" y="144880"/>
                </a:cubicBezTo>
                <a:cubicBezTo>
                  <a:pt x="117710" y="146287"/>
                  <a:pt x="118083" y="145952"/>
                  <a:pt x="115376" y="143818"/>
                </a:cubicBezTo>
                <a:close/>
                <a:moveTo>
                  <a:pt x="98070" y="138815"/>
                </a:moveTo>
                <a:cubicBezTo>
                  <a:pt x="97419" y="138030"/>
                  <a:pt x="96644" y="137638"/>
                  <a:pt x="96348" y="137935"/>
                </a:cubicBezTo>
                <a:cubicBezTo>
                  <a:pt x="96051" y="138231"/>
                  <a:pt x="96424" y="138863"/>
                  <a:pt x="97180" y="139341"/>
                </a:cubicBezTo>
                <a:cubicBezTo>
                  <a:pt x="99160" y="140594"/>
                  <a:pt x="99419" y="140441"/>
                  <a:pt x="98070" y="138815"/>
                </a:cubicBezTo>
                <a:close/>
                <a:moveTo>
                  <a:pt x="156571" y="133017"/>
                </a:moveTo>
                <a:cubicBezTo>
                  <a:pt x="156255" y="132711"/>
                  <a:pt x="156035" y="133257"/>
                  <a:pt x="156073" y="134242"/>
                </a:cubicBezTo>
                <a:cubicBezTo>
                  <a:pt x="156121" y="135333"/>
                  <a:pt x="156341" y="135553"/>
                  <a:pt x="156638" y="134806"/>
                </a:cubicBezTo>
                <a:cubicBezTo>
                  <a:pt x="156915" y="134137"/>
                  <a:pt x="156877" y="133333"/>
                  <a:pt x="156571" y="133017"/>
                </a:cubicBezTo>
                <a:close/>
                <a:moveTo>
                  <a:pt x="163851" y="133859"/>
                </a:moveTo>
                <a:cubicBezTo>
                  <a:pt x="164109" y="133429"/>
                  <a:pt x="163736" y="133075"/>
                  <a:pt x="163009" y="133075"/>
                </a:cubicBezTo>
                <a:cubicBezTo>
                  <a:pt x="162282" y="133075"/>
                  <a:pt x="161909" y="133429"/>
                  <a:pt x="162167" y="133859"/>
                </a:cubicBezTo>
                <a:cubicBezTo>
                  <a:pt x="162435" y="134280"/>
                  <a:pt x="162818" y="134634"/>
                  <a:pt x="163009" y="134634"/>
                </a:cubicBezTo>
                <a:cubicBezTo>
                  <a:pt x="163210" y="134634"/>
                  <a:pt x="163583" y="134280"/>
                  <a:pt x="163851" y="133859"/>
                </a:cubicBezTo>
                <a:close/>
                <a:moveTo>
                  <a:pt x="206414" y="126990"/>
                </a:moveTo>
                <a:cubicBezTo>
                  <a:pt x="206462" y="122159"/>
                  <a:pt x="208012" y="118438"/>
                  <a:pt x="209714" y="119088"/>
                </a:cubicBezTo>
                <a:cubicBezTo>
                  <a:pt x="211121" y="119633"/>
                  <a:pt x="212068" y="118380"/>
                  <a:pt x="214967" y="112095"/>
                </a:cubicBezTo>
                <a:cubicBezTo>
                  <a:pt x="216478" y="108813"/>
                  <a:pt x="216469" y="108718"/>
                  <a:pt x="214728" y="109177"/>
                </a:cubicBezTo>
                <a:cubicBezTo>
                  <a:pt x="213742" y="109435"/>
                  <a:pt x="212470" y="110535"/>
                  <a:pt x="211915" y="111636"/>
                </a:cubicBezTo>
                <a:cubicBezTo>
                  <a:pt x="211350" y="112726"/>
                  <a:pt x="209734" y="114879"/>
                  <a:pt x="208318" y="116419"/>
                </a:cubicBezTo>
                <a:cubicBezTo>
                  <a:pt x="206510" y="118399"/>
                  <a:pt x="205591" y="120590"/>
                  <a:pt x="205209" y="123891"/>
                </a:cubicBezTo>
                <a:cubicBezTo>
                  <a:pt x="204922" y="126464"/>
                  <a:pt x="204414" y="130033"/>
                  <a:pt x="204099" y="131831"/>
                </a:cubicBezTo>
                <a:cubicBezTo>
                  <a:pt x="203534" y="135093"/>
                  <a:pt x="203534" y="135093"/>
                  <a:pt x="204960" y="132769"/>
                </a:cubicBezTo>
                <a:cubicBezTo>
                  <a:pt x="205744" y="131487"/>
                  <a:pt x="206395" y="128885"/>
                  <a:pt x="206414" y="126990"/>
                </a:cubicBezTo>
                <a:close/>
                <a:moveTo>
                  <a:pt x="169084" y="129526"/>
                </a:moveTo>
                <a:cubicBezTo>
                  <a:pt x="169084" y="129277"/>
                  <a:pt x="167793" y="128406"/>
                  <a:pt x="166214" y="127593"/>
                </a:cubicBezTo>
                <a:cubicBezTo>
                  <a:pt x="159757" y="124254"/>
                  <a:pt x="169390" y="121709"/>
                  <a:pt x="176211" y="124953"/>
                </a:cubicBezTo>
                <a:cubicBezTo>
                  <a:pt x="179435" y="126474"/>
                  <a:pt x="181913" y="125967"/>
                  <a:pt x="179330" y="124312"/>
                </a:cubicBezTo>
                <a:cubicBezTo>
                  <a:pt x="176164" y="122274"/>
                  <a:pt x="168032" y="120236"/>
                  <a:pt x="167362" y="121308"/>
                </a:cubicBezTo>
                <a:cubicBezTo>
                  <a:pt x="167008" y="121891"/>
                  <a:pt x="165564" y="122810"/>
                  <a:pt x="164157" y="123345"/>
                </a:cubicBezTo>
                <a:cubicBezTo>
                  <a:pt x="161536" y="124340"/>
                  <a:pt x="160598" y="127163"/>
                  <a:pt x="162894" y="127163"/>
                </a:cubicBezTo>
                <a:cubicBezTo>
                  <a:pt x="163602" y="127163"/>
                  <a:pt x="164703" y="127794"/>
                  <a:pt x="165344" y="128559"/>
                </a:cubicBezTo>
                <a:cubicBezTo>
                  <a:pt x="166415" y="129860"/>
                  <a:pt x="169084" y="130540"/>
                  <a:pt x="169084" y="129526"/>
                </a:cubicBezTo>
                <a:close/>
                <a:moveTo>
                  <a:pt x="201774" y="118045"/>
                </a:moveTo>
                <a:cubicBezTo>
                  <a:pt x="201774" y="110478"/>
                  <a:pt x="201621" y="109789"/>
                  <a:pt x="199698" y="108938"/>
                </a:cubicBezTo>
                <a:cubicBezTo>
                  <a:pt x="198550" y="108431"/>
                  <a:pt x="196732" y="106689"/>
                  <a:pt x="195651" y="105063"/>
                </a:cubicBezTo>
                <a:lnTo>
                  <a:pt x="193680" y="102126"/>
                </a:lnTo>
                <a:lnTo>
                  <a:pt x="192504" y="105369"/>
                </a:lnTo>
                <a:cubicBezTo>
                  <a:pt x="191863" y="107158"/>
                  <a:pt x="191576" y="108871"/>
                  <a:pt x="191882" y="109167"/>
                </a:cubicBezTo>
                <a:cubicBezTo>
                  <a:pt x="192188" y="109473"/>
                  <a:pt x="192437" y="109234"/>
                  <a:pt x="192437" y="108632"/>
                </a:cubicBezTo>
                <a:cubicBezTo>
                  <a:pt x="192437" y="108038"/>
                  <a:pt x="193212" y="107541"/>
                  <a:pt x="194159" y="107541"/>
                </a:cubicBezTo>
                <a:cubicBezTo>
                  <a:pt x="196551" y="107541"/>
                  <a:pt x="199296" y="113979"/>
                  <a:pt x="199258" y="119490"/>
                </a:cubicBezTo>
                <a:cubicBezTo>
                  <a:pt x="199229" y="123269"/>
                  <a:pt x="200186" y="126225"/>
                  <a:pt x="201420" y="126225"/>
                </a:cubicBezTo>
                <a:cubicBezTo>
                  <a:pt x="201621" y="126225"/>
                  <a:pt x="201774" y="122542"/>
                  <a:pt x="201774" y="118045"/>
                </a:cubicBezTo>
                <a:close/>
                <a:moveTo>
                  <a:pt x="231948" y="121968"/>
                </a:moveTo>
                <a:cubicBezTo>
                  <a:pt x="232417" y="119452"/>
                  <a:pt x="232120" y="118916"/>
                  <a:pt x="229384" y="117443"/>
                </a:cubicBezTo>
                <a:cubicBezTo>
                  <a:pt x="225433" y="115319"/>
                  <a:pt x="223615" y="115721"/>
                  <a:pt x="221405" y="119222"/>
                </a:cubicBezTo>
                <a:lnTo>
                  <a:pt x="219645" y="122025"/>
                </a:lnTo>
                <a:lnTo>
                  <a:pt x="222917" y="122264"/>
                </a:lnTo>
                <a:cubicBezTo>
                  <a:pt x="224725" y="122389"/>
                  <a:pt x="227327" y="123087"/>
                  <a:pt x="228695" y="123814"/>
                </a:cubicBezTo>
                <a:cubicBezTo>
                  <a:pt x="230073" y="124541"/>
                  <a:pt x="231249" y="125058"/>
                  <a:pt x="231297" y="124981"/>
                </a:cubicBezTo>
                <a:cubicBezTo>
                  <a:pt x="231355" y="124895"/>
                  <a:pt x="231642" y="123537"/>
                  <a:pt x="231948" y="121968"/>
                </a:cubicBezTo>
                <a:close/>
                <a:moveTo>
                  <a:pt x="185482" y="122924"/>
                </a:moveTo>
                <a:cubicBezTo>
                  <a:pt x="184487" y="122178"/>
                  <a:pt x="183253" y="121556"/>
                  <a:pt x="182736" y="121556"/>
                </a:cubicBezTo>
                <a:cubicBezTo>
                  <a:pt x="182219" y="121556"/>
                  <a:pt x="182621" y="122178"/>
                  <a:pt x="183616" y="122924"/>
                </a:cubicBezTo>
                <a:cubicBezTo>
                  <a:pt x="184611" y="123680"/>
                  <a:pt x="185845" y="124302"/>
                  <a:pt x="186362" y="124302"/>
                </a:cubicBezTo>
                <a:cubicBezTo>
                  <a:pt x="186878" y="124302"/>
                  <a:pt x="186486" y="123680"/>
                  <a:pt x="185482" y="122924"/>
                </a:cubicBezTo>
                <a:close/>
                <a:moveTo>
                  <a:pt x="178957" y="119203"/>
                </a:moveTo>
                <a:cubicBezTo>
                  <a:pt x="177972" y="118457"/>
                  <a:pt x="176929" y="118064"/>
                  <a:pt x="176652" y="118351"/>
                </a:cubicBezTo>
                <a:cubicBezTo>
                  <a:pt x="176068" y="118935"/>
                  <a:pt x="178441" y="120600"/>
                  <a:pt x="179828" y="120581"/>
                </a:cubicBezTo>
                <a:cubicBezTo>
                  <a:pt x="180335" y="120571"/>
                  <a:pt x="179952" y="119949"/>
                  <a:pt x="178957" y="119203"/>
                </a:cubicBezTo>
                <a:close/>
                <a:moveTo>
                  <a:pt x="247149" y="118648"/>
                </a:moveTo>
                <a:cubicBezTo>
                  <a:pt x="247542" y="118007"/>
                  <a:pt x="249685" y="117768"/>
                  <a:pt x="252717" y="118017"/>
                </a:cubicBezTo>
                <a:cubicBezTo>
                  <a:pt x="256535" y="118332"/>
                  <a:pt x="257539" y="118151"/>
                  <a:pt x="257166" y="117184"/>
                </a:cubicBezTo>
                <a:cubicBezTo>
                  <a:pt x="256908" y="116505"/>
                  <a:pt x="255884" y="115950"/>
                  <a:pt x="254889" y="115950"/>
                </a:cubicBezTo>
                <a:cubicBezTo>
                  <a:pt x="253894" y="115950"/>
                  <a:pt x="251512" y="115147"/>
                  <a:pt x="249589" y="114171"/>
                </a:cubicBezTo>
                <a:cubicBezTo>
                  <a:pt x="247274" y="112984"/>
                  <a:pt x="245179" y="112583"/>
                  <a:pt x="243323" y="112975"/>
                </a:cubicBezTo>
                <a:lnTo>
                  <a:pt x="240548" y="113549"/>
                </a:lnTo>
                <a:lnTo>
                  <a:pt x="243811" y="114046"/>
                </a:lnTo>
                <a:cubicBezTo>
                  <a:pt x="247704" y="114649"/>
                  <a:pt x="248144" y="116763"/>
                  <a:pt x="244748" y="118476"/>
                </a:cubicBezTo>
                <a:cubicBezTo>
                  <a:pt x="242519" y="119605"/>
                  <a:pt x="242500" y="119662"/>
                  <a:pt x="244461" y="119672"/>
                </a:cubicBezTo>
                <a:cubicBezTo>
                  <a:pt x="245581" y="119681"/>
                  <a:pt x="246796" y="119222"/>
                  <a:pt x="247149" y="118648"/>
                </a:cubicBezTo>
                <a:close/>
                <a:moveTo>
                  <a:pt x="237870" y="115491"/>
                </a:moveTo>
                <a:lnTo>
                  <a:pt x="240548" y="114094"/>
                </a:lnTo>
                <a:lnTo>
                  <a:pt x="238051" y="114094"/>
                </a:lnTo>
                <a:cubicBezTo>
                  <a:pt x="234320" y="114085"/>
                  <a:pt x="232130" y="115080"/>
                  <a:pt x="233689" y="116065"/>
                </a:cubicBezTo>
                <a:cubicBezTo>
                  <a:pt x="235239" y="117050"/>
                  <a:pt x="234751" y="117117"/>
                  <a:pt x="237870" y="115491"/>
                </a:cubicBezTo>
                <a:close/>
                <a:moveTo>
                  <a:pt x="163803" y="113578"/>
                </a:moveTo>
                <a:cubicBezTo>
                  <a:pt x="163497" y="112784"/>
                  <a:pt x="163047" y="112334"/>
                  <a:pt x="162799" y="112583"/>
                </a:cubicBezTo>
                <a:cubicBezTo>
                  <a:pt x="162560" y="112822"/>
                  <a:pt x="162636" y="113472"/>
                  <a:pt x="162971" y="114018"/>
                </a:cubicBezTo>
                <a:cubicBezTo>
                  <a:pt x="163889" y="115510"/>
                  <a:pt x="164435" y="115223"/>
                  <a:pt x="163803" y="113578"/>
                </a:cubicBezTo>
                <a:close/>
                <a:moveTo>
                  <a:pt x="108622" y="109866"/>
                </a:moveTo>
                <a:cubicBezTo>
                  <a:pt x="105981" y="108010"/>
                  <a:pt x="103111" y="101208"/>
                  <a:pt x="104422" y="99897"/>
                </a:cubicBezTo>
                <a:cubicBezTo>
                  <a:pt x="105187" y="99132"/>
                  <a:pt x="106096" y="99275"/>
                  <a:pt x="107847" y="100423"/>
                </a:cubicBezTo>
                <a:cubicBezTo>
                  <a:pt x="109923" y="101782"/>
                  <a:pt x="110229" y="101801"/>
                  <a:pt x="110229" y="100557"/>
                </a:cubicBezTo>
                <a:cubicBezTo>
                  <a:pt x="110229" y="99773"/>
                  <a:pt x="109645" y="99141"/>
                  <a:pt x="108928" y="99141"/>
                </a:cubicBezTo>
                <a:cubicBezTo>
                  <a:pt x="107416" y="99141"/>
                  <a:pt x="104623" y="92722"/>
                  <a:pt x="104623" y="89240"/>
                </a:cubicBezTo>
                <a:cubicBezTo>
                  <a:pt x="104623" y="87269"/>
                  <a:pt x="104412" y="87068"/>
                  <a:pt x="103389" y="88092"/>
                </a:cubicBezTo>
                <a:cubicBezTo>
                  <a:pt x="102576" y="88905"/>
                  <a:pt x="102183" y="91574"/>
                  <a:pt x="102250" y="95869"/>
                </a:cubicBezTo>
                <a:cubicBezTo>
                  <a:pt x="102327" y="101275"/>
                  <a:pt x="102815" y="103217"/>
                  <a:pt x="105044" y="107082"/>
                </a:cubicBezTo>
                <a:cubicBezTo>
                  <a:pt x="109052" y="113999"/>
                  <a:pt x="109693" y="114726"/>
                  <a:pt x="110086" y="112745"/>
                </a:cubicBezTo>
                <a:cubicBezTo>
                  <a:pt x="110258" y="111846"/>
                  <a:pt x="109598" y="110545"/>
                  <a:pt x="108622" y="109866"/>
                </a:cubicBezTo>
                <a:close/>
                <a:moveTo>
                  <a:pt x="174442" y="110641"/>
                </a:moveTo>
                <a:cubicBezTo>
                  <a:pt x="173571" y="109770"/>
                  <a:pt x="172605" y="109320"/>
                  <a:pt x="172279" y="109636"/>
                </a:cubicBezTo>
                <a:cubicBezTo>
                  <a:pt x="171361" y="110554"/>
                  <a:pt x="172767" y="112219"/>
                  <a:pt x="174470" y="112219"/>
                </a:cubicBezTo>
                <a:cubicBezTo>
                  <a:pt x="175905" y="112219"/>
                  <a:pt x="175896" y="112095"/>
                  <a:pt x="174442" y="110641"/>
                </a:cubicBezTo>
                <a:close/>
                <a:moveTo>
                  <a:pt x="234990" y="109961"/>
                </a:moveTo>
                <a:cubicBezTo>
                  <a:pt x="236741" y="108679"/>
                  <a:pt x="236722" y="108584"/>
                  <a:pt x="234234" y="106622"/>
                </a:cubicBezTo>
                <a:cubicBezTo>
                  <a:pt x="232818" y="105513"/>
                  <a:pt x="231642" y="103906"/>
                  <a:pt x="231603" y="103035"/>
                </a:cubicBezTo>
                <a:cubicBezTo>
                  <a:pt x="231565" y="102174"/>
                  <a:pt x="230934" y="103111"/>
                  <a:pt x="230207" y="105111"/>
                </a:cubicBezTo>
                <a:cubicBezTo>
                  <a:pt x="229470" y="107110"/>
                  <a:pt x="228399" y="109320"/>
                  <a:pt x="227825" y="110019"/>
                </a:cubicBezTo>
                <a:cubicBezTo>
                  <a:pt x="226973" y="111042"/>
                  <a:pt x="227384" y="111282"/>
                  <a:pt x="229977" y="111282"/>
                </a:cubicBezTo>
                <a:cubicBezTo>
                  <a:pt x="231737" y="111282"/>
                  <a:pt x="233995" y="110688"/>
                  <a:pt x="234990" y="109961"/>
                </a:cubicBezTo>
                <a:close/>
                <a:moveTo>
                  <a:pt x="166721" y="105369"/>
                </a:moveTo>
                <a:cubicBezTo>
                  <a:pt x="166310" y="102356"/>
                  <a:pt x="166539" y="101016"/>
                  <a:pt x="167611" y="100127"/>
                </a:cubicBezTo>
                <a:cubicBezTo>
                  <a:pt x="168835" y="99113"/>
                  <a:pt x="169304" y="99371"/>
                  <a:pt x="170701" y="101830"/>
                </a:cubicBezTo>
                <a:cubicBezTo>
                  <a:pt x="171610" y="103427"/>
                  <a:pt x="173054" y="104728"/>
                  <a:pt x="173906" y="104738"/>
                </a:cubicBezTo>
                <a:cubicBezTo>
                  <a:pt x="174767" y="104738"/>
                  <a:pt x="176154" y="105006"/>
                  <a:pt x="176986" y="105321"/>
                </a:cubicBezTo>
                <a:cubicBezTo>
                  <a:pt x="178268" y="105819"/>
                  <a:pt x="178201" y="105264"/>
                  <a:pt x="176508" y="101782"/>
                </a:cubicBezTo>
                <a:cubicBezTo>
                  <a:pt x="174595" y="97850"/>
                  <a:pt x="174116" y="97515"/>
                  <a:pt x="166606" y="94970"/>
                </a:cubicBezTo>
                <a:cubicBezTo>
                  <a:pt x="159049" y="92397"/>
                  <a:pt x="158647" y="92358"/>
                  <a:pt x="157126" y="93956"/>
                </a:cubicBezTo>
                <a:cubicBezTo>
                  <a:pt x="155958" y="95190"/>
                  <a:pt x="155844" y="95735"/>
                  <a:pt x="156705" y="96061"/>
                </a:cubicBezTo>
                <a:cubicBezTo>
                  <a:pt x="157346" y="96300"/>
                  <a:pt x="157881" y="98031"/>
                  <a:pt x="157901" y="99916"/>
                </a:cubicBezTo>
                <a:cubicBezTo>
                  <a:pt x="157939" y="104738"/>
                  <a:pt x="161450" y="108545"/>
                  <a:pt x="166539" y="109301"/>
                </a:cubicBezTo>
                <a:cubicBezTo>
                  <a:pt x="166941" y="109368"/>
                  <a:pt x="167018" y="107589"/>
                  <a:pt x="166721" y="105369"/>
                </a:cubicBezTo>
                <a:close/>
                <a:moveTo>
                  <a:pt x="261796" y="107857"/>
                </a:moveTo>
                <a:cubicBezTo>
                  <a:pt x="261155" y="107598"/>
                  <a:pt x="260103" y="107598"/>
                  <a:pt x="259462" y="107857"/>
                </a:cubicBezTo>
                <a:cubicBezTo>
                  <a:pt x="258821" y="108115"/>
                  <a:pt x="259347" y="108335"/>
                  <a:pt x="260629" y="108335"/>
                </a:cubicBezTo>
                <a:cubicBezTo>
                  <a:pt x="261911" y="108335"/>
                  <a:pt x="262437" y="108115"/>
                  <a:pt x="261796" y="107857"/>
                </a:cubicBezTo>
                <a:close/>
                <a:moveTo>
                  <a:pt x="119002" y="102470"/>
                </a:moveTo>
                <a:cubicBezTo>
                  <a:pt x="118734" y="101772"/>
                  <a:pt x="117529" y="101007"/>
                  <a:pt x="116323" y="100777"/>
                </a:cubicBezTo>
                <a:cubicBezTo>
                  <a:pt x="114515" y="100433"/>
                  <a:pt x="114046" y="100835"/>
                  <a:pt x="113587" y="103111"/>
                </a:cubicBezTo>
                <a:cubicBezTo>
                  <a:pt x="113290" y="104633"/>
                  <a:pt x="113281" y="106249"/>
                  <a:pt x="113568" y="106728"/>
                </a:cubicBezTo>
                <a:cubicBezTo>
                  <a:pt x="114371" y="108010"/>
                  <a:pt x="119566" y="103944"/>
                  <a:pt x="119002" y="102470"/>
                </a:cubicBezTo>
                <a:close/>
                <a:moveTo>
                  <a:pt x="218296" y="101122"/>
                </a:moveTo>
                <a:cubicBezTo>
                  <a:pt x="220965" y="99754"/>
                  <a:pt x="223940" y="99782"/>
                  <a:pt x="224409" y="101189"/>
                </a:cubicBezTo>
                <a:cubicBezTo>
                  <a:pt x="225136" y="103341"/>
                  <a:pt x="228159" y="93918"/>
                  <a:pt x="228953" y="87058"/>
                </a:cubicBezTo>
                <a:cubicBezTo>
                  <a:pt x="229920" y="78601"/>
                  <a:pt x="229001" y="76678"/>
                  <a:pt x="225366" y="79529"/>
                </a:cubicBezTo>
                <a:cubicBezTo>
                  <a:pt x="222534" y="81768"/>
                  <a:pt x="213847" y="82141"/>
                  <a:pt x="212154" y="80113"/>
                </a:cubicBezTo>
                <a:cubicBezTo>
                  <a:pt x="210776" y="78448"/>
                  <a:pt x="212164" y="77291"/>
                  <a:pt x="217397" y="75741"/>
                </a:cubicBezTo>
                <a:cubicBezTo>
                  <a:pt x="222352" y="74267"/>
                  <a:pt x="221740" y="73091"/>
                  <a:pt x="216000" y="73081"/>
                </a:cubicBezTo>
                <a:cubicBezTo>
                  <a:pt x="213570" y="73081"/>
                  <a:pt x="210748" y="72947"/>
                  <a:pt x="209714" y="72794"/>
                </a:cubicBezTo>
                <a:cubicBezTo>
                  <a:pt x="208423" y="72603"/>
                  <a:pt x="207925" y="72985"/>
                  <a:pt x="208098" y="74038"/>
                </a:cubicBezTo>
                <a:cubicBezTo>
                  <a:pt x="208241" y="74880"/>
                  <a:pt x="207629" y="75846"/>
                  <a:pt x="206749" y="76181"/>
                </a:cubicBezTo>
                <a:cubicBezTo>
                  <a:pt x="205438" y="76688"/>
                  <a:pt x="205725" y="77137"/>
                  <a:pt x="208366" y="78726"/>
                </a:cubicBezTo>
                <a:cubicBezTo>
                  <a:pt x="210135" y="79778"/>
                  <a:pt x="212757" y="81739"/>
                  <a:pt x="214182" y="83088"/>
                </a:cubicBezTo>
                <a:cubicBezTo>
                  <a:pt x="217177" y="85901"/>
                  <a:pt x="217024" y="88847"/>
                  <a:pt x="213589" y="94463"/>
                </a:cubicBezTo>
                <a:cubicBezTo>
                  <a:pt x="212498" y="96262"/>
                  <a:pt x="211743" y="98156"/>
                  <a:pt x="211915" y="98672"/>
                </a:cubicBezTo>
                <a:cubicBezTo>
                  <a:pt x="212087" y="99179"/>
                  <a:pt x="212231" y="101007"/>
                  <a:pt x="212231" y="102719"/>
                </a:cubicBezTo>
                <a:lnTo>
                  <a:pt x="212240" y="105828"/>
                </a:lnTo>
                <a:lnTo>
                  <a:pt x="214249" y="104001"/>
                </a:lnTo>
                <a:cubicBezTo>
                  <a:pt x="215349" y="102997"/>
                  <a:pt x="217177" y="101696"/>
                  <a:pt x="218296" y="101122"/>
                </a:cubicBezTo>
                <a:close/>
                <a:moveTo>
                  <a:pt x="207371" y="100768"/>
                </a:moveTo>
                <a:cubicBezTo>
                  <a:pt x="207380" y="100385"/>
                  <a:pt x="206959" y="100069"/>
                  <a:pt x="206452" y="100069"/>
                </a:cubicBezTo>
                <a:cubicBezTo>
                  <a:pt x="205936" y="100069"/>
                  <a:pt x="205524" y="101016"/>
                  <a:pt x="205524" y="102174"/>
                </a:cubicBezTo>
                <a:cubicBezTo>
                  <a:pt x="205543" y="103877"/>
                  <a:pt x="205716" y="104011"/>
                  <a:pt x="206452" y="102872"/>
                </a:cubicBezTo>
                <a:cubicBezTo>
                  <a:pt x="206950" y="102107"/>
                  <a:pt x="207361" y="101160"/>
                  <a:pt x="207371" y="100768"/>
                </a:cubicBezTo>
                <a:close/>
                <a:moveTo>
                  <a:pt x="201621" y="94740"/>
                </a:moveTo>
                <a:cubicBezTo>
                  <a:pt x="200951" y="93937"/>
                  <a:pt x="198531" y="92473"/>
                  <a:pt x="196244" y="91497"/>
                </a:cubicBezTo>
                <a:cubicBezTo>
                  <a:pt x="193958" y="90512"/>
                  <a:pt x="191538" y="88924"/>
                  <a:pt x="190858" y="87958"/>
                </a:cubicBezTo>
                <a:cubicBezTo>
                  <a:pt x="189710" y="86322"/>
                  <a:pt x="189404" y="86303"/>
                  <a:pt x="185950" y="87651"/>
                </a:cubicBezTo>
                <a:cubicBezTo>
                  <a:pt x="181349" y="89460"/>
                  <a:pt x="180689" y="91105"/>
                  <a:pt x="183061" y="94817"/>
                </a:cubicBezTo>
                <a:cubicBezTo>
                  <a:pt x="184085" y="96424"/>
                  <a:pt x="184936" y="97209"/>
                  <a:pt x="184946" y="96568"/>
                </a:cubicBezTo>
                <a:cubicBezTo>
                  <a:pt x="184975" y="94387"/>
                  <a:pt x="187845" y="95391"/>
                  <a:pt x="188974" y="97965"/>
                </a:cubicBezTo>
                <a:cubicBezTo>
                  <a:pt x="190648" y="101791"/>
                  <a:pt x="193059" y="101543"/>
                  <a:pt x="192599" y="97601"/>
                </a:cubicBezTo>
                <a:cubicBezTo>
                  <a:pt x="192303" y="95104"/>
                  <a:pt x="192561" y="94463"/>
                  <a:pt x="193862" y="94463"/>
                </a:cubicBezTo>
                <a:cubicBezTo>
                  <a:pt x="195565" y="94463"/>
                  <a:pt x="201659" y="100337"/>
                  <a:pt x="201937" y="102241"/>
                </a:cubicBezTo>
                <a:cubicBezTo>
                  <a:pt x="202023" y="102844"/>
                  <a:pt x="202262" y="101734"/>
                  <a:pt x="202463" y="99773"/>
                </a:cubicBezTo>
                <a:cubicBezTo>
                  <a:pt x="202673" y="97697"/>
                  <a:pt x="202329" y="95592"/>
                  <a:pt x="201621" y="94740"/>
                </a:cubicBezTo>
                <a:close/>
                <a:moveTo>
                  <a:pt x="144306" y="100155"/>
                </a:moveTo>
                <a:cubicBezTo>
                  <a:pt x="145674" y="99620"/>
                  <a:pt x="144871" y="99266"/>
                  <a:pt x="141101" y="98768"/>
                </a:cubicBezTo>
                <a:cubicBezTo>
                  <a:pt x="135648" y="98041"/>
                  <a:pt x="132654" y="96816"/>
                  <a:pt x="132654" y="95324"/>
                </a:cubicBezTo>
                <a:cubicBezTo>
                  <a:pt x="132654" y="92473"/>
                  <a:pt x="147693" y="90263"/>
                  <a:pt x="150171" y="92741"/>
                </a:cubicBezTo>
                <a:cubicBezTo>
                  <a:pt x="150993" y="93564"/>
                  <a:pt x="151606" y="93535"/>
                  <a:pt x="152696" y="92626"/>
                </a:cubicBezTo>
                <a:cubicBezTo>
                  <a:pt x="153490" y="91976"/>
                  <a:pt x="154131" y="91115"/>
                  <a:pt x="154131" y="90722"/>
                </a:cubicBezTo>
                <a:cubicBezTo>
                  <a:pt x="154131" y="89613"/>
                  <a:pt x="146315" y="87929"/>
                  <a:pt x="141139" y="87929"/>
                </a:cubicBezTo>
                <a:cubicBezTo>
                  <a:pt x="137418" y="87929"/>
                  <a:pt x="136251" y="88312"/>
                  <a:pt x="135457" y="89785"/>
                </a:cubicBezTo>
                <a:cubicBezTo>
                  <a:pt x="134911" y="90809"/>
                  <a:pt x="133323" y="92272"/>
                  <a:pt x="131917" y="93038"/>
                </a:cubicBezTo>
                <a:cubicBezTo>
                  <a:pt x="130520" y="93803"/>
                  <a:pt x="128243" y="95391"/>
                  <a:pt x="126856" y="96549"/>
                </a:cubicBezTo>
                <a:lnTo>
                  <a:pt x="124331" y="98672"/>
                </a:lnTo>
                <a:lnTo>
                  <a:pt x="129430" y="98720"/>
                </a:lnTo>
                <a:cubicBezTo>
                  <a:pt x="132233" y="98749"/>
                  <a:pt x="135026" y="99275"/>
                  <a:pt x="135639" y="99887"/>
                </a:cubicBezTo>
                <a:cubicBezTo>
                  <a:pt x="136882" y="101131"/>
                  <a:pt x="141455" y="101265"/>
                  <a:pt x="144306" y="100155"/>
                </a:cubicBezTo>
                <a:close/>
                <a:moveTo>
                  <a:pt x="238425" y="96185"/>
                </a:moveTo>
                <a:cubicBezTo>
                  <a:pt x="237956" y="94367"/>
                  <a:pt x="237975" y="91373"/>
                  <a:pt x="238472" y="89000"/>
                </a:cubicBezTo>
                <a:cubicBezTo>
                  <a:pt x="239592" y="83710"/>
                  <a:pt x="238205" y="82112"/>
                  <a:pt x="235650" y="85757"/>
                </a:cubicBezTo>
                <a:cubicBezTo>
                  <a:pt x="233163" y="89307"/>
                  <a:pt x="232522" y="93238"/>
                  <a:pt x="234196" y="94626"/>
                </a:cubicBezTo>
                <a:cubicBezTo>
                  <a:pt x="234933" y="95238"/>
                  <a:pt x="236205" y="97027"/>
                  <a:pt x="237018" y="98605"/>
                </a:cubicBezTo>
                <a:cubicBezTo>
                  <a:pt x="238779" y="101992"/>
                  <a:pt x="239582" y="100615"/>
                  <a:pt x="238425" y="96185"/>
                </a:cubicBezTo>
                <a:close/>
                <a:moveTo>
                  <a:pt x="120542" y="91009"/>
                </a:moveTo>
                <a:cubicBezTo>
                  <a:pt x="121843" y="89842"/>
                  <a:pt x="124579" y="88082"/>
                  <a:pt x="126607" y="87097"/>
                </a:cubicBezTo>
                <a:lnTo>
                  <a:pt x="130310" y="85298"/>
                </a:lnTo>
                <a:lnTo>
                  <a:pt x="126799" y="84638"/>
                </a:lnTo>
                <a:cubicBezTo>
                  <a:pt x="124359" y="84179"/>
                  <a:pt x="122341" y="84437"/>
                  <a:pt x="120131" y="85489"/>
                </a:cubicBezTo>
                <a:cubicBezTo>
                  <a:pt x="118380" y="86312"/>
                  <a:pt x="115443" y="86991"/>
                  <a:pt x="113597" y="86991"/>
                </a:cubicBezTo>
                <a:cubicBezTo>
                  <a:pt x="109789" y="86991"/>
                  <a:pt x="109387" y="88015"/>
                  <a:pt x="112095" y="90732"/>
                </a:cubicBezTo>
                <a:cubicBezTo>
                  <a:pt x="113128" y="91756"/>
                  <a:pt x="113970" y="93506"/>
                  <a:pt x="113970" y="94607"/>
                </a:cubicBezTo>
                <a:cubicBezTo>
                  <a:pt x="113970" y="96836"/>
                  <a:pt x="114056" y="96788"/>
                  <a:pt x="120542" y="91009"/>
                </a:cubicBezTo>
                <a:close/>
                <a:moveTo>
                  <a:pt x="208509" y="87116"/>
                </a:moveTo>
                <a:cubicBezTo>
                  <a:pt x="205065" y="85365"/>
                  <a:pt x="201774" y="82265"/>
                  <a:pt x="201774" y="80754"/>
                </a:cubicBezTo>
                <a:cubicBezTo>
                  <a:pt x="201774" y="79013"/>
                  <a:pt x="199842" y="79252"/>
                  <a:pt x="197115" y="81347"/>
                </a:cubicBezTo>
                <a:cubicBezTo>
                  <a:pt x="195029" y="82954"/>
                  <a:pt x="194953" y="83203"/>
                  <a:pt x="196426" y="83767"/>
                </a:cubicBezTo>
                <a:cubicBezTo>
                  <a:pt x="197325" y="84112"/>
                  <a:pt x="198646" y="83920"/>
                  <a:pt x="199354" y="83327"/>
                </a:cubicBezTo>
                <a:cubicBezTo>
                  <a:pt x="200368" y="82485"/>
                  <a:pt x="201238" y="83021"/>
                  <a:pt x="203544" y="85929"/>
                </a:cubicBezTo>
                <a:cubicBezTo>
                  <a:pt x="206711" y="89919"/>
                  <a:pt x="207074" y="91516"/>
                  <a:pt x="205275" y="93554"/>
                </a:cubicBezTo>
                <a:cubicBezTo>
                  <a:pt x="204635" y="94281"/>
                  <a:pt x="205668" y="93420"/>
                  <a:pt x="207581" y="91641"/>
                </a:cubicBezTo>
                <a:lnTo>
                  <a:pt x="211044" y="88407"/>
                </a:lnTo>
                <a:lnTo>
                  <a:pt x="208509" y="87116"/>
                </a:lnTo>
                <a:close/>
                <a:moveTo>
                  <a:pt x="168998" y="86848"/>
                </a:moveTo>
                <a:cubicBezTo>
                  <a:pt x="167850" y="84619"/>
                  <a:pt x="166750" y="83279"/>
                  <a:pt x="166549" y="83882"/>
                </a:cubicBezTo>
                <a:cubicBezTo>
                  <a:pt x="166185" y="84954"/>
                  <a:pt x="170146" y="91842"/>
                  <a:pt x="170768" y="91220"/>
                </a:cubicBezTo>
                <a:cubicBezTo>
                  <a:pt x="170940" y="91048"/>
                  <a:pt x="170146" y="89086"/>
                  <a:pt x="168998" y="86848"/>
                </a:cubicBezTo>
                <a:close/>
                <a:moveTo>
                  <a:pt x="92483" y="87269"/>
                </a:moveTo>
                <a:cubicBezTo>
                  <a:pt x="92483" y="85394"/>
                  <a:pt x="92215" y="85021"/>
                  <a:pt x="91421" y="85805"/>
                </a:cubicBezTo>
                <a:cubicBezTo>
                  <a:pt x="90837" y="86389"/>
                  <a:pt x="90617" y="87527"/>
                  <a:pt x="90923" y="88331"/>
                </a:cubicBezTo>
                <a:cubicBezTo>
                  <a:pt x="91784" y="90560"/>
                  <a:pt x="92483" y="90081"/>
                  <a:pt x="92483" y="87269"/>
                </a:cubicBezTo>
                <a:close/>
                <a:moveTo>
                  <a:pt x="163497" y="87278"/>
                </a:moveTo>
                <a:cubicBezTo>
                  <a:pt x="161842" y="85164"/>
                  <a:pt x="160876" y="84791"/>
                  <a:pt x="157594" y="84973"/>
                </a:cubicBezTo>
                <a:cubicBezTo>
                  <a:pt x="152534" y="85241"/>
                  <a:pt x="146803" y="82064"/>
                  <a:pt x="148563" y="79950"/>
                </a:cubicBezTo>
                <a:cubicBezTo>
                  <a:pt x="149185" y="79194"/>
                  <a:pt x="150984" y="78582"/>
                  <a:pt x="152572" y="78582"/>
                </a:cubicBezTo>
                <a:cubicBezTo>
                  <a:pt x="154830" y="78582"/>
                  <a:pt x="155203" y="78343"/>
                  <a:pt x="154303" y="77444"/>
                </a:cubicBezTo>
                <a:cubicBezTo>
                  <a:pt x="153672" y="76812"/>
                  <a:pt x="151797" y="76410"/>
                  <a:pt x="150142" y="76554"/>
                </a:cubicBezTo>
                <a:cubicBezTo>
                  <a:pt x="148075" y="76726"/>
                  <a:pt x="145732" y="75913"/>
                  <a:pt x="142689" y="73980"/>
                </a:cubicBezTo>
                <a:cubicBezTo>
                  <a:pt x="138757" y="71474"/>
                  <a:pt x="138250" y="71350"/>
                  <a:pt x="138250" y="72890"/>
                </a:cubicBezTo>
                <a:cubicBezTo>
                  <a:pt x="138250" y="73846"/>
                  <a:pt x="139724" y="75750"/>
                  <a:pt x="141522" y="77118"/>
                </a:cubicBezTo>
                <a:cubicBezTo>
                  <a:pt x="143321" y="78496"/>
                  <a:pt x="145435" y="80859"/>
                  <a:pt x="146219" y="82371"/>
                </a:cubicBezTo>
                <a:cubicBezTo>
                  <a:pt x="147138" y="84150"/>
                  <a:pt x="148382" y="85135"/>
                  <a:pt x="149721" y="85145"/>
                </a:cubicBezTo>
                <a:cubicBezTo>
                  <a:pt x="150869" y="85164"/>
                  <a:pt x="154533" y="86169"/>
                  <a:pt x="157872" y="87393"/>
                </a:cubicBezTo>
                <a:cubicBezTo>
                  <a:pt x="165707" y="90263"/>
                  <a:pt x="165841" y="90254"/>
                  <a:pt x="163497" y="87278"/>
                </a:cubicBezTo>
                <a:close/>
                <a:moveTo>
                  <a:pt x="181540" y="82791"/>
                </a:moveTo>
                <a:cubicBezTo>
                  <a:pt x="182994" y="80486"/>
                  <a:pt x="184008" y="78075"/>
                  <a:pt x="183798" y="77424"/>
                </a:cubicBezTo>
                <a:cubicBezTo>
                  <a:pt x="183559" y="76726"/>
                  <a:pt x="181732" y="76229"/>
                  <a:pt x="179282" y="76209"/>
                </a:cubicBezTo>
                <a:cubicBezTo>
                  <a:pt x="177005" y="76181"/>
                  <a:pt x="173954" y="75817"/>
                  <a:pt x="172500" y="75387"/>
                </a:cubicBezTo>
                <a:lnTo>
                  <a:pt x="169840" y="74602"/>
                </a:lnTo>
                <a:lnTo>
                  <a:pt x="173896" y="80782"/>
                </a:lnTo>
                <a:cubicBezTo>
                  <a:pt x="176125" y="84179"/>
                  <a:pt x="178163" y="86963"/>
                  <a:pt x="178421" y="86972"/>
                </a:cubicBezTo>
                <a:cubicBezTo>
                  <a:pt x="178680" y="86982"/>
                  <a:pt x="180086" y="85107"/>
                  <a:pt x="181540" y="82791"/>
                </a:cubicBezTo>
                <a:close/>
                <a:moveTo>
                  <a:pt x="188734" y="82992"/>
                </a:moveTo>
                <a:cubicBezTo>
                  <a:pt x="189528" y="82371"/>
                  <a:pt x="190236" y="80897"/>
                  <a:pt x="190313" y="79721"/>
                </a:cubicBezTo>
                <a:cubicBezTo>
                  <a:pt x="190485" y="77090"/>
                  <a:pt x="193862" y="71483"/>
                  <a:pt x="195690" y="70776"/>
                </a:cubicBezTo>
                <a:cubicBezTo>
                  <a:pt x="197612" y="70039"/>
                  <a:pt x="198282" y="71617"/>
                  <a:pt x="197517" y="75090"/>
                </a:cubicBezTo>
                <a:cubicBezTo>
                  <a:pt x="196933" y="77769"/>
                  <a:pt x="197019" y="77951"/>
                  <a:pt x="198378" y="76822"/>
                </a:cubicBezTo>
                <a:cubicBezTo>
                  <a:pt x="199210" y="76133"/>
                  <a:pt x="199660" y="75205"/>
                  <a:pt x="199392" y="74765"/>
                </a:cubicBezTo>
                <a:cubicBezTo>
                  <a:pt x="198684" y="73626"/>
                  <a:pt x="200578" y="70230"/>
                  <a:pt x="203821" y="66796"/>
                </a:cubicBezTo>
                <a:cubicBezTo>
                  <a:pt x="205983" y="64519"/>
                  <a:pt x="206280" y="63773"/>
                  <a:pt x="205199" y="63361"/>
                </a:cubicBezTo>
                <a:cubicBezTo>
                  <a:pt x="204443" y="63065"/>
                  <a:pt x="203046" y="63706"/>
                  <a:pt x="202099" y="64768"/>
                </a:cubicBezTo>
                <a:cubicBezTo>
                  <a:pt x="201152" y="65839"/>
                  <a:pt x="198588" y="67513"/>
                  <a:pt x="196407" y="68489"/>
                </a:cubicBezTo>
                <a:cubicBezTo>
                  <a:pt x="194226" y="69465"/>
                  <a:pt x="192437" y="70776"/>
                  <a:pt x="192437" y="71388"/>
                </a:cubicBezTo>
                <a:cubicBezTo>
                  <a:pt x="192437" y="72010"/>
                  <a:pt x="190964" y="74947"/>
                  <a:pt x="189165" y="77932"/>
                </a:cubicBezTo>
                <a:cubicBezTo>
                  <a:pt x="187366" y="80907"/>
                  <a:pt x="185893" y="83538"/>
                  <a:pt x="185893" y="83767"/>
                </a:cubicBezTo>
                <a:cubicBezTo>
                  <a:pt x="185893" y="84533"/>
                  <a:pt x="187271" y="84150"/>
                  <a:pt x="188734" y="82992"/>
                </a:cubicBezTo>
                <a:close/>
                <a:moveTo>
                  <a:pt x="132654" y="82964"/>
                </a:moveTo>
                <a:cubicBezTo>
                  <a:pt x="132654" y="82801"/>
                  <a:pt x="131353" y="81710"/>
                  <a:pt x="129764" y="80534"/>
                </a:cubicBezTo>
                <a:cubicBezTo>
                  <a:pt x="127210" y="78649"/>
                  <a:pt x="126914" y="78601"/>
                  <a:pt x="127201" y="80084"/>
                </a:cubicBezTo>
                <a:cubicBezTo>
                  <a:pt x="127373" y="81012"/>
                  <a:pt x="128569" y="82064"/>
                  <a:pt x="129851" y="82418"/>
                </a:cubicBezTo>
                <a:cubicBezTo>
                  <a:pt x="131133" y="82782"/>
                  <a:pt x="132290" y="83107"/>
                  <a:pt x="132415" y="83165"/>
                </a:cubicBezTo>
                <a:cubicBezTo>
                  <a:pt x="132548" y="83212"/>
                  <a:pt x="132654" y="83126"/>
                  <a:pt x="132654" y="82964"/>
                </a:cubicBezTo>
                <a:close/>
                <a:moveTo>
                  <a:pt x="235134" y="77683"/>
                </a:moveTo>
                <a:cubicBezTo>
                  <a:pt x="233785" y="74114"/>
                  <a:pt x="235067" y="68106"/>
                  <a:pt x="237095" y="68499"/>
                </a:cubicBezTo>
                <a:cubicBezTo>
                  <a:pt x="237965" y="68661"/>
                  <a:pt x="238807" y="69733"/>
                  <a:pt x="238970" y="70890"/>
                </a:cubicBezTo>
                <a:cubicBezTo>
                  <a:pt x="239142" y="72038"/>
                  <a:pt x="239668" y="72976"/>
                  <a:pt x="240147" y="72976"/>
                </a:cubicBezTo>
                <a:cubicBezTo>
                  <a:pt x="241237" y="72976"/>
                  <a:pt x="241256" y="71455"/>
                  <a:pt x="240194" y="69417"/>
                </a:cubicBezTo>
                <a:cubicBezTo>
                  <a:pt x="239687" y="68460"/>
                  <a:pt x="239812" y="66107"/>
                  <a:pt x="240510" y="63409"/>
                </a:cubicBezTo>
                <a:cubicBezTo>
                  <a:pt x="241429" y="59841"/>
                  <a:pt x="241419" y="58970"/>
                  <a:pt x="240472" y="58970"/>
                </a:cubicBezTo>
                <a:cubicBezTo>
                  <a:pt x="239821" y="58970"/>
                  <a:pt x="238817" y="60386"/>
                  <a:pt x="238243" y="62127"/>
                </a:cubicBezTo>
                <a:cubicBezTo>
                  <a:pt x="237669" y="63859"/>
                  <a:pt x="236377" y="66030"/>
                  <a:pt x="235373" y="66939"/>
                </a:cubicBezTo>
                <a:cubicBezTo>
                  <a:pt x="233842" y="68326"/>
                  <a:pt x="233536" y="69838"/>
                  <a:pt x="233536" y="76104"/>
                </a:cubicBezTo>
                <a:cubicBezTo>
                  <a:pt x="233536" y="82648"/>
                  <a:pt x="233699" y="83394"/>
                  <a:pt x="234799" y="81883"/>
                </a:cubicBezTo>
                <a:cubicBezTo>
                  <a:pt x="235736" y="80610"/>
                  <a:pt x="235822" y="79510"/>
                  <a:pt x="235134" y="77683"/>
                </a:cubicBezTo>
                <a:close/>
                <a:moveTo>
                  <a:pt x="162531" y="76946"/>
                </a:moveTo>
                <a:cubicBezTo>
                  <a:pt x="162502" y="71665"/>
                  <a:pt x="161459" y="70555"/>
                  <a:pt x="158408" y="72555"/>
                </a:cubicBezTo>
                <a:lnTo>
                  <a:pt x="155911" y="74191"/>
                </a:lnTo>
                <a:lnTo>
                  <a:pt x="158943" y="77319"/>
                </a:lnTo>
                <a:cubicBezTo>
                  <a:pt x="160608" y="79041"/>
                  <a:pt x="162100" y="80457"/>
                  <a:pt x="162263" y="80457"/>
                </a:cubicBezTo>
                <a:cubicBezTo>
                  <a:pt x="162416" y="80457"/>
                  <a:pt x="162540" y="78879"/>
                  <a:pt x="162531" y="76946"/>
                </a:cubicBezTo>
                <a:close/>
                <a:moveTo>
                  <a:pt x="214833" y="64079"/>
                </a:moveTo>
                <a:cubicBezTo>
                  <a:pt x="213216" y="62127"/>
                  <a:pt x="211121" y="62376"/>
                  <a:pt x="211121" y="64509"/>
                </a:cubicBezTo>
                <a:cubicBezTo>
                  <a:pt x="211121" y="65667"/>
                  <a:pt x="211867" y="66423"/>
                  <a:pt x="213216" y="66614"/>
                </a:cubicBezTo>
                <a:cubicBezTo>
                  <a:pt x="215742" y="66968"/>
                  <a:pt x="216383" y="65954"/>
                  <a:pt x="214833" y="64079"/>
                </a:cubicBezTo>
                <a:close/>
                <a:moveTo>
                  <a:pt x="201774" y="52732"/>
                </a:moveTo>
                <a:cubicBezTo>
                  <a:pt x="201774" y="52570"/>
                  <a:pt x="201210" y="52426"/>
                  <a:pt x="200530" y="52426"/>
                </a:cubicBezTo>
                <a:cubicBezTo>
                  <a:pt x="199842" y="52426"/>
                  <a:pt x="198751" y="53584"/>
                  <a:pt x="198110" y="55000"/>
                </a:cubicBezTo>
                <a:lnTo>
                  <a:pt x="196943" y="57564"/>
                </a:lnTo>
                <a:lnTo>
                  <a:pt x="199363" y="55306"/>
                </a:lnTo>
                <a:cubicBezTo>
                  <a:pt x="200693" y="54053"/>
                  <a:pt x="201774" y="52905"/>
                  <a:pt x="201774" y="52732"/>
                </a:cubicBezTo>
                <a:close/>
                <a:moveTo>
                  <a:pt x="232876" y="53364"/>
                </a:moveTo>
                <a:cubicBezTo>
                  <a:pt x="233144" y="52340"/>
                  <a:pt x="232981" y="51498"/>
                  <a:pt x="232512" y="51498"/>
                </a:cubicBezTo>
                <a:cubicBezTo>
                  <a:pt x="232053" y="51498"/>
                  <a:pt x="231670" y="52340"/>
                  <a:pt x="231670" y="53364"/>
                </a:cubicBezTo>
                <a:cubicBezTo>
                  <a:pt x="231670" y="54388"/>
                  <a:pt x="231833" y="55229"/>
                  <a:pt x="232024" y="55229"/>
                </a:cubicBezTo>
                <a:cubicBezTo>
                  <a:pt x="232225" y="55229"/>
                  <a:pt x="232608" y="54388"/>
                  <a:pt x="232876" y="53364"/>
                </a:cubicBezTo>
                <a:close/>
                <a:moveTo>
                  <a:pt x="153787" y="43204"/>
                </a:moveTo>
                <a:cubicBezTo>
                  <a:pt x="151424" y="40726"/>
                  <a:pt x="149463" y="36622"/>
                  <a:pt x="149463" y="34154"/>
                </a:cubicBezTo>
                <a:cubicBezTo>
                  <a:pt x="149463" y="32164"/>
                  <a:pt x="152314" y="32527"/>
                  <a:pt x="154772" y="34842"/>
                </a:cubicBezTo>
                <a:cubicBezTo>
                  <a:pt x="156552" y="36517"/>
                  <a:pt x="156934" y="36603"/>
                  <a:pt x="156934" y="35359"/>
                </a:cubicBezTo>
                <a:cubicBezTo>
                  <a:pt x="156934" y="34536"/>
                  <a:pt x="156159" y="33302"/>
                  <a:pt x="155222" y="32633"/>
                </a:cubicBezTo>
                <a:cubicBezTo>
                  <a:pt x="152916" y="30997"/>
                  <a:pt x="151682" y="28461"/>
                  <a:pt x="150898" y="23764"/>
                </a:cubicBezTo>
                <a:cubicBezTo>
                  <a:pt x="150438" y="20951"/>
                  <a:pt x="149884" y="19985"/>
                  <a:pt x="148956" y="20349"/>
                </a:cubicBezTo>
                <a:cubicBezTo>
                  <a:pt x="148028" y="20703"/>
                  <a:pt x="147664" y="22511"/>
                  <a:pt x="147693" y="26596"/>
                </a:cubicBezTo>
                <a:cubicBezTo>
                  <a:pt x="147712" y="29762"/>
                  <a:pt x="147616" y="32977"/>
                  <a:pt x="147463" y="33742"/>
                </a:cubicBezTo>
                <a:cubicBezTo>
                  <a:pt x="147320" y="34517"/>
                  <a:pt x="149080" y="38927"/>
                  <a:pt x="151366" y="43558"/>
                </a:cubicBezTo>
                <a:cubicBezTo>
                  <a:pt x="155308" y="51508"/>
                  <a:pt x="155557" y="51795"/>
                  <a:pt x="155834" y="48810"/>
                </a:cubicBezTo>
                <a:cubicBezTo>
                  <a:pt x="156054" y="46457"/>
                  <a:pt x="155538" y="45031"/>
                  <a:pt x="153787" y="43204"/>
                </a:cubicBezTo>
                <a:close/>
                <a:moveTo>
                  <a:pt x="137485" y="20129"/>
                </a:moveTo>
                <a:cubicBezTo>
                  <a:pt x="137217" y="17785"/>
                  <a:pt x="136806" y="17077"/>
                  <a:pt x="136117" y="17766"/>
                </a:cubicBezTo>
                <a:cubicBezTo>
                  <a:pt x="135428" y="18454"/>
                  <a:pt x="135447" y="19459"/>
                  <a:pt x="136203" y="21114"/>
                </a:cubicBezTo>
                <a:cubicBezTo>
                  <a:pt x="137657" y="24309"/>
                  <a:pt x="137954" y="24080"/>
                  <a:pt x="137485" y="20129"/>
                </a:cubicBezTo>
                <a:close/>
              </a:path>
            </a:pathLst>
          </a:custGeom>
          <a:solidFill>
            <a:srgbClr val="8D8D8D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08" name="PANEL_01-DEM-grounded-tree-1_224">
            <a:extLst>
              <a:ext uri="{FF2B5EF4-FFF2-40B4-BE49-F238E27FC236}">
                <a16:creationId xmlns:a16="http://schemas.microsoft.com/office/drawing/2014/main" id="{2C556985-8AA0-4E90-9B30-CEC343B42B1A}"/>
              </a:ext>
            </a:extLst>
          </p:cNvPr>
          <p:cNvSpPr>
            <a:spLocks/>
          </p:cNvSpPr>
          <p:nvPr/>
        </p:nvSpPr>
        <p:spPr>
          <a:xfrm>
            <a:off x="221066" y="2867713"/>
            <a:ext cx="400834" cy="571500"/>
          </a:xfrm>
          <a:custGeom>
            <a:pathLst>
              <a:path w="420823" h="600000">
                <a:moveTo>
                  <a:pt x="206131" y="542965"/>
                </a:moveTo>
                <a:lnTo>
                  <a:pt x="206554" y="485938"/>
                </a:lnTo>
                <a:lnTo>
                  <a:pt x="197191" y="482053"/>
                </a:lnTo>
                <a:cubicBezTo>
                  <a:pt x="192035" y="479908"/>
                  <a:pt x="182377" y="475268"/>
                  <a:pt x="175721" y="471742"/>
                </a:cubicBezTo>
                <a:cubicBezTo>
                  <a:pt x="165694" y="466420"/>
                  <a:pt x="163374" y="465601"/>
                  <a:pt x="162242" y="466954"/>
                </a:cubicBezTo>
                <a:cubicBezTo>
                  <a:pt x="161441" y="467921"/>
                  <a:pt x="161330" y="468888"/>
                  <a:pt x="161984" y="469283"/>
                </a:cubicBezTo>
                <a:cubicBezTo>
                  <a:pt x="165252" y="471300"/>
                  <a:pt x="163697" y="486702"/>
                  <a:pt x="160226" y="486702"/>
                </a:cubicBezTo>
                <a:cubicBezTo>
                  <a:pt x="158292" y="486702"/>
                  <a:pt x="156221" y="481970"/>
                  <a:pt x="156221" y="477533"/>
                </a:cubicBezTo>
                <a:cubicBezTo>
                  <a:pt x="156221" y="475102"/>
                  <a:pt x="155898" y="474752"/>
                  <a:pt x="154600" y="475829"/>
                </a:cubicBezTo>
                <a:cubicBezTo>
                  <a:pt x="153707" y="476575"/>
                  <a:pt x="153182" y="478380"/>
                  <a:pt x="153431" y="479853"/>
                </a:cubicBezTo>
                <a:cubicBezTo>
                  <a:pt x="153956" y="482891"/>
                  <a:pt x="149536" y="491186"/>
                  <a:pt x="146351" y="493147"/>
                </a:cubicBezTo>
                <a:cubicBezTo>
                  <a:pt x="144740" y="494141"/>
                  <a:pt x="143985" y="494059"/>
                  <a:pt x="143211" y="492816"/>
                </a:cubicBezTo>
                <a:cubicBezTo>
                  <a:pt x="142107" y="491057"/>
                  <a:pt x="143745" y="483517"/>
                  <a:pt x="145762" y="481040"/>
                </a:cubicBezTo>
                <a:cubicBezTo>
                  <a:pt x="146636" y="479963"/>
                  <a:pt x="146452" y="479549"/>
                  <a:pt x="145108" y="479549"/>
                </a:cubicBezTo>
                <a:cubicBezTo>
                  <a:pt x="144086" y="479549"/>
                  <a:pt x="142954" y="480018"/>
                  <a:pt x="142595" y="480608"/>
                </a:cubicBezTo>
                <a:cubicBezTo>
                  <a:pt x="140753" y="483581"/>
                  <a:pt x="126538" y="482909"/>
                  <a:pt x="125498" y="479797"/>
                </a:cubicBezTo>
                <a:cubicBezTo>
                  <a:pt x="124605" y="477109"/>
                  <a:pt x="133434" y="474458"/>
                  <a:pt x="140680" y="475249"/>
                </a:cubicBezTo>
                <a:cubicBezTo>
                  <a:pt x="144307" y="475636"/>
                  <a:pt x="147971" y="475516"/>
                  <a:pt x="148818" y="474973"/>
                </a:cubicBezTo>
                <a:cubicBezTo>
                  <a:pt x="149794" y="474347"/>
                  <a:pt x="148542" y="473905"/>
                  <a:pt x="145430" y="473785"/>
                </a:cubicBezTo>
                <a:cubicBezTo>
                  <a:pt x="140164" y="473583"/>
                  <a:pt x="138332" y="472902"/>
                  <a:pt x="138332" y="471162"/>
                </a:cubicBezTo>
                <a:cubicBezTo>
                  <a:pt x="138332" y="468298"/>
                  <a:pt x="152952" y="464026"/>
                  <a:pt x="154444" y="466448"/>
                </a:cubicBezTo>
                <a:cubicBezTo>
                  <a:pt x="154996" y="467341"/>
                  <a:pt x="155806" y="467267"/>
                  <a:pt x="157086" y="466208"/>
                </a:cubicBezTo>
                <a:cubicBezTo>
                  <a:pt x="158679" y="464883"/>
                  <a:pt x="158421" y="464579"/>
                  <a:pt x="155180" y="463916"/>
                </a:cubicBezTo>
                <a:cubicBezTo>
                  <a:pt x="149030" y="462655"/>
                  <a:pt x="140882" y="464036"/>
                  <a:pt x="140109" y="466466"/>
                </a:cubicBezTo>
                <a:cubicBezTo>
                  <a:pt x="139418" y="468639"/>
                  <a:pt x="134207" y="471603"/>
                  <a:pt x="128628" y="472994"/>
                </a:cubicBezTo>
                <a:cubicBezTo>
                  <a:pt x="123684" y="474227"/>
                  <a:pt x="123260" y="471502"/>
                  <a:pt x="127689" y="466936"/>
                </a:cubicBezTo>
                <a:cubicBezTo>
                  <a:pt x="132670" y="461798"/>
                  <a:pt x="131454" y="460500"/>
                  <a:pt x="124779" y="463833"/>
                </a:cubicBezTo>
                <a:cubicBezTo>
                  <a:pt x="119219" y="466613"/>
                  <a:pt x="113915" y="467203"/>
                  <a:pt x="112663" y="465186"/>
                </a:cubicBezTo>
                <a:cubicBezTo>
                  <a:pt x="111365" y="463078"/>
                  <a:pt x="114560" y="460482"/>
                  <a:pt x="119403" y="459708"/>
                </a:cubicBezTo>
                <a:lnTo>
                  <a:pt x="124006" y="458972"/>
                </a:lnTo>
                <a:lnTo>
                  <a:pt x="120434" y="454912"/>
                </a:lnTo>
                <a:cubicBezTo>
                  <a:pt x="114394" y="448025"/>
                  <a:pt x="116484" y="445134"/>
                  <a:pt x="124384" y="449425"/>
                </a:cubicBezTo>
                <a:cubicBezTo>
                  <a:pt x="126483" y="450557"/>
                  <a:pt x="129871" y="451496"/>
                  <a:pt x="131915" y="451505"/>
                </a:cubicBezTo>
                <a:lnTo>
                  <a:pt x="135634" y="451524"/>
                </a:lnTo>
                <a:lnTo>
                  <a:pt x="133406" y="447362"/>
                </a:lnTo>
                <a:cubicBezTo>
                  <a:pt x="132182" y="445079"/>
                  <a:pt x="131178" y="442262"/>
                  <a:pt x="131178" y="441102"/>
                </a:cubicBezTo>
                <a:cubicBezTo>
                  <a:pt x="131178" y="438404"/>
                  <a:pt x="134161" y="438404"/>
                  <a:pt x="136859" y="441102"/>
                </a:cubicBezTo>
                <a:cubicBezTo>
                  <a:pt x="138010" y="442253"/>
                  <a:pt x="139897" y="443026"/>
                  <a:pt x="141039" y="442805"/>
                </a:cubicBezTo>
                <a:cubicBezTo>
                  <a:pt x="142770" y="442464"/>
                  <a:pt x="142088" y="440908"/>
                  <a:pt x="137098" y="433681"/>
                </a:cubicBezTo>
                <a:cubicBezTo>
                  <a:pt x="129033" y="422016"/>
                  <a:pt x="128214" y="421409"/>
                  <a:pt x="119881" y="420930"/>
                </a:cubicBezTo>
                <a:cubicBezTo>
                  <a:pt x="113860" y="420580"/>
                  <a:pt x="112700" y="420838"/>
                  <a:pt x="112341" y="422605"/>
                </a:cubicBezTo>
                <a:cubicBezTo>
                  <a:pt x="112111" y="423747"/>
                  <a:pt x="112700" y="425469"/>
                  <a:pt x="113658" y="426417"/>
                </a:cubicBezTo>
                <a:cubicBezTo>
                  <a:pt x="115886" y="428645"/>
                  <a:pt x="117073" y="437217"/>
                  <a:pt x="115895" y="442575"/>
                </a:cubicBezTo>
                <a:cubicBezTo>
                  <a:pt x="115232" y="445613"/>
                  <a:pt x="114348" y="446755"/>
                  <a:pt x="112645" y="446755"/>
                </a:cubicBezTo>
                <a:cubicBezTo>
                  <a:pt x="110822" y="446755"/>
                  <a:pt x="109763" y="445051"/>
                  <a:pt x="107821" y="439021"/>
                </a:cubicBezTo>
                <a:cubicBezTo>
                  <a:pt x="105510" y="431877"/>
                  <a:pt x="105215" y="431490"/>
                  <a:pt x="103917" y="433930"/>
                </a:cubicBezTo>
                <a:cubicBezTo>
                  <a:pt x="103134" y="435384"/>
                  <a:pt x="102831" y="437889"/>
                  <a:pt x="103236" y="439509"/>
                </a:cubicBezTo>
                <a:cubicBezTo>
                  <a:pt x="105160" y="447160"/>
                  <a:pt x="94047" y="463207"/>
                  <a:pt x="91469" y="456495"/>
                </a:cubicBezTo>
                <a:cubicBezTo>
                  <a:pt x="90714" y="454516"/>
                  <a:pt x="92528" y="444536"/>
                  <a:pt x="94222" y="441369"/>
                </a:cubicBezTo>
                <a:cubicBezTo>
                  <a:pt x="95216" y="439509"/>
                  <a:pt x="95115" y="439003"/>
                  <a:pt x="93743" y="439003"/>
                </a:cubicBezTo>
                <a:cubicBezTo>
                  <a:pt x="92786" y="439003"/>
                  <a:pt x="91276" y="439721"/>
                  <a:pt x="90392" y="440605"/>
                </a:cubicBezTo>
                <a:cubicBezTo>
                  <a:pt x="87115" y="443882"/>
                  <a:pt x="83073" y="445153"/>
                  <a:pt x="76048" y="445125"/>
                </a:cubicBezTo>
                <a:cubicBezTo>
                  <a:pt x="68103" y="445079"/>
                  <a:pt x="65515" y="443753"/>
                  <a:pt x="67882" y="440899"/>
                </a:cubicBezTo>
                <a:cubicBezTo>
                  <a:pt x="70699" y="437502"/>
                  <a:pt x="79491" y="435053"/>
                  <a:pt x="86166" y="435789"/>
                </a:cubicBezTo>
                <a:cubicBezTo>
                  <a:pt x="90935" y="436323"/>
                  <a:pt x="93403" y="435964"/>
                  <a:pt x="96542" y="434307"/>
                </a:cubicBezTo>
                <a:lnTo>
                  <a:pt x="100658" y="432125"/>
                </a:lnTo>
                <a:lnTo>
                  <a:pt x="92068" y="432742"/>
                </a:lnTo>
                <a:cubicBezTo>
                  <a:pt x="83837" y="433331"/>
                  <a:pt x="83478" y="433248"/>
                  <a:pt x="83478" y="430744"/>
                </a:cubicBezTo>
                <a:cubicBezTo>
                  <a:pt x="83478" y="427015"/>
                  <a:pt x="95014" y="421777"/>
                  <a:pt x="101376" y="422633"/>
                </a:cubicBezTo>
                <a:cubicBezTo>
                  <a:pt x="105593" y="423195"/>
                  <a:pt x="108520" y="421989"/>
                  <a:pt x="108520" y="419678"/>
                </a:cubicBezTo>
                <a:cubicBezTo>
                  <a:pt x="108520" y="418527"/>
                  <a:pt x="99074" y="418435"/>
                  <a:pt x="91276" y="419503"/>
                </a:cubicBezTo>
                <a:cubicBezTo>
                  <a:pt x="86415" y="420166"/>
                  <a:pt x="85448" y="420764"/>
                  <a:pt x="84408" y="423729"/>
                </a:cubicBezTo>
                <a:cubicBezTo>
                  <a:pt x="82502" y="429207"/>
                  <a:pt x="68222" y="436471"/>
                  <a:pt x="65239" y="433479"/>
                </a:cubicBezTo>
                <a:cubicBezTo>
                  <a:pt x="64024" y="432273"/>
                  <a:pt x="67596" y="426417"/>
                  <a:pt x="71601" y="423047"/>
                </a:cubicBezTo>
                <a:lnTo>
                  <a:pt x="75311" y="419917"/>
                </a:lnTo>
                <a:lnTo>
                  <a:pt x="70515" y="419917"/>
                </a:lnTo>
                <a:cubicBezTo>
                  <a:pt x="67403" y="419917"/>
                  <a:pt x="65341" y="420580"/>
                  <a:pt x="64668" y="421777"/>
                </a:cubicBezTo>
                <a:cubicBezTo>
                  <a:pt x="63619" y="423646"/>
                  <a:pt x="55913" y="426923"/>
                  <a:pt x="52322" y="427025"/>
                </a:cubicBezTo>
                <a:cubicBezTo>
                  <a:pt x="51254" y="427052"/>
                  <a:pt x="49753" y="426325"/>
                  <a:pt x="48998" y="425404"/>
                </a:cubicBezTo>
                <a:cubicBezTo>
                  <a:pt x="47903" y="424088"/>
                  <a:pt x="48262" y="423232"/>
                  <a:pt x="50711" y="421298"/>
                </a:cubicBezTo>
                <a:cubicBezTo>
                  <a:pt x="52414" y="419963"/>
                  <a:pt x="55692" y="418242"/>
                  <a:pt x="57975" y="417487"/>
                </a:cubicBezTo>
                <a:lnTo>
                  <a:pt x="62146" y="416115"/>
                </a:lnTo>
                <a:lnTo>
                  <a:pt x="57901" y="411999"/>
                </a:lnTo>
                <a:cubicBezTo>
                  <a:pt x="55572" y="409735"/>
                  <a:pt x="53666" y="407313"/>
                  <a:pt x="53666" y="406613"/>
                </a:cubicBezTo>
                <a:cubicBezTo>
                  <a:pt x="53666" y="405914"/>
                  <a:pt x="52681" y="406567"/>
                  <a:pt x="51475" y="408050"/>
                </a:cubicBezTo>
                <a:cubicBezTo>
                  <a:pt x="50269" y="409541"/>
                  <a:pt x="48722" y="410416"/>
                  <a:pt x="48032" y="409983"/>
                </a:cubicBezTo>
                <a:cubicBezTo>
                  <a:pt x="45804" y="408611"/>
                  <a:pt x="45251" y="401449"/>
                  <a:pt x="46927" y="395851"/>
                </a:cubicBezTo>
                <a:cubicBezTo>
                  <a:pt x="48483" y="390695"/>
                  <a:pt x="48455" y="390447"/>
                  <a:pt x="46310" y="391008"/>
                </a:cubicBezTo>
                <a:cubicBezTo>
                  <a:pt x="45067" y="391330"/>
                  <a:pt x="43355" y="392592"/>
                  <a:pt x="42498" y="393816"/>
                </a:cubicBezTo>
                <a:cubicBezTo>
                  <a:pt x="39221" y="398493"/>
                  <a:pt x="22520" y="401725"/>
                  <a:pt x="21074" y="397968"/>
                </a:cubicBezTo>
                <a:cubicBezTo>
                  <a:pt x="19666" y="394277"/>
                  <a:pt x="33494" y="386966"/>
                  <a:pt x="39580" y="388182"/>
                </a:cubicBezTo>
                <a:cubicBezTo>
                  <a:pt x="43235" y="388918"/>
                  <a:pt x="48511" y="386884"/>
                  <a:pt x="51107" y="383753"/>
                </a:cubicBezTo>
                <a:cubicBezTo>
                  <a:pt x="52368" y="382234"/>
                  <a:pt x="51981" y="382216"/>
                  <a:pt x="48041" y="383624"/>
                </a:cubicBezTo>
                <a:cubicBezTo>
                  <a:pt x="42563" y="385576"/>
                  <a:pt x="36201" y="385797"/>
                  <a:pt x="35133" y="384066"/>
                </a:cubicBezTo>
                <a:cubicBezTo>
                  <a:pt x="33025" y="380651"/>
                  <a:pt x="46006" y="372935"/>
                  <a:pt x="52690" y="373626"/>
                </a:cubicBezTo>
                <a:cubicBezTo>
                  <a:pt x="55489" y="373921"/>
                  <a:pt x="56806" y="373331"/>
                  <a:pt x="58270" y="371122"/>
                </a:cubicBezTo>
                <a:lnTo>
                  <a:pt x="60185" y="368240"/>
                </a:lnTo>
                <a:lnTo>
                  <a:pt x="53049" y="368995"/>
                </a:lnTo>
                <a:cubicBezTo>
                  <a:pt x="43244" y="370026"/>
                  <a:pt x="36468" y="372530"/>
                  <a:pt x="35962" y="375320"/>
                </a:cubicBezTo>
                <a:cubicBezTo>
                  <a:pt x="34940" y="380918"/>
                  <a:pt x="20890" y="391441"/>
                  <a:pt x="18119" y="388670"/>
                </a:cubicBezTo>
                <a:cubicBezTo>
                  <a:pt x="16526" y="387077"/>
                  <a:pt x="19021" y="381636"/>
                  <a:pt x="23689" y="376526"/>
                </a:cubicBezTo>
                <a:lnTo>
                  <a:pt x="26829" y="373083"/>
                </a:lnTo>
                <a:lnTo>
                  <a:pt x="22142" y="373810"/>
                </a:lnTo>
                <a:cubicBezTo>
                  <a:pt x="19196" y="374261"/>
                  <a:pt x="16526" y="375633"/>
                  <a:pt x="14979" y="377511"/>
                </a:cubicBezTo>
                <a:cubicBezTo>
                  <a:pt x="10993" y="382345"/>
                  <a:pt x="0" y="385097"/>
                  <a:pt x="0" y="381267"/>
                </a:cubicBezTo>
                <a:cubicBezTo>
                  <a:pt x="0" y="378874"/>
                  <a:pt x="6868" y="373405"/>
                  <a:pt x="10901" y="372604"/>
                </a:cubicBezTo>
                <a:lnTo>
                  <a:pt x="14307" y="371923"/>
                </a:lnTo>
                <a:lnTo>
                  <a:pt x="9032" y="368571"/>
                </a:lnTo>
                <a:cubicBezTo>
                  <a:pt x="2698" y="364557"/>
                  <a:pt x="479" y="361178"/>
                  <a:pt x="2882" y="359190"/>
                </a:cubicBezTo>
                <a:cubicBezTo>
                  <a:pt x="4115" y="358159"/>
                  <a:pt x="5782" y="358297"/>
                  <a:pt x="9713" y="359733"/>
                </a:cubicBezTo>
                <a:cubicBezTo>
                  <a:pt x="18073" y="362808"/>
                  <a:pt x="19076" y="363020"/>
                  <a:pt x="19076" y="361758"/>
                </a:cubicBezTo>
                <a:cubicBezTo>
                  <a:pt x="19076" y="361096"/>
                  <a:pt x="20973" y="360203"/>
                  <a:pt x="23275" y="359770"/>
                </a:cubicBezTo>
                <a:lnTo>
                  <a:pt x="27473" y="358987"/>
                </a:lnTo>
                <a:lnTo>
                  <a:pt x="23827" y="355921"/>
                </a:lnTo>
                <a:cubicBezTo>
                  <a:pt x="15799" y="349164"/>
                  <a:pt x="14906" y="340565"/>
                  <a:pt x="22704" y="345039"/>
                </a:cubicBezTo>
                <a:cubicBezTo>
                  <a:pt x="25687" y="346752"/>
                  <a:pt x="27252" y="346862"/>
                  <a:pt x="33080" y="345785"/>
                </a:cubicBezTo>
                <a:cubicBezTo>
                  <a:pt x="36864" y="345094"/>
                  <a:pt x="40804" y="344100"/>
                  <a:pt x="41845" y="343575"/>
                </a:cubicBezTo>
                <a:cubicBezTo>
                  <a:pt x="42885" y="343050"/>
                  <a:pt x="44496" y="343106"/>
                  <a:pt x="45426" y="343686"/>
                </a:cubicBezTo>
                <a:cubicBezTo>
                  <a:pt x="48133" y="345398"/>
                  <a:pt x="48446" y="345021"/>
                  <a:pt x="47930" y="340648"/>
                </a:cubicBezTo>
                <a:cubicBezTo>
                  <a:pt x="47663" y="338373"/>
                  <a:pt x="48087" y="333853"/>
                  <a:pt x="48860" y="330603"/>
                </a:cubicBezTo>
                <a:cubicBezTo>
                  <a:pt x="51494" y="319647"/>
                  <a:pt x="56309" y="322345"/>
                  <a:pt x="57036" y="335188"/>
                </a:cubicBezTo>
                <a:cubicBezTo>
                  <a:pt x="57386" y="341375"/>
                  <a:pt x="57054" y="343612"/>
                  <a:pt x="55572" y="345094"/>
                </a:cubicBezTo>
                <a:cubicBezTo>
                  <a:pt x="52700" y="347967"/>
                  <a:pt x="53169" y="348841"/>
                  <a:pt x="59080" y="351714"/>
                </a:cubicBezTo>
                <a:cubicBezTo>
                  <a:pt x="64365" y="354283"/>
                  <a:pt x="64457" y="354292"/>
                  <a:pt x="63195" y="351926"/>
                </a:cubicBezTo>
                <a:cubicBezTo>
                  <a:pt x="62486" y="350600"/>
                  <a:pt x="62063" y="345905"/>
                  <a:pt x="62256" y="341504"/>
                </a:cubicBezTo>
                <a:cubicBezTo>
                  <a:pt x="62542" y="335105"/>
                  <a:pt x="63011" y="333411"/>
                  <a:pt x="64622" y="333107"/>
                </a:cubicBezTo>
                <a:cubicBezTo>
                  <a:pt x="65838" y="332868"/>
                  <a:pt x="67348" y="334037"/>
                  <a:pt x="68443" y="336072"/>
                </a:cubicBezTo>
                <a:cubicBezTo>
                  <a:pt x="69447" y="337913"/>
                  <a:pt x="70285" y="338963"/>
                  <a:pt x="70312" y="338410"/>
                </a:cubicBezTo>
                <a:cubicBezTo>
                  <a:pt x="70524" y="333890"/>
                  <a:pt x="48897" y="301261"/>
                  <a:pt x="46264" y="302136"/>
                </a:cubicBezTo>
                <a:cubicBezTo>
                  <a:pt x="45537" y="302385"/>
                  <a:pt x="44754" y="303894"/>
                  <a:pt x="44533" y="305496"/>
                </a:cubicBezTo>
                <a:cubicBezTo>
                  <a:pt x="44018" y="309105"/>
                  <a:pt x="36661" y="316167"/>
                  <a:pt x="33411" y="316167"/>
                </a:cubicBezTo>
                <a:cubicBezTo>
                  <a:pt x="30364" y="316167"/>
                  <a:pt x="30373" y="314243"/>
                  <a:pt x="33457" y="309179"/>
                </a:cubicBezTo>
                <a:cubicBezTo>
                  <a:pt x="36588" y="304051"/>
                  <a:pt x="35501" y="302928"/>
                  <a:pt x="31294" y="306933"/>
                </a:cubicBezTo>
                <a:cubicBezTo>
                  <a:pt x="27142" y="310882"/>
                  <a:pt x="16931" y="313709"/>
                  <a:pt x="15449" y="311315"/>
                </a:cubicBezTo>
                <a:cubicBezTo>
                  <a:pt x="14123" y="309170"/>
                  <a:pt x="16020" y="307025"/>
                  <a:pt x="21866" y="304042"/>
                </a:cubicBezTo>
                <a:cubicBezTo>
                  <a:pt x="25328" y="302274"/>
                  <a:pt x="26166" y="301363"/>
                  <a:pt x="24987" y="300626"/>
                </a:cubicBezTo>
                <a:cubicBezTo>
                  <a:pt x="24094" y="300083"/>
                  <a:pt x="22916" y="299908"/>
                  <a:pt x="22363" y="300249"/>
                </a:cubicBezTo>
                <a:cubicBezTo>
                  <a:pt x="20246" y="301565"/>
                  <a:pt x="9538" y="292211"/>
                  <a:pt x="9538" y="289053"/>
                </a:cubicBezTo>
                <a:cubicBezTo>
                  <a:pt x="9538" y="288225"/>
                  <a:pt x="10698" y="287553"/>
                  <a:pt x="12116" y="287553"/>
                </a:cubicBezTo>
                <a:cubicBezTo>
                  <a:pt x="15633" y="287553"/>
                  <a:pt x="25042" y="293205"/>
                  <a:pt x="25042" y="295323"/>
                </a:cubicBezTo>
                <a:cubicBezTo>
                  <a:pt x="25042" y="296262"/>
                  <a:pt x="26626" y="297846"/>
                  <a:pt x="28559" y="298849"/>
                </a:cubicBezTo>
                <a:cubicBezTo>
                  <a:pt x="33780" y="301547"/>
                  <a:pt x="33955" y="301086"/>
                  <a:pt x="29259" y="296962"/>
                </a:cubicBezTo>
                <a:cubicBezTo>
                  <a:pt x="24251" y="292570"/>
                  <a:pt x="23818" y="289937"/>
                  <a:pt x="28081" y="289937"/>
                </a:cubicBezTo>
                <a:cubicBezTo>
                  <a:pt x="32150" y="289937"/>
                  <a:pt x="37398" y="292764"/>
                  <a:pt x="40390" y="296566"/>
                </a:cubicBezTo>
                <a:cubicBezTo>
                  <a:pt x="41900" y="298481"/>
                  <a:pt x="43401" y="299328"/>
                  <a:pt x="44303" y="298766"/>
                </a:cubicBezTo>
                <a:cubicBezTo>
                  <a:pt x="45297" y="298149"/>
                  <a:pt x="43732" y="296069"/>
                  <a:pt x="39341" y="292193"/>
                </a:cubicBezTo>
                <a:cubicBezTo>
                  <a:pt x="34056" y="287534"/>
                  <a:pt x="32509" y="286742"/>
                  <a:pt x="30668" y="287727"/>
                </a:cubicBezTo>
                <a:cubicBezTo>
                  <a:pt x="29130" y="288556"/>
                  <a:pt x="26589" y="288492"/>
                  <a:pt x="22621" y="287543"/>
                </a:cubicBezTo>
                <a:cubicBezTo>
                  <a:pt x="12641" y="285140"/>
                  <a:pt x="11518" y="280390"/>
                  <a:pt x="20936" y="280390"/>
                </a:cubicBezTo>
                <a:cubicBezTo>
                  <a:pt x="23855" y="280390"/>
                  <a:pt x="26239" y="279985"/>
                  <a:pt x="26239" y="279487"/>
                </a:cubicBezTo>
                <a:cubicBezTo>
                  <a:pt x="26239" y="278189"/>
                  <a:pt x="21544" y="275437"/>
                  <a:pt x="20467" y="276099"/>
                </a:cubicBezTo>
                <a:cubicBezTo>
                  <a:pt x="18957" y="277029"/>
                  <a:pt x="10137" y="271496"/>
                  <a:pt x="10137" y="269627"/>
                </a:cubicBezTo>
                <a:cubicBezTo>
                  <a:pt x="10137" y="267123"/>
                  <a:pt x="14722" y="266810"/>
                  <a:pt x="19003" y="269019"/>
                </a:cubicBezTo>
                <a:lnTo>
                  <a:pt x="22658" y="270916"/>
                </a:lnTo>
                <a:lnTo>
                  <a:pt x="22676" y="266414"/>
                </a:lnTo>
                <a:cubicBezTo>
                  <a:pt x="22686" y="263937"/>
                  <a:pt x="23238" y="261102"/>
                  <a:pt x="23892" y="260117"/>
                </a:cubicBezTo>
                <a:cubicBezTo>
                  <a:pt x="24914" y="258598"/>
                  <a:pt x="25438" y="258745"/>
                  <a:pt x="27455" y="261148"/>
                </a:cubicBezTo>
                <a:cubicBezTo>
                  <a:pt x="28753" y="262694"/>
                  <a:pt x="29812" y="265604"/>
                  <a:pt x="29812" y="267611"/>
                </a:cubicBezTo>
                <a:cubicBezTo>
                  <a:pt x="29812" y="269609"/>
                  <a:pt x="30171" y="270888"/>
                  <a:pt x="30613" y="270456"/>
                </a:cubicBezTo>
                <a:cubicBezTo>
                  <a:pt x="31054" y="270014"/>
                  <a:pt x="32610" y="270437"/>
                  <a:pt x="34065" y="271395"/>
                </a:cubicBezTo>
                <a:cubicBezTo>
                  <a:pt x="36606" y="273052"/>
                  <a:pt x="36753" y="272951"/>
                  <a:pt x="37462" y="269222"/>
                </a:cubicBezTo>
                <a:cubicBezTo>
                  <a:pt x="38475" y="263809"/>
                  <a:pt x="41164" y="260310"/>
                  <a:pt x="42950" y="262068"/>
                </a:cubicBezTo>
                <a:cubicBezTo>
                  <a:pt x="43944" y="263054"/>
                  <a:pt x="45509" y="263072"/>
                  <a:pt x="48695" y="262142"/>
                </a:cubicBezTo>
                <a:cubicBezTo>
                  <a:pt x="54440" y="260466"/>
                  <a:pt x="54302" y="260715"/>
                  <a:pt x="51420" y="257042"/>
                </a:cubicBezTo>
                <a:cubicBezTo>
                  <a:pt x="50030" y="255283"/>
                  <a:pt x="48897" y="253101"/>
                  <a:pt x="48897" y="252208"/>
                </a:cubicBezTo>
                <a:cubicBezTo>
                  <a:pt x="48897" y="249824"/>
                  <a:pt x="52893" y="250229"/>
                  <a:pt x="56373" y="252963"/>
                </a:cubicBezTo>
                <a:cubicBezTo>
                  <a:pt x="58040" y="254280"/>
                  <a:pt x="61078" y="255348"/>
                  <a:pt x="63122" y="255348"/>
                </a:cubicBezTo>
                <a:cubicBezTo>
                  <a:pt x="66685" y="255348"/>
                  <a:pt x="66768" y="255237"/>
                  <a:pt x="65147" y="252668"/>
                </a:cubicBezTo>
                <a:cubicBezTo>
                  <a:pt x="64217" y="251195"/>
                  <a:pt x="63094" y="248774"/>
                  <a:pt x="62652" y="247292"/>
                </a:cubicBezTo>
                <a:cubicBezTo>
                  <a:pt x="61612" y="243812"/>
                  <a:pt x="64853" y="242394"/>
                  <a:pt x="67790" y="245045"/>
                </a:cubicBezTo>
                <a:cubicBezTo>
                  <a:pt x="68950" y="246095"/>
                  <a:pt x="72623" y="247163"/>
                  <a:pt x="75965" y="247430"/>
                </a:cubicBezTo>
                <a:cubicBezTo>
                  <a:pt x="79307" y="247688"/>
                  <a:pt x="82631" y="248268"/>
                  <a:pt x="83349" y="248719"/>
                </a:cubicBezTo>
                <a:cubicBezTo>
                  <a:pt x="86470" y="250643"/>
                  <a:pt x="83662" y="245285"/>
                  <a:pt x="75726" y="234172"/>
                </a:cubicBezTo>
                <a:cubicBezTo>
                  <a:pt x="72513" y="229670"/>
                  <a:pt x="68600" y="227820"/>
                  <a:pt x="68830" y="230904"/>
                </a:cubicBezTo>
                <a:cubicBezTo>
                  <a:pt x="69134" y="234918"/>
                  <a:pt x="60562" y="243425"/>
                  <a:pt x="56207" y="243425"/>
                </a:cubicBezTo>
                <a:cubicBezTo>
                  <a:pt x="53933" y="243425"/>
                  <a:pt x="54697" y="239217"/>
                  <a:pt x="57800" y="234651"/>
                </a:cubicBezTo>
                <a:cubicBezTo>
                  <a:pt x="61207" y="229633"/>
                  <a:pt x="60001" y="228970"/>
                  <a:pt x="55351" y="233279"/>
                </a:cubicBezTo>
                <a:cubicBezTo>
                  <a:pt x="52285" y="236115"/>
                  <a:pt x="45804" y="238637"/>
                  <a:pt x="41513" y="238647"/>
                </a:cubicBezTo>
                <a:cubicBezTo>
                  <a:pt x="35842" y="238665"/>
                  <a:pt x="39037" y="232625"/>
                  <a:pt x="46043" y="230094"/>
                </a:cubicBezTo>
                <a:cubicBezTo>
                  <a:pt x="49100" y="228998"/>
                  <a:pt x="49707" y="228308"/>
                  <a:pt x="48722" y="227111"/>
                </a:cubicBezTo>
                <a:cubicBezTo>
                  <a:pt x="48013" y="226264"/>
                  <a:pt x="46945" y="225868"/>
                  <a:pt x="46356" y="226227"/>
                </a:cubicBezTo>
                <a:cubicBezTo>
                  <a:pt x="44607" y="227304"/>
                  <a:pt x="37748" y="222434"/>
                  <a:pt x="35409" y="218456"/>
                </a:cubicBezTo>
                <a:cubicBezTo>
                  <a:pt x="33411" y="215068"/>
                  <a:pt x="33393" y="214728"/>
                  <a:pt x="35234" y="214019"/>
                </a:cubicBezTo>
                <a:cubicBezTo>
                  <a:pt x="38190" y="212886"/>
                  <a:pt x="47277" y="217784"/>
                  <a:pt x="49100" y="221485"/>
                </a:cubicBezTo>
                <a:cubicBezTo>
                  <a:pt x="49974" y="223253"/>
                  <a:pt x="51926" y="225159"/>
                  <a:pt x="53455" y="225711"/>
                </a:cubicBezTo>
                <a:cubicBezTo>
                  <a:pt x="55931" y="226613"/>
                  <a:pt x="55839" y="226337"/>
                  <a:pt x="52552" y="223050"/>
                </a:cubicBezTo>
                <a:cubicBezTo>
                  <a:pt x="50545" y="221043"/>
                  <a:pt x="48897" y="218880"/>
                  <a:pt x="48897" y="218254"/>
                </a:cubicBezTo>
                <a:cubicBezTo>
                  <a:pt x="48897" y="214221"/>
                  <a:pt x="60240" y="217536"/>
                  <a:pt x="64355" y="222774"/>
                </a:cubicBezTo>
                <a:cubicBezTo>
                  <a:pt x="66547" y="225564"/>
                  <a:pt x="69171" y="226466"/>
                  <a:pt x="69171" y="224441"/>
                </a:cubicBezTo>
                <a:cubicBezTo>
                  <a:pt x="69171" y="223833"/>
                  <a:pt x="66620" y="221145"/>
                  <a:pt x="63499" y="218466"/>
                </a:cubicBezTo>
                <a:cubicBezTo>
                  <a:pt x="58822" y="214442"/>
                  <a:pt x="57248" y="213715"/>
                  <a:pt x="54440" y="214323"/>
                </a:cubicBezTo>
                <a:cubicBezTo>
                  <a:pt x="49984" y="215271"/>
                  <a:pt x="40749" y="212638"/>
                  <a:pt x="39350" y="210023"/>
                </a:cubicBezTo>
                <a:cubicBezTo>
                  <a:pt x="37785" y="207104"/>
                  <a:pt x="38935" y="206460"/>
                  <a:pt x="45702" y="206460"/>
                </a:cubicBezTo>
                <a:cubicBezTo>
                  <a:pt x="51438" y="206460"/>
                  <a:pt x="51576" y="206377"/>
                  <a:pt x="49625" y="204223"/>
                </a:cubicBezTo>
                <a:cubicBezTo>
                  <a:pt x="48511" y="202989"/>
                  <a:pt x="46329" y="201986"/>
                  <a:pt x="44763" y="201986"/>
                </a:cubicBezTo>
                <a:cubicBezTo>
                  <a:pt x="41311" y="201986"/>
                  <a:pt x="34581" y="197401"/>
                  <a:pt x="34581" y="195044"/>
                </a:cubicBezTo>
                <a:cubicBezTo>
                  <a:pt x="34581" y="192779"/>
                  <a:pt x="39690" y="192834"/>
                  <a:pt x="44183" y="195154"/>
                </a:cubicBezTo>
                <a:lnTo>
                  <a:pt x="47700" y="196977"/>
                </a:lnTo>
                <a:lnTo>
                  <a:pt x="47700" y="193000"/>
                </a:lnTo>
                <a:cubicBezTo>
                  <a:pt x="47700" y="190818"/>
                  <a:pt x="48418" y="188037"/>
                  <a:pt x="49302" y="186831"/>
                </a:cubicBezTo>
                <a:cubicBezTo>
                  <a:pt x="50831" y="184741"/>
                  <a:pt x="50996" y="184778"/>
                  <a:pt x="52884" y="187467"/>
                </a:cubicBezTo>
                <a:cubicBezTo>
                  <a:pt x="53970" y="189023"/>
                  <a:pt x="54854" y="191785"/>
                  <a:pt x="54854" y="193607"/>
                </a:cubicBezTo>
                <a:cubicBezTo>
                  <a:pt x="54854" y="195624"/>
                  <a:pt x="55498" y="196913"/>
                  <a:pt x="56502" y="196913"/>
                </a:cubicBezTo>
                <a:cubicBezTo>
                  <a:pt x="57404" y="196913"/>
                  <a:pt x="58831" y="197741"/>
                  <a:pt x="59669" y="198754"/>
                </a:cubicBezTo>
                <a:cubicBezTo>
                  <a:pt x="60986" y="200338"/>
                  <a:pt x="61464" y="199794"/>
                  <a:pt x="63094" y="194887"/>
                </a:cubicBezTo>
                <a:cubicBezTo>
                  <a:pt x="65515" y="187596"/>
                  <a:pt x="69171" y="186251"/>
                  <a:pt x="69171" y="192659"/>
                </a:cubicBezTo>
                <a:cubicBezTo>
                  <a:pt x="69171" y="195550"/>
                  <a:pt x="69714" y="196913"/>
                  <a:pt x="70874" y="196913"/>
                </a:cubicBezTo>
                <a:cubicBezTo>
                  <a:pt x="71804" y="196913"/>
                  <a:pt x="73627" y="198257"/>
                  <a:pt x="74916" y="199896"/>
                </a:cubicBezTo>
                <a:cubicBezTo>
                  <a:pt x="76205" y="201534"/>
                  <a:pt x="77853" y="202879"/>
                  <a:pt x="78580" y="202879"/>
                </a:cubicBezTo>
                <a:cubicBezTo>
                  <a:pt x="79307" y="202879"/>
                  <a:pt x="79896" y="203993"/>
                  <a:pt x="79896" y="205346"/>
                </a:cubicBezTo>
                <a:cubicBezTo>
                  <a:pt x="79896" y="207795"/>
                  <a:pt x="79924" y="207795"/>
                  <a:pt x="83183" y="205530"/>
                </a:cubicBezTo>
                <a:cubicBezTo>
                  <a:pt x="87207" y="202722"/>
                  <a:pt x="94112" y="200292"/>
                  <a:pt x="95539" y="201175"/>
                </a:cubicBezTo>
                <a:cubicBezTo>
                  <a:pt x="97675" y="202492"/>
                  <a:pt x="96487" y="205180"/>
                  <a:pt x="92206" y="208706"/>
                </a:cubicBezTo>
                <a:cubicBezTo>
                  <a:pt x="89794" y="210695"/>
                  <a:pt x="86304" y="212656"/>
                  <a:pt x="84454" y="213061"/>
                </a:cubicBezTo>
                <a:cubicBezTo>
                  <a:pt x="81535" y="213706"/>
                  <a:pt x="81093" y="214359"/>
                  <a:pt x="81093" y="218042"/>
                </a:cubicBezTo>
                <a:lnTo>
                  <a:pt x="81093" y="222277"/>
                </a:lnTo>
                <a:lnTo>
                  <a:pt x="83579" y="219119"/>
                </a:lnTo>
                <a:cubicBezTo>
                  <a:pt x="87722" y="213862"/>
                  <a:pt x="96598" y="210327"/>
                  <a:pt x="96598" y="213936"/>
                </a:cubicBezTo>
                <a:cubicBezTo>
                  <a:pt x="96598" y="217011"/>
                  <a:pt x="90272" y="224616"/>
                  <a:pt x="86341" y="226264"/>
                </a:cubicBezTo>
                <a:cubicBezTo>
                  <a:pt x="84095" y="227193"/>
                  <a:pt x="82290" y="228814"/>
                  <a:pt x="82290" y="229882"/>
                </a:cubicBezTo>
                <a:cubicBezTo>
                  <a:pt x="82290" y="231557"/>
                  <a:pt x="86682" y="239843"/>
                  <a:pt x="87575" y="239843"/>
                </a:cubicBezTo>
                <a:cubicBezTo>
                  <a:pt x="87750" y="239843"/>
                  <a:pt x="87639" y="237164"/>
                  <a:pt x="87326" y="233887"/>
                </a:cubicBezTo>
                <a:cubicBezTo>
                  <a:pt x="86875" y="229201"/>
                  <a:pt x="87124" y="227921"/>
                  <a:pt x="88486" y="227921"/>
                </a:cubicBezTo>
                <a:cubicBezTo>
                  <a:pt x="92537" y="227921"/>
                  <a:pt x="98273" y="237284"/>
                  <a:pt x="99590" y="246049"/>
                </a:cubicBezTo>
                <a:cubicBezTo>
                  <a:pt x="100050" y="249151"/>
                  <a:pt x="101440" y="252549"/>
                  <a:pt x="102711" y="253700"/>
                </a:cubicBezTo>
                <a:cubicBezTo>
                  <a:pt x="104948" y="255725"/>
                  <a:pt x="104957" y="255679"/>
                  <a:pt x="103180" y="251426"/>
                </a:cubicBezTo>
                <a:cubicBezTo>
                  <a:pt x="100925" y="246021"/>
                  <a:pt x="100796" y="239843"/>
                  <a:pt x="102932" y="239843"/>
                </a:cubicBezTo>
                <a:cubicBezTo>
                  <a:pt x="106762" y="239843"/>
                  <a:pt x="114726" y="251794"/>
                  <a:pt x="114182" y="256729"/>
                </a:cubicBezTo>
                <a:cubicBezTo>
                  <a:pt x="113989" y="258496"/>
                  <a:pt x="114615" y="259573"/>
                  <a:pt x="115978" y="259859"/>
                </a:cubicBezTo>
                <a:cubicBezTo>
                  <a:pt x="118850" y="260457"/>
                  <a:pt x="118685" y="256986"/>
                  <a:pt x="115379" y="247522"/>
                </a:cubicBezTo>
                <a:cubicBezTo>
                  <a:pt x="113170" y="241197"/>
                  <a:pt x="112240" y="239843"/>
                  <a:pt x="110058" y="239843"/>
                </a:cubicBezTo>
                <a:cubicBezTo>
                  <a:pt x="106937" y="239843"/>
                  <a:pt x="99562" y="233693"/>
                  <a:pt x="97196" y="229118"/>
                </a:cubicBezTo>
                <a:cubicBezTo>
                  <a:pt x="93909" y="222765"/>
                  <a:pt x="99286" y="222194"/>
                  <a:pt x="107489" y="228031"/>
                </a:cubicBezTo>
                <a:lnTo>
                  <a:pt x="110905" y="230471"/>
                </a:lnTo>
                <a:lnTo>
                  <a:pt x="110905" y="228050"/>
                </a:lnTo>
                <a:cubicBezTo>
                  <a:pt x="110905" y="226715"/>
                  <a:pt x="108824" y="223566"/>
                  <a:pt x="106283" y="221053"/>
                </a:cubicBezTo>
                <a:cubicBezTo>
                  <a:pt x="101449" y="216265"/>
                  <a:pt x="98973" y="209563"/>
                  <a:pt x="101210" y="207325"/>
                </a:cubicBezTo>
                <a:cubicBezTo>
                  <a:pt x="103107" y="205429"/>
                  <a:pt x="110896" y="214092"/>
                  <a:pt x="110951" y="218171"/>
                </a:cubicBezTo>
                <a:cubicBezTo>
                  <a:pt x="110997" y="221228"/>
                  <a:pt x="111080" y="221182"/>
                  <a:pt x="112811" y="217195"/>
                </a:cubicBezTo>
                <a:cubicBezTo>
                  <a:pt x="116070" y="209673"/>
                  <a:pt x="121981" y="205226"/>
                  <a:pt x="123491" y="209167"/>
                </a:cubicBezTo>
                <a:cubicBezTo>
                  <a:pt x="123813" y="210005"/>
                  <a:pt x="123334" y="213135"/>
                  <a:pt x="122432" y="216136"/>
                </a:cubicBezTo>
                <a:cubicBezTo>
                  <a:pt x="121060" y="220712"/>
                  <a:pt x="121051" y="221927"/>
                  <a:pt x="122413" y="223787"/>
                </a:cubicBezTo>
                <a:cubicBezTo>
                  <a:pt x="123297" y="225002"/>
                  <a:pt x="124034" y="227101"/>
                  <a:pt x="124034" y="228446"/>
                </a:cubicBezTo>
                <a:cubicBezTo>
                  <a:pt x="124052" y="230554"/>
                  <a:pt x="124485" y="230351"/>
                  <a:pt x="127127" y="227000"/>
                </a:cubicBezTo>
                <a:cubicBezTo>
                  <a:pt x="128812" y="224864"/>
                  <a:pt x="131767" y="222296"/>
                  <a:pt x="133692" y="221301"/>
                </a:cubicBezTo>
                <a:cubicBezTo>
                  <a:pt x="136877" y="219653"/>
                  <a:pt x="137255" y="219672"/>
                  <a:pt x="137964" y="221513"/>
                </a:cubicBezTo>
                <a:cubicBezTo>
                  <a:pt x="138387" y="222618"/>
                  <a:pt x="137945" y="224919"/>
                  <a:pt x="136988" y="226623"/>
                </a:cubicBezTo>
                <a:cubicBezTo>
                  <a:pt x="135561" y="229136"/>
                  <a:pt x="135505" y="230269"/>
                  <a:pt x="136693" y="232690"/>
                </a:cubicBezTo>
                <a:cubicBezTo>
                  <a:pt x="139087" y="237569"/>
                  <a:pt x="141094" y="245515"/>
                  <a:pt x="140394" y="247329"/>
                </a:cubicBezTo>
                <a:cubicBezTo>
                  <a:pt x="139915" y="248571"/>
                  <a:pt x="140495" y="248875"/>
                  <a:pt x="142622" y="248470"/>
                </a:cubicBezTo>
                <a:cubicBezTo>
                  <a:pt x="144197" y="248166"/>
                  <a:pt x="145495" y="247163"/>
                  <a:pt x="145495" y="246242"/>
                </a:cubicBezTo>
                <a:cubicBezTo>
                  <a:pt x="145495" y="244198"/>
                  <a:pt x="150291" y="242237"/>
                  <a:pt x="155254" y="242237"/>
                </a:cubicBezTo>
                <a:cubicBezTo>
                  <a:pt x="158246" y="242237"/>
                  <a:pt x="158651" y="241933"/>
                  <a:pt x="157519" y="240562"/>
                </a:cubicBezTo>
                <a:cubicBezTo>
                  <a:pt x="156755" y="239641"/>
                  <a:pt x="154204" y="238895"/>
                  <a:pt x="151847" y="238895"/>
                </a:cubicBezTo>
                <a:cubicBezTo>
                  <a:pt x="147087" y="238895"/>
                  <a:pt x="137743" y="233169"/>
                  <a:pt x="137743" y="230250"/>
                </a:cubicBezTo>
                <a:cubicBezTo>
                  <a:pt x="137743" y="227727"/>
                  <a:pt x="144620" y="227414"/>
                  <a:pt x="149104" y="229725"/>
                </a:cubicBezTo>
                <a:cubicBezTo>
                  <a:pt x="153818" y="232165"/>
                  <a:pt x="154637" y="231438"/>
                  <a:pt x="151893" y="227249"/>
                </a:cubicBezTo>
                <a:cubicBezTo>
                  <a:pt x="149389" y="223437"/>
                  <a:pt x="148947" y="212067"/>
                  <a:pt x="151203" y="209802"/>
                </a:cubicBezTo>
                <a:cubicBezTo>
                  <a:pt x="154821" y="206193"/>
                  <a:pt x="160014" y="219957"/>
                  <a:pt x="157289" y="225932"/>
                </a:cubicBezTo>
                <a:cubicBezTo>
                  <a:pt x="156359" y="227976"/>
                  <a:pt x="156478" y="229725"/>
                  <a:pt x="157758" y="232773"/>
                </a:cubicBezTo>
                <a:lnTo>
                  <a:pt x="159489" y="236870"/>
                </a:lnTo>
                <a:lnTo>
                  <a:pt x="158992" y="231502"/>
                </a:lnTo>
                <a:cubicBezTo>
                  <a:pt x="158016" y="220786"/>
                  <a:pt x="163789" y="220335"/>
                  <a:pt x="166772" y="230895"/>
                </a:cubicBezTo>
                <a:cubicBezTo>
                  <a:pt x="167950" y="235074"/>
                  <a:pt x="168042" y="237339"/>
                  <a:pt x="167121" y="239374"/>
                </a:cubicBezTo>
                <a:cubicBezTo>
                  <a:pt x="166320" y="241123"/>
                  <a:pt x="166274" y="242412"/>
                  <a:pt x="167002" y="242854"/>
                </a:cubicBezTo>
                <a:cubicBezTo>
                  <a:pt x="169478" y="244392"/>
                  <a:pt x="170537" y="241749"/>
                  <a:pt x="170537" y="234006"/>
                </a:cubicBezTo>
                <a:cubicBezTo>
                  <a:pt x="170537" y="226577"/>
                  <a:pt x="170298" y="225812"/>
                  <a:pt x="167600" y="224588"/>
                </a:cubicBezTo>
                <a:cubicBezTo>
                  <a:pt x="162288" y="222167"/>
                  <a:pt x="157022" y="207648"/>
                  <a:pt x="161450" y="207648"/>
                </a:cubicBezTo>
                <a:cubicBezTo>
                  <a:pt x="162362" y="207648"/>
                  <a:pt x="165041" y="209793"/>
                  <a:pt x="167416" y="212426"/>
                </a:cubicBezTo>
                <a:lnTo>
                  <a:pt x="171725" y="217195"/>
                </a:lnTo>
                <a:lnTo>
                  <a:pt x="171725" y="213015"/>
                </a:lnTo>
                <a:cubicBezTo>
                  <a:pt x="171725" y="210723"/>
                  <a:pt x="171228" y="208845"/>
                  <a:pt x="170611" y="208845"/>
                </a:cubicBezTo>
                <a:cubicBezTo>
                  <a:pt x="169994" y="208845"/>
                  <a:pt x="168797" y="206911"/>
                  <a:pt x="167941" y="204545"/>
                </a:cubicBezTo>
                <a:cubicBezTo>
                  <a:pt x="166753" y="201258"/>
                  <a:pt x="165013" y="199555"/>
                  <a:pt x="160585" y="197309"/>
                </a:cubicBezTo>
                <a:cubicBezTo>
                  <a:pt x="153431" y="193681"/>
                  <a:pt x="151378" y="194224"/>
                  <a:pt x="152188" y="199537"/>
                </a:cubicBezTo>
                <a:cubicBezTo>
                  <a:pt x="152888" y="204177"/>
                  <a:pt x="148312" y="214212"/>
                  <a:pt x="145495" y="214212"/>
                </a:cubicBezTo>
                <a:cubicBezTo>
                  <a:pt x="144114" y="214212"/>
                  <a:pt x="143709" y="212675"/>
                  <a:pt x="143727" y="207491"/>
                </a:cubicBezTo>
                <a:cubicBezTo>
                  <a:pt x="143745" y="202547"/>
                  <a:pt x="143350" y="200936"/>
                  <a:pt x="142236" y="201360"/>
                </a:cubicBezTo>
                <a:cubicBezTo>
                  <a:pt x="140937" y="201857"/>
                  <a:pt x="140274" y="203357"/>
                  <a:pt x="140910" y="204370"/>
                </a:cubicBezTo>
                <a:cubicBezTo>
                  <a:pt x="141582" y="205466"/>
                  <a:pt x="136564" y="212665"/>
                  <a:pt x="133701" y="214709"/>
                </a:cubicBezTo>
                <a:cubicBezTo>
                  <a:pt x="129990" y="217352"/>
                  <a:pt x="125221" y="218033"/>
                  <a:pt x="125221" y="215915"/>
                </a:cubicBezTo>
                <a:cubicBezTo>
                  <a:pt x="125221" y="213844"/>
                  <a:pt x="127680" y="209664"/>
                  <a:pt x="130994" y="206119"/>
                </a:cubicBezTo>
                <a:lnTo>
                  <a:pt x="134088" y="202796"/>
                </a:lnTo>
                <a:lnTo>
                  <a:pt x="127495" y="203569"/>
                </a:lnTo>
                <a:cubicBezTo>
                  <a:pt x="122063" y="204214"/>
                  <a:pt x="119992" y="203891"/>
                  <a:pt x="115821" y="201765"/>
                </a:cubicBezTo>
                <a:cubicBezTo>
                  <a:pt x="113032" y="200338"/>
                  <a:pt x="110960" y="198533"/>
                  <a:pt x="111218" y="197750"/>
                </a:cubicBezTo>
                <a:cubicBezTo>
                  <a:pt x="111973" y="195476"/>
                  <a:pt x="124918" y="195246"/>
                  <a:pt x="128269" y="197447"/>
                </a:cubicBezTo>
                <a:cubicBezTo>
                  <a:pt x="129825" y="198469"/>
                  <a:pt x="133130" y="199242"/>
                  <a:pt x="135607" y="199168"/>
                </a:cubicBezTo>
                <a:lnTo>
                  <a:pt x="140127" y="199030"/>
                </a:lnTo>
                <a:lnTo>
                  <a:pt x="135947" y="198192"/>
                </a:lnTo>
                <a:cubicBezTo>
                  <a:pt x="130884" y="197180"/>
                  <a:pt x="126409" y="194869"/>
                  <a:pt x="126409" y="193267"/>
                </a:cubicBezTo>
                <a:cubicBezTo>
                  <a:pt x="126409" y="189833"/>
                  <a:pt x="141186" y="189105"/>
                  <a:pt x="145126" y="192355"/>
                </a:cubicBezTo>
                <a:cubicBezTo>
                  <a:pt x="146029" y="193092"/>
                  <a:pt x="147299" y="193110"/>
                  <a:pt x="148533" y="192420"/>
                </a:cubicBezTo>
                <a:cubicBezTo>
                  <a:pt x="150163" y="191508"/>
                  <a:pt x="149693" y="190984"/>
                  <a:pt x="145826" y="189437"/>
                </a:cubicBezTo>
                <a:cubicBezTo>
                  <a:pt x="137853" y="186251"/>
                  <a:pt x="132688" y="185699"/>
                  <a:pt x="130580" y="187798"/>
                </a:cubicBezTo>
                <a:cubicBezTo>
                  <a:pt x="127127" y="191260"/>
                  <a:pt x="116779" y="193184"/>
                  <a:pt x="113335" y="191011"/>
                </a:cubicBezTo>
                <a:cubicBezTo>
                  <a:pt x="111844" y="190063"/>
                  <a:pt x="111908" y="189566"/>
                  <a:pt x="113777" y="187494"/>
                </a:cubicBezTo>
                <a:cubicBezTo>
                  <a:pt x="114983" y="186168"/>
                  <a:pt x="117902" y="184438"/>
                  <a:pt x="120277" y="183655"/>
                </a:cubicBezTo>
                <a:cubicBezTo>
                  <a:pt x="123997" y="182431"/>
                  <a:pt x="124264" y="182118"/>
                  <a:pt x="122220" y="181335"/>
                </a:cubicBezTo>
                <a:cubicBezTo>
                  <a:pt x="120913" y="180847"/>
                  <a:pt x="116852" y="180727"/>
                  <a:pt x="113197" y="181077"/>
                </a:cubicBezTo>
                <a:cubicBezTo>
                  <a:pt x="105381" y="181823"/>
                  <a:pt x="100317" y="179945"/>
                  <a:pt x="102628" y="177155"/>
                </a:cubicBezTo>
                <a:cubicBezTo>
                  <a:pt x="103493" y="176115"/>
                  <a:pt x="106255" y="175452"/>
                  <a:pt x="109772" y="175452"/>
                </a:cubicBezTo>
                <a:lnTo>
                  <a:pt x="115499" y="175452"/>
                </a:lnTo>
                <a:lnTo>
                  <a:pt x="113915" y="172174"/>
                </a:lnTo>
                <a:cubicBezTo>
                  <a:pt x="110877" y="165840"/>
                  <a:pt x="110610" y="163566"/>
                  <a:pt x="112801" y="162728"/>
                </a:cubicBezTo>
                <a:cubicBezTo>
                  <a:pt x="114228" y="162176"/>
                  <a:pt x="116015" y="163198"/>
                  <a:pt x="118694" y="166126"/>
                </a:cubicBezTo>
                <a:cubicBezTo>
                  <a:pt x="121235" y="168906"/>
                  <a:pt x="123997" y="170554"/>
                  <a:pt x="126888" y="171023"/>
                </a:cubicBezTo>
                <a:cubicBezTo>
                  <a:pt x="129797" y="171502"/>
                  <a:pt x="130976" y="171318"/>
                  <a:pt x="130451" y="170471"/>
                </a:cubicBezTo>
                <a:cubicBezTo>
                  <a:pt x="129088" y="168261"/>
                  <a:pt x="127762" y="160915"/>
                  <a:pt x="128416" y="159211"/>
                </a:cubicBezTo>
                <a:cubicBezTo>
                  <a:pt x="129410" y="156624"/>
                  <a:pt x="132292" y="157287"/>
                  <a:pt x="133728" y="160427"/>
                </a:cubicBezTo>
                <a:cubicBezTo>
                  <a:pt x="134548" y="162222"/>
                  <a:pt x="136297" y="163483"/>
                  <a:pt x="138396" y="163787"/>
                </a:cubicBezTo>
                <a:cubicBezTo>
                  <a:pt x="141729" y="164275"/>
                  <a:pt x="141748" y="164247"/>
                  <a:pt x="140210" y="160629"/>
                </a:cubicBezTo>
                <a:cubicBezTo>
                  <a:pt x="135312" y="149121"/>
                  <a:pt x="133001" y="145549"/>
                  <a:pt x="130672" y="145889"/>
                </a:cubicBezTo>
                <a:cubicBezTo>
                  <a:pt x="129272" y="146092"/>
                  <a:pt x="128011" y="147454"/>
                  <a:pt x="127606" y="149213"/>
                </a:cubicBezTo>
                <a:cubicBezTo>
                  <a:pt x="126897" y="152269"/>
                  <a:pt x="115214" y="160390"/>
                  <a:pt x="112728" y="159561"/>
                </a:cubicBezTo>
                <a:cubicBezTo>
                  <a:pt x="110058" y="158668"/>
                  <a:pt x="110969" y="155114"/>
                  <a:pt x="115029" y="150621"/>
                </a:cubicBezTo>
                <a:cubicBezTo>
                  <a:pt x="118427" y="146865"/>
                  <a:pt x="118915" y="145760"/>
                  <a:pt x="117460" y="145199"/>
                </a:cubicBezTo>
                <a:cubicBezTo>
                  <a:pt x="116447" y="144812"/>
                  <a:pt x="114597" y="145521"/>
                  <a:pt x="113345" y="146782"/>
                </a:cubicBezTo>
                <a:cubicBezTo>
                  <a:pt x="108953" y="151165"/>
                  <a:pt x="94793" y="153310"/>
                  <a:pt x="93449" y="149793"/>
                </a:cubicBezTo>
                <a:cubicBezTo>
                  <a:pt x="92464" y="147233"/>
                  <a:pt x="94894" y="144784"/>
                  <a:pt x="99967" y="143219"/>
                </a:cubicBezTo>
                <a:cubicBezTo>
                  <a:pt x="102379" y="142483"/>
                  <a:pt x="105077" y="141645"/>
                  <a:pt x="105970" y="141360"/>
                </a:cubicBezTo>
                <a:cubicBezTo>
                  <a:pt x="107268" y="140945"/>
                  <a:pt x="107305" y="140485"/>
                  <a:pt x="106136" y="139076"/>
                </a:cubicBezTo>
                <a:cubicBezTo>
                  <a:pt x="105335" y="138110"/>
                  <a:pt x="104230" y="137594"/>
                  <a:pt x="103687" y="137925"/>
                </a:cubicBezTo>
                <a:cubicBezTo>
                  <a:pt x="102177" y="138855"/>
                  <a:pt x="94959" y="132015"/>
                  <a:pt x="92353" y="127190"/>
                </a:cubicBezTo>
                <a:cubicBezTo>
                  <a:pt x="90383" y="123526"/>
                  <a:pt x="90300" y="122734"/>
                  <a:pt x="91755" y="121832"/>
                </a:cubicBezTo>
                <a:cubicBezTo>
                  <a:pt x="95097" y="119770"/>
                  <a:pt x="106734" y="128581"/>
                  <a:pt x="107544" y="133782"/>
                </a:cubicBezTo>
                <a:cubicBezTo>
                  <a:pt x="107756" y="135117"/>
                  <a:pt x="109800" y="137364"/>
                  <a:pt x="112102" y="138763"/>
                </a:cubicBezTo>
                <a:lnTo>
                  <a:pt x="116272" y="141313"/>
                </a:lnTo>
                <a:lnTo>
                  <a:pt x="113741" y="138404"/>
                </a:lnTo>
                <a:cubicBezTo>
                  <a:pt x="110113" y="134243"/>
                  <a:pt x="108235" y="130219"/>
                  <a:pt x="108999" y="128222"/>
                </a:cubicBezTo>
                <a:cubicBezTo>
                  <a:pt x="110491" y="124336"/>
                  <a:pt x="125221" y="133856"/>
                  <a:pt x="125221" y="138708"/>
                </a:cubicBezTo>
                <a:cubicBezTo>
                  <a:pt x="125221" y="140227"/>
                  <a:pt x="126114" y="140872"/>
                  <a:pt x="128241" y="140872"/>
                </a:cubicBezTo>
                <a:lnTo>
                  <a:pt x="131270" y="140872"/>
                </a:lnTo>
                <a:lnTo>
                  <a:pt x="128536" y="136876"/>
                </a:lnTo>
                <a:cubicBezTo>
                  <a:pt x="121769" y="126969"/>
                  <a:pt x="118988" y="124769"/>
                  <a:pt x="113161" y="124741"/>
                </a:cubicBezTo>
                <a:cubicBezTo>
                  <a:pt x="107020" y="124714"/>
                  <a:pt x="97785" y="119623"/>
                  <a:pt x="97785" y="116262"/>
                </a:cubicBezTo>
                <a:cubicBezTo>
                  <a:pt x="97785" y="114660"/>
                  <a:pt x="99019" y="114430"/>
                  <a:pt x="105445" y="114844"/>
                </a:cubicBezTo>
                <a:lnTo>
                  <a:pt x="113105" y="115332"/>
                </a:lnTo>
                <a:lnTo>
                  <a:pt x="110721" y="111981"/>
                </a:lnTo>
                <a:cubicBezTo>
                  <a:pt x="109413" y="110149"/>
                  <a:pt x="107821" y="108961"/>
                  <a:pt x="107185" y="109357"/>
                </a:cubicBezTo>
                <a:cubicBezTo>
                  <a:pt x="104819" y="110812"/>
                  <a:pt x="95493" y="102940"/>
                  <a:pt x="95428" y="99423"/>
                </a:cubicBezTo>
                <a:cubicBezTo>
                  <a:pt x="95382" y="96965"/>
                  <a:pt x="100520" y="97738"/>
                  <a:pt x="105151" y="100887"/>
                </a:cubicBezTo>
                <a:lnTo>
                  <a:pt x="109496" y="103833"/>
                </a:lnTo>
                <a:lnTo>
                  <a:pt x="110914" y="97904"/>
                </a:lnTo>
                <a:cubicBezTo>
                  <a:pt x="111697" y="94636"/>
                  <a:pt x="112875" y="91634"/>
                  <a:pt x="113529" y="91229"/>
                </a:cubicBezTo>
                <a:cubicBezTo>
                  <a:pt x="115748" y="89857"/>
                  <a:pt x="118141" y="93917"/>
                  <a:pt x="118399" y="99506"/>
                </a:cubicBezTo>
                <a:cubicBezTo>
                  <a:pt x="118565" y="102968"/>
                  <a:pt x="119209" y="105076"/>
                  <a:pt x="120121" y="105085"/>
                </a:cubicBezTo>
                <a:cubicBezTo>
                  <a:pt x="120931" y="105085"/>
                  <a:pt x="122505" y="106494"/>
                  <a:pt x="123619" y="108206"/>
                </a:cubicBezTo>
                <a:lnTo>
                  <a:pt x="125663" y="111318"/>
                </a:lnTo>
                <a:lnTo>
                  <a:pt x="127201" y="106024"/>
                </a:lnTo>
                <a:cubicBezTo>
                  <a:pt x="129097" y="99543"/>
                  <a:pt x="133112" y="95326"/>
                  <a:pt x="134852" y="97987"/>
                </a:cubicBezTo>
                <a:cubicBezTo>
                  <a:pt x="135487" y="98944"/>
                  <a:pt x="135699" y="101467"/>
                  <a:pt x="135321" y="103603"/>
                </a:cubicBezTo>
                <a:cubicBezTo>
                  <a:pt x="134557" y="107994"/>
                  <a:pt x="135726" y="108464"/>
                  <a:pt x="140192" y="105536"/>
                </a:cubicBezTo>
                <a:cubicBezTo>
                  <a:pt x="141812" y="104468"/>
                  <a:pt x="145495" y="103529"/>
                  <a:pt x="148367" y="103446"/>
                </a:cubicBezTo>
                <a:cubicBezTo>
                  <a:pt x="151507" y="103364"/>
                  <a:pt x="153302" y="102830"/>
                  <a:pt x="152869" y="102111"/>
                </a:cubicBezTo>
                <a:cubicBezTo>
                  <a:pt x="152473" y="101458"/>
                  <a:pt x="150927" y="99101"/>
                  <a:pt x="149417" y="96873"/>
                </a:cubicBezTo>
                <a:cubicBezTo>
                  <a:pt x="146388" y="92398"/>
                  <a:pt x="145789" y="87206"/>
                  <a:pt x="148294" y="87206"/>
                </a:cubicBezTo>
                <a:cubicBezTo>
                  <a:pt x="150457" y="87206"/>
                  <a:pt x="159802" y="94046"/>
                  <a:pt x="159802" y="95630"/>
                </a:cubicBezTo>
                <a:cubicBezTo>
                  <a:pt x="159802" y="96320"/>
                  <a:pt x="160456" y="96486"/>
                  <a:pt x="161248" y="95989"/>
                </a:cubicBezTo>
                <a:cubicBezTo>
                  <a:pt x="162039" y="95501"/>
                  <a:pt x="164433" y="95216"/>
                  <a:pt x="166569" y="95363"/>
                </a:cubicBezTo>
                <a:lnTo>
                  <a:pt x="170445" y="95621"/>
                </a:lnTo>
                <a:lnTo>
                  <a:pt x="168134" y="90520"/>
                </a:lnTo>
                <a:cubicBezTo>
                  <a:pt x="165050" y="83735"/>
                  <a:pt x="165013" y="78855"/>
                  <a:pt x="168033" y="78855"/>
                </a:cubicBezTo>
                <a:cubicBezTo>
                  <a:pt x="169276" y="78855"/>
                  <a:pt x="171292" y="80328"/>
                  <a:pt x="172507" y="82133"/>
                </a:cubicBezTo>
                <a:cubicBezTo>
                  <a:pt x="174303" y="84812"/>
                  <a:pt x="175693" y="85456"/>
                  <a:pt x="180075" y="85650"/>
                </a:cubicBezTo>
                <a:cubicBezTo>
                  <a:pt x="188223" y="86009"/>
                  <a:pt x="191685" y="86653"/>
                  <a:pt x="193453" y="88117"/>
                </a:cubicBezTo>
                <a:cubicBezTo>
                  <a:pt x="194723" y="89167"/>
                  <a:pt x="195423" y="88403"/>
                  <a:pt x="196859" y="84416"/>
                </a:cubicBezTo>
                <a:cubicBezTo>
                  <a:pt x="198627" y="79491"/>
                  <a:pt x="198590" y="79214"/>
                  <a:pt x="194705" y="70772"/>
                </a:cubicBezTo>
                <a:cubicBezTo>
                  <a:pt x="191354" y="63471"/>
                  <a:pt x="190304" y="62164"/>
                  <a:pt x="187800" y="62164"/>
                </a:cubicBezTo>
                <a:cubicBezTo>
                  <a:pt x="185738" y="62164"/>
                  <a:pt x="184844" y="62817"/>
                  <a:pt x="184844" y="64318"/>
                </a:cubicBezTo>
                <a:cubicBezTo>
                  <a:pt x="184844" y="68111"/>
                  <a:pt x="173861" y="76471"/>
                  <a:pt x="168871" y="76471"/>
                </a:cubicBezTo>
                <a:cubicBezTo>
                  <a:pt x="164065" y="76471"/>
                  <a:pt x="166293" y="70394"/>
                  <a:pt x="173345" y="64281"/>
                </a:cubicBezTo>
                <a:lnTo>
                  <a:pt x="177092" y="61031"/>
                </a:lnTo>
                <a:lnTo>
                  <a:pt x="173179" y="61004"/>
                </a:lnTo>
                <a:cubicBezTo>
                  <a:pt x="170832" y="60985"/>
                  <a:pt x="169000" y="61666"/>
                  <a:pt x="168604" y="62698"/>
                </a:cubicBezTo>
                <a:cubicBezTo>
                  <a:pt x="167508" y="65542"/>
                  <a:pt x="159903" y="67384"/>
                  <a:pt x="150558" y="67062"/>
                </a:cubicBezTo>
                <a:cubicBezTo>
                  <a:pt x="147493" y="66960"/>
                  <a:pt x="146682" y="66417"/>
                  <a:pt x="146682" y="64484"/>
                </a:cubicBezTo>
                <a:cubicBezTo>
                  <a:pt x="146682" y="61878"/>
                  <a:pt x="154554" y="57468"/>
                  <a:pt x="159305" y="57413"/>
                </a:cubicBezTo>
                <a:cubicBezTo>
                  <a:pt x="160667" y="57404"/>
                  <a:pt x="162141" y="57035"/>
                  <a:pt x="162573" y="56603"/>
                </a:cubicBezTo>
                <a:cubicBezTo>
                  <a:pt x="163743" y="55443"/>
                  <a:pt x="160999" y="52616"/>
                  <a:pt x="158706" y="52616"/>
                </a:cubicBezTo>
                <a:cubicBezTo>
                  <a:pt x="156534" y="52616"/>
                  <a:pt x="148975" y="45269"/>
                  <a:pt x="146820" y="41071"/>
                </a:cubicBezTo>
                <a:cubicBezTo>
                  <a:pt x="144638" y="36799"/>
                  <a:pt x="145182" y="34728"/>
                  <a:pt x="148478" y="34728"/>
                </a:cubicBezTo>
                <a:cubicBezTo>
                  <a:pt x="152345" y="34728"/>
                  <a:pt x="164010" y="45684"/>
                  <a:pt x="162988" y="48354"/>
                </a:cubicBezTo>
                <a:cubicBezTo>
                  <a:pt x="162527" y="49532"/>
                  <a:pt x="163678" y="51254"/>
                  <a:pt x="166219" y="53187"/>
                </a:cubicBezTo>
                <a:cubicBezTo>
                  <a:pt x="171992" y="57597"/>
                  <a:pt x="172268" y="56925"/>
                  <a:pt x="167527" y="50029"/>
                </a:cubicBezTo>
                <a:cubicBezTo>
                  <a:pt x="163871" y="44717"/>
                  <a:pt x="163512" y="43631"/>
                  <a:pt x="164967" y="42176"/>
                </a:cubicBezTo>
                <a:cubicBezTo>
                  <a:pt x="166413" y="40721"/>
                  <a:pt x="167315" y="40832"/>
                  <a:pt x="171421" y="42922"/>
                </a:cubicBezTo>
                <a:cubicBezTo>
                  <a:pt x="176982" y="45757"/>
                  <a:pt x="182460" y="51806"/>
                  <a:pt x="182460" y="55093"/>
                </a:cubicBezTo>
                <a:cubicBezTo>
                  <a:pt x="182460" y="56750"/>
                  <a:pt x="183298" y="57395"/>
                  <a:pt x="185443" y="57395"/>
                </a:cubicBezTo>
                <a:cubicBezTo>
                  <a:pt x="189218" y="57395"/>
                  <a:pt x="189181" y="56474"/>
                  <a:pt x="185139" y="50572"/>
                </a:cubicBezTo>
                <a:cubicBezTo>
                  <a:pt x="178473" y="40832"/>
                  <a:pt x="175454" y="38014"/>
                  <a:pt x="172461" y="38769"/>
                </a:cubicBezTo>
                <a:cubicBezTo>
                  <a:pt x="167048" y="40123"/>
                  <a:pt x="152648" y="32877"/>
                  <a:pt x="152648" y="28799"/>
                </a:cubicBezTo>
                <a:cubicBezTo>
                  <a:pt x="152648" y="26027"/>
                  <a:pt x="163034" y="26175"/>
                  <a:pt x="168539" y="29019"/>
                </a:cubicBezTo>
                <a:cubicBezTo>
                  <a:pt x="170510" y="30032"/>
                  <a:pt x="170574" y="29876"/>
                  <a:pt x="169276" y="27371"/>
                </a:cubicBezTo>
                <a:cubicBezTo>
                  <a:pt x="166974" y="22915"/>
                  <a:pt x="164470" y="20540"/>
                  <a:pt x="162776" y="21185"/>
                </a:cubicBezTo>
                <a:cubicBezTo>
                  <a:pt x="160631" y="22013"/>
                  <a:pt x="151451" y="13543"/>
                  <a:pt x="151451" y="10744"/>
                </a:cubicBezTo>
                <a:cubicBezTo>
                  <a:pt x="151451" y="6472"/>
                  <a:pt x="159866" y="9345"/>
                  <a:pt x="164470" y="15191"/>
                </a:cubicBezTo>
                <a:lnTo>
                  <a:pt x="166956" y="18358"/>
                </a:lnTo>
                <a:lnTo>
                  <a:pt x="166956" y="15394"/>
                </a:lnTo>
                <a:cubicBezTo>
                  <a:pt x="166956" y="11518"/>
                  <a:pt x="169230" y="4778"/>
                  <a:pt x="171283" y="2587"/>
                </a:cubicBezTo>
                <a:cubicBezTo>
                  <a:pt x="173695" y="0"/>
                  <a:pt x="175251" y="2292"/>
                  <a:pt x="176126" y="9741"/>
                </a:cubicBezTo>
                <a:cubicBezTo>
                  <a:pt x="176724" y="14740"/>
                  <a:pt x="177728" y="17032"/>
                  <a:pt x="180637" y="20034"/>
                </a:cubicBezTo>
                <a:lnTo>
                  <a:pt x="184384" y="23891"/>
                </a:lnTo>
                <a:lnTo>
                  <a:pt x="185728" y="18874"/>
                </a:lnTo>
                <a:cubicBezTo>
                  <a:pt x="187303" y="13000"/>
                  <a:pt x="191676" y="7697"/>
                  <a:pt x="193471" y="9483"/>
                </a:cubicBezTo>
                <a:cubicBezTo>
                  <a:pt x="194125" y="10137"/>
                  <a:pt x="194447" y="12825"/>
                  <a:pt x="194199" y="15449"/>
                </a:cubicBezTo>
                <a:cubicBezTo>
                  <a:pt x="193950" y="18073"/>
                  <a:pt x="194125" y="19988"/>
                  <a:pt x="194585" y="19702"/>
                </a:cubicBezTo>
                <a:cubicBezTo>
                  <a:pt x="195524" y="19122"/>
                  <a:pt x="200781" y="25834"/>
                  <a:pt x="201923" y="29066"/>
                </a:cubicBezTo>
                <a:cubicBezTo>
                  <a:pt x="202328" y="30216"/>
                  <a:pt x="203212" y="31155"/>
                  <a:pt x="203884" y="31155"/>
                </a:cubicBezTo>
                <a:cubicBezTo>
                  <a:pt x="204565" y="31155"/>
                  <a:pt x="205127" y="32896"/>
                  <a:pt x="205136" y="35031"/>
                </a:cubicBezTo>
                <a:cubicBezTo>
                  <a:pt x="205145" y="37269"/>
                  <a:pt x="205541" y="38300"/>
                  <a:pt x="206066" y="37471"/>
                </a:cubicBezTo>
                <a:cubicBezTo>
                  <a:pt x="207622" y="35031"/>
                  <a:pt x="217418" y="31211"/>
                  <a:pt x="222196" y="31183"/>
                </a:cubicBezTo>
                <a:cubicBezTo>
                  <a:pt x="226220" y="31155"/>
                  <a:pt x="226708" y="31459"/>
                  <a:pt x="226367" y="33789"/>
                </a:cubicBezTo>
                <a:cubicBezTo>
                  <a:pt x="225815" y="37628"/>
                  <a:pt x="215733" y="43520"/>
                  <a:pt x="209482" y="43667"/>
                </a:cubicBezTo>
                <a:lnTo>
                  <a:pt x="204519" y="43787"/>
                </a:lnTo>
                <a:lnTo>
                  <a:pt x="204142" y="49698"/>
                </a:lnTo>
                <a:lnTo>
                  <a:pt x="203774" y="55599"/>
                </a:lnTo>
                <a:lnTo>
                  <a:pt x="207125" y="52414"/>
                </a:lnTo>
                <a:cubicBezTo>
                  <a:pt x="213118" y="46733"/>
                  <a:pt x="224194" y="43741"/>
                  <a:pt x="224194" y="47810"/>
                </a:cubicBezTo>
                <a:cubicBezTo>
                  <a:pt x="224194" y="52018"/>
                  <a:pt x="209344" y="63443"/>
                  <a:pt x="206315" y="61565"/>
                </a:cubicBezTo>
                <a:cubicBezTo>
                  <a:pt x="204989" y="60746"/>
                  <a:pt x="203304" y="63885"/>
                  <a:pt x="202337" y="69013"/>
                </a:cubicBezTo>
                <a:cubicBezTo>
                  <a:pt x="201582" y="73000"/>
                  <a:pt x="202439" y="73902"/>
                  <a:pt x="204777" y="71564"/>
                </a:cubicBezTo>
                <a:cubicBezTo>
                  <a:pt x="207318" y="69023"/>
                  <a:pt x="208994" y="71794"/>
                  <a:pt x="208423" y="77649"/>
                </a:cubicBezTo>
                <a:cubicBezTo>
                  <a:pt x="207852" y="83597"/>
                  <a:pt x="210062" y="89194"/>
                  <a:pt x="211498" y="85447"/>
                </a:cubicBezTo>
                <a:cubicBezTo>
                  <a:pt x="212373" y="83173"/>
                  <a:pt x="215411" y="83072"/>
                  <a:pt x="216682" y="85272"/>
                </a:cubicBezTo>
                <a:cubicBezTo>
                  <a:pt x="217206" y="86184"/>
                  <a:pt x="219968" y="87307"/>
                  <a:pt x="222813" y="87786"/>
                </a:cubicBezTo>
                <a:cubicBezTo>
                  <a:pt x="227813" y="88614"/>
                  <a:pt x="227941" y="88550"/>
                  <a:pt x="226652" y="86138"/>
                </a:cubicBezTo>
                <a:cubicBezTo>
                  <a:pt x="225870" y="84674"/>
                  <a:pt x="224130" y="83624"/>
                  <a:pt x="222509" y="83624"/>
                </a:cubicBezTo>
                <a:cubicBezTo>
                  <a:pt x="220769" y="83624"/>
                  <a:pt x="218118" y="81875"/>
                  <a:pt x="215512" y="78984"/>
                </a:cubicBezTo>
                <a:cubicBezTo>
                  <a:pt x="204998" y="67347"/>
                  <a:pt x="211756" y="63020"/>
                  <a:pt x="222961" y="74224"/>
                </a:cubicBezTo>
                <a:lnTo>
                  <a:pt x="226745" y="78008"/>
                </a:lnTo>
                <a:lnTo>
                  <a:pt x="225990" y="70974"/>
                </a:lnTo>
                <a:cubicBezTo>
                  <a:pt x="225354" y="65045"/>
                  <a:pt x="225667" y="63112"/>
                  <a:pt x="227997" y="58582"/>
                </a:cubicBezTo>
                <a:cubicBezTo>
                  <a:pt x="229516" y="55627"/>
                  <a:pt x="231560" y="53215"/>
                  <a:pt x="232545" y="53215"/>
                </a:cubicBezTo>
                <a:cubicBezTo>
                  <a:pt x="235242" y="53215"/>
                  <a:pt x="235067" y="68249"/>
                  <a:pt x="232342" y="71278"/>
                </a:cubicBezTo>
                <a:cubicBezTo>
                  <a:pt x="229912" y="73976"/>
                  <a:pt x="228429" y="79408"/>
                  <a:pt x="229617" y="81313"/>
                </a:cubicBezTo>
                <a:cubicBezTo>
                  <a:pt x="230133" y="82151"/>
                  <a:pt x="231265" y="80374"/>
                  <a:pt x="232407" y="76913"/>
                </a:cubicBezTo>
                <a:cubicBezTo>
                  <a:pt x="233861" y="72540"/>
                  <a:pt x="234929" y="71103"/>
                  <a:pt x="236725" y="71103"/>
                </a:cubicBezTo>
                <a:cubicBezTo>
                  <a:pt x="238888" y="71103"/>
                  <a:pt x="239109" y="71895"/>
                  <a:pt x="239109" y="79850"/>
                </a:cubicBezTo>
                <a:cubicBezTo>
                  <a:pt x="239109" y="86755"/>
                  <a:pt x="238677" y="88909"/>
                  <a:pt x="237047" y="90097"/>
                </a:cubicBezTo>
                <a:cubicBezTo>
                  <a:pt x="235279" y="91386"/>
                  <a:pt x="235215" y="91910"/>
                  <a:pt x="236605" y="93798"/>
                </a:cubicBezTo>
                <a:cubicBezTo>
                  <a:pt x="238124" y="95878"/>
                  <a:pt x="238317" y="95805"/>
                  <a:pt x="239984" y="92500"/>
                </a:cubicBezTo>
                <a:cubicBezTo>
                  <a:pt x="240969" y="90566"/>
                  <a:pt x="242691" y="86165"/>
                  <a:pt x="243814" y="82713"/>
                </a:cubicBezTo>
                <a:cubicBezTo>
                  <a:pt x="245849" y="76498"/>
                  <a:pt x="245839" y="76397"/>
                  <a:pt x="243298" y="74335"/>
                </a:cubicBezTo>
                <a:cubicBezTo>
                  <a:pt x="241337" y="72751"/>
                  <a:pt x="240555" y="70477"/>
                  <a:pt x="240048" y="64898"/>
                </a:cubicBezTo>
                <a:cubicBezTo>
                  <a:pt x="239689" y="60856"/>
                  <a:pt x="239717" y="56686"/>
                  <a:pt x="240122" y="55627"/>
                </a:cubicBezTo>
                <a:cubicBezTo>
                  <a:pt x="241411" y="52276"/>
                  <a:pt x="245296" y="55664"/>
                  <a:pt x="247764" y="62283"/>
                </a:cubicBezTo>
                <a:lnTo>
                  <a:pt x="250038" y="68378"/>
                </a:lnTo>
                <a:lnTo>
                  <a:pt x="251630" y="64539"/>
                </a:lnTo>
                <a:cubicBezTo>
                  <a:pt x="252910" y="61455"/>
                  <a:pt x="252929" y="60221"/>
                  <a:pt x="251741" y="58324"/>
                </a:cubicBezTo>
                <a:cubicBezTo>
                  <a:pt x="249089" y="54080"/>
                  <a:pt x="252809" y="41458"/>
                  <a:pt x="256114" y="43502"/>
                </a:cubicBezTo>
                <a:cubicBezTo>
                  <a:pt x="258020" y="44680"/>
                  <a:pt x="259070" y="52902"/>
                  <a:pt x="257753" y="56373"/>
                </a:cubicBezTo>
                <a:lnTo>
                  <a:pt x="256593" y="59420"/>
                </a:lnTo>
                <a:lnTo>
                  <a:pt x="260920" y="57210"/>
                </a:lnTo>
                <a:cubicBezTo>
                  <a:pt x="271140" y="51999"/>
                  <a:pt x="276249" y="56787"/>
                  <a:pt x="267171" y="63066"/>
                </a:cubicBezTo>
                <a:cubicBezTo>
                  <a:pt x="264023" y="65248"/>
                  <a:pt x="262439" y="67255"/>
                  <a:pt x="262402" y="69096"/>
                </a:cubicBezTo>
                <a:cubicBezTo>
                  <a:pt x="262384" y="70615"/>
                  <a:pt x="261841" y="72825"/>
                  <a:pt x="261215" y="74003"/>
                </a:cubicBezTo>
                <a:cubicBezTo>
                  <a:pt x="260119" y="76038"/>
                  <a:pt x="260322" y="76047"/>
                  <a:pt x="265303" y="74261"/>
                </a:cubicBezTo>
                <a:cubicBezTo>
                  <a:pt x="269851" y="72622"/>
                  <a:pt x="270523" y="71941"/>
                  <a:pt x="270440" y="69004"/>
                </a:cubicBezTo>
                <a:cubicBezTo>
                  <a:pt x="270283" y="63710"/>
                  <a:pt x="272742" y="62127"/>
                  <a:pt x="275513" y="65736"/>
                </a:cubicBezTo>
                <a:cubicBezTo>
                  <a:pt x="278229" y="69290"/>
                  <a:pt x="280217" y="77520"/>
                  <a:pt x="278965" y="80071"/>
                </a:cubicBezTo>
                <a:cubicBezTo>
                  <a:pt x="278477" y="81065"/>
                  <a:pt x="278818" y="83210"/>
                  <a:pt x="279720" y="84840"/>
                </a:cubicBezTo>
                <a:cubicBezTo>
                  <a:pt x="281295" y="87685"/>
                  <a:pt x="281359" y="87574"/>
                  <a:pt x="281396" y="82050"/>
                </a:cubicBezTo>
                <a:cubicBezTo>
                  <a:pt x="281433" y="77364"/>
                  <a:pt x="281801" y="76369"/>
                  <a:pt x="283403" y="76683"/>
                </a:cubicBezTo>
                <a:cubicBezTo>
                  <a:pt x="286892" y="77364"/>
                  <a:pt x="290281" y="83330"/>
                  <a:pt x="290511" y="89194"/>
                </a:cubicBezTo>
                <a:cubicBezTo>
                  <a:pt x="290649" y="92573"/>
                  <a:pt x="291395" y="95096"/>
                  <a:pt x="292444" y="95676"/>
                </a:cubicBezTo>
                <a:cubicBezTo>
                  <a:pt x="294598" y="96882"/>
                  <a:pt x="294727" y="94976"/>
                  <a:pt x="293144" y="85190"/>
                </a:cubicBezTo>
                <a:cubicBezTo>
                  <a:pt x="292168" y="79122"/>
                  <a:pt x="291514" y="77732"/>
                  <a:pt x="289498" y="77437"/>
                </a:cubicBezTo>
                <a:cubicBezTo>
                  <a:pt x="284094" y="76627"/>
                  <a:pt x="276857" y="62817"/>
                  <a:pt x="281065" y="61326"/>
                </a:cubicBezTo>
                <a:cubicBezTo>
                  <a:pt x="281838" y="61050"/>
                  <a:pt x="284655" y="62799"/>
                  <a:pt x="287325" y="65211"/>
                </a:cubicBezTo>
                <a:cubicBezTo>
                  <a:pt x="292094" y="69520"/>
                  <a:pt x="292177" y="69547"/>
                  <a:pt x="292177" y="66647"/>
                </a:cubicBezTo>
                <a:cubicBezTo>
                  <a:pt x="292177" y="65027"/>
                  <a:pt x="290861" y="62283"/>
                  <a:pt x="289249" y="60543"/>
                </a:cubicBezTo>
                <a:cubicBezTo>
                  <a:pt x="286276" y="57330"/>
                  <a:pt x="284167" y="50195"/>
                  <a:pt x="285539" y="47976"/>
                </a:cubicBezTo>
                <a:cubicBezTo>
                  <a:pt x="286856" y="45849"/>
                  <a:pt x="289811" y="47994"/>
                  <a:pt x="292324" y="52911"/>
                </a:cubicBezTo>
                <a:lnTo>
                  <a:pt x="294755" y="57671"/>
                </a:lnTo>
                <a:lnTo>
                  <a:pt x="298585" y="53951"/>
                </a:lnTo>
                <a:cubicBezTo>
                  <a:pt x="305030" y="47709"/>
                  <a:pt x="307930" y="49569"/>
                  <a:pt x="304385" y="57671"/>
                </a:cubicBezTo>
                <a:cubicBezTo>
                  <a:pt x="302654" y="61657"/>
                  <a:pt x="302415" y="63609"/>
                  <a:pt x="303317" y="66675"/>
                </a:cubicBezTo>
                <a:lnTo>
                  <a:pt x="304468" y="70597"/>
                </a:lnTo>
                <a:lnTo>
                  <a:pt x="307562" y="67660"/>
                </a:lnTo>
                <a:cubicBezTo>
                  <a:pt x="311336" y="64069"/>
                  <a:pt x="317220" y="62292"/>
                  <a:pt x="317220" y="64751"/>
                </a:cubicBezTo>
                <a:cubicBezTo>
                  <a:pt x="317220" y="65653"/>
                  <a:pt x="316382" y="67596"/>
                  <a:pt x="315360" y="69050"/>
                </a:cubicBezTo>
                <a:cubicBezTo>
                  <a:pt x="314338" y="70514"/>
                  <a:pt x="313776" y="72153"/>
                  <a:pt x="314117" y="72705"/>
                </a:cubicBezTo>
                <a:cubicBezTo>
                  <a:pt x="314458" y="73258"/>
                  <a:pt x="314863" y="77143"/>
                  <a:pt x="315019" y="81350"/>
                </a:cubicBezTo>
                <a:lnTo>
                  <a:pt x="315314" y="88992"/>
                </a:lnTo>
                <a:lnTo>
                  <a:pt x="320138" y="89277"/>
                </a:lnTo>
                <a:cubicBezTo>
                  <a:pt x="330569" y="89894"/>
                  <a:pt x="335136" y="94774"/>
                  <a:pt x="327356" y="97002"/>
                </a:cubicBezTo>
                <a:cubicBezTo>
                  <a:pt x="323167" y="98199"/>
                  <a:pt x="315074" y="97232"/>
                  <a:pt x="312690" y="95262"/>
                </a:cubicBezTo>
                <a:cubicBezTo>
                  <a:pt x="311382" y="94175"/>
                  <a:pt x="310554" y="94497"/>
                  <a:pt x="308786" y="96799"/>
                </a:cubicBezTo>
                <a:cubicBezTo>
                  <a:pt x="307552" y="98410"/>
                  <a:pt x="306521" y="99994"/>
                  <a:pt x="306512" y="100325"/>
                </a:cubicBezTo>
                <a:cubicBezTo>
                  <a:pt x="306494" y="100648"/>
                  <a:pt x="309569" y="100767"/>
                  <a:pt x="313343" y="100583"/>
                </a:cubicBezTo>
                <a:cubicBezTo>
                  <a:pt x="317109" y="100399"/>
                  <a:pt x="320948" y="100749"/>
                  <a:pt x="321860" y="101356"/>
                </a:cubicBezTo>
                <a:cubicBezTo>
                  <a:pt x="324668" y="103225"/>
                  <a:pt x="322339" y="106199"/>
                  <a:pt x="316962" y="107635"/>
                </a:cubicBezTo>
                <a:lnTo>
                  <a:pt x="311852" y="109007"/>
                </a:lnTo>
                <a:lnTo>
                  <a:pt x="311852" y="115397"/>
                </a:lnTo>
                <a:cubicBezTo>
                  <a:pt x="311852" y="118914"/>
                  <a:pt x="312018" y="121786"/>
                  <a:pt x="312220" y="121786"/>
                </a:cubicBezTo>
                <a:cubicBezTo>
                  <a:pt x="312414" y="121786"/>
                  <a:pt x="314117" y="120101"/>
                  <a:pt x="315995" y="118048"/>
                </a:cubicBezTo>
                <a:cubicBezTo>
                  <a:pt x="319669" y="114025"/>
                  <a:pt x="329980" y="110416"/>
                  <a:pt x="332098" y="112404"/>
                </a:cubicBezTo>
                <a:cubicBezTo>
                  <a:pt x="334933" y="115074"/>
                  <a:pt x="325248" y="122974"/>
                  <a:pt x="319125" y="122983"/>
                </a:cubicBezTo>
                <a:cubicBezTo>
                  <a:pt x="316953" y="122992"/>
                  <a:pt x="313960" y="124207"/>
                  <a:pt x="311852" y="125957"/>
                </a:cubicBezTo>
                <a:lnTo>
                  <a:pt x="308271" y="128921"/>
                </a:lnTo>
                <a:lnTo>
                  <a:pt x="312708" y="127144"/>
                </a:lnTo>
                <a:cubicBezTo>
                  <a:pt x="318785" y="124705"/>
                  <a:pt x="323471" y="124787"/>
                  <a:pt x="322974" y="127319"/>
                </a:cubicBezTo>
                <a:cubicBezTo>
                  <a:pt x="322339" y="130514"/>
                  <a:pt x="314181" y="136333"/>
                  <a:pt x="309863" y="136673"/>
                </a:cubicBezTo>
                <a:cubicBezTo>
                  <a:pt x="307212" y="136876"/>
                  <a:pt x="305748" y="137668"/>
                  <a:pt x="305481" y="139039"/>
                </a:cubicBezTo>
                <a:cubicBezTo>
                  <a:pt x="305131" y="140798"/>
                  <a:pt x="305665" y="140973"/>
                  <a:pt x="309007" y="140236"/>
                </a:cubicBezTo>
                <a:cubicBezTo>
                  <a:pt x="311180" y="139767"/>
                  <a:pt x="315249" y="138386"/>
                  <a:pt x="318067" y="137180"/>
                </a:cubicBezTo>
                <a:cubicBezTo>
                  <a:pt x="321970" y="135513"/>
                  <a:pt x="323176" y="134344"/>
                  <a:pt x="323176" y="132254"/>
                </a:cubicBezTo>
                <a:cubicBezTo>
                  <a:pt x="323176" y="127375"/>
                  <a:pt x="333957" y="117781"/>
                  <a:pt x="336535" y="120359"/>
                </a:cubicBezTo>
                <a:cubicBezTo>
                  <a:pt x="337493" y="121317"/>
                  <a:pt x="337033" y="123324"/>
                  <a:pt x="334860" y="127715"/>
                </a:cubicBezTo>
                <a:cubicBezTo>
                  <a:pt x="331987" y="133525"/>
                  <a:pt x="331960" y="133736"/>
                  <a:pt x="334307" y="132991"/>
                </a:cubicBezTo>
                <a:cubicBezTo>
                  <a:pt x="335642" y="132567"/>
                  <a:pt x="338414" y="130440"/>
                  <a:pt x="340457" y="128277"/>
                </a:cubicBezTo>
                <a:cubicBezTo>
                  <a:pt x="344030" y="124493"/>
                  <a:pt x="349922" y="121897"/>
                  <a:pt x="351450" y="123425"/>
                </a:cubicBezTo>
                <a:cubicBezTo>
                  <a:pt x="352804" y="124778"/>
                  <a:pt x="349489" y="130155"/>
                  <a:pt x="346451" y="131536"/>
                </a:cubicBezTo>
                <a:cubicBezTo>
                  <a:pt x="342897" y="133156"/>
                  <a:pt x="342630" y="134482"/>
                  <a:pt x="345650" y="135440"/>
                </a:cubicBezTo>
                <a:cubicBezTo>
                  <a:pt x="346856" y="135826"/>
                  <a:pt x="349121" y="137502"/>
                  <a:pt x="350686" y="139159"/>
                </a:cubicBezTo>
                <a:cubicBezTo>
                  <a:pt x="353025" y="141654"/>
                  <a:pt x="353227" y="142372"/>
                  <a:pt x="351828" y="143238"/>
                </a:cubicBezTo>
                <a:cubicBezTo>
                  <a:pt x="350023" y="144352"/>
                  <a:pt x="344251" y="143624"/>
                  <a:pt x="340770" y="141847"/>
                </a:cubicBezTo>
                <a:cubicBezTo>
                  <a:pt x="339426" y="141166"/>
                  <a:pt x="338681" y="141231"/>
                  <a:pt x="338681" y="142050"/>
                </a:cubicBezTo>
                <a:cubicBezTo>
                  <a:pt x="338681" y="142741"/>
                  <a:pt x="337373" y="143809"/>
                  <a:pt x="335780" y="144416"/>
                </a:cubicBezTo>
                <a:lnTo>
                  <a:pt x="332880" y="145521"/>
                </a:lnTo>
                <a:lnTo>
                  <a:pt x="337760" y="150400"/>
                </a:lnTo>
                <a:cubicBezTo>
                  <a:pt x="343192" y="155832"/>
                  <a:pt x="342768" y="158723"/>
                  <a:pt x="336830" y="156744"/>
                </a:cubicBezTo>
                <a:cubicBezTo>
                  <a:pt x="333783" y="155731"/>
                  <a:pt x="325423" y="157619"/>
                  <a:pt x="321197" y="160279"/>
                </a:cubicBezTo>
                <a:cubicBezTo>
                  <a:pt x="320442" y="160758"/>
                  <a:pt x="319098" y="160868"/>
                  <a:pt x="318223" y="160528"/>
                </a:cubicBezTo>
                <a:cubicBezTo>
                  <a:pt x="316971" y="160049"/>
                  <a:pt x="316695" y="161531"/>
                  <a:pt x="316953" y="167387"/>
                </a:cubicBezTo>
                <a:cubicBezTo>
                  <a:pt x="317302" y="175194"/>
                  <a:pt x="316106" y="178766"/>
                  <a:pt x="313647" y="177247"/>
                </a:cubicBezTo>
                <a:cubicBezTo>
                  <a:pt x="309974" y="174973"/>
                  <a:pt x="307203" y="161117"/>
                  <a:pt x="310066" y="159349"/>
                </a:cubicBezTo>
                <a:cubicBezTo>
                  <a:pt x="312211" y="158024"/>
                  <a:pt x="311318" y="156790"/>
                  <a:pt x="307313" y="155556"/>
                </a:cubicBezTo>
                <a:lnTo>
                  <a:pt x="303363" y="154350"/>
                </a:lnTo>
                <a:lnTo>
                  <a:pt x="305057" y="160979"/>
                </a:lnTo>
                <a:cubicBezTo>
                  <a:pt x="306319" y="165923"/>
                  <a:pt x="306411" y="168142"/>
                  <a:pt x="305426" y="169725"/>
                </a:cubicBezTo>
                <a:cubicBezTo>
                  <a:pt x="304698" y="170885"/>
                  <a:pt x="304100" y="173344"/>
                  <a:pt x="304100" y="175185"/>
                </a:cubicBezTo>
                <a:cubicBezTo>
                  <a:pt x="304100" y="177017"/>
                  <a:pt x="303106" y="180470"/>
                  <a:pt x="301890" y="182854"/>
                </a:cubicBezTo>
                <a:lnTo>
                  <a:pt x="299690" y="187181"/>
                </a:lnTo>
                <a:lnTo>
                  <a:pt x="302562" y="186086"/>
                </a:lnTo>
                <a:cubicBezTo>
                  <a:pt x="306484" y="184594"/>
                  <a:pt x="314513" y="184705"/>
                  <a:pt x="315479" y="186261"/>
                </a:cubicBezTo>
                <a:cubicBezTo>
                  <a:pt x="316676" y="188194"/>
                  <a:pt x="312570" y="192015"/>
                  <a:pt x="307727" y="193460"/>
                </a:cubicBezTo>
                <a:cubicBezTo>
                  <a:pt x="304735" y="194362"/>
                  <a:pt x="303345" y="195504"/>
                  <a:pt x="303216" y="197161"/>
                </a:cubicBezTo>
                <a:cubicBezTo>
                  <a:pt x="303115" y="198487"/>
                  <a:pt x="302222" y="200476"/>
                  <a:pt x="301218" y="201571"/>
                </a:cubicBezTo>
                <a:cubicBezTo>
                  <a:pt x="299533" y="203431"/>
                  <a:pt x="299902" y="203597"/>
                  <a:pt x="306089" y="203744"/>
                </a:cubicBezTo>
                <a:cubicBezTo>
                  <a:pt x="316363" y="203983"/>
                  <a:pt x="319650" y="208863"/>
                  <a:pt x="310674" y="210548"/>
                </a:cubicBezTo>
                <a:cubicBezTo>
                  <a:pt x="308215" y="211008"/>
                  <a:pt x="306484" y="212039"/>
                  <a:pt x="306484" y="213024"/>
                </a:cubicBezTo>
                <a:cubicBezTo>
                  <a:pt x="306484" y="213963"/>
                  <a:pt x="304873" y="216551"/>
                  <a:pt x="302903" y="218797"/>
                </a:cubicBezTo>
                <a:cubicBezTo>
                  <a:pt x="300942" y="221034"/>
                  <a:pt x="299331" y="223437"/>
                  <a:pt x="299331" y="224128"/>
                </a:cubicBezTo>
                <a:cubicBezTo>
                  <a:pt x="299331" y="224809"/>
                  <a:pt x="298336" y="225693"/>
                  <a:pt x="297121" y="226079"/>
                </a:cubicBezTo>
                <a:cubicBezTo>
                  <a:pt x="295197" y="226687"/>
                  <a:pt x="295565" y="227470"/>
                  <a:pt x="299994" y="232230"/>
                </a:cubicBezTo>
                <a:cubicBezTo>
                  <a:pt x="302783" y="235231"/>
                  <a:pt x="305969" y="238748"/>
                  <a:pt x="307074" y="240055"/>
                </a:cubicBezTo>
                <a:cubicBezTo>
                  <a:pt x="309734" y="243222"/>
                  <a:pt x="310821" y="241924"/>
                  <a:pt x="308390" y="238462"/>
                </a:cubicBezTo>
                <a:cubicBezTo>
                  <a:pt x="305932" y="234946"/>
                  <a:pt x="305720" y="223152"/>
                  <a:pt x="308123" y="223152"/>
                </a:cubicBezTo>
                <a:cubicBezTo>
                  <a:pt x="310646" y="223152"/>
                  <a:pt x="312423" y="225951"/>
                  <a:pt x="313546" y="231668"/>
                </a:cubicBezTo>
                <a:cubicBezTo>
                  <a:pt x="314108" y="234531"/>
                  <a:pt x="314632" y="236198"/>
                  <a:pt x="314706" y="235378"/>
                </a:cubicBezTo>
                <a:cubicBezTo>
                  <a:pt x="314771" y="234559"/>
                  <a:pt x="315627" y="233887"/>
                  <a:pt x="316593" y="233887"/>
                </a:cubicBezTo>
                <a:cubicBezTo>
                  <a:pt x="319135" y="233887"/>
                  <a:pt x="321989" y="240147"/>
                  <a:pt x="321989" y="245754"/>
                </a:cubicBezTo>
                <a:cubicBezTo>
                  <a:pt x="321989" y="248406"/>
                  <a:pt x="322523" y="250578"/>
                  <a:pt x="323176" y="250578"/>
                </a:cubicBezTo>
                <a:cubicBezTo>
                  <a:pt x="324521" y="250578"/>
                  <a:pt x="324705" y="246168"/>
                  <a:pt x="323627" y="239650"/>
                </a:cubicBezTo>
                <a:cubicBezTo>
                  <a:pt x="323158" y="236814"/>
                  <a:pt x="322136" y="235084"/>
                  <a:pt x="320718" y="234715"/>
                </a:cubicBezTo>
                <a:cubicBezTo>
                  <a:pt x="317947" y="233988"/>
                  <a:pt x="313500" y="226871"/>
                  <a:pt x="313914" y="223842"/>
                </a:cubicBezTo>
                <a:cubicBezTo>
                  <a:pt x="314430" y="220178"/>
                  <a:pt x="316925" y="220298"/>
                  <a:pt x="320792" y="224155"/>
                </a:cubicBezTo>
                <a:cubicBezTo>
                  <a:pt x="323784" y="227147"/>
                  <a:pt x="324373" y="227378"/>
                  <a:pt x="324373" y="225527"/>
                </a:cubicBezTo>
                <a:cubicBezTo>
                  <a:pt x="324373" y="224312"/>
                  <a:pt x="323499" y="222452"/>
                  <a:pt x="322431" y="221384"/>
                </a:cubicBezTo>
                <a:cubicBezTo>
                  <a:pt x="321363" y="220307"/>
                  <a:pt x="320221" y="217057"/>
                  <a:pt x="319890" y="214138"/>
                </a:cubicBezTo>
                <a:cubicBezTo>
                  <a:pt x="319402" y="209774"/>
                  <a:pt x="319641" y="208845"/>
                  <a:pt x="321252" y="208845"/>
                </a:cubicBezTo>
                <a:cubicBezTo>
                  <a:pt x="322339" y="208845"/>
                  <a:pt x="324106" y="210695"/>
                  <a:pt x="325183" y="212960"/>
                </a:cubicBezTo>
                <a:lnTo>
                  <a:pt x="327144" y="217075"/>
                </a:lnTo>
                <a:lnTo>
                  <a:pt x="330634" y="214148"/>
                </a:lnTo>
                <a:cubicBezTo>
                  <a:pt x="335965" y="209655"/>
                  <a:pt x="338128" y="212564"/>
                  <a:pt x="334574" y="219451"/>
                </a:cubicBezTo>
                <a:cubicBezTo>
                  <a:pt x="333626" y="221283"/>
                  <a:pt x="333129" y="223870"/>
                  <a:pt x="333479" y="225205"/>
                </a:cubicBezTo>
                <a:cubicBezTo>
                  <a:pt x="334114" y="227617"/>
                  <a:pt x="334114" y="227617"/>
                  <a:pt x="338699" y="225104"/>
                </a:cubicBezTo>
                <a:cubicBezTo>
                  <a:pt x="344067" y="222167"/>
                  <a:pt x="345668" y="223023"/>
                  <a:pt x="343440" y="227617"/>
                </a:cubicBezTo>
                <a:cubicBezTo>
                  <a:pt x="342566" y="229422"/>
                  <a:pt x="341903" y="231217"/>
                  <a:pt x="341986" y="231594"/>
                </a:cubicBezTo>
                <a:cubicBezTo>
                  <a:pt x="342059" y="231972"/>
                  <a:pt x="342253" y="235074"/>
                  <a:pt x="342409" y="238481"/>
                </a:cubicBezTo>
                <a:cubicBezTo>
                  <a:pt x="342658" y="244079"/>
                  <a:pt x="342989" y="244741"/>
                  <a:pt x="345751" y="245331"/>
                </a:cubicBezTo>
                <a:cubicBezTo>
                  <a:pt x="351128" y="246463"/>
                  <a:pt x="354185" y="248093"/>
                  <a:pt x="354185" y="249833"/>
                </a:cubicBezTo>
                <a:cubicBezTo>
                  <a:pt x="354185" y="253294"/>
                  <a:pt x="343312" y="254280"/>
                  <a:pt x="339831" y="251140"/>
                </a:cubicBezTo>
                <a:cubicBezTo>
                  <a:pt x="337999" y="249483"/>
                  <a:pt x="337640" y="249575"/>
                  <a:pt x="335983" y="252107"/>
                </a:cubicBezTo>
                <a:lnTo>
                  <a:pt x="334151" y="254896"/>
                </a:lnTo>
                <a:lnTo>
                  <a:pt x="340062" y="254988"/>
                </a:lnTo>
                <a:cubicBezTo>
                  <a:pt x="343302" y="255035"/>
                  <a:pt x="346285" y="255403"/>
                  <a:pt x="346690" y="255799"/>
                </a:cubicBezTo>
                <a:cubicBezTo>
                  <a:pt x="348587" y="257704"/>
                  <a:pt x="344076" y="266985"/>
                  <a:pt x="338855" y="271929"/>
                </a:cubicBezTo>
                <a:cubicBezTo>
                  <a:pt x="335808" y="274810"/>
                  <a:pt x="334749" y="276256"/>
                  <a:pt x="336499" y="275133"/>
                </a:cubicBezTo>
                <a:cubicBezTo>
                  <a:pt x="338248" y="274010"/>
                  <a:pt x="340605" y="273255"/>
                  <a:pt x="341737" y="273466"/>
                </a:cubicBezTo>
                <a:cubicBezTo>
                  <a:pt x="343137" y="273715"/>
                  <a:pt x="344205" y="272619"/>
                  <a:pt x="345116" y="269995"/>
                </a:cubicBezTo>
                <a:cubicBezTo>
                  <a:pt x="345843" y="267887"/>
                  <a:pt x="347326" y="265272"/>
                  <a:pt x="348403" y="264195"/>
                </a:cubicBezTo>
                <a:cubicBezTo>
                  <a:pt x="350235" y="262363"/>
                  <a:pt x="350474" y="262418"/>
                  <a:pt x="351800" y="264886"/>
                </a:cubicBezTo>
                <a:cubicBezTo>
                  <a:pt x="352583" y="266350"/>
                  <a:pt x="352997" y="269093"/>
                  <a:pt x="352721" y="270990"/>
                </a:cubicBezTo>
                <a:cubicBezTo>
                  <a:pt x="352242" y="274249"/>
                  <a:pt x="352325" y="274323"/>
                  <a:pt x="354397" y="272454"/>
                </a:cubicBezTo>
                <a:cubicBezTo>
                  <a:pt x="355593" y="271367"/>
                  <a:pt x="356569" y="269305"/>
                  <a:pt x="356569" y="267859"/>
                </a:cubicBezTo>
                <a:cubicBezTo>
                  <a:pt x="356569" y="265125"/>
                  <a:pt x="361495" y="258929"/>
                  <a:pt x="363668" y="258929"/>
                </a:cubicBezTo>
                <a:cubicBezTo>
                  <a:pt x="365574" y="258929"/>
                  <a:pt x="365159" y="265208"/>
                  <a:pt x="363060" y="268200"/>
                </a:cubicBezTo>
                <a:cubicBezTo>
                  <a:pt x="361228" y="270824"/>
                  <a:pt x="361265" y="270852"/>
                  <a:pt x="366642" y="270852"/>
                </a:cubicBezTo>
                <a:cubicBezTo>
                  <a:pt x="371153" y="270852"/>
                  <a:pt x="372074" y="271229"/>
                  <a:pt x="372074" y="273080"/>
                </a:cubicBezTo>
                <a:cubicBezTo>
                  <a:pt x="372074" y="274691"/>
                  <a:pt x="370646" y="275722"/>
                  <a:pt x="367010" y="276753"/>
                </a:cubicBezTo>
                <a:cubicBezTo>
                  <a:pt x="364220" y="277545"/>
                  <a:pt x="360970" y="279487"/>
                  <a:pt x="359792" y="281080"/>
                </a:cubicBezTo>
                <a:cubicBezTo>
                  <a:pt x="357656" y="283971"/>
                  <a:pt x="357656" y="283971"/>
                  <a:pt x="361154" y="283971"/>
                </a:cubicBezTo>
                <a:cubicBezTo>
                  <a:pt x="363078" y="283971"/>
                  <a:pt x="365923" y="285002"/>
                  <a:pt x="367470" y="286264"/>
                </a:cubicBezTo>
                <a:lnTo>
                  <a:pt x="370287" y="288556"/>
                </a:lnTo>
                <a:lnTo>
                  <a:pt x="367304" y="289670"/>
                </a:lnTo>
                <a:cubicBezTo>
                  <a:pt x="365666" y="290287"/>
                  <a:pt x="363723" y="290996"/>
                  <a:pt x="362986" y="291254"/>
                </a:cubicBezTo>
                <a:cubicBezTo>
                  <a:pt x="362250" y="291511"/>
                  <a:pt x="359267" y="293850"/>
                  <a:pt x="356358" y="296455"/>
                </a:cubicBezTo>
                <a:lnTo>
                  <a:pt x="351064" y="301178"/>
                </a:lnTo>
                <a:lnTo>
                  <a:pt x="353936" y="306316"/>
                </a:lnTo>
                <a:cubicBezTo>
                  <a:pt x="356864" y="311564"/>
                  <a:pt x="356790" y="314979"/>
                  <a:pt x="353752" y="314979"/>
                </a:cubicBezTo>
                <a:cubicBezTo>
                  <a:pt x="351358" y="314979"/>
                  <a:pt x="344647" y="307034"/>
                  <a:pt x="344647" y="304207"/>
                </a:cubicBezTo>
                <a:cubicBezTo>
                  <a:pt x="344647" y="302366"/>
                  <a:pt x="343827" y="301860"/>
                  <a:pt x="340844" y="301860"/>
                </a:cubicBezTo>
                <a:lnTo>
                  <a:pt x="337042" y="301860"/>
                </a:lnTo>
                <a:lnTo>
                  <a:pt x="340108" y="305137"/>
                </a:lnTo>
                <a:cubicBezTo>
                  <a:pt x="346000" y="311462"/>
                  <a:pt x="346709" y="314979"/>
                  <a:pt x="342105" y="314979"/>
                </a:cubicBezTo>
                <a:cubicBezTo>
                  <a:pt x="339408" y="314979"/>
                  <a:pt x="331527" y="308166"/>
                  <a:pt x="331527" y="305837"/>
                </a:cubicBezTo>
                <a:cubicBezTo>
                  <a:pt x="331527" y="304548"/>
                  <a:pt x="330293" y="304198"/>
                  <a:pt x="326693" y="304474"/>
                </a:cubicBezTo>
                <a:cubicBezTo>
                  <a:pt x="322007" y="304834"/>
                  <a:pt x="321758" y="305064"/>
                  <a:pt x="319033" y="311785"/>
                </a:cubicBezTo>
                <a:cubicBezTo>
                  <a:pt x="316814" y="317253"/>
                  <a:pt x="316603" y="318588"/>
                  <a:pt x="318021" y="318045"/>
                </a:cubicBezTo>
                <a:cubicBezTo>
                  <a:pt x="322320" y="316397"/>
                  <a:pt x="325358" y="316056"/>
                  <a:pt x="326040" y="317161"/>
                </a:cubicBezTo>
                <a:cubicBezTo>
                  <a:pt x="327329" y="319251"/>
                  <a:pt x="320810" y="325613"/>
                  <a:pt x="316078" y="326893"/>
                </a:cubicBezTo>
                <a:cubicBezTo>
                  <a:pt x="313574" y="327565"/>
                  <a:pt x="310839" y="328955"/>
                  <a:pt x="309983" y="329977"/>
                </a:cubicBezTo>
                <a:cubicBezTo>
                  <a:pt x="308694" y="331533"/>
                  <a:pt x="309154" y="331496"/>
                  <a:pt x="312837" y="329738"/>
                </a:cubicBezTo>
                <a:cubicBezTo>
                  <a:pt x="315986" y="328237"/>
                  <a:pt x="317606" y="328007"/>
                  <a:pt x="318527" y="328927"/>
                </a:cubicBezTo>
                <a:cubicBezTo>
                  <a:pt x="319448" y="329848"/>
                  <a:pt x="320948" y="328983"/>
                  <a:pt x="323802" y="325871"/>
                </a:cubicBezTo>
                <a:cubicBezTo>
                  <a:pt x="326951" y="322464"/>
                  <a:pt x="328111" y="321847"/>
                  <a:pt x="329262" y="322989"/>
                </a:cubicBezTo>
                <a:cubicBezTo>
                  <a:pt x="330422" y="324131"/>
                  <a:pt x="330339" y="325429"/>
                  <a:pt x="328866" y="329176"/>
                </a:cubicBezTo>
                <a:cubicBezTo>
                  <a:pt x="327062" y="333770"/>
                  <a:pt x="327071" y="333881"/>
                  <a:pt x="329262" y="332509"/>
                </a:cubicBezTo>
                <a:cubicBezTo>
                  <a:pt x="330505" y="331735"/>
                  <a:pt x="331527" y="330769"/>
                  <a:pt x="331527" y="330354"/>
                </a:cubicBezTo>
                <a:cubicBezTo>
                  <a:pt x="331527" y="328660"/>
                  <a:pt x="337981" y="323321"/>
                  <a:pt x="340034" y="323321"/>
                </a:cubicBezTo>
                <a:cubicBezTo>
                  <a:pt x="342943" y="323321"/>
                  <a:pt x="342860" y="325816"/>
                  <a:pt x="339841" y="329664"/>
                </a:cubicBezTo>
                <a:cubicBezTo>
                  <a:pt x="337511" y="332619"/>
                  <a:pt x="337502" y="332785"/>
                  <a:pt x="339601" y="333908"/>
                </a:cubicBezTo>
                <a:cubicBezTo>
                  <a:pt x="341314" y="334829"/>
                  <a:pt x="342133" y="334534"/>
                  <a:pt x="343367" y="332555"/>
                </a:cubicBezTo>
                <a:cubicBezTo>
                  <a:pt x="344904" y="330106"/>
                  <a:pt x="344996" y="330097"/>
                  <a:pt x="346589" y="332269"/>
                </a:cubicBezTo>
                <a:cubicBezTo>
                  <a:pt x="347482" y="333503"/>
                  <a:pt x="348228" y="335740"/>
                  <a:pt x="348228" y="337250"/>
                </a:cubicBezTo>
                <a:cubicBezTo>
                  <a:pt x="348228" y="339957"/>
                  <a:pt x="348256" y="339966"/>
                  <a:pt x="352408" y="337987"/>
                </a:cubicBezTo>
                <a:cubicBezTo>
                  <a:pt x="358411" y="335124"/>
                  <a:pt x="360105" y="337278"/>
                  <a:pt x="355833" y="342360"/>
                </a:cubicBezTo>
                <a:cubicBezTo>
                  <a:pt x="354037" y="344487"/>
                  <a:pt x="352445" y="347460"/>
                  <a:pt x="352279" y="348952"/>
                </a:cubicBezTo>
                <a:cubicBezTo>
                  <a:pt x="351994" y="351659"/>
                  <a:pt x="352030" y="351659"/>
                  <a:pt x="356707" y="349827"/>
                </a:cubicBezTo>
                <a:cubicBezTo>
                  <a:pt x="360455" y="348354"/>
                  <a:pt x="361725" y="348280"/>
                  <a:pt x="362876" y="349449"/>
                </a:cubicBezTo>
                <a:cubicBezTo>
                  <a:pt x="364018" y="350609"/>
                  <a:pt x="363797" y="351346"/>
                  <a:pt x="361872" y="352929"/>
                </a:cubicBezTo>
                <a:cubicBezTo>
                  <a:pt x="360528" y="354025"/>
                  <a:pt x="358622" y="357827"/>
                  <a:pt x="357637" y="361372"/>
                </a:cubicBezTo>
                <a:lnTo>
                  <a:pt x="355842" y="367816"/>
                </a:lnTo>
                <a:lnTo>
                  <a:pt x="362333" y="371232"/>
                </a:lnTo>
                <a:lnTo>
                  <a:pt x="368833" y="374648"/>
                </a:lnTo>
                <a:lnTo>
                  <a:pt x="374734" y="371711"/>
                </a:lnTo>
                <a:lnTo>
                  <a:pt x="380645" y="368765"/>
                </a:lnTo>
                <a:lnTo>
                  <a:pt x="376557" y="367062"/>
                </a:lnTo>
                <a:cubicBezTo>
                  <a:pt x="372285" y="365275"/>
                  <a:pt x="367304" y="359936"/>
                  <a:pt x="367304" y="357155"/>
                </a:cubicBezTo>
                <a:cubicBezTo>
                  <a:pt x="367304" y="355038"/>
                  <a:pt x="369440" y="355102"/>
                  <a:pt x="373740" y="357339"/>
                </a:cubicBezTo>
                <a:cubicBezTo>
                  <a:pt x="378076" y="359604"/>
                  <a:pt x="379255" y="358674"/>
                  <a:pt x="375701" y="355802"/>
                </a:cubicBezTo>
                <a:cubicBezTo>
                  <a:pt x="373869" y="354319"/>
                  <a:pt x="372828" y="351880"/>
                  <a:pt x="372396" y="348022"/>
                </a:cubicBezTo>
                <a:cubicBezTo>
                  <a:pt x="372046" y="344938"/>
                  <a:pt x="372138" y="342406"/>
                  <a:pt x="372598" y="342406"/>
                </a:cubicBezTo>
                <a:cubicBezTo>
                  <a:pt x="374872" y="342406"/>
                  <a:pt x="377865" y="345076"/>
                  <a:pt x="379209" y="348308"/>
                </a:cubicBezTo>
                <a:cubicBezTo>
                  <a:pt x="380756" y="352045"/>
                  <a:pt x="382809" y="352174"/>
                  <a:pt x="382809" y="348528"/>
                </a:cubicBezTo>
                <a:cubicBezTo>
                  <a:pt x="382809" y="345453"/>
                  <a:pt x="390570" y="338346"/>
                  <a:pt x="392945" y="339257"/>
                </a:cubicBezTo>
                <a:cubicBezTo>
                  <a:pt x="395192" y="340123"/>
                  <a:pt x="394446" y="344026"/>
                  <a:pt x="391389" y="347507"/>
                </a:cubicBezTo>
                <a:cubicBezTo>
                  <a:pt x="389705" y="349431"/>
                  <a:pt x="389705" y="349808"/>
                  <a:pt x="391380" y="351493"/>
                </a:cubicBezTo>
                <a:cubicBezTo>
                  <a:pt x="393056" y="353169"/>
                  <a:pt x="393314" y="352948"/>
                  <a:pt x="394013" y="349191"/>
                </a:cubicBezTo>
                <a:cubicBezTo>
                  <a:pt x="395496" y="341283"/>
                  <a:pt x="400697" y="340316"/>
                  <a:pt x="400697" y="347939"/>
                </a:cubicBezTo>
                <a:cubicBezTo>
                  <a:pt x="400697" y="353390"/>
                  <a:pt x="402843" y="352690"/>
                  <a:pt x="404951" y="346549"/>
                </a:cubicBezTo>
                <a:cubicBezTo>
                  <a:pt x="406645" y="341633"/>
                  <a:pt x="409784" y="338410"/>
                  <a:pt x="411718" y="339598"/>
                </a:cubicBezTo>
                <a:cubicBezTo>
                  <a:pt x="412841" y="340298"/>
                  <a:pt x="412491" y="343594"/>
                  <a:pt x="410889" y="347396"/>
                </a:cubicBezTo>
                <a:cubicBezTo>
                  <a:pt x="410190" y="349044"/>
                  <a:pt x="410852" y="349468"/>
                  <a:pt x="414609" y="349781"/>
                </a:cubicBezTo>
                <a:cubicBezTo>
                  <a:pt x="420823" y="350296"/>
                  <a:pt x="420648" y="353224"/>
                  <a:pt x="414268" y="355433"/>
                </a:cubicBezTo>
                <a:cubicBezTo>
                  <a:pt x="411571" y="356363"/>
                  <a:pt x="408744" y="358113"/>
                  <a:pt x="407998" y="359309"/>
                </a:cubicBezTo>
                <a:cubicBezTo>
                  <a:pt x="406801" y="361224"/>
                  <a:pt x="407041" y="361482"/>
                  <a:pt x="409996" y="361482"/>
                </a:cubicBezTo>
                <a:cubicBezTo>
                  <a:pt x="414047" y="361482"/>
                  <a:pt x="418080" y="364171"/>
                  <a:pt x="416911" y="366076"/>
                </a:cubicBezTo>
                <a:cubicBezTo>
                  <a:pt x="416441" y="366831"/>
                  <a:pt x="414885" y="367467"/>
                  <a:pt x="413449" y="367485"/>
                </a:cubicBezTo>
                <a:cubicBezTo>
                  <a:pt x="412003" y="367494"/>
                  <a:pt x="408597" y="369566"/>
                  <a:pt x="405862" y="372070"/>
                </a:cubicBezTo>
                <a:lnTo>
                  <a:pt x="400891" y="376627"/>
                </a:lnTo>
                <a:lnTo>
                  <a:pt x="403165" y="380089"/>
                </a:lnTo>
                <a:cubicBezTo>
                  <a:pt x="405973" y="384342"/>
                  <a:pt x="406194" y="388918"/>
                  <a:pt x="403588" y="388918"/>
                </a:cubicBezTo>
                <a:cubicBezTo>
                  <a:pt x="400863" y="388918"/>
                  <a:pt x="394731" y="382372"/>
                  <a:pt x="394731" y="379463"/>
                </a:cubicBezTo>
                <a:cubicBezTo>
                  <a:pt x="394731" y="377594"/>
                  <a:pt x="393976" y="376986"/>
                  <a:pt x="391629" y="376986"/>
                </a:cubicBezTo>
                <a:lnTo>
                  <a:pt x="388526" y="376986"/>
                </a:lnTo>
                <a:lnTo>
                  <a:pt x="392227" y="381203"/>
                </a:lnTo>
                <a:cubicBezTo>
                  <a:pt x="394262" y="383523"/>
                  <a:pt x="395928" y="385954"/>
                  <a:pt x="395928" y="386607"/>
                </a:cubicBezTo>
                <a:cubicBezTo>
                  <a:pt x="395928" y="390345"/>
                  <a:pt x="387035" y="387777"/>
                  <a:pt x="383757" y="383090"/>
                </a:cubicBezTo>
                <a:cubicBezTo>
                  <a:pt x="382210" y="380890"/>
                  <a:pt x="382063" y="380908"/>
                  <a:pt x="378610" y="383670"/>
                </a:cubicBezTo>
                <a:cubicBezTo>
                  <a:pt x="375038" y="386534"/>
                  <a:pt x="375498" y="387040"/>
                  <a:pt x="381225" y="386589"/>
                </a:cubicBezTo>
                <a:cubicBezTo>
                  <a:pt x="385313" y="386267"/>
                  <a:pt x="393765" y="391073"/>
                  <a:pt x="393277" y="393448"/>
                </a:cubicBezTo>
                <a:cubicBezTo>
                  <a:pt x="392614" y="396735"/>
                  <a:pt x="383886" y="395943"/>
                  <a:pt x="378325" y="392095"/>
                </a:cubicBezTo>
                <a:cubicBezTo>
                  <a:pt x="375802" y="390345"/>
                  <a:pt x="372690" y="388927"/>
                  <a:pt x="371411" y="388937"/>
                </a:cubicBezTo>
                <a:cubicBezTo>
                  <a:pt x="369818" y="388946"/>
                  <a:pt x="370582" y="389802"/>
                  <a:pt x="373860" y="391653"/>
                </a:cubicBezTo>
                <a:cubicBezTo>
                  <a:pt x="379798" y="395013"/>
                  <a:pt x="380093" y="397720"/>
                  <a:pt x="374596" y="398245"/>
                </a:cubicBezTo>
                <a:cubicBezTo>
                  <a:pt x="369404" y="398742"/>
                  <a:pt x="365592" y="397766"/>
                  <a:pt x="363134" y="395308"/>
                </a:cubicBezTo>
                <a:cubicBezTo>
                  <a:pt x="361863" y="394037"/>
                  <a:pt x="360786" y="393770"/>
                  <a:pt x="360022" y="394525"/>
                </a:cubicBezTo>
                <a:cubicBezTo>
                  <a:pt x="358512" y="396044"/>
                  <a:pt x="360482" y="397655"/>
                  <a:pt x="367489" y="400666"/>
                </a:cubicBezTo>
                <a:cubicBezTo>
                  <a:pt x="372442" y="402783"/>
                  <a:pt x="373151" y="402830"/>
                  <a:pt x="374817" y="401163"/>
                </a:cubicBezTo>
                <a:cubicBezTo>
                  <a:pt x="376972" y="399009"/>
                  <a:pt x="387412" y="397830"/>
                  <a:pt x="389843" y="399478"/>
                </a:cubicBezTo>
                <a:cubicBezTo>
                  <a:pt x="392697" y="401402"/>
                  <a:pt x="390275" y="404339"/>
                  <a:pt x="384567" y="405868"/>
                </a:cubicBezTo>
                <a:cubicBezTo>
                  <a:pt x="379991" y="407092"/>
                  <a:pt x="379402" y="407562"/>
                  <a:pt x="380976" y="408703"/>
                </a:cubicBezTo>
                <a:cubicBezTo>
                  <a:pt x="382035" y="409486"/>
                  <a:pt x="385046" y="409836"/>
                  <a:pt x="387909" y="409514"/>
                </a:cubicBezTo>
                <a:cubicBezTo>
                  <a:pt x="391794" y="409072"/>
                  <a:pt x="393663" y="409504"/>
                  <a:pt x="395937" y="411346"/>
                </a:cubicBezTo>
                <a:cubicBezTo>
                  <a:pt x="399749" y="414430"/>
                  <a:pt x="398350" y="415747"/>
                  <a:pt x="391251" y="415747"/>
                </a:cubicBezTo>
                <a:lnTo>
                  <a:pt x="385580" y="415747"/>
                </a:lnTo>
                <a:lnTo>
                  <a:pt x="386629" y="420424"/>
                </a:lnTo>
                <a:cubicBezTo>
                  <a:pt x="387421" y="423959"/>
                  <a:pt x="387274" y="425506"/>
                  <a:pt x="386003" y="426776"/>
                </a:cubicBezTo>
                <a:cubicBezTo>
                  <a:pt x="384291" y="428479"/>
                  <a:pt x="383076" y="427485"/>
                  <a:pt x="378629" y="420755"/>
                </a:cubicBezTo>
                <a:cubicBezTo>
                  <a:pt x="377975" y="419761"/>
                  <a:pt x="376235" y="418591"/>
                  <a:pt x="374762" y="418159"/>
                </a:cubicBezTo>
                <a:cubicBezTo>
                  <a:pt x="372341" y="417450"/>
                  <a:pt x="372074" y="417781"/>
                  <a:pt x="372074" y="421528"/>
                </a:cubicBezTo>
                <a:cubicBezTo>
                  <a:pt x="372074" y="429115"/>
                  <a:pt x="368934" y="432282"/>
                  <a:pt x="366595" y="427062"/>
                </a:cubicBezTo>
                <a:cubicBezTo>
                  <a:pt x="365997" y="425745"/>
                  <a:pt x="362609" y="422919"/>
                  <a:pt x="359055" y="420783"/>
                </a:cubicBezTo>
                <a:lnTo>
                  <a:pt x="352592" y="416907"/>
                </a:lnTo>
                <a:lnTo>
                  <a:pt x="347602" y="422182"/>
                </a:lnTo>
                <a:cubicBezTo>
                  <a:pt x="344057" y="425938"/>
                  <a:pt x="342023" y="427236"/>
                  <a:pt x="340568" y="426684"/>
                </a:cubicBezTo>
                <a:cubicBezTo>
                  <a:pt x="339095" y="426113"/>
                  <a:pt x="338745" y="425147"/>
                  <a:pt x="339316" y="423204"/>
                </a:cubicBezTo>
                <a:cubicBezTo>
                  <a:pt x="340614" y="418794"/>
                  <a:pt x="345742" y="411576"/>
                  <a:pt x="347574" y="411576"/>
                </a:cubicBezTo>
                <a:cubicBezTo>
                  <a:pt x="350014" y="411576"/>
                  <a:pt x="350760" y="409808"/>
                  <a:pt x="349627" y="406733"/>
                </a:cubicBezTo>
                <a:cubicBezTo>
                  <a:pt x="348670" y="404146"/>
                  <a:pt x="348559" y="404192"/>
                  <a:pt x="346083" y="408197"/>
                </a:cubicBezTo>
                <a:cubicBezTo>
                  <a:pt x="342299" y="414319"/>
                  <a:pt x="338929" y="417072"/>
                  <a:pt x="337263" y="415397"/>
                </a:cubicBezTo>
                <a:cubicBezTo>
                  <a:pt x="335246" y="413390"/>
                  <a:pt x="338137" y="404781"/>
                  <a:pt x="342179" y="400740"/>
                </a:cubicBezTo>
                <a:cubicBezTo>
                  <a:pt x="344674" y="398245"/>
                  <a:pt x="345328" y="396615"/>
                  <a:pt x="344932" y="393927"/>
                </a:cubicBezTo>
                <a:cubicBezTo>
                  <a:pt x="344426" y="390465"/>
                  <a:pt x="344260" y="390382"/>
                  <a:pt x="337677" y="390465"/>
                </a:cubicBezTo>
                <a:cubicBezTo>
                  <a:pt x="333967" y="390502"/>
                  <a:pt x="325561" y="390364"/>
                  <a:pt x="319006" y="390152"/>
                </a:cubicBezTo>
                <a:cubicBezTo>
                  <a:pt x="312450" y="389940"/>
                  <a:pt x="305840" y="390272"/>
                  <a:pt x="304312" y="390888"/>
                </a:cubicBezTo>
                <a:cubicBezTo>
                  <a:pt x="302783" y="391505"/>
                  <a:pt x="300546" y="394249"/>
                  <a:pt x="299303" y="397020"/>
                </a:cubicBezTo>
                <a:cubicBezTo>
                  <a:pt x="297103" y="401936"/>
                  <a:pt x="297103" y="402029"/>
                  <a:pt x="299312" y="402029"/>
                </a:cubicBezTo>
                <a:cubicBezTo>
                  <a:pt x="300555" y="402029"/>
                  <a:pt x="301909" y="401495"/>
                  <a:pt x="302314" y="400841"/>
                </a:cubicBezTo>
                <a:cubicBezTo>
                  <a:pt x="303133" y="399515"/>
                  <a:pt x="312607" y="399432"/>
                  <a:pt x="317210" y="400712"/>
                </a:cubicBezTo>
                <a:cubicBezTo>
                  <a:pt x="321390" y="401872"/>
                  <a:pt x="321731" y="405315"/>
                  <a:pt x="317818" y="406798"/>
                </a:cubicBezTo>
                <a:cubicBezTo>
                  <a:pt x="313583" y="408409"/>
                  <a:pt x="303704" y="408317"/>
                  <a:pt x="302038" y="406650"/>
                </a:cubicBezTo>
                <a:cubicBezTo>
                  <a:pt x="301172" y="405785"/>
                  <a:pt x="299101" y="405628"/>
                  <a:pt x="296136" y="406227"/>
                </a:cubicBezTo>
                <a:lnTo>
                  <a:pt x="291579" y="407147"/>
                </a:lnTo>
                <a:lnTo>
                  <a:pt x="298125" y="408464"/>
                </a:lnTo>
                <a:cubicBezTo>
                  <a:pt x="305591" y="409965"/>
                  <a:pt x="307285" y="412671"/>
                  <a:pt x="302203" y="414982"/>
                </a:cubicBezTo>
                <a:cubicBezTo>
                  <a:pt x="297094" y="417312"/>
                  <a:pt x="288872" y="418057"/>
                  <a:pt x="286837" y="416373"/>
                </a:cubicBezTo>
                <a:cubicBezTo>
                  <a:pt x="284941" y="414798"/>
                  <a:pt x="281442" y="415480"/>
                  <a:pt x="281442" y="417413"/>
                </a:cubicBezTo>
                <a:cubicBezTo>
                  <a:pt x="281442" y="418941"/>
                  <a:pt x="284029" y="419613"/>
                  <a:pt x="293540" y="420571"/>
                </a:cubicBezTo>
                <a:cubicBezTo>
                  <a:pt x="301006" y="421317"/>
                  <a:pt x="301522" y="421206"/>
                  <a:pt x="302305" y="418748"/>
                </a:cubicBezTo>
                <a:cubicBezTo>
                  <a:pt x="303290" y="415627"/>
                  <a:pt x="311419" y="411640"/>
                  <a:pt x="316851" y="411594"/>
                </a:cubicBezTo>
                <a:cubicBezTo>
                  <a:pt x="323655" y="411548"/>
                  <a:pt x="322799" y="414807"/>
                  <a:pt x="314577" y="420276"/>
                </a:cubicBezTo>
                <a:lnTo>
                  <a:pt x="310140" y="423213"/>
                </a:lnTo>
                <a:lnTo>
                  <a:pt x="313749" y="423940"/>
                </a:lnTo>
                <a:cubicBezTo>
                  <a:pt x="316106" y="424410"/>
                  <a:pt x="318370" y="423986"/>
                  <a:pt x="320304" y="422725"/>
                </a:cubicBezTo>
                <a:cubicBezTo>
                  <a:pt x="324806" y="419770"/>
                  <a:pt x="335108" y="420295"/>
                  <a:pt x="335108" y="423471"/>
                </a:cubicBezTo>
                <a:cubicBezTo>
                  <a:pt x="335108" y="425128"/>
                  <a:pt x="324668" y="428627"/>
                  <a:pt x="321887" y="427899"/>
                </a:cubicBezTo>
                <a:lnTo>
                  <a:pt x="319328" y="427227"/>
                </a:lnTo>
                <a:lnTo>
                  <a:pt x="321768" y="429833"/>
                </a:lnTo>
                <a:cubicBezTo>
                  <a:pt x="328599" y="437115"/>
                  <a:pt x="328848" y="444342"/>
                  <a:pt x="322164" y="440881"/>
                </a:cubicBezTo>
                <a:cubicBezTo>
                  <a:pt x="320423" y="439979"/>
                  <a:pt x="318085" y="438238"/>
                  <a:pt x="316971" y="436996"/>
                </a:cubicBezTo>
                <a:cubicBezTo>
                  <a:pt x="315452" y="435329"/>
                  <a:pt x="313721" y="434869"/>
                  <a:pt x="310204" y="435209"/>
                </a:cubicBezTo>
                <a:lnTo>
                  <a:pt x="305472" y="435661"/>
                </a:lnTo>
                <a:lnTo>
                  <a:pt x="307764" y="439417"/>
                </a:lnTo>
                <a:cubicBezTo>
                  <a:pt x="310204" y="443422"/>
                  <a:pt x="310894" y="450925"/>
                  <a:pt x="308814" y="450925"/>
                </a:cubicBezTo>
                <a:cubicBezTo>
                  <a:pt x="308123" y="450925"/>
                  <a:pt x="306383" y="449664"/>
                  <a:pt x="304938" y="448136"/>
                </a:cubicBezTo>
                <a:cubicBezTo>
                  <a:pt x="303124" y="446202"/>
                  <a:pt x="300859" y="445291"/>
                  <a:pt x="297628" y="445180"/>
                </a:cubicBezTo>
                <a:lnTo>
                  <a:pt x="292950" y="445024"/>
                </a:lnTo>
                <a:lnTo>
                  <a:pt x="296891" y="449084"/>
                </a:lnTo>
                <a:cubicBezTo>
                  <a:pt x="301089" y="453411"/>
                  <a:pt x="301181" y="456891"/>
                  <a:pt x="297103" y="456891"/>
                </a:cubicBezTo>
                <a:cubicBezTo>
                  <a:pt x="295832" y="456891"/>
                  <a:pt x="291772" y="455298"/>
                  <a:pt x="288080" y="453356"/>
                </a:cubicBezTo>
                <a:cubicBezTo>
                  <a:pt x="284186" y="451303"/>
                  <a:pt x="281433" y="450428"/>
                  <a:pt x="281543" y="451266"/>
                </a:cubicBezTo>
                <a:cubicBezTo>
                  <a:pt x="281930" y="454378"/>
                  <a:pt x="281341" y="455455"/>
                  <a:pt x="278754" y="456311"/>
                </a:cubicBezTo>
                <a:cubicBezTo>
                  <a:pt x="276783" y="456974"/>
                  <a:pt x="278174" y="457425"/>
                  <a:pt x="284048" y="458033"/>
                </a:cubicBezTo>
                <a:cubicBezTo>
                  <a:pt x="292011" y="458852"/>
                  <a:pt x="295749" y="460592"/>
                  <a:pt x="295749" y="463474"/>
                </a:cubicBezTo>
                <a:cubicBezTo>
                  <a:pt x="295749" y="465315"/>
                  <a:pt x="284628" y="468188"/>
                  <a:pt x="281755" y="467083"/>
                </a:cubicBezTo>
                <a:cubicBezTo>
                  <a:pt x="280282" y="466521"/>
                  <a:pt x="280512" y="467157"/>
                  <a:pt x="282574" y="469348"/>
                </a:cubicBezTo>
                <a:cubicBezTo>
                  <a:pt x="284545" y="471447"/>
                  <a:pt x="286681" y="472395"/>
                  <a:pt x="289461" y="472395"/>
                </a:cubicBezTo>
                <a:cubicBezTo>
                  <a:pt x="293880" y="472395"/>
                  <a:pt x="299193" y="474725"/>
                  <a:pt x="301725" y="477772"/>
                </a:cubicBezTo>
                <a:cubicBezTo>
                  <a:pt x="305094" y="481832"/>
                  <a:pt x="297361" y="482624"/>
                  <a:pt x="289710" y="479006"/>
                </a:cubicBezTo>
                <a:lnTo>
                  <a:pt x="286644" y="477560"/>
                </a:lnTo>
                <a:lnTo>
                  <a:pt x="287077" y="483618"/>
                </a:lnTo>
                <a:cubicBezTo>
                  <a:pt x="287868" y="494666"/>
                  <a:pt x="283108" y="495882"/>
                  <a:pt x="279444" y="485570"/>
                </a:cubicBezTo>
                <a:cubicBezTo>
                  <a:pt x="278266" y="482256"/>
                  <a:pt x="276608" y="479549"/>
                  <a:pt x="275752" y="479549"/>
                </a:cubicBezTo>
                <a:cubicBezTo>
                  <a:pt x="274896" y="479549"/>
                  <a:pt x="272880" y="478683"/>
                  <a:pt x="271259" y="477625"/>
                </a:cubicBezTo>
                <a:lnTo>
                  <a:pt x="268322" y="475691"/>
                </a:lnTo>
                <a:lnTo>
                  <a:pt x="268322" y="480525"/>
                </a:lnTo>
                <a:cubicBezTo>
                  <a:pt x="268322" y="486564"/>
                  <a:pt x="266518" y="491472"/>
                  <a:pt x="264308" y="491472"/>
                </a:cubicBezTo>
                <a:cubicBezTo>
                  <a:pt x="262356" y="491472"/>
                  <a:pt x="261169" y="488949"/>
                  <a:pt x="261169" y="484815"/>
                </a:cubicBezTo>
                <a:cubicBezTo>
                  <a:pt x="261169" y="482826"/>
                  <a:pt x="260497" y="481933"/>
                  <a:pt x="259005" y="481933"/>
                </a:cubicBezTo>
                <a:cubicBezTo>
                  <a:pt x="257817" y="481933"/>
                  <a:pt x="255304" y="480322"/>
                  <a:pt x="253417" y="478352"/>
                </a:cubicBezTo>
                <a:cubicBezTo>
                  <a:pt x="251529" y="476391"/>
                  <a:pt x="249320" y="474780"/>
                  <a:pt x="248500" y="474780"/>
                </a:cubicBezTo>
                <a:cubicBezTo>
                  <a:pt x="247690" y="474780"/>
                  <a:pt x="246668" y="473684"/>
                  <a:pt x="246244" y="472340"/>
                </a:cubicBezTo>
                <a:cubicBezTo>
                  <a:pt x="245508" y="470020"/>
                  <a:pt x="245305" y="470075"/>
                  <a:pt x="241853" y="473445"/>
                </a:cubicBezTo>
                <a:cubicBezTo>
                  <a:pt x="239864" y="475397"/>
                  <a:pt x="236688" y="477625"/>
                  <a:pt x="234791" y="478407"/>
                </a:cubicBezTo>
                <a:cubicBezTo>
                  <a:pt x="230492" y="480193"/>
                  <a:pt x="230482" y="480617"/>
                  <a:pt x="234331" y="506727"/>
                </a:cubicBezTo>
                <a:cubicBezTo>
                  <a:pt x="237277" y="526696"/>
                  <a:pt x="239671" y="561028"/>
                  <a:pt x="239689" y="583511"/>
                </a:cubicBezTo>
                <a:cubicBezTo>
                  <a:pt x="239698" y="593482"/>
                  <a:pt x="239413" y="595148"/>
                  <a:pt x="237618" y="595700"/>
                </a:cubicBezTo>
                <a:cubicBezTo>
                  <a:pt x="234018" y="596805"/>
                  <a:pt x="213045" y="599982"/>
                  <a:pt x="209288" y="599991"/>
                </a:cubicBezTo>
                <a:lnTo>
                  <a:pt x="205716" y="600000"/>
                </a:lnTo>
                <a:lnTo>
                  <a:pt x="206131" y="542974"/>
                </a:lnTo>
                <a:close/>
                <a:moveTo>
                  <a:pt x="261859" y="468713"/>
                </a:moveTo>
                <a:cubicBezTo>
                  <a:pt x="260828" y="466116"/>
                  <a:pt x="259972" y="462737"/>
                  <a:pt x="259972" y="461200"/>
                </a:cubicBezTo>
                <a:cubicBezTo>
                  <a:pt x="259972" y="459368"/>
                  <a:pt x="257283" y="455611"/>
                  <a:pt x="252220" y="450373"/>
                </a:cubicBezTo>
                <a:cubicBezTo>
                  <a:pt x="246825" y="444794"/>
                  <a:pt x="244477" y="443017"/>
                  <a:pt x="244486" y="444554"/>
                </a:cubicBezTo>
                <a:cubicBezTo>
                  <a:pt x="244514" y="447473"/>
                  <a:pt x="245554" y="448743"/>
                  <a:pt x="249835" y="451119"/>
                </a:cubicBezTo>
                <a:cubicBezTo>
                  <a:pt x="254254" y="453568"/>
                  <a:pt x="258434" y="460104"/>
                  <a:pt x="256694" y="461844"/>
                </a:cubicBezTo>
                <a:cubicBezTo>
                  <a:pt x="255866" y="462664"/>
                  <a:pt x="254282" y="462434"/>
                  <a:pt x="251759" y="461135"/>
                </a:cubicBezTo>
                <a:cubicBezTo>
                  <a:pt x="249725" y="460077"/>
                  <a:pt x="248058" y="459626"/>
                  <a:pt x="248067" y="460141"/>
                </a:cubicBezTo>
                <a:cubicBezTo>
                  <a:pt x="248104" y="462019"/>
                  <a:pt x="249900" y="463778"/>
                  <a:pt x="252220" y="464220"/>
                </a:cubicBezTo>
                <a:cubicBezTo>
                  <a:pt x="253573" y="464468"/>
                  <a:pt x="256160" y="467313"/>
                  <a:pt x="258186" y="470775"/>
                </a:cubicBezTo>
                <a:cubicBezTo>
                  <a:pt x="260874" y="475360"/>
                  <a:pt x="262016" y="476446"/>
                  <a:pt x="262761" y="475157"/>
                </a:cubicBezTo>
                <a:cubicBezTo>
                  <a:pt x="263351" y="474126"/>
                  <a:pt x="262992" y="471548"/>
                  <a:pt x="261859" y="468713"/>
                </a:cubicBezTo>
                <a:close/>
                <a:moveTo>
                  <a:pt x="276682" y="469587"/>
                </a:moveTo>
                <a:lnTo>
                  <a:pt x="274031" y="467028"/>
                </a:lnTo>
                <a:lnTo>
                  <a:pt x="276139" y="471198"/>
                </a:lnTo>
                <a:cubicBezTo>
                  <a:pt x="277409" y="473721"/>
                  <a:pt x="278459" y="474734"/>
                  <a:pt x="278790" y="473758"/>
                </a:cubicBezTo>
                <a:cubicBezTo>
                  <a:pt x="279094" y="472874"/>
                  <a:pt x="278146" y="470996"/>
                  <a:pt x="276682" y="469587"/>
                </a:cubicBezTo>
                <a:close/>
                <a:moveTo>
                  <a:pt x="235638" y="467028"/>
                </a:moveTo>
                <a:cubicBezTo>
                  <a:pt x="238060" y="465389"/>
                  <a:pt x="241107" y="464045"/>
                  <a:pt x="242405" y="464045"/>
                </a:cubicBezTo>
                <a:cubicBezTo>
                  <a:pt x="244477" y="464045"/>
                  <a:pt x="244689" y="463474"/>
                  <a:pt x="244081" y="459727"/>
                </a:cubicBezTo>
                <a:cubicBezTo>
                  <a:pt x="243694" y="457342"/>
                  <a:pt x="243169" y="455188"/>
                  <a:pt x="242921" y="454939"/>
                </a:cubicBezTo>
                <a:cubicBezTo>
                  <a:pt x="242101" y="454120"/>
                  <a:pt x="230160" y="466706"/>
                  <a:pt x="230160" y="468390"/>
                </a:cubicBezTo>
                <a:cubicBezTo>
                  <a:pt x="230160" y="470572"/>
                  <a:pt x="230565" y="470471"/>
                  <a:pt x="235638" y="467028"/>
                </a:cubicBezTo>
                <a:close/>
                <a:moveTo>
                  <a:pt x="205081" y="460767"/>
                </a:moveTo>
                <a:cubicBezTo>
                  <a:pt x="205063" y="460270"/>
                  <a:pt x="203451" y="453696"/>
                  <a:pt x="201509" y="446156"/>
                </a:cubicBezTo>
                <a:cubicBezTo>
                  <a:pt x="199557" y="438616"/>
                  <a:pt x="197329" y="427724"/>
                  <a:pt x="196546" y="421952"/>
                </a:cubicBezTo>
                <a:cubicBezTo>
                  <a:pt x="195257" y="412404"/>
                  <a:pt x="194907" y="411493"/>
                  <a:pt x="192670" y="411815"/>
                </a:cubicBezTo>
                <a:cubicBezTo>
                  <a:pt x="191068" y="412045"/>
                  <a:pt x="190074" y="413215"/>
                  <a:pt x="189816" y="415148"/>
                </a:cubicBezTo>
                <a:cubicBezTo>
                  <a:pt x="188997" y="421298"/>
                  <a:pt x="175251" y="432042"/>
                  <a:pt x="172959" y="428323"/>
                </a:cubicBezTo>
                <a:cubicBezTo>
                  <a:pt x="171513" y="425994"/>
                  <a:pt x="172765" y="422909"/>
                  <a:pt x="177304" y="417606"/>
                </a:cubicBezTo>
                <a:cubicBezTo>
                  <a:pt x="180941" y="413362"/>
                  <a:pt x="181162" y="412764"/>
                  <a:pt x="179072" y="412764"/>
                </a:cubicBezTo>
                <a:cubicBezTo>
                  <a:pt x="175481" y="412764"/>
                  <a:pt x="172922" y="414025"/>
                  <a:pt x="172922" y="415793"/>
                </a:cubicBezTo>
                <a:cubicBezTo>
                  <a:pt x="172922" y="416667"/>
                  <a:pt x="171044" y="418057"/>
                  <a:pt x="168742" y="418886"/>
                </a:cubicBezTo>
                <a:cubicBezTo>
                  <a:pt x="164709" y="420350"/>
                  <a:pt x="164571" y="420598"/>
                  <a:pt x="164571" y="426574"/>
                </a:cubicBezTo>
                <a:cubicBezTo>
                  <a:pt x="164571" y="435928"/>
                  <a:pt x="165722" y="440522"/>
                  <a:pt x="167655" y="438920"/>
                </a:cubicBezTo>
                <a:cubicBezTo>
                  <a:pt x="169920" y="437032"/>
                  <a:pt x="171522" y="438469"/>
                  <a:pt x="172406" y="443201"/>
                </a:cubicBezTo>
                <a:cubicBezTo>
                  <a:pt x="173308" y="448025"/>
                  <a:pt x="176540" y="450318"/>
                  <a:pt x="191906" y="457048"/>
                </a:cubicBezTo>
                <a:cubicBezTo>
                  <a:pt x="202236" y="461577"/>
                  <a:pt x="205145" y="462397"/>
                  <a:pt x="205081" y="460767"/>
                </a:cubicBezTo>
                <a:close/>
                <a:moveTo>
                  <a:pt x="274555" y="459801"/>
                </a:moveTo>
                <a:cubicBezTo>
                  <a:pt x="275577" y="458779"/>
                  <a:pt x="270587" y="453899"/>
                  <a:pt x="266232" y="451662"/>
                </a:cubicBezTo>
                <a:cubicBezTo>
                  <a:pt x="264106" y="450566"/>
                  <a:pt x="262356" y="448881"/>
                  <a:pt x="262356" y="447915"/>
                </a:cubicBezTo>
                <a:cubicBezTo>
                  <a:pt x="262356" y="446838"/>
                  <a:pt x="261215" y="446156"/>
                  <a:pt x="259383" y="446156"/>
                </a:cubicBezTo>
                <a:cubicBezTo>
                  <a:pt x="254043" y="446156"/>
                  <a:pt x="256087" y="448973"/>
                  <a:pt x="266840" y="456422"/>
                </a:cubicBezTo>
                <a:cubicBezTo>
                  <a:pt x="272834" y="460565"/>
                  <a:pt x="273497" y="460859"/>
                  <a:pt x="274555" y="459801"/>
                </a:cubicBezTo>
                <a:close/>
                <a:moveTo>
                  <a:pt x="134760" y="458806"/>
                </a:moveTo>
                <a:cubicBezTo>
                  <a:pt x="134760" y="458548"/>
                  <a:pt x="133949" y="458024"/>
                  <a:pt x="132964" y="457646"/>
                </a:cubicBezTo>
                <a:cubicBezTo>
                  <a:pt x="131988" y="457269"/>
                  <a:pt x="131178" y="457480"/>
                  <a:pt x="131178" y="458116"/>
                </a:cubicBezTo>
                <a:cubicBezTo>
                  <a:pt x="131178" y="458751"/>
                  <a:pt x="131988" y="459276"/>
                  <a:pt x="132964" y="459276"/>
                </a:cubicBezTo>
                <a:cubicBezTo>
                  <a:pt x="133949" y="459276"/>
                  <a:pt x="134760" y="459064"/>
                  <a:pt x="134760" y="458806"/>
                </a:cubicBezTo>
                <a:close/>
                <a:moveTo>
                  <a:pt x="154140" y="458042"/>
                </a:moveTo>
                <a:cubicBezTo>
                  <a:pt x="152658" y="457453"/>
                  <a:pt x="151451" y="456007"/>
                  <a:pt x="151451" y="454838"/>
                </a:cubicBezTo>
                <a:cubicBezTo>
                  <a:pt x="151451" y="453494"/>
                  <a:pt x="149546" y="451837"/>
                  <a:pt x="146286" y="450318"/>
                </a:cubicBezTo>
                <a:cubicBezTo>
                  <a:pt x="142429" y="448532"/>
                  <a:pt x="141121" y="448329"/>
                  <a:pt x="141121" y="449498"/>
                </a:cubicBezTo>
                <a:cubicBezTo>
                  <a:pt x="141121" y="450364"/>
                  <a:pt x="142503" y="451791"/>
                  <a:pt x="144206" y="452665"/>
                </a:cubicBezTo>
                <a:cubicBezTo>
                  <a:pt x="145900" y="453540"/>
                  <a:pt x="148303" y="455391"/>
                  <a:pt x="149555" y="456762"/>
                </a:cubicBezTo>
                <a:cubicBezTo>
                  <a:pt x="150798" y="458143"/>
                  <a:pt x="152943" y="459239"/>
                  <a:pt x="154324" y="459202"/>
                </a:cubicBezTo>
                <a:cubicBezTo>
                  <a:pt x="156736" y="459128"/>
                  <a:pt x="156727" y="459082"/>
                  <a:pt x="154140" y="458042"/>
                </a:cubicBezTo>
                <a:close/>
                <a:moveTo>
                  <a:pt x="236936" y="448541"/>
                </a:moveTo>
                <a:cubicBezTo>
                  <a:pt x="239293" y="448541"/>
                  <a:pt x="240398" y="445604"/>
                  <a:pt x="239745" y="441093"/>
                </a:cubicBezTo>
                <a:lnTo>
                  <a:pt x="239109" y="436618"/>
                </a:lnTo>
                <a:lnTo>
                  <a:pt x="233742" y="440190"/>
                </a:lnTo>
                <a:cubicBezTo>
                  <a:pt x="230786" y="442151"/>
                  <a:pt x="227987" y="443901"/>
                  <a:pt x="227527" y="444066"/>
                </a:cubicBezTo>
                <a:cubicBezTo>
                  <a:pt x="227058" y="444232"/>
                  <a:pt x="227260" y="446681"/>
                  <a:pt x="227987" y="449507"/>
                </a:cubicBezTo>
                <a:lnTo>
                  <a:pt x="229295" y="454636"/>
                </a:lnTo>
                <a:lnTo>
                  <a:pt x="232471" y="451588"/>
                </a:lnTo>
                <a:cubicBezTo>
                  <a:pt x="234230" y="449913"/>
                  <a:pt x="236237" y="448541"/>
                  <a:pt x="236936" y="448541"/>
                </a:cubicBezTo>
                <a:close/>
                <a:moveTo>
                  <a:pt x="273690" y="443772"/>
                </a:moveTo>
                <a:cubicBezTo>
                  <a:pt x="273285" y="443118"/>
                  <a:pt x="272419" y="442575"/>
                  <a:pt x="271756" y="442575"/>
                </a:cubicBezTo>
                <a:cubicBezTo>
                  <a:pt x="271103" y="442575"/>
                  <a:pt x="270900" y="443118"/>
                  <a:pt x="271305" y="443772"/>
                </a:cubicBezTo>
                <a:cubicBezTo>
                  <a:pt x="271710" y="444425"/>
                  <a:pt x="272576" y="444959"/>
                  <a:pt x="273230" y="444959"/>
                </a:cubicBezTo>
                <a:cubicBezTo>
                  <a:pt x="273892" y="444959"/>
                  <a:pt x="274095" y="444425"/>
                  <a:pt x="273690" y="443772"/>
                </a:cubicBezTo>
                <a:close/>
                <a:moveTo>
                  <a:pt x="256648" y="439923"/>
                </a:moveTo>
                <a:cubicBezTo>
                  <a:pt x="256179" y="437088"/>
                  <a:pt x="259051" y="431923"/>
                  <a:pt x="263406" y="427789"/>
                </a:cubicBezTo>
                <a:cubicBezTo>
                  <a:pt x="266941" y="424428"/>
                  <a:pt x="266987" y="424226"/>
                  <a:pt x="265128" y="421077"/>
                </a:cubicBezTo>
                <a:lnTo>
                  <a:pt x="263213" y="417836"/>
                </a:lnTo>
                <a:lnTo>
                  <a:pt x="253886" y="425616"/>
                </a:lnTo>
                <a:lnTo>
                  <a:pt x="244550" y="433387"/>
                </a:lnTo>
                <a:lnTo>
                  <a:pt x="248242" y="438045"/>
                </a:lnTo>
                <a:cubicBezTo>
                  <a:pt x="250811" y="441295"/>
                  <a:pt x="252698" y="442593"/>
                  <a:pt x="254457" y="442345"/>
                </a:cubicBezTo>
                <a:cubicBezTo>
                  <a:pt x="256096" y="442105"/>
                  <a:pt x="256869" y="441258"/>
                  <a:pt x="256648" y="439923"/>
                </a:cubicBezTo>
                <a:close/>
                <a:moveTo>
                  <a:pt x="300058" y="437981"/>
                </a:moveTo>
                <a:cubicBezTo>
                  <a:pt x="299984" y="436765"/>
                  <a:pt x="298281" y="434390"/>
                  <a:pt x="296283" y="432705"/>
                </a:cubicBezTo>
                <a:cubicBezTo>
                  <a:pt x="292831" y="429805"/>
                  <a:pt x="292564" y="429759"/>
                  <a:pt x="291275" y="431812"/>
                </a:cubicBezTo>
                <a:cubicBezTo>
                  <a:pt x="290115" y="433681"/>
                  <a:pt x="290419" y="434206"/>
                  <a:pt x="293392" y="435430"/>
                </a:cubicBezTo>
                <a:cubicBezTo>
                  <a:pt x="295298" y="436222"/>
                  <a:pt x="297480" y="437622"/>
                  <a:pt x="298244" y="438533"/>
                </a:cubicBezTo>
                <a:cubicBezTo>
                  <a:pt x="300030" y="440687"/>
                  <a:pt x="300224" y="440632"/>
                  <a:pt x="300058" y="437981"/>
                </a:cubicBezTo>
                <a:close/>
                <a:moveTo>
                  <a:pt x="274832" y="431766"/>
                </a:moveTo>
                <a:cubicBezTo>
                  <a:pt x="273810" y="430109"/>
                  <a:pt x="273091" y="430422"/>
                  <a:pt x="273091" y="432512"/>
                </a:cubicBezTo>
                <a:cubicBezTo>
                  <a:pt x="273091" y="433534"/>
                  <a:pt x="273635" y="434031"/>
                  <a:pt x="274307" y="433626"/>
                </a:cubicBezTo>
                <a:cubicBezTo>
                  <a:pt x="274970" y="433212"/>
                  <a:pt x="275209" y="432374"/>
                  <a:pt x="274832" y="431766"/>
                </a:cubicBezTo>
                <a:close/>
                <a:moveTo>
                  <a:pt x="312450" y="428866"/>
                </a:moveTo>
                <a:cubicBezTo>
                  <a:pt x="312450" y="427881"/>
                  <a:pt x="311576" y="427080"/>
                  <a:pt x="310508" y="427080"/>
                </a:cubicBezTo>
                <a:cubicBezTo>
                  <a:pt x="308924" y="427080"/>
                  <a:pt x="308841" y="427402"/>
                  <a:pt x="310066" y="428866"/>
                </a:cubicBezTo>
                <a:cubicBezTo>
                  <a:pt x="310876" y="429851"/>
                  <a:pt x="311751" y="430652"/>
                  <a:pt x="311999" y="430652"/>
                </a:cubicBezTo>
                <a:cubicBezTo>
                  <a:pt x="312248" y="430652"/>
                  <a:pt x="312450" y="429851"/>
                  <a:pt x="312450" y="428866"/>
                </a:cubicBezTo>
                <a:close/>
                <a:moveTo>
                  <a:pt x="152455" y="420985"/>
                </a:moveTo>
                <a:cubicBezTo>
                  <a:pt x="151157" y="420184"/>
                  <a:pt x="151138" y="419530"/>
                  <a:pt x="152345" y="417588"/>
                </a:cubicBezTo>
                <a:cubicBezTo>
                  <a:pt x="153560" y="415627"/>
                  <a:pt x="153477" y="414264"/>
                  <a:pt x="151866" y="410103"/>
                </a:cubicBezTo>
                <a:cubicBezTo>
                  <a:pt x="150779" y="407304"/>
                  <a:pt x="148809" y="403805"/>
                  <a:pt x="147483" y="402332"/>
                </a:cubicBezTo>
                <a:cubicBezTo>
                  <a:pt x="144583" y="399101"/>
                  <a:pt x="141481" y="398742"/>
                  <a:pt x="142374" y="401734"/>
                </a:cubicBezTo>
                <a:cubicBezTo>
                  <a:pt x="142723" y="402885"/>
                  <a:pt x="142282" y="405131"/>
                  <a:pt x="141398" y="406733"/>
                </a:cubicBezTo>
                <a:cubicBezTo>
                  <a:pt x="139897" y="409458"/>
                  <a:pt x="140219" y="410195"/>
                  <a:pt x="146517" y="418361"/>
                </a:cubicBezTo>
                <a:cubicBezTo>
                  <a:pt x="152041" y="425515"/>
                  <a:pt x="153311" y="426620"/>
                  <a:pt x="153643" y="424530"/>
                </a:cubicBezTo>
                <a:cubicBezTo>
                  <a:pt x="153864" y="423121"/>
                  <a:pt x="153330" y="421528"/>
                  <a:pt x="152455" y="420985"/>
                </a:cubicBezTo>
                <a:close/>
                <a:moveTo>
                  <a:pt x="289793" y="426132"/>
                </a:moveTo>
                <a:cubicBezTo>
                  <a:pt x="289793" y="425616"/>
                  <a:pt x="286165" y="424318"/>
                  <a:pt x="281737" y="423268"/>
                </a:cubicBezTo>
                <a:cubicBezTo>
                  <a:pt x="277308" y="422210"/>
                  <a:pt x="272613" y="420930"/>
                  <a:pt x="271305" y="420433"/>
                </a:cubicBezTo>
                <a:cubicBezTo>
                  <a:pt x="268930" y="419521"/>
                  <a:pt x="268930" y="419530"/>
                  <a:pt x="271250" y="422173"/>
                </a:cubicBezTo>
                <a:cubicBezTo>
                  <a:pt x="272732" y="423858"/>
                  <a:pt x="274472" y="424622"/>
                  <a:pt x="276019" y="424253"/>
                </a:cubicBezTo>
                <a:cubicBezTo>
                  <a:pt x="277363" y="423950"/>
                  <a:pt x="280337" y="424392"/>
                  <a:pt x="282630" y="425239"/>
                </a:cubicBezTo>
                <a:cubicBezTo>
                  <a:pt x="287703" y="427126"/>
                  <a:pt x="289783" y="427384"/>
                  <a:pt x="289783" y="426132"/>
                </a:cubicBezTo>
                <a:close/>
                <a:moveTo>
                  <a:pt x="230308" y="416658"/>
                </a:moveTo>
                <a:cubicBezTo>
                  <a:pt x="238189" y="411972"/>
                  <a:pt x="250038" y="401651"/>
                  <a:pt x="254098" y="395952"/>
                </a:cubicBezTo>
                <a:cubicBezTo>
                  <a:pt x="256409" y="392702"/>
                  <a:pt x="256436" y="392196"/>
                  <a:pt x="254733" y="383993"/>
                </a:cubicBezTo>
                <a:cubicBezTo>
                  <a:pt x="253186" y="376508"/>
                  <a:pt x="251603" y="373497"/>
                  <a:pt x="249172" y="373433"/>
                </a:cubicBezTo>
                <a:cubicBezTo>
                  <a:pt x="248795" y="373423"/>
                  <a:pt x="247340" y="374970"/>
                  <a:pt x="245931" y="376876"/>
                </a:cubicBezTo>
                <a:cubicBezTo>
                  <a:pt x="243151" y="380651"/>
                  <a:pt x="233429" y="384591"/>
                  <a:pt x="228512" y="383947"/>
                </a:cubicBezTo>
                <a:cubicBezTo>
                  <a:pt x="226892" y="383735"/>
                  <a:pt x="224526" y="384563"/>
                  <a:pt x="223126" y="385825"/>
                </a:cubicBezTo>
                <a:cubicBezTo>
                  <a:pt x="220392" y="388292"/>
                  <a:pt x="219720" y="392711"/>
                  <a:pt x="222114" y="392408"/>
                </a:cubicBezTo>
                <a:cubicBezTo>
                  <a:pt x="227610" y="391689"/>
                  <a:pt x="228024" y="394553"/>
                  <a:pt x="223320" y="400721"/>
                </a:cubicBezTo>
                <a:cubicBezTo>
                  <a:pt x="220438" y="404496"/>
                  <a:pt x="220097" y="405859"/>
                  <a:pt x="220456" y="412165"/>
                </a:cubicBezTo>
                <a:cubicBezTo>
                  <a:pt x="220834" y="418849"/>
                  <a:pt x="221322" y="421114"/>
                  <a:pt x="222399" y="421114"/>
                </a:cubicBezTo>
                <a:cubicBezTo>
                  <a:pt x="222638" y="421114"/>
                  <a:pt x="226201" y="419107"/>
                  <a:pt x="230308" y="416658"/>
                </a:cubicBezTo>
                <a:close/>
                <a:moveTo>
                  <a:pt x="364441" y="411051"/>
                </a:moveTo>
                <a:cubicBezTo>
                  <a:pt x="363392" y="408841"/>
                  <a:pt x="362535" y="406245"/>
                  <a:pt x="362535" y="405269"/>
                </a:cubicBezTo>
                <a:cubicBezTo>
                  <a:pt x="362535" y="404293"/>
                  <a:pt x="361053" y="402553"/>
                  <a:pt x="359258" y="401402"/>
                </a:cubicBezTo>
                <a:lnTo>
                  <a:pt x="355971" y="399303"/>
                </a:lnTo>
                <a:lnTo>
                  <a:pt x="358779" y="402369"/>
                </a:lnTo>
                <a:cubicBezTo>
                  <a:pt x="362020" y="405905"/>
                  <a:pt x="361173" y="408473"/>
                  <a:pt x="357030" y="407672"/>
                </a:cubicBezTo>
                <a:cubicBezTo>
                  <a:pt x="355464" y="407378"/>
                  <a:pt x="354185" y="407599"/>
                  <a:pt x="354185" y="408160"/>
                </a:cubicBezTo>
                <a:cubicBezTo>
                  <a:pt x="354185" y="408722"/>
                  <a:pt x="355207" y="409191"/>
                  <a:pt x="356450" y="409191"/>
                </a:cubicBezTo>
                <a:cubicBezTo>
                  <a:pt x="357702" y="409191"/>
                  <a:pt x="360252" y="410959"/>
                  <a:pt x="362121" y="413132"/>
                </a:cubicBezTo>
                <a:cubicBezTo>
                  <a:pt x="366080" y="417726"/>
                  <a:pt x="367148" y="416768"/>
                  <a:pt x="364441" y="411051"/>
                </a:cubicBezTo>
                <a:close/>
                <a:moveTo>
                  <a:pt x="78709" y="415866"/>
                </a:moveTo>
                <a:cubicBezTo>
                  <a:pt x="78709" y="415599"/>
                  <a:pt x="77098" y="414826"/>
                  <a:pt x="75127" y="414135"/>
                </a:cubicBezTo>
                <a:cubicBezTo>
                  <a:pt x="73166" y="413454"/>
                  <a:pt x="71555" y="413362"/>
                  <a:pt x="71555" y="413933"/>
                </a:cubicBezTo>
                <a:cubicBezTo>
                  <a:pt x="71555" y="414835"/>
                  <a:pt x="72715" y="415259"/>
                  <a:pt x="77816" y="416179"/>
                </a:cubicBezTo>
                <a:cubicBezTo>
                  <a:pt x="78304" y="416271"/>
                  <a:pt x="78709" y="416124"/>
                  <a:pt x="78709" y="415866"/>
                </a:cubicBezTo>
                <a:close/>
                <a:moveTo>
                  <a:pt x="120397" y="414485"/>
                </a:moveTo>
                <a:cubicBezTo>
                  <a:pt x="117644" y="411180"/>
                  <a:pt x="114726" y="410204"/>
                  <a:pt x="112231" y="411769"/>
                </a:cubicBezTo>
                <a:cubicBezTo>
                  <a:pt x="110573" y="412800"/>
                  <a:pt x="108309" y="412892"/>
                  <a:pt x="104165" y="412091"/>
                </a:cubicBezTo>
                <a:cubicBezTo>
                  <a:pt x="97003" y="410701"/>
                  <a:pt x="95806" y="407727"/>
                  <a:pt x="101606" y="405702"/>
                </a:cubicBezTo>
                <a:cubicBezTo>
                  <a:pt x="104571" y="404671"/>
                  <a:pt x="105123" y="404072"/>
                  <a:pt x="103862" y="403290"/>
                </a:cubicBezTo>
                <a:cubicBezTo>
                  <a:pt x="102858" y="402673"/>
                  <a:pt x="101357" y="402765"/>
                  <a:pt x="100151" y="403520"/>
                </a:cubicBezTo>
                <a:cubicBezTo>
                  <a:pt x="98246" y="404708"/>
                  <a:pt x="91672" y="403732"/>
                  <a:pt x="85420" y="401329"/>
                </a:cubicBezTo>
                <a:cubicBezTo>
                  <a:pt x="84141" y="400841"/>
                  <a:pt x="83478" y="401218"/>
                  <a:pt x="83478" y="402443"/>
                </a:cubicBezTo>
                <a:cubicBezTo>
                  <a:pt x="83478" y="403483"/>
                  <a:pt x="85715" y="405306"/>
                  <a:pt x="88551" y="406577"/>
                </a:cubicBezTo>
                <a:cubicBezTo>
                  <a:pt x="91331" y="407820"/>
                  <a:pt x="94636" y="409992"/>
                  <a:pt x="95889" y="411401"/>
                </a:cubicBezTo>
                <a:cubicBezTo>
                  <a:pt x="97619" y="413353"/>
                  <a:pt x="99599" y="413979"/>
                  <a:pt x="104230" y="414043"/>
                </a:cubicBezTo>
                <a:cubicBezTo>
                  <a:pt x="109063" y="414117"/>
                  <a:pt x="118979" y="415351"/>
                  <a:pt x="121483" y="416198"/>
                </a:cubicBezTo>
                <a:cubicBezTo>
                  <a:pt x="121732" y="416271"/>
                  <a:pt x="121235" y="415507"/>
                  <a:pt x="120397" y="414485"/>
                </a:cubicBezTo>
                <a:close/>
                <a:moveTo>
                  <a:pt x="277934" y="414467"/>
                </a:moveTo>
                <a:cubicBezTo>
                  <a:pt x="279214" y="412929"/>
                  <a:pt x="279214" y="412404"/>
                  <a:pt x="277962" y="411631"/>
                </a:cubicBezTo>
                <a:cubicBezTo>
                  <a:pt x="276931" y="410996"/>
                  <a:pt x="276562" y="408667"/>
                  <a:pt x="276848" y="404570"/>
                </a:cubicBezTo>
                <a:cubicBezTo>
                  <a:pt x="277354" y="397204"/>
                  <a:pt x="275531" y="396505"/>
                  <a:pt x="272622" y="402931"/>
                </a:cubicBezTo>
                <a:cubicBezTo>
                  <a:pt x="271508" y="405389"/>
                  <a:pt x="269584" y="408740"/>
                  <a:pt x="268341" y="410379"/>
                </a:cubicBezTo>
                <a:lnTo>
                  <a:pt x="266076" y="413353"/>
                </a:lnTo>
                <a:lnTo>
                  <a:pt x="270477" y="414725"/>
                </a:lnTo>
                <a:cubicBezTo>
                  <a:pt x="276434" y="416575"/>
                  <a:pt x="276176" y="416584"/>
                  <a:pt x="277934" y="414467"/>
                </a:cubicBezTo>
                <a:close/>
                <a:moveTo>
                  <a:pt x="378629" y="411576"/>
                </a:moveTo>
                <a:cubicBezTo>
                  <a:pt x="378224" y="410913"/>
                  <a:pt x="377662" y="410379"/>
                  <a:pt x="377367" y="410379"/>
                </a:cubicBezTo>
                <a:cubicBezTo>
                  <a:pt x="377082" y="410379"/>
                  <a:pt x="376843" y="410913"/>
                  <a:pt x="376843" y="411576"/>
                </a:cubicBezTo>
                <a:cubicBezTo>
                  <a:pt x="376843" y="412230"/>
                  <a:pt x="377413" y="412764"/>
                  <a:pt x="378104" y="412764"/>
                </a:cubicBezTo>
                <a:cubicBezTo>
                  <a:pt x="378804" y="412764"/>
                  <a:pt x="379034" y="412230"/>
                  <a:pt x="378629" y="411576"/>
                </a:cubicBezTo>
                <a:close/>
                <a:moveTo>
                  <a:pt x="166339" y="407967"/>
                </a:moveTo>
                <a:cubicBezTo>
                  <a:pt x="164976" y="406466"/>
                  <a:pt x="163724" y="405978"/>
                  <a:pt x="163034" y="406669"/>
                </a:cubicBezTo>
                <a:cubicBezTo>
                  <a:pt x="161422" y="408280"/>
                  <a:pt x="163107" y="410379"/>
                  <a:pt x="166017" y="410379"/>
                </a:cubicBezTo>
                <a:cubicBezTo>
                  <a:pt x="168456" y="410379"/>
                  <a:pt x="168456" y="410315"/>
                  <a:pt x="166339" y="407967"/>
                </a:cubicBezTo>
                <a:close/>
                <a:moveTo>
                  <a:pt x="73424" y="406116"/>
                </a:moveTo>
                <a:lnTo>
                  <a:pt x="77503" y="405343"/>
                </a:lnTo>
                <a:lnTo>
                  <a:pt x="74612" y="401909"/>
                </a:lnTo>
                <a:cubicBezTo>
                  <a:pt x="73019" y="400012"/>
                  <a:pt x="71362" y="397352"/>
                  <a:pt x="70929" y="395989"/>
                </a:cubicBezTo>
                <a:cubicBezTo>
                  <a:pt x="70202" y="393687"/>
                  <a:pt x="69990" y="393650"/>
                  <a:pt x="68001" y="395446"/>
                </a:cubicBezTo>
                <a:cubicBezTo>
                  <a:pt x="66003" y="397259"/>
                  <a:pt x="65690" y="397167"/>
                  <a:pt x="63343" y="394184"/>
                </a:cubicBezTo>
                <a:cubicBezTo>
                  <a:pt x="61952" y="392417"/>
                  <a:pt x="60194" y="388900"/>
                  <a:pt x="59439" y="386368"/>
                </a:cubicBezTo>
                <a:cubicBezTo>
                  <a:pt x="58113" y="381930"/>
                  <a:pt x="57993" y="381857"/>
                  <a:pt x="56345" y="384214"/>
                </a:cubicBezTo>
                <a:cubicBezTo>
                  <a:pt x="55001" y="386138"/>
                  <a:pt x="54909" y="387362"/>
                  <a:pt x="55940" y="389876"/>
                </a:cubicBezTo>
                <a:cubicBezTo>
                  <a:pt x="56852" y="392076"/>
                  <a:pt x="56898" y="394359"/>
                  <a:pt x="56097" y="397131"/>
                </a:cubicBezTo>
                <a:cubicBezTo>
                  <a:pt x="54771" y="401725"/>
                  <a:pt x="55296" y="403225"/>
                  <a:pt x="58242" y="403225"/>
                </a:cubicBezTo>
                <a:cubicBezTo>
                  <a:pt x="59365" y="403225"/>
                  <a:pt x="62155" y="404514"/>
                  <a:pt x="64429" y="406079"/>
                </a:cubicBezTo>
                <a:cubicBezTo>
                  <a:pt x="66712" y="407654"/>
                  <a:pt x="68747" y="408473"/>
                  <a:pt x="68959" y="407902"/>
                </a:cubicBezTo>
                <a:cubicBezTo>
                  <a:pt x="69171" y="407341"/>
                  <a:pt x="71178" y="406531"/>
                  <a:pt x="73424" y="406116"/>
                </a:cubicBezTo>
                <a:close/>
                <a:moveTo>
                  <a:pt x="172977" y="404919"/>
                </a:moveTo>
                <a:cubicBezTo>
                  <a:pt x="165013" y="397729"/>
                  <a:pt x="165133" y="392619"/>
                  <a:pt x="173198" y="395096"/>
                </a:cubicBezTo>
                <a:cubicBezTo>
                  <a:pt x="178878" y="396836"/>
                  <a:pt x="186041" y="402747"/>
                  <a:pt x="186041" y="405693"/>
                </a:cubicBezTo>
                <a:cubicBezTo>
                  <a:pt x="186041" y="407470"/>
                  <a:pt x="186879" y="407994"/>
                  <a:pt x="189715" y="407994"/>
                </a:cubicBezTo>
                <a:lnTo>
                  <a:pt x="193398" y="407994"/>
                </a:lnTo>
                <a:lnTo>
                  <a:pt x="190019" y="403456"/>
                </a:lnTo>
                <a:cubicBezTo>
                  <a:pt x="184246" y="395713"/>
                  <a:pt x="176890" y="389765"/>
                  <a:pt x="174643" y="391027"/>
                </a:cubicBezTo>
                <a:cubicBezTo>
                  <a:pt x="172765" y="392076"/>
                  <a:pt x="166155" y="391321"/>
                  <a:pt x="162039" y="389590"/>
                </a:cubicBezTo>
                <a:cubicBezTo>
                  <a:pt x="158688" y="388182"/>
                  <a:pt x="158034" y="392721"/>
                  <a:pt x="161220" y="395280"/>
                </a:cubicBezTo>
                <a:cubicBezTo>
                  <a:pt x="162739" y="396505"/>
                  <a:pt x="164783" y="399138"/>
                  <a:pt x="165768" y="401135"/>
                </a:cubicBezTo>
                <a:cubicBezTo>
                  <a:pt x="166744" y="403143"/>
                  <a:pt x="169423" y="405766"/>
                  <a:pt x="171706" y="406982"/>
                </a:cubicBezTo>
                <a:cubicBezTo>
                  <a:pt x="177884" y="410259"/>
                  <a:pt x="178243" y="409679"/>
                  <a:pt x="172977" y="404919"/>
                </a:cubicBezTo>
                <a:close/>
                <a:moveTo>
                  <a:pt x="289148" y="399313"/>
                </a:moveTo>
                <a:cubicBezTo>
                  <a:pt x="289360" y="395851"/>
                  <a:pt x="289056" y="395289"/>
                  <a:pt x="287205" y="395777"/>
                </a:cubicBezTo>
                <a:cubicBezTo>
                  <a:pt x="285484" y="396228"/>
                  <a:pt x="285014" y="397508"/>
                  <a:pt x="285014" y="401835"/>
                </a:cubicBezTo>
                <a:cubicBezTo>
                  <a:pt x="285014" y="406899"/>
                  <a:pt x="285162" y="407166"/>
                  <a:pt x="286957" y="405371"/>
                </a:cubicBezTo>
                <a:cubicBezTo>
                  <a:pt x="288025" y="404303"/>
                  <a:pt x="289010" y="401577"/>
                  <a:pt x="289148" y="399313"/>
                </a:cubicBezTo>
                <a:close/>
                <a:moveTo>
                  <a:pt x="110325" y="400850"/>
                </a:moveTo>
                <a:cubicBezTo>
                  <a:pt x="108447" y="398889"/>
                  <a:pt x="106596" y="397600"/>
                  <a:pt x="106228" y="397978"/>
                </a:cubicBezTo>
                <a:cubicBezTo>
                  <a:pt x="105611" y="398594"/>
                  <a:pt x="111918" y="404395"/>
                  <a:pt x="113216" y="404413"/>
                </a:cubicBezTo>
                <a:cubicBezTo>
                  <a:pt x="113501" y="404413"/>
                  <a:pt x="112203" y="402811"/>
                  <a:pt x="110325" y="400850"/>
                </a:cubicBezTo>
                <a:close/>
                <a:moveTo>
                  <a:pt x="194484" y="397444"/>
                </a:moveTo>
                <a:cubicBezTo>
                  <a:pt x="192661" y="394037"/>
                  <a:pt x="192882" y="391303"/>
                  <a:pt x="194981" y="391303"/>
                </a:cubicBezTo>
                <a:cubicBezTo>
                  <a:pt x="197439" y="391303"/>
                  <a:pt x="197228" y="389066"/>
                  <a:pt x="194088" y="381958"/>
                </a:cubicBezTo>
                <a:cubicBezTo>
                  <a:pt x="192265" y="377833"/>
                  <a:pt x="190930" y="376176"/>
                  <a:pt x="189945" y="376784"/>
                </a:cubicBezTo>
                <a:cubicBezTo>
                  <a:pt x="188831" y="377474"/>
                  <a:pt x="188785" y="378800"/>
                  <a:pt x="189752" y="382299"/>
                </a:cubicBezTo>
                <a:cubicBezTo>
                  <a:pt x="190451" y="384830"/>
                  <a:pt x="190774" y="388835"/>
                  <a:pt x="190479" y="391192"/>
                </a:cubicBezTo>
                <a:cubicBezTo>
                  <a:pt x="190074" y="394369"/>
                  <a:pt x="190562" y="396164"/>
                  <a:pt x="192357" y="398153"/>
                </a:cubicBezTo>
                <a:cubicBezTo>
                  <a:pt x="195202" y="401283"/>
                  <a:pt x="196335" y="400905"/>
                  <a:pt x="194484" y="397444"/>
                </a:cubicBezTo>
                <a:close/>
                <a:moveTo>
                  <a:pt x="355382" y="399257"/>
                </a:moveTo>
                <a:cubicBezTo>
                  <a:pt x="355382" y="399046"/>
                  <a:pt x="354037" y="397609"/>
                  <a:pt x="352399" y="396072"/>
                </a:cubicBezTo>
                <a:cubicBezTo>
                  <a:pt x="349885" y="393715"/>
                  <a:pt x="349416" y="393586"/>
                  <a:pt x="349416" y="395308"/>
                </a:cubicBezTo>
                <a:cubicBezTo>
                  <a:pt x="349416" y="396422"/>
                  <a:pt x="350622" y="397821"/>
                  <a:pt x="352095" y="398420"/>
                </a:cubicBezTo>
                <a:cubicBezTo>
                  <a:pt x="355391" y="399736"/>
                  <a:pt x="355382" y="399736"/>
                  <a:pt x="355382" y="399257"/>
                </a:cubicBezTo>
                <a:close/>
                <a:moveTo>
                  <a:pt x="140044" y="394746"/>
                </a:moveTo>
                <a:cubicBezTo>
                  <a:pt x="139648" y="394111"/>
                  <a:pt x="137218" y="392260"/>
                  <a:pt x="134649" y="390631"/>
                </a:cubicBezTo>
                <a:cubicBezTo>
                  <a:pt x="130083" y="387749"/>
                  <a:pt x="125000" y="387565"/>
                  <a:pt x="123352" y="390226"/>
                </a:cubicBezTo>
                <a:cubicBezTo>
                  <a:pt x="123003" y="390806"/>
                  <a:pt x="123481" y="390971"/>
                  <a:pt x="124430" y="390612"/>
                </a:cubicBezTo>
                <a:cubicBezTo>
                  <a:pt x="127192" y="389553"/>
                  <a:pt x="135864" y="392389"/>
                  <a:pt x="137402" y="394857"/>
                </a:cubicBezTo>
                <a:cubicBezTo>
                  <a:pt x="138175" y="396090"/>
                  <a:pt x="139253" y="396836"/>
                  <a:pt x="139787" y="396505"/>
                </a:cubicBezTo>
                <a:cubicBezTo>
                  <a:pt x="140321" y="396173"/>
                  <a:pt x="140440" y="395381"/>
                  <a:pt x="140044" y="394746"/>
                </a:cubicBezTo>
                <a:close/>
                <a:moveTo>
                  <a:pt x="90632" y="393485"/>
                </a:moveTo>
                <a:cubicBezTo>
                  <a:pt x="94894" y="393310"/>
                  <a:pt x="99047" y="393586"/>
                  <a:pt x="99866" y="394083"/>
                </a:cubicBezTo>
                <a:cubicBezTo>
                  <a:pt x="100906" y="394737"/>
                  <a:pt x="101118" y="394369"/>
                  <a:pt x="100584" y="392849"/>
                </a:cubicBezTo>
                <a:cubicBezTo>
                  <a:pt x="99479" y="389701"/>
                  <a:pt x="91672" y="381709"/>
                  <a:pt x="88468" y="380457"/>
                </a:cubicBezTo>
                <a:cubicBezTo>
                  <a:pt x="86792" y="379794"/>
                  <a:pt x="85844" y="378561"/>
                  <a:pt x="86056" y="377290"/>
                </a:cubicBezTo>
                <a:cubicBezTo>
                  <a:pt x="86525" y="374464"/>
                  <a:pt x="84960" y="372217"/>
                  <a:pt x="82511" y="372208"/>
                </a:cubicBezTo>
                <a:cubicBezTo>
                  <a:pt x="81406" y="372208"/>
                  <a:pt x="78957" y="371407"/>
                  <a:pt x="77079" y="370422"/>
                </a:cubicBezTo>
                <a:cubicBezTo>
                  <a:pt x="68913" y="366159"/>
                  <a:pt x="58693" y="370044"/>
                  <a:pt x="64429" y="375228"/>
                </a:cubicBezTo>
                <a:cubicBezTo>
                  <a:pt x="66970" y="377530"/>
                  <a:pt x="69097" y="383818"/>
                  <a:pt x="69253" y="389507"/>
                </a:cubicBezTo>
                <a:cubicBezTo>
                  <a:pt x="69309" y="391478"/>
                  <a:pt x="69631" y="392417"/>
                  <a:pt x="69953" y="391597"/>
                </a:cubicBezTo>
                <a:cubicBezTo>
                  <a:pt x="70828" y="389443"/>
                  <a:pt x="73258" y="389765"/>
                  <a:pt x="76490" y="392444"/>
                </a:cubicBezTo>
                <a:cubicBezTo>
                  <a:pt x="78037" y="393724"/>
                  <a:pt x="80108" y="394553"/>
                  <a:pt x="81093" y="394286"/>
                </a:cubicBezTo>
                <a:cubicBezTo>
                  <a:pt x="82078" y="394019"/>
                  <a:pt x="86369" y="393650"/>
                  <a:pt x="90632" y="393485"/>
                </a:cubicBezTo>
                <a:close/>
                <a:moveTo>
                  <a:pt x="357564" y="389010"/>
                </a:moveTo>
                <a:cubicBezTo>
                  <a:pt x="357904" y="386672"/>
                  <a:pt x="357582" y="386423"/>
                  <a:pt x="355179" y="387160"/>
                </a:cubicBezTo>
                <a:cubicBezTo>
                  <a:pt x="351386" y="388329"/>
                  <a:pt x="351229" y="388587"/>
                  <a:pt x="353006" y="390714"/>
                </a:cubicBezTo>
                <a:cubicBezTo>
                  <a:pt x="355023" y="393153"/>
                  <a:pt x="357066" y="392380"/>
                  <a:pt x="357564" y="389010"/>
                </a:cubicBezTo>
                <a:close/>
                <a:moveTo>
                  <a:pt x="140063" y="385631"/>
                </a:moveTo>
                <a:cubicBezTo>
                  <a:pt x="140035" y="383827"/>
                  <a:pt x="138829" y="380476"/>
                  <a:pt x="137393" y="378183"/>
                </a:cubicBezTo>
                <a:cubicBezTo>
                  <a:pt x="134419" y="373460"/>
                  <a:pt x="133903" y="374933"/>
                  <a:pt x="136463" y="380826"/>
                </a:cubicBezTo>
                <a:cubicBezTo>
                  <a:pt x="137393" y="382980"/>
                  <a:pt x="138452" y="385677"/>
                  <a:pt x="138811" y="386828"/>
                </a:cubicBezTo>
                <a:cubicBezTo>
                  <a:pt x="139722" y="389802"/>
                  <a:pt x="140136" y="389415"/>
                  <a:pt x="140063" y="385631"/>
                </a:cubicBezTo>
                <a:close/>
                <a:moveTo>
                  <a:pt x="153836" y="384075"/>
                </a:moveTo>
                <a:cubicBezTo>
                  <a:pt x="153836" y="382805"/>
                  <a:pt x="154462" y="381755"/>
                  <a:pt x="155226" y="381755"/>
                </a:cubicBezTo>
                <a:cubicBezTo>
                  <a:pt x="155990" y="381755"/>
                  <a:pt x="156340" y="381479"/>
                  <a:pt x="156000" y="381139"/>
                </a:cubicBezTo>
                <a:cubicBezTo>
                  <a:pt x="155659" y="380798"/>
                  <a:pt x="154020" y="381231"/>
                  <a:pt x="152345" y="382096"/>
                </a:cubicBezTo>
                <a:cubicBezTo>
                  <a:pt x="149951" y="383339"/>
                  <a:pt x="149555" y="384112"/>
                  <a:pt x="150457" y="385723"/>
                </a:cubicBezTo>
                <a:cubicBezTo>
                  <a:pt x="151847" y="388219"/>
                  <a:pt x="153836" y="387243"/>
                  <a:pt x="153836" y="384075"/>
                </a:cubicBezTo>
                <a:close/>
                <a:moveTo>
                  <a:pt x="369652" y="381912"/>
                </a:moveTo>
                <a:cubicBezTo>
                  <a:pt x="369615" y="380282"/>
                  <a:pt x="369330" y="380338"/>
                  <a:pt x="367866" y="382289"/>
                </a:cubicBezTo>
                <a:cubicBezTo>
                  <a:pt x="365583" y="385300"/>
                  <a:pt x="365610" y="387243"/>
                  <a:pt x="367903" y="385337"/>
                </a:cubicBezTo>
                <a:cubicBezTo>
                  <a:pt x="368888" y="384517"/>
                  <a:pt x="369671" y="382980"/>
                  <a:pt x="369652" y="381912"/>
                </a:cubicBezTo>
                <a:close/>
                <a:moveTo>
                  <a:pt x="292950" y="381792"/>
                </a:moveTo>
                <a:cubicBezTo>
                  <a:pt x="304579" y="379012"/>
                  <a:pt x="311410" y="378551"/>
                  <a:pt x="322642" y="379813"/>
                </a:cubicBezTo>
                <a:cubicBezTo>
                  <a:pt x="330956" y="380752"/>
                  <a:pt x="331076" y="380724"/>
                  <a:pt x="332484" y="377631"/>
                </a:cubicBezTo>
                <a:cubicBezTo>
                  <a:pt x="334648" y="372880"/>
                  <a:pt x="334399" y="372622"/>
                  <a:pt x="327651" y="372622"/>
                </a:cubicBezTo>
                <a:cubicBezTo>
                  <a:pt x="324207" y="372622"/>
                  <a:pt x="320341" y="372346"/>
                  <a:pt x="319052" y="372015"/>
                </a:cubicBezTo>
                <a:cubicBezTo>
                  <a:pt x="315268" y="371030"/>
                  <a:pt x="311990" y="365561"/>
                  <a:pt x="311861" y="359991"/>
                </a:cubicBezTo>
                <a:cubicBezTo>
                  <a:pt x="311751" y="355747"/>
                  <a:pt x="311318" y="354863"/>
                  <a:pt x="309136" y="354550"/>
                </a:cubicBezTo>
                <a:cubicBezTo>
                  <a:pt x="306659" y="354191"/>
                  <a:pt x="306623" y="354319"/>
                  <a:pt x="308298" y="357533"/>
                </a:cubicBezTo>
                <a:cubicBezTo>
                  <a:pt x="310259" y="361298"/>
                  <a:pt x="310627" y="366960"/>
                  <a:pt x="308979" y="367982"/>
                </a:cubicBezTo>
                <a:cubicBezTo>
                  <a:pt x="307460" y="368912"/>
                  <a:pt x="301863" y="361970"/>
                  <a:pt x="301016" y="358113"/>
                </a:cubicBezTo>
                <a:cubicBezTo>
                  <a:pt x="299773" y="352432"/>
                  <a:pt x="299368" y="351760"/>
                  <a:pt x="297342" y="352156"/>
                </a:cubicBezTo>
                <a:cubicBezTo>
                  <a:pt x="294018" y="352800"/>
                  <a:pt x="279223" y="384158"/>
                  <a:pt x="282252" y="384140"/>
                </a:cubicBezTo>
                <a:cubicBezTo>
                  <a:pt x="282786" y="384131"/>
                  <a:pt x="287601" y="383081"/>
                  <a:pt x="292950" y="381792"/>
                </a:cubicBezTo>
                <a:close/>
                <a:moveTo>
                  <a:pt x="119246" y="381884"/>
                </a:moveTo>
                <a:cubicBezTo>
                  <a:pt x="122874" y="380881"/>
                  <a:pt x="120857" y="379251"/>
                  <a:pt x="115517" y="378874"/>
                </a:cubicBezTo>
                <a:cubicBezTo>
                  <a:pt x="111798" y="378625"/>
                  <a:pt x="110251" y="379730"/>
                  <a:pt x="111503" y="381755"/>
                </a:cubicBezTo>
                <a:cubicBezTo>
                  <a:pt x="112323" y="383090"/>
                  <a:pt x="114790" y="383127"/>
                  <a:pt x="119246" y="381884"/>
                </a:cubicBezTo>
                <a:close/>
                <a:moveTo>
                  <a:pt x="170537" y="380945"/>
                </a:moveTo>
                <a:cubicBezTo>
                  <a:pt x="170537" y="379297"/>
                  <a:pt x="165298" y="374602"/>
                  <a:pt x="163466" y="374611"/>
                </a:cubicBezTo>
                <a:cubicBezTo>
                  <a:pt x="162435" y="374620"/>
                  <a:pt x="161017" y="375854"/>
                  <a:pt x="160327" y="377355"/>
                </a:cubicBezTo>
                <a:cubicBezTo>
                  <a:pt x="159158" y="379868"/>
                  <a:pt x="159360" y="380117"/>
                  <a:pt x="162647" y="380365"/>
                </a:cubicBezTo>
                <a:cubicBezTo>
                  <a:pt x="164617" y="380522"/>
                  <a:pt x="166486" y="380890"/>
                  <a:pt x="166790" y="381203"/>
                </a:cubicBezTo>
                <a:cubicBezTo>
                  <a:pt x="167655" y="382059"/>
                  <a:pt x="170537" y="381866"/>
                  <a:pt x="170537" y="380945"/>
                </a:cubicBezTo>
                <a:close/>
                <a:moveTo>
                  <a:pt x="341654" y="380549"/>
                </a:moveTo>
                <a:cubicBezTo>
                  <a:pt x="341240" y="379877"/>
                  <a:pt x="340402" y="379647"/>
                  <a:pt x="339795" y="380025"/>
                </a:cubicBezTo>
                <a:cubicBezTo>
                  <a:pt x="338137" y="381046"/>
                  <a:pt x="338450" y="381755"/>
                  <a:pt x="340540" y="381755"/>
                </a:cubicBezTo>
                <a:cubicBezTo>
                  <a:pt x="341562" y="381755"/>
                  <a:pt x="342059" y="381212"/>
                  <a:pt x="341654" y="380549"/>
                </a:cubicBezTo>
                <a:close/>
                <a:moveTo>
                  <a:pt x="175564" y="377005"/>
                </a:moveTo>
                <a:cubicBezTo>
                  <a:pt x="175067" y="373644"/>
                  <a:pt x="172922" y="373018"/>
                  <a:pt x="172922" y="376222"/>
                </a:cubicBezTo>
                <a:cubicBezTo>
                  <a:pt x="172922" y="377373"/>
                  <a:pt x="175131" y="380568"/>
                  <a:pt x="175932" y="380568"/>
                </a:cubicBezTo>
                <a:cubicBezTo>
                  <a:pt x="176015" y="380568"/>
                  <a:pt x="175849" y="378966"/>
                  <a:pt x="175564" y="377005"/>
                </a:cubicBezTo>
                <a:close/>
                <a:moveTo>
                  <a:pt x="262320" y="373110"/>
                </a:moveTo>
                <a:cubicBezTo>
                  <a:pt x="262338" y="371969"/>
                  <a:pt x="261841" y="371030"/>
                  <a:pt x="261206" y="371030"/>
                </a:cubicBezTo>
                <a:cubicBezTo>
                  <a:pt x="259548" y="371030"/>
                  <a:pt x="257992" y="367586"/>
                  <a:pt x="257026" y="361786"/>
                </a:cubicBezTo>
                <a:cubicBezTo>
                  <a:pt x="255912" y="355056"/>
                  <a:pt x="258849" y="353518"/>
                  <a:pt x="263028" y="358628"/>
                </a:cubicBezTo>
                <a:cubicBezTo>
                  <a:pt x="265735" y="361943"/>
                  <a:pt x="265855" y="361970"/>
                  <a:pt x="265892" y="359402"/>
                </a:cubicBezTo>
                <a:cubicBezTo>
                  <a:pt x="265919" y="357919"/>
                  <a:pt x="265487" y="356713"/>
                  <a:pt x="264934" y="356713"/>
                </a:cubicBezTo>
                <a:cubicBezTo>
                  <a:pt x="263019" y="356713"/>
                  <a:pt x="261454" y="351235"/>
                  <a:pt x="261611" y="345048"/>
                </a:cubicBezTo>
                <a:cubicBezTo>
                  <a:pt x="261693" y="341623"/>
                  <a:pt x="261675" y="338825"/>
                  <a:pt x="261565" y="338825"/>
                </a:cubicBezTo>
                <a:cubicBezTo>
                  <a:pt x="259217" y="338834"/>
                  <a:pt x="257587" y="340961"/>
                  <a:pt x="257560" y="344026"/>
                </a:cubicBezTo>
                <a:cubicBezTo>
                  <a:pt x="257541" y="346089"/>
                  <a:pt x="256556" y="349919"/>
                  <a:pt x="255368" y="352543"/>
                </a:cubicBezTo>
                <a:cubicBezTo>
                  <a:pt x="253527" y="356630"/>
                  <a:pt x="253435" y="357836"/>
                  <a:pt x="254733" y="360976"/>
                </a:cubicBezTo>
                <a:cubicBezTo>
                  <a:pt x="255571" y="362992"/>
                  <a:pt x="256897" y="368314"/>
                  <a:pt x="257670" y="372797"/>
                </a:cubicBezTo>
                <a:cubicBezTo>
                  <a:pt x="259014" y="380513"/>
                  <a:pt x="259180" y="380789"/>
                  <a:pt x="260681" y="378073"/>
                </a:cubicBezTo>
                <a:cubicBezTo>
                  <a:pt x="261555" y="376489"/>
                  <a:pt x="262292" y="374261"/>
                  <a:pt x="262320" y="373110"/>
                </a:cubicBezTo>
                <a:close/>
                <a:moveTo>
                  <a:pt x="361338" y="378183"/>
                </a:moveTo>
                <a:cubicBezTo>
                  <a:pt x="362793" y="377244"/>
                  <a:pt x="362637" y="377023"/>
                  <a:pt x="360501" y="377005"/>
                </a:cubicBezTo>
                <a:cubicBezTo>
                  <a:pt x="357297" y="376986"/>
                  <a:pt x="351800" y="374593"/>
                  <a:pt x="351800" y="373221"/>
                </a:cubicBezTo>
                <a:cubicBezTo>
                  <a:pt x="351800" y="371564"/>
                  <a:pt x="348624" y="372088"/>
                  <a:pt x="347031" y="374003"/>
                </a:cubicBezTo>
                <a:cubicBezTo>
                  <a:pt x="345779" y="375513"/>
                  <a:pt x="346000" y="375799"/>
                  <a:pt x="348375" y="375817"/>
                </a:cubicBezTo>
                <a:cubicBezTo>
                  <a:pt x="349931" y="375826"/>
                  <a:pt x="352546" y="376572"/>
                  <a:pt x="354185" y="377484"/>
                </a:cubicBezTo>
                <a:cubicBezTo>
                  <a:pt x="357877" y="379537"/>
                  <a:pt x="359074" y="379647"/>
                  <a:pt x="361338" y="378183"/>
                </a:cubicBezTo>
                <a:close/>
                <a:moveTo>
                  <a:pt x="230059" y="376517"/>
                </a:moveTo>
                <a:cubicBezTo>
                  <a:pt x="230814" y="375605"/>
                  <a:pt x="233014" y="374206"/>
                  <a:pt x="234957" y="373405"/>
                </a:cubicBezTo>
                <a:cubicBezTo>
                  <a:pt x="236890" y="372595"/>
                  <a:pt x="238189" y="371472"/>
                  <a:pt x="237829" y="370892"/>
                </a:cubicBezTo>
                <a:cubicBezTo>
                  <a:pt x="236964" y="369492"/>
                  <a:pt x="231679" y="369529"/>
                  <a:pt x="230814" y="370938"/>
                </a:cubicBezTo>
                <a:cubicBezTo>
                  <a:pt x="230436" y="371536"/>
                  <a:pt x="228531" y="372392"/>
                  <a:pt x="226570" y="372816"/>
                </a:cubicBezTo>
                <a:cubicBezTo>
                  <a:pt x="221184" y="374003"/>
                  <a:pt x="221948" y="376940"/>
                  <a:pt x="227932" y="378045"/>
                </a:cubicBezTo>
                <a:cubicBezTo>
                  <a:pt x="228337" y="378119"/>
                  <a:pt x="229295" y="377437"/>
                  <a:pt x="230059" y="376517"/>
                </a:cubicBezTo>
                <a:close/>
                <a:moveTo>
                  <a:pt x="150825" y="373930"/>
                </a:moveTo>
                <a:cubicBezTo>
                  <a:pt x="155125" y="369639"/>
                  <a:pt x="153606" y="368470"/>
                  <a:pt x="147594" y="371444"/>
                </a:cubicBezTo>
                <a:cubicBezTo>
                  <a:pt x="144086" y="373184"/>
                  <a:pt x="143156" y="374095"/>
                  <a:pt x="144592" y="374372"/>
                </a:cubicBezTo>
                <a:cubicBezTo>
                  <a:pt x="145743" y="374593"/>
                  <a:pt x="146682" y="375274"/>
                  <a:pt x="146682" y="375882"/>
                </a:cubicBezTo>
                <a:cubicBezTo>
                  <a:pt x="146682" y="377622"/>
                  <a:pt x="147539" y="377217"/>
                  <a:pt x="150825" y="373930"/>
                </a:cubicBezTo>
                <a:close/>
                <a:moveTo>
                  <a:pt x="339647" y="373976"/>
                </a:moveTo>
                <a:cubicBezTo>
                  <a:pt x="339279" y="373607"/>
                  <a:pt x="338607" y="374270"/>
                  <a:pt x="338165" y="375449"/>
                </a:cubicBezTo>
                <a:cubicBezTo>
                  <a:pt x="337511" y="377143"/>
                  <a:pt x="337649" y="377281"/>
                  <a:pt x="338828" y="376112"/>
                </a:cubicBezTo>
                <a:cubicBezTo>
                  <a:pt x="339647" y="375302"/>
                  <a:pt x="340016" y="374344"/>
                  <a:pt x="339647" y="373976"/>
                </a:cubicBezTo>
                <a:close/>
                <a:moveTo>
                  <a:pt x="187781" y="362771"/>
                </a:moveTo>
                <a:cubicBezTo>
                  <a:pt x="188822" y="360755"/>
                  <a:pt x="190396" y="359098"/>
                  <a:pt x="191289" y="359098"/>
                </a:cubicBezTo>
                <a:cubicBezTo>
                  <a:pt x="193085" y="359098"/>
                  <a:pt x="194696" y="365248"/>
                  <a:pt x="193628" y="368028"/>
                </a:cubicBezTo>
                <a:cubicBezTo>
                  <a:pt x="193232" y="369059"/>
                  <a:pt x="193591" y="369833"/>
                  <a:pt x="194466" y="369833"/>
                </a:cubicBezTo>
                <a:cubicBezTo>
                  <a:pt x="195303" y="369833"/>
                  <a:pt x="196905" y="370671"/>
                  <a:pt x="198029" y="371683"/>
                </a:cubicBezTo>
                <a:cubicBezTo>
                  <a:pt x="199934" y="373405"/>
                  <a:pt x="200266" y="372954"/>
                  <a:pt x="202669" y="365423"/>
                </a:cubicBezTo>
                <a:cubicBezTo>
                  <a:pt x="204096" y="360967"/>
                  <a:pt x="205504" y="356741"/>
                  <a:pt x="205808" y="356041"/>
                </a:cubicBezTo>
                <a:cubicBezTo>
                  <a:pt x="206149" y="355249"/>
                  <a:pt x="200395" y="353739"/>
                  <a:pt x="190534" y="352027"/>
                </a:cubicBezTo>
                <a:cubicBezTo>
                  <a:pt x="166210" y="347810"/>
                  <a:pt x="167388" y="347902"/>
                  <a:pt x="166532" y="350149"/>
                </a:cubicBezTo>
                <a:cubicBezTo>
                  <a:pt x="165961" y="351622"/>
                  <a:pt x="166707" y="352506"/>
                  <a:pt x="169359" y="353509"/>
                </a:cubicBezTo>
                <a:cubicBezTo>
                  <a:pt x="173115" y="354927"/>
                  <a:pt x="175288" y="359696"/>
                  <a:pt x="175297" y="366555"/>
                </a:cubicBezTo>
                <a:cubicBezTo>
                  <a:pt x="175306" y="369013"/>
                  <a:pt x="175886" y="369833"/>
                  <a:pt x="177636" y="369833"/>
                </a:cubicBezTo>
                <a:cubicBezTo>
                  <a:pt x="178915" y="369833"/>
                  <a:pt x="180922" y="371122"/>
                  <a:pt x="182101" y="372696"/>
                </a:cubicBezTo>
                <a:lnTo>
                  <a:pt x="184246" y="375550"/>
                </a:lnTo>
                <a:lnTo>
                  <a:pt x="185065" y="370993"/>
                </a:lnTo>
                <a:cubicBezTo>
                  <a:pt x="185517" y="368489"/>
                  <a:pt x="186732" y="364787"/>
                  <a:pt x="187781" y="362771"/>
                </a:cubicBezTo>
                <a:close/>
                <a:moveTo>
                  <a:pt x="129770" y="369925"/>
                </a:moveTo>
                <a:cubicBezTo>
                  <a:pt x="129705" y="365211"/>
                  <a:pt x="129530" y="365101"/>
                  <a:pt x="124623" y="366905"/>
                </a:cubicBezTo>
                <a:cubicBezTo>
                  <a:pt x="122395" y="367715"/>
                  <a:pt x="122432" y="367826"/>
                  <a:pt x="125221" y="368562"/>
                </a:cubicBezTo>
                <a:cubicBezTo>
                  <a:pt x="126860" y="368995"/>
                  <a:pt x="128269" y="370127"/>
                  <a:pt x="128361" y="371085"/>
                </a:cubicBezTo>
                <a:cubicBezTo>
                  <a:pt x="128637" y="374077"/>
                  <a:pt x="128784" y="374602"/>
                  <a:pt x="129318" y="374602"/>
                </a:cubicBezTo>
                <a:cubicBezTo>
                  <a:pt x="129604" y="374602"/>
                  <a:pt x="129806" y="372503"/>
                  <a:pt x="129770" y="369925"/>
                </a:cubicBezTo>
                <a:close/>
                <a:moveTo>
                  <a:pt x="395137" y="371683"/>
                </a:moveTo>
                <a:cubicBezTo>
                  <a:pt x="395505" y="370735"/>
                  <a:pt x="397843" y="368884"/>
                  <a:pt x="400338" y="367577"/>
                </a:cubicBezTo>
                <a:lnTo>
                  <a:pt x="404868" y="365193"/>
                </a:lnTo>
                <a:lnTo>
                  <a:pt x="398313" y="365883"/>
                </a:lnTo>
                <a:cubicBezTo>
                  <a:pt x="394704" y="366251"/>
                  <a:pt x="391270" y="366997"/>
                  <a:pt x="390680" y="367540"/>
                </a:cubicBezTo>
                <a:cubicBezTo>
                  <a:pt x="390100" y="368074"/>
                  <a:pt x="390772" y="368203"/>
                  <a:pt x="392172" y="367835"/>
                </a:cubicBezTo>
                <a:cubicBezTo>
                  <a:pt x="395044" y="367089"/>
                  <a:pt x="395717" y="369566"/>
                  <a:pt x="393304" y="371978"/>
                </a:cubicBezTo>
                <a:cubicBezTo>
                  <a:pt x="392347" y="372935"/>
                  <a:pt x="392301" y="373414"/>
                  <a:pt x="393175" y="373414"/>
                </a:cubicBezTo>
                <a:cubicBezTo>
                  <a:pt x="393894" y="373414"/>
                  <a:pt x="394777" y="372632"/>
                  <a:pt x="395137" y="371683"/>
                </a:cubicBezTo>
                <a:close/>
                <a:moveTo>
                  <a:pt x="26239" y="368783"/>
                </a:moveTo>
                <a:cubicBezTo>
                  <a:pt x="26239" y="368203"/>
                  <a:pt x="25162" y="367448"/>
                  <a:pt x="23855" y="367108"/>
                </a:cubicBezTo>
                <a:cubicBezTo>
                  <a:pt x="22299" y="366702"/>
                  <a:pt x="21470" y="367071"/>
                  <a:pt x="21470" y="368157"/>
                </a:cubicBezTo>
                <a:cubicBezTo>
                  <a:pt x="21470" y="369078"/>
                  <a:pt x="22538" y="369833"/>
                  <a:pt x="23855" y="369833"/>
                </a:cubicBezTo>
                <a:cubicBezTo>
                  <a:pt x="25162" y="369833"/>
                  <a:pt x="26239" y="369363"/>
                  <a:pt x="26239" y="368783"/>
                </a:cubicBezTo>
                <a:close/>
                <a:moveTo>
                  <a:pt x="101348" y="363830"/>
                </a:moveTo>
                <a:cubicBezTo>
                  <a:pt x="100050" y="360525"/>
                  <a:pt x="98982" y="357634"/>
                  <a:pt x="98982" y="357404"/>
                </a:cubicBezTo>
                <a:cubicBezTo>
                  <a:pt x="98982" y="357183"/>
                  <a:pt x="97647" y="356741"/>
                  <a:pt x="96027" y="356428"/>
                </a:cubicBezTo>
                <a:lnTo>
                  <a:pt x="93071" y="355866"/>
                </a:lnTo>
                <a:lnTo>
                  <a:pt x="96625" y="359908"/>
                </a:lnTo>
                <a:cubicBezTo>
                  <a:pt x="98577" y="362136"/>
                  <a:pt x="100170" y="365275"/>
                  <a:pt x="100170" y="366896"/>
                </a:cubicBezTo>
                <a:cubicBezTo>
                  <a:pt x="100170" y="368700"/>
                  <a:pt x="100860" y="369833"/>
                  <a:pt x="101947" y="369833"/>
                </a:cubicBezTo>
                <a:cubicBezTo>
                  <a:pt x="103429" y="369833"/>
                  <a:pt x="103337" y="368875"/>
                  <a:pt x="101348" y="363830"/>
                </a:cubicBezTo>
                <a:close/>
                <a:moveTo>
                  <a:pt x="164857" y="364474"/>
                </a:moveTo>
                <a:cubicBezTo>
                  <a:pt x="163365" y="360460"/>
                  <a:pt x="162619" y="359567"/>
                  <a:pt x="161864" y="360902"/>
                </a:cubicBezTo>
                <a:cubicBezTo>
                  <a:pt x="161238" y="362035"/>
                  <a:pt x="161643" y="364005"/>
                  <a:pt x="162978" y="366261"/>
                </a:cubicBezTo>
                <a:cubicBezTo>
                  <a:pt x="166109" y="371554"/>
                  <a:pt x="167121" y="370588"/>
                  <a:pt x="164857" y="364474"/>
                </a:cubicBezTo>
                <a:close/>
                <a:moveTo>
                  <a:pt x="247266" y="356879"/>
                </a:moveTo>
                <a:cubicBezTo>
                  <a:pt x="243418" y="349237"/>
                  <a:pt x="242258" y="347829"/>
                  <a:pt x="240048" y="348142"/>
                </a:cubicBezTo>
                <a:cubicBezTo>
                  <a:pt x="238594" y="348335"/>
                  <a:pt x="236246" y="347884"/>
                  <a:pt x="234828" y="347120"/>
                </a:cubicBezTo>
                <a:cubicBezTo>
                  <a:pt x="232793" y="346033"/>
                  <a:pt x="232029" y="346079"/>
                  <a:pt x="231219" y="347350"/>
                </a:cubicBezTo>
                <a:cubicBezTo>
                  <a:pt x="229617" y="349882"/>
                  <a:pt x="229985" y="351189"/>
                  <a:pt x="231863" y="349633"/>
                </a:cubicBezTo>
                <a:cubicBezTo>
                  <a:pt x="235261" y="346816"/>
                  <a:pt x="248657" y="362375"/>
                  <a:pt x="246226" y="366316"/>
                </a:cubicBezTo>
                <a:cubicBezTo>
                  <a:pt x="245830" y="366951"/>
                  <a:pt x="246751" y="367936"/>
                  <a:pt x="248270" y="368507"/>
                </a:cubicBezTo>
                <a:cubicBezTo>
                  <a:pt x="252652" y="370146"/>
                  <a:pt x="252376" y="367025"/>
                  <a:pt x="247266" y="356879"/>
                </a:cubicBezTo>
                <a:close/>
                <a:moveTo>
                  <a:pt x="338616" y="362458"/>
                </a:moveTo>
                <a:cubicBezTo>
                  <a:pt x="339721" y="357302"/>
                  <a:pt x="339647" y="355977"/>
                  <a:pt x="338165" y="354494"/>
                </a:cubicBezTo>
                <a:cubicBezTo>
                  <a:pt x="336581" y="352911"/>
                  <a:pt x="336406" y="353307"/>
                  <a:pt x="336627" y="357993"/>
                </a:cubicBezTo>
                <a:cubicBezTo>
                  <a:pt x="336766" y="360902"/>
                  <a:pt x="336443" y="364484"/>
                  <a:pt x="335909" y="365957"/>
                </a:cubicBezTo>
                <a:cubicBezTo>
                  <a:pt x="335329" y="367577"/>
                  <a:pt x="335412" y="368645"/>
                  <a:pt x="336121" y="368645"/>
                </a:cubicBezTo>
                <a:cubicBezTo>
                  <a:pt x="336766" y="368645"/>
                  <a:pt x="337889" y="365855"/>
                  <a:pt x="338616" y="362458"/>
                </a:cubicBezTo>
                <a:close/>
                <a:moveTo>
                  <a:pt x="350806" y="360009"/>
                </a:moveTo>
                <a:cubicBezTo>
                  <a:pt x="353872" y="355710"/>
                  <a:pt x="352877" y="355820"/>
                  <a:pt x="348403" y="360295"/>
                </a:cubicBezTo>
                <a:cubicBezTo>
                  <a:pt x="346442" y="362265"/>
                  <a:pt x="345328" y="363867"/>
                  <a:pt x="345926" y="363867"/>
                </a:cubicBezTo>
                <a:cubicBezTo>
                  <a:pt x="346534" y="363867"/>
                  <a:pt x="347105" y="365082"/>
                  <a:pt x="347197" y="366555"/>
                </a:cubicBezTo>
                <a:cubicBezTo>
                  <a:pt x="347344" y="369050"/>
                  <a:pt x="347390" y="369032"/>
                  <a:pt x="347906" y="366270"/>
                </a:cubicBezTo>
                <a:cubicBezTo>
                  <a:pt x="348210" y="364640"/>
                  <a:pt x="349517" y="361823"/>
                  <a:pt x="350806" y="360009"/>
                </a:cubicBezTo>
                <a:close/>
                <a:moveTo>
                  <a:pt x="148100" y="363830"/>
                </a:moveTo>
                <a:cubicBezTo>
                  <a:pt x="151534" y="363176"/>
                  <a:pt x="154821" y="362173"/>
                  <a:pt x="155383" y="361611"/>
                </a:cubicBezTo>
                <a:cubicBezTo>
                  <a:pt x="155954" y="361040"/>
                  <a:pt x="154232" y="361160"/>
                  <a:pt x="151562" y="361869"/>
                </a:cubicBezTo>
                <a:cubicBezTo>
                  <a:pt x="147916" y="362845"/>
                  <a:pt x="146342" y="362817"/>
                  <a:pt x="145283" y="361758"/>
                </a:cubicBezTo>
                <a:cubicBezTo>
                  <a:pt x="142364" y="358840"/>
                  <a:pt x="152114" y="351944"/>
                  <a:pt x="159167" y="351944"/>
                </a:cubicBezTo>
                <a:cubicBezTo>
                  <a:pt x="160925" y="351944"/>
                  <a:pt x="162187" y="351263"/>
                  <a:pt x="162187" y="350315"/>
                </a:cubicBezTo>
                <a:cubicBezTo>
                  <a:pt x="162187" y="349035"/>
                  <a:pt x="161082" y="348888"/>
                  <a:pt x="157114" y="349624"/>
                </a:cubicBezTo>
                <a:cubicBezTo>
                  <a:pt x="149316" y="351088"/>
                  <a:pt x="145495" y="352883"/>
                  <a:pt x="145495" y="355084"/>
                </a:cubicBezTo>
                <a:cubicBezTo>
                  <a:pt x="145495" y="356188"/>
                  <a:pt x="143377" y="359098"/>
                  <a:pt x="140799" y="361547"/>
                </a:cubicBezTo>
                <a:cubicBezTo>
                  <a:pt x="136104" y="366012"/>
                  <a:pt x="135515" y="368406"/>
                  <a:pt x="139648" y="366187"/>
                </a:cubicBezTo>
                <a:cubicBezTo>
                  <a:pt x="140864" y="365542"/>
                  <a:pt x="144657" y="364484"/>
                  <a:pt x="148100" y="363830"/>
                </a:cubicBezTo>
                <a:close/>
                <a:moveTo>
                  <a:pt x="109202" y="361482"/>
                </a:moveTo>
                <a:cubicBezTo>
                  <a:pt x="110398" y="361482"/>
                  <a:pt x="110905" y="360055"/>
                  <a:pt x="110905" y="356713"/>
                </a:cubicBezTo>
                <a:cubicBezTo>
                  <a:pt x="110905" y="350977"/>
                  <a:pt x="109100" y="350416"/>
                  <a:pt x="108014" y="355820"/>
                </a:cubicBezTo>
                <a:cubicBezTo>
                  <a:pt x="107038" y="360718"/>
                  <a:pt x="106283" y="366353"/>
                  <a:pt x="106974" y="363572"/>
                </a:cubicBezTo>
                <a:cubicBezTo>
                  <a:pt x="107259" y="362421"/>
                  <a:pt x="108263" y="361482"/>
                  <a:pt x="109202" y="361482"/>
                </a:cubicBezTo>
                <a:close/>
                <a:moveTo>
                  <a:pt x="233521" y="359466"/>
                </a:moveTo>
                <a:cubicBezTo>
                  <a:pt x="229304" y="351097"/>
                  <a:pt x="229396" y="351189"/>
                  <a:pt x="228687" y="354863"/>
                </a:cubicBezTo>
                <a:cubicBezTo>
                  <a:pt x="228254" y="357146"/>
                  <a:pt x="229111" y="358914"/>
                  <a:pt x="232177" y="362072"/>
                </a:cubicBezTo>
                <a:cubicBezTo>
                  <a:pt x="234414" y="364373"/>
                  <a:pt x="236402" y="366261"/>
                  <a:pt x="236596" y="366261"/>
                </a:cubicBezTo>
                <a:cubicBezTo>
                  <a:pt x="236789" y="366261"/>
                  <a:pt x="235408" y="363204"/>
                  <a:pt x="233521" y="359466"/>
                </a:cubicBezTo>
                <a:close/>
                <a:moveTo>
                  <a:pt x="270578" y="362385"/>
                </a:moveTo>
                <a:cubicBezTo>
                  <a:pt x="271756" y="358831"/>
                  <a:pt x="271720" y="358702"/>
                  <a:pt x="270099" y="360819"/>
                </a:cubicBezTo>
                <a:cubicBezTo>
                  <a:pt x="269123" y="362090"/>
                  <a:pt x="268322" y="363839"/>
                  <a:pt x="268322" y="364695"/>
                </a:cubicBezTo>
                <a:cubicBezTo>
                  <a:pt x="268322" y="367356"/>
                  <a:pt x="269225" y="366426"/>
                  <a:pt x="270578" y="362385"/>
                </a:cubicBezTo>
                <a:close/>
                <a:moveTo>
                  <a:pt x="327310" y="364999"/>
                </a:moveTo>
                <a:cubicBezTo>
                  <a:pt x="326887" y="364309"/>
                  <a:pt x="325920" y="363968"/>
                  <a:pt x="325156" y="364244"/>
                </a:cubicBezTo>
                <a:cubicBezTo>
                  <a:pt x="324401" y="364520"/>
                  <a:pt x="322836" y="364263"/>
                  <a:pt x="321685" y="363664"/>
                </a:cubicBezTo>
                <a:cubicBezTo>
                  <a:pt x="320138" y="362872"/>
                  <a:pt x="319604" y="363066"/>
                  <a:pt x="319604" y="364428"/>
                </a:cubicBezTo>
                <a:cubicBezTo>
                  <a:pt x="319604" y="365727"/>
                  <a:pt x="320829" y="366261"/>
                  <a:pt x="323848" y="366261"/>
                </a:cubicBezTo>
                <a:cubicBezTo>
                  <a:pt x="326509" y="366261"/>
                  <a:pt x="327798" y="365791"/>
                  <a:pt x="327310" y="364999"/>
                </a:cubicBezTo>
                <a:close/>
                <a:moveTo>
                  <a:pt x="390367" y="361676"/>
                </a:moveTo>
                <a:cubicBezTo>
                  <a:pt x="394299" y="357652"/>
                  <a:pt x="394621" y="356916"/>
                  <a:pt x="393001" y="355572"/>
                </a:cubicBezTo>
                <a:cubicBezTo>
                  <a:pt x="391454" y="354292"/>
                  <a:pt x="391150" y="354375"/>
                  <a:pt x="391150" y="356096"/>
                </a:cubicBezTo>
                <a:cubicBezTo>
                  <a:pt x="391150" y="357220"/>
                  <a:pt x="389327" y="359972"/>
                  <a:pt x="387099" y="362200"/>
                </a:cubicBezTo>
                <a:cubicBezTo>
                  <a:pt x="384871" y="364428"/>
                  <a:pt x="383683" y="366261"/>
                  <a:pt x="384475" y="366261"/>
                </a:cubicBezTo>
                <a:cubicBezTo>
                  <a:pt x="385258" y="366261"/>
                  <a:pt x="387909" y="364198"/>
                  <a:pt x="390367" y="361676"/>
                </a:cubicBezTo>
                <a:close/>
                <a:moveTo>
                  <a:pt x="61814" y="363848"/>
                </a:moveTo>
                <a:lnTo>
                  <a:pt x="72144" y="363830"/>
                </a:lnTo>
                <a:lnTo>
                  <a:pt x="68250" y="361335"/>
                </a:lnTo>
                <a:cubicBezTo>
                  <a:pt x="65598" y="359632"/>
                  <a:pt x="63886" y="359208"/>
                  <a:pt x="62892" y="360000"/>
                </a:cubicBezTo>
                <a:cubicBezTo>
                  <a:pt x="60479" y="361897"/>
                  <a:pt x="55719" y="362596"/>
                  <a:pt x="51365" y="361685"/>
                </a:cubicBezTo>
                <a:cubicBezTo>
                  <a:pt x="45979" y="360552"/>
                  <a:pt x="45334" y="358140"/>
                  <a:pt x="49965" y="356400"/>
                </a:cubicBezTo>
                <a:cubicBezTo>
                  <a:pt x="52000" y="355627"/>
                  <a:pt x="53666" y="354614"/>
                  <a:pt x="53666" y="354145"/>
                </a:cubicBezTo>
                <a:cubicBezTo>
                  <a:pt x="53666" y="352331"/>
                  <a:pt x="51098" y="351806"/>
                  <a:pt x="49348" y="353251"/>
                </a:cubicBezTo>
                <a:cubicBezTo>
                  <a:pt x="47350" y="354909"/>
                  <a:pt x="38484" y="354844"/>
                  <a:pt x="33991" y="353141"/>
                </a:cubicBezTo>
                <a:cubicBezTo>
                  <a:pt x="31625" y="352239"/>
                  <a:pt x="31193" y="352423"/>
                  <a:pt x="31331" y="354273"/>
                </a:cubicBezTo>
                <a:cubicBezTo>
                  <a:pt x="31441" y="355710"/>
                  <a:pt x="32988" y="356934"/>
                  <a:pt x="35741" y="357754"/>
                </a:cubicBezTo>
                <a:cubicBezTo>
                  <a:pt x="38079" y="358453"/>
                  <a:pt x="41845" y="360396"/>
                  <a:pt x="44110" y="362072"/>
                </a:cubicBezTo>
                <a:cubicBezTo>
                  <a:pt x="46375" y="363747"/>
                  <a:pt x="48962" y="364834"/>
                  <a:pt x="49855" y="364493"/>
                </a:cubicBezTo>
                <a:cubicBezTo>
                  <a:pt x="50748" y="364152"/>
                  <a:pt x="56125" y="363867"/>
                  <a:pt x="61814" y="363848"/>
                </a:cubicBezTo>
                <a:close/>
                <a:moveTo>
                  <a:pt x="75569" y="351502"/>
                </a:moveTo>
                <a:cubicBezTo>
                  <a:pt x="73175" y="345159"/>
                  <a:pt x="71067" y="340114"/>
                  <a:pt x="70892" y="340288"/>
                </a:cubicBezTo>
                <a:cubicBezTo>
                  <a:pt x="70708" y="340473"/>
                  <a:pt x="71012" y="343023"/>
                  <a:pt x="71546" y="345969"/>
                </a:cubicBezTo>
                <a:cubicBezTo>
                  <a:pt x="72107" y="349016"/>
                  <a:pt x="72061" y="352193"/>
                  <a:pt x="71445" y="353344"/>
                </a:cubicBezTo>
                <a:cubicBezTo>
                  <a:pt x="70846" y="354458"/>
                  <a:pt x="70358" y="355857"/>
                  <a:pt x="70358" y="356446"/>
                </a:cubicBezTo>
                <a:cubicBezTo>
                  <a:pt x="70358" y="357588"/>
                  <a:pt x="78902" y="364069"/>
                  <a:pt x="79556" y="363425"/>
                </a:cubicBezTo>
                <a:cubicBezTo>
                  <a:pt x="79768" y="363213"/>
                  <a:pt x="77972" y="357846"/>
                  <a:pt x="75569" y="351502"/>
                </a:cubicBezTo>
                <a:close/>
                <a:moveTo>
                  <a:pt x="227776" y="362605"/>
                </a:moveTo>
                <a:cubicBezTo>
                  <a:pt x="227776" y="361915"/>
                  <a:pt x="227242" y="361676"/>
                  <a:pt x="226579" y="362081"/>
                </a:cubicBezTo>
                <a:cubicBezTo>
                  <a:pt x="225925" y="362486"/>
                  <a:pt x="225391" y="363057"/>
                  <a:pt x="225391" y="363342"/>
                </a:cubicBezTo>
                <a:cubicBezTo>
                  <a:pt x="225391" y="363637"/>
                  <a:pt x="225925" y="363867"/>
                  <a:pt x="226579" y="363867"/>
                </a:cubicBezTo>
                <a:cubicBezTo>
                  <a:pt x="227242" y="363867"/>
                  <a:pt x="227776" y="363305"/>
                  <a:pt x="227776" y="362605"/>
                </a:cubicBezTo>
                <a:close/>
                <a:moveTo>
                  <a:pt x="134051" y="357312"/>
                </a:moveTo>
                <a:cubicBezTo>
                  <a:pt x="135910" y="354476"/>
                  <a:pt x="135892" y="354329"/>
                  <a:pt x="133636" y="354329"/>
                </a:cubicBezTo>
                <a:cubicBezTo>
                  <a:pt x="131611" y="354329"/>
                  <a:pt x="128794" y="357413"/>
                  <a:pt x="128794" y="359623"/>
                </a:cubicBezTo>
                <a:cubicBezTo>
                  <a:pt x="128794" y="361482"/>
                  <a:pt x="132338" y="359926"/>
                  <a:pt x="134051" y="357312"/>
                </a:cubicBezTo>
                <a:close/>
                <a:moveTo>
                  <a:pt x="330615" y="357348"/>
                </a:moveTo>
                <a:cubicBezTo>
                  <a:pt x="330928" y="355728"/>
                  <a:pt x="330726" y="354688"/>
                  <a:pt x="330164" y="355038"/>
                </a:cubicBezTo>
                <a:cubicBezTo>
                  <a:pt x="329170" y="355645"/>
                  <a:pt x="328673" y="360295"/>
                  <a:pt x="329603" y="360295"/>
                </a:cubicBezTo>
                <a:cubicBezTo>
                  <a:pt x="329851" y="360295"/>
                  <a:pt x="330312" y="358969"/>
                  <a:pt x="330615" y="357348"/>
                </a:cubicBezTo>
                <a:close/>
                <a:moveTo>
                  <a:pt x="89076" y="352184"/>
                </a:moveTo>
                <a:cubicBezTo>
                  <a:pt x="85715" y="348676"/>
                  <a:pt x="84804" y="344781"/>
                  <a:pt x="87354" y="344800"/>
                </a:cubicBezTo>
                <a:cubicBezTo>
                  <a:pt x="88173" y="344800"/>
                  <a:pt x="90401" y="345619"/>
                  <a:pt x="92298" y="346604"/>
                </a:cubicBezTo>
                <a:cubicBezTo>
                  <a:pt x="97104" y="349108"/>
                  <a:pt x="97546" y="347930"/>
                  <a:pt x="93311" y="343953"/>
                </a:cubicBezTo>
                <a:cubicBezTo>
                  <a:pt x="89122" y="340040"/>
                  <a:pt x="86645" y="335685"/>
                  <a:pt x="87667" y="334037"/>
                </a:cubicBezTo>
                <a:cubicBezTo>
                  <a:pt x="88901" y="332030"/>
                  <a:pt x="90742" y="332730"/>
                  <a:pt x="94333" y="336569"/>
                </a:cubicBezTo>
                <a:cubicBezTo>
                  <a:pt x="96367" y="338751"/>
                  <a:pt x="97785" y="339580"/>
                  <a:pt x="97785" y="338585"/>
                </a:cubicBezTo>
                <a:cubicBezTo>
                  <a:pt x="97785" y="337655"/>
                  <a:pt x="98954" y="335648"/>
                  <a:pt x="100372" y="334120"/>
                </a:cubicBezTo>
                <a:cubicBezTo>
                  <a:pt x="102692" y="331625"/>
                  <a:pt x="103088" y="331542"/>
                  <a:pt x="104359" y="333282"/>
                </a:cubicBezTo>
                <a:cubicBezTo>
                  <a:pt x="105611" y="334985"/>
                  <a:pt x="105933" y="334857"/>
                  <a:pt x="107195" y="332095"/>
                </a:cubicBezTo>
                <a:cubicBezTo>
                  <a:pt x="108916" y="328301"/>
                  <a:pt x="108014" y="327095"/>
                  <a:pt x="104902" y="329038"/>
                </a:cubicBezTo>
                <a:cubicBezTo>
                  <a:pt x="102481" y="330548"/>
                  <a:pt x="93366" y="330999"/>
                  <a:pt x="90134" y="329756"/>
                </a:cubicBezTo>
                <a:cubicBezTo>
                  <a:pt x="89094" y="329360"/>
                  <a:pt x="88247" y="328274"/>
                  <a:pt x="88247" y="327344"/>
                </a:cubicBezTo>
                <a:cubicBezTo>
                  <a:pt x="88247" y="324462"/>
                  <a:pt x="94287" y="323063"/>
                  <a:pt x="103751" y="323753"/>
                </a:cubicBezTo>
                <a:cubicBezTo>
                  <a:pt x="112350" y="324379"/>
                  <a:pt x="112488" y="324352"/>
                  <a:pt x="107333" y="322971"/>
                </a:cubicBezTo>
                <a:cubicBezTo>
                  <a:pt x="100547" y="321157"/>
                  <a:pt x="100308" y="318515"/>
                  <a:pt x="106734" y="316397"/>
                </a:cubicBezTo>
                <a:cubicBezTo>
                  <a:pt x="111052" y="314970"/>
                  <a:pt x="114449" y="314942"/>
                  <a:pt x="119108" y="316287"/>
                </a:cubicBezTo>
                <a:cubicBezTo>
                  <a:pt x="120010" y="316554"/>
                  <a:pt x="120968" y="316167"/>
                  <a:pt x="121244" y="315430"/>
                </a:cubicBezTo>
                <a:cubicBezTo>
                  <a:pt x="121861" y="313746"/>
                  <a:pt x="117828" y="312632"/>
                  <a:pt x="111043" y="312613"/>
                </a:cubicBezTo>
                <a:cubicBezTo>
                  <a:pt x="107029" y="312595"/>
                  <a:pt x="105187" y="313267"/>
                  <a:pt x="103134" y="315486"/>
                </a:cubicBezTo>
                <a:cubicBezTo>
                  <a:pt x="98347" y="320641"/>
                  <a:pt x="85227" y="322814"/>
                  <a:pt x="87916" y="317999"/>
                </a:cubicBezTo>
                <a:cubicBezTo>
                  <a:pt x="88468" y="317014"/>
                  <a:pt x="90742" y="314869"/>
                  <a:pt x="92988" y="313212"/>
                </a:cubicBezTo>
                <a:lnTo>
                  <a:pt x="97058" y="310210"/>
                </a:lnTo>
                <a:lnTo>
                  <a:pt x="93486" y="310210"/>
                </a:lnTo>
                <a:cubicBezTo>
                  <a:pt x="91525" y="310210"/>
                  <a:pt x="89407" y="310717"/>
                  <a:pt x="88781" y="311343"/>
                </a:cubicBezTo>
                <a:cubicBezTo>
                  <a:pt x="88164" y="311959"/>
                  <a:pt x="85384" y="312834"/>
                  <a:pt x="82603" y="313276"/>
                </a:cubicBezTo>
                <a:cubicBezTo>
                  <a:pt x="78451" y="313939"/>
                  <a:pt x="77411" y="313718"/>
                  <a:pt x="76766" y="312024"/>
                </a:cubicBezTo>
                <a:cubicBezTo>
                  <a:pt x="75799" y="309501"/>
                  <a:pt x="77816" y="308065"/>
                  <a:pt x="83754" y="307080"/>
                </a:cubicBezTo>
                <a:lnTo>
                  <a:pt x="88210" y="306334"/>
                </a:lnTo>
                <a:lnTo>
                  <a:pt x="85246" y="302808"/>
                </a:lnTo>
                <a:cubicBezTo>
                  <a:pt x="82170" y="299153"/>
                  <a:pt x="81287" y="294706"/>
                  <a:pt x="83634" y="294706"/>
                </a:cubicBezTo>
                <a:cubicBezTo>
                  <a:pt x="84380" y="294706"/>
                  <a:pt x="86930" y="295903"/>
                  <a:pt x="89297" y="297367"/>
                </a:cubicBezTo>
                <a:cubicBezTo>
                  <a:pt x="91672" y="298840"/>
                  <a:pt x="95272" y="300046"/>
                  <a:pt x="97288" y="300055"/>
                </a:cubicBezTo>
                <a:lnTo>
                  <a:pt x="100971" y="300074"/>
                </a:lnTo>
                <a:lnTo>
                  <a:pt x="98789" y="296492"/>
                </a:lnTo>
                <a:cubicBezTo>
                  <a:pt x="94646" y="289698"/>
                  <a:pt x="97030" y="284487"/>
                  <a:pt x="101845" y="289808"/>
                </a:cubicBezTo>
                <a:cubicBezTo>
                  <a:pt x="103042" y="291125"/>
                  <a:pt x="104828" y="291815"/>
                  <a:pt x="106163" y="291465"/>
                </a:cubicBezTo>
                <a:cubicBezTo>
                  <a:pt x="107425" y="291134"/>
                  <a:pt x="110076" y="291438"/>
                  <a:pt x="112065" y="292128"/>
                </a:cubicBezTo>
                <a:cubicBezTo>
                  <a:pt x="117276" y="293942"/>
                  <a:pt x="116760" y="292174"/>
                  <a:pt x="109100" y="282010"/>
                </a:cubicBezTo>
                <a:cubicBezTo>
                  <a:pt x="104552" y="275961"/>
                  <a:pt x="101532" y="273061"/>
                  <a:pt x="99267" y="272582"/>
                </a:cubicBezTo>
                <a:cubicBezTo>
                  <a:pt x="97472" y="272196"/>
                  <a:pt x="94830" y="271413"/>
                  <a:pt x="93403" y="270842"/>
                </a:cubicBezTo>
                <a:cubicBezTo>
                  <a:pt x="90549" y="269692"/>
                  <a:pt x="86976" y="272315"/>
                  <a:pt x="89379" y="273798"/>
                </a:cubicBezTo>
                <a:cubicBezTo>
                  <a:pt x="92390" y="275658"/>
                  <a:pt x="89877" y="288740"/>
                  <a:pt x="86516" y="288740"/>
                </a:cubicBezTo>
                <a:cubicBezTo>
                  <a:pt x="84794" y="288740"/>
                  <a:pt x="84049" y="286917"/>
                  <a:pt x="83128" y="280390"/>
                </a:cubicBezTo>
                <a:cubicBezTo>
                  <a:pt x="82677" y="277177"/>
                  <a:pt x="81857" y="278401"/>
                  <a:pt x="80596" y="284174"/>
                </a:cubicBezTo>
                <a:cubicBezTo>
                  <a:pt x="79197" y="290591"/>
                  <a:pt x="70358" y="298057"/>
                  <a:pt x="70358" y="292828"/>
                </a:cubicBezTo>
                <a:cubicBezTo>
                  <a:pt x="70358" y="291585"/>
                  <a:pt x="69272" y="292230"/>
                  <a:pt x="67182" y="294715"/>
                </a:cubicBezTo>
                <a:cubicBezTo>
                  <a:pt x="65442" y="296787"/>
                  <a:pt x="62753" y="298969"/>
                  <a:pt x="61225" y="299549"/>
                </a:cubicBezTo>
                <a:cubicBezTo>
                  <a:pt x="57257" y="301059"/>
                  <a:pt x="57358" y="307586"/>
                  <a:pt x="61400" y="311389"/>
                </a:cubicBezTo>
                <a:cubicBezTo>
                  <a:pt x="66519" y="316195"/>
                  <a:pt x="75763" y="330548"/>
                  <a:pt x="82824" y="344643"/>
                </a:cubicBezTo>
                <a:cubicBezTo>
                  <a:pt x="87842" y="354669"/>
                  <a:pt x="89959" y="357864"/>
                  <a:pt x="90954" y="356879"/>
                </a:cubicBezTo>
                <a:cubicBezTo>
                  <a:pt x="91939" y="355885"/>
                  <a:pt x="91451" y="354660"/>
                  <a:pt x="89076" y="352184"/>
                </a:cubicBezTo>
                <a:close/>
                <a:moveTo>
                  <a:pt x="122340" y="350305"/>
                </a:moveTo>
                <a:cubicBezTo>
                  <a:pt x="115867" y="346374"/>
                  <a:pt x="115637" y="343594"/>
                  <a:pt x="121787" y="343594"/>
                </a:cubicBezTo>
                <a:cubicBezTo>
                  <a:pt x="123758" y="343594"/>
                  <a:pt x="126381" y="344137"/>
                  <a:pt x="127606" y="344791"/>
                </a:cubicBezTo>
                <a:cubicBezTo>
                  <a:pt x="129097" y="345592"/>
                  <a:pt x="130092" y="345592"/>
                  <a:pt x="130580" y="344791"/>
                </a:cubicBezTo>
                <a:cubicBezTo>
                  <a:pt x="130985" y="344137"/>
                  <a:pt x="132421" y="343594"/>
                  <a:pt x="133774" y="343594"/>
                </a:cubicBezTo>
                <a:cubicBezTo>
                  <a:pt x="135929" y="343594"/>
                  <a:pt x="135689" y="343004"/>
                  <a:pt x="131804" y="338705"/>
                </a:cubicBezTo>
                <a:cubicBezTo>
                  <a:pt x="128563" y="335124"/>
                  <a:pt x="127735" y="333448"/>
                  <a:pt x="128702" y="332481"/>
                </a:cubicBezTo>
                <a:cubicBezTo>
                  <a:pt x="129641" y="331542"/>
                  <a:pt x="130976" y="331524"/>
                  <a:pt x="133305" y="332408"/>
                </a:cubicBezTo>
                <a:cubicBezTo>
                  <a:pt x="135395" y="333190"/>
                  <a:pt x="137789" y="333245"/>
                  <a:pt x="139869" y="332555"/>
                </a:cubicBezTo>
                <a:lnTo>
                  <a:pt x="143138" y="331459"/>
                </a:lnTo>
                <a:lnTo>
                  <a:pt x="139243" y="326663"/>
                </a:lnTo>
                <a:cubicBezTo>
                  <a:pt x="137107" y="324029"/>
                  <a:pt x="134548" y="320890"/>
                  <a:pt x="133563" y="319684"/>
                </a:cubicBezTo>
                <a:cubicBezTo>
                  <a:pt x="132578" y="318487"/>
                  <a:pt x="130331" y="317152"/>
                  <a:pt x="128573" y="316729"/>
                </a:cubicBezTo>
                <a:lnTo>
                  <a:pt x="125369" y="315946"/>
                </a:lnTo>
                <a:lnTo>
                  <a:pt x="126050" y="322575"/>
                </a:lnTo>
                <a:cubicBezTo>
                  <a:pt x="126787" y="329692"/>
                  <a:pt x="124899" y="336440"/>
                  <a:pt x="122174" y="336440"/>
                </a:cubicBezTo>
                <a:cubicBezTo>
                  <a:pt x="120406" y="336440"/>
                  <a:pt x="119440" y="334000"/>
                  <a:pt x="119044" y="328522"/>
                </a:cubicBezTo>
                <a:cubicBezTo>
                  <a:pt x="118685" y="323698"/>
                  <a:pt x="115803" y="324536"/>
                  <a:pt x="115941" y="329415"/>
                </a:cubicBezTo>
                <a:cubicBezTo>
                  <a:pt x="116070" y="333908"/>
                  <a:pt x="109828" y="341844"/>
                  <a:pt x="106274" y="341716"/>
                </a:cubicBezTo>
                <a:cubicBezTo>
                  <a:pt x="103272" y="341605"/>
                  <a:pt x="103328" y="341320"/>
                  <a:pt x="105537" y="345545"/>
                </a:cubicBezTo>
                <a:cubicBezTo>
                  <a:pt x="106513" y="347424"/>
                  <a:pt x="107314" y="348363"/>
                  <a:pt x="107323" y="347635"/>
                </a:cubicBezTo>
                <a:cubicBezTo>
                  <a:pt x="107333" y="346024"/>
                  <a:pt x="113179" y="340021"/>
                  <a:pt x="114744" y="340021"/>
                </a:cubicBezTo>
                <a:cubicBezTo>
                  <a:pt x="115361" y="340021"/>
                  <a:pt x="115711" y="341762"/>
                  <a:pt x="115527" y="343897"/>
                </a:cubicBezTo>
                <a:cubicBezTo>
                  <a:pt x="115343" y="346024"/>
                  <a:pt x="115849" y="350020"/>
                  <a:pt x="116659" y="352764"/>
                </a:cubicBezTo>
                <a:lnTo>
                  <a:pt x="118114" y="357763"/>
                </a:lnTo>
                <a:lnTo>
                  <a:pt x="122063" y="355157"/>
                </a:lnTo>
                <a:lnTo>
                  <a:pt x="126013" y="352543"/>
                </a:lnTo>
                <a:lnTo>
                  <a:pt x="122340" y="350305"/>
                </a:lnTo>
                <a:close/>
                <a:moveTo>
                  <a:pt x="325561" y="356050"/>
                </a:moveTo>
                <a:cubicBezTo>
                  <a:pt x="325561" y="355028"/>
                  <a:pt x="325018" y="354531"/>
                  <a:pt x="324355" y="354936"/>
                </a:cubicBezTo>
                <a:cubicBezTo>
                  <a:pt x="323683" y="355351"/>
                  <a:pt x="323453" y="356188"/>
                  <a:pt x="323830" y="356796"/>
                </a:cubicBezTo>
                <a:cubicBezTo>
                  <a:pt x="324852" y="358453"/>
                  <a:pt x="325561" y="358140"/>
                  <a:pt x="325561" y="356050"/>
                </a:cubicBezTo>
                <a:close/>
                <a:moveTo>
                  <a:pt x="385193" y="353730"/>
                </a:moveTo>
                <a:cubicBezTo>
                  <a:pt x="386013" y="352754"/>
                  <a:pt x="386408" y="351944"/>
                  <a:pt x="386077" y="351944"/>
                </a:cubicBezTo>
                <a:cubicBezTo>
                  <a:pt x="385755" y="351944"/>
                  <a:pt x="384816" y="352754"/>
                  <a:pt x="383996" y="353730"/>
                </a:cubicBezTo>
                <a:cubicBezTo>
                  <a:pt x="383186" y="354715"/>
                  <a:pt x="382781" y="355526"/>
                  <a:pt x="383112" y="355526"/>
                </a:cubicBezTo>
                <a:cubicBezTo>
                  <a:pt x="383435" y="355526"/>
                  <a:pt x="384374" y="354715"/>
                  <a:pt x="385193" y="353730"/>
                </a:cubicBezTo>
                <a:close/>
                <a:moveTo>
                  <a:pt x="281138" y="343437"/>
                </a:moveTo>
                <a:cubicBezTo>
                  <a:pt x="285557" y="336689"/>
                  <a:pt x="287399" y="332693"/>
                  <a:pt x="287399" y="329867"/>
                </a:cubicBezTo>
                <a:cubicBezTo>
                  <a:pt x="287399" y="324306"/>
                  <a:pt x="285613" y="323735"/>
                  <a:pt x="281378" y="327970"/>
                </a:cubicBezTo>
                <a:cubicBezTo>
                  <a:pt x="277612" y="331735"/>
                  <a:pt x="270182" y="334010"/>
                  <a:pt x="268175" y="332002"/>
                </a:cubicBezTo>
                <a:cubicBezTo>
                  <a:pt x="267411" y="331238"/>
                  <a:pt x="268534" y="329498"/>
                  <a:pt x="271370" y="327003"/>
                </a:cubicBezTo>
                <a:cubicBezTo>
                  <a:pt x="276111" y="322842"/>
                  <a:pt x="276065" y="320770"/>
                  <a:pt x="271287" y="323330"/>
                </a:cubicBezTo>
                <a:cubicBezTo>
                  <a:pt x="269528" y="324278"/>
                  <a:pt x="267752" y="326727"/>
                  <a:pt x="266997" y="329268"/>
                </a:cubicBezTo>
                <a:cubicBezTo>
                  <a:pt x="265883" y="332997"/>
                  <a:pt x="266048" y="334184"/>
                  <a:pt x="268193" y="337711"/>
                </a:cubicBezTo>
                <a:cubicBezTo>
                  <a:pt x="269574" y="339966"/>
                  <a:pt x="270698" y="343014"/>
                  <a:pt x="270707" y="344496"/>
                </a:cubicBezTo>
                <a:cubicBezTo>
                  <a:pt x="270707" y="345969"/>
                  <a:pt x="271305" y="347175"/>
                  <a:pt x="272033" y="347175"/>
                </a:cubicBezTo>
                <a:cubicBezTo>
                  <a:pt x="272824" y="347175"/>
                  <a:pt x="273156" y="348584"/>
                  <a:pt x="272852" y="350628"/>
                </a:cubicBezTo>
                <a:cubicBezTo>
                  <a:pt x="272088" y="355894"/>
                  <a:pt x="274178" y="354071"/>
                  <a:pt x="281138" y="343437"/>
                </a:cubicBezTo>
                <a:close/>
                <a:moveTo>
                  <a:pt x="136177" y="349937"/>
                </a:moveTo>
                <a:cubicBezTo>
                  <a:pt x="135312" y="349596"/>
                  <a:pt x="134281" y="349633"/>
                  <a:pt x="133885" y="350029"/>
                </a:cubicBezTo>
                <a:cubicBezTo>
                  <a:pt x="133489" y="350425"/>
                  <a:pt x="134198" y="350710"/>
                  <a:pt x="135450" y="350655"/>
                </a:cubicBezTo>
                <a:cubicBezTo>
                  <a:pt x="136840" y="350600"/>
                  <a:pt x="137126" y="350324"/>
                  <a:pt x="136177" y="349937"/>
                </a:cubicBezTo>
                <a:close/>
                <a:moveTo>
                  <a:pt x="305886" y="348372"/>
                </a:moveTo>
                <a:cubicBezTo>
                  <a:pt x="306825" y="346853"/>
                  <a:pt x="304063" y="346853"/>
                  <a:pt x="301715" y="348372"/>
                </a:cubicBezTo>
                <a:cubicBezTo>
                  <a:pt x="300261" y="349311"/>
                  <a:pt x="300417" y="349532"/>
                  <a:pt x="302535" y="349541"/>
                </a:cubicBezTo>
                <a:cubicBezTo>
                  <a:pt x="303971" y="349550"/>
                  <a:pt x="305481" y="349026"/>
                  <a:pt x="305886" y="348372"/>
                </a:cubicBezTo>
                <a:close/>
                <a:moveTo>
                  <a:pt x="324907" y="347019"/>
                </a:moveTo>
                <a:cubicBezTo>
                  <a:pt x="325570" y="346411"/>
                  <a:pt x="324419" y="345987"/>
                  <a:pt x="322145" y="345987"/>
                </a:cubicBezTo>
                <a:cubicBezTo>
                  <a:pt x="320009" y="345987"/>
                  <a:pt x="317321" y="345481"/>
                  <a:pt x="316179" y="344873"/>
                </a:cubicBezTo>
                <a:cubicBezTo>
                  <a:pt x="314918" y="344201"/>
                  <a:pt x="313426" y="344192"/>
                  <a:pt x="312386" y="344855"/>
                </a:cubicBezTo>
                <a:cubicBezTo>
                  <a:pt x="311042" y="345702"/>
                  <a:pt x="311254" y="345951"/>
                  <a:pt x="313343" y="345969"/>
                </a:cubicBezTo>
                <a:cubicBezTo>
                  <a:pt x="314899" y="345978"/>
                  <a:pt x="316023" y="346715"/>
                  <a:pt x="316023" y="347746"/>
                </a:cubicBezTo>
                <a:cubicBezTo>
                  <a:pt x="316023" y="349081"/>
                  <a:pt x="316953" y="349329"/>
                  <a:pt x="319899" y="348777"/>
                </a:cubicBezTo>
                <a:cubicBezTo>
                  <a:pt x="322035" y="348381"/>
                  <a:pt x="324281" y="347589"/>
                  <a:pt x="324907" y="347019"/>
                </a:cubicBezTo>
                <a:close/>
                <a:moveTo>
                  <a:pt x="341553" y="341577"/>
                </a:moveTo>
                <a:cubicBezTo>
                  <a:pt x="337953" y="338954"/>
                  <a:pt x="337474" y="339828"/>
                  <a:pt x="340227" y="344017"/>
                </a:cubicBezTo>
                <a:cubicBezTo>
                  <a:pt x="342538" y="347534"/>
                  <a:pt x="342906" y="347718"/>
                  <a:pt x="343266" y="345573"/>
                </a:cubicBezTo>
                <a:cubicBezTo>
                  <a:pt x="343496" y="344220"/>
                  <a:pt x="342732" y="342443"/>
                  <a:pt x="341553" y="341577"/>
                </a:cubicBezTo>
                <a:close/>
                <a:moveTo>
                  <a:pt x="154471" y="344367"/>
                </a:moveTo>
                <a:cubicBezTo>
                  <a:pt x="153256" y="343474"/>
                  <a:pt x="152547" y="342001"/>
                  <a:pt x="152897" y="341089"/>
                </a:cubicBezTo>
                <a:cubicBezTo>
                  <a:pt x="153385" y="339810"/>
                  <a:pt x="152041" y="339359"/>
                  <a:pt x="147124" y="339138"/>
                </a:cubicBezTo>
                <a:cubicBezTo>
                  <a:pt x="143515" y="338981"/>
                  <a:pt x="140716" y="339368"/>
                  <a:pt x="140716" y="340031"/>
                </a:cubicBezTo>
                <a:cubicBezTo>
                  <a:pt x="140716" y="340684"/>
                  <a:pt x="141932" y="341218"/>
                  <a:pt x="143405" y="341218"/>
                </a:cubicBezTo>
                <a:cubicBezTo>
                  <a:pt x="144878" y="341228"/>
                  <a:pt x="147695" y="342259"/>
                  <a:pt x="149665" y="343520"/>
                </a:cubicBezTo>
                <a:cubicBezTo>
                  <a:pt x="153854" y="346199"/>
                  <a:pt x="157979" y="346936"/>
                  <a:pt x="154471" y="344367"/>
                </a:cubicBezTo>
                <a:close/>
                <a:moveTo>
                  <a:pt x="334224" y="342894"/>
                </a:moveTo>
                <a:cubicBezTo>
                  <a:pt x="334749" y="340141"/>
                  <a:pt x="334620" y="339994"/>
                  <a:pt x="333028" y="341587"/>
                </a:cubicBezTo>
                <a:cubicBezTo>
                  <a:pt x="332052" y="342563"/>
                  <a:pt x="331610" y="343962"/>
                  <a:pt x="332052" y="344680"/>
                </a:cubicBezTo>
                <a:cubicBezTo>
                  <a:pt x="333239" y="346595"/>
                  <a:pt x="333571" y="346319"/>
                  <a:pt x="334224" y="342894"/>
                </a:cubicBezTo>
                <a:close/>
                <a:moveTo>
                  <a:pt x="314319" y="339313"/>
                </a:moveTo>
                <a:cubicBezTo>
                  <a:pt x="317754" y="337306"/>
                  <a:pt x="319604" y="335391"/>
                  <a:pt x="319604" y="333853"/>
                </a:cubicBezTo>
                <a:cubicBezTo>
                  <a:pt x="319604" y="331781"/>
                  <a:pt x="319153" y="331938"/>
                  <a:pt x="315931" y="335160"/>
                </a:cubicBezTo>
                <a:cubicBezTo>
                  <a:pt x="313914" y="337177"/>
                  <a:pt x="310959" y="339156"/>
                  <a:pt x="309375" y="339552"/>
                </a:cubicBezTo>
                <a:cubicBezTo>
                  <a:pt x="307783" y="339957"/>
                  <a:pt x="306484" y="340758"/>
                  <a:pt x="306484" y="341338"/>
                </a:cubicBezTo>
                <a:cubicBezTo>
                  <a:pt x="306484" y="343143"/>
                  <a:pt x="308814" y="342535"/>
                  <a:pt x="314319" y="339313"/>
                </a:cubicBezTo>
                <a:close/>
                <a:moveTo>
                  <a:pt x="245664" y="335611"/>
                </a:moveTo>
                <a:cubicBezTo>
                  <a:pt x="245664" y="332509"/>
                  <a:pt x="245287" y="331570"/>
                  <a:pt x="244403" y="332454"/>
                </a:cubicBezTo>
                <a:cubicBezTo>
                  <a:pt x="243298" y="333558"/>
                  <a:pt x="243970" y="340021"/>
                  <a:pt x="245195" y="340021"/>
                </a:cubicBezTo>
                <a:cubicBezTo>
                  <a:pt x="245453" y="340021"/>
                  <a:pt x="245664" y="338033"/>
                  <a:pt x="245664" y="335611"/>
                </a:cubicBezTo>
                <a:close/>
                <a:moveTo>
                  <a:pt x="219978" y="324223"/>
                </a:moveTo>
                <a:cubicBezTo>
                  <a:pt x="223467" y="316839"/>
                  <a:pt x="227288" y="308074"/>
                  <a:pt x="228457" y="304732"/>
                </a:cubicBezTo>
                <a:cubicBezTo>
                  <a:pt x="230575" y="298683"/>
                  <a:pt x="230575" y="298637"/>
                  <a:pt x="227868" y="294835"/>
                </a:cubicBezTo>
                <a:cubicBezTo>
                  <a:pt x="224655" y="290324"/>
                  <a:pt x="222868" y="290526"/>
                  <a:pt x="221570" y="295562"/>
                </a:cubicBezTo>
                <a:cubicBezTo>
                  <a:pt x="220539" y="299521"/>
                  <a:pt x="212842" y="307126"/>
                  <a:pt x="211010" y="305994"/>
                </a:cubicBezTo>
                <a:cubicBezTo>
                  <a:pt x="209371" y="304981"/>
                  <a:pt x="209638" y="302228"/>
                  <a:pt x="211765" y="298113"/>
                </a:cubicBezTo>
                <a:cubicBezTo>
                  <a:pt x="214242" y="293316"/>
                  <a:pt x="213017" y="292358"/>
                  <a:pt x="209399" y="296262"/>
                </a:cubicBezTo>
                <a:cubicBezTo>
                  <a:pt x="207797" y="297993"/>
                  <a:pt x="204059" y="300009"/>
                  <a:pt x="201039" y="300764"/>
                </a:cubicBezTo>
                <a:cubicBezTo>
                  <a:pt x="198038" y="301528"/>
                  <a:pt x="195580" y="302265"/>
                  <a:pt x="195580" y="302421"/>
                </a:cubicBezTo>
                <a:cubicBezTo>
                  <a:pt x="195580" y="302569"/>
                  <a:pt x="196068" y="304253"/>
                  <a:pt x="196675" y="306150"/>
                </a:cubicBezTo>
                <a:cubicBezTo>
                  <a:pt x="197274" y="308056"/>
                  <a:pt x="198084" y="311085"/>
                  <a:pt x="198480" y="312889"/>
                </a:cubicBezTo>
                <a:cubicBezTo>
                  <a:pt x="199115" y="315762"/>
                  <a:pt x="199759" y="316167"/>
                  <a:pt x="203718" y="316167"/>
                </a:cubicBezTo>
                <a:cubicBezTo>
                  <a:pt x="209206" y="316167"/>
                  <a:pt x="213570" y="318883"/>
                  <a:pt x="211480" y="320991"/>
                </a:cubicBezTo>
                <a:cubicBezTo>
                  <a:pt x="209445" y="323063"/>
                  <a:pt x="199520" y="323919"/>
                  <a:pt x="197458" y="322207"/>
                </a:cubicBezTo>
                <a:cubicBezTo>
                  <a:pt x="196086" y="321065"/>
                  <a:pt x="195488" y="321258"/>
                  <a:pt x="194466" y="323173"/>
                </a:cubicBezTo>
                <a:cubicBezTo>
                  <a:pt x="193766" y="324481"/>
                  <a:pt x="193195" y="325723"/>
                  <a:pt x="193195" y="325926"/>
                </a:cubicBezTo>
                <a:cubicBezTo>
                  <a:pt x="193186" y="326138"/>
                  <a:pt x="196141" y="326119"/>
                  <a:pt x="199750" y="325898"/>
                </a:cubicBezTo>
                <a:cubicBezTo>
                  <a:pt x="205081" y="325567"/>
                  <a:pt x="206315" y="325843"/>
                  <a:pt x="206315" y="327362"/>
                </a:cubicBezTo>
                <a:cubicBezTo>
                  <a:pt x="206315" y="330060"/>
                  <a:pt x="199658" y="333089"/>
                  <a:pt x="194677" y="332665"/>
                </a:cubicBezTo>
                <a:cubicBezTo>
                  <a:pt x="189126" y="332187"/>
                  <a:pt x="188030" y="334884"/>
                  <a:pt x="193416" y="335759"/>
                </a:cubicBezTo>
                <a:cubicBezTo>
                  <a:pt x="201941" y="337140"/>
                  <a:pt x="203507" y="337315"/>
                  <a:pt x="208478" y="337471"/>
                </a:cubicBezTo>
                <a:lnTo>
                  <a:pt x="213634" y="337637"/>
                </a:lnTo>
                <a:lnTo>
                  <a:pt x="219978" y="324223"/>
                </a:lnTo>
                <a:close/>
                <a:moveTo>
                  <a:pt x="239229" y="335750"/>
                </a:moveTo>
                <a:cubicBezTo>
                  <a:pt x="238833" y="334709"/>
                  <a:pt x="238492" y="333236"/>
                  <a:pt x="238474" y="332472"/>
                </a:cubicBezTo>
                <a:cubicBezTo>
                  <a:pt x="238456" y="331708"/>
                  <a:pt x="237885" y="332021"/>
                  <a:pt x="237213" y="333172"/>
                </a:cubicBezTo>
                <a:cubicBezTo>
                  <a:pt x="235914" y="335409"/>
                  <a:pt x="236651" y="337637"/>
                  <a:pt x="238704" y="337637"/>
                </a:cubicBezTo>
                <a:cubicBezTo>
                  <a:pt x="239395" y="337637"/>
                  <a:pt x="239634" y="336790"/>
                  <a:pt x="239229" y="335750"/>
                </a:cubicBezTo>
                <a:close/>
                <a:moveTo>
                  <a:pt x="260193" y="327344"/>
                </a:moveTo>
                <a:cubicBezTo>
                  <a:pt x="262485" y="324821"/>
                  <a:pt x="262485" y="324812"/>
                  <a:pt x="259447" y="324048"/>
                </a:cubicBezTo>
                <a:cubicBezTo>
                  <a:pt x="257771" y="323624"/>
                  <a:pt x="256400" y="322538"/>
                  <a:pt x="256400" y="321627"/>
                </a:cubicBezTo>
                <a:cubicBezTo>
                  <a:pt x="256400" y="319767"/>
                  <a:pt x="262356" y="317364"/>
                  <a:pt x="266978" y="317364"/>
                </a:cubicBezTo>
                <a:lnTo>
                  <a:pt x="270044" y="317364"/>
                </a:lnTo>
                <a:lnTo>
                  <a:pt x="266371" y="314003"/>
                </a:lnTo>
                <a:cubicBezTo>
                  <a:pt x="261730" y="309768"/>
                  <a:pt x="259097" y="302569"/>
                  <a:pt x="261242" y="299982"/>
                </a:cubicBezTo>
                <a:cubicBezTo>
                  <a:pt x="262531" y="298426"/>
                  <a:pt x="263093" y="298545"/>
                  <a:pt x="265671" y="300930"/>
                </a:cubicBezTo>
                <a:cubicBezTo>
                  <a:pt x="267300" y="302421"/>
                  <a:pt x="269344" y="305257"/>
                  <a:pt x="270219" y="307227"/>
                </a:cubicBezTo>
                <a:cubicBezTo>
                  <a:pt x="271204" y="309446"/>
                  <a:pt x="271821" y="310008"/>
                  <a:pt x="271858" y="308719"/>
                </a:cubicBezTo>
                <a:cubicBezTo>
                  <a:pt x="271931" y="305386"/>
                  <a:pt x="276139" y="306251"/>
                  <a:pt x="279545" y="310302"/>
                </a:cubicBezTo>
                <a:cubicBezTo>
                  <a:pt x="282446" y="313736"/>
                  <a:pt x="283182" y="315882"/>
                  <a:pt x="282722" y="319454"/>
                </a:cubicBezTo>
                <a:cubicBezTo>
                  <a:pt x="282611" y="320273"/>
                  <a:pt x="283357" y="320936"/>
                  <a:pt x="284370" y="320936"/>
                </a:cubicBezTo>
                <a:cubicBezTo>
                  <a:pt x="286856" y="320936"/>
                  <a:pt x="286708" y="319748"/>
                  <a:pt x="283256" y="311941"/>
                </a:cubicBezTo>
                <a:cubicBezTo>
                  <a:pt x="281635" y="308268"/>
                  <a:pt x="279766" y="305598"/>
                  <a:pt x="279103" y="306003"/>
                </a:cubicBezTo>
                <a:cubicBezTo>
                  <a:pt x="278450" y="306408"/>
                  <a:pt x="276691" y="306132"/>
                  <a:pt x="275200" y="305386"/>
                </a:cubicBezTo>
                <a:cubicBezTo>
                  <a:pt x="271738" y="303655"/>
                  <a:pt x="261169" y="292257"/>
                  <a:pt x="261169" y="290259"/>
                </a:cubicBezTo>
                <a:cubicBezTo>
                  <a:pt x="261169" y="289385"/>
                  <a:pt x="259714" y="288740"/>
                  <a:pt x="257725" y="288740"/>
                </a:cubicBezTo>
                <a:cubicBezTo>
                  <a:pt x="254429" y="288740"/>
                  <a:pt x="254116" y="289228"/>
                  <a:pt x="250701" y="299770"/>
                </a:cubicBezTo>
                <a:cubicBezTo>
                  <a:pt x="247764" y="308848"/>
                  <a:pt x="247423" y="310974"/>
                  <a:pt x="248786" y="311757"/>
                </a:cubicBezTo>
                <a:cubicBezTo>
                  <a:pt x="250673" y="312853"/>
                  <a:pt x="250940" y="318607"/>
                  <a:pt x="249347" y="324140"/>
                </a:cubicBezTo>
                <a:cubicBezTo>
                  <a:pt x="248509" y="327077"/>
                  <a:pt x="248657" y="328071"/>
                  <a:pt x="250001" y="328587"/>
                </a:cubicBezTo>
                <a:cubicBezTo>
                  <a:pt x="250958" y="328955"/>
                  <a:pt x="252330" y="330953"/>
                  <a:pt x="253048" y="333015"/>
                </a:cubicBezTo>
                <a:lnTo>
                  <a:pt x="254365" y="336781"/>
                </a:lnTo>
                <a:lnTo>
                  <a:pt x="256123" y="333337"/>
                </a:lnTo>
                <a:cubicBezTo>
                  <a:pt x="257090" y="331441"/>
                  <a:pt x="258922" y="328743"/>
                  <a:pt x="260193" y="327344"/>
                </a:cubicBezTo>
                <a:close/>
                <a:moveTo>
                  <a:pt x="182460" y="330483"/>
                </a:moveTo>
                <a:cubicBezTo>
                  <a:pt x="182460" y="327721"/>
                  <a:pt x="180416" y="327464"/>
                  <a:pt x="177304" y="329820"/>
                </a:cubicBezTo>
                <a:cubicBezTo>
                  <a:pt x="175205" y="331413"/>
                  <a:pt x="175205" y="331487"/>
                  <a:pt x="177304" y="332030"/>
                </a:cubicBezTo>
                <a:cubicBezTo>
                  <a:pt x="181530" y="333116"/>
                  <a:pt x="182460" y="332840"/>
                  <a:pt x="182460" y="330483"/>
                </a:cubicBezTo>
                <a:close/>
                <a:moveTo>
                  <a:pt x="187321" y="326009"/>
                </a:moveTo>
                <a:cubicBezTo>
                  <a:pt x="186336" y="324306"/>
                  <a:pt x="186106" y="324692"/>
                  <a:pt x="186106" y="328099"/>
                </a:cubicBezTo>
                <a:cubicBezTo>
                  <a:pt x="186106" y="331496"/>
                  <a:pt x="186336" y="331883"/>
                  <a:pt x="187321" y="330180"/>
                </a:cubicBezTo>
                <a:cubicBezTo>
                  <a:pt x="188150" y="328762"/>
                  <a:pt x="188150" y="327427"/>
                  <a:pt x="187321" y="326009"/>
                </a:cubicBezTo>
                <a:close/>
                <a:moveTo>
                  <a:pt x="293346" y="323624"/>
                </a:moveTo>
                <a:cubicBezTo>
                  <a:pt x="293356" y="322805"/>
                  <a:pt x="292831" y="322133"/>
                  <a:pt x="292177" y="322133"/>
                </a:cubicBezTo>
                <a:cubicBezTo>
                  <a:pt x="291514" y="322133"/>
                  <a:pt x="290989" y="323606"/>
                  <a:pt x="290999" y="325410"/>
                </a:cubicBezTo>
                <a:cubicBezTo>
                  <a:pt x="291017" y="327970"/>
                  <a:pt x="291275" y="328292"/>
                  <a:pt x="292177" y="326902"/>
                </a:cubicBezTo>
                <a:cubicBezTo>
                  <a:pt x="292812" y="325917"/>
                  <a:pt x="293337" y="324444"/>
                  <a:pt x="293346" y="323624"/>
                </a:cubicBezTo>
                <a:close/>
                <a:moveTo>
                  <a:pt x="171725" y="323855"/>
                </a:moveTo>
                <a:cubicBezTo>
                  <a:pt x="171725" y="323560"/>
                  <a:pt x="170887" y="323330"/>
                  <a:pt x="169865" y="323330"/>
                </a:cubicBezTo>
                <a:cubicBezTo>
                  <a:pt x="168843" y="323330"/>
                  <a:pt x="168346" y="323873"/>
                  <a:pt x="168760" y="324536"/>
                </a:cubicBezTo>
                <a:cubicBezTo>
                  <a:pt x="169442" y="325641"/>
                  <a:pt x="171725" y="325107"/>
                  <a:pt x="171725" y="323855"/>
                </a:cubicBezTo>
                <a:close/>
                <a:moveTo>
                  <a:pt x="180692" y="317023"/>
                </a:moveTo>
                <a:cubicBezTo>
                  <a:pt x="179376" y="312475"/>
                  <a:pt x="178068" y="310275"/>
                  <a:pt x="176448" y="309851"/>
                </a:cubicBezTo>
                <a:cubicBezTo>
                  <a:pt x="174165" y="309253"/>
                  <a:pt x="174165" y="309326"/>
                  <a:pt x="176568" y="312687"/>
                </a:cubicBezTo>
                <a:cubicBezTo>
                  <a:pt x="177921" y="314593"/>
                  <a:pt x="179127" y="317622"/>
                  <a:pt x="179256" y="319435"/>
                </a:cubicBezTo>
                <a:cubicBezTo>
                  <a:pt x="179459" y="322400"/>
                  <a:pt x="181153" y="325024"/>
                  <a:pt x="182193" y="323983"/>
                </a:cubicBezTo>
                <a:cubicBezTo>
                  <a:pt x="182423" y="323762"/>
                  <a:pt x="181742" y="320632"/>
                  <a:pt x="180692" y="317023"/>
                </a:cubicBezTo>
                <a:close/>
                <a:moveTo>
                  <a:pt x="191400" y="313193"/>
                </a:moveTo>
                <a:cubicBezTo>
                  <a:pt x="191400" y="309584"/>
                  <a:pt x="191004" y="306638"/>
                  <a:pt x="190507" y="306629"/>
                </a:cubicBezTo>
                <a:cubicBezTo>
                  <a:pt x="190019" y="306629"/>
                  <a:pt x="189614" y="307310"/>
                  <a:pt x="189614" y="308139"/>
                </a:cubicBezTo>
                <a:cubicBezTo>
                  <a:pt x="189614" y="308967"/>
                  <a:pt x="188472" y="311775"/>
                  <a:pt x="187082" y="314372"/>
                </a:cubicBezTo>
                <a:cubicBezTo>
                  <a:pt x="184946" y="318358"/>
                  <a:pt x="184881" y="318818"/>
                  <a:pt x="186658" y="317336"/>
                </a:cubicBezTo>
                <a:cubicBezTo>
                  <a:pt x="188527" y="315789"/>
                  <a:pt x="188914" y="315826"/>
                  <a:pt x="190083" y="317668"/>
                </a:cubicBezTo>
                <a:cubicBezTo>
                  <a:pt x="190801" y="318809"/>
                  <a:pt x="191391" y="319748"/>
                  <a:pt x="191400" y="319748"/>
                </a:cubicBezTo>
                <a:cubicBezTo>
                  <a:pt x="191400" y="319748"/>
                  <a:pt x="191409" y="316802"/>
                  <a:pt x="191409" y="313193"/>
                </a:cubicBezTo>
                <a:close/>
                <a:moveTo>
                  <a:pt x="301237" y="314105"/>
                </a:moveTo>
                <a:cubicBezTo>
                  <a:pt x="300288" y="313147"/>
                  <a:pt x="299791" y="313801"/>
                  <a:pt x="298769" y="317364"/>
                </a:cubicBezTo>
                <a:lnTo>
                  <a:pt x="297913" y="320347"/>
                </a:lnTo>
                <a:lnTo>
                  <a:pt x="299938" y="317585"/>
                </a:lnTo>
                <a:cubicBezTo>
                  <a:pt x="301043" y="316066"/>
                  <a:pt x="301632" y="314501"/>
                  <a:pt x="301237" y="314105"/>
                </a:cubicBezTo>
                <a:close/>
                <a:moveTo>
                  <a:pt x="170859" y="313782"/>
                </a:moveTo>
                <a:cubicBezTo>
                  <a:pt x="170445" y="310717"/>
                  <a:pt x="170694" y="309013"/>
                  <a:pt x="171531" y="309013"/>
                </a:cubicBezTo>
                <a:cubicBezTo>
                  <a:pt x="172259" y="309013"/>
                  <a:pt x="171522" y="307062"/>
                  <a:pt x="169902" y="304677"/>
                </a:cubicBezTo>
                <a:cubicBezTo>
                  <a:pt x="166735" y="300009"/>
                  <a:pt x="166265" y="298278"/>
                  <a:pt x="168153" y="298278"/>
                </a:cubicBezTo>
                <a:cubicBezTo>
                  <a:pt x="170500" y="298278"/>
                  <a:pt x="169285" y="294964"/>
                  <a:pt x="166680" y="294283"/>
                </a:cubicBezTo>
                <a:cubicBezTo>
                  <a:pt x="163356" y="293417"/>
                  <a:pt x="163402" y="293362"/>
                  <a:pt x="158578" y="304557"/>
                </a:cubicBezTo>
                <a:cubicBezTo>
                  <a:pt x="154011" y="315145"/>
                  <a:pt x="154370" y="316314"/>
                  <a:pt x="162444" y="317060"/>
                </a:cubicBezTo>
                <a:lnTo>
                  <a:pt x="167536" y="317539"/>
                </a:lnTo>
                <a:lnTo>
                  <a:pt x="164728" y="314547"/>
                </a:lnTo>
                <a:cubicBezTo>
                  <a:pt x="161109" y="310698"/>
                  <a:pt x="159609" y="300663"/>
                  <a:pt x="162647" y="300663"/>
                </a:cubicBezTo>
                <a:cubicBezTo>
                  <a:pt x="165160" y="300663"/>
                  <a:pt x="169331" y="307476"/>
                  <a:pt x="169340" y="311600"/>
                </a:cubicBezTo>
                <a:cubicBezTo>
                  <a:pt x="169340" y="314602"/>
                  <a:pt x="170371" y="318551"/>
                  <a:pt x="171145" y="318551"/>
                </a:cubicBezTo>
                <a:cubicBezTo>
                  <a:pt x="171338" y="318551"/>
                  <a:pt x="171209" y="316406"/>
                  <a:pt x="170859" y="313782"/>
                </a:cubicBezTo>
                <a:close/>
                <a:moveTo>
                  <a:pt x="273091" y="313782"/>
                </a:moveTo>
                <a:cubicBezTo>
                  <a:pt x="272327" y="312365"/>
                  <a:pt x="271443" y="311453"/>
                  <a:pt x="271121" y="311775"/>
                </a:cubicBezTo>
                <a:cubicBezTo>
                  <a:pt x="270808" y="312098"/>
                  <a:pt x="271232" y="313460"/>
                  <a:pt x="272069" y="314804"/>
                </a:cubicBezTo>
                <a:cubicBezTo>
                  <a:pt x="274058" y="317990"/>
                  <a:pt x="274896" y="317152"/>
                  <a:pt x="273091" y="313782"/>
                </a:cubicBezTo>
                <a:close/>
                <a:moveTo>
                  <a:pt x="291597" y="310210"/>
                </a:moveTo>
                <a:cubicBezTo>
                  <a:pt x="292509" y="310210"/>
                  <a:pt x="293853" y="311149"/>
                  <a:pt x="294589" y="312291"/>
                </a:cubicBezTo>
                <a:cubicBezTo>
                  <a:pt x="295786" y="314151"/>
                  <a:pt x="295832" y="314123"/>
                  <a:pt x="295059" y="311996"/>
                </a:cubicBezTo>
                <a:cubicBezTo>
                  <a:pt x="294580" y="310680"/>
                  <a:pt x="293834" y="307200"/>
                  <a:pt x="293392" y="304244"/>
                </a:cubicBezTo>
                <a:cubicBezTo>
                  <a:pt x="292601" y="299006"/>
                  <a:pt x="291846" y="299319"/>
                  <a:pt x="290538" y="305441"/>
                </a:cubicBezTo>
                <a:cubicBezTo>
                  <a:pt x="289654" y="309584"/>
                  <a:pt x="288807" y="314832"/>
                  <a:pt x="289443" y="312291"/>
                </a:cubicBezTo>
                <a:cubicBezTo>
                  <a:pt x="289719" y="311149"/>
                  <a:pt x="290695" y="310210"/>
                  <a:pt x="291597" y="310210"/>
                </a:cubicBezTo>
                <a:close/>
                <a:moveTo>
                  <a:pt x="127008" y="310210"/>
                </a:moveTo>
                <a:cubicBezTo>
                  <a:pt x="126602" y="309547"/>
                  <a:pt x="125092" y="309069"/>
                  <a:pt x="123656" y="309133"/>
                </a:cubicBezTo>
                <a:cubicBezTo>
                  <a:pt x="121226" y="309244"/>
                  <a:pt x="121253" y="309317"/>
                  <a:pt x="124025" y="310210"/>
                </a:cubicBezTo>
                <a:cubicBezTo>
                  <a:pt x="125663" y="310735"/>
                  <a:pt x="127173" y="311214"/>
                  <a:pt x="127376" y="311278"/>
                </a:cubicBezTo>
                <a:cubicBezTo>
                  <a:pt x="127578" y="311343"/>
                  <a:pt x="127413" y="310864"/>
                  <a:pt x="127008" y="310210"/>
                </a:cubicBezTo>
                <a:close/>
                <a:moveTo>
                  <a:pt x="117764" y="307724"/>
                </a:moveTo>
                <a:cubicBezTo>
                  <a:pt x="114597" y="305883"/>
                  <a:pt x="115177" y="303057"/>
                  <a:pt x="118731" y="303057"/>
                </a:cubicBezTo>
                <a:cubicBezTo>
                  <a:pt x="120406" y="303057"/>
                  <a:pt x="121483" y="302569"/>
                  <a:pt x="121115" y="301970"/>
                </a:cubicBezTo>
                <a:cubicBezTo>
                  <a:pt x="120747" y="301381"/>
                  <a:pt x="119384" y="301169"/>
                  <a:pt x="118086" y="301510"/>
                </a:cubicBezTo>
                <a:cubicBezTo>
                  <a:pt x="116788" y="301851"/>
                  <a:pt x="113566" y="301004"/>
                  <a:pt x="110932" y="299623"/>
                </a:cubicBezTo>
                <a:cubicBezTo>
                  <a:pt x="107020" y="297588"/>
                  <a:pt x="106136" y="297450"/>
                  <a:pt x="106136" y="298895"/>
                </a:cubicBezTo>
                <a:cubicBezTo>
                  <a:pt x="106136" y="299871"/>
                  <a:pt x="106633" y="300663"/>
                  <a:pt x="107231" y="300663"/>
                </a:cubicBezTo>
                <a:cubicBezTo>
                  <a:pt x="107839" y="300663"/>
                  <a:pt x="110104" y="302541"/>
                  <a:pt x="112267" y="304843"/>
                </a:cubicBezTo>
                <a:cubicBezTo>
                  <a:pt x="114431" y="307135"/>
                  <a:pt x="117018" y="308995"/>
                  <a:pt x="118022" y="308977"/>
                </a:cubicBezTo>
                <a:cubicBezTo>
                  <a:pt x="119504" y="308949"/>
                  <a:pt x="119449" y="308710"/>
                  <a:pt x="117764" y="307724"/>
                </a:cubicBezTo>
                <a:close/>
                <a:moveTo>
                  <a:pt x="149951" y="297385"/>
                </a:moveTo>
                <a:cubicBezTo>
                  <a:pt x="153808" y="289863"/>
                  <a:pt x="156626" y="282397"/>
                  <a:pt x="157915" y="276219"/>
                </a:cubicBezTo>
                <a:cubicBezTo>
                  <a:pt x="159019" y="270971"/>
                  <a:pt x="161855" y="262768"/>
                  <a:pt x="164221" y="257981"/>
                </a:cubicBezTo>
                <a:cubicBezTo>
                  <a:pt x="167480" y="251398"/>
                  <a:pt x="168189" y="248958"/>
                  <a:pt x="167149" y="247909"/>
                </a:cubicBezTo>
                <a:cubicBezTo>
                  <a:pt x="166099" y="246859"/>
                  <a:pt x="165418" y="246868"/>
                  <a:pt x="164332" y="247955"/>
                </a:cubicBezTo>
                <a:cubicBezTo>
                  <a:pt x="163549" y="248746"/>
                  <a:pt x="161901" y="249391"/>
                  <a:pt x="160686" y="249391"/>
                </a:cubicBezTo>
                <a:cubicBezTo>
                  <a:pt x="159452" y="249391"/>
                  <a:pt x="158808" y="249943"/>
                  <a:pt x="159240" y="250634"/>
                </a:cubicBezTo>
                <a:cubicBezTo>
                  <a:pt x="160631" y="252889"/>
                  <a:pt x="157335" y="255200"/>
                  <a:pt x="150761" y="256563"/>
                </a:cubicBezTo>
                <a:cubicBezTo>
                  <a:pt x="145458" y="257668"/>
                  <a:pt x="143653" y="257594"/>
                  <a:pt x="140762" y="256149"/>
                </a:cubicBezTo>
                <a:cubicBezTo>
                  <a:pt x="136896" y="254215"/>
                  <a:pt x="136325" y="254574"/>
                  <a:pt x="133756" y="260559"/>
                </a:cubicBezTo>
                <a:cubicBezTo>
                  <a:pt x="132430" y="263670"/>
                  <a:pt x="132486" y="263901"/>
                  <a:pt x="134419" y="263081"/>
                </a:cubicBezTo>
                <a:cubicBezTo>
                  <a:pt x="138221" y="261461"/>
                  <a:pt x="150365" y="260936"/>
                  <a:pt x="151755" y="262326"/>
                </a:cubicBezTo>
                <a:cubicBezTo>
                  <a:pt x="155337" y="265917"/>
                  <a:pt x="138194" y="274019"/>
                  <a:pt x="133379" y="271017"/>
                </a:cubicBezTo>
                <a:cubicBezTo>
                  <a:pt x="131574" y="269894"/>
                  <a:pt x="130782" y="270373"/>
                  <a:pt x="128232" y="274120"/>
                </a:cubicBezTo>
                <a:cubicBezTo>
                  <a:pt x="125157" y="278650"/>
                  <a:pt x="124512" y="280509"/>
                  <a:pt x="126114" y="280252"/>
                </a:cubicBezTo>
                <a:cubicBezTo>
                  <a:pt x="129180" y="279764"/>
                  <a:pt x="129990" y="280776"/>
                  <a:pt x="129990" y="285094"/>
                </a:cubicBezTo>
                <a:cubicBezTo>
                  <a:pt x="129990" y="287681"/>
                  <a:pt x="130524" y="290121"/>
                  <a:pt x="131178" y="290526"/>
                </a:cubicBezTo>
                <a:cubicBezTo>
                  <a:pt x="131832" y="290931"/>
                  <a:pt x="132375" y="290701"/>
                  <a:pt x="132375" y="290002"/>
                </a:cubicBezTo>
                <a:cubicBezTo>
                  <a:pt x="132375" y="288031"/>
                  <a:pt x="135616" y="288528"/>
                  <a:pt x="136417" y="290628"/>
                </a:cubicBezTo>
                <a:cubicBezTo>
                  <a:pt x="136813" y="291668"/>
                  <a:pt x="137144" y="294126"/>
                  <a:pt x="137144" y="296106"/>
                </a:cubicBezTo>
                <a:cubicBezTo>
                  <a:pt x="137144" y="298094"/>
                  <a:pt x="138599" y="301749"/>
                  <a:pt x="140422" y="304327"/>
                </a:cubicBezTo>
                <a:cubicBezTo>
                  <a:pt x="142226" y="306877"/>
                  <a:pt x="143764" y="308977"/>
                  <a:pt x="143837" y="308986"/>
                </a:cubicBezTo>
                <a:cubicBezTo>
                  <a:pt x="143911" y="309004"/>
                  <a:pt x="146664" y="303784"/>
                  <a:pt x="149951" y="297385"/>
                </a:cubicBezTo>
                <a:close/>
                <a:moveTo>
                  <a:pt x="98982" y="307356"/>
                </a:moveTo>
                <a:cubicBezTo>
                  <a:pt x="98982" y="307098"/>
                  <a:pt x="98144" y="306564"/>
                  <a:pt x="97132" y="306178"/>
                </a:cubicBezTo>
                <a:cubicBezTo>
                  <a:pt x="96073" y="305763"/>
                  <a:pt x="95594" y="305966"/>
                  <a:pt x="96008" y="306647"/>
                </a:cubicBezTo>
                <a:cubicBezTo>
                  <a:pt x="96708" y="307780"/>
                  <a:pt x="98982" y="308323"/>
                  <a:pt x="98982" y="307356"/>
                </a:cubicBezTo>
                <a:close/>
                <a:moveTo>
                  <a:pt x="306641" y="306629"/>
                </a:moveTo>
                <a:cubicBezTo>
                  <a:pt x="308630" y="306629"/>
                  <a:pt x="316501" y="288565"/>
                  <a:pt x="316483" y="284045"/>
                </a:cubicBezTo>
                <a:cubicBezTo>
                  <a:pt x="316474" y="281706"/>
                  <a:pt x="317164" y="279257"/>
                  <a:pt x="318011" y="278604"/>
                </a:cubicBezTo>
                <a:cubicBezTo>
                  <a:pt x="319908" y="277131"/>
                  <a:pt x="323370" y="256351"/>
                  <a:pt x="321970" y="254887"/>
                </a:cubicBezTo>
                <a:cubicBezTo>
                  <a:pt x="321381" y="254289"/>
                  <a:pt x="320074" y="254712"/>
                  <a:pt x="318895" y="255882"/>
                </a:cubicBezTo>
                <a:cubicBezTo>
                  <a:pt x="317348" y="257437"/>
                  <a:pt x="315295" y="257843"/>
                  <a:pt x="310480" y="257539"/>
                </a:cubicBezTo>
                <a:cubicBezTo>
                  <a:pt x="306733" y="257299"/>
                  <a:pt x="303925" y="257658"/>
                  <a:pt x="303640" y="258404"/>
                </a:cubicBezTo>
                <a:cubicBezTo>
                  <a:pt x="303373" y="259104"/>
                  <a:pt x="301052" y="260301"/>
                  <a:pt x="298484" y="261065"/>
                </a:cubicBezTo>
                <a:cubicBezTo>
                  <a:pt x="295915" y="261838"/>
                  <a:pt x="292555" y="263818"/>
                  <a:pt x="290999" y="265466"/>
                </a:cubicBezTo>
                <a:lnTo>
                  <a:pt x="288181" y="268467"/>
                </a:lnTo>
                <a:lnTo>
                  <a:pt x="292048" y="268467"/>
                </a:lnTo>
                <a:cubicBezTo>
                  <a:pt x="300058" y="268467"/>
                  <a:pt x="303704" y="273540"/>
                  <a:pt x="296771" y="275068"/>
                </a:cubicBezTo>
                <a:cubicBezTo>
                  <a:pt x="289305" y="276707"/>
                  <a:pt x="284480" y="286337"/>
                  <a:pt x="287859" y="292846"/>
                </a:cubicBezTo>
                <a:cubicBezTo>
                  <a:pt x="289397" y="295802"/>
                  <a:pt x="289627" y="295894"/>
                  <a:pt x="290290" y="293813"/>
                </a:cubicBezTo>
                <a:cubicBezTo>
                  <a:pt x="290695" y="292543"/>
                  <a:pt x="292361" y="290250"/>
                  <a:pt x="294000" y="288703"/>
                </a:cubicBezTo>
                <a:cubicBezTo>
                  <a:pt x="297720" y="285214"/>
                  <a:pt x="300537" y="286936"/>
                  <a:pt x="298475" y="291447"/>
                </a:cubicBezTo>
                <a:cubicBezTo>
                  <a:pt x="297526" y="293537"/>
                  <a:pt x="297628" y="294780"/>
                  <a:pt x="298870" y="296474"/>
                </a:cubicBezTo>
                <a:cubicBezTo>
                  <a:pt x="299782" y="297717"/>
                  <a:pt x="300518" y="299945"/>
                  <a:pt x="300518" y="301418"/>
                </a:cubicBezTo>
                <a:cubicBezTo>
                  <a:pt x="300518" y="302900"/>
                  <a:pt x="301071" y="304438"/>
                  <a:pt x="301734" y="304852"/>
                </a:cubicBezTo>
                <a:cubicBezTo>
                  <a:pt x="302397" y="305266"/>
                  <a:pt x="302581" y="306196"/>
                  <a:pt x="302130" y="306914"/>
                </a:cubicBezTo>
                <a:cubicBezTo>
                  <a:pt x="301605" y="307770"/>
                  <a:pt x="302047" y="307955"/>
                  <a:pt x="303400" y="307430"/>
                </a:cubicBezTo>
                <a:cubicBezTo>
                  <a:pt x="304551" y="306988"/>
                  <a:pt x="306006" y="306629"/>
                  <a:pt x="306641" y="306629"/>
                </a:cubicBezTo>
                <a:close/>
                <a:moveTo>
                  <a:pt x="50168" y="294918"/>
                </a:moveTo>
                <a:cubicBezTo>
                  <a:pt x="47498" y="292377"/>
                  <a:pt x="45316" y="289412"/>
                  <a:pt x="45316" y="288326"/>
                </a:cubicBezTo>
                <a:cubicBezTo>
                  <a:pt x="45316" y="286033"/>
                  <a:pt x="48943" y="285693"/>
                  <a:pt x="51042" y="287792"/>
                </a:cubicBezTo>
                <a:cubicBezTo>
                  <a:pt x="52055" y="288805"/>
                  <a:pt x="52469" y="288832"/>
                  <a:pt x="52469" y="287866"/>
                </a:cubicBezTo>
                <a:cubicBezTo>
                  <a:pt x="52469" y="287129"/>
                  <a:pt x="51429" y="286190"/>
                  <a:pt x="50159" y="285785"/>
                </a:cubicBezTo>
                <a:cubicBezTo>
                  <a:pt x="48888" y="285380"/>
                  <a:pt x="46872" y="282940"/>
                  <a:pt x="45684" y="280371"/>
                </a:cubicBezTo>
                <a:cubicBezTo>
                  <a:pt x="44496" y="277793"/>
                  <a:pt x="43161" y="275676"/>
                  <a:pt x="42719" y="275658"/>
                </a:cubicBezTo>
                <a:cubicBezTo>
                  <a:pt x="42278" y="275639"/>
                  <a:pt x="42222" y="278714"/>
                  <a:pt x="42609" y="282480"/>
                </a:cubicBezTo>
                <a:cubicBezTo>
                  <a:pt x="43207" y="288381"/>
                  <a:pt x="44027" y="290167"/>
                  <a:pt x="48483" y="295277"/>
                </a:cubicBezTo>
                <a:cubicBezTo>
                  <a:pt x="51337" y="298545"/>
                  <a:pt x="53731" y="301768"/>
                  <a:pt x="53804" y="302440"/>
                </a:cubicBezTo>
                <a:cubicBezTo>
                  <a:pt x="53878" y="303103"/>
                  <a:pt x="54182" y="302725"/>
                  <a:pt x="54477" y="301593"/>
                </a:cubicBezTo>
                <a:cubicBezTo>
                  <a:pt x="54826" y="300285"/>
                  <a:pt x="53243" y="297836"/>
                  <a:pt x="50168" y="294918"/>
                </a:cubicBezTo>
                <a:close/>
                <a:moveTo>
                  <a:pt x="196823" y="295268"/>
                </a:moveTo>
                <a:cubicBezTo>
                  <a:pt x="200358" y="292994"/>
                  <a:pt x="203755" y="291125"/>
                  <a:pt x="204381" y="291125"/>
                </a:cubicBezTo>
                <a:cubicBezTo>
                  <a:pt x="206959" y="291125"/>
                  <a:pt x="203737" y="289596"/>
                  <a:pt x="200330" y="289201"/>
                </a:cubicBezTo>
                <a:cubicBezTo>
                  <a:pt x="197881" y="288915"/>
                  <a:pt x="195349" y="289679"/>
                  <a:pt x="192854" y="291438"/>
                </a:cubicBezTo>
                <a:cubicBezTo>
                  <a:pt x="186603" y="295857"/>
                  <a:pt x="186299" y="296317"/>
                  <a:pt x="187468" y="299484"/>
                </a:cubicBezTo>
                <a:cubicBezTo>
                  <a:pt x="188223" y="301528"/>
                  <a:pt x="188822" y="301952"/>
                  <a:pt x="189466" y="300902"/>
                </a:cubicBezTo>
                <a:cubicBezTo>
                  <a:pt x="189973" y="300083"/>
                  <a:pt x="193287" y="297542"/>
                  <a:pt x="196823" y="295268"/>
                </a:cubicBezTo>
                <a:close/>
                <a:moveTo>
                  <a:pt x="334409" y="297514"/>
                </a:moveTo>
                <a:cubicBezTo>
                  <a:pt x="335062" y="295811"/>
                  <a:pt x="334887" y="295765"/>
                  <a:pt x="333046" y="297183"/>
                </a:cubicBezTo>
                <a:cubicBezTo>
                  <a:pt x="331886" y="298067"/>
                  <a:pt x="330707" y="298950"/>
                  <a:pt x="330431" y="299135"/>
                </a:cubicBezTo>
                <a:cubicBezTo>
                  <a:pt x="330164" y="299319"/>
                  <a:pt x="330772" y="299475"/>
                  <a:pt x="331794" y="299475"/>
                </a:cubicBezTo>
                <a:cubicBezTo>
                  <a:pt x="332816" y="299475"/>
                  <a:pt x="333994" y="298591"/>
                  <a:pt x="334409" y="297514"/>
                </a:cubicBezTo>
                <a:close/>
                <a:moveTo>
                  <a:pt x="277916" y="296004"/>
                </a:moveTo>
                <a:cubicBezTo>
                  <a:pt x="276691" y="293703"/>
                  <a:pt x="269759" y="286356"/>
                  <a:pt x="268829" y="286356"/>
                </a:cubicBezTo>
                <a:cubicBezTo>
                  <a:pt x="267402" y="286356"/>
                  <a:pt x="268820" y="288648"/>
                  <a:pt x="273064" y="293215"/>
                </a:cubicBezTo>
                <a:cubicBezTo>
                  <a:pt x="278109" y="298656"/>
                  <a:pt x="279877" y="299669"/>
                  <a:pt x="277916" y="296004"/>
                </a:cubicBezTo>
                <a:close/>
                <a:moveTo>
                  <a:pt x="329142" y="292782"/>
                </a:moveTo>
                <a:cubicBezTo>
                  <a:pt x="329142" y="291870"/>
                  <a:pt x="328130" y="291125"/>
                  <a:pt x="326896" y="291125"/>
                </a:cubicBezTo>
                <a:cubicBezTo>
                  <a:pt x="325322" y="291125"/>
                  <a:pt x="324493" y="292174"/>
                  <a:pt x="324134" y="294586"/>
                </a:cubicBezTo>
                <a:cubicBezTo>
                  <a:pt x="323637" y="297956"/>
                  <a:pt x="323701" y="297993"/>
                  <a:pt x="326380" y="296234"/>
                </a:cubicBezTo>
                <a:cubicBezTo>
                  <a:pt x="327899" y="295240"/>
                  <a:pt x="329142" y="293684"/>
                  <a:pt x="329142" y="292782"/>
                </a:cubicBezTo>
                <a:close/>
                <a:moveTo>
                  <a:pt x="351819" y="291254"/>
                </a:moveTo>
                <a:cubicBezTo>
                  <a:pt x="354553" y="290029"/>
                  <a:pt x="356219" y="288667"/>
                  <a:pt x="355520" y="288234"/>
                </a:cubicBezTo>
                <a:cubicBezTo>
                  <a:pt x="354811" y="287792"/>
                  <a:pt x="353181" y="288004"/>
                  <a:pt x="351901" y="288685"/>
                </a:cubicBezTo>
                <a:cubicBezTo>
                  <a:pt x="350622" y="289375"/>
                  <a:pt x="347694" y="289937"/>
                  <a:pt x="345392" y="289937"/>
                </a:cubicBezTo>
                <a:cubicBezTo>
                  <a:pt x="343091" y="289937"/>
                  <a:pt x="340881" y="290462"/>
                  <a:pt x="340476" y="291116"/>
                </a:cubicBezTo>
                <a:cubicBezTo>
                  <a:pt x="340071" y="291778"/>
                  <a:pt x="340531" y="291990"/>
                  <a:pt x="341544" y="291603"/>
                </a:cubicBezTo>
                <a:cubicBezTo>
                  <a:pt x="344895" y="290315"/>
                  <a:pt x="346110" y="292312"/>
                  <a:pt x="344039" y="295710"/>
                </a:cubicBezTo>
                <a:lnTo>
                  <a:pt x="342115" y="298877"/>
                </a:lnTo>
                <a:lnTo>
                  <a:pt x="344481" y="296179"/>
                </a:lnTo>
                <a:cubicBezTo>
                  <a:pt x="345779" y="294697"/>
                  <a:pt x="349084" y="292478"/>
                  <a:pt x="351819" y="291254"/>
                </a:cubicBezTo>
                <a:close/>
                <a:moveTo>
                  <a:pt x="64328" y="286982"/>
                </a:moveTo>
                <a:cubicBezTo>
                  <a:pt x="68885" y="283649"/>
                  <a:pt x="67928" y="283235"/>
                  <a:pt x="60802" y="285453"/>
                </a:cubicBezTo>
                <a:cubicBezTo>
                  <a:pt x="56069" y="286926"/>
                  <a:pt x="55379" y="287994"/>
                  <a:pt x="56787" y="291659"/>
                </a:cubicBezTo>
                <a:cubicBezTo>
                  <a:pt x="57441" y="293362"/>
                  <a:pt x="57680" y="293371"/>
                  <a:pt x="58877" y="291778"/>
                </a:cubicBezTo>
                <a:cubicBezTo>
                  <a:pt x="59614" y="290793"/>
                  <a:pt x="62072" y="288630"/>
                  <a:pt x="64328" y="286982"/>
                </a:cubicBezTo>
                <a:close/>
                <a:moveTo>
                  <a:pt x="184844" y="286172"/>
                </a:moveTo>
                <a:cubicBezTo>
                  <a:pt x="184844" y="285619"/>
                  <a:pt x="183371" y="285223"/>
                  <a:pt x="181567" y="285306"/>
                </a:cubicBezTo>
                <a:cubicBezTo>
                  <a:pt x="179551" y="285389"/>
                  <a:pt x="179090" y="285647"/>
                  <a:pt x="180370" y="285987"/>
                </a:cubicBezTo>
                <a:cubicBezTo>
                  <a:pt x="182847" y="286632"/>
                  <a:pt x="182994" y="287654"/>
                  <a:pt x="180968" y="289965"/>
                </a:cubicBezTo>
                <a:cubicBezTo>
                  <a:pt x="180149" y="290895"/>
                  <a:pt x="180683" y="290655"/>
                  <a:pt x="182165" y="289422"/>
                </a:cubicBezTo>
                <a:cubicBezTo>
                  <a:pt x="183638" y="288188"/>
                  <a:pt x="184844" y="286724"/>
                  <a:pt x="184844" y="286172"/>
                </a:cubicBezTo>
                <a:close/>
                <a:moveTo>
                  <a:pt x="229976" y="286218"/>
                </a:moveTo>
                <a:cubicBezTo>
                  <a:pt x="227030" y="284349"/>
                  <a:pt x="226450" y="285131"/>
                  <a:pt x="228614" y="288041"/>
                </a:cubicBezTo>
                <a:cubicBezTo>
                  <a:pt x="230280" y="290269"/>
                  <a:pt x="230851" y="290499"/>
                  <a:pt x="231173" y="289072"/>
                </a:cubicBezTo>
                <a:cubicBezTo>
                  <a:pt x="231403" y="288068"/>
                  <a:pt x="230869" y="286779"/>
                  <a:pt x="229976" y="286218"/>
                </a:cubicBezTo>
                <a:close/>
                <a:moveTo>
                  <a:pt x="340043" y="285601"/>
                </a:moveTo>
                <a:cubicBezTo>
                  <a:pt x="344766" y="280942"/>
                  <a:pt x="345448" y="279736"/>
                  <a:pt x="344324" y="277932"/>
                </a:cubicBezTo>
                <a:cubicBezTo>
                  <a:pt x="343137" y="276035"/>
                  <a:pt x="342768" y="276302"/>
                  <a:pt x="340936" y="280390"/>
                </a:cubicBezTo>
                <a:cubicBezTo>
                  <a:pt x="339804" y="282912"/>
                  <a:pt x="337493" y="285886"/>
                  <a:pt x="335799" y="287000"/>
                </a:cubicBezTo>
                <a:cubicBezTo>
                  <a:pt x="332899" y="288906"/>
                  <a:pt x="331693" y="291125"/>
                  <a:pt x="333571" y="291125"/>
                </a:cubicBezTo>
                <a:cubicBezTo>
                  <a:pt x="334040" y="291125"/>
                  <a:pt x="336950" y="288639"/>
                  <a:pt x="340043" y="285601"/>
                </a:cubicBezTo>
                <a:close/>
                <a:moveTo>
                  <a:pt x="205781" y="285232"/>
                </a:moveTo>
                <a:cubicBezTo>
                  <a:pt x="201555" y="280822"/>
                  <a:pt x="202301" y="277352"/>
                  <a:pt x="207217" y="278558"/>
                </a:cubicBezTo>
                <a:cubicBezTo>
                  <a:pt x="211517" y="279607"/>
                  <a:pt x="218219" y="284174"/>
                  <a:pt x="218228" y="286061"/>
                </a:cubicBezTo>
                <a:cubicBezTo>
                  <a:pt x="218228" y="286880"/>
                  <a:pt x="219084" y="287553"/>
                  <a:pt x="220125" y="287553"/>
                </a:cubicBezTo>
                <a:cubicBezTo>
                  <a:pt x="223034" y="287553"/>
                  <a:pt x="221580" y="285131"/>
                  <a:pt x="215770" y="280307"/>
                </a:cubicBezTo>
                <a:cubicBezTo>
                  <a:pt x="210504" y="275925"/>
                  <a:pt x="210458" y="275915"/>
                  <a:pt x="203921" y="277149"/>
                </a:cubicBezTo>
                <a:lnTo>
                  <a:pt x="197366" y="278392"/>
                </a:lnTo>
                <a:lnTo>
                  <a:pt x="202494" y="283566"/>
                </a:lnTo>
                <a:cubicBezTo>
                  <a:pt x="205311" y="286411"/>
                  <a:pt x="207953" y="288740"/>
                  <a:pt x="208377" y="288740"/>
                </a:cubicBezTo>
                <a:cubicBezTo>
                  <a:pt x="208801" y="288740"/>
                  <a:pt x="207631" y="287166"/>
                  <a:pt x="205781" y="285232"/>
                </a:cubicBezTo>
                <a:close/>
                <a:moveTo>
                  <a:pt x="169340" y="285168"/>
                </a:moveTo>
                <a:cubicBezTo>
                  <a:pt x="169340" y="284652"/>
                  <a:pt x="168539" y="283916"/>
                  <a:pt x="167554" y="283538"/>
                </a:cubicBezTo>
                <a:cubicBezTo>
                  <a:pt x="166339" y="283078"/>
                  <a:pt x="165768" y="283603"/>
                  <a:pt x="165768" y="285168"/>
                </a:cubicBezTo>
                <a:cubicBezTo>
                  <a:pt x="165768" y="286724"/>
                  <a:pt x="166339" y="287249"/>
                  <a:pt x="167554" y="286788"/>
                </a:cubicBezTo>
                <a:cubicBezTo>
                  <a:pt x="168539" y="286411"/>
                  <a:pt x="169340" y="285684"/>
                  <a:pt x="169340" y="285168"/>
                </a:cubicBezTo>
                <a:close/>
                <a:moveTo>
                  <a:pt x="190810" y="285628"/>
                </a:moveTo>
                <a:cubicBezTo>
                  <a:pt x="190810" y="285371"/>
                  <a:pt x="190000" y="285168"/>
                  <a:pt x="189015" y="285168"/>
                </a:cubicBezTo>
                <a:cubicBezTo>
                  <a:pt x="188030" y="285168"/>
                  <a:pt x="187229" y="285684"/>
                  <a:pt x="187229" y="286319"/>
                </a:cubicBezTo>
                <a:cubicBezTo>
                  <a:pt x="187229" y="286954"/>
                  <a:pt x="188030" y="287166"/>
                  <a:pt x="189015" y="286788"/>
                </a:cubicBezTo>
                <a:cubicBezTo>
                  <a:pt x="190000" y="286411"/>
                  <a:pt x="190810" y="285886"/>
                  <a:pt x="190810" y="285628"/>
                </a:cubicBezTo>
                <a:close/>
                <a:moveTo>
                  <a:pt x="73212" y="283290"/>
                </a:moveTo>
                <a:cubicBezTo>
                  <a:pt x="73709" y="281983"/>
                  <a:pt x="73332" y="281531"/>
                  <a:pt x="71942" y="281798"/>
                </a:cubicBezTo>
                <a:cubicBezTo>
                  <a:pt x="70855" y="282010"/>
                  <a:pt x="69741" y="282857"/>
                  <a:pt x="69465" y="283677"/>
                </a:cubicBezTo>
                <a:cubicBezTo>
                  <a:pt x="68738" y="285868"/>
                  <a:pt x="72365" y="285490"/>
                  <a:pt x="73212" y="283290"/>
                </a:cubicBezTo>
                <a:close/>
                <a:moveTo>
                  <a:pt x="179219" y="280298"/>
                </a:moveTo>
                <a:cubicBezTo>
                  <a:pt x="181668" y="278281"/>
                  <a:pt x="183371" y="276127"/>
                  <a:pt x="182994" y="275519"/>
                </a:cubicBezTo>
                <a:cubicBezTo>
                  <a:pt x="182616" y="274921"/>
                  <a:pt x="180959" y="276035"/>
                  <a:pt x="179302" y="278005"/>
                </a:cubicBezTo>
                <a:cubicBezTo>
                  <a:pt x="177645" y="279975"/>
                  <a:pt x="175527" y="281587"/>
                  <a:pt x="174597" y="281587"/>
                </a:cubicBezTo>
                <a:cubicBezTo>
                  <a:pt x="173677" y="281587"/>
                  <a:pt x="172922" y="282121"/>
                  <a:pt x="172922" y="282783"/>
                </a:cubicBezTo>
                <a:cubicBezTo>
                  <a:pt x="172922" y="284781"/>
                  <a:pt x="174561" y="284137"/>
                  <a:pt x="179219" y="280298"/>
                </a:cubicBezTo>
                <a:close/>
                <a:moveTo>
                  <a:pt x="264198" y="282701"/>
                </a:moveTo>
                <a:cubicBezTo>
                  <a:pt x="265459" y="280657"/>
                  <a:pt x="264327" y="280454"/>
                  <a:pt x="261832" y="282277"/>
                </a:cubicBezTo>
                <a:cubicBezTo>
                  <a:pt x="259898" y="283695"/>
                  <a:pt x="259834" y="283971"/>
                  <a:pt x="261463" y="283971"/>
                </a:cubicBezTo>
                <a:cubicBezTo>
                  <a:pt x="262531" y="283971"/>
                  <a:pt x="263765" y="283400"/>
                  <a:pt x="264198" y="282701"/>
                </a:cubicBezTo>
                <a:close/>
                <a:moveTo>
                  <a:pt x="223246" y="280160"/>
                </a:moveTo>
                <a:cubicBezTo>
                  <a:pt x="221469" y="278383"/>
                  <a:pt x="221359" y="274433"/>
                  <a:pt x="223080" y="274433"/>
                </a:cubicBezTo>
                <a:cubicBezTo>
                  <a:pt x="223780" y="274433"/>
                  <a:pt x="225529" y="275031"/>
                  <a:pt x="226956" y="275759"/>
                </a:cubicBezTo>
                <a:cubicBezTo>
                  <a:pt x="228687" y="276633"/>
                  <a:pt x="228291" y="275934"/>
                  <a:pt x="225787" y="273669"/>
                </a:cubicBezTo>
                <a:cubicBezTo>
                  <a:pt x="223706" y="271791"/>
                  <a:pt x="221128" y="268651"/>
                  <a:pt x="220060" y="266681"/>
                </a:cubicBezTo>
                <a:lnTo>
                  <a:pt x="218118" y="263100"/>
                </a:lnTo>
                <a:lnTo>
                  <a:pt x="218781" y="266681"/>
                </a:lnTo>
                <a:cubicBezTo>
                  <a:pt x="219149" y="268651"/>
                  <a:pt x="219784" y="272131"/>
                  <a:pt x="220199" y="274433"/>
                </a:cubicBezTo>
                <a:cubicBezTo>
                  <a:pt x="220926" y="278475"/>
                  <a:pt x="222574" y="281587"/>
                  <a:pt x="223982" y="281587"/>
                </a:cubicBezTo>
                <a:cubicBezTo>
                  <a:pt x="224369" y="281587"/>
                  <a:pt x="224029" y="280942"/>
                  <a:pt x="223246" y="280160"/>
                </a:cubicBezTo>
                <a:close/>
                <a:moveTo>
                  <a:pt x="236126" y="277342"/>
                </a:moveTo>
                <a:cubicBezTo>
                  <a:pt x="236126" y="275547"/>
                  <a:pt x="235436" y="274433"/>
                  <a:pt x="234331" y="274433"/>
                </a:cubicBezTo>
                <a:cubicBezTo>
                  <a:pt x="232554" y="274433"/>
                  <a:pt x="231771" y="279221"/>
                  <a:pt x="233309" y="280758"/>
                </a:cubicBezTo>
                <a:cubicBezTo>
                  <a:pt x="234662" y="282111"/>
                  <a:pt x="236126" y="280335"/>
                  <a:pt x="236126" y="277342"/>
                </a:cubicBezTo>
                <a:close/>
                <a:moveTo>
                  <a:pt x="282565" y="275786"/>
                </a:moveTo>
                <a:cubicBezTo>
                  <a:pt x="287905" y="273393"/>
                  <a:pt x="287472" y="271174"/>
                  <a:pt x="282059" y="273227"/>
                </a:cubicBezTo>
                <a:cubicBezTo>
                  <a:pt x="280319" y="273890"/>
                  <a:pt x="277354" y="274433"/>
                  <a:pt x="275467" y="274433"/>
                </a:cubicBezTo>
                <a:cubicBezTo>
                  <a:pt x="273589" y="274433"/>
                  <a:pt x="271738" y="274921"/>
                  <a:pt x="271370" y="275510"/>
                </a:cubicBezTo>
                <a:cubicBezTo>
                  <a:pt x="271002" y="276109"/>
                  <a:pt x="271858" y="276293"/>
                  <a:pt x="273266" y="275925"/>
                </a:cubicBezTo>
                <a:cubicBezTo>
                  <a:pt x="275540" y="275326"/>
                  <a:pt x="275752" y="275639"/>
                  <a:pt x="275172" y="278696"/>
                </a:cubicBezTo>
                <a:cubicBezTo>
                  <a:pt x="274601" y="281669"/>
                  <a:pt x="274712" y="281863"/>
                  <a:pt x="276001" y="280095"/>
                </a:cubicBezTo>
                <a:cubicBezTo>
                  <a:pt x="276820" y="278972"/>
                  <a:pt x="279776" y="277039"/>
                  <a:pt x="282565" y="275786"/>
                </a:cubicBezTo>
                <a:close/>
                <a:moveTo>
                  <a:pt x="259208" y="276210"/>
                </a:moveTo>
                <a:cubicBezTo>
                  <a:pt x="258361" y="274010"/>
                  <a:pt x="256878" y="274838"/>
                  <a:pt x="256059" y="277968"/>
                </a:cubicBezTo>
                <a:cubicBezTo>
                  <a:pt x="255534" y="279985"/>
                  <a:pt x="255783" y="280169"/>
                  <a:pt x="257661" y="279165"/>
                </a:cubicBezTo>
                <a:cubicBezTo>
                  <a:pt x="258941" y="278475"/>
                  <a:pt x="259604" y="277223"/>
                  <a:pt x="259208" y="276210"/>
                </a:cubicBezTo>
                <a:close/>
                <a:moveTo>
                  <a:pt x="68701" y="271938"/>
                </a:moveTo>
                <a:cubicBezTo>
                  <a:pt x="69879" y="270962"/>
                  <a:pt x="73774" y="270170"/>
                  <a:pt x="78000" y="270060"/>
                </a:cubicBezTo>
                <a:cubicBezTo>
                  <a:pt x="87262" y="269802"/>
                  <a:pt x="87483" y="267988"/>
                  <a:pt x="78313" y="267510"/>
                </a:cubicBezTo>
                <a:cubicBezTo>
                  <a:pt x="72264" y="267197"/>
                  <a:pt x="70975" y="267528"/>
                  <a:pt x="68443" y="270060"/>
                </a:cubicBezTo>
                <a:cubicBezTo>
                  <a:pt x="64760" y="273743"/>
                  <a:pt x="56659" y="276007"/>
                  <a:pt x="54863" y="273844"/>
                </a:cubicBezTo>
                <a:cubicBezTo>
                  <a:pt x="53933" y="272730"/>
                  <a:pt x="54707" y="271376"/>
                  <a:pt x="57855" y="268614"/>
                </a:cubicBezTo>
                <a:cubicBezTo>
                  <a:pt x="61971" y="264996"/>
                  <a:pt x="62008" y="264895"/>
                  <a:pt x="59144" y="264895"/>
                </a:cubicBezTo>
                <a:cubicBezTo>
                  <a:pt x="57515" y="264895"/>
                  <a:pt x="55858" y="265429"/>
                  <a:pt x="55452" y="266083"/>
                </a:cubicBezTo>
                <a:cubicBezTo>
                  <a:pt x="55047" y="266736"/>
                  <a:pt x="52331" y="267279"/>
                  <a:pt x="49422" y="267279"/>
                </a:cubicBezTo>
                <a:cubicBezTo>
                  <a:pt x="46503" y="267279"/>
                  <a:pt x="44128" y="267813"/>
                  <a:pt x="44128" y="268467"/>
                </a:cubicBezTo>
                <a:cubicBezTo>
                  <a:pt x="44128" y="269121"/>
                  <a:pt x="44524" y="269664"/>
                  <a:pt x="45021" y="269673"/>
                </a:cubicBezTo>
                <a:cubicBezTo>
                  <a:pt x="45509" y="269673"/>
                  <a:pt x="48050" y="271735"/>
                  <a:pt x="50665" y="274258"/>
                </a:cubicBezTo>
                <a:lnTo>
                  <a:pt x="55425" y="278834"/>
                </a:lnTo>
                <a:lnTo>
                  <a:pt x="61050" y="276219"/>
                </a:lnTo>
                <a:cubicBezTo>
                  <a:pt x="64153" y="274783"/>
                  <a:pt x="67596" y="272859"/>
                  <a:pt x="68701" y="271938"/>
                </a:cubicBezTo>
                <a:close/>
                <a:moveTo>
                  <a:pt x="76020" y="277186"/>
                </a:moveTo>
                <a:cubicBezTo>
                  <a:pt x="74879" y="276891"/>
                  <a:pt x="73001" y="276891"/>
                  <a:pt x="71850" y="277186"/>
                </a:cubicBezTo>
                <a:cubicBezTo>
                  <a:pt x="70699" y="277490"/>
                  <a:pt x="71638" y="277729"/>
                  <a:pt x="73940" y="277729"/>
                </a:cubicBezTo>
                <a:cubicBezTo>
                  <a:pt x="76232" y="277729"/>
                  <a:pt x="77171" y="277490"/>
                  <a:pt x="76020" y="277186"/>
                </a:cubicBezTo>
                <a:close/>
                <a:moveTo>
                  <a:pt x="169340" y="274433"/>
                </a:moveTo>
                <a:cubicBezTo>
                  <a:pt x="169340" y="273779"/>
                  <a:pt x="168769" y="273236"/>
                  <a:pt x="168079" y="273236"/>
                </a:cubicBezTo>
                <a:cubicBezTo>
                  <a:pt x="167379" y="273236"/>
                  <a:pt x="167149" y="273779"/>
                  <a:pt x="167554" y="274433"/>
                </a:cubicBezTo>
                <a:cubicBezTo>
                  <a:pt x="167959" y="275087"/>
                  <a:pt x="168530" y="275621"/>
                  <a:pt x="168815" y="275621"/>
                </a:cubicBezTo>
                <a:cubicBezTo>
                  <a:pt x="169101" y="275621"/>
                  <a:pt x="169340" y="275087"/>
                  <a:pt x="169340" y="274433"/>
                </a:cubicBezTo>
                <a:close/>
                <a:moveTo>
                  <a:pt x="273128" y="267233"/>
                </a:moveTo>
                <a:cubicBezTo>
                  <a:pt x="274785" y="264895"/>
                  <a:pt x="275366" y="262842"/>
                  <a:pt x="274832" y="261166"/>
                </a:cubicBezTo>
                <a:cubicBezTo>
                  <a:pt x="274123" y="258920"/>
                  <a:pt x="273800" y="259159"/>
                  <a:pt x="271922" y="263348"/>
                </a:cubicBezTo>
                <a:cubicBezTo>
                  <a:pt x="270762" y="265944"/>
                  <a:pt x="268405" y="269167"/>
                  <a:pt x="266684" y="270520"/>
                </a:cubicBezTo>
                <a:cubicBezTo>
                  <a:pt x="264962" y="271874"/>
                  <a:pt x="263553" y="273614"/>
                  <a:pt x="263553" y="274387"/>
                </a:cubicBezTo>
                <a:cubicBezTo>
                  <a:pt x="263553" y="276376"/>
                  <a:pt x="270090" y="271487"/>
                  <a:pt x="273128" y="267233"/>
                </a:cubicBezTo>
                <a:close/>
                <a:moveTo>
                  <a:pt x="118786" y="266580"/>
                </a:moveTo>
                <a:cubicBezTo>
                  <a:pt x="117985" y="264490"/>
                  <a:pt x="113685" y="264352"/>
                  <a:pt x="112940" y="266386"/>
                </a:cubicBezTo>
                <a:cubicBezTo>
                  <a:pt x="112645" y="267206"/>
                  <a:pt x="113805" y="269388"/>
                  <a:pt x="115527" y="271248"/>
                </a:cubicBezTo>
                <a:lnTo>
                  <a:pt x="118657" y="274617"/>
                </a:lnTo>
                <a:lnTo>
                  <a:pt x="119044" y="271441"/>
                </a:lnTo>
                <a:cubicBezTo>
                  <a:pt x="119255" y="269701"/>
                  <a:pt x="119145" y="267510"/>
                  <a:pt x="118786" y="266580"/>
                </a:cubicBezTo>
                <a:close/>
                <a:moveTo>
                  <a:pt x="332724" y="270944"/>
                </a:moveTo>
                <a:cubicBezTo>
                  <a:pt x="332724" y="269756"/>
                  <a:pt x="333783" y="267436"/>
                  <a:pt x="335081" y="265788"/>
                </a:cubicBezTo>
                <a:lnTo>
                  <a:pt x="337447" y="262777"/>
                </a:lnTo>
                <a:lnTo>
                  <a:pt x="334188" y="262133"/>
                </a:lnTo>
                <a:cubicBezTo>
                  <a:pt x="328967" y="261102"/>
                  <a:pt x="327181" y="263716"/>
                  <a:pt x="329115" y="269572"/>
                </a:cubicBezTo>
                <a:cubicBezTo>
                  <a:pt x="330680" y="274313"/>
                  <a:pt x="332724" y="275087"/>
                  <a:pt x="332724" y="270944"/>
                </a:cubicBezTo>
                <a:close/>
                <a:moveTo>
                  <a:pt x="178206" y="269774"/>
                </a:moveTo>
                <a:cubicBezTo>
                  <a:pt x="177893" y="269461"/>
                  <a:pt x="176706" y="270170"/>
                  <a:pt x="175573" y="271358"/>
                </a:cubicBezTo>
                <a:cubicBezTo>
                  <a:pt x="173603" y="273411"/>
                  <a:pt x="173631" y="273439"/>
                  <a:pt x="176144" y="271929"/>
                </a:cubicBezTo>
                <a:cubicBezTo>
                  <a:pt x="177590" y="271054"/>
                  <a:pt x="178519" y="270087"/>
                  <a:pt x="178206" y="269774"/>
                </a:cubicBezTo>
                <a:close/>
                <a:moveTo>
                  <a:pt x="193232" y="269001"/>
                </a:moveTo>
                <a:cubicBezTo>
                  <a:pt x="194668" y="266672"/>
                  <a:pt x="195653" y="264656"/>
                  <a:pt x="195414" y="264527"/>
                </a:cubicBezTo>
                <a:cubicBezTo>
                  <a:pt x="195174" y="264398"/>
                  <a:pt x="193241" y="263063"/>
                  <a:pt x="191105" y="261571"/>
                </a:cubicBezTo>
                <a:cubicBezTo>
                  <a:pt x="188969" y="260080"/>
                  <a:pt x="187229" y="259389"/>
                  <a:pt x="187229" y="260043"/>
                </a:cubicBezTo>
                <a:cubicBezTo>
                  <a:pt x="187229" y="260697"/>
                  <a:pt x="185682" y="262989"/>
                  <a:pt x="183795" y="265143"/>
                </a:cubicBezTo>
                <a:cubicBezTo>
                  <a:pt x="180895" y="268449"/>
                  <a:pt x="180609" y="269305"/>
                  <a:pt x="182000" y="270603"/>
                </a:cubicBezTo>
                <a:cubicBezTo>
                  <a:pt x="183353" y="271864"/>
                  <a:pt x="183648" y="271837"/>
                  <a:pt x="183648" y="270465"/>
                </a:cubicBezTo>
                <a:cubicBezTo>
                  <a:pt x="183648" y="268522"/>
                  <a:pt x="188131" y="262510"/>
                  <a:pt x="189577" y="262510"/>
                </a:cubicBezTo>
                <a:cubicBezTo>
                  <a:pt x="191308" y="262510"/>
                  <a:pt x="191897" y="265852"/>
                  <a:pt x="190829" y="269590"/>
                </a:cubicBezTo>
                <a:cubicBezTo>
                  <a:pt x="189466" y="274332"/>
                  <a:pt x="190019" y="274194"/>
                  <a:pt x="193232" y="269001"/>
                </a:cubicBezTo>
                <a:close/>
                <a:moveTo>
                  <a:pt x="125958" y="262427"/>
                </a:moveTo>
                <a:cubicBezTo>
                  <a:pt x="123168" y="257714"/>
                  <a:pt x="123573" y="248194"/>
                  <a:pt x="126556" y="248194"/>
                </a:cubicBezTo>
                <a:cubicBezTo>
                  <a:pt x="127146" y="248194"/>
                  <a:pt x="128702" y="249943"/>
                  <a:pt x="130000" y="252070"/>
                </a:cubicBezTo>
                <a:cubicBezTo>
                  <a:pt x="132053" y="255430"/>
                  <a:pt x="132366" y="255596"/>
                  <a:pt x="132366" y="253331"/>
                </a:cubicBezTo>
                <a:cubicBezTo>
                  <a:pt x="132366" y="251895"/>
                  <a:pt x="131767" y="250348"/>
                  <a:pt x="131031" y="249888"/>
                </a:cubicBezTo>
                <a:cubicBezTo>
                  <a:pt x="130156" y="249354"/>
                  <a:pt x="129898" y="246435"/>
                  <a:pt x="130294" y="241510"/>
                </a:cubicBezTo>
                <a:cubicBezTo>
                  <a:pt x="130865" y="234393"/>
                  <a:pt x="130773" y="234025"/>
                  <a:pt x="128656" y="235157"/>
                </a:cubicBezTo>
                <a:cubicBezTo>
                  <a:pt x="127422" y="235811"/>
                  <a:pt x="126409" y="237542"/>
                  <a:pt x="126409" y="238996"/>
                </a:cubicBezTo>
                <a:cubicBezTo>
                  <a:pt x="126409" y="240451"/>
                  <a:pt x="125369" y="243324"/>
                  <a:pt x="124107" y="245395"/>
                </a:cubicBezTo>
                <a:cubicBezTo>
                  <a:pt x="121990" y="248866"/>
                  <a:pt x="121925" y="250017"/>
                  <a:pt x="123187" y="260605"/>
                </a:cubicBezTo>
                <a:cubicBezTo>
                  <a:pt x="124476" y="271496"/>
                  <a:pt x="124632" y="271910"/>
                  <a:pt x="126216" y="268881"/>
                </a:cubicBezTo>
                <a:cubicBezTo>
                  <a:pt x="127670" y="266092"/>
                  <a:pt x="127643" y="265272"/>
                  <a:pt x="125958" y="262427"/>
                </a:cubicBezTo>
                <a:close/>
                <a:moveTo>
                  <a:pt x="178602" y="261719"/>
                </a:moveTo>
                <a:cubicBezTo>
                  <a:pt x="181475" y="259279"/>
                  <a:pt x="181530" y="259021"/>
                  <a:pt x="179597" y="257088"/>
                </a:cubicBezTo>
                <a:cubicBezTo>
                  <a:pt x="177663" y="255154"/>
                  <a:pt x="177359" y="255219"/>
                  <a:pt x="174183" y="258266"/>
                </a:cubicBezTo>
                <a:cubicBezTo>
                  <a:pt x="171154" y="261157"/>
                  <a:pt x="170942" y="261857"/>
                  <a:pt x="172121" y="264969"/>
                </a:cubicBezTo>
                <a:cubicBezTo>
                  <a:pt x="173253" y="267979"/>
                  <a:pt x="173575" y="268163"/>
                  <a:pt x="174496" y="266368"/>
                </a:cubicBezTo>
                <a:cubicBezTo>
                  <a:pt x="175076" y="265226"/>
                  <a:pt x="176927" y="263136"/>
                  <a:pt x="178602" y="261719"/>
                </a:cubicBezTo>
                <a:close/>
                <a:moveTo>
                  <a:pt x="203313" y="267261"/>
                </a:moveTo>
                <a:cubicBezTo>
                  <a:pt x="202908" y="266589"/>
                  <a:pt x="202070" y="266350"/>
                  <a:pt x="201454" y="266727"/>
                </a:cubicBezTo>
                <a:cubicBezTo>
                  <a:pt x="199805" y="267749"/>
                  <a:pt x="200109" y="268467"/>
                  <a:pt x="202208" y="268467"/>
                </a:cubicBezTo>
                <a:cubicBezTo>
                  <a:pt x="203230" y="268467"/>
                  <a:pt x="203728" y="267924"/>
                  <a:pt x="203313" y="267261"/>
                </a:cubicBezTo>
                <a:close/>
                <a:moveTo>
                  <a:pt x="238446" y="261663"/>
                </a:moveTo>
                <a:cubicBezTo>
                  <a:pt x="238483" y="260881"/>
                  <a:pt x="233548" y="255237"/>
                  <a:pt x="227481" y="249124"/>
                </a:cubicBezTo>
                <a:cubicBezTo>
                  <a:pt x="218615" y="240203"/>
                  <a:pt x="214214" y="236824"/>
                  <a:pt x="205118" y="231981"/>
                </a:cubicBezTo>
                <a:lnTo>
                  <a:pt x="193784" y="225941"/>
                </a:lnTo>
                <a:lnTo>
                  <a:pt x="192937" y="229615"/>
                </a:lnTo>
                <a:cubicBezTo>
                  <a:pt x="192468" y="231631"/>
                  <a:pt x="192339" y="234025"/>
                  <a:pt x="192661" y="234927"/>
                </a:cubicBezTo>
                <a:cubicBezTo>
                  <a:pt x="192974" y="235829"/>
                  <a:pt x="192624" y="237312"/>
                  <a:pt x="191878" y="238214"/>
                </a:cubicBezTo>
                <a:cubicBezTo>
                  <a:pt x="190783" y="239530"/>
                  <a:pt x="191133" y="239843"/>
                  <a:pt x="193692" y="239843"/>
                </a:cubicBezTo>
                <a:cubicBezTo>
                  <a:pt x="197117" y="239843"/>
                  <a:pt x="205624" y="243738"/>
                  <a:pt x="206978" y="245929"/>
                </a:cubicBezTo>
                <a:cubicBezTo>
                  <a:pt x="207438" y="246666"/>
                  <a:pt x="207162" y="247669"/>
                  <a:pt x="206379" y="248157"/>
                </a:cubicBezTo>
                <a:cubicBezTo>
                  <a:pt x="203691" y="249814"/>
                  <a:pt x="206177" y="257603"/>
                  <a:pt x="210025" y="259601"/>
                </a:cubicBezTo>
                <a:cubicBezTo>
                  <a:pt x="213422" y="261350"/>
                  <a:pt x="213468" y="261332"/>
                  <a:pt x="213468" y="258036"/>
                </a:cubicBezTo>
                <a:cubicBezTo>
                  <a:pt x="213468" y="254381"/>
                  <a:pt x="216617" y="248986"/>
                  <a:pt x="218182" y="249952"/>
                </a:cubicBezTo>
                <a:cubicBezTo>
                  <a:pt x="218725" y="250284"/>
                  <a:pt x="219490" y="251849"/>
                  <a:pt x="219885" y="253423"/>
                </a:cubicBezTo>
                <a:cubicBezTo>
                  <a:pt x="220622" y="256360"/>
                  <a:pt x="228356" y="264895"/>
                  <a:pt x="230280" y="264895"/>
                </a:cubicBezTo>
                <a:cubicBezTo>
                  <a:pt x="230869" y="264895"/>
                  <a:pt x="231357" y="265733"/>
                  <a:pt x="231357" y="266773"/>
                </a:cubicBezTo>
                <a:cubicBezTo>
                  <a:pt x="231357" y="268283"/>
                  <a:pt x="232048" y="268099"/>
                  <a:pt x="234865" y="265880"/>
                </a:cubicBezTo>
                <a:cubicBezTo>
                  <a:pt x="236798" y="264352"/>
                  <a:pt x="238410" y="262455"/>
                  <a:pt x="238446" y="261663"/>
                </a:cubicBezTo>
                <a:close/>
                <a:moveTo>
                  <a:pt x="93615" y="264895"/>
                </a:moveTo>
                <a:cubicBezTo>
                  <a:pt x="93209" y="264232"/>
                  <a:pt x="91433" y="263753"/>
                  <a:pt x="89665" y="263818"/>
                </a:cubicBezTo>
                <a:lnTo>
                  <a:pt x="86461" y="263937"/>
                </a:lnTo>
                <a:lnTo>
                  <a:pt x="89444" y="264895"/>
                </a:lnTo>
                <a:cubicBezTo>
                  <a:pt x="93670" y="266248"/>
                  <a:pt x="94452" y="266248"/>
                  <a:pt x="93615" y="264895"/>
                </a:cubicBezTo>
                <a:close/>
                <a:moveTo>
                  <a:pt x="82502" y="262437"/>
                </a:moveTo>
                <a:cubicBezTo>
                  <a:pt x="80624" y="261682"/>
                  <a:pt x="79933" y="260660"/>
                  <a:pt x="80357" y="259233"/>
                </a:cubicBezTo>
                <a:cubicBezTo>
                  <a:pt x="80817" y="257704"/>
                  <a:pt x="79814" y="256590"/>
                  <a:pt x="76628" y="255090"/>
                </a:cubicBezTo>
                <a:cubicBezTo>
                  <a:pt x="74234" y="253957"/>
                  <a:pt x="72052" y="253267"/>
                  <a:pt x="71776" y="253534"/>
                </a:cubicBezTo>
                <a:cubicBezTo>
                  <a:pt x="70745" y="254565"/>
                  <a:pt x="80587" y="263348"/>
                  <a:pt x="82879" y="263440"/>
                </a:cubicBezTo>
                <a:cubicBezTo>
                  <a:pt x="84951" y="263532"/>
                  <a:pt x="84896" y="263403"/>
                  <a:pt x="82502" y="262437"/>
                </a:cubicBezTo>
                <a:close/>
                <a:moveTo>
                  <a:pt x="272548" y="257042"/>
                </a:moveTo>
                <a:cubicBezTo>
                  <a:pt x="274721" y="257594"/>
                  <a:pt x="275375" y="257106"/>
                  <a:pt x="276028" y="254445"/>
                </a:cubicBezTo>
                <a:cubicBezTo>
                  <a:pt x="278477" y="244484"/>
                  <a:pt x="284305" y="243425"/>
                  <a:pt x="283633" y="253064"/>
                </a:cubicBezTo>
                <a:lnTo>
                  <a:pt x="283228" y="258791"/>
                </a:lnTo>
                <a:lnTo>
                  <a:pt x="285907" y="256268"/>
                </a:lnTo>
                <a:cubicBezTo>
                  <a:pt x="287380" y="254887"/>
                  <a:pt x="288356" y="253515"/>
                  <a:pt x="288071" y="253239"/>
                </a:cubicBezTo>
                <a:cubicBezTo>
                  <a:pt x="287785" y="252954"/>
                  <a:pt x="288025" y="251481"/>
                  <a:pt x="288605" y="249952"/>
                </a:cubicBezTo>
                <a:cubicBezTo>
                  <a:pt x="289526" y="247540"/>
                  <a:pt x="289185" y="247025"/>
                  <a:pt x="285953" y="245901"/>
                </a:cubicBezTo>
                <a:cubicBezTo>
                  <a:pt x="281009" y="244180"/>
                  <a:pt x="274288" y="238950"/>
                  <a:pt x="274288" y="236833"/>
                </a:cubicBezTo>
                <a:cubicBezTo>
                  <a:pt x="274288" y="235507"/>
                  <a:pt x="273625" y="235387"/>
                  <a:pt x="271222" y="236299"/>
                </a:cubicBezTo>
                <a:cubicBezTo>
                  <a:pt x="269547" y="236943"/>
                  <a:pt x="266591" y="237459"/>
                  <a:pt x="264667" y="237459"/>
                </a:cubicBezTo>
                <a:cubicBezTo>
                  <a:pt x="259622" y="237459"/>
                  <a:pt x="260349" y="239632"/>
                  <a:pt x="265551" y="240074"/>
                </a:cubicBezTo>
                <a:cubicBezTo>
                  <a:pt x="271775" y="240598"/>
                  <a:pt x="271766" y="242946"/>
                  <a:pt x="265523" y="245975"/>
                </a:cubicBezTo>
                <a:cubicBezTo>
                  <a:pt x="259650" y="248829"/>
                  <a:pt x="258351" y="251214"/>
                  <a:pt x="260497" y="255209"/>
                </a:cubicBezTo>
                <a:cubicBezTo>
                  <a:pt x="262089" y="258192"/>
                  <a:pt x="263553" y="257373"/>
                  <a:pt x="263553" y="253506"/>
                </a:cubicBezTo>
                <a:cubicBezTo>
                  <a:pt x="263553" y="250588"/>
                  <a:pt x="271950" y="242237"/>
                  <a:pt x="274887" y="242237"/>
                </a:cubicBezTo>
                <a:cubicBezTo>
                  <a:pt x="279343" y="242237"/>
                  <a:pt x="274868" y="251766"/>
                  <a:pt x="267936" y="257060"/>
                </a:cubicBezTo>
                <a:cubicBezTo>
                  <a:pt x="265634" y="258818"/>
                  <a:pt x="263443" y="261065"/>
                  <a:pt x="263065" y="262059"/>
                </a:cubicBezTo>
                <a:cubicBezTo>
                  <a:pt x="262679" y="263063"/>
                  <a:pt x="264050" y="262188"/>
                  <a:pt x="266122" y="260126"/>
                </a:cubicBezTo>
                <a:cubicBezTo>
                  <a:pt x="268866" y="257382"/>
                  <a:pt x="270587" y="256554"/>
                  <a:pt x="272548" y="257042"/>
                </a:cubicBezTo>
                <a:close/>
                <a:moveTo>
                  <a:pt x="288034" y="260347"/>
                </a:moveTo>
                <a:cubicBezTo>
                  <a:pt x="287666" y="259988"/>
                  <a:pt x="286699" y="260347"/>
                  <a:pt x="285889" y="261166"/>
                </a:cubicBezTo>
                <a:cubicBezTo>
                  <a:pt x="284720" y="262345"/>
                  <a:pt x="284858" y="262483"/>
                  <a:pt x="286561" y="261829"/>
                </a:cubicBezTo>
                <a:cubicBezTo>
                  <a:pt x="287739" y="261387"/>
                  <a:pt x="288402" y="260715"/>
                  <a:pt x="288034" y="260347"/>
                </a:cubicBezTo>
                <a:close/>
                <a:moveTo>
                  <a:pt x="199152" y="254252"/>
                </a:moveTo>
                <a:cubicBezTo>
                  <a:pt x="199152" y="249943"/>
                  <a:pt x="198848" y="249511"/>
                  <a:pt x="195276" y="248756"/>
                </a:cubicBezTo>
                <a:cubicBezTo>
                  <a:pt x="193149" y="248304"/>
                  <a:pt x="190442" y="247080"/>
                  <a:pt x="189273" y="246049"/>
                </a:cubicBezTo>
                <a:cubicBezTo>
                  <a:pt x="187303" y="244318"/>
                  <a:pt x="186888" y="244419"/>
                  <a:pt x="183933" y="247375"/>
                </a:cubicBezTo>
                <a:lnTo>
                  <a:pt x="180729" y="250578"/>
                </a:lnTo>
                <a:lnTo>
                  <a:pt x="186308" y="250578"/>
                </a:lnTo>
                <a:cubicBezTo>
                  <a:pt x="192965" y="250578"/>
                  <a:pt x="198111" y="252668"/>
                  <a:pt x="197863" y="255265"/>
                </a:cubicBezTo>
                <a:cubicBezTo>
                  <a:pt x="197623" y="257787"/>
                  <a:pt x="197844" y="258929"/>
                  <a:pt x="198563" y="258929"/>
                </a:cubicBezTo>
                <a:cubicBezTo>
                  <a:pt x="198885" y="258929"/>
                  <a:pt x="199152" y="256821"/>
                  <a:pt x="199152" y="254252"/>
                </a:cubicBezTo>
                <a:close/>
                <a:moveTo>
                  <a:pt x="328673" y="254482"/>
                </a:moveTo>
                <a:cubicBezTo>
                  <a:pt x="328277" y="254086"/>
                  <a:pt x="327991" y="254786"/>
                  <a:pt x="328047" y="256047"/>
                </a:cubicBezTo>
                <a:cubicBezTo>
                  <a:pt x="328102" y="257437"/>
                  <a:pt x="328387" y="257723"/>
                  <a:pt x="328765" y="256765"/>
                </a:cubicBezTo>
                <a:cubicBezTo>
                  <a:pt x="329105" y="255909"/>
                  <a:pt x="329069" y="254878"/>
                  <a:pt x="328673" y="254482"/>
                </a:cubicBezTo>
                <a:close/>
                <a:moveTo>
                  <a:pt x="306751" y="252972"/>
                </a:moveTo>
                <a:cubicBezTo>
                  <a:pt x="308897" y="251665"/>
                  <a:pt x="311631" y="250588"/>
                  <a:pt x="312819" y="250588"/>
                </a:cubicBezTo>
                <a:cubicBezTo>
                  <a:pt x="313997" y="250588"/>
                  <a:pt x="314632" y="250026"/>
                  <a:pt x="314209" y="249354"/>
                </a:cubicBezTo>
                <a:cubicBezTo>
                  <a:pt x="313785" y="248663"/>
                  <a:pt x="311778" y="248433"/>
                  <a:pt x="309652" y="248838"/>
                </a:cubicBezTo>
                <a:cubicBezTo>
                  <a:pt x="306770" y="249372"/>
                  <a:pt x="304790" y="248820"/>
                  <a:pt x="301402" y="246518"/>
                </a:cubicBezTo>
                <a:cubicBezTo>
                  <a:pt x="297563" y="243913"/>
                  <a:pt x="296946" y="243784"/>
                  <a:pt x="296937" y="245552"/>
                </a:cubicBezTo>
                <a:cubicBezTo>
                  <a:pt x="296937" y="246675"/>
                  <a:pt x="296173" y="249041"/>
                  <a:pt x="295252" y="250809"/>
                </a:cubicBezTo>
                <a:cubicBezTo>
                  <a:pt x="293586" y="254003"/>
                  <a:pt x="293613" y="254031"/>
                  <a:pt x="297941" y="254491"/>
                </a:cubicBezTo>
                <a:cubicBezTo>
                  <a:pt x="300344" y="254740"/>
                  <a:pt x="302433" y="255044"/>
                  <a:pt x="302581" y="255154"/>
                </a:cubicBezTo>
                <a:cubicBezTo>
                  <a:pt x="302728" y="255265"/>
                  <a:pt x="304606" y="254280"/>
                  <a:pt x="306751" y="252972"/>
                </a:cubicBezTo>
                <a:close/>
                <a:moveTo>
                  <a:pt x="331518" y="243766"/>
                </a:moveTo>
                <a:cubicBezTo>
                  <a:pt x="333101" y="244180"/>
                  <a:pt x="333838" y="243499"/>
                  <a:pt x="334307" y="241197"/>
                </a:cubicBezTo>
                <a:cubicBezTo>
                  <a:pt x="334657" y="239466"/>
                  <a:pt x="335302" y="237118"/>
                  <a:pt x="335744" y="235977"/>
                </a:cubicBezTo>
                <a:cubicBezTo>
                  <a:pt x="336213" y="234752"/>
                  <a:pt x="336001" y="233887"/>
                  <a:pt x="335228" y="233887"/>
                </a:cubicBezTo>
                <a:cubicBezTo>
                  <a:pt x="334510" y="233887"/>
                  <a:pt x="333911" y="234651"/>
                  <a:pt x="333911" y="235581"/>
                </a:cubicBezTo>
                <a:cubicBezTo>
                  <a:pt x="333911" y="236520"/>
                  <a:pt x="332567" y="238877"/>
                  <a:pt x="330928" y="240819"/>
                </a:cubicBezTo>
                <a:cubicBezTo>
                  <a:pt x="329290" y="242771"/>
                  <a:pt x="328010" y="245091"/>
                  <a:pt x="328084" y="245984"/>
                </a:cubicBezTo>
                <a:cubicBezTo>
                  <a:pt x="328166" y="246868"/>
                  <a:pt x="328479" y="246610"/>
                  <a:pt x="328792" y="245404"/>
                </a:cubicBezTo>
                <a:cubicBezTo>
                  <a:pt x="329161" y="243977"/>
                  <a:pt x="330118" y="243406"/>
                  <a:pt x="331518" y="243766"/>
                </a:cubicBezTo>
                <a:close/>
                <a:moveTo>
                  <a:pt x="296569" y="242237"/>
                </a:moveTo>
                <a:cubicBezTo>
                  <a:pt x="296909" y="242237"/>
                  <a:pt x="295528" y="240341"/>
                  <a:pt x="293494" y="238021"/>
                </a:cubicBezTo>
                <a:cubicBezTo>
                  <a:pt x="291450" y="235700"/>
                  <a:pt x="289793" y="232782"/>
                  <a:pt x="289793" y="231530"/>
                </a:cubicBezTo>
                <a:cubicBezTo>
                  <a:pt x="289793" y="228363"/>
                  <a:pt x="288697" y="228031"/>
                  <a:pt x="283265" y="229596"/>
                </a:cubicBezTo>
                <a:lnTo>
                  <a:pt x="278533" y="230959"/>
                </a:lnTo>
                <a:lnTo>
                  <a:pt x="282731" y="233436"/>
                </a:lnTo>
                <a:cubicBezTo>
                  <a:pt x="285033" y="234789"/>
                  <a:pt x="288237" y="237569"/>
                  <a:pt x="289848" y="239604"/>
                </a:cubicBezTo>
                <a:cubicBezTo>
                  <a:pt x="291450" y="241639"/>
                  <a:pt x="293484" y="243057"/>
                  <a:pt x="294359" y="242762"/>
                </a:cubicBezTo>
                <a:cubicBezTo>
                  <a:pt x="295234" y="242477"/>
                  <a:pt x="296228" y="242237"/>
                  <a:pt x="296569" y="242237"/>
                </a:cubicBezTo>
                <a:close/>
                <a:moveTo>
                  <a:pt x="313785" y="240239"/>
                </a:moveTo>
                <a:cubicBezTo>
                  <a:pt x="312377" y="237818"/>
                  <a:pt x="312036" y="238591"/>
                  <a:pt x="313187" y="241593"/>
                </a:cubicBezTo>
                <a:cubicBezTo>
                  <a:pt x="313601" y="242661"/>
                  <a:pt x="314181" y="243278"/>
                  <a:pt x="314494" y="242974"/>
                </a:cubicBezTo>
                <a:cubicBezTo>
                  <a:pt x="314798" y="242661"/>
                  <a:pt x="314485" y="241436"/>
                  <a:pt x="313785" y="240239"/>
                </a:cubicBezTo>
                <a:close/>
                <a:moveTo>
                  <a:pt x="183150" y="239208"/>
                </a:moveTo>
                <a:cubicBezTo>
                  <a:pt x="182681" y="237321"/>
                  <a:pt x="183261" y="234200"/>
                  <a:pt x="184706" y="230941"/>
                </a:cubicBezTo>
                <a:cubicBezTo>
                  <a:pt x="186529" y="226816"/>
                  <a:pt x="186686" y="225582"/>
                  <a:pt x="185443" y="225113"/>
                </a:cubicBezTo>
                <a:cubicBezTo>
                  <a:pt x="184513" y="224745"/>
                  <a:pt x="183279" y="225932"/>
                  <a:pt x="182405" y="228041"/>
                </a:cubicBezTo>
                <a:cubicBezTo>
                  <a:pt x="181604" y="229992"/>
                  <a:pt x="179670" y="232579"/>
                  <a:pt x="178124" y="233795"/>
                </a:cubicBezTo>
                <a:cubicBezTo>
                  <a:pt x="176577" y="235019"/>
                  <a:pt x="175306" y="236722"/>
                  <a:pt x="175306" y="237579"/>
                </a:cubicBezTo>
                <a:cubicBezTo>
                  <a:pt x="175306" y="238785"/>
                  <a:pt x="175619" y="238812"/>
                  <a:pt x="176733" y="237698"/>
                </a:cubicBezTo>
                <a:cubicBezTo>
                  <a:pt x="178869" y="235572"/>
                  <a:pt x="181263" y="235967"/>
                  <a:pt x="181263" y="238453"/>
                </a:cubicBezTo>
                <a:cubicBezTo>
                  <a:pt x="181263" y="240525"/>
                  <a:pt x="182221" y="242237"/>
                  <a:pt x="183381" y="242237"/>
                </a:cubicBezTo>
                <a:cubicBezTo>
                  <a:pt x="183675" y="242237"/>
                  <a:pt x="183565" y="240865"/>
                  <a:pt x="183150" y="239208"/>
                </a:cubicBezTo>
                <a:close/>
                <a:moveTo>
                  <a:pt x="233742" y="233887"/>
                </a:moveTo>
                <a:cubicBezTo>
                  <a:pt x="233033" y="232570"/>
                  <a:pt x="232195" y="231502"/>
                  <a:pt x="231863" y="231502"/>
                </a:cubicBezTo>
                <a:cubicBezTo>
                  <a:pt x="231541" y="231502"/>
                  <a:pt x="231845" y="232570"/>
                  <a:pt x="232545" y="233887"/>
                </a:cubicBezTo>
                <a:cubicBezTo>
                  <a:pt x="233245" y="235194"/>
                  <a:pt x="234092" y="236271"/>
                  <a:pt x="234423" y="236271"/>
                </a:cubicBezTo>
                <a:cubicBezTo>
                  <a:pt x="234745" y="236271"/>
                  <a:pt x="234441" y="235194"/>
                  <a:pt x="233742" y="233887"/>
                </a:cubicBezTo>
                <a:close/>
                <a:moveTo>
                  <a:pt x="242212" y="230600"/>
                </a:moveTo>
                <a:cubicBezTo>
                  <a:pt x="241383" y="228602"/>
                  <a:pt x="239910" y="227240"/>
                  <a:pt x="238575" y="227240"/>
                </a:cubicBezTo>
                <a:cubicBezTo>
                  <a:pt x="236587" y="227240"/>
                  <a:pt x="236688" y="227654"/>
                  <a:pt x="239505" y="230977"/>
                </a:cubicBezTo>
                <a:cubicBezTo>
                  <a:pt x="243252" y="235369"/>
                  <a:pt x="244136" y="235249"/>
                  <a:pt x="242212" y="230600"/>
                </a:cubicBezTo>
                <a:close/>
                <a:moveTo>
                  <a:pt x="117230" y="227856"/>
                </a:moveTo>
                <a:cubicBezTo>
                  <a:pt x="117644" y="226291"/>
                  <a:pt x="117368" y="225573"/>
                  <a:pt x="116475" y="225868"/>
                </a:cubicBezTo>
                <a:cubicBezTo>
                  <a:pt x="114762" y="226439"/>
                  <a:pt x="113869" y="230305"/>
                  <a:pt x="115453" y="230305"/>
                </a:cubicBezTo>
                <a:cubicBezTo>
                  <a:pt x="116079" y="230305"/>
                  <a:pt x="116880" y="229201"/>
                  <a:pt x="117230" y="227856"/>
                </a:cubicBezTo>
                <a:close/>
                <a:moveTo>
                  <a:pt x="272576" y="229118"/>
                </a:moveTo>
                <a:cubicBezTo>
                  <a:pt x="273497" y="229118"/>
                  <a:pt x="274997" y="227332"/>
                  <a:pt x="275918" y="225140"/>
                </a:cubicBezTo>
                <a:cubicBezTo>
                  <a:pt x="278846" y="218125"/>
                  <a:pt x="288421" y="212601"/>
                  <a:pt x="287095" y="218677"/>
                </a:cubicBezTo>
                <a:cubicBezTo>
                  <a:pt x="286782" y="220160"/>
                  <a:pt x="286119" y="222305"/>
                  <a:pt x="285631" y="223465"/>
                </a:cubicBezTo>
                <a:cubicBezTo>
                  <a:pt x="284968" y="225058"/>
                  <a:pt x="285198" y="225389"/>
                  <a:pt x="286607" y="224855"/>
                </a:cubicBezTo>
                <a:cubicBezTo>
                  <a:pt x="287620" y="224459"/>
                  <a:pt x="288623" y="222986"/>
                  <a:pt x="288826" y="221577"/>
                </a:cubicBezTo>
                <a:cubicBezTo>
                  <a:pt x="289028" y="220160"/>
                  <a:pt x="291726" y="217140"/>
                  <a:pt x="294819" y="214847"/>
                </a:cubicBezTo>
                <a:cubicBezTo>
                  <a:pt x="298511" y="212122"/>
                  <a:pt x="300049" y="210281"/>
                  <a:pt x="299285" y="209517"/>
                </a:cubicBezTo>
                <a:cubicBezTo>
                  <a:pt x="298521" y="208743"/>
                  <a:pt x="296946" y="209029"/>
                  <a:pt x="294737" y="210336"/>
                </a:cubicBezTo>
                <a:cubicBezTo>
                  <a:pt x="292877" y="211432"/>
                  <a:pt x="289130" y="212684"/>
                  <a:pt x="286395" y="213126"/>
                </a:cubicBezTo>
                <a:cubicBezTo>
                  <a:pt x="283670" y="213558"/>
                  <a:pt x="281442" y="214387"/>
                  <a:pt x="281442" y="214967"/>
                </a:cubicBezTo>
                <a:cubicBezTo>
                  <a:pt x="281442" y="215538"/>
                  <a:pt x="278091" y="219331"/>
                  <a:pt x="273985" y="223382"/>
                </a:cubicBezTo>
                <a:cubicBezTo>
                  <a:pt x="269887" y="227433"/>
                  <a:pt x="267512" y="230388"/>
                  <a:pt x="268718" y="229937"/>
                </a:cubicBezTo>
                <a:cubicBezTo>
                  <a:pt x="269915" y="229486"/>
                  <a:pt x="271655" y="229118"/>
                  <a:pt x="272576" y="229118"/>
                </a:cubicBezTo>
                <a:close/>
                <a:moveTo>
                  <a:pt x="231191" y="222185"/>
                </a:moveTo>
                <a:cubicBezTo>
                  <a:pt x="226082" y="216366"/>
                  <a:pt x="228798" y="214000"/>
                  <a:pt x="236181" y="217821"/>
                </a:cubicBezTo>
                <a:cubicBezTo>
                  <a:pt x="240564" y="220086"/>
                  <a:pt x="240619" y="219414"/>
                  <a:pt x="236421" y="215096"/>
                </a:cubicBezTo>
                <a:cubicBezTo>
                  <a:pt x="234616" y="213245"/>
                  <a:pt x="232333" y="210557"/>
                  <a:pt x="231357" y="209130"/>
                </a:cubicBezTo>
                <a:lnTo>
                  <a:pt x="229562" y="206543"/>
                </a:lnTo>
                <a:lnTo>
                  <a:pt x="223089" y="208771"/>
                </a:lnTo>
                <a:cubicBezTo>
                  <a:pt x="218643" y="210308"/>
                  <a:pt x="215761" y="210677"/>
                  <a:pt x="213892" y="209968"/>
                </a:cubicBezTo>
                <a:cubicBezTo>
                  <a:pt x="211645" y="209121"/>
                  <a:pt x="210752" y="209535"/>
                  <a:pt x="208745" y="212352"/>
                </a:cubicBezTo>
                <a:cubicBezTo>
                  <a:pt x="207401" y="214230"/>
                  <a:pt x="206315" y="216284"/>
                  <a:pt x="206315" y="216919"/>
                </a:cubicBezTo>
                <a:cubicBezTo>
                  <a:pt x="206315" y="217554"/>
                  <a:pt x="210126" y="220279"/>
                  <a:pt x="214785" y="222986"/>
                </a:cubicBezTo>
                <a:lnTo>
                  <a:pt x="223264" y="227893"/>
                </a:lnTo>
                <a:lnTo>
                  <a:pt x="222500" y="223824"/>
                </a:lnTo>
                <a:cubicBezTo>
                  <a:pt x="222049" y="221421"/>
                  <a:pt x="222252" y="219441"/>
                  <a:pt x="223007" y="218981"/>
                </a:cubicBezTo>
                <a:cubicBezTo>
                  <a:pt x="224498" y="218051"/>
                  <a:pt x="231357" y="225039"/>
                  <a:pt x="231357" y="227497"/>
                </a:cubicBezTo>
                <a:cubicBezTo>
                  <a:pt x="231357" y="228897"/>
                  <a:pt x="231652" y="228934"/>
                  <a:pt x="233005" y="227672"/>
                </a:cubicBezTo>
                <a:cubicBezTo>
                  <a:pt x="234395" y="226374"/>
                  <a:pt x="234110" y="225518"/>
                  <a:pt x="231191" y="222185"/>
                </a:cubicBezTo>
                <a:close/>
                <a:moveTo>
                  <a:pt x="267623" y="219147"/>
                </a:moveTo>
                <a:cubicBezTo>
                  <a:pt x="266380" y="215906"/>
                  <a:pt x="264188" y="217563"/>
                  <a:pt x="263774" y="222056"/>
                </a:cubicBezTo>
                <a:lnTo>
                  <a:pt x="263397" y="226135"/>
                </a:lnTo>
                <a:lnTo>
                  <a:pt x="265910" y="223667"/>
                </a:lnTo>
                <a:cubicBezTo>
                  <a:pt x="267503" y="222102"/>
                  <a:pt x="268129" y="220454"/>
                  <a:pt x="267623" y="219147"/>
                </a:cubicBezTo>
                <a:close/>
                <a:moveTo>
                  <a:pt x="71030" y="218070"/>
                </a:moveTo>
                <a:cubicBezTo>
                  <a:pt x="69916" y="216376"/>
                  <a:pt x="69649" y="214755"/>
                  <a:pt x="70312" y="213696"/>
                </a:cubicBezTo>
                <a:cubicBezTo>
                  <a:pt x="71187" y="212269"/>
                  <a:pt x="71822" y="212325"/>
                  <a:pt x="74437" y="214028"/>
                </a:cubicBezTo>
                <a:cubicBezTo>
                  <a:pt x="76287" y="215252"/>
                  <a:pt x="77512" y="215519"/>
                  <a:pt x="77512" y="214718"/>
                </a:cubicBezTo>
                <a:cubicBezTo>
                  <a:pt x="77512" y="213991"/>
                  <a:pt x="76462" y="213116"/>
                  <a:pt x="75173" y="212776"/>
                </a:cubicBezTo>
                <a:cubicBezTo>
                  <a:pt x="73884" y="212444"/>
                  <a:pt x="71693" y="209802"/>
                  <a:pt x="70294" y="206920"/>
                </a:cubicBezTo>
                <a:cubicBezTo>
                  <a:pt x="67651" y="201461"/>
                  <a:pt x="64816" y="200687"/>
                  <a:pt x="66832" y="205981"/>
                </a:cubicBezTo>
                <a:cubicBezTo>
                  <a:pt x="67458" y="207638"/>
                  <a:pt x="67974" y="210667"/>
                  <a:pt x="67974" y="212702"/>
                </a:cubicBezTo>
                <a:cubicBezTo>
                  <a:pt x="67974" y="214737"/>
                  <a:pt x="68867" y="217388"/>
                  <a:pt x="69953" y="218585"/>
                </a:cubicBezTo>
                <a:cubicBezTo>
                  <a:pt x="72651" y="221568"/>
                  <a:pt x="73166" y="221329"/>
                  <a:pt x="71030" y="218070"/>
                </a:cubicBezTo>
                <a:close/>
                <a:moveTo>
                  <a:pt x="184844" y="218907"/>
                </a:moveTo>
                <a:cubicBezTo>
                  <a:pt x="184844" y="218622"/>
                  <a:pt x="184310" y="218383"/>
                  <a:pt x="183648" y="218383"/>
                </a:cubicBezTo>
                <a:cubicBezTo>
                  <a:pt x="182994" y="218383"/>
                  <a:pt x="182460" y="218954"/>
                  <a:pt x="182460" y="219644"/>
                </a:cubicBezTo>
                <a:cubicBezTo>
                  <a:pt x="182460" y="220344"/>
                  <a:pt x="182994" y="220574"/>
                  <a:pt x="183648" y="220169"/>
                </a:cubicBezTo>
                <a:cubicBezTo>
                  <a:pt x="184310" y="219764"/>
                  <a:pt x="184844" y="219193"/>
                  <a:pt x="184844" y="218907"/>
                </a:cubicBezTo>
                <a:close/>
                <a:moveTo>
                  <a:pt x="280199" y="207887"/>
                </a:moveTo>
                <a:cubicBezTo>
                  <a:pt x="284213" y="201185"/>
                  <a:pt x="284609" y="199914"/>
                  <a:pt x="283136" y="198450"/>
                </a:cubicBezTo>
                <a:cubicBezTo>
                  <a:pt x="280936" y="196241"/>
                  <a:pt x="280945" y="187282"/>
                  <a:pt x="283173" y="181970"/>
                </a:cubicBezTo>
                <a:cubicBezTo>
                  <a:pt x="285999" y="175203"/>
                  <a:pt x="288706" y="177174"/>
                  <a:pt x="290373" y="187209"/>
                </a:cubicBezTo>
                <a:cubicBezTo>
                  <a:pt x="291155" y="191950"/>
                  <a:pt x="291404" y="192236"/>
                  <a:pt x="293125" y="190514"/>
                </a:cubicBezTo>
                <a:cubicBezTo>
                  <a:pt x="294166" y="189474"/>
                  <a:pt x="295123" y="186472"/>
                  <a:pt x="295261" y="183839"/>
                </a:cubicBezTo>
                <a:cubicBezTo>
                  <a:pt x="295390" y="181197"/>
                  <a:pt x="296633" y="176879"/>
                  <a:pt x="298005" y="174237"/>
                </a:cubicBezTo>
                <a:cubicBezTo>
                  <a:pt x="301623" y="167295"/>
                  <a:pt x="300003" y="165186"/>
                  <a:pt x="291468" y="165720"/>
                </a:cubicBezTo>
                <a:cubicBezTo>
                  <a:pt x="286589" y="166033"/>
                  <a:pt x="283992" y="165545"/>
                  <a:pt x="280926" y="163732"/>
                </a:cubicBezTo>
                <a:cubicBezTo>
                  <a:pt x="277437" y="161679"/>
                  <a:pt x="276756" y="161587"/>
                  <a:pt x="276167" y="163124"/>
                </a:cubicBezTo>
                <a:cubicBezTo>
                  <a:pt x="274924" y="166365"/>
                  <a:pt x="275430" y="166982"/>
                  <a:pt x="279951" y="167801"/>
                </a:cubicBezTo>
                <a:cubicBezTo>
                  <a:pt x="289590" y="169541"/>
                  <a:pt x="291606" y="173353"/>
                  <a:pt x="283983" y="175406"/>
                </a:cubicBezTo>
                <a:cubicBezTo>
                  <a:pt x="279951" y="176492"/>
                  <a:pt x="279278" y="177183"/>
                  <a:pt x="278680" y="180875"/>
                </a:cubicBezTo>
                <a:cubicBezTo>
                  <a:pt x="277842" y="186030"/>
                  <a:pt x="273497" y="193340"/>
                  <a:pt x="271259" y="193340"/>
                </a:cubicBezTo>
                <a:cubicBezTo>
                  <a:pt x="270366" y="193340"/>
                  <a:pt x="269068" y="195348"/>
                  <a:pt x="268387" y="197815"/>
                </a:cubicBezTo>
                <a:cubicBezTo>
                  <a:pt x="266407" y="204923"/>
                  <a:pt x="266923" y="206276"/>
                  <a:pt x="269574" y="200927"/>
                </a:cubicBezTo>
                <a:cubicBezTo>
                  <a:pt x="272438" y="195145"/>
                  <a:pt x="275992" y="191582"/>
                  <a:pt x="277787" y="192696"/>
                </a:cubicBezTo>
                <a:cubicBezTo>
                  <a:pt x="281065" y="194721"/>
                  <a:pt x="276995" y="209590"/>
                  <a:pt x="272475" y="212122"/>
                </a:cubicBezTo>
                <a:cubicBezTo>
                  <a:pt x="271038" y="212923"/>
                  <a:pt x="270679" y="214037"/>
                  <a:pt x="271269" y="215888"/>
                </a:cubicBezTo>
                <a:cubicBezTo>
                  <a:pt x="272401" y="219451"/>
                  <a:pt x="274298" y="217757"/>
                  <a:pt x="280199" y="207887"/>
                </a:cubicBezTo>
                <a:close/>
                <a:moveTo>
                  <a:pt x="177691" y="215326"/>
                </a:moveTo>
                <a:cubicBezTo>
                  <a:pt x="177691" y="215041"/>
                  <a:pt x="177157" y="214801"/>
                  <a:pt x="176494" y="214801"/>
                </a:cubicBezTo>
                <a:cubicBezTo>
                  <a:pt x="175840" y="214801"/>
                  <a:pt x="175306" y="215372"/>
                  <a:pt x="175306" y="216072"/>
                </a:cubicBezTo>
                <a:cubicBezTo>
                  <a:pt x="175306" y="216762"/>
                  <a:pt x="175840" y="217002"/>
                  <a:pt x="176494" y="216597"/>
                </a:cubicBezTo>
                <a:cubicBezTo>
                  <a:pt x="177157" y="216191"/>
                  <a:pt x="177691" y="215621"/>
                  <a:pt x="177691" y="215326"/>
                </a:cubicBezTo>
                <a:close/>
                <a:moveTo>
                  <a:pt x="200533" y="209738"/>
                </a:moveTo>
                <a:cubicBezTo>
                  <a:pt x="200017" y="204287"/>
                  <a:pt x="198102" y="201967"/>
                  <a:pt x="196178" y="204481"/>
                </a:cubicBezTo>
                <a:cubicBezTo>
                  <a:pt x="195515" y="205337"/>
                  <a:pt x="193968" y="206598"/>
                  <a:pt x="192725" y="207279"/>
                </a:cubicBezTo>
                <a:cubicBezTo>
                  <a:pt x="190663" y="208421"/>
                  <a:pt x="190866" y="208799"/>
                  <a:pt x="195092" y="211671"/>
                </a:cubicBezTo>
                <a:cubicBezTo>
                  <a:pt x="197633" y="213393"/>
                  <a:pt x="199999" y="214801"/>
                  <a:pt x="200358" y="214801"/>
                </a:cubicBezTo>
                <a:cubicBezTo>
                  <a:pt x="200717" y="214801"/>
                  <a:pt x="200791" y="212527"/>
                  <a:pt x="200533" y="209738"/>
                </a:cubicBezTo>
                <a:close/>
                <a:moveTo>
                  <a:pt x="207512" y="202897"/>
                </a:moveTo>
                <a:cubicBezTo>
                  <a:pt x="206563" y="201120"/>
                  <a:pt x="205937" y="195918"/>
                  <a:pt x="206186" y="191849"/>
                </a:cubicBezTo>
                <a:cubicBezTo>
                  <a:pt x="206361" y="188930"/>
                  <a:pt x="209215" y="189244"/>
                  <a:pt x="211599" y="192447"/>
                </a:cubicBezTo>
                <a:cubicBezTo>
                  <a:pt x="213339" y="194786"/>
                  <a:pt x="213487" y="194823"/>
                  <a:pt x="212750" y="192742"/>
                </a:cubicBezTo>
                <a:cubicBezTo>
                  <a:pt x="212290" y="191435"/>
                  <a:pt x="211664" y="188617"/>
                  <a:pt x="211360" y="186482"/>
                </a:cubicBezTo>
                <a:cubicBezTo>
                  <a:pt x="210679" y="181574"/>
                  <a:pt x="209528" y="181593"/>
                  <a:pt x="206609" y="186537"/>
                </a:cubicBezTo>
                <a:cubicBezTo>
                  <a:pt x="204657" y="189851"/>
                  <a:pt x="204381" y="192033"/>
                  <a:pt x="204869" y="200430"/>
                </a:cubicBezTo>
                <a:cubicBezTo>
                  <a:pt x="205385" y="209351"/>
                  <a:pt x="205606" y="210087"/>
                  <a:pt x="206959" y="207546"/>
                </a:cubicBezTo>
                <a:cubicBezTo>
                  <a:pt x="207843" y="205898"/>
                  <a:pt x="208073" y="203947"/>
                  <a:pt x="207512" y="202897"/>
                </a:cubicBezTo>
                <a:close/>
                <a:moveTo>
                  <a:pt x="242396" y="206331"/>
                </a:moveTo>
                <a:cubicBezTo>
                  <a:pt x="243860" y="203753"/>
                  <a:pt x="245084" y="202860"/>
                  <a:pt x="246438" y="203376"/>
                </a:cubicBezTo>
                <a:cubicBezTo>
                  <a:pt x="248169" y="204048"/>
                  <a:pt x="248298" y="203127"/>
                  <a:pt x="247570" y="194860"/>
                </a:cubicBezTo>
                <a:cubicBezTo>
                  <a:pt x="247119" y="189759"/>
                  <a:pt x="245664" y="181491"/>
                  <a:pt x="244329" y="176474"/>
                </a:cubicBezTo>
                <a:cubicBezTo>
                  <a:pt x="242065" y="168004"/>
                  <a:pt x="241641" y="167313"/>
                  <a:pt x="238262" y="166641"/>
                </a:cubicBezTo>
                <a:cubicBezTo>
                  <a:pt x="232775" y="165536"/>
                  <a:pt x="232545" y="165647"/>
                  <a:pt x="232545" y="169311"/>
                </a:cubicBezTo>
                <a:cubicBezTo>
                  <a:pt x="232545" y="173316"/>
                  <a:pt x="227849" y="180819"/>
                  <a:pt x="225345" y="180819"/>
                </a:cubicBezTo>
                <a:cubicBezTo>
                  <a:pt x="223117" y="180819"/>
                  <a:pt x="222473" y="176317"/>
                  <a:pt x="224047" y="171806"/>
                </a:cubicBezTo>
                <a:cubicBezTo>
                  <a:pt x="225262" y="168317"/>
                  <a:pt x="224001" y="166936"/>
                  <a:pt x="222215" y="169790"/>
                </a:cubicBezTo>
                <a:cubicBezTo>
                  <a:pt x="220613" y="172349"/>
                  <a:pt x="220245" y="174614"/>
                  <a:pt x="220134" y="182605"/>
                </a:cubicBezTo>
                <a:lnTo>
                  <a:pt x="220024" y="190358"/>
                </a:lnTo>
                <a:lnTo>
                  <a:pt x="226165" y="189952"/>
                </a:lnTo>
                <a:cubicBezTo>
                  <a:pt x="232674" y="189529"/>
                  <a:pt x="237314" y="191159"/>
                  <a:pt x="237314" y="193865"/>
                </a:cubicBezTo>
                <a:cubicBezTo>
                  <a:pt x="237314" y="197309"/>
                  <a:pt x="222684" y="199693"/>
                  <a:pt x="219720" y="196729"/>
                </a:cubicBezTo>
                <a:cubicBezTo>
                  <a:pt x="218007" y="195016"/>
                  <a:pt x="215227" y="196996"/>
                  <a:pt x="214288" y="200586"/>
                </a:cubicBezTo>
                <a:cubicBezTo>
                  <a:pt x="213818" y="202391"/>
                  <a:pt x="214150" y="202842"/>
                  <a:pt x="215650" y="202418"/>
                </a:cubicBezTo>
                <a:cubicBezTo>
                  <a:pt x="222887" y="200393"/>
                  <a:pt x="225465" y="200466"/>
                  <a:pt x="230676" y="202842"/>
                </a:cubicBezTo>
                <a:cubicBezTo>
                  <a:pt x="233686" y="204214"/>
                  <a:pt x="236808" y="206396"/>
                  <a:pt x="237618" y="207685"/>
                </a:cubicBezTo>
                <a:cubicBezTo>
                  <a:pt x="239551" y="210778"/>
                  <a:pt x="239929" y="210677"/>
                  <a:pt x="242396" y="206331"/>
                </a:cubicBezTo>
                <a:close/>
                <a:moveTo>
                  <a:pt x="55268" y="203422"/>
                </a:moveTo>
                <a:cubicBezTo>
                  <a:pt x="54882" y="202409"/>
                  <a:pt x="54311" y="201838"/>
                  <a:pt x="53998" y="202151"/>
                </a:cubicBezTo>
                <a:cubicBezTo>
                  <a:pt x="53685" y="202464"/>
                  <a:pt x="53777" y="203293"/>
                  <a:pt x="54210" y="203993"/>
                </a:cubicBezTo>
                <a:cubicBezTo>
                  <a:pt x="55388" y="205898"/>
                  <a:pt x="56078" y="205530"/>
                  <a:pt x="55268" y="203422"/>
                </a:cubicBezTo>
                <a:close/>
                <a:moveTo>
                  <a:pt x="187726" y="198938"/>
                </a:moveTo>
                <a:cubicBezTo>
                  <a:pt x="186566" y="198284"/>
                  <a:pt x="184817" y="198284"/>
                  <a:pt x="183371" y="198938"/>
                </a:cubicBezTo>
                <a:cubicBezTo>
                  <a:pt x="181364" y="199831"/>
                  <a:pt x="181705" y="200015"/>
                  <a:pt x="185305" y="200015"/>
                </a:cubicBezTo>
                <a:cubicBezTo>
                  <a:pt x="188536" y="200015"/>
                  <a:pt x="189162" y="199739"/>
                  <a:pt x="187726" y="198938"/>
                </a:cubicBezTo>
                <a:close/>
                <a:moveTo>
                  <a:pt x="200349" y="197465"/>
                </a:moveTo>
                <a:cubicBezTo>
                  <a:pt x="200349" y="196452"/>
                  <a:pt x="199410" y="192429"/>
                  <a:pt x="198259" y="188516"/>
                </a:cubicBezTo>
                <a:cubicBezTo>
                  <a:pt x="196592" y="182826"/>
                  <a:pt x="195690" y="181418"/>
                  <a:pt x="193720" y="181418"/>
                </a:cubicBezTo>
                <a:cubicBezTo>
                  <a:pt x="191206" y="181418"/>
                  <a:pt x="184927" y="175599"/>
                  <a:pt x="182662" y="171162"/>
                </a:cubicBezTo>
                <a:cubicBezTo>
                  <a:pt x="181742" y="169385"/>
                  <a:pt x="181751" y="168289"/>
                  <a:pt x="182662" y="167378"/>
                </a:cubicBezTo>
                <a:cubicBezTo>
                  <a:pt x="184237" y="165803"/>
                  <a:pt x="186649" y="166586"/>
                  <a:pt x="191704" y="170324"/>
                </a:cubicBezTo>
                <a:cubicBezTo>
                  <a:pt x="193830" y="171898"/>
                  <a:pt x="195580" y="172975"/>
                  <a:pt x="195580" y="172708"/>
                </a:cubicBezTo>
                <a:cubicBezTo>
                  <a:pt x="195570" y="170812"/>
                  <a:pt x="192744" y="164717"/>
                  <a:pt x="191860" y="164717"/>
                </a:cubicBezTo>
                <a:cubicBezTo>
                  <a:pt x="190184" y="164717"/>
                  <a:pt x="186041" y="157306"/>
                  <a:pt x="186041" y="154286"/>
                </a:cubicBezTo>
                <a:cubicBezTo>
                  <a:pt x="186041" y="152767"/>
                  <a:pt x="186769" y="151597"/>
                  <a:pt x="187717" y="151597"/>
                </a:cubicBezTo>
                <a:cubicBezTo>
                  <a:pt x="189374" y="151597"/>
                  <a:pt x="194760" y="157213"/>
                  <a:pt x="195966" y="160206"/>
                </a:cubicBezTo>
                <a:cubicBezTo>
                  <a:pt x="196445" y="161393"/>
                  <a:pt x="196869" y="161338"/>
                  <a:pt x="197835" y="159948"/>
                </a:cubicBezTo>
                <a:cubicBezTo>
                  <a:pt x="198609" y="158825"/>
                  <a:pt x="198645" y="158014"/>
                  <a:pt x="197918" y="157766"/>
                </a:cubicBezTo>
                <a:cubicBezTo>
                  <a:pt x="197283" y="157545"/>
                  <a:pt x="196767" y="156624"/>
                  <a:pt x="196767" y="155713"/>
                </a:cubicBezTo>
                <a:cubicBezTo>
                  <a:pt x="196767" y="153954"/>
                  <a:pt x="200082" y="151818"/>
                  <a:pt x="205044" y="150391"/>
                </a:cubicBezTo>
                <a:lnTo>
                  <a:pt x="208101" y="149517"/>
                </a:lnTo>
                <a:lnTo>
                  <a:pt x="204713" y="148163"/>
                </a:lnTo>
                <a:cubicBezTo>
                  <a:pt x="202862" y="147418"/>
                  <a:pt x="200726" y="147187"/>
                  <a:pt x="199980" y="147648"/>
                </a:cubicBezTo>
                <a:cubicBezTo>
                  <a:pt x="196933" y="149535"/>
                  <a:pt x="187229" y="147077"/>
                  <a:pt x="187229" y="144425"/>
                </a:cubicBezTo>
                <a:cubicBezTo>
                  <a:pt x="187229" y="143809"/>
                  <a:pt x="188435" y="142998"/>
                  <a:pt x="189908" y="142621"/>
                </a:cubicBezTo>
                <a:cubicBezTo>
                  <a:pt x="192348" y="142013"/>
                  <a:pt x="192597" y="141240"/>
                  <a:pt x="192597" y="134289"/>
                </a:cubicBezTo>
                <a:cubicBezTo>
                  <a:pt x="192597" y="126804"/>
                  <a:pt x="192541" y="126675"/>
                  <a:pt x="190369" y="128857"/>
                </a:cubicBezTo>
                <a:cubicBezTo>
                  <a:pt x="189135" y="130081"/>
                  <a:pt x="187938" y="132816"/>
                  <a:pt x="187689" y="134933"/>
                </a:cubicBezTo>
                <a:cubicBezTo>
                  <a:pt x="186888" y="141755"/>
                  <a:pt x="178851" y="151597"/>
                  <a:pt x="174063" y="151597"/>
                </a:cubicBezTo>
                <a:cubicBezTo>
                  <a:pt x="171660" y="151597"/>
                  <a:pt x="173529" y="142455"/>
                  <a:pt x="177010" y="137207"/>
                </a:cubicBezTo>
                <a:lnTo>
                  <a:pt x="180103" y="132521"/>
                </a:lnTo>
                <a:lnTo>
                  <a:pt x="177350" y="132521"/>
                </a:lnTo>
                <a:cubicBezTo>
                  <a:pt x="175831" y="132521"/>
                  <a:pt x="173999" y="133110"/>
                  <a:pt x="173272" y="133828"/>
                </a:cubicBezTo>
                <a:cubicBezTo>
                  <a:pt x="172553" y="134556"/>
                  <a:pt x="169920" y="135145"/>
                  <a:pt x="167416" y="135145"/>
                </a:cubicBezTo>
                <a:cubicBezTo>
                  <a:pt x="163835" y="135145"/>
                  <a:pt x="161754" y="136130"/>
                  <a:pt x="157592" y="139794"/>
                </a:cubicBezTo>
                <a:cubicBezTo>
                  <a:pt x="152713" y="144085"/>
                  <a:pt x="150715" y="144996"/>
                  <a:pt x="147124" y="144563"/>
                </a:cubicBezTo>
                <a:cubicBezTo>
                  <a:pt x="145734" y="144407"/>
                  <a:pt x="144344" y="148108"/>
                  <a:pt x="144307" y="152030"/>
                </a:cubicBezTo>
                <a:cubicBezTo>
                  <a:pt x="144298" y="153245"/>
                  <a:pt x="145973" y="157757"/>
                  <a:pt x="148027" y="162047"/>
                </a:cubicBezTo>
                <a:lnTo>
                  <a:pt x="151746" y="169854"/>
                </a:lnTo>
                <a:lnTo>
                  <a:pt x="153330" y="166098"/>
                </a:lnTo>
                <a:cubicBezTo>
                  <a:pt x="155254" y="161513"/>
                  <a:pt x="160226" y="156366"/>
                  <a:pt x="162730" y="156366"/>
                </a:cubicBezTo>
                <a:cubicBezTo>
                  <a:pt x="166624" y="156366"/>
                  <a:pt x="163917" y="166567"/>
                  <a:pt x="158430" y="172589"/>
                </a:cubicBezTo>
                <a:cubicBezTo>
                  <a:pt x="156285" y="174936"/>
                  <a:pt x="156267" y="175203"/>
                  <a:pt x="158163" y="176759"/>
                </a:cubicBezTo>
                <a:cubicBezTo>
                  <a:pt x="159425" y="177800"/>
                  <a:pt x="160345" y="177965"/>
                  <a:pt x="160603" y="177192"/>
                </a:cubicBezTo>
                <a:cubicBezTo>
                  <a:pt x="160833" y="176511"/>
                  <a:pt x="162021" y="174089"/>
                  <a:pt x="163236" y="171824"/>
                </a:cubicBezTo>
                <a:cubicBezTo>
                  <a:pt x="168061" y="162802"/>
                  <a:pt x="172351" y="168344"/>
                  <a:pt x="168843" y="179070"/>
                </a:cubicBezTo>
                <a:lnTo>
                  <a:pt x="166882" y="185045"/>
                </a:lnTo>
                <a:lnTo>
                  <a:pt x="170196" y="187964"/>
                </a:lnTo>
                <a:cubicBezTo>
                  <a:pt x="172222" y="189750"/>
                  <a:pt x="175021" y="190892"/>
                  <a:pt x="177387" y="190919"/>
                </a:cubicBezTo>
                <a:cubicBezTo>
                  <a:pt x="181392" y="190956"/>
                  <a:pt x="182653" y="189032"/>
                  <a:pt x="179431" y="187789"/>
                </a:cubicBezTo>
                <a:cubicBezTo>
                  <a:pt x="178427" y="187402"/>
                  <a:pt x="176844" y="185616"/>
                  <a:pt x="175914" y="183830"/>
                </a:cubicBezTo>
                <a:cubicBezTo>
                  <a:pt x="174109" y="180341"/>
                  <a:pt x="173133" y="171254"/>
                  <a:pt x="174422" y="169974"/>
                </a:cubicBezTo>
                <a:cubicBezTo>
                  <a:pt x="177148" y="167249"/>
                  <a:pt x="183887" y="177551"/>
                  <a:pt x="183887" y="184438"/>
                </a:cubicBezTo>
                <a:cubicBezTo>
                  <a:pt x="183887" y="186546"/>
                  <a:pt x="184964" y="189824"/>
                  <a:pt x="186281" y="191702"/>
                </a:cubicBezTo>
                <a:cubicBezTo>
                  <a:pt x="187643" y="193663"/>
                  <a:pt x="188288" y="194105"/>
                  <a:pt x="187781" y="192742"/>
                </a:cubicBezTo>
                <a:cubicBezTo>
                  <a:pt x="185139" y="185681"/>
                  <a:pt x="185756" y="179733"/>
                  <a:pt x="189006" y="180976"/>
                </a:cubicBezTo>
                <a:cubicBezTo>
                  <a:pt x="191851" y="182072"/>
                  <a:pt x="196767" y="191287"/>
                  <a:pt x="196767" y="195532"/>
                </a:cubicBezTo>
                <a:cubicBezTo>
                  <a:pt x="196767" y="198091"/>
                  <a:pt x="197347" y="199297"/>
                  <a:pt x="198553" y="199297"/>
                </a:cubicBezTo>
                <a:cubicBezTo>
                  <a:pt x="199539" y="199297"/>
                  <a:pt x="200349" y="198478"/>
                  <a:pt x="200349" y="197465"/>
                </a:cubicBezTo>
                <a:close/>
                <a:moveTo>
                  <a:pt x="298079" y="195504"/>
                </a:moveTo>
                <a:cubicBezTo>
                  <a:pt x="299506" y="195062"/>
                  <a:pt x="299478" y="194841"/>
                  <a:pt x="297885" y="194234"/>
                </a:cubicBezTo>
                <a:cubicBezTo>
                  <a:pt x="296734" y="193792"/>
                  <a:pt x="295096" y="194491"/>
                  <a:pt x="293779" y="195974"/>
                </a:cubicBezTo>
                <a:cubicBezTo>
                  <a:pt x="291625" y="198404"/>
                  <a:pt x="291634" y="198432"/>
                  <a:pt x="293963" y="197253"/>
                </a:cubicBezTo>
                <a:cubicBezTo>
                  <a:pt x="295271" y="196590"/>
                  <a:pt x="297121" y="195808"/>
                  <a:pt x="298079" y="195504"/>
                </a:cubicBezTo>
                <a:close/>
                <a:moveTo>
                  <a:pt x="267107" y="191775"/>
                </a:moveTo>
                <a:cubicBezTo>
                  <a:pt x="267125" y="191251"/>
                  <a:pt x="266591" y="191149"/>
                  <a:pt x="265938" y="191554"/>
                </a:cubicBezTo>
                <a:cubicBezTo>
                  <a:pt x="265284" y="191959"/>
                  <a:pt x="264750" y="193193"/>
                  <a:pt x="264759" y="194307"/>
                </a:cubicBezTo>
                <a:cubicBezTo>
                  <a:pt x="264778" y="196038"/>
                  <a:pt x="264943" y="196075"/>
                  <a:pt x="265938" y="194528"/>
                </a:cubicBezTo>
                <a:cubicBezTo>
                  <a:pt x="266573" y="193552"/>
                  <a:pt x="267098" y="192309"/>
                  <a:pt x="267107" y="191775"/>
                </a:cubicBezTo>
                <a:close/>
                <a:moveTo>
                  <a:pt x="156386" y="188525"/>
                </a:moveTo>
                <a:cubicBezTo>
                  <a:pt x="154840" y="187236"/>
                  <a:pt x="152961" y="186187"/>
                  <a:pt x="152216" y="186196"/>
                </a:cubicBezTo>
                <a:cubicBezTo>
                  <a:pt x="151470" y="186196"/>
                  <a:pt x="152464" y="187264"/>
                  <a:pt x="154434" y="188571"/>
                </a:cubicBezTo>
                <a:cubicBezTo>
                  <a:pt x="158992" y="191591"/>
                  <a:pt x="160041" y="191573"/>
                  <a:pt x="156386" y="188525"/>
                </a:cubicBezTo>
                <a:close/>
                <a:moveTo>
                  <a:pt x="147290" y="183591"/>
                </a:moveTo>
                <a:cubicBezTo>
                  <a:pt x="144289" y="181234"/>
                  <a:pt x="144178" y="180875"/>
                  <a:pt x="146010" y="179530"/>
                </a:cubicBezTo>
                <a:cubicBezTo>
                  <a:pt x="147815" y="178214"/>
                  <a:pt x="147456" y="177662"/>
                  <a:pt x="142687" y="174384"/>
                </a:cubicBezTo>
                <a:cubicBezTo>
                  <a:pt x="139750" y="172358"/>
                  <a:pt x="137080" y="170029"/>
                  <a:pt x="136748" y="169201"/>
                </a:cubicBezTo>
                <a:cubicBezTo>
                  <a:pt x="136398" y="168335"/>
                  <a:pt x="136095" y="168648"/>
                  <a:pt x="136049" y="169928"/>
                </a:cubicBezTo>
                <a:cubicBezTo>
                  <a:pt x="135993" y="171152"/>
                  <a:pt x="137558" y="173988"/>
                  <a:pt x="139529" y="176225"/>
                </a:cubicBezTo>
                <a:cubicBezTo>
                  <a:pt x="141499" y="178472"/>
                  <a:pt x="143101" y="181105"/>
                  <a:pt x="143101" y="182090"/>
                </a:cubicBezTo>
                <a:cubicBezTo>
                  <a:pt x="143101" y="183075"/>
                  <a:pt x="144316" y="184364"/>
                  <a:pt x="145789" y="184953"/>
                </a:cubicBezTo>
                <a:cubicBezTo>
                  <a:pt x="150264" y="186758"/>
                  <a:pt x="150752" y="186316"/>
                  <a:pt x="147290" y="183591"/>
                </a:cubicBezTo>
                <a:close/>
                <a:moveTo>
                  <a:pt x="125194" y="177210"/>
                </a:moveTo>
                <a:cubicBezTo>
                  <a:pt x="124365" y="176216"/>
                  <a:pt x="123371" y="175700"/>
                  <a:pt x="122993" y="176087"/>
                </a:cubicBezTo>
                <a:cubicBezTo>
                  <a:pt x="122616" y="176465"/>
                  <a:pt x="123095" y="177275"/>
                  <a:pt x="124061" y="177882"/>
                </a:cubicBezTo>
                <a:cubicBezTo>
                  <a:pt x="126584" y="179475"/>
                  <a:pt x="126915" y="179282"/>
                  <a:pt x="125194" y="177210"/>
                </a:cubicBezTo>
                <a:close/>
                <a:moveTo>
                  <a:pt x="199879" y="169808"/>
                </a:moveTo>
                <a:cubicBezTo>
                  <a:pt x="199483" y="169412"/>
                  <a:pt x="199198" y="170121"/>
                  <a:pt x="199253" y="171373"/>
                </a:cubicBezTo>
                <a:cubicBezTo>
                  <a:pt x="199308" y="172764"/>
                  <a:pt x="199585" y="173049"/>
                  <a:pt x="199971" y="172101"/>
                </a:cubicBezTo>
                <a:cubicBezTo>
                  <a:pt x="200312" y="171235"/>
                  <a:pt x="200275" y="170204"/>
                  <a:pt x="199879" y="169808"/>
                </a:cubicBezTo>
                <a:close/>
                <a:moveTo>
                  <a:pt x="209169" y="170876"/>
                </a:moveTo>
                <a:cubicBezTo>
                  <a:pt x="209509" y="170333"/>
                  <a:pt x="209021" y="169882"/>
                  <a:pt x="208101" y="169882"/>
                </a:cubicBezTo>
                <a:cubicBezTo>
                  <a:pt x="207171" y="169882"/>
                  <a:pt x="206692" y="170333"/>
                  <a:pt x="207033" y="170876"/>
                </a:cubicBezTo>
                <a:cubicBezTo>
                  <a:pt x="207364" y="171429"/>
                  <a:pt x="207852" y="171870"/>
                  <a:pt x="208101" y="171870"/>
                </a:cubicBezTo>
                <a:cubicBezTo>
                  <a:pt x="208349" y="171870"/>
                  <a:pt x="208828" y="171429"/>
                  <a:pt x="209169" y="170876"/>
                </a:cubicBezTo>
                <a:close/>
                <a:moveTo>
                  <a:pt x="263507" y="162111"/>
                </a:moveTo>
                <a:cubicBezTo>
                  <a:pt x="263572" y="155943"/>
                  <a:pt x="265551" y="151201"/>
                  <a:pt x="267724" y="152030"/>
                </a:cubicBezTo>
                <a:cubicBezTo>
                  <a:pt x="269528" y="152721"/>
                  <a:pt x="270725" y="151119"/>
                  <a:pt x="274426" y="143100"/>
                </a:cubicBezTo>
                <a:cubicBezTo>
                  <a:pt x="276360" y="138911"/>
                  <a:pt x="276351" y="138791"/>
                  <a:pt x="274123" y="139371"/>
                </a:cubicBezTo>
                <a:cubicBezTo>
                  <a:pt x="272861" y="139702"/>
                  <a:pt x="271241" y="141111"/>
                  <a:pt x="270523" y="142510"/>
                </a:cubicBezTo>
                <a:cubicBezTo>
                  <a:pt x="269814" y="143901"/>
                  <a:pt x="267752" y="146653"/>
                  <a:pt x="265947" y="148624"/>
                </a:cubicBezTo>
                <a:cubicBezTo>
                  <a:pt x="263627" y="151146"/>
                  <a:pt x="262458" y="153945"/>
                  <a:pt x="261979" y="158162"/>
                </a:cubicBezTo>
                <a:cubicBezTo>
                  <a:pt x="261601" y="161439"/>
                  <a:pt x="260957" y="165997"/>
                  <a:pt x="260561" y="168298"/>
                </a:cubicBezTo>
                <a:cubicBezTo>
                  <a:pt x="259834" y="172460"/>
                  <a:pt x="259834" y="172469"/>
                  <a:pt x="261647" y="169486"/>
                </a:cubicBezTo>
                <a:cubicBezTo>
                  <a:pt x="262651" y="167847"/>
                  <a:pt x="263489" y="164533"/>
                  <a:pt x="263507" y="162111"/>
                </a:cubicBezTo>
                <a:close/>
                <a:moveTo>
                  <a:pt x="215853" y="165343"/>
                </a:moveTo>
                <a:cubicBezTo>
                  <a:pt x="215853" y="165030"/>
                  <a:pt x="214205" y="163925"/>
                  <a:pt x="212189" y="162885"/>
                </a:cubicBezTo>
                <a:cubicBezTo>
                  <a:pt x="203949" y="158622"/>
                  <a:pt x="216240" y="155372"/>
                  <a:pt x="224958" y="159506"/>
                </a:cubicBezTo>
                <a:cubicBezTo>
                  <a:pt x="229065" y="161458"/>
                  <a:pt x="232232" y="160804"/>
                  <a:pt x="228936" y="158696"/>
                </a:cubicBezTo>
                <a:cubicBezTo>
                  <a:pt x="224894" y="156099"/>
                  <a:pt x="214509" y="153494"/>
                  <a:pt x="213662" y="154866"/>
                </a:cubicBezTo>
                <a:cubicBezTo>
                  <a:pt x="213201" y="155611"/>
                  <a:pt x="211360" y="156781"/>
                  <a:pt x="209565" y="157462"/>
                </a:cubicBezTo>
                <a:cubicBezTo>
                  <a:pt x="206213" y="158733"/>
                  <a:pt x="205026" y="162332"/>
                  <a:pt x="207953" y="162332"/>
                </a:cubicBezTo>
                <a:cubicBezTo>
                  <a:pt x="208856" y="162332"/>
                  <a:pt x="210264" y="163143"/>
                  <a:pt x="211084" y="164118"/>
                </a:cubicBezTo>
                <a:cubicBezTo>
                  <a:pt x="212456" y="165776"/>
                  <a:pt x="215853" y="166650"/>
                  <a:pt x="215853" y="165343"/>
                </a:cubicBezTo>
                <a:close/>
                <a:moveTo>
                  <a:pt x="257587" y="150695"/>
                </a:moveTo>
                <a:cubicBezTo>
                  <a:pt x="257587" y="141037"/>
                  <a:pt x="257385" y="140153"/>
                  <a:pt x="254936" y="139067"/>
                </a:cubicBezTo>
                <a:cubicBezTo>
                  <a:pt x="253472" y="138413"/>
                  <a:pt x="251152" y="136195"/>
                  <a:pt x="249771" y="134123"/>
                </a:cubicBezTo>
                <a:lnTo>
                  <a:pt x="247248" y="130367"/>
                </a:lnTo>
                <a:lnTo>
                  <a:pt x="245757" y="134519"/>
                </a:lnTo>
                <a:cubicBezTo>
                  <a:pt x="244928" y="136793"/>
                  <a:pt x="244569" y="138975"/>
                  <a:pt x="244956" y="139371"/>
                </a:cubicBezTo>
                <a:cubicBezTo>
                  <a:pt x="245342" y="139758"/>
                  <a:pt x="245664" y="139445"/>
                  <a:pt x="245664" y="138680"/>
                </a:cubicBezTo>
                <a:cubicBezTo>
                  <a:pt x="245664" y="137916"/>
                  <a:pt x="246659" y="137290"/>
                  <a:pt x="247865" y="137290"/>
                </a:cubicBezTo>
                <a:cubicBezTo>
                  <a:pt x="250912" y="137290"/>
                  <a:pt x="254420" y="145503"/>
                  <a:pt x="254374" y="152536"/>
                </a:cubicBezTo>
                <a:cubicBezTo>
                  <a:pt x="254337" y="157361"/>
                  <a:pt x="255553" y="161145"/>
                  <a:pt x="257136" y="161145"/>
                </a:cubicBezTo>
                <a:cubicBezTo>
                  <a:pt x="257385" y="161145"/>
                  <a:pt x="257587" y="156440"/>
                  <a:pt x="257587" y="150695"/>
                </a:cubicBezTo>
                <a:close/>
                <a:moveTo>
                  <a:pt x="296099" y="155704"/>
                </a:moveTo>
                <a:cubicBezTo>
                  <a:pt x="296707" y="152490"/>
                  <a:pt x="296320" y="151809"/>
                  <a:pt x="292831" y="149931"/>
                </a:cubicBezTo>
                <a:cubicBezTo>
                  <a:pt x="287785" y="147215"/>
                  <a:pt x="285465" y="147731"/>
                  <a:pt x="282648" y="152196"/>
                </a:cubicBezTo>
                <a:lnTo>
                  <a:pt x="280392" y="155777"/>
                </a:lnTo>
                <a:lnTo>
                  <a:pt x="284582" y="156081"/>
                </a:lnTo>
                <a:cubicBezTo>
                  <a:pt x="286883" y="156247"/>
                  <a:pt x="290198" y="157140"/>
                  <a:pt x="291956" y="158060"/>
                </a:cubicBezTo>
                <a:cubicBezTo>
                  <a:pt x="293715" y="158981"/>
                  <a:pt x="295215" y="159653"/>
                  <a:pt x="295280" y="159543"/>
                </a:cubicBezTo>
                <a:cubicBezTo>
                  <a:pt x="295353" y="159441"/>
                  <a:pt x="295722" y="157711"/>
                  <a:pt x="296099" y="155704"/>
                </a:cubicBezTo>
                <a:close/>
                <a:moveTo>
                  <a:pt x="236789" y="156928"/>
                </a:moveTo>
                <a:cubicBezTo>
                  <a:pt x="235519" y="155971"/>
                  <a:pt x="233935" y="155179"/>
                  <a:pt x="233281" y="155179"/>
                </a:cubicBezTo>
                <a:cubicBezTo>
                  <a:pt x="232628" y="155179"/>
                  <a:pt x="233134" y="155971"/>
                  <a:pt x="234405" y="156928"/>
                </a:cubicBezTo>
                <a:cubicBezTo>
                  <a:pt x="235675" y="157895"/>
                  <a:pt x="237259" y="158677"/>
                  <a:pt x="237912" y="158677"/>
                </a:cubicBezTo>
                <a:cubicBezTo>
                  <a:pt x="238566" y="158677"/>
                  <a:pt x="238060" y="157895"/>
                  <a:pt x="236789" y="156928"/>
                </a:cubicBezTo>
                <a:close/>
                <a:moveTo>
                  <a:pt x="228457" y="152168"/>
                </a:moveTo>
                <a:cubicBezTo>
                  <a:pt x="227196" y="151211"/>
                  <a:pt x="225870" y="150723"/>
                  <a:pt x="225511" y="151082"/>
                </a:cubicBezTo>
                <a:cubicBezTo>
                  <a:pt x="224765" y="151828"/>
                  <a:pt x="227794" y="153954"/>
                  <a:pt x="229562" y="153927"/>
                </a:cubicBezTo>
                <a:cubicBezTo>
                  <a:pt x="230225" y="153917"/>
                  <a:pt x="229728" y="153126"/>
                  <a:pt x="228457" y="152168"/>
                </a:cubicBezTo>
                <a:close/>
                <a:moveTo>
                  <a:pt x="315507" y="151468"/>
                </a:moveTo>
                <a:cubicBezTo>
                  <a:pt x="316013" y="150649"/>
                  <a:pt x="318748" y="150336"/>
                  <a:pt x="322615" y="150658"/>
                </a:cubicBezTo>
                <a:cubicBezTo>
                  <a:pt x="327494" y="151063"/>
                  <a:pt x="328774" y="150824"/>
                  <a:pt x="328304" y="149600"/>
                </a:cubicBezTo>
                <a:cubicBezTo>
                  <a:pt x="327964" y="148734"/>
                  <a:pt x="326656" y="148025"/>
                  <a:pt x="325386" y="148025"/>
                </a:cubicBezTo>
                <a:cubicBezTo>
                  <a:pt x="324125" y="148025"/>
                  <a:pt x="321077" y="147003"/>
                  <a:pt x="318628" y="145751"/>
                </a:cubicBezTo>
                <a:cubicBezTo>
                  <a:pt x="315664" y="144241"/>
                  <a:pt x="312994" y="143726"/>
                  <a:pt x="310627" y="144223"/>
                </a:cubicBezTo>
                <a:lnTo>
                  <a:pt x="307083" y="144959"/>
                </a:lnTo>
                <a:lnTo>
                  <a:pt x="311254" y="145595"/>
                </a:lnTo>
                <a:cubicBezTo>
                  <a:pt x="316216" y="146359"/>
                  <a:pt x="316787" y="149056"/>
                  <a:pt x="312450" y="151248"/>
                </a:cubicBezTo>
                <a:cubicBezTo>
                  <a:pt x="309596" y="152693"/>
                  <a:pt x="309578" y="152757"/>
                  <a:pt x="312082" y="152776"/>
                </a:cubicBezTo>
                <a:cubicBezTo>
                  <a:pt x="313518" y="152785"/>
                  <a:pt x="315056" y="152196"/>
                  <a:pt x="315507" y="151468"/>
                </a:cubicBezTo>
                <a:close/>
                <a:moveTo>
                  <a:pt x="303667" y="147436"/>
                </a:moveTo>
                <a:lnTo>
                  <a:pt x="307083" y="145650"/>
                </a:lnTo>
                <a:lnTo>
                  <a:pt x="303897" y="145650"/>
                </a:lnTo>
                <a:cubicBezTo>
                  <a:pt x="299137" y="145631"/>
                  <a:pt x="296339" y="146902"/>
                  <a:pt x="298336" y="148172"/>
                </a:cubicBezTo>
                <a:cubicBezTo>
                  <a:pt x="300316" y="149425"/>
                  <a:pt x="299681" y="149517"/>
                  <a:pt x="303667" y="147436"/>
                </a:cubicBezTo>
                <a:close/>
                <a:moveTo>
                  <a:pt x="209104" y="144987"/>
                </a:moveTo>
                <a:cubicBezTo>
                  <a:pt x="208718" y="143974"/>
                  <a:pt x="208147" y="143403"/>
                  <a:pt x="207834" y="143716"/>
                </a:cubicBezTo>
                <a:cubicBezTo>
                  <a:pt x="207521" y="144029"/>
                  <a:pt x="207622" y="144858"/>
                  <a:pt x="208046" y="145558"/>
                </a:cubicBezTo>
                <a:cubicBezTo>
                  <a:pt x="209224" y="147464"/>
                  <a:pt x="209915" y="147095"/>
                  <a:pt x="209104" y="144987"/>
                </a:cubicBezTo>
                <a:close/>
                <a:moveTo>
                  <a:pt x="138663" y="140246"/>
                </a:moveTo>
                <a:cubicBezTo>
                  <a:pt x="135294" y="137889"/>
                  <a:pt x="131639" y="129207"/>
                  <a:pt x="133305" y="127531"/>
                </a:cubicBezTo>
                <a:cubicBezTo>
                  <a:pt x="134281" y="126555"/>
                  <a:pt x="135441" y="126730"/>
                  <a:pt x="137678" y="128194"/>
                </a:cubicBezTo>
                <a:cubicBezTo>
                  <a:pt x="140321" y="129934"/>
                  <a:pt x="140716" y="129952"/>
                  <a:pt x="140716" y="128378"/>
                </a:cubicBezTo>
                <a:cubicBezTo>
                  <a:pt x="140716" y="127375"/>
                  <a:pt x="139971" y="126555"/>
                  <a:pt x="139059" y="126555"/>
                </a:cubicBezTo>
                <a:cubicBezTo>
                  <a:pt x="137135" y="126555"/>
                  <a:pt x="133563" y="118361"/>
                  <a:pt x="133563" y="113924"/>
                </a:cubicBezTo>
                <a:cubicBezTo>
                  <a:pt x="133563" y="111401"/>
                  <a:pt x="133296" y="111152"/>
                  <a:pt x="131988" y="112460"/>
                </a:cubicBezTo>
                <a:cubicBezTo>
                  <a:pt x="130948" y="113500"/>
                  <a:pt x="130451" y="116907"/>
                  <a:pt x="130534" y="122385"/>
                </a:cubicBezTo>
                <a:cubicBezTo>
                  <a:pt x="130635" y="129280"/>
                  <a:pt x="131252" y="131766"/>
                  <a:pt x="134106" y="136692"/>
                </a:cubicBezTo>
                <a:cubicBezTo>
                  <a:pt x="139216" y="145521"/>
                  <a:pt x="140035" y="146451"/>
                  <a:pt x="140532" y="143928"/>
                </a:cubicBezTo>
                <a:cubicBezTo>
                  <a:pt x="140753" y="142777"/>
                  <a:pt x="139915" y="141120"/>
                  <a:pt x="138663" y="140246"/>
                </a:cubicBezTo>
                <a:close/>
                <a:moveTo>
                  <a:pt x="222694" y="141240"/>
                </a:moveTo>
                <a:cubicBezTo>
                  <a:pt x="221589" y="140126"/>
                  <a:pt x="220346" y="139555"/>
                  <a:pt x="219932" y="139969"/>
                </a:cubicBezTo>
                <a:cubicBezTo>
                  <a:pt x="218762" y="141139"/>
                  <a:pt x="220558" y="143256"/>
                  <a:pt x="222740" y="143256"/>
                </a:cubicBezTo>
                <a:cubicBezTo>
                  <a:pt x="224553" y="143256"/>
                  <a:pt x="224553" y="143100"/>
                  <a:pt x="222694" y="141240"/>
                </a:cubicBezTo>
                <a:close/>
                <a:moveTo>
                  <a:pt x="299984" y="140374"/>
                </a:moveTo>
                <a:cubicBezTo>
                  <a:pt x="302231" y="138736"/>
                  <a:pt x="302194" y="138607"/>
                  <a:pt x="299027" y="136112"/>
                </a:cubicBezTo>
                <a:cubicBezTo>
                  <a:pt x="297222" y="134694"/>
                  <a:pt x="295713" y="132641"/>
                  <a:pt x="295666" y="131536"/>
                </a:cubicBezTo>
                <a:cubicBezTo>
                  <a:pt x="295620" y="130440"/>
                  <a:pt x="294819" y="131628"/>
                  <a:pt x="293880" y="134188"/>
                </a:cubicBezTo>
                <a:cubicBezTo>
                  <a:pt x="292941" y="136738"/>
                  <a:pt x="291579" y="139555"/>
                  <a:pt x="290833" y="140448"/>
                </a:cubicBezTo>
                <a:cubicBezTo>
                  <a:pt x="289756" y="141746"/>
                  <a:pt x="290281" y="142059"/>
                  <a:pt x="293586" y="142059"/>
                </a:cubicBezTo>
                <a:cubicBezTo>
                  <a:pt x="295841" y="142059"/>
                  <a:pt x="298714" y="141304"/>
                  <a:pt x="299984" y="140374"/>
                </a:cubicBezTo>
                <a:close/>
                <a:moveTo>
                  <a:pt x="212833" y="134510"/>
                </a:moveTo>
                <a:cubicBezTo>
                  <a:pt x="212308" y="130671"/>
                  <a:pt x="212603" y="128958"/>
                  <a:pt x="213975" y="127826"/>
                </a:cubicBezTo>
                <a:cubicBezTo>
                  <a:pt x="215531" y="126528"/>
                  <a:pt x="216129" y="126859"/>
                  <a:pt x="217915" y="129998"/>
                </a:cubicBezTo>
                <a:cubicBezTo>
                  <a:pt x="219075" y="132033"/>
                  <a:pt x="220917" y="133700"/>
                  <a:pt x="222012" y="133709"/>
                </a:cubicBezTo>
                <a:cubicBezTo>
                  <a:pt x="223108" y="133709"/>
                  <a:pt x="224876" y="134049"/>
                  <a:pt x="225944" y="134455"/>
                </a:cubicBezTo>
                <a:cubicBezTo>
                  <a:pt x="227582" y="135090"/>
                  <a:pt x="227490" y="134372"/>
                  <a:pt x="225327" y="129934"/>
                </a:cubicBezTo>
                <a:cubicBezTo>
                  <a:pt x="222887" y="124916"/>
                  <a:pt x="222270" y="124484"/>
                  <a:pt x="212695" y="121234"/>
                </a:cubicBezTo>
                <a:cubicBezTo>
                  <a:pt x="203037" y="117956"/>
                  <a:pt x="202531" y="117901"/>
                  <a:pt x="200588" y="119945"/>
                </a:cubicBezTo>
                <a:cubicBezTo>
                  <a:pt x="199087" y="121510"/>
                  <a:pt x="198949" y="122219"/>
                  <a:pt x="200045" y="122624"/>
                </a:cubicBezTo>
                <a:cubicBezTo>
                  <a:pt x="200873" y="122928"/>
                  <a:pt x="201555" y="125147"/>
                  <a:pt x="201573" y="127549"/>
                </a:cubicBezTo>
                <a:cubicBezTo>
                  <a:pt x="201628" y="133700"/>
                  <a:pt x="206112" y="138570"/>
                  <a:pt x="212603" y="139537"/>
                </a:cubicBezTo>
                <a:cubicBezTo>
                  <a:pt x="213118" y="139610"/>
                  <a:pt x="213220" y="137355"/>
                  <a:pt x="212833" y="134510"/>
                </a:cubicBezTo>
                <a:close/>
                <a:moveTo>
                  <a:pt x="334206" y="137695"/>
                </a:moveTo>
                <a:cubicBezTo>
                  <a:pt x="333387" y="137364"/>
                  <a:pt x="332052" y="137364"/>
                  <a:pt x="331232" y="137695"/>
                </a:cubicBezTo>
                <a:cubicBezTo>
                  <a:pt x="330413" y="138027"/>
                  <a:pt x="331076" y="138294"/>
                  <a:pt x="332724" y="138294"/>
                </a:cubicBezTo>
                <a:cubicBezTo>
                  <a:pt x="334363" y="138294"/>
                  <a:pt x="335035" y="138027"/>
                  <a:pt x="334206" y="137695"/>
                </a:cubicBezTo>
                <a:close/>
                <a:moveTo>
                  <a:pt x="151912" y="130809"/>
                </a:moveTo>
                <a:cubicBezTo>
                  <a:pt x="151571" y="129916"/>
                  <a:pt x="150034" y="128949"/>
                  <a:pt x="148505" y="128654"/>
                </a:cubicBezTo>
                <a:cubicBezTo>
                  <a:pt x="146194" y="128212"/>
                  <a:pt x="145596" y="128728"/>
                  <a:pt x="145007" y="131637"/>
                </a:cubicBezTo>
                <a:cubicBezTo>
                  <a:pt x="144620" y="133571"/>
                  <a:pt x="144611" y="135642"/>
                  <a:pt x="144979" y="136241"/>
                </a:cubicBezTo>
                <a:cubicBezTo>
                  <a:pt x="146001" y="137889"/>
                  <a:pt x="152639" y="132696"/>
                  <a:pt x="151912" y="130809"/>
                </a:cubicBezTo>
                <a:close/>
                <a:moveTo>
                  <a:pt x="278680" y="129087"/>
                </a:moveTo>
                <a:cubicBezTo>
                  <a:pt x="282077" y="127338"/>
                  <a:pt x="285889" y="127384"/>
                  <a:pt x="286487" y="129170"/>
                </a:cubicBezTo>
                <a:cubicBezTo>
                  <a:pt x="287408" y="131932"/>
                  <a:pt x="291275" y="119890"/>
                  <a:pt x="292278" y="111134"/>
                </a:cubicBezTo>
                <a:cubicBezTo>
                  <a:pt x="293521" y="100344"/>
                  <a:pt x="292343" y="97886"/>
                  <a:pt x="287703" y="101531"/>
                </a:cubicBezTo>
                <a:cubicBezTo>
                  <a:pt x="284084" y="104385"/>
                  <a:pt x="272990" y="104864"/>
                  <a:pt x="270836" y="102268"/>
                </a:cubicBezTo>
                <a:cubicBezTo>
                  <a:pt x="269077" y="100150"/>
                  <a:pt x="270845" y="98677"/>
                  <a:pt x="277529" y="96689"/>
                </a:cubicBezTo>
                <a:cubicBezTo>
                  <a:pt x="283863" y="94810"/>
                  <a:pt x="283072" y="93310"/>
                  <a:pt x="275752" y="93291"/>
                </a:cubicBezTo>
                <a:cubicBezTo>
                  <a:pt x="272650" y="93291"/>
                  <a:pt x="269040" y="93126"/>
                  <a:pt x="267724" y="92923"/>
                </a:cubicBezTo>
                <a:cubicBezTo>
                  <a:pt x="266076" y="92684"/>
                  <a:pt x="265441" y="93172"/>
                  <a:pt x="265662" y="94525"/>
                </a:cubicBezTo>
                <a:cubicBezTo>
                  <a:pt x="265837" y="95593"/>
                  <a:pt x="265063" y="96827"/>
                  <a:pt x="263940" y="97259"/>
                </a:cubicBezTo>
                <a:cubicBezTo>
                  <a:pt x="262264" y="97895"/>
                  <a:pt x="262633" y="98475"/>
                  <a:pt x="266002" y="100491"/>
                </a:cubicBezTo>
                <a:cubicBezTo>
                  <a:pt x="268267" y="101844"/>
                  <a:pt x="271600" y="104358"/>
                  <a:pt x="273432" y="106070"/>
                </a:cubicBezTo>
                <a:cubicBezTo>
                  <a:pt x="277244" y="109661"/>
                  <a:pt x="277050" y="113426"/>
                  <a:pt x="272677" y="120598"/>
                </a:cubicBezTo>
                <a:cubicBezTo>
                  <a:pt x="271269" y="122891"/>
                  <a:pt x="270302" y="125303"/>
                  <a:pt x="270523" y="125957"/>
                </a:cubicBezTo>
                <a:cubicBezTo>
                  <a:pt x="270744" y="126620"/>
                  <a:pt x="270928" y="128940"/>
                  <a:pt x="270937" y="131122"/>
                </a:cubicBezTo>
                <a:lnTo>
                  <a:pt x="270946" y="135099"/>
                </a:lnTo>
                <a:lnTo>
                  <a:pt x="273506" y="132760"/>
                </a:lnTo>
                <a:cubicBezTo>
                  <a:pt x="274924" y="131481"/>
                  <a:pt x="277244" y="129833"/>
                  <a:pt x="278680" y="129087"/>
                </a:cubicBezTo>
                <a:close/>
                <a:moveTo>
                  <a:pt x="264722" y="128645"/>
                </a:moveTo>
                <a:cubicBezTo>
                  <a:pt x="264741" y="128148"/>
                  <a:pt x="264207" y="127752"/>
                  <a:pt x="263553" y="127752"/>
                </a:cubicBezTo>
                <a:cubicBezTo>
                  <a:pt x="262900" y="127752"/>
                  <a:pt x="262366" y="128958"/>
                  <a:pt x="262375" y="130431"/>
                </a:cubicBezTo>
                <a:cubicBezTo>
                  <a:pt x="262393" y="132604"/>
                  <a:pt x="262614" y="132770"/>
                  <a:pt x="263553" y="131324"/>
                </a:cubicBezTo>
                <a:cubicBezTo>
                  <a:pt x="264188" y="130339"/>
                  <a:pt x="264713" y="129133"/>
                  <a:pt x="264722" y="128645"/>
                </a:cubicBezTo>
                <a:close/>
                <a:moveTo>
                  <a:pt x="257385" y="120948"/>
                </a:moveTo>
                <a:cubicBezTo>
                  <a:pt x="256528" y="119917"/>
                  <a:pt x="253444" y="118048"/>
                  <a:pt x="250526" y="116805"/>
                </a:cubicBezTo>
                <a:cubicBezTo>
                  <a:pt x="247607" y="115553"/>
                  <a:pt x="244514" y="113518"/>
                  <a:pt x="243648" y="112294"/>
                </a:cubicBezTo>
                <a:cubicBezTo>
                  <a:pt x="242184" y="110195"/>
                  <a:pt x="241798" y="110167"/>
                  <a:pt x="237388" y="111898"/>
                </a:cubicBezTo>
                <a:cubicBezTo>
                  <a:pt x="231514" y="114209"/>
                  <a:pt x="230667" y="116308"/>
                  <a:pt x="233696" y="121040"/>
                </a:cubicBezTo>
                <a:cubicBezTo>
                  <a:pt x="235012" y="123093"/>
                  <a:pt x="236089" y="124097"/>
                  <a:pt x="236108" y="123278"/>
                </a:cubicBezTo>
                <a:cubicBezTo>
                  <a:pt x="236145" y="120497"/>
                  <a:pt x="239809" y="121768"/>
                  <a:pt x="241245" y="125064"/>
                </a:cubicBezTo>
                <a:cubicBezTo>
                  <a:pt x="243381" y="129952"/>
                  <a:pt x="246456" y="129630"/>
                  <a:pt x="245867" y="124594"/>
                </a:cubicBezTo>
                <a:cubicBezTo>
                  <a:pt x="245499" y="121409"/>
                  <a:pt x="245830" y="120598"/>
                  <a:pt x="247478" y="120598"/>
                </a:cubicBezTo>
                <a:cubicBezTo>
                  <a:pt x="249651" y="120598"/>
                  <a:pt x="257440" y="128093"/>
                  <a:pt x="257790" y="130514"/>
                </a:cubicBezTo>
                <a:cubicBezTo>
                  <a:pt x="257900" y="131287"/>
                  <a:pt x="258204" y="129870"/>
                  <a:pt x="258462" y="127365"/>
                </a:cubicBezTo>
                <a:cubicBezTo>
                  <a:pt x="258738" y="124714"/>
                  <a:pt x="258287" y="122035"/>
                  <a:pt x="257385" y="120948"/>
                </a:cubicBezTo>
                <a:close/>
                <a:moveTo>
                  <a:pt x="184218" y="127853"/>
                </a:moveTo>
                <a:cubicBezTo>
                  <a:pt x="185977" y="127172"/>
                  <a:pt x="184937" y="126721"/>
                  <a:pt x="180131" y="126086"/>
                </a:cubicBezTo>
                <a:cubicBezTo>
                  <a:pt x="173170" y="125156"/>
                  <a:pt x="169340" y="123600"/>
                  <a:pt x="169340" y="121685"/>
                </a:cubicBezTo>
                <a:cubicBezTo>
                  <a:pt x="169340" y="118048"/>
                  <a:pt x="188536" y="115231"/>
                  <a:pt x="191713" y="118398"/>
                </a:cubicBezTo>
                <a:cubicBezTo>
                  <a:pt x="192753" y="119448"/>
                  <a:pt x="193536" y="119411"/>
                  <a:pt x="194926" y="118251"/>
                </a:cubicBezTo>
                <a:cubicBezTo>
                  <a:pt x="195939" y="117413"/>
                  <a:pt x="196767" y="116317"/>
                  <a:pt x="196767" y="115820"/>
                </a:cubicBezTo>
                <a:cubicBezTo>
                  <a:pt x="196767" y="114402"/>
                  <a:pt x="186787" y="112248"/>
                  <a:pt x="180186" y="112248"/>
                </a:cubicBezTo>
                <a:cubicBezTo>
                  <a:pt x="175426" y="112248"/>
                  <a:pt x="173934" y="112736"/>
                  <a:pt x="172922" y="114623"/>
                </a:cubicBezTo>
                <a:cubicBezTo>
                  <a:pt x="172231" y="115921"/>
                  <a:pt x="170196" y="117790"/>
                  <a:pt x="168410" y="118776"/>
                </a:cubicBezTo>
                <a:cubicBezTo>
                  <a:pt x="166624" y="119751"/>
                  <a:pt x="163715" y="121768"/>
                  <a:pt x="161947" y="123259"/>
                </a:cubicBezTo>
                <a:lnTo>
                  <a:pt x="158725" y="125957"/>
                </a:lnTo>
                <a:lnTo>
                  <a:pt x="165234" y="126021"/>
                </a:lnTo>
                <a:cubicBezTo>
                  <a:pt x="168806" y="126058"/>
                  <a:pt x="172379" y="126730"/>
                  <a:pt x="173161" y="127513"/>
                </a:cubicBezTo>
                <a:cubicBezTo>
                  <a:pt x="174745" y="129096"/>
                  <a:pt x="180582" y="129280"/>
                  <a:pt x="184218" y="127853"/>
                </a:cubicBezTo>
                <a:close/>
                <a:moveTo>
                  <a:pt x="304376" y="122790"/>
                </a:moveTo>
                <a:cubicBezTo>
                  <a:pt x="303768" y="120470"/>
                  <a:pt x="303796" y="116640"/>
                  <a:pt x="304431" y="113620"/>
                </a:cubicBezTo>
                <a:cubicBezTo>
                  <a:pt x="305868" y="106871"/>
                  <a:pt x="304091" y="104827"/>
                  <a:pt x="300841" y="109468"/>
                </a:cubicBezTo>
                <a:cubicBezTo>
                  <a:pt x="297664" y="114006"/>
                  <a:pt x="296836" y="119024"/>
                  <a:pt x="298981" y="120801"/>
                </a:cubicBezTo>
                <a:cubicBezTo>
                  <a:pt x="299911" y="121574"/>
                  <a:pt x="301531" y="123858"/>
                  <a:pt x="302581" y="125874"/>
                </a:cubicBezTo>
                <a:cubicBezTo>
                  <a:pt x="304827" y="130201"/>
                  <a:pt x="305849" y="128452"/>
                  <a:pt x="304376" y="122790"/>
                </a:cubicBezTo>
                <a:close/>
                <a:moveTo>
                  <a:pt x="153882" y="116179"/>
                </a:moveTo>
                <a:cubicBezTo>
                  <a:pt x="155549" y="114697"/>
                  <a:pt x="159029" y="112441"/>
                  <a:pt x="161625" y="111180"/>
                </a:cubicBezTo>
                <a:lnTo>
                  <a:pt x="166348" y="108888"/>
                </a:lnTo>
                <a:lnTo>
                  <a:pt x="161874" y="108050"/>
                </a:lnTo>
                <a:cubicBezTo>
                  <a:pt x="158762" y="107460"/>
                  <a:pt x="156175" y="107792"/>
                  <a:pt x="153357" y="109136"/>
                </a:cubicBezTo>
                <a:cubicBezTo>
                  <a:pt x="151129" y="110186"/>
                  <a:pt x="147373" y="111051"/>
                  <a:pt x="145016" y="111051"/>
                </a:cubicBezTo>
                <a:cubicBezTo>
                  <a:pt x="140155" y="111051"/>
                  <a:pt x="139639" y="112358"/>
                  <a:pt x="143101" y="115820"/>
                </a:cubicBezTo>
                <a:cubicBezTo>
                  <a:pt x="144418" y="117137"/>
                  <a:pt x="145495" y="119365"/>
                  <a:pt x="145495" y="120783"/>
                </a:cubicBezTo>
                <a:cubicBezTo>
                  <a:pt x="145495" y="123618"/>
                  <a:pt x="145605" y="123563"/>
                  <a:pt x="153882" y="116179"/>
                </a:cubicBezTo>
                <a:close/>
                <a:moveTo>
                  <a:pt x="266186" y="111217"/>
                </a:moveTo>
                <a:cubicBezTo>
                  <a:pt x="261786" y="108980"/>
                  <a:pt x="257587" y="105012"/>
                  <a:pt x="257587" y="103097"/>
                </a:cubicBezTo>
                <a:cubicBezTo>
                  <a:pt x="257587" y="100859"/>
                  <a:pt x="255120" y="101182"/>
                  <a:pt x="251630" y="103851"/>
                </a:cubicBezTo>
                <a:cubicBezTo>
                  <a:pt x="248979" y="105895"/>
                  <a:pt x="248887" y="106218"/>
                  <a:pt x="250756" y="106936"/>
                </a:cubicBezTo>
                <a:cubicBezTo>
                  <a:pt x="251907" y="107378"/>
                  <a:pt x="253591" y="107129"/>
                  <a:pt x="254494" y="106383"/>
                </a:cubicBezTo>
                <a:cubicBezTo>
                  <a:pt x="255792" y="105297"/>
                  <a:pt x="256906" y="105987"/>
                  <a:pt x="259843" y="109698"/>
                </a:cubicBezTo>
                <a:cubicBezTo>
                  <a:pt x="263885" y="114798"/>
                  <a:pt x="264345" y="116833"/>
                  <a:pt x="262062" y="119429"/>
                </a:cubicBezTo>
                <a:cubicBezTo>
                  <a:pt x="261242" y="120359"/>
                  <a:pt x="262559" y="119263"/>
                  <a:pt x="264999" y="116989"/>
                </a:cubicBezTo>
                <a:lnTo>
                  <a:pt x="269418" y="112856"/>
                </a:lnTo>
                <a:lnTo>
                  <a:pt x="266186" y="111217"/>
                </a:lnTo>
                <a:close/>
                <a:moveTo>
                  <a:pt x="215742" y="110876"/>
                </a:moveTo>
                <a:cubicBezTo>
                  <a:pt x="214288" y="108022"/>
                  <a:pt x="212870" y="106319"/>
                  <a:pt x="212612" y="107092"/>
                </a:cubicBezTo>
                <a:cubicBezTo>
                  <a:pt x="212152" y="108455"/>
                  <a:pt x="217216" y="117247"/>
                  <a:pt x="218007" y="116455"/>
                </a:cubicBezTo>
                <a:cubicBezTo>
                  <a:pt x="218228" y="116234"/>
                  <a:pt x="217206" y="113721"/>
                  <a:pt x="215742" y="110876"/>
                </a:cubicBezTo>
                <a:close/>
                <a:moveTo>
                  <a:pt x="118059" y="111410"/>
                </a:moveTo>
                <a:cubicBezTo>
                  <a:pt x="118059" y="109016"/>
                  <a:pt x="117718" y="108538"/>
                  <a:pt x="116714" y="109541"/>
                </a:cubicBezTo>
                <a:cubicBezTo>
                  <a:pt x="115969" y="110287"/>
                  <a:pt x="115683" y="111732"/>
                  <a:pt x="116079" y="112764"/>
                </a:cubicBezTo>
                <a:cubicBezTo>
                  <a:pt x="117165" y="115608"/>
                  <a:pt x="118059" y="115001"/>
                  <a:pt x="118059" y="111410"/>
                </a:cubicBezTo>
                <a:close/>
                <a:moveTo>
                  <a:pt x="208727" y="111410"/>
                </a:moveTo>
                <a:cubicBezTo>
                  <a:pt x="206600" y="108722"/>
                  <a:pt x="205376" y="108243"/>
                  <a:pt x="201187" y="108473"/>
                </a:cubicBezTo>
                <a:cubicBezTo>
                  <a:pt x="194723" y="108823"/>
                  <a:pt x="187413" y="104763"/>
                  <a:pt x="189650" y="102065"/>
                </a:cubicBezTo>
                <a:cubicBezTo>
                  <a:pt x="190451" y="101108"/>
                  <a:pt x="192753" y="100325"/>
                  <a:pt x="194769" y="100325"/>
                </a:cubicBezTo>
                <a:cubicBezTo>
                  <a:pt x="197660" y="100325"/>
                  <a:pt x="198130" y="100012"/>
                  <a:pt x="196979" y="98861"/>
                </a:cubicBezTo>
                <a:cubicBezTo>
                  <a:pt x="196178" y="98060"/>
                  <a:pt x="193793" y="97545"/>
                  <a:pt x="191676" y="97729"/>
                </a:cubicBezTo>
                <a:cubicBezTo>
                  <a:pt x="189034" y="97950"/>
                  <a:pt x="186041" y="96910"/>
                  <a:pt x="182165" y="94442"/>
                </a:cubicBezTo>
                <a:cubicBezTo>
                  <a:pt x="177138" y="91238"/>
                  <a:pt x="176494" y="91082"/>
                  <a:pt x="176494" y="93052"/>
                </a:cubicBezTo>
                <a:cubicBezTo>
                  <a:pt x="176494" y="94267"/>
                  <a:pt x="178372" y="96698"/>
                  <a:pt x="180674" y="98456"/>
                </a:cubicBezTo>
                <a:cubicBezTo>
                  <a:pt x="182966" y="100206"/>
                  <a:pt x="185664" y="103216"/>
                  <a:pt x="186667" y="105150"/>
                </a:cubicBezTo>
                <a:cubicBezTo>
                  <a:pt x="187837" y="107424"/>
                  <a:pt x="189420" y="108676"/>
                  <a:pt x="191133" y="108703"/>
                </a:cubicBezTo>
                <a:cubicBezTo>
                  <a:pt x="192597" y="108722"/>
                  <a:pt x="197274" y="110011"/>
                  <a:pt x="201536" y="111567"/>
                </a:cubicBezTo>
                <a:cubicBezTo>
                  <a:pt x="211544" y="115222"/>
                  <a:pt x="211719" y="115222"/>
                  <a:pt x="208727" y="111410"/>
                </a:cubicBezTo>
                <a:close/>
                <a:moveTo>
                  <a:pt x="231753" y="105693"/>
                </a:moveTo>
                <a:cubicBezTo>
                  <a:pt x="233613" y="102756"/>
                  <a:pt x="234911" y="99662"/>
                  <a:pt x="234635" y="98843"/>
                </a:cubicBezTo>
                <a:cubicBezTo>
                  <a:pt x="234340" y="97950"/>
                  <a:pt x="232002" y="97315"/>
                  <a:pt x="228871" y="97287"/>
                </a:cubicBezTo>
                <a:cubicBezTo>
                  <a:pt x="225971" y="97259"/>
                  <a:pt x="222077" y="96781"/>
                  <a:pt x="220208" y="96238"/>
                </a:cubicBezTo>
                <a:lnTo>
                  <a:pt x="216820" y="95234"/>
                </a:lnTo>
                <a:lnTo>
                  <a:pt x="222003" y="103124"/>
                </a:lnTo>
                <a:cubicBezTo>
                  <a:pt x="224848" y="107460"/>
                  <a:pt x="227444" y="111014"/>
                  <a:pt x="227776" y="111023"/>
                </a:cubicBezTo>
                <a:cubicBezTo>
                  <a:pt x="228107" y="111042"/>
                  <a:pt x="229893" y="108639"/>
                  <a:pt x="231753" y="105693"/>
                </a:cubicBezTo>
                <a:close/>
                <a:moveTo>
                  <a:pt x="240941" y="105951"/>
                </a:moveTo>
                <a:cubicBezTo>
                  <a:pt x="241954" y="105150"/>
                  <a:pt x="242856" y="103271"/>
                  <a:pt x="242958" y="101771"/>
                </a:cubicBezTo>
                <a:cubicBezTo>
                  <a:pt x="243179" y="98410"/>
                  <a:pt x="247487" y="91257"/>
                  <a:pt x="249826" y="90354"/>
                </a:cubicBezTo>
                <a:cubicBezTo>
                  <a:pt x="252275" y="89415"/>
                  <a:pt x="253131" y="91422"/>
                  <a:pt x="252155" y="95851"/>
                </a:cubicBezTo>
                <a:cubicBezTo>
                  <a:pt x="251400" y="99285"/>
                  <a:pt x="251511" y="99515"/>
                  <a:pt x="253251" y="98079"/>
                </a:cubicBezTo>
                <a:cubicBezTo>
                  <a:pt x="254310" y="97195"/>
                  <a:pt x="254890" y="96007"/>
                  <a:pt x="254540" y="95437"/>
                </a:cubicBezTo>
                <a:cubicBezTo>
                  <a:pt x="253647" y="93991"/>
                  <a:pt x="256059" y="89655"/>
                  <a:pt x="260202" y="85272"/>
                </a:cubicBezTo>
                <a:cubicBezTo>
                  <a:pt x="262955" y="82363"/>
                  <a:pt x="263332" y="81415"/>
                  <a:pt x="261951" y="80881"/>
                </a:cubicBezTo>
                <a:cubicBezTo>
                  <a:pt x="260994" y="80513"/>
                  <a:pt x="259208" y="81323"/>
                  <a:pt x="258002" y="82685"/>
                </a:cubicBezTo>
                <a:cubicBezTo>
                  <a:pt x="256786" y="84048"/>
                  <a:pt x="253518" y="86184"/>
                  <a:pt x="250728" y="87436"/>
                </a:cubicBezTo>
                <a:cubicBezTo>
                  <a:pt x="247948" y="88679"/>
                  <a:pt x="245664" y="90345"/>
                  <a:pt x="245664" y="91137"/>
                </a:cubicBezTo>
                <a:cubicBezTo>
                  <a:pt x="245664" y="91920"/>
                  <a:pt x="243777" y="95685"/>
                  <a:pt x="241485" y="99487"/>
                </a:cubicBezTo>
                <a:cubicBezTo>
                  <a:pt x="239192" y="103290"/>
                  <a:pt x="237314" y="106641"/>
                  <a:pt x="237314" y="106936"/>
                </a:cubicBezTo>
                <a:cubicBezTo>
                  <a:pt x="237314" y="107912"/>
                  <a:pt x="239072" y="107424"/>
                  <a:pt x="240941" y="105951"/>
                </a:cubicBezTo>
                <a:close/>
                <a:moveTo>
                  <a:pt x="169340" y="105914"/>
                </a:moveTo>
                <a:cubicBezTo>
                  <a:pt x="169340" y="105711"/>
                  <a:pt x="167683" y="104312"/>
                  <a:pt x="165658" y="102811"/>
                </a:cubicBezTo>
                <a:cubicBezTo>
                  <a:pt x="162398" y="100408"/>
                  <a:pt x="162012" y="100335"/>
                  <a:pt x="162380" y="102240"/>
                </a:cubicBezTo>
                <a:cubicBezTo>
                  <a:pt x="162610" y="103419"/>
                  <a:pt x="164129" y="104763"/>
                  <a:pt x="165768" y="105214"/>
                </a:cubicBezTo>
                <a:cubicBezTo>
                  <a:pt x="167407" y="105674"/>
                  <a:pt x="168880" y="106098"/>
                  <a:pt x="169046" y="106162"/>
                </a:cubicBezTo>
                <a:cubicBezTo>
                  <a:pt x="169211" y="106227"/>
                  <a:pt x="169340" y="106116"/>
                  <a:pt x="169340" y="105914"/>
                </a:cubicBezTo>
                <a:close/>
                <a:moveTo>
                  <a:pt x="300169" y="99165"/>
                </a:moveTo>
                <a:cubicBezTo>
                  <a:pt x="298447" y="94608"/>
                  <a:pt x="300086" y="86948"/>
                  <a:pt x="302673" y="87436"/>
                </a:cubicBezTo>
                <a:cubicBezTo>
                  <a:pt x="303787" y="87648"/>
                  <a:pt x="304864" y="89029"/>
                  <a:pt x="305076" y="90493"/>
                </a:cubicBezTo>
                <a:cubicBezTo>
                  <a:pt x="305288" y="91966"/>
                  <a:pt x="305960" y="93162"/>
                  <a:pt x="306567" y="93162"/>
                </a:cubicBezTo>
                <a:cubicBezTo>
                  <a:pt x="307967" y="93162"/>
                  <a:pt x="307985" y="91220"/>
                  <a:pt x="306632" y="88614"/>
                </a:cubicBezTo>
                <a:cubicBezTo>
                  <a:pt x="305987" y="87390"/>
                  <a:pt x="306153" y="84389"/>
                  <a:pt x="307037" y="80945"/>
                </a:cubicBezTo>
                <a:cubicBezTo>
                  <a:pt x="308215" y="76397"/>
                  <a:pt x="308206" y="75274"/>
                  <a:pt x="306991" y="75274"/>
                </a:cubicBezTo>
                <a:cubicBezTo>
                  <a:pt x="306153" y="75274"/>
                  <a:pt x="304873" y="77088"/>
                  <a:pt x="304146" y="79306"/>
                </a:cubicBezTo>
                <a:cubicBezTo>
                  <a:pt x="303419" y="81525"/>
                  <a:pt x="301761" y="84287"/>
                  <a:pt x="300472" y="85456"/>
                </a:cubicBezTo>
                <a:cubicBezTo>
                  <a:pt x="298521" y="87224"/>
                  <a:pt x="298134" y="89148"/>
                  <a:pt x="298134" y="97158"/>
                </a:cubicBezTo>
                <a:cubicBezTo>
                  <a:pt x="298134" y="105509"/>
                  <a:pt x="298346" y="106457"/>
                  <a:pt x="299745" y="104533"/>
                </a:cubicBezTo>
                <a:cubicBezTo>
                  <a:pt x="300942" y="102903"/>
                  <a:pt x="301052" y="101495"/>
                  <a:pt x="300169" y="99165"/>
                </a:cubicBezTo>
                <a:close/>
                <a:moveTo>
                  <a:pt x="207484" y="98235"/>
                </a:moveTo>
                <a:cubicBezTo>
                  <a:pt x="207456" y="91487"/>
                  <a:pt x="206121" y="90069"/>
                  <a:pt x="202227" y="92619"/>
                </a:cubicBezTo>
                <a:lnTo>
                  <a:pt x="199032" y="94718"/>
                </a:lnTo>
                <a:lnTo>
                  <a:pt x="202908" y="98714"/>
                </a:lnTo>
                <a:cubicBezTo>
                  <a:pt x="205035" y="100905"/>
                  <a:pt x="206941" y="102710"/>
                  <a:pt x="207143" y="102710"/>
                </a:cubicBezTo>
                <a:cubicBezTo>
                  <a:pt x="207337" y="102710"/>
                  <a:pt x="207493" y="100694"/>
                  <a:pt x="207484" y="98235"/>
                </a:cubicBezTo>
                <a:close/>
                <a:moveTo>
                  <a:pt x="274252" y="81801"/>
                </a:moveTo>
                <a:cubicBezTo>
                  <a:pt x="272189" y="79316"/>
                  <a:pt x="269519" y="79629"/>
                  <a:pt x="269519" y="82354"/>
                </a:cubicBezTo>
                <a:cubicBezTo>
                  <a:pt x="269519" y="83827"/>
                  <a:pt x="270477" y="84784"/>
                  <a:pt x="272198" y="85033"/>
                </a:cubicBezTo>
                <a:cubicBezTo>
                  <a:pt x="275412" y="85493"/>
                  <a:pt x="276240" y="84186"/>
                  <a:pt x="274252" y="81801"/>
                </a:cubicBezTo>
                <a:close/>
                <a:moveTo>
                  <a:pt x="257587" y="67319"/>
                </a:moveTo>
                <a:cubicBezTo>
                  <a:pt x="257587" y="67108"/>
                  <a:pt x="256869" y="66933"/>
                  <a:pt x="255994" y="66933"/>
                </a:cubicBezTo>
                <a:cubicBezTo>
                  <a:pt x="255111" y="66933"/>
                  <a:pt x="253720" y="68406"/>
                  <a:pt x="252910" y="70210"/>
                </a:cubicBezTo>
                <a:lnTo>
                  <a:pt x="251419" y="73488"/>
                </a:lnTo>
                <a:lnTo>
                  <a:pt x="254503" y="70597"/>
                </a:lnTo>
                <a:cubicBezTo>
                  <a:pt x="256197" y="69004"/>
                  <a:pt x="257587" y="67531"/>
                  <a:pt x="257587" y="67319"/>
                </a:cubicBezTo>
                <a:close/>
                <a:moveTo>
                  <a:pt x="297287" y="68120"/>
                </a:moveTo>
                <a:cubicBezTo>
                  <a:pt x="297628" y="66813"/>
                  <a:pt x="297425" y="65736"/>
                  <a:pt x="296836" y="65736"/>
                </a:cubicBezTo>
                <a:cubicBezTo>
                  <a:pt x="296237" y="65736"/>
                  <a:pt x="295749" y="66813"/>
                  <a:pt x="295749" y="68120"/>
                </a:cubicBezTo>
                <a:cubicBezTo>
                  <a:pt x="295749" y="69437"/>
                  <a:pt x="295961" y="70505"/>
                  <a:pt x="296210" y="70505"/>
                </a:cubicBezTo>
                <a:cubicBezTo>
                  <a:pt x="296458" y="70505"/>
                  <a:pt x="296946" y="69437"/>
                  <a:pt x="297287" y="68120"/>
                </a:cubicBezTo>
                <a:close/>
                <a:moveTo>
                  <a:pt x="196335" y="55157"/>
                </a:moveTo>
                <a:cubicBezTo>
                  <a:pt x="193315" y="51990"/>
                  <a:pt x="190810" y="46742"/>
                  <a:pt x="190810" y="43603"/>
                </a:cubicBezTo>
                <a:cubicBezTo>
                  <a:pt x="190810" y="41053"/>
                  <a:pt x="194447" y="41531"/>
                  <a:pt x="197587" y="44478"/>
                </a:cubicBezTo>
                <a:cubicBezTo>
                  <a:pt x="199861" y="46613"/>
                  <a:pt x="200349" y="46733"/>
                  <a:pt x="200349" y="45140"/>
                </a:cubicBezTo>
                <a:cubicBezTo>
                  <a:pt x="200349" y="44082"/>
                  <a:pt x="199364" y="42516"/>
                  <a:pt x="198148" y="41660"/>
                </a:cubicBezTo>
                <a:cubicBezTo>
                  <a:pt x="195211" y="39570"/>
                  <a:pt x="193637" y="36339"/>
                  <a:pt x="192643" y="30336"/>
                </a:cubicBezTo>
                <a:cubicBezTo>
                  <a:pt x="192044" y="26755"/>
                  <a:pt x="191344" y="25521"/>
                  <a:pt x="190148" y="25972"/>
                </a:cubicBezTo>
                <a:cubicBezTo>
                  <a:pt x="188969" y="26432"/>
                  <a:pt x="188500" y="28734"/>
                  <a:pt x="188546" y="33954"/>
                </a:cubicBezTo>
                <a:cubicBezTo>
                  <a:pt x="188573" y="37987"/>
                  <a:pt x="188444" y="42093"/>
                  <a:pt x="188260" y="43078"/>
                </a:cubicBezTo>
                <a:cubicBezTo>
                  <a:pt x="188067" y="44063"/>
                  <a:pt x="190313" y="49698"/>
                  <a:pt x="193241" y="55599"/>
                </a:cubicBezTo>
                <a:cubicBezTo>
                  <a:pt x="198268" y="65754"/>
                  <a:pt x="198581" y="66113"/>
                  <a:pt x="198940" y="62311"/>
                </a:cubicBezTo>
                <a:cubicBezTo>
                  <a:pt x="199216" y="59309"/>
                  <a:pt x="198553" y="57487"/>
                  <a:pt x="196335" y="55157"/>
                </a:cubicBezTo>
                <a:close/>
                <a:moveTo>
                  <a:pt x="175518" y="25696"/>
                </a:moveTo>
                <a:cubicBezTo>
                  <a:pt x="175168" y="22694"/>
                  <a:pt x="174643" y="21801"/>
                  <a:pt x="173760" y="22676"/>
                </a:cubicBezTo>
                <a:cubicBezTo>
                  <a:pt x="172885" y="23560"/>
                  <a:pt x="172922" y="24840"/>
                  <a:pt x="173879" y="26948"/>
                </a:cubicBezTo>
                <a:cubicBezTo>
                  <a:pt x="175739" y="31027"/>
                  <a:pt x="176107" y="30741"/>
                  <a:pt x="175518" y="25696"/>
                </a:cubicBezTo>
                <a:close/>
              </a:path>
            </a:pathLst>
          </a:custGeom>
          <a:solidFill>
            <a:srgbClr val="8D8D8D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09" name="PANEL_01-DEM-grounded-tree-5_225">
            <a:extLst>
              <a:ext uri="{FF2B5EF4-FFF2-40B4-BE49-F238E27FC236}">
                <a16:creationId xmlns:a16="http://schemas.microsoft.com/office/drawing/2014/main" id="{806834A8-5024-4372-BC6B-A4E48802A110}"/>
              </a:ext>
            </a:extLst>
          </p:cNvPr>
          <p:cNvSpPr>
            <a:spLocks/>
          </p:cNvSpPr>
          <p:nvPr/>
        </p:nvSpPr>
        <p:spPr>
          <a:xfrm>
            <a:off x="1201929" y="3460960"/>
            <a:ext cx="374111" cy="533400"/>
          </a:xfrm>
          <a:custGeom>
            <a:pathLst>
              <a:path w="392768" h="560000">
                <a:moveTo>
                  <a:pt x="192394" y="506768"/>
                </a:moveTo>
                <a:lnTo>
                  <a:pt x="192782" y="453546"/>
                </a:lnTo>
                <a:lnTo>
                  <a:pt x="184044" y="449920"/>
                </a:lnTo>
                <a:cubicBezTo>
                  <a:pt x="179235" y="447922"/>
                  <a:pt x="170213" y="443587"/>
                  <a:pt x="164003" y="440292"/>
                </a:cubicBezTo>
                <a:cubicBezTo>
                  <a:pt x="154650" y="435332"/>
                  <a:pt x="152482" y="434565"/>
                  <a:pt x="151421" y="435833"/>
                </a:cubicBezTo>
                <a:cubicBezTo>
                  <a:pt x="150673" y="436733"/>
                  <a:pt x="150579" y="437632"/>
                  <a:pt x="151185" y="438001"/>
                </a:cubicBezTo>
                <a:cubicBezTo>
                  <a:pt x="154233" y="439885"/>
                  <a:pt x="152775" y="454256"/>
                  <a:pt x="149547" y="454256"/>
                </a:cubicBezTo>
                <a:cubicBezTo>
                  <a:pt x="147739" y="454256"/>
                  <a:pt x="145808" y="449844"/>
                  <a:pt x="145808" y="445698"/>
                </a:cubicBezTo>
                <a:cubicBezTo>
                  <a:pt x="145808" y="443426"/>
                  <a:pt x="145505" y="443104"/>
                  <a:pt x="144293" y="444107"/>
                </a:cubicBezTo>
                <a:cubicBezTo>
                  <a:pt x="143460" y="444798"/>
                  <a:pt x="142968" y="446493"/>
                  <a:pt x="143204" y="447866"/>
                </a:cubicBezTo>
                <a:cubicBezTo>
                  <a:pt x="143687" y="450706"/>
                  <a:pt x="139569" y="458440"/>
                  <a:pt x="136596" y="460277"/>
                </a:cubicBezTo>
                <a:cubicBezTo>
                  <a:pt x="135091" y="461195"/>
                  <a:pt x="134381" y="461129"/>
                  <a:pt x="133662" y="459964"/>
                </a:cubicBezTo>
                <a:cubicBezTo>
                  <a:pt x="132630" y="458317"/>
                  <a:pt x="134154" y="451283"/>
                  <a:pt x="136038" y="448973"/>
                </a:cubicBezTo>
                <a:cubicBezTo>
                  <a:pt x="136861" y="447970"/>
                  <a:pt x="136691" y="447582"/>
                  <a:pt x="135432" y="447582"/>
                </a:cubicBezTo>
                <a:cubicBezTo>
                  <a:pt x="134476" y="447582"/>
                  <a:pt x="133425" y="448027"/>
                  <a:pt x="133084" y="448566"/>
                </a:cubicBezTo>
                <a:cubicBezTo>
                  <a:pt x="131371" y="451340"/>
                  <a:pt x="118098" y="450715"/>
                  <a:pt x="117133" y="447809"/>
                </a:cubicBezTo>
                <a:cubicBezTo>
                  <a:pt x="116290" y="445300"/>
                  <a:pt x="124545" y="442829"/>
                  <a:pt x="131304" y="443568"/>
                </a:cubicBezTo>
                <a:cubicBezTo>
                  <a:pt x="134694" y="443937"/>
                  <a:pt x="138111" y="443814"/>
                  <a:pt x="138897" y="443312"/>
                </a:cubicBezTo>
                <a:cubicBezTo>
                  <a:pt x="139806" y="442725"/>
                  <a:pt x="138641" y="442318"/>
                  <a:pt x="135735" y="442204"/>
                </a:cubicBezTo>
                <a:cubicBezTo>
                  <a:pt x="130822" y="442006"/>
                  <a:pt x="129108" y="441381"/>
                  <a:pt x="129108" y="439753"/>
                </a:cubicBezTo>
                <a:cubicBezTo>
                  <a:pt x="129108" y="437083"/>
                  <a:pt x="142750" y="433097"/>
                  <a:pt x="144151" y="435360"/>
                </a:cubicBezTo>
                <a:cubicBezTo>
                  <a:pt x="144662" y="436193"/>
                  <a:pt x="145419" y="436127"/>
                  <a:pt x="146612" y="435133"/>
                </a:cubicBezTo>
                <a:cubicBezTo>
                  <a:pt x="148099" y="433893"/>
                  <a:pt x="147862" y="433609"/>
                  <a:pt x="144832" y="432993"/>
                </a:cubicBezTo>
                <a:cubicBezTo>
                  <a:pt x="139096" y="431819"/>
                  <a:pt x="131494" y="433107"/>
                  <a:pt x="130774" y="435369"/>
                </a:cubicBezTo>
                <a:cubicBezTo>
                  <a:pt x="130131" y="437395"/>
                  <a:pt x="125265" y="440160"/>
                  <a:pt x="120048" y="441466"/>
                </a:cubicBezTo>
                <a:cubicBezTo>
                  <a:pt x="115438" y="442611"/>
                  <a:pt x="115050" y="440074"/>
                  <a:pt x="119168" y="435814"/>
                </a:cubicBezTo>
                <a:cubicBezTo>
                  <a:pt x="123826" y="431015"/>
                  <a:pt x="122690" y="429803"/>
                  <a:pt x="116460" y="432917"/>
                </a:cubicBezTo>
                <a:cubicBezTo>
                  <a:pt x="111263" y="435511"/>
                  <a:pt x="106322" y="436060"/>
                  <a:pt x="105148" y="434177"/>
                </a:cubicBezTo>
                <a:cubicBezTo>
                  <a:pt x="103936" y="432207"/>
                  <a:pt x="106918" y="429784"/>
                  <a:pt x="111443" y="429064"/>
                </a:cubicBezTo>
                <a:lnTo>
                  <a:pt x="115741" y="428373"/>
                </a:lnTo>
                <a:lnTo>
                  <a:pt x="112409" y="424587"/>
                </a:lnTo>
                <a:cubicBezTo>
                  <a:pt x="106766" y="418159"/>
                  <a:pt x="108717" y="415461"/>
                  <a:pt x="116091" y="419465"/>
                </a:cubicBezTo>
                <a:cubicBezTo>
                  <a:pt x="118051" y="420525"/>
                  <a:pt x="121213" y="421396"/>
                  <a:pt x="123125" y="421406"/>
                </a:cubicBezTo>
                <a:lnTo>
                  <a:pt x="126590" y="421425"/>
                </a:lnTo>
                <a:lnTo>
                  <a:pt x="124517" y="417543"/>
                </a:lnTo>
                <a:cubicBezTo>
                  <a:pt x="123371" y="415413"/>
                  <a:pt x="122434" y="412782"/>
                  <a:pt x="122434" y="411702"/>
                </a:cubicBezTo>
                <a:cubicBezTo>
                  <a:pt x="122434" y="409175"/>
                  <a:pt x="125217" y="409175"/>
                  <a:pt x="127735" y="411693"/>
                </a:cubicBezTo>
                <a:cubicBezTo>
                  <a:pt x="128815" y="412772"/>
                  <a:pt x="130566" y="413492"/>
                  <a:pt x="131636" y="413283"/>
                </a:cubicBezTo>
                <a:cubicBezTo>
                  <a:pt x="133245" y="412971"/>
                  <a:pt x="132620" y="411513"/>
                  <a:pt x="127953" y="404773"/>
                </a:cubicBezTo>
                <a:cubicBezTo>
                  <a:pt x="120427" y="393886"/>
                  <a:pt x="119670" y="393318"/>
                  <a:pt x="111888" y="392873"/>
                </a:cubicBezTo>
                <a:cubicBezTo>
                  <a:pt x="106274" y="392542"/>
                  <a:pt x="105186" y="392788"/>
                  <a:pt x="104854" y="394435"/>
                </a:cubicBezTo>
                <a:cubicBezTo>
                  <a:pt x="104636" y="395505"/>
                  <a:pt x="105186" y="397105"/>
                  <a:pt x="106075" y="397994"/>
                </a:cubicBezTo>
                <a:cubicBezTo>
                  <a:pt x="108158" y="400068"/>
                  <a:pt x="109266" y="408067"/>
                  <a:pt x="108168" y="413075"/>
                </a:cubicBezTo>
                <a:cubicBezTo>
                  <a:pt x="107552" y="415915"/>
                  <a:pt x="106719" y="416975"/>
                  <a:pt x="105138" y="416975"/>
                </a:cubicBezTo>
                <a:cubicBezTo>
                  <a:pt x="103434" y="416975"/>
                  <a:pt x="102440" y="415385"/>
                  <a:pt x="100632" y="409752"/>
                </a:cubicBezTo>
                <a:cubicBezTo>
                  <a:pt x="98474" y="403088"/>
                  <a:pt x="98199" y="402728"/>
                  <a:pt x="96987" y="405000"/>
                </a:cubicBezTo>
                <a:cubicBezTo>
                  <a:pt x="96258" y="406354"/>
                  <a:pt x="95974" y="408701"/>
                  <a:pt x="96353" y="410207"/>
                </a:cubicBezTo>
                <a:cubicBezTo>
                  <a:pt x="98152" y="417354"/>
                  <a:pt x="87776" y="432331"/>
                  <a:pt x="85372" y="426063"/>
                </a:cubicBezTo>
                <a:cubicBezTo>
                  <a:pt x="84662" y="424217"/>
                  <a:pt x="86356" y="414902"/>
                  <a:pt x="87937" y="411948"/>
                </a:cubicBezTo>
                <a:cubicBezTo>
                  <a:pt x="88865" y="410207"/>
                  <a:pt x="88770" y="409733"/>
                  <a:pt x="87492" y="409733"/>
                </a:cubicBezTo>
                <a:cubicBezTo>
                  <a:pt x="86593" y="409733"/>
                  <a:pt x="85192" y="410405"/>
                  <a:pt x="84368" y="411229"/>
                </a:cubicBezTo>
                <a:cubicBezTo>
                  <a:pt x="81310" y="414296"/>
                  <a:pt x="77533" y="415480"/>
                  <a:pt x="70973" y="415451"/>
                </a:cubicBezTo>
                <a:cubicBezTo>
                  <a:pt x="63560" y="415413"/>
                  <a:pt x="61146" y="414164"/>
                  <a:pt x="63352" y="411513"/>
                </a:cubicBezTo>
                <a:cubicBezTo>
                  <a:pt x="65984" y="408342"/>
                  <a:pt x="74191" y="406051"/>
                  <a:pt x="80420" y="406742"/>
                </a:cubicBezTo>
                <a:cubicBezTo>
                  <a:pt x="84870" y="407234"/>
                  <a:pt x="87180" y="406903"/>
                  <a:pt x="90105" y="405360"/>
                </a:cubicBezTo>
                <a:lnTo>
                  <a:pt x="93948" y="403324"/>
                </a:lnTo>
                <a:lnTo>
                  <a:pt x="85930" y="403892"/>
                </a:lnTo>
                <a:cubicBezTo>
                  <a:pt x="78253" y="404441"/>
                  <a:pt x="77912" y="404366"/>
                  <a:pt x="77912" y="402037"/>
                </a:cubicBezTo>
                <a:cubicBezTo>
                  <a:pt x="77912" y="398543"/>
                  <a:pt x="88685" y="393659"/>
                  <a:pt x="94611" y="394454"/>
                </a:cubicBezTo>
                <a:cubicBezTo>
                  <a:pt x="98549" y="394984"/>
                  <a:pt x="101285" y="393857"/>
                  <a:pt x="101285" y="391708"/>
                </a:cubicBezTo>
                <a:cubicBezTo>
                  <a:pt x="101285" y="390629"/>
                  <a:pt x="92472" y="390544"/>
                  <a:pt x="85182" y="391538"/>
                </a:cubicBezTo>
                <a:cubicBezTo>
                  <a:pt x="80648" y="392163"/>
                  <a:pt x="79748" y="392712"/>
                  <a:pt x="78783" y="395486"/>
                </a:cubicBezTo>
                <a:cubicBezTo>
                  <a:pt x="77003" y="400588"/>
                  <a:pt x="63674" y="407376"/>
                  <a:pt x="60890" y="404583"/>
                </a:cubicBezTo>
                <a:cubicBezTo>
                  <a:pt x="59754" y="403457"/>
                  <a:pt x="63087" y="397985"/>
                  <a:pt x="66826" y="394842"/>
                </a:cubicBezTo>
                <a:lnTo>
                  <a:pt x="70291" y="391926"/>
                </a:lnTo>
                <a:lnTo>
                  <a:pt x="65813" y="391926"/>
                </a:lnTo>
                <a:cubicBezTo>
                  <a:pt x="62907" y="391926"/>
                  <a:pt x="60985" y="392542"/>
                  <a:pt x="60360" y="393659"/>
                </a:cubicBezTo>
                <a:cubicBezTo>
                  <a:pt x="59376" y="395410"/>
                  <a:pt x="52181" y="398468"/>
                  <a:pt x="48830" y="398553"/>
                </a:cubicBezTo>
                <a:cubicBezTo>
                  <a:pt x="47836" y="398581"/>
                  <a:pt x="46435" y="397909"/>
                  <a:pt x="45725" y="397048"/>
                </a:cubicBezTo>
                <a:cubicBezTo>
                  <a:pt x="44702" y="395817"/>
                  <a:pt x="45043" y="395022"/>
                  <a:pt x="47334" y="393214"/>
                </a:cubicBezTo>
                <a:cubicBezTo>
                  <a:pt x="48924" y="391964"/>
                  <a:pt x="51973" y="390364"/>
                  <a:pt x="54112" y="389654"/>
                </a:cubicBezTo>
                <a:lnTo>
                  <a:pt x="58003" y="388376"/>
                </a:lnTo>
                <a:lnTo>
                  <a:pt x="54046" y="384533"/>
                </a:lnTo>
                <a:cubicBezTo>
                  <a:pt x="51869" y="382421"/>
                  <a:pt x="50089" y="380159"/>
                  <a:pt x="50089" y="379506"/>
                </a:cubicBezTo>
                <a:cubicBezTo>
                  <a:pt x="50089" y="378852"/>
                  <a:pt x="49171" y="379458"/>
                  <a:pt x="48044" y="380850"/>
                </a:cubicBezTo>
                <a:cubicBezTo>
                  <a:pt x="46917" y="382242"/>
                  <a:pt x="45469" y="383056"/>
                  <a:pt x="44825" y="382658"/>
                </a:cubicBezTo>
                <a:cubicBezTo>
                  <a:pt x="42752" y="381371"/>
                  <a:pt x="42231" y="374687"/>
                  <a:pt x="43803" y="369471"/>
                </a:cubicBezTo>
                <a:cubicBezTo>
                  <a:pt x="45251" y="364652"/>
                  <a:pt x="45223" y="364416"/>
                  <a:pt x="43225" y="364936"/>
                </a:cubicBezTo>
                <a:cubicBezTo>
                  <a:pt x="42061" y="365249"/>
                  <a:pt x="40461" y="366423"/>
                  <a:pt x="39666" y="367568"/>
                </a:cubicBezTo>
                <a:cubicBezTo>
                  <a:pt x="36608" y="371923"/>
                  <a:pt x="21016" y="374952"/>
                  <a:pt x="19672" y="371440"/>
                </a:cubicBezTo>
                <a:cubicBezTo>
                  <a:pt x="18347" y="367994"/>
                  <a:pt x="31259" y="361168"/>
                  <a:pt x="36949" y="362304"/>
                </a:cubicBezTo>
                <a:cubicBezTo>
                  <a:pt x="40347" y="362986"/>
                  <a:pt x="45280" y="361093"/>
                  <a:pt x="47703" y="358167"/>
                </a:cubicBezTo>
                <a:cubicBezTo>
                  <a:pt x="48877" y="356747"/>
                  <a:pt x="48517" y="356738"/>
                  <a:pt x="44835" y="358044"/>
                </a:cubicBezTo>
                <a:cubicBezTo>
                  <a:pt x="39723" y="359872"/>
                  <a:pt x="33787" y="360080"/>
                  <a:pt x="32793" y="358470"/>
                </a:cubicBezTo>
                <a:cubicBezTo>
                  <a:pt x="30824" y="355280"/>
                  <a:pt x="42932" y="348066"/>
                  <a:pt x="49171" y="348720"/>
                </a:cubicBezTo>
                <a:cubicBezTo>
                  <a:pt x="51793" y="348994"/>
                  <a:pt x="53014" y="348445"/>
                  <a:pt x="54387" y="346381"/>
                </a:cubicBezTo>
                <a:lnTo>
                  <a:pt x="56166" y="343693"/>
                </a:lnTo>
                <a:lnTo>
                  <a:pt x="49511" y="344393"/>
                </a:lnTo>
                <a:cubicBezTo>
                  <a:pt x="40357" y="345359"/>
                  <a:pt x="34033" y="347697"/>
                  <a:pt x="33560" y="350301"/>
                </a:cubicBezTo>
                <a:cubicBezTo>
                  <a:pt x="32613" y="355526"/>
                  <a:pt x="19492" y="365343"/>
                  <a:pt x="16917" y="362759"/>
                </a:cubicBezTo>
                <a:cubicBezTo>
                  <a:pt x="15431" y="361273"/>
                  <a:pt x="17750" y="356198"/>
                  <a:pt x="22105" y="351427"/>
                </a:cubicBezTo>
                <a:lnTo>
                  <a:pt x="25040" y="348218"/>
                </a:lnTo>
                <a:lnTo>
                  <a:pt x="20666" y="348890"/>
                </a:lnTo>
                <a:cubicBezTo>
                  <a:pt x="17911" y="349307"/>
                  <a:pt x="15421" y="350594"/>
                  <a:pt x="13982" y="352345"/>
                </a:cubicBezTo>
                <a:cubicBezTo>
                  <a:pt x="10262" y="356852"/>
                  <a:pt x="0" y="359427"/>
                  <a:pt x="0" y="355848"/>
                </a:cubicBezTo>
                <a:cubicBezTo>
                  <a:pt x="0" y="353614"/>
                  <a:pt x="6409" y="348521"/>
                  <a:pt x="10167" y="347763"/>
                </a:cubicBezTo>
                <a:lnTo>
                  <a:pt x="13358" y="347129"/>
                </a:lnTo>
                <a:lnTo>
                  <a:pt x="8425" y="344005"/>
                </a:lnTo>
                <a:cubicBezTo>
                  <a:pt x="2518" y="340256"/>
                  <a:pt x="445" y="337094"/>
                  <a:pt x="2689" y="335239"/>
                </a:cubicBezTo>
                <a:cubicBezTo>
                  <a:pt x="3834" y="334283"/>
                  <a:pt x="5396" y="334415"/>
                  <a:pt x="9060" y="335760"/>
                </a:cubicBezTo>
                <a:cubicBezTo>
                  <a:pt x="16870" y="338619"/>
                  <a:pt x="17807" y="338827"/>
                  <a:pt x="17807" y="337643"/>
                </a:cubicBezTo>
                <a:cubicBezTo>
                  <a:pt x="17807" y="337028"/>
                  <a:pt x="19568" y="336195"/>
                  <a:pt x="21726" y="335788"/>
                </a:cubicBezTo>
                <a:lnTo>
                  <a:pt x="25646" y="335050"/>
                </a:lnTo>
                <a:lnTo>
                  <a:pt x="22237" y="332191"/>
                </a:lnTo>
                <a:cubicBezTo>
                  <a:pt x="14749" y="325886"/>
                  <a:pt x="13916" y="317858"/>
                  <a:pt x="21187" y="322033"/>
                </a:cubicBezTo>
                <a:cubicBezTo>
                  <a:pt x="23979" y="323633"/>
                  <a:pt x="25437" y="323737"/>
                  <a:pt x="30881" y="322743"/>
                </a:cubicBezTo>
                <a:cubicBezTo>
                  <a:pt x="34402" y="322089"/>
                  <a:pt x="38085" y="321162"/>
                  <a:pt x="39060" y="320669"/>
                </a:cubicBezTo>
                <a:cubicBezTo>
                  <a:pt x="40026" y="320187"/>
                  <a:pt x="41531" y="320234"/>
                  <a:pt x="42392" y="320774"/>
                </a:cubicBezTo>
                <a:cubicBezTo>
                  <a:pt x="44920" y="322373"/>
                  <a:pt x="45213" y="322023"/>
                  <a:pt x="44740" y="317943"/>
                </a:cubicBezTo>
                <a:cubicBezTo>
                  <a:pt x="44484" y="315813"/>
                  <a:pt x="44882" y="311591"/>
                  <a:pt x="45611" y="308561"/>
                </a:cubicBezTo>
                <a:cubicBezTo>
                  <a:pt x="48063" y="298337"/>
                  <a:pt x="52560" y="300855"/>
                  <a:pt x="53232" y="312840"/>
                </a:cubicBezTo>
                <a:cubicBezTo>
                  <a:pt x="53563" y="318615"/>
                  <a:pt x="53251" y="320707"/>
                  <a:pt x="51869" y="322089"/>
                </a:cubicBezTo>
                <a:cubicBezTo>
                  <a:pt x="49189" y="324769"/>
                  <a:pt x="49625" y="325592"/>
                  <a:pt x="55135" y="328271"/>
                </a:cubicBezTo>
                <a:cubicBezTo>
                  <a:pt x="60076" y="330666"/>
                  <a:pt x="60161" y="330666"/>
                  <a:pt x="58988" y="328470"/>
                </a:cubicBezTo>
                <a:cubicBezTo>
                  <a:pt x="58315" y="327230"/>
                  <a:pt x="57927" y="322847"/>
                  <a:pt x="58107" y="318738"/>
                </a:cubicBezTo>
                <a:cubicBezTo>
                  <a:pt x="58372" y="312765"/>
                  <a:pt x="58817" y="311184"/>
                  <a:pt x="60313" y="310900"/>
                </a:cubicBezTo>
                <a:cubicBezTo>
                  <a:pt x="61449" y="310682"/>
                  <a:pt x="62850" y="311771"/>
                  <a:pt x="63882" y="313664"/>
                </a:cubicBezTo>
                <a:cubicBezTo>
                  <a:pt x="64819" y="315387"/>
                  <a:pt x="65595" y="316372"/>
                  <a:pt x="65624" y="315851"/>
                </a:cubicBezTo>
                <a:cubicBezTo>
                  <a:pt x="65823" y="311629"/>
                  <a:pt x="45630" y="281183"/>
                  <a:pt x="43178" y="281997"/>
                </a:cubicBezTo>
                <a:cubicBezTo>
                  <a:pt x="42496" y="282225"/>
                  <a:pt x="41767" y="283635"/>
                  <a:pt x="41559" y="285131"/>
                </a:cubicBezTo>
                <a:cubicBezTo>
                  <a:pt x="41086" y="288501"/>
                  <a:pt x="34222" y="295090"/>
                  <a:pt x="31184" y="295090"/>
                </a:cubicBezTo>
                <a:cubicBezTo>
                  <a:pt x="28334" y="295090"/>
                  <a:pt x="28353" y="293291"/>
                  <a:pt x="31231" y="288567"/>
                </a:cubicBezTo>
                <a:cubicBezTo>
                  <a:pt x="34147" y="283777"/>
                  <a:pt x="33134" y="282736"/>
                  <a:pt x="29205" y="286475"/>
                </a:cubicBezTo>
                <a:cubicBezTo>
                  <a:pt x="25333" y="290158"/>
                  <a:pt x="15800" y="292799"/>
                  <a:pt x="14418" y="290565"/>
                </a:cubicBezTo>
                <a:cubicBezTo>
                  <a:pt x="13187" y="288558"/>
                  <a:pt x="14958" y="286551"/>
                  <a:pt x="20410" y="283777"/>
                </a:cubicBezTo>
                <a:cubicBezTo>
                  <a:pt x="23639" y="282130"/>
                  <a:pt x="24415" y="281269"/>
                  <a:pt x="23317" y="280587"/>
                </a:cubicBezTo>
                <a:cubicBezTo>
                  <a:pt x="22493" y="280076"/>
                  <a:pt x="21385" y="279915"/>
                  <a:pt x="20874" y="280237"/>
                </a:cubicBezTo>
                <a:cubicBezTo>
                  <a:pt x="18896" y="281458"/>
                  <a:pt x="8908" y="272729"/>
                  <a:pt x="8908" y="269785"/>
                </a:cubicBezTo>
                <a:cubicBezTo>
                  <a:pt x="8908" y="269009"/>
                  <a:pt x="9987" y="268384"/>
                  <a:pt x="11313" y="268384"/>
                </a:cubicBezTo>
                <a:cubicBezTo>
                  <a:pt x="14588" y="268384"/>
                  <a:pt x="23374" y="273667"/>
                  <a:pt x="23374" y="275636"/>
                </a:cubicBezTo>
                <a:cubicBezTo>
                  <a:pt x="23374" y="276507"/>
                  <a:pt x="24850" y="277993"/>
                  <a:pt x="26658" y="278930"/>
                </a:cubicBezTo>
                <a:cubicBezTo>
                  <a:pt x="31524" y="281448"/>
                  <a:pt x="31685" y="281013"/>
                  <a:pt x="27312" y="277169"/>
                </a:cubicBezTo>
                <a:cubicBezTo>
                  <a:pt x="22635" y="273070"/>
                  <a:pt x="22228" y="270609"/>
                  <a:pt x="26214" y="270609"/>
                </a:cubicBezTo>
                <a:cubicBezTo>
                  <a:pt x="30010" y="270609"/>
                  <a:pt x="34904" y="273250"/>
                  <a:pt x="37697" y="276800"/>
                </a:cubicBezTo>
                <a:cubicBezTo>
                  <a:pt x="39098" y="278580"/>
                  <a:pt x="40508" y="279375"/>
                  <a:pt x="41351" y="278855"/>
                </a:cubicBezTo>
                <a:cubicBezTo>
                  <a:pt x="42279" y="278277"/>
                  <a:pt x="40811" y="276336"/>
                  <a:pt x="36712" y="272720"/>
                </a:cubicBezTo>
                <a:cubicBezTo>
                  <a:pt x="31780" y="268375"/>
                  <a:pt x="30341" y="267627"/>
                  <a:pt x="28618" y="268555"/>
                </a:cubicBezTo>
                <a:cubicBezTo>
                  <a:pt x="27189" y="269321"/>
                  <a:pt x="24822" y="269265"/>
                  <a:pt x="21111" y="268375"/>
                </a:cubicBezTo>
                <a:cubicBezTo>
                  <a:pt x="11796" y="266141"/>
                  <a:pt x="10754" y="261701"/>
                  <a:pt x="19539" y="261701"/>
                </a:cubicBezTo>
                <a:cubicBezTo>
                  <a:pt x="22266" y="261701"/>
                  <a:pt x="24491" y="261322"/>
                  <a:pt x="24491" y="260858"/>
                </a:cubicBezTo>
                <a:cubicBezTo>
                  <a:pt x="24491" y="259646"/>
                  <a:pt x="20107" y="257071"/>
                  <a:pt x="19104" y="257696"/>
                </a:cubicBezTo>
                <a:cubicBezTo>
                  <a:pt x="17693" y="258567"/>
                  <a:pt x="9457" y="253398"/>
                  <a:pt x="9457" y="251647"/>
                </a:cubicBezTo>
                <a:cubicBezTo>
                  <a:pt x="9457" y="249309"/>
                  <a:pt x="13736" y="249025"/>
                  <a:pt x="17731" y="251088"/>
                </a:cubicBezTo>
                <a:lnTo>
                  <a:pt x="21149" y="252859"/>
                </a:lnTo>
                <a:lnTo>
                  <a:pt x="21168" y="248655"/>
                </a:lnTo>
                <a:cubicBezTo>
                  <a:pt x="21177" y="246345"/>
                  <a:pt x="21688" y="243695"/>
                  <a:pt x="22304" y="242776"/>
                </a:cubicBezTo>
                <a:cubicBezTo>
                  <a:pt x="23260" y="241356"/>
                  <a:pt x="23743" y="241498"/>
                  <a:pt x="25627" y="243742"/>
                </a:cubicBezTo>
                <a:cubicBezTo>
                  <a:pt x="26838" y="245181"/>
                  <a:pt x="27823" y="247898"/>
                  <a:pt x="27823" y="249763"/>
                </a:cubicBezTo>
                <a:cubicBezTo>
                  <a:pt x="27823" y="251637"/>
                  <a:pt x="28164" y="252830"/>
                  <a:pt x="28571" y="252423"/>
                </a:cubicBezTo>
                <a:cubicBezTo>
                  <a:pt x="28978" y="252016"/>
                  <a:pt x="30436" y="252404"/>
                  <a:pt x="31799" y="253304"/>
                </a:cubicBezTo>
                <a:cubicBezTo>
                  <a:pt x="34166" y="254847"/>
                  <a:pt x="34308" y="254761"/>
                  <a:pt x="34961" y="251268"/>
                </a:cubicBezTo>
                <a:cubicBezTo>
                  <a:pt x="35908" y="246222"/>
                  <a:pt x="38416" y="242956"/>
                  <a:pt x="40082" y="244594"/>
                </a:cubicBezTo>
                <a:cubicBezTo>
                  <a:pt x="41020" y="245512"/>
                  <a:pt x="42468" y="245531"/>
                  <a:pt x="45450" y="244670"/>
                </a:cubicBezTo>
                <a:cubicBezTo>
                  <a:pt x="50808" y="243108"/>
                  <a:pt x="50685" y="243335"/>
                  <a:pt x="47987" y="239908"/>
                </a:cubicBezTo>
                <a:cubicBezTo>
                  <a:pt x="46690" y="238261"/>
                  <a:pt x="45630" y="236235"/>
                  <a:pt x="45630" y="235392"/>
                </a:cubicBezTo>
                <a:cubicBezTo>
                  <a:pt x="45630" y="233168"/>
                  <a:pt x="49360" y="233546"/>
                  <a:pt x="52616" y="236102"/>
                </a:cubicBezTo>
                <a:cubicBezTo>
                  <a:pt x="54169" y="237324"/>
                  <a:pt x="57009" y="238327"/>
                  <a:pt x="58912" y="238327"/>
                </a:cubicBezTo>
                <a:cubicBezTo>
                  <a:pt x="62235" y="238327"/>
                  <a:pt x="62310" y="238223"/>
                  <a:pt x="60805" y="235828"/>
                </a:cubicBezTo>
                <a:cubicBezTo>
                  <a:pt x="59934" y="234446"/>
                  <a:pt x="58883" y="232193"/>
                  <a:pt x="58476" y="230810"/>
                </a:cubicBezTo>
                <a:cubicBezTo>
                  <a:pt x="57501" y="227554"/>
                  <a:pt x="60531" y="226228"/>
                  <a:pt x="63267" y="228709"/>
                </a:cubicBezTo>
                <a:cubicBezTo>
                  <a:pt x="64346" y="229684"/>
                  <a:pt x="67782" y="230687"/>
                  <a:pt x="70897" y="230933"/>
                </a:cubicBezTo>
                <a:cubicBezTo>
                  <a:pt x="74021" y="231180"/>
                  <a:pt x="77116" y="231719"/>
                  <a:pt x="77798" y="232136"/>
                </a:cubicBezTo>
                <a:cubicBezTo>
                  <a:pt x="80704" y="233934"/>
                  <a:pt x="78082" y="228936"/>
                  <a:pt x="70679" y="218560"/>
                </a:cubicBezTo>
                <a:cubicBezTo>
                  <a:pt x="67678" y="214357"/>
                  <a:pt x="64024" y="212625"/>
                  <a:pt x="64242" y="215512"/>
                </a:cubicBezTo>
                <a:cubicBezTo>
                  <a:pt x="64526" y="219261"/>
                  <a:pt x="56517" y="227194"/>
                  <a:pt x="52456" y="227194"/>
                </a:cubicBezTo>
                <a:cubicBezTo>
                  <a:pt x="50335" y="227194"/>
                  <a:pt x="51054" y="223275"/>
                  <a:pt x="53951" y="219005"/>
                </a:cubicBezTo>
                <a:cubicBezTo>
                  <a:pt x="57123" y="214329"/>
                  <a:pt x="56006" y="213704"/>
                  <a:pt x="51660" y="217727"/>
                </a:cubicBezTo>
                <a:cubicBezTo>
                  <a:pt x="48801" y="220378"/>
                  <a:pt x="42752" y="222726"/>
                  <a:pt x="38748" y="222735"/>
                </a:cubicBezTo>
                <a:cubicBezTo>
                  <a:pt x="33456" y="222754"/>
                  <a:pt x="36438" y="217121"/>
                  <a:pt x="42970" y="214755"/>
                </a:cubicBezTo>
                <a:cubicBezTo>
                  <a:pt x="45819" y="213732"/>
                  <a:pt x="46397" y="213089"/>
                  <a:pt x="45469" y="211971"/>
                </a:cubicBezTo>
                <a:cubicBezTo>
                  <a:pt x="44806" y="211176"/>
                  <a:pt x="43812" y="210807"/>
                  <a:pt x="43263" y="211148"/>
                </a:cubicBezTo>
                <a:cubicBezTo>
                  <a:pt x="41635" y="212151"/>
                  <a:pt x="35235" y="207607"/>
                  <a:pt x="33049" y="203896"/>
                </a:cubicBezTo>
                <a:cubicBezTo>
                  <a:pt x="31184" y="200725"/>
                  <a:pt x="31174" y="200412"/>
                  <a:pt x="32888" y="199759"/>
                </a:cubicBezTo>
                <a:cubicBezTo>
                  <a:pt x="35642" y="198699"/>
                  <a:pt x="44125" y="203262"/>
                  <a:pt x="45829" y="206717"/>
                </a:cubicBezTo>
                <a:cubicBezTo>
                  <a:pt x="46643" y="208374"/>
                  <a:pt x="48470" y="210144"/>
                  <a:pt x="49890" y="210665"/>
                </a:cubicBezTo>
                <a:cubicBezTo>
                  <a:pt x="52200" y="211508"/>
                  <a:pt x="52115" y="211243"/>
                  <a:pt x="49057" y="208185"/>
                </a:cubicBezTo>
                <a:cubicBezTo>
                  <a:pt x="47173" y="206301"/>
                  <a:pt x="45630" y="204284"/>
                  <a:pt x="45630" y="203707"/>
                </a:cubicBezTo>
                <a:cubicBezTo>
                  <a:pt x="45630" y="199939"/>
                  <a:pt x="56223" y="203035"/>
                  <a:pt x="60067" y="207929"/>
                </a:cubicBezTo>
                <a:cubicBezTo>
                  <a:pt x="62112" y="210523"/>
                  <a:pt x="64554" y="211375"/>
                  <a:pt x="64554" y="209472"/>
                </a:cubicBezTo>
                <a:cubicBezTo>
                  <a:pt x="64554" y="208914"/>
                  <a:pt x="62178" y="206405"/>
                  <a:pt x="59272" y="203906"/>
                </a:cubicBezTo>
                <a:cubicBezTo>
                  <a:pt x="54907" y="200147"/>
                  <a:pt x="53431" y="199475"/>
                  <a:pt x="50808" y="200034"/>
                </a:cubicBezTo>
                <a:cubicBezTo>
                  <a:pt x="46652" y="200924"/>
                  <a:pt x="38038" y="198462"/>
                  <a:pt x="36722" y="196020"/>
                </a:cubicBezTo>
                <a:cubicBezTo>
                  <a:pt x="35264" y="193293"/>
                  <a:pt x="36343" y="192697"/>
                  <a:pt x="42657" y="192697"/>
                </a:cubicBezTo>
                <a:cubicBezTo>
                  <a:pt x="48016" y="192697"/>
                  <a:pt x="48139" y="192621"/>
                  <a:pt x="46321" y="190605"/>
                </a:cubicBezTo>
                <a:cubicBezTo>
                  <a:pt x="45280" y="189459"/>
                  <a:pt x="43235" y="188522"/>
                  <a:pt x="41777" y="188522"/>
                </a:cubicBezTo>
                <a:cubicBezTo>
                  <a:pt x="38558" y="188522"/>
                  <a:pt x="32282" y="184243"/>
                  <a:pt x="32282" y="182047"/>
                </a:cubicBezTo>
                <a:cubicBezTo>
                  <a:pt x="32282" y="179926"/>
                  <a:pt x="37044" y="179983"/>
                  <a:pt x="41237" y="182151"/>
                </a:cubicBezTo>
                <a:lnTo>
                  <a:pt x="44522" y="183846"/>
                </a:lnTo>
                <a:lnTo>
                  <a:pt x="44522" y="180135"/>
                </a:lnTo>
                <a:cubicBezTo>
                  <a:pt x="44522" y="178090"/>
                  <a:pt x="45194" y="175505"/>
                  <a:pt x="46018" y="174379"/>
                </a:cubicBezTo>
                <a:cubicBezTo>
                  <a:pt x="47438" y="172429"/>
                  <a:pt x="47590" y="172457"/>
                  <a:pt x="49350" y="174975"/>
                </a:cubicBezTo>
                <a:cubicBezTo>
                  <a:pt x="50373" y="176424"/>
                  <a:pt x="51196" y="178999"/>
                  <a:pt x="51196" y="180703"/>
                </a:cubicBezTo>
                <a:cubicBezTo>
                  <a:pt x="51196" y="182586"/>
                  <a:pt x="51802" y="183789"/>
                  <a:pt x="52730" y="183789"/>
                </a:cubicBezTo>
                <a:cubicBezTo>
                  <a:pt x="53573" y="183789"/>
                  <a:pt x="54907" y="184565"/>
                  <a:pt x="55693" y="185512"/>
                </a:cubicBezTo>
                <a:cubicBezTo>
                  <a:pt x="56914" y="186989"/>
                  <a:pt x="57369" y="186477"/>
                  <a:pt x="58893" y="181895"/>
                </a:cubicBezTo>
                <a:cubicBezTo>
                  <a:pt x="61146" y="175089"/>
                  <a:pt x="64554" y="173839"/>
                  <a:pt x="64554" y="179813"/>
                </a:cubicBezTo>
                <a:cubicBezTo>
                  <a:pt x="64554" y="182520"/>
                  <a:pt x="65065" y="183789"/>
                  <a:pt x="66144" y="183789"/>
                </a:cubicBezTo>
                <a:cubicBezTo>
                  <a:pt x="67015" y="183789"/>
                  <a:pt x="68719" y="185038"/>
                  <a:pt x="69922" y="186572"/>
                </a:cubicBezTo>
                <a:cubicBezTo>
                  <a:pt x="71124" y="188106"/>
                  <a:pt x="72667" y="189355"/>
                  <a:pt x="73339" y="189355"/>
                </a:cubicBezTo>
                <a:cubicBezTo>
                  <a:pt x="74021" y="189355"/>
                  <a:pt x="74570" y="190387"/>
                  <a:pt x="74570" y="191656"/>
                </a:cubicBezTo>
                <a:cubicBezTo>
                  <a:pt x="74570" y="193947"/>
                  <a:pt x="74598" y="193947"/>
                  <a:pt x="77637" y="191826"/>
                </a:cubicBezTo>
                <a:cubicBezTo>
                  <a:pt x="81395" y="189213"/>
                  <a:pt x="87833" y="186941"/>
                  <a:pt x="89168" y="187765"/>
                </a:cubicBezTo>
                <a:cubicBezTo>
                  <a:pt x="91165" y="188996"/>
                  <a:pt x="90058" y="191504"/>
                  <a:pt x="86063" y="194799"/>
                </a:cubicBezTo>
                <a:cubicBezTo>
                  <a:pt x="83810" y="196654"/>
                  <a:pt x="80553" y="198481"/>
                  <a:pt x="78830" y="198860"/>
                </a:cubicBezTo>
                <a:cubicBezTo>
                  <a:pt x="76104" y="199456"/>
                  <a:pt x="75687" y="200072"/>
                  <a:pt x="75687" y="203508"/>
                </a:cubicBezTo>
                <a:lnTo>
                  <a:pt x="75687" y="207465"/>
                </a:lnTo>
                <a:lnTo>
                  <a:pt x="78006" y="204512"/>
                </a:lnTo>
                <a:cubicBezTo>
                  <a:pt x="81869" y="199608"/>
                  <a:pt x="90152" y="196304"/>
                  <a:pt x="90152" y="199674"/>
                </a:cubicBezTo>
                <a:cubicBezTo>
                  <a:pt x="90152" y="202543"/>
                  <a:pt x="84254" y="209643"/>
                  <a:pt x="80581" y="211176"/>
                </a:cubicBezTo>
                <a:cubicBezTo>
                  <a:pt x="78489" y="212057"/>
                  <a:pt x="76804" y="213562"/>
                  <a:pt x="76804" y="214556"/>
                </a:cubicBezTo>
                <a:cubicBezTo>
                  <a:pt x="76804" y="216127"/>
                  <a:pt x="80903" y="223862"/>
                  <a:pt x="81736" y="223862"/>
                </a:cubicBezTo>
                <a:cubicBezTo>
                  <a:pt x="81897" y="223862"/>
                  <a:pt x="81793" y="221353"/>
                  <a:pt x="81500" y="218295"/>
                </a:cubicBezTo>
                <a:cubicBezTo>
                  <a:pt x="81083" y="213922"/>
                  <a:pt x="81320" y="212729"/>
                  <a:pt x="82588" y="212729"/>
                </a:cubicBezTo>
                <a:cubicBezTo>
                  <a:pt x="86366" y="212729"/>
                  <a:pt x="91724" y="221467"/>
                  <a:pt x="92945" y="229646"/>
                </a:cubicBezTo>
                <a:cubicBezTo>
                  <a:pt x="93380" y="232543"/>
                  <a:pt x="94677" y="235714"/>
                  <a:pt x="95861" y="236784"/>
                </a:cubicBezTo>
                <a:cubicBezTo>
                  <a:pt x="97953" y="238677"/>
                  <a:pt x="97962" y="238639"/>
                  <a:pt x="96306" y="234663"/>
                </a:cubicBezTo>
                <a:cubicBezTo>
                  <a:pt x="94195" y="229627"/>
                  <a:pt x="94072" y="223862"/>
                  <a:pt x="96069" y="223862"/>
                </a:cubicBezTo>
                <a:cubicBezTo>
                  <a:pt x="99638" y="223862"/>
                  <a:pt x="107079" y="235014"/>
                  <a:pt x="106568" y="239615"/>
                </a:cubicBezTo>
                <a:cubicBezTo>
                  <a:pt x="106388" y="241262"/>
                  <a:pt x="106965" y="242275"/>
                  <a:pt x="108243" y="242540"/>
                </a:cubicBezTo>
                <a:cubicBezTo>
                  <a:pt x="110932" y="243098"/>
                  <a:pt x="110771" y="239851"/>
                  <a:pt x="107694" y="231028"/>
                </a:cubicBezTo>
                <a:cubicBezTo>
                  <a:pt x="105630" y="225121"/>
                  <a:pt x="104760" y="223862"/>
                  <a:pt x="102724" y="223862"/>
                </a:cubicBezTo>
                <a:cubicBezTo>
                  <a:pt x="99808" y="223862"/>
                  <a:pt x="92926" y="218115"/>
                  <a:pt x="90711" y="213846"/>
                </a:cubicBezTo>
                <a:cubicBezTo>
                  <a:pt x="87644" y="207910"/>
                  <a:pt x="92670" y="207380"/>
                  <a:pt x="100320" y="212833"/>
                </a:cubicBezTo>
                <a:lnTo>
                  <a:pt x="103510" y="215105"/>
                </a:lnTo>
                <a:lnTo>
                  <a:pt x="103510" y="212852"/>
                </a:lnTo>
                <a:cubicBezTo>
                  <a:pt x="103510" y="211602"/>
                  <a:pt x="101569" y="208668"/>
                  <a:pt x="99193" y="206320"/>
                </a:cubicBezTo>
                <a:cubicBezTo>
                  <a:pt x="94687" y="201851"/>
                  <a:pt x="92377" y="195594"/>
                  <a:pt x="94460" y="193511"/>
                </a:cubicBezTo>
                <a:cubicBezTo>
                  <a:pt x="96239" y="191731"/>
                  <a:pt x="103500" y="199816"/>
                  <a:pt x="103557" y="203622"/>
                </a:cubicBezTo>
                <a:cubicBezTo>
                  <a:pt x="103595" y="206481"/>
                  <a:pt x="103671" y="206443"/>
                  <a:pt x="105290" y="202722"/>
                </a:cubicBezTo>
                <a:cubicBezTo>
                  <a:pt x="108329" y="195698"/>
                  <a:pt x="113848" y="191552"/>
                  <a:pt x="115258" y="195225"/>
                </a:cubicBezTo>
                <a:cubicBezTo>
                  <a:pt x="115552" y="196001"/>
                  <a:pt x="115116" y="198926"/>
                  <a:pt x="114274" y="201728"/>
                </a:cubicBezTo>
                <a:cubicBezTo>
                  <a:pt x="112986" y="205998"/>
                  <a:pt x="112977" y="207134"/>
                  <a:pt x="114245" y="208866"/>
                </a:cubicBezTo>
                <a:cubicBezTo>
                  <a:pt x="115078" y="210002"/>
                  <a:pt x="115760" y="211962"/>
                  <a:pt x="115769" y="213221"/>
                </a:cubicBezTo>
                <a:cubicBezTo>
                  <a:pt x="115779" y="215190"/>
                  <a:pt x="116186" y="215001"/>
                  <a:pt x="118647" y="211867"/>
                </a:cubicBezTo>
                <a:cubicBezTo>
                  <a:pt x="120228" y="209870"/>
                  <a:pt x="122983" y="207475"/>
                  <a:pt x="124782" y="206547"/>
                </a:cubicBezTo>
                <a:cubicBezTo>
                  <a:pt x="127754" y="205004"/>
                  <a:pt x="128105" y="205023"/>
                  <a:pt x="128758" y="206746"/>
                </a:cubicBezTo>
                <a:cubicBezTo>
                  <a:pt x="129155" y="207778"/>
                  <a:pt x="128748" y="209927"/>
                  <a:pt x="127849" y="211508"/>
                </a:cubicBezTo>
                <a:cubicBezTo>
                  <a:pt x="126524" y="213855"/>
                  <a:pt x="126476" y="214916"/>
                  <a:pt x="127584" y="217178"/>
                </a:cubicBezTo>
                <a:cubicBezTo>
                  <a:pt x="129809" y="221732"/>
                  <a:pt x="131683" y="229144"/>
                  <a:pt x="131030" y="230839"/>
                </a:cubicBezTo>
                <a:cubicBezTo>
                  <a:pt x="130585" y="232003"/>
                  <a:pt x="131125" y="232278"/>
                  <a:pt x="133113" y="231899"/>
                </a:cubicBezTo>
                <a:cubicBezTo>
                  <a:pt x="134580" y="231625"/>
                  <a:pt x="135792" y="230687"/>
                  <a:pt x="135792" y="229826"/>
                </a:cubicBezTo>
                <a:cubicBezTo>
                  <a:pt x="135792" y="227923"/>
                  <a:pt x="140269" y="226086"/>
                  <a:pt x="144908" y="226086"/>
                </a:cubicBezTo>
                <a:cubicBezTo>
                  <a:pt x="147691" y="226086"/>
                  <a:pt x="148070" y="225802"/>
                  <a:pt x="147010" y="224524"/>
                </a:cubicBezTo>
                <a:cubicBezTo>
                  <a:pt x="146300" y="223672"/>
                  <a:pt x="143924" y="222972"/>
                  <a:pt x="141727" y="222972"/>
                </a:cubicBezTo>
                <a:cubicBezTo>
                  <a:pt x="137278" y="222972"/>
                  <a:pt x="128559" y="217623"/>
                  <a:pt x="128559" y="214906"/>
                </a:cubicBezTo>
                <a:cubicBezTo>
                  <a:pt x="128559" y="212549"/>
                  <a:pt x="134978" y="212255"/>
                  <a:pt x="139162" y="214414"/>
                </a:cubicBezTo>
                <a:cubicBezTo>
                  <a:pt x="143564" y="216686"/>
                  <a:pt x="144321" y="216014"/>
                  <a:pt x="141765" y="212104"/>
                </a:cubicBezTo>
                <a:cubicBezTo>
                  <a:pt x="139436" y="208544"/>
                  <a:pt x="139020" y="197923"/>
                  <a:pt x="141121" y="195821"/>
                </a:cubicBezTo>
                <a:cubicBezTo>
                  <a:pt x="144501" y="192441"/>
                  <a:pt x="149348" y="205288"/>
                  <a:pt x="146802" y="210873"/>
                </a:cubicBezTo>
                <a:cubicBezTo>
                  <a:pt x="145931" y="212776"/>
                  <a:pt x="146044" y="214414"/>
                  <a:pt x="147247" y="217254"/>
                </a:cubicBezTo>
                <a:lnTo>
                  <a:pt x="148856" y="221079"/>
                </a:lnTo>
                <a:lnTo>
                  <a:pt x="148392" y="216071"/>
                </a:lnTo>
                <a:cubicBezTo>
                  <a:pt x="147483" y="206064"/>
                  <a:pt x="152870" y="205648"/>
                  <a:pt x="155653" y="215503"/>
                </a:cubicBezTo>
                <a:cubicBezTo>
                  <a:pt x="156751" y="219403"/>
                  <a:pt x="156836" y="221523"/>
                  <a:pt x="155975" y="223417"/>
                </a:cubicBezTo>
                <a:cubicBezTo>
                  <a:pt x="155227" y="225055"/>
                  <a:pt x="155189" y="226247"/>
                  <a:pt x="155871" y="226664"/>
                </a:cubicBezTo>
                <a:cubicBezTo>
                  <a:pt x="158181" y="228093"/>
                  <a:pt x="159165" y="225632"/>
                  <a:pt x="159165" y="218409"/>
                </a:cubicBezTo>
                <a:cubicBezTo>
                  <a:pt x="159165" y="211470"/>
                  <a:pt x="158947" y="210760"/>
                  <a:pt x="156429" y="209614"/>
                </a:cubicBezTo>
                <a:cubicBezTo>
                  <a:pt x="151469" y="207352"/>
                  <a:pt x="146546" y="193805"/>
                  <a:pt x="150683" y="193805"/>
                </a:cubicBezTo>
                <a:cubicBezTo>
                  <a:pt x="151535" y="193805"/>
                  <a:pt x="154034" y="195812"/>
                  <a:pt x="156249" y="198264"/>
                </a:cubicBezTo>
                <a:lnTo>
                  <a:pt x="160273" y="202722"/>
                </a:lnTo>
                <a:lnTo>
                  <a:pt x="160273" y="198822"/>
                </a:lnTo>
                <a:cubicBezTo>
                  <a:pt x="160273" y="196673"/>
                  <a:pt x="159809" y="194922"/>
                  <a:pt x="159241" y="194922"/>
                </a:cubicBezTo>
                <a:cubicBezTo>
                  <a:pt x="158663" y="194922"/>
                  <a:pt x="157546" y="193114"/>
                  <a:pt x="156742" y="190908"/>
                </a:cubicBezTo>
                <a:cubicBezTo>
                  <a:pt x="155634" y="187850"/>
                  <a:pt x="154015" y="186250"/>
                  <a:pt x="149878" y="184158"/>
                </a:cubicBezTo>
                <a:cubicBezTo>
                  <a:pt x="143195" y="180769"/>
                  <a:pt x="141282" y="181280"/>
                  <a:pt x="142040" y="186231"/>
                </a:cubicBezTo>
                <a:cubicBezTo>
                  <a:pt x="142693" y="190567"/>
                  <a:pt x="138423" y="199930"/>
                  <a:pt x="135792" y="199930"/>
                </a:cubicBezTo>
                <a:cubicBezTo>
                  <a:pt x="134504" y="199930"/>
                  <a:pt x="134126" y="198500"/>
                  <a:pt x="134144" y="193663"/>
                </a:cubicBezTo>
                <a:cubicBezTo>
                  <a:pt x="134163" y="189052"/>
                  <a:pt x="133794" y="187538"/>
                  <a:pt x="132753" y="187935"/>
                </a:cubicBezTo>
                <a:cubicBezTo>
                  <a:pt x="131541" y="188399"/>
                  <a:pt x="130926" y="189800"/>
                  <a:pt x="131513" y="190747"/>
                </a:cubicBezTo>
                <a:cubicBezTo>
                  <a:pt x="132147" y="191769"/>
                  <a:pt x="127461" y="198491"/>
                  <a:pt x="124782" y="200394"/>
                </a:cubicBezTo>
                <a:cubicBezTo>
                  <a:pt x="121326" y="202864"/>
                  <a:pt x="116868" y="203499"/>
                  <a:pt x="116868" y="201530"/>
                </a:cubicBezTo>
                <a:cubicBezTo>
                  <a:pt x="116868" y="199589"/>
                  <a:pt x="119168" y="195689"/>
                  <a:pt x="122254" y="192375"/>
                </a:cubicBezTo>
                <a:lnTo>
                  <a:pt x="125151" y="189280"/>
                </a:lnTo>
                <a:lnTo>
                  <a:pt x="118988" y="189999"/>
                </a:lnTo>
                <a:cubicBezTo>
                  <a:pt x="113923" y="190595"/>
                  <a:pt x="111992" y="190302"/>
                  <a:pt x="108101" y="188314"/>
                </a:cubicBezTo>
                <a:cubicBezTo>
                  <a:pt x="105498" y="186979"/>
                  <a:pt x="103567" y="185294"/>
                  <a:pt x="103803" y="184565"/>
                </a:cubicBezTo>
                <a:cubicBezTo>
                  <a:pt x="104504" y="182444"/>
                  <a:pt x="116584" y="182236"/>
                  <a:pt x="119717" y="184290"/>
                </a:cubicBezTo>
                <a:cubicBezTo>
                  <a:pt x="121165" y="185237"/>
                  <a:pt x="124252" y="185957"/>
                  <a:pt x="126571" y="185890"/>
                </a:cubicBezTo>
                <a:lnTo>
                  <a:pt x="130784" y="185758"/>
                </a:lnTo>
                <a:lnTo>
                  <a:pt x="126883" y="184982"/>
                </a:lnTo>
                <a:cubicBezTo>
                  <a:pt x="122159" y="184035"/>
                  <a:pt x="117985" y="181876"/>
                  <a:pt x="117985" y="180381"/>
                </a:cubicBezTo>
                <a:cubicBezTo>
                  <a:pt x="117985" y="177181"/>
                  <a:pt x="131778" y="176499"/>
                  <a:pt x="135451" y="179529"/>
                </a:cubicBezTo>
                <a:cubicBezTo>
                  <a:pt x="136284" y="180220"/>
                  <a:pt x="137477" y="180239"/>
                  <a:pt x="138632" y="179595"/>
                </a:cubicBezTo>
                <a:cubicBezTo>
                  <a:pt x="140156" y="178743"/>
                  <a:pt x="139711" y="178251"/>
                  <a:pt x="136104" y="176812"/>
                </a:cubicBezTo>
                <a:cubicBezTo>
                  <a:pt x="128663" y="173830"/>
                  <a:pt x="123845" y="173318"/>
                  <a:pt x="121875" y="175288"/>
                </a:cubicBezTo>
                <a:cubicBezTo>
                  <a:pt x="118647" y="178516"/>
                  <a:pt x="108991" y="180305"/>
                  <a:pt x="105782" y="178279"/>
                </a:cubicBezTo>
                <a:cubicBezTo>
                  <a:pt x="104390" y="177399"/>
                  <a:pt x="104447" y="176925"/>
                  <a:pt x="106198" y="174994"/>
                </a:cubicBezTo>
                <a:cubicBezTo>
                  <a:pt x="107316" y="173754"/>
                  <a:pt x="110042" y="172145"/>
                  <a:pt x="112257" y="171416"/>
                </a:cubicBezTo>
                <a:cubicBezTo>
                  <a:pt x="115732" y="170270"/>
                  <a:pt x="115978" y="169977"/>
                  <a:pt x="114065" y="169248"/>
                </a:cubicBezTo>
                <a:cubicBezTo>
                  <a:pt x="112854" y="168793"/>
                  <a:pt x="109067" y="168680"/>
                  <a:pt x="105649" y="169002"/>
                </a:cubicBezTo>
                <a:cubicBezTo>
                  <a:pt x="98351" y="169702"/>
                  <a:pt x="93627" y="167951"/>
                  <a:pt x="95785" y="165347"/>
                </a:cubicBezTo>
                <a:cubicBezTo>
                  <a:pt x="96599" y="164372"/>
                  <a:pt x="99174" y="163757"/>
                  <a:pt x="102450" y="163757"/>
                </a:cubicBezTo>
                <a:lnTo>
                  <a:pt x="107798" y="163757"/>
                </a:lnTo>
                <a:lnTo>
                  <a:pt x="106322" y="160690"/>
                </a:lnTo>
                <a:cubicBezTo>
                  <a:pt x="103482" y="154782"/>
                  <a:pt x="103235" y="152662"/>
                  <a:pt x="105280" y="151876"/>
                </a:cubicBezTo>
                <a:cubicBezTo>
                  <a:pt x="106615" y="151365"/>
                  <a:pt x="108272" y="152321"/>
                  <a:pt x="110780" y="155057"/>
                </a:cubicBezTo>
                <a:cubicBezTo>
                  <a:pt x="113157" y="157651"/>
                  <a:pt x="115732" y="159185"/>
                  <a:pt x="118420" y="159629"/>
                </a:cubicBezTo>
                <a:cubicBezTo>
                  <a:pt x="121147" y="160065"/>
                  <a:pt x="122245" y="159895"/>
                  <a:pt x="121752" y="159109"/>
                </a:cubicBezTo>
                <a:cubicBezTo>
                  <a:pt x="120484" y="157045"/>
                  <a:pt x="119244" y="150191"/>
                  <a:pt x="119859" y="148591"/>
                </a:cubicBezTo>
                <a:cubicBezTo>
                  <a:pt x="120787" y="146177"/>
                  <a:pt x="123475" y="146802"/>
                  <a:pt x="124810" y="149737"/>
                </a:cubicBezTo>
                <a:cubicBezTo>
                  <a:pt x="125577" y="151403"/>
                  <a:pt x="127215" y="152586"/>
                  <a:pt x="129174" y="152870"/>
                </a:cubicBezTo>
                <a:cubicBezTo>
                  <a:pt x="132280" y="153325"/>
                  <a:pt x="132298" y="153296"/>
                  <a:pt x="130859" y="149916"/>
                </a:cubicBezTo>
                <a:cubicBezTo>
                  <a:pt x="126296" y="139181"/>
                  <a:pt x="124138" y="135839"/>
                  <a:pt x="121961" y="136161"/>
                </a:cubicBezTo>
                <a:cubicBezTo>
                  <a:pt x="120654" y="136351"/>
                  <a:pt x="119480" y="137629"/>
                  <a:pt x="119102" y="139266"/>
                </a:cubicBezTo>
                <a:cubicBezTo>
                  <a:pt x="118439" y="142116"/>
                  <a:pt x="107533" y="149699"/>
                  <a:pt x="105214" y="148922"/>
                </a:cubicBezTo>
                <a:cubicBezTo>
                  <a:pt x="102715" y="148099"/>
                  <a:pt x="103576" y="144776"/>
                  <a:pt x="107353" y="140582"/>
                </a:cubicBezTo>
                <a:cubicBezTo>
                  <a:pt x="110534" y="137070"/>
                  <a:pt x="110989" y="136048"/>
                  <a:pt x="109625" y="135527"/>
                </a:cubicBezTo>
                <a:cubicBezTo>
                  <a:pt x="108679" y="135158"/>
                  <a:pt x="106956" y="135820"/>
                  <a:pt x="105782" y="136994"/>
                </a:cubicBezTo>
                <a:cubicBezTo>
                  <a:pt x="101692" y="141084"/>
                  <a:pt x="88477" y="143091"/>
                  <a:pt x="87218" y="139806"/>
                </a:cubicBezTo>
                <a:cubicBezTo>
                  <a:pt x="86299" y="137420"/>
                  <a:pt x="88571" y="135129"/>
                  <a:pt x="93305" y="133671"/>
                </a:cubicBezTo>
                <a:cubicBezTo>
                  <a:pt x="95548" y="132990"/>
                  <a:pt x="98076" y="132204"/>
                  <a:pt x="98909" y="131939"/>
                </a:cubicBezTo>
                <a:cubicBezTo>
                  <a:pt x="100121" y="131551"/>
                  <a:pt x="100149" y="131115"/>
                  <a:pt x="99061" y="129809"/>
                </a:cubicBezTo>
                <a:cubicBezTo>
                  <a:pt x="98313" y="128900"/>
                  <a:pt x="97281" y="128417"/>
                  <a:pt x="96779" y="128730"/>
                </a:cubicBezTo>
                <a:cubicBezTo>
                  <a:pt x="95368" y="129601"/>
                  <a:pt x="88628" y="123211"/>
                  <a:pt x="86195" y="118704"/>
                </a:cubicBezTo>
                <a:cubicBezTo>
                  <a:pt x="84359" y="115296"/>
                  <a:pt x="84273" y="114548"/>
                  <a:pt x="85637" y="113706"/>
                </a:cubicBezTo>
                <a:cubicBezTo>
                  <a:pt x="88751" y="111784"/>
                  <a:pt x="99619" y="120011"/>
                  <a:pt x="100376" y="124867"/>
                </a:cubicBezTo>
                <a:cubicBezTo>
                  <a:pt x="100575" y="126117"/>
                  <a:pt x="102488" y="128209"/>
                  <a:pt x="104627" y="129516"/>
                </a:cubicBezTo>
                <a:lnTo>
                  <a:pt x="108518" y="131892"/>
                </a:lnTo>
                <a:lnTo>
                  <a:pt x="106161" y="129184"/>
                </a:lnTo>
                <a:cubicBezTo>
                  <a:pt x="102772" y="125293"/>
                  <a:pt x="101020" y="121535"/>
                  <a:pt x="101730" y="119679"/>
                </a:cubicBezTo>
                <a:cubicBezTo>
                  <a:pt x="103122" y="116054"/>
                  <a:pt x="116868" y="124934"/>
                  <a:pt x="116868" y="129459"/>
                </a:cubicBezTo>
                <a:cubicBezTo>
                  <a:pt x="116868" y="130879"/>
                  <a:pt x="117710" y="131475"/>
                  <a:pt x="119689" y="131475"/>
                </a:cubicBezTo>
                <a:lnTo>
                  <a:pt x="122510" y="131475"/>
                </a:lnTo>
                <a:lnTo>
                  <a:pt x="119973" y="127755"/>
                </a:lnTo>
                <a:cubicBezTo>
                  <a:pt x="113649" y="118506"/>
                  <a:pt x="111055" y="116451"/>
                  <a:pt x="105612" y="116423"/>
                </a:cubicBezTo>
                <a:cubicBezTo>
                  <a:pt x="99884" y="116394"/>
                  <a:pt x="91269" y="111652"/>
                  <a:pt x="91269" y="108518"/>
                </a:cubicBezTo>
                <a:cubicBezTo>
                  <a:pt x="91269" y="107013"/>
                  <a:pt x="92415" y="106805"/>
                  <a:pt x="98417" y="107183"/>
                </a:cubicBezTo>
                <a:lnTo>
                  <a:pt x="105564" y="107638"/>
                </a:lnTo>
                <a:lnTo>
                  <a:pt x="103340" y="104523"/>
                </a:lnTo>
                <a:cubicBezTo>
                  <a:pt x="102118" y="102800"/>
                  <a:pt x="100632" y="101702"/>
                  <a:pt x="100036" y="102062"/>
                </a:cubicBezTo>
                <a:cubicBezTo>
                  <a:pt x="97830" y="103425"/>
                  <a:pt x="89130" y="96069"/>
                  <a:pt x="89064" y="92803"/>
                </a:cubicBezTo>
                <a:cubicBezTo>
                  <a:pt x="89026" y="90503"/>
                  <a:pt x="93816" y="91222"/>
                  <a:pt x="98142" y="94157"/>
                </a:cubicBezTo>
                <a:lnTo>
                  <a:pt x="102194" y="96912"/>
                </a:lnTo>
                <a:lnTo>
                  <a:pt x="103519" y="91374"/>
                </a:lnTo>
                <a:cubicBezTo>
                  <a:pt x="104248" y="88325"/>
                  <a:pt x="105346" y="85523"/>
                  <a:pt x="105962" y="85154"/>
                </a:cubicBezTo>
                <a:cubicBezTo>
                  <a:pt x="108035" y="83867"/>
                  <a:pt x="110269" y="87653"/>
                  <a:pt x="110506" y="92869"/>
                </a:cubicBezTo>
                <a:cubicBezTo>
                  <a:pt x="110657" y="96098"/>
                  <a:pt x="111263" y="98076"/>
                  <a:pt x="112115" y="98076"/>
                </a:cubicBezTo>
                <a:cubicBezTo>
                  <a:pt x="112863" y="98086"/>
                  <a:pt x="114330" y="99392"/>
                  <a:pt x="115381" y="100992"/>
                </a:cubicBezTo>
                <a:lnTo>
                  <a:pt x="117284" y="103889"/>
                </a:lnTo>
                <a:lnTo>
                  <a:pt x="118723" y="98957"/>
                </a:lnTo>
                <a:cubicBezTo>
                  <a:pt x="120484" y="92907"/>
                  <a:pt x="124233" y="88969"/>
                  <a:pt x="125861" y="91449"/>
                </a:cubicBezTo>
                <a:cubicBezTo>
                  <a:pt x="126448" y="92349"/>
                  <a:pt x="126647" y="94706"/>
                  <a:pt x="126306" y="96694"/>
                </a:cubicBezTo>
                <a:cubicBezTo>
                  <a:pt x="125586" y="100793"/>
                  <a:pt x="126675" y="101229"/>
                  <a:pt x="130841" y="98502"/>
                </a:cubicBezTo>
                <a:cubicBezTo>
                  <a:pt x="132365" y="97508"/>
                  <a:pt x="135801" y="96628"/>
                  <a:pt x="138480" y="96552"/>
                </a:cubicBezTo>
                <a:cubicBezTo>
                  <a:pt x="141405" y="96467"/>
                  <a:pt x="143081" y="95975"/>
                  <a:pt x="142684" y="95302"/>
                </a:cubicBezTo>
                <a:cubicBezTo>
                  <a:pt x="142314" y="94687"/>
                  <a:pt x="140856" y="92491"/>
                  <a:pt x="139455" y="90418"/>
                </a:cubicBezTo>
                <a:cubicBezTo>
                  <a:pt x="136634" y="86243"/>
                  <a:pt x="136066" y="81386"/>
                  <a:pt x="138405" y="81386"/>
                </a:cubicBezTo>
                <a:cubicBezTo>
                  <a:pt x="140421" y="81386"/>
                  <a:pt x="149149" y="87776"/>
                  <a:pt x="149149" y="89253"/>
                </a:cubicBezTo>
                <a:cubicBezTo>
                  <a:pt x="149149" y="89897"/>
                  <a:pt x="149755" y="90048"/>
                  <a:pt x="150494" y="89594"/>
                </a:cubicBezTo>
                <a:cubicBezTo>
                  <a:pt x="151241" y="89130"/>
                  <a:pt x="153476" y="88865"/>
                  <a:pt x="155464" y="88998"/>
                </a:cubicBezTo>
                <a:lnTo>
                  <a:pt x="159080" y="89244"/>
                </a:lnTo>
                <a:lnTo>
                  <a:pt x="156922" y="84482"/>
                </a:lnTo>
                <a:cubicBezTo>
                  <a:pt x="154053" y="78149"/>
                  <a:pt x="154006" y="73595"/>
                  <a:pt x="156827" y="73595"/>
                </a:cubicBezTo>
                <a:cubicBezTo>
                  <a:pt x="157991" y="73595"/>
                  <a:pt x="159875" y="74977"/>
                  <a:pt x="161002" y="76662"/>
                </a:cubicBezTo>
                <a:cubicBezTo>
                  <a:pt x="162687" y="79162"/>
                  <a:pt x="163974" y="79758"/>
                  <a:pt x="168064" y="79947"/>
                </a:cubicBezTo>
                <a:cubicBezTo>
                  <a:pt x="175675" y="80279"/>
                  <a:pt x="178903" y="80875"/>
                  <a:pt x="180551" y="82238"/>
                </a:cubicBezTo>
                <a:cubicBezTo>
                  <a:pt x="181734" y="83223"/>
                  <a:pt x="182397" y="82513"/>
                  <a:pt x="183732" y="78792"/>
                </a:cubicBezTo>
                <a:cubicBezTo>
                  <a:pt x="185388" y="74191"/>
                  <a:pt x="185350" y="73936"/>
                  <a:pt x="181725" y="66059"/>
                </a:cubicBezTo>
                <a:cubicBezTo>
                  <a:pt x="178591" y="59243"/>
                  <a:pt x="177616" y="58013"/>
                  <a:pt x="175278" y="58013"/>
                </a:cubicBezTo>
                <a:cubicBezTo>
                  <a:pt x="173356" y="58013"/>
                  <a:pt x="172523" y="58628"/>
                  <a:pt x="172523" y="60039"/>
                </a:cubicBezTo>
                <a:cubicBezTo>
                  <a:pt x="172523" y="63579"/>
                  <a:pt x="162270" y="71370"/>
                  <a:pt x="157613" y="71370"/>
                </a:cubicBezTo>
                <a:cubicBezTo>
                  <a:pt x="153125" y="71370"/>
                  <a:pt x="155208" y="65700"/>
                  <a:pt x="161787" y="59991"/>
                </a:cubicBezTo>
                <a:lnTo>
                  <a:pt x="165290" y="56962"/>
                </a:lnTo>
                <a:lnTo>
                  <a:pt x="161636" y="56933"/>
                </a:lnTo>
                <a:cubicBezTo>
                  <a:pt x="159449" y="56914"/>
                  <a:pt x="157736" y="57549"/>
                  <a:pt x="157357" y="58524"/>
                </a:cubicBezTo>
                <a:cubicBezTo>
                  <a:pt x="156344" y="61175"/>
                  <a:pt x="149244" y="62888"/>
                  <a:pt x="140525" y="62595"/>
                </a:cubicBezTo>
                <a:cubicBezTo>
                  <a:pt x="137657" y="62490"/>
                  <a:pt x="136899" y="61998"/>
                  <a:pt x="136899" y="60190"/>
                </a:cubicBezTo>
                <a:cubicBezTo>
                  <a:pt x="136899" y="57748"/>
                  <a:pt x="144246" y="53639"/>
                  <a:pt x="148685" y="53592"/>
                </a:cubicBezTo>
                <a:cubicBezTo>
                  <a:pt x="149954" y="53573"/>
                  <a:pt x="151336" y="53232"/>
                  <a:pt x="151734" y="52834"/>
                </a:cubicBezTo>
                <a:cubicBezTo>
                  <a:pt x="152822" y="51746"/>
                  <a:pt x="150266" y="49114"/>
                  <a:pt x="148127" y="49114"/>
                </a:cubicBezTo>
                <a:cubicBezTo>
                  <a:pt x="146101" y="49114"/>
                  <a:pt x="139039" y="42250"/>
                  <a:pt x="137032" y="38331"/>
                </a:cubicBezTo>
                <a:cubicBezTo>
                  <a:pt x="134996" y="34346"/>
                  <a:pt x="135498" y="32414"/>
                  <a:pt x="138575" y="32414"/>
                </a:cubicBezTo>
                <a:cubicBezTo>
                  <a:pt x="142182" y="32414"/>
                  <a:pt x="153069" y="42639"/>
                  <a:pt x="152122" y="45128"/>
                </a:cubicBezTo>
                <a:cubicBezTo>
                  <a:pt x="151696" y="46236"/>
                  <a:pt x="152766" y="47836"/>
                  <a:pt x="155142" y="49644"/>
                </a:cubicBezTo>
                <a:cubicBezTo>
                  <a:pt x="160528" y="53753"/>
                  <a:pt x="160784" y="53128"/>
                  <a:pt x="156354" y="46690"/>
                </a:cubicBezTo>
                <a:cubicBezTo>
                  <a:pt x="152946" y="41730"/>
                  <a:pt x="152614" y="40717"/>
                  <a:pt x="153968" y="39363"/>
                </a:cubicBezTo>
                <a:cubicBezTo>
                  <a:pt x="155322" y="38009"/>
                  <a:pt x="156155" y="38104"/>
                  <a:pt x="159998" y="40064"/>
                </a:cubicBezTo>
                <a:cubicBezTo>
                  <a:pt x="165177" y="42705"/>
                  <a:pt x="170298" y="48347"/>
                  <a:pt x="170298" y="51424"/>
                </a:cubicBezTo>
                <a:cubicBezTo>
                  <a:pt x="170298" y="52967"/>
                  <a:pt x="171074" y="53563"/>
                  <a:pt x="173081" y="53563"/>
                </a:cubicBezTo>
                <a:cubicBezTo>
                  <a:pt x="176603" y="53563"/>
                  <a:pt x="176565" y="52711"/>
                  <a:pt x="172797" y="47202"/>
                </a:cubicBezTo>
                <a:cubicBezTo>
                  <a:pt x="166568" y="38104"/>
                  <a:pt x="163747" y="35482"/>
                  <a:pt x="160964" y="36182"/>
                </a:cubicBezTo>
                <a:cubicBezTo>
                  <a:pt x="155909" y="37451"/>
                  <a:pt x="142466" y="30691"/>
                  <a:pt x="142466" y="26886"/>
                </a:cubicBezTo>
                <a:cubicBezTo>
                  <a:pt x="142466" y="24292"/>
                  <a:pt x="152160" y="24424"/>
                  <a:pt x="157300" y="27085"/>
                </a:cubicBezTo>
                <a:cubicBezTo>
                  <a:pt x="159137" y="28031"/>
                  <a:pt x="159203" y="27880"/>
                  <a:pt x="157991" y="25541"/>
                </a:cubicBezTo>
                <a:cubicBezTo>
                  <a:pt x="155842" y="21395"/>
                  <a:pt x="153504" y="19170"/>
                  <a:pt x="151923" y="19776"/>
                </a:cubicBezTo>
                <a:cubicBezTo>
                  <a:pt x="149916" y="20543"/>
                  <a:pt x="141358" y="12638"/>
                  <a:pt x="141358" y="10025"/>
                </a:cubicBezTo>
                <a:cubicBezTo>
                  <a:pt x="141358" y="6040"/>
                  <a:pt x="149206" y="8719"/>
                  <a:pt x="153504" y="14181"/>
                </a:cubicBezTo>
                <a:lnTo>
                  <a:pt x="155823" y="17135"/>
                </a:lnTo>
                <a:lnTo>
                  <a:pt x="155823" y="14371"/>
                </a:lnTo>
                <a:cubicBezTo>
                  <a:pt x="155823" y="10745"/>
                  <a:pt x="157944" y="4459"/>
                  <a:pt x="159856" y="2414"/>
                </a:cubicBezTo>
                <a:cubicBezTo>
                  <a:pt x="162109" y="0"/>
                  <a:pt x="163567" y="2140"/>
                  <a:pt x="164391" y="9098"/>
                </a:cubicBezTo>
                <a:cubicBezTo>
                  <a:pt x="164940" y="13755"/>
                  <a:pt x="165877" y="15895"/>
                  <a:pt x="168594" y="18697"/>
                </a:cubicBezTo>
                <a:lnTo>
                  <a:pt x="172087" y="22294"/>
                </a:lnTo>
                <a:lnTo>
                  <a:pt x="173346" y="17618"/>
                </a:lnTo>
                <a:cubicBezTo>
                  <a:pt x="174814" y="12127"/>
                  <a:pt x="178894" y="7185"/>
                  <a:pt x="180570" y="8851"/>
                </a:cubicBezTo>
                <a:cubicBezTo>
                  <a:pt x="181175" y="9467"/>
                  <a:pt x="181488" y="11966"/>
                  <a:pt x="181251" y="14418"/>
                </a:cubicBezTo>
                <a:cubicBezTo>
                  <a:pt x="181015" y="16870"/>
                  <a:pt x="181175" y="18659"/>
                  <a:pt x="181611" y="18394"/>
                </a:cubicBezTo>
                <a:cubicBezTo>
                  <a:pt x="182482" y="17845"/>
                  <a:pt x="187395" y="24112"/>
                  <a:pt x="188455" y="27132"/>
                </a:cubicBezTo>
                <a:cubicBezTo>
                  <a:pt x="188834" y="28202"/>
                  <a:pt x="189667" y="29082"/>
                  <a:pt x="190292" y="29082"/>
                </a:cubicBezTo>
                <a:cubicBezTo>
                  <a:pt x="190926" y="29082"/>
                  <a:pt x="191447" y="30701"/>
                  <a:pt x="191456" y="32698"/>
                </a:cubicBezTo>
                <a:cubicBezTo>
                  <a:pt x="191466" y="34781"/>
                  <a:pt x="191835" y="35747"/>
                  <a:pt x="192327" y="34980"/>
                </a:cubicBezTo>
                <a:cubicBezTo>
                  <a:pt x="193776" y="32698"/>
                  <a:pt x="202921" y="29129"/>
                  <a:pt x="207380" y="29101"/>
                </a:cubicBezTo>
                <a:cubicBezTo>
                  <a:pt x="211138" y="29082"/>
                  <a:pt x="211592" y="29366"/>
                  <a:pt x="211280" y="31543"/>
                </a:cubicBezTo>
                <a:cubicBezTo>
                  <a:pt x="210759" y="35112"/>
                  <a:pt x="201349" y="40622"/>
                  <a:pt x="195518" y="40764"/>
                </a:cubicBezTo>
                <a:lnTo>
                  <a:pt x="190888" y="40868"/>
                </a:lnTo>
                <a:lnTo>
                  <a:pt x="190538" y="46378"/>
                </a:lnTo>
                <a:lnTo>
                  <a:pt x="190188" y="51897"/>
                </a:lnTo>
                <a:lnTo>
                  <a:pt x="193321" y="48915"/>
                </a:lnTo>
                <a:cubicBezTo>
                  <a:pt x="198907" y="43614"/>
                  <a:pt x="209254" y="40821"/>
                  <a:pt x="209254" y="44627"/>
                </a:cubicBezTo>
                <a:cubicBezTo>
                  <a:pt x="209254" y="48546"/>
                  <a:pt x="195395" y="59215"/>
                  <a:pt x="192564" y="57464"/>
                </a:cubicBezTo>
                <a:cubicBezTo>
                  <a:pt x="191314" y="56697"/>
                  <a:pt x="189752" y="59622"/>
                  <a:pt x="188844" y="64412"/>
                </a:cubicBezTo>
                <a:cubicBezTo>
                  <a:pt x="188143" y="68133"/>
                  <a:pt x="188948" y="68975"/>
                  <a:pt x="191125" y="66798"/>
                </a:cubicBezTo>
                <a:cubicBezTo>
                  <a:pt x="193501" y="64422"/>
                  <a:pt x="195054" y="67006"/>
                  <a:pt x="194533" y="72478"/>
                </a:cubicBezTo>
                <a:cubicBezTo>
                  <a:pt x="193994" y="78025"/>
                  <a:pt x="196057" y="83251"/>
                  <a:pt x="197402" y="79758"/>
                </a:cubicBezTo>
                <a:cubicBezTo>
                  <a:pt x="198216" y="77637"/>
                  <a:pt x="201046" y="77533"/>
                  <a:pt x="202239" y="79588"/>
                </a:cubicBezTo>
                <a:cubicBezTo>
                  <a:pt x="202731" y="80430"/>
                  <a:pt x="205306" y="81490"/>
                  <a:pt x="207957" y="81926"/>
                </a:cubicBezTo>
                <a:cubicBezTo>
                  <a:pt x="212624" y="82702"/>
                  <a:pt x="212747" y="82655"/>
                  <a:pt x="211535" y="80392"/>
                </a:cubicBezTo>
                <a:cubicBezTo>
                  <a:pt x="210807" y="79029"/>
                  <a:pt x="209188" y="78054"/>
                  <a:pt x="207673" y="78054"/>
                </a:cubicBezTo>
                <a:cubicBezTo>
                  <a:pt x="206045" y="78054"/>
                  <a:pt x="203574" y="76416"/>
                  <a:pt x="201150" y="73718"/>
                </a:cubicBezTo>
                <a:cubicBezTo>
                  <a:pt x="191333" y="62860"/>
                  <a:pt x="197638" y="58817"/>
                  <a:pt x="208090" y="69269"/>
                </a:cubicBezTo>
                <a:lnTo>
                  <a:pt x="211621" y="72800"/>
                </a:lnTo>
                <a:lnTo>
                  <a:pt x="210920" y="66249"/>
                </a:lnTo>
                <a:cubicBezTo>
                  <a:pt x="210333" y="60711"/>
                  <a:pt x="210617" y="58912"/>
                  <a:pt x="212795" y="54680"/>
                </a:cubicBezTo>
                <a:cubicBezTo>
                  <a:pt x="214215" y="51925"/>
                  <a:pt x="216127" y="49672"/>
                  <a:pt x="217045" y="49672"/>
                </a:cubicBezTo>
                <a:cubicBezTo>
                  <a:pt x="219554" y="49672"/>
                  <a:pt x="219393" y="63702"/>
                  <a:pt x="216846" y="66523"/>
                </a:cubicBezTo>
                <a:cubicBezTo>
                  <a:pt x="214574" y="69041"/>
                  <a:pt x="213202" y="74116"/>
                  <a:pt x="214300" y="75895"/>
                </a:cubicBezTo>
                <a:cubicBezTo>
                  <a:pt x="214783" y="76681"/>
                  <a:pt x="215843" y="75015"/>
                  <a:pt x="216913" y="71787"/>
                </a:cubicBezTo>
                <a:cubicBezTo>
                  <a:pt x="218266" y="67707"/>
                  <a:pt x="219260" y="66362"/>
                  <a:pt x="220936" y="66362"/>
                </a:cubicBezTo>
                <a:cubicBezTo>
                  <a:pt x="222962" y="66362"/>
                  <a:pt x="223161" y="67110"/>
                  <a:pt x="223161" y="74523"/>
                </a:cubicBezTo>
                <a:cubicBezTo>
                  <a:pt x="223161" y="80970"/>
                  <a:pt x="222763" y="82977"/>
                  <a:pt x="221239" y="84084"/>
                </a:cubicBezTo>
                <a:cubicBezTo>
                  <a:pt x="219592" y="85296"/>
                  <a:pt x="219535" y="85779"/>
                  <a:pt x="220822" y="87549"/>
                </a:cubicBezTo>
                <a:cubicBezTo>
                  <a:pt x="222242" y="89490"/>
                  <a:pt x="222422" y="89424"/>
                  <a:pt x="223984" y="86337"/>
                </a:cubicBezTo>
                <a:cubicBezTo>
                  <a:pt x="224903" y="84529"/>
                  <a:pt x="226512" y="80421"/>
                  <a:pt x="227563" y="77192"/>
                </a:cubicBezTo>
                <a:cubicBezTo>
                  <a:pt x="229456" y="71399"/>
                  <a:pt x="229447" y="71304"/>
                  <a:pt x="227071" y="69382"/>
                </a:cubicBezTo>
                <a:cubicBezTo>
                  <a:pt x="225253" y="67905"/>
                  <a:pt x="224514" y="65785"/>
                  <a:pt x="224051" y="60578"/>
                </a:cubicBezTo>
                <a:cubicBezTo>
                  <a:pt x="223700" y="56801"/>
                  <a:pt x="223738" y="52910"/>
                  <a:pt x="224117" y="51925"/>
                </a:cubicBezTo>
                <a:cubicBezTo>
                  <a:pt x="225310" y="48792"/>
                  <a:pt x="228945" y="51954"/>
                  <a:pt x="231245" y="58136"/>
                </a:cubicBezTo>
                <a:lnTo>
                  <a:pt x="233366" y="63816"/>
                </a:lnTo>
                <a:lnTo>
                  <a:pt x="234852" y="60237"/>
                </a:lnTo>
                <a:cubicBezTo>
                  <a:pt x="236045" y="57359"/>
                  <a:pt x="236064" y="56204"/>
                  <a:pt x="234956" y="54434"/>
                </a:cubicBezTo>
                <a:cubicBezTo>
                  <a:pt x="232486" y="50477"/>
                  <a:pt x="235960" y="38700"/>
                  <a:pt x="239037" y="40603"/>
                </a:cubicBezTo>
                <a:cubicBezTo>
                  <a:pt x="240816" y="41701"/>
                  <a:pt x="241791" y="49379"/>
                  <a:pt x="240570" y="52617"/>
                </a:cubicBezTo>
                <a:lnTo>
                  <a:pt x="239481" y="55457"/>
                </a:lnTo>
                <a:lnTo>
                  <a:pt x="243524" y="53402"/>
                </a:lnTo>
                <a:cubicBezTo>
                  <a:pt x="253057" y="48536"/>
                  <a:pt x="257838" y="53005"/>
                  <a:pt x="249365" y="58865"/>
                </a:cubicBezTo>
                <a:cubicBezTo>
                  <a:pt x="246421" y="60900"/>
                  <a:pt x="244934" y="62765"/>
                  <a:pt x="244906" y="64488"/>
                </a:cubicBezTo>
                <a:cubicBezTo>
                  <a:pt x="244887" y="65908"/>
                  <a:pt x="244385" y="67972"/>
                  <a:pt x="243798" y="69070"/>
                </a:cubicBezTo>
                <a:cubicBezTo>
                  <a:pt x="242776" y="70973"/>
                  <a:pt x="242965" y="70982"/>
                  <a:pt x="247613" y="69307"/>
                </a:cubicBezTo>
                <a:cubicBezTo>
                  <a:pt x="251864" y="67782"/>
                  <a:pt x="252489" y="67148"/>
                  <a:pt x="252404" y="64403"/>
                </a:cubicBezTo>
                <a:cubicBezTo>
                  <a:pt x="252271" y="59461"/>
                  <a:pt x="254562" y="57994"/>
                  <a:pt x="257137" y="61354"/>
                </a:cubicBezTo>
                <a:cubicBezTo>
                  <a:pt x="259684" y="64668"/>
                  <a:pt x="261539" y="72355"/>
                  <a:pt x="260365" y="74731"/>
                </a:cubicBezTo>
                <a:cubicBezTo>
                  <a:pt x="259911" y="75659"/>
                  <a:pt x="260223" y="77666"/>
                  <a:pt x="261066" y="79180"/>
                </a:cubicBezTo>
                <a:cubicBezTo>
                  <a:pt x="262543" y="81841"/>
                  <a:pt x="262599" y="81736"/>
                  <a:pt x="262637" y="76577"/>
                </a:cubicBezTo>
                <a:cubicBezTo>
                  <a:pt x="262666" y="72203"/>
                  <a:pt x="263016" y="71276"/>
                  <a:pt x="264502" y="71569"/>
                </a:cubicBezTo>
                <a:cubicBezTo>
                  <a:pt x="267759" y="72213"/>
                  <a:pt x="270921" y="77779"/>
                  <a:pt x="271138" y="83251"/>
                </a:cubicBezTo>
                <a:cubicBezTo>
                  <a:pt x="271271" y="86404"/>
                  <a:pt x="271972" y="88751"/>
                  <a:pt x="272947" y="89300"/>
                </a:cubicBezTo>
                <a:cubicBezTo>
                  <a:pt x="274963" y="90427"/>
                  <a:pt x="275077" y="88647"/>
                  <a:pt x="273600" y="79502"/>
                </a:cubicBezTo>
                <a:cubicBezTo>
                  <a:pt x="272691" y="73851"/>
                  <a:pt x="272076" y="72554"/>
                  <a:pt x="270201" y="72270"/>
                </a:cubicBezTo>
                <a:cubicBezTo>
                  <a:pt x="265155" y="71512"/>
                  <a:pt x="258396" y="58628"/>
                  <a:pt x="262325" y="57236"/>
                </a:cubicBezTo>
                <a:cubicBezTo>
                  <a:pt x="263044" y="56981"/>
                  <a:pt x="265676" y="58609"/>
                  <a:pt x="268166" y="60862"/>
                </a:cubicBezTo>
                <a:cubicBezTo>
                  <a:pt x="272615" y="64886"/>
                  <a:pt x="272691" y="64904"/>
                  <a:pt x="272691" y="62206"/>
                </a:cubicBezTo>
                <a:cubicBezTo>
                  <a:pt x="272691" y="60692"/>
                  <a:pt x="271460" y="58126"/>
                  <a:pt x="269965" y="56507"/>
                </a:cubicBezTo>
                <a:cubicBezTo>
                  <a:pt x="267181" y="53506"/>
                  <a:pt x="265222" y="46851"/>
                  <a:pt x="266500" y="44778"/>
                </a:cubicBezTo>
                <a:cubicBezTo>
                  <a:pt x="267730" y="42790"/>
                  <a:pt x="270495" y="44797"/>
                  <a:pt x="272833" y="49379"/>
                </a:cubicBezTo>
                <a:lnTo>
                  <a:pt x="275096" y="53828"/>
                </a:lnTo>
                <a:lnTo>
                  <a:pt x="278683" y="50354"/>
                </a:lnTo>
                <a:cubicBezTo>
                  <a:pt x="284685" y="44532"/>
                  <a:pt x="287393" y="46264"/>
                  <a:pt x="284098" y="53828"/>
                </a:cubicBezTo>
                <a:cubicBezTo>
                  <a:pt x="282470" y="57539"/>
                  <a:pt x="282252" y="59366"/>
                  <a:pt x="283095" y="62235"/>
                </a:cubicBezTo>
                <a:lnTo>
                  <a:pt x="284174" y="65889"/>
                </a:lnTo>
                <a:lnTo>
                  <a:pt x="287062" y="63144"/>
                </a:lnTo>
                <a:cubicBezTo>
                  <a:pt x="290583" y="59802"/>
                  <a:pt x="296064" y="58145"/>
                  <a:pt x="296064" y="60427"/>
                </a:cubicBezTo>
                <a:cubicBezTo>
                  <a:pt x="296064" y="61279"/>
                  <a:pt x="295288" y="63087"/>
                  <a:pt x="294332" y="64450"/>
                </a:cubicBezTo>
                <a:cubicBezTo>
                  <a:pt x="293376" y="65813"/>
                  <a:pt x="292855" y="67347"/>
                  <a:pt x="293177" y="67858"/>
                </a:cubicBezTo>
                <a:cubicBezTo>
                  <a:pt x="293490" y="68369"/>
                  <a:pt x="293868" y="72005"/>
                  <a:pt x="294020" y="75924"/>
                </a:cubicBezTo>
                <a:lnTo>
                  <a:pt x="294285" y="83062"/>
                </a:lnTo>
                <a:lnTo>
                  <a:pt x="298791" y="83327"/>
                </a:lnTo>
                <a:cubicBezTo>
                  <a:pt x="308532" y="83904"/>
                  <a:pt x="312792" y="88458"/>
                  <a:pt x="305531" y="90531"/>
                </a:cubicBezTo>
                <a:cubicBezTo>
                  <a:pt x="301621" y="91648"/>
                  <a:pt x="294067" y="90758"/>
                  <a:pt x="291842" y="88912"/>
                </a:cubicBezTo>
                <a:cubicBezTo>
                  <a:pt x="290621" y="87890"/>
                  <a:pt x="289845" y="88202"/>
                  <a:pt x="288198" y="90351"/>
                </a:cubicBezTo>
                <a:cubicBezTo>
                  <a:pt x="287043" y="91847"/>
                  <a:pt x="286086" y="93324"/>
                  <a:pt x="286077" y="93636"/>
                </a:cubicBezTo>
                <a:cubicBezTo>
                  <a:pt x="286058" y="93939"/>
                  <a:pt x="288927" y="94053"/>
                  <a:pt x="292448" y="93882"/>
                </a:cubicBezTo>
                <a:cubicBezTo>
                  <a:pt x="295970" y="93712"/>
                  <a:pt x="299548" y="94034"/>
                  <a:pt x="300400" y="94602"/>
                </a:cubicBezTo>
                <a:cubicBezTo>
                  <a:pt x="303023" y="96344"/>
                  <a:pt x="300845" y="99118"/>
                  <a:pt x="295828" y="100462"/>
                </a:cubicBezTo>
                <a:lnTo>
                  <a:pt x="291057" y="101740"/>
                </a:lnTo>
                <a:lnTo>
                  <a:pt x="291057" y="107704"/>
                </a:lnTo>
                <a:cubicBezTo>
                  <a:pt x="291057" y="110979"/>
                  <a:pt x="291208" y="113668"/>
                  <a:pt x="291397" y="113668"/>
                </a:cubicBezTo>
                <a:cubicBezTo>
                  <a:pt x="291587" y="113668"/>
                  <a:pt x="293177" y="112097"/>
                  <a:pt x="294928" y="110184"/>
                </a:cubicBezTo>
                <a:cubicBezTo>
                  <a:pt x="298355" y="106426"/>
                  <a:pt x="307974" y="103056"/>
                  <a:pt x="309952" y="104911"/>
                </a:cubicBezTo>
                <a:cubicBezTo>
                  <a:pt x="312603" y="107401"/>
                  <a:pt x="303562" y="114776"/>
                  <a:pt x="297854" y="114785"/>
                </a:cubicBezTo>
                <a:cubicBezTo>
                  <a:pt x="295818" y="114795"/>
                  <a:pt x="293026" y="115931"/>
                  <a:pt x="291057" y="117559"/>
                </a:cubicBezTo>
                <a:lnTo>
                  <a:pt x="287724" y="120323"/>
                </a:lnTo>
                <a:lnTo>
                  <a:pt x="291861" y="118667"/>
                </a:lnTo>
                <a:cubicBezTo>
                  <a:pt x="297532" y="116394"/>
                  <a:pt x="301906" y="116470"/>
                  <a:pt x="301432" y="118837"/>
                </a:cubicBezTo>
                <a:cubicBezTo>
                  <a:pt x="300845" y="121819"/>
                  <a:pt x="293234" y="127243"/>
                  <a:pt x="289201" y="127556"/>
                </a:cubicBezTo>
                <a:cubicBezTo>
                  <a:pt x="286730" y="127755"/>
                  <a:pt x="285367" y="128493"/>
                  <a:pt x="285111" y="129771"/>
                </a:cubicBezTo>
                <a:cubicBezTo>
                  <a:pt x="284790" y="131409"/>
                  <a:pt x="285282" y="131579"/>
                  <a:pt x="288406" y="130888"/>
                </a:cubicBezTo>
                <a:cubicBezTo>
                  <a:pt x="290432" y="130443"/>
                  <a:pt x="294228" y="129165"/>
                  <a:pt x="296860" y="128039"/>
                </a:cubicBezTo>
                <a:cubicBezTo>
                  <a:pt x="300504" y="126477"/>
                  <a:pt x="301631" y="125388"/>
                  <a:pt x="301631" y="123438"/>
                </a:cubicBezTo>
                <a:cubicBezTo>
                  <a:pt x="301631" y="118884"/>
                  <a:pt x="311694" y="109929"/>
                  <a:pt x="314099" y="112333"/>
                </a:cubicBezTo>
                <a:cubicBezTo>
                  <a:pt x="314989" y="113223"/>
                  <a:pt x="314563" y="115098"/>
                  <a:pt x="312537" y="119206"/>
                </a:cubicBezTo>
                <a:cubicBezTo>
                  <a:pt x="309848" y="124631"/>
                  <a:pt x="309829" y="124820"/>
                  <a:pt x="312016" y="124129"/>
                </a:cubicBezTo>
                <a:cubicBezTo>
                  <a:pt x="313266" y="123731"/>
                  <a:pt x="315850" y="121753"/>
                  <a:pt x="317762" y="119727"/>
                </a:cubicBezTo>
                <a:cubicBezTo>
                  <a:pt x="321095" y="116196"/>
                  <a:pt x="326585" y="113772"/>
                  <a:pt x="328024" y="115202"/>
                </a:cubicBezTo>
                <a:cubicBezTo>
                  <a:pt x="329283" y="116461"/>
                  <a:pt x="326188" y="121478"/>
                  <a:pt x="323357" y="122766"/>
                </a:cubicBezTo>
                <a:cubicBezTo>
                  <a:pt x="320034" y="124280"/>
                  <a:pt x="319779" y="125521"/>
                  <a:pt x="322600" y="126410"/>
                </a:cubicBezTo>
                <a:cubicBezTo>
                  <a:pt x="323736" y="126770"/>
                  <a:pt x="325847" y="128332"/>
                  <a:pt x="327305" y="129885"/>
                </a:cubicBezTo>
                <a:cubicBezTo>
                  <a:pt x="329492" y="132214"/>
                  <a:pt x="329681" y="132876"/>
                  <a:pt x="328365" y="133690"/>
                </a:cubicBezTo>
                <a:cubicBezTo>
                  <a:pt x="326680" y="134732"/>
                  <a:pt x="321293" y="134050"/>
                  <a:pt x="318046" y="132393"/>
                </a:cubicBezTo>
                <a:cubicBezTo>
                  <a:pt x="316797" y="131750"/>
                  <a:pt x="316106" y="131816"/>
                  <a:pt x="316106" y="132583"/>
                </a:cubicBezTo>
                <a:cubicBezTo>
                  <a:pt x="316106" y="133226"/>
                  <a:pt x="314884" y="134221"/>
                  <a:pt x="313398" y="134789"/>
                </a:cubicBezTo>
                <a:lnTo>
                  <a:pt x="310691" y="135820"/>
                </a:lnTo>
                <a:lnTo>
                  <a:pt x="315244" y="140374"/>
                </a:lnTo>
                <a:cubicBezTo>
                  <a:pt x="320309" y="145439"/>
                  <a:pt x="319911" y="148146"/>
                  <a:pt x="314373" y="146300"/>
                </a:cubicBezTo>
                <a:cubicBezTo>
                  <a:pt x="311524" y="145344"/>
                  <a:pt x="303723" y="147114"/>
                  <a:pt x="299785" y="149595"/>
                </a:cubicBezTo>
                <a:cubicBezTo>
                  <a:pt x="299075" y="150040"/>
                  <a:pt x="297825" y="150144"/>
                  <a:pt x="297002" y="149831"/>
                </a:cubicBezTo>
                <a:cubicBezTo>
                  <a:pt x="295837" y="149377"/>
                  <a:pt x="295582" y="150769"/>
                  <a:pt x="295818" y="156231"/>
                </a:cubicBezTo>
                <a:cubicBezTo>
                  <a:pt x="296140" y="163520"/>
                  <a:pt x="295033" y="166843"/>
                  <a:pt x="292742" y="165433"/>
                </a:cubicBezTo>
                <a:cubicBezTo>
                  <a:pt x="289315" y="163312"/>
                  <a:pt x="286721" y="150380"/>
                  <a:pt x="289390" y="148733"/>
                </a:cubicBezTo>
                <a:cubicBezTo>
                  <a:pt x="291397" y="147493"/>
                  <a:pt x="290564" y="146338"/>
                  <a:pt x="286825" y="145193"/>
                </a:cubicBezTo>
                <a:lnTo>
                  <a:pt x="283142" y="144057"/>
                </a:lnTo>
                <a:lnTo>
                  <a:pt x="284714" y="150248"/>
                </a:lnTo>
                <a:cubicBezTo>
                  <a:pt x="285888" y="154868"/>
                  <a:pt x="285982" y="156931"/>
                  <a:pt x="285055" y="158408"/>
                </a:cubicBezTo>
                <a:cubicBezTo>
                  <a:pt x="284382" y="159497"/>
                  <a:pt x="283824" y="161788"/>
                  <a:pt x="283824" y="163501"/>
                </a:cubicBezTo>
                <a:cubicBezTo>
                  <a:pt x="283824" y="165224"/>
                  <a:pt x="282896" y="168443"/>
                  <a:pt x="281760" y="170668"/>
                </a:cubicBezTo>
                <a:lnTo>
                  <a:pt x="279706" y="174701"/>
                </a:lnTo>
                <a:lnTo>
                  <a:pt x="282394" y="173678"/>
                </a:lnTo>
                <a:cubicBezTo>
                  <a:pt x="286058" y="172287"/>
                  <a:pt x="293546" y="172391"/>
                  <a:pt x="294446" y="173839"/>
                </a:cubicBezTo>
                <a:cubicBezTo>
                  <a:pt x="295563" y="175647"/>
                  <a:pt x="291729" y="179216"/>
                  <a:pt x="287213" y="180570"/>
                </a:cubicBezTo>
                <a:cubicBezTo>
                  <a:pt x="284411" y="181403"/>
                  <a:pt x="283114" y="182473"/>
                  <a:pt x="283000" y="184025"/>
                </a:cubicBezTo>
                <a:cubicBezTo>
                  <a:pt x="282906" y="185256"/>
                  <a:pt x="282063" y="187112"/>
                  <a:pt x="281135" y="188134"/>
                </a:cubicBezTo>
                <a:cubicBezTo>
                  <a:pt x="279564" y="189876"/>
                  <a:pt x="279905" y="190027"/>
                  <a:pt x="285689" y="190160"/>
                </a:cubicBezTo>
                <a:cubicBezTo>
                  <a:pt x="295269" y="190387"/>
                  <a:pt x="298337" y="194941"/>
                  <a:pt x="289958" y="196512"/>
                </a:cubicBezTo>
                <a:cubicBezTo>
                  <a:pt x="287667" y="196948"/>
                  <a:pt x="286049" y="197904"/>
                  <a:pt x="286049" y="198832"/>
                </a:cubicBezTo>
                <a:cubicBezTo>
                  <a:pt x="286049" y="199693"/>
                  <a:pt x="284543" y="202117"/>
                  <a:pt x="282707" y="204209"/>
                </a:cubicBezTo>
                <a:cubicBezTo>
                  <a:pt x="280870" y="206301"/>
                  <a:pt x="279375" y="208544"/>
                  <a:pt x="279375" y="209179"/>
                </a:cubicBezTo>
                <a:cubicBezTo>
                  <a:pt x="279375" y="209822"/>
                  <a:pt x="278447" y="210646"/>
                  <a:pt x="277311" y="211006"/>
                </a:cubicBezTo>
                <a:cubicBezTo>
                  <a:pt x="275522" y="211574"/>
                  <a:pt x="275862" y="212303"/>
                  <a:pt x="279990" y="216752"/>
                </a:cubicBezTo>
                <a:cubicBezTo>
                  <a:pt x="282603" y="219545"/>
                  <a:pt x="285575" y="222839"/>
                  <a:pt x="286598" y="224051"/>
                </a:cubicBezTo>
                <a:cubicBezTo>
                  <a:pt x="289087" y="227014"/>
                  <a:pt x="290091" y="225802"/>
                  <a:pt x="287838" y="222574"/>
                </a:cubicBezTo>
                <a:cubicBezTo>
                  <a:pt x="285528" y="219280"/>
                  <a:pt x="285339" y="208279"/>
                  <a:pt x="287582" y="208279"/>
                </a:cubicBezTo>
                <a:cubicBezTo>
                  <a:pt x="289930" y="208279"/>
                  <a:pt x="291596" y="210892"/>
                  <a:pt x="292647" y="216232"/>
                </a:cubicBezTo>
                <a:cubicBezTo>
                  <a:pt x="293168" y="218892"/>
                  <a:pt x="293650" y="220454"/>
                  <a:pt x="293717" y="219687"/>
                </a:cubicBezTo>
                <a:cubicBezTo>
                  <a:pt x="293783" y="218920"/>
                  <a:pt x="294578" y="218295"/>
                  <a:pt x="295487" y="218295"/>
                </a:cubicBezTo>
                <a:cubicBezTo>
                  <a:pt x="297863" y="218295"/>
                  <a:pt x="300523" y="224146"/>
                  <a:pt x="300523" y="229371"/>
                </a:cubicBezTo>
                <a:cubicBezTo>
                  <a:pt x="300523" y="231852"/>
                  <a:pt x="301025" y="233878"/>
                  <a:pt x="301631" y="233878"/>
                </a:cubicBezTo>
                <a:cubicBezTo>
                  <a:pt x="302881" y="233878"/>
                  <a:pt x="303051" y="229760"/>
                  <a:pt x="302048" y="223672"/>
                </a:cubicBezTo>
                <a:cubicBezTo>
                  <a:pt x="301612" y="221022"/>
                  <a:pt x="300656" y="219412"/>
                  <a:pt x="299331" y="219062"/>
                </a:cubicBezTo>
                <a:cubicBezTo>
                  <a:pt x="296746" y="218390"/>
                  <a:pt x="292590" y="211744"/>
                  <a:pt x="292988" y="208923"/>
                </a:cubicBezTo>
                <a:cubicBezTo>
                  <a:pt x="293461" y="205506"/>
                  <a:pt x="295799" y="205610"/>
                  <a:pt x="299397" y="209217"/>
                </a:cubicBezTo>
                <a:cubicBezTo>
                  <a:pt x="302190" y="212009"/>
                  <a:pt x="302748" y="212218"/>
                  <a:pt x="302748" y="210495"/>
                </a:cubicBezTo>
                <a:cubicBezTo>
                  <a:pt x="302748" y="209359"/>
                  <a:pt x="301934" y="207617"/>
                  <a:pt x="300930" y="206623"/>
                </a:cubicBezTo>
                <a:cubicBezTo>
                  <a:pt x="299936" y="205629"/>
                  <a:pt x="298867" y="202580"/>
                  <a:pt x="298564" y="199863"/>
                </a:cubicBezTo>
                <a:cubicBezTo>
                  <a:pt x="298100" y="195793"/>
                  <a:pt x="298327" y="194922"/>
                  <a:pt x="299832" y="194922"/>
                </a:cubicBezTo>
                <a:cubicBezTo>
                  <a:pt x="300845" y="194922"/>
                  <a:pt x="302492" y="196645"/>
                  <a:pt x="303505" y="198765"/>
                </a:cubicBezTo>
                <a:lnTo>
                  <a:pt x="305332" y="202609"/>
                </a:lnTo>
                <a:lnTo>
                  <a:pt x="308589" y="199863"/>
                </a:lnTo>
                <a:cubicBezTo>
                  <a:pt x="313569" y="195679"/>
                  <a:pt x="315585" y="198396"/>
                  <a:pt x="312262" y="204824"/>
                </a:cubicBezTo>
                <a:cubicBezTo>
                  <a:pt x="311382" y="206538"/>
                  <a:pt x="310918" y="208952"/>
                  <a:pt x="311249" y="210192"/>
                </a:cubicBezTo>
                <a:cubicBezTo>
                  <a:pt x="311836" y="212445"/>
                  <a:pt x="311836" y="212445"/>
                  <a:pt x="316115" y="210097"/>
                </a:cubicBezTo>
                <a:cubicBezTo>
                  <a:pt x="321123" y="207352"/>
                  <a:pt x="322628" y="208156"/>
                  <a:pt x="320536" y="212445"/>
                </a:cubicBezTo>
                <a:cubicBezTo>
                  <a:pt x="319722" y="214130"/>
                  <a:pt x="319116" y="215796"/>
                  <a:pt x="319182" y="216156"/>
                </a:cubicBezTo>
                <a:cubicBezTo>
                  <a:pt x="319258" y="216506"/>
                  <a:pt x="319429" y="219403"/>
                  <a:pt x="319580" y="222584"/>
                </a:cubicBezTo>
                <a:cubicBezTo>
                  <a:pt x="319817" y="227809"/>
                  <a:pt x="320120" y="228425"/>
                  <a:pt x="322704" y="228974"/>
                </a:cubicBezTo>
                <a:cubicBezTo>
                  <a:pt x="327721" y="230034"/>
                  <a:pt x="330571" y="231558"/>
                  <a:pt x="330571" y="233177"/>
                </a:cubicBezTo>
                <a:cubicBezTo>
                  <a:pt x="330571" y="236405"/>
                  <a:pt x="320413" y="237333"/>
                  <a:pt x="317175" y="234398"/>
                </a:cubicBezTo>
                <a:cubicBezTo>
                  <a:pt x="315462" y="232846"/>
                  <a:pt x="315131" y="232931"/>
                  <a:pt x="313588" y="235298"/>
                </a:cubicBezTo>
                <a:lnTo>
                  <a:pt x="311874" y="237911"/>
                </a:lnTo>
                <a:lnTo>
                  <a:pt x="317384" y="237986"/>
                </a:lnTo>
                <a:cubicBezTo>
                  <a:pt x="320413" y="238034"/>
                  <a:pt x="323196" y="238374"/>
                  <a:pt x="323575" y="238753"/>
                </a:cubicBezTo>
                <a:cubicBezTo>
                  <a:pt x="325345" y="240523"/>
                  <a:pt x="321142" y="249186"/>
                  <a:pt x="316267" y="253796"/>
                </a:cubicBezTo>
                <a:cubicBezTo>
                  <a:pt x="313417" y="256494"/>
                  <a:pt x="312433" y="257838"/>
                  <a:pt x="314061" y="256787"/>
                </a:cubicBezTo>
                <a:cubicBezTo>
                  <a:pt x="315699" y="255746"/>
                  <a:pt x="317895" y="255045"/>
                  <a:pt x="318955" y="255235"/>
                </a:cubicBezTo>
                <a:cubicBezTo>
                  <a:pt x="320262" y="255471"/>
                  <a:pt x="321256" y="254449"/>
                  <a:pt x="322098" y="251997"/>
                </a:cubicBezTo>
                <a:cubicBezTo>
                  <a:pt x="322780" y="250028"/>
                  <a:pt x="324162" y="247595"/>
                  <a:pt x="325175" y="246582"/>
                </a:cubicBezTo>
                <a:cubicBezTo>
                  <a:pt x="326888" y="244878"/>
                  <a:pt x="327106" y="244925"/>
                  <a:pt x="328346" y="247235"/>
                </a:cubicBezTo>
                <a:cubicBezTo>
                  <a:pt x="329075" y="248599"/>
                  <a:pt x="329463" y="251155"/>
                  <a:pt x="329198" y="252925"/>
                </a:cubicBezTo>
                <a:cubicBezTo>
                  <a:pt x="328753" y="255964"/>
                  <a:pt x="328839" y="256039"/>
                  <a:pt x="330760" y="254288"/>
                </a:cubicBezTo>
                <a:cubicBezTo>
                  <a:pt x="331887" y="253285"/>
                  <a:pt x="332796" y="251353"/>
                  <a:pt x="332796" y="250009"/>
                </a:cubicBezTo>
                <a:cubicBezTo>
                  <a:pt x="332796" y="247453"/>
                  <a:pt x="337397" y="241669"/>
                  <a:pt x="339422" y="241669"/>
                </a:cubicBezTo>
                <a:cubicBezTo>
                  <a:pt x="341193" y="241669"/>
                  <a:pt x="340814" y="247529"/>
                  <a:pt x="338854" y="250322"/>
                </a:cubicBezTo>
                <a:cubicBezTo>
                  <a:pt x="337141" y="252773"/>
                  <a:pt x="337179" y="252802"/>
                  <a:pt x="342196" y="252802"/>
                </a:cubicBezTo>
                <a:cubicBezTo>
                  <a:pt x="346409" y="252802"/>
                  <a:pt x="347270" y="253152"/>
                  <a:pt x="347270" y="254875"/>
                </a:cubicBezTo>
                <a:cubicBezTo>
                  <a:pt x="347270" y="256371"/>
                  <a:pt x="345936" y="257336"/>
                  <a:pt x="342537" y="258302"/>
                </a:cubicBezTo>
                <a:cubicBezTo>
                  <a:pt x="339934" y="259040"/>
                  <a:pt x="336904" y="260858"/>
                  <a:pt x="335806" y="262344"/>
                </a:cubicBezTo>
                <a:cubicBezTo>
                  <a:pt x="333809" y="265042"/>
                  <a:pt x="333809" y="265042"/>
                  <a:pt x="337075" y="265042"/>
                </a:cubicBezTo>
                <a:cubicBezTo>
                  <a:pt x="338873" y="265042"/>
                  <a:pt x="341524" y="266008"/>
                  <a:pt x="342972" y="267182"/>
                </a:cubicBezTo>
                <a:lnTo>
                  <a:pt x="345595" y="269321"/>
                </a:lnTo>
                <a:lnTo>
                  <a:pt x="342812" y="270363"/>
                </a:lnTo>
                <a:cubicBezTo>
                  <a:pt x="341287" y="270931"/>
                  <a:pt x="339470" y="271593"/>
                  <a:pt x="338788" y="271840"/>
                </a:cubicBezTo>
                <a:cubicBezTo>
                  <a:pt x="338097" y="272076"/>
                  <a:pt x="335314" y="274263"/>
                  <a:pt x="332597" y="276687"/>
                </a:cubicBezTo>
                <a:lnTo>
                  <a:pt x="327655" y="281108"/>
                </a:lnTo>
                <a:lnTo>
                  <a:pt x="330334" y="285898"/>
                </a:lnTo>
                <a:cubicBezTo>
                  <a:pt x="333070" y="290792"/>
                  <a:pt x="333004" y="293982"/>
                  <a:pt x="330164" y="293982"/>
                </a:cubicBezTo>
                <a:cubicBezTo>
                  <a:pt x="327939" y="293982"/>
                  <a:pt x="321663" y="286561"/>
                  <a:pt x="321663" y="283929"/>
                </a:cubicBezTo>
                <a:cubicBezTo>
                  <a:pt x="321663" y="282206"/>
                  <a:pt x="320905" y="281732"/>
                  <a:pt x="318122" y="281732"/>
                </a:cubicBezTo>
                <a:lnTo>
                  <a:pt x="314572" y="281732"/>
                </a:lnTo>
                <a:lnTo>
                  <a:pt x="317431" y="284800"/>
                </a:lnTo>
                <a:cubicBezTo>
                  <a:pt x="322931" y="290698"/>
                  <a:pt x="323594" y="293982"/>
                  <a:pt x="319296" y="293982"/>
                </a:cubicBezTo>
                <a:cubicBezTo>
                  <a:pt x="316778" y="293982"/>
                  <a:pt x="309422" y="287621"/>
                  <a:pt x="309422" y="285453"/>
                </a:cubicBezTo>
                <a:cubicBezTo>
                  <a:pt x="309422" y="284251"/>
                  <a:pt x="308277" y="283919"/>
                  <a:pt x="304906" y="284175"/>
                </a:cubicBezTo>
                <a:cubicBezTo>
                  <a:pt x="300533" y="284506"/>
                  <a:pt x="300306" y="284724"/>
                  <a:pt x="297759" y="291000"/>
                </a:cubicBezTo>
                <a:cubicBezTo>
                  <a:pt x="295695" y="296113"/>
                  <a:pt x="295496" y="297353"/>
                  <a:pt x="296822" y="296841"/>
                </a:cubicBezTo>
                <a:cubicBezTo>
                  <a:pt x="300836" y="295298"/>
                  <a:pt x="303666" y="294995"/>
                  <a:pt x="304301" y="296018"/>
                </a:cubicBezTo>
                <a:cubicBezTo>
                  <a:pt x="305503" y="297968"/>
                  <a:pt x="299416" y="303913"/>
                  <a:pt x="295004" y="305097"/>
                </a:cubicBezTo>
                <a:cubicBezTo>
                  <a:pt x="292666" y="305721"/>
                  <a:pt x="290110" y="307018"/>
                  <a:pt x="289315" y="307974"/>
                </a:cubicBezTo>
                <a:cubicBezTo>
                  <a:pt x="288112" y="309432"/>
                  <a:pt x="288538" y="309404"/>
                  <a:pt x="291984" y="307757"/>
                </a:cubicBezTo>
                <a:cubicBezTo>
                  <a:pt x="294919" y="306356"/>
                  <a:pt x="296434" y="306147"/>
                  <a:pt x="297286" y="306999"/>
                </a:cubicBezTo>
                <a:cubicBezTo>
                  <a:pt x="298147" y="307861"/>
                  <a:pt x="299548" y="307047"/>
                  <a:pt x="302218" y="304150"/>
                </a:cubicBezTo>
                <a:cubicBezTo>
                  <a:pt x="305153" y="300969"/>
                  <a:pt x="306232" y="300392"/>
                  <a:pt x="307311" y="301452"/>
                </a:cubicBezTo>
                <a:cubicBezTo>
                  <a:pt x="308390" y="302522"/>
                  <a:pt x="308315" y="303733"/>
                  <a:pt x="306942" y="307236"/>
                </a:cubicBezTo>
                <a:cubicBezTo>
                  <a:pt x="305257" y="311524"/>
                  <a:pt x="305266" y="311619"/>
                  <a:pt x="307311" y="310351"/>
                </a:cubicBezTo>
                <a:cubicBezTo>
                  <a:pt x="308475" y="309622"/>
                  <a:pt x="309422" y="308713"/>
                  <a:pt x="309422" y="308334"/>
                </a:cubicBezTo>
                <a:cubicBezTo>
                  <a:pt x="309422" y="306753"/>
                  <a:pt x="315452" y="301774"/>
                  <a:pt x="317365" y="301774"/>
                </a:cubicBezTo>
                <a:cubicBezTo>
                  <a:pt x="320072" y="301774"/>
                  <a:pt x="319997" y="304103"/>
                  <a:pt x="317175" y="307681"/>
                </a:cubicBezTo>
                <a:cubicBezTo>
                  <a:pt x="315008" y="310445"/>
                  <a:pt x="314998" y="310606"/>
                  <a:pt x="316958" y="311657"/>
                </a:cubicBezTo>
                <a:cubicBezTo>
                  <a:pt x="318558" y="312509"/>
                  <a:pt x="319324" y="312235"/>
                  <a:pt x="320479" y="310388"/>
                </a:cubicBezTo>
                <a:cubicBezTo>
                  <a:pt x="321909" y="308098"/>
                  <a:pt x="321994" y="308088"/>
                  <a:pt x="323480" y="310123"/>
                </a:cubicBezTo>
                <a:cubicBezTo>
                  <a:pt x="324313" y="311269"/>
                  <a:pt x="325004" y="313361"/>
                  <a:pt x="325004" y="314762"/>
                </a:cubicBezTo>
                <a:cubicBezTo>
                  <a:pt x="325004" y="317299"/>
                  <a:pt x="325042" y="317299"/>
                  <a:pt x="328914" y="315453"/>
                </a:cubicBezTo>
                <a:cubicBezTo>
                  <a:pt x="334519" y="312784"/>
                  <a:pt x="336090" y="314800"/>
                  <a:pt x="332105" y="319533"/>
                </a:cubicBezTo>
                <a:cubicBezTo>
                  <a:pt x="330438" y="321521"/>
                  <a:pt x="328943" y="324295"/>
                  <a:pt x="328791" y="325696"/>
                </a:cubicBezTo>
                <a:cubicBezTo>
                  <a:pt x="328526" y="328214"/>
                  <a:pt x="328564" y="328224"/>
                  <a:pt x="332928" y="326510"/>
                </a:cubicBezTo>
                <a:cubicBezTo>
                  <a:pt x="336421" y="325138"/>
                  <a:pt x="337605" y="325062"/>
                  <a:pt x="338684" y="326151"/>
                </a:cubicBezTo>
                <a:cubicBezTo>
                  <a:pt x="339744" y="327239"/>
                  <a:pt x="339545" y="327930"/>
                  <a:pt x="337747" y="329398"/>
                </a:cubicBezTo>
                <a:cubicBezTo>
                  <a:pt x="336488" y="330430"/>
                  <a:pt x="334708" y="333970"/>
                  <a:pt x="333790" y="337284"/>
                </a:cubicBezTo>
                <a:lnTo>
                  <a:pt x="332114" y="343295"/>
                </a:lnTo>
                <a:lnTo>
                  <a:pt x="338173" y="346485"/>
                </a:lnTo>
                <a:lnTo>
                  <a:pt x="344241" y="349676"/>
                </a:lnTo>
                <a:lnTo>
                  <a:pt x="349751" y="346930"/>
                </a:lnTo>
                <a:lnTo>
                  <a:pt x="355260" y="344185"/>
                </a:lnTo>
                <a:lnTo>
                  <a:pt x="351455" y="342595"/>
                </a:lnTo>
                <a:cubicBezTo>
                  <a:pt x="347469" y="340928"/>
                  <a:pt x="342812" y="335949"/>
                  <a:pt x="342812" y="333346"/>
                </a:cubicBezTo>
                <a:cubicBezTo>
                  <a:pt x="342812" y="331367"/>
                  <a:pt x="344809" y="331424"/>
                  <a:pt x="348823" y="333516"/>
                </a:cubicBezTo>
                <a:cubicBezTo>
                  <a:pt x="352865" y="335627"/>
                  <a:pt x="353963" y="334766"/>
                  <a:pt x="350650" y="332086"/>
                </a:cubicBezTo>
                <a:cubicBezTo>
                  <a:pt x="348937" y="330695"/>
                  <a:pt x="347971" y="328423"/>
                  <a:pt x="347564" y="324825"/>
                </a:cubicBezTo>
                <a:cubicBezTo>
                  <a:pt x="347242" y="321938"/>
                  <a:pt x="347327" y="319581"/>
                  <a:pt x="347753" y="319581"/>
                </a:cubicBezTo>
                <a:cubicBezTo>
                  <a:pt x="349883" y="319581"/>
                  <a:pt x="352676" y="322080"/>
                  <a:pt x="353926" y="325090"/>
                </a:cubicBezTo>
                <a:cubicBezTo>
                  <a:pt x="355364" y="328574"/>
                  <a:pt x="357286" y="328697"/>
                  <a:pt x="357286" y="325299"/>
                </a:cubicBezTo>
                <a:cubicBezTo>
                  <a:pt x="357286" y="322421"/>
                  <a:pt x="364528" y="315794"/>
                  <a:pt x="366753" y="316646"/>
                </a:cubicBezTo>
                <a:cubicBezTo>
                  <a:pt x="368836" y="317451"/>
                  <a:pt x="368154" y="321095"/>
                  <a:pt x="365295" y="324343"/>
                </a:cubicBezTo>
                <a:cubicBezTo>
                  <a:pt x="363724" y="326141"/>
                  <a:pt x="363724" y="326492"/>
                  <a:pt x="365286" y="328063"/>
                </a:cubicBezTo>
                <a:cubicBezTo>
                  <a:pt x="366857" y="329625"/>
                  <a:pt x="367084" y="329417"/>
                  <a:pt x="367747" y="325914"/>
                </a:cubicBezTo>
                <a:cubicBezTo>
                  <a:pt x="369129" y="318539"/>
                  <a:pt x="373976" y="317631"/>
                  <a:pt x="373976" y="324750"/>
                </a:cubicBezTo>
                <a:cubicBezTo>
                  <a:pt x="373976" y="329833"/>
                  <a:pt x="375983" y="329180"/>
                  <a:pt x="377952" y="323453"/>
                </a:cubicBezTo>
                <a:cubicBezTo>
                  <a:pt x="379533" y="318861"/>
                  <a:pt x="382458" y="315851"/>
                  <a:pt x="384267" y="316968"/>
                </a:cubicBezTo>
                <a:cubicBezTo>
                  <a:pt x="385317" y="317612"/>
                  <a:pt x="384986" y="320688"/>
                  <a:pt x="383490" y="324238"/>
                </a:cubicBezTo>
                <a:cubicBezTo>
                  <a:pt x="382847" y="325782"/>
                  <a:pt x="383462" y="326179"/>
                  <a:pt x="386965" y="326463"/>
                </a:cubicBezTo>
                <a:cubicBezTo>
                  <a:pt x="392768" y="326936"/>
                  <a:pt x="392597" y="329682"/>
                  <a:pt x="386652" y="331736"/>
                </a:cubicBezTo>
                <a:cubicBezTo>
                  <a:pt x="384125" y="332607"/>
                  <a:pt x="381493" y="334235"/>
                  <a:pt x="380792" y="335352"/>
                </a:cubicBezTo>
                <a:cubicBezTo>
                  <a:pt x="379675" y="337142"/>
                  <a:pt x="379902" y="337388"/>
                  <a:pt x="382657" y="337388"/>
                </a:cubicBezTo>
                <a:cubicBezTo>
                  <a:pt x="386434" y="337388"/>
                  <a:pt x="390212" y="339897"/>
                  <a:pt x="389114" y="341676"/>
                </a:cubicBezTo>
                <a:cubicBezTo>
                  <a:pt x="388678" y="342377"/>
                  <a:pt x="387220" y="342964"/>
                  <a:pt x="385876" y="342983"/>
                </a:cubicBezTo>
                <a:cubicBezTo>
                  <a:pt x="384541" y="343002"/>
                  <a:pt x="381351" y="344923"/>
                  <a:pt x="378804" y="347271"/>
                </a:cubicBezTo>
                <a:lnTo>
                  <a:pt x="374156" y="351522"/>
                </a:lnTo>
                <a:lnTo>
                  <a:pt x="376286" y="354750"/>
                </a:lnTo>
                <a:cubicBezTo>
                  <a:pt x="378908" y="358726"/>
                  <a:pt x="379107" y="362986"/>
                  <a:pt x="376674" y="362986"/>
                </a:cubicBezTo>
                <a:cubicBezTo>
                  <a:pt x="374137" y="362986"/>
                  <a:pt x="368419" y="356880"/>
                  <a:pt x="368419" y="354172"/>
                </a:cubicBezTo>
                <a:cubicBezTo>
                  <a:pt x="368419" y="352421"/>
                  <a:pt x="367709" y="351863"/>
                  <a:pt x="365513" y="351863"/>
                </a:cubicBezTo>
                <a:lnTo>
                  <a:pt x="362616" y="351863"/>
                </a:lnTo>
                <a:lnTo>
                  <a:pt x="366071" y="355791"/>
                </a:lnTo>
                <a:cubicBezTo>
                  <a:pt x="367974" y="357959"/>
                  <a:pt x="369527" y="360222"/>
                  <a:pt x="369527" y="360837"/>
                </a:cubicBezTo>
                <a:cubicBezTo>
                  <a:pt x="369527" y="364330"/>
                  <a:pt x="361234" y="361926"/>
                  <a:pt x="358167" y="357552"/>
                </a:cubicBezTo>
                <a:cubicBezTo>
                  <a:pt x="356728" y="355498"/>
                  <a:pt x="356595" y="355517"/>
                  <a:pt x="353367" y="358092"/>
                </a:cubicBezTo>
                <a:cubicBezTo>
                  <a:pt x="350035" y="360761"/>
                  <a:pt x="350461" y="361244"/>
                  <a:pt x="355800" y="360818"/>
                </a:cubicBezTo>
                <a:cubicBezTo>
                  <a:pt x="359625" y="360515"/>
                  <a:pt x="367510" y="365003"/>
                  <a:pt x="367056" y="367218"/>
                </a:cubicBezTo>
                <a:cubicBezTo>
                  <a:pt x="366441" y="370285"/>
                  <a:pt x="358290" y="369556"/>
                  <a:pt x="353102" y="365959"/>
                </a:cubicBezTo>
                <a:cubicBezTo>
                  <a:pt x="350745" y="364321"/>
                  <a:pt x="347838" y="362996"/>
                  <a:pt x="346655" y="363005"/>
                </a:cubicBezTo>
                <a:cubicBezTo>
                  <a:pt x="345159" y="363024"/>
                  <a:pt x="345879" y="363810"/>
                  <a:pt x="348937" y="365542"/>
                </a:cubicBezTo>
                <a:cubicBezTo>
                  <a:pt x="354475" y="368685"/>
                  <a:pt x="354759" y="371203"/>
                  <a:pt x="349618" y="371696"/>
                </a:cubicBezTo>
                <a:cubicBezTo>
                  <a:pt x="344781" y="372159"/>
                  <a:pt x="341212" y="371251"/>
                  <a:pt x="338930" y="368960"/>
                </a:cubicBezTo>
                <a:cubicBezTo>
                  <a:pt x="337737" y="367776"/>
                  <a:pt x="336724" y="367521"/>
                  <a:pt x="336014" y="368231"/>
                </a:cubicBezTo>
                <a:cubicBezTo>
                  <a:pt x="334604" y="369641"/>
                  <a:pt x="336440" y="371146"/>
                  <a:pt x="342991" y="373958"/>
                </a:cubicBezTo>
                <a:cubicBezTo>
                  <a:pt x="347611" y="375937"/>
                  <a:pt x="348264" y="375984"/>
                  <a:pt x="349826" y="374422"/>
                </a:cubicBezTo>
                <a:cubicBezTo>
                  <a:pt x="351843" y="372406"/>
                  <a:pt x="361584" y="371317"/>
                  <a:pt x="363847" y="372841"/>
                </a:cubicBezTo>
                <a:cubicBezTo>
                  <a:pt x="366516" y="374649"/>
                  <a:pt x="364254" y="377385"/>
                  <a:pt x="358924" y="378815"/>
                </a:cubicBezTo>
                <a:cubicBezTo>
                  <a:pt x="354664" y="379951"/>
                  <a:pt x="354105" y="380386"/>
                  <a:pt x="355573" y="381465"/>
                </a:cubicBezTo>
                <a:cubicBezTo>
                  <a:pt x="356567" y="382185"/>
                  <a:pt x="359378" y="382516"/>
                  <a:pt x="362048" y="382213"/>
                </a:cubicBezTo>
                <a:cubicBezTo>
                  <a:pt x="365674" y="381806"/>
                  <a:pt x="367416" y="382204"/>
                  <a:pt x="369536" y="383927"/>
                </a:cubicBezTo>
                <a:cubicBezTo>
                  <a:pt x="373096" y="386805"/>
                  <a:pt x="371789" y="388035"/>
                  <a:pt x="365163" y="388035"/>
                </a:cubicBezTo>
                <a:lnTo>
                  <a:pt x="359871" y="388035"/>
                </a:lnTo>
                <a:lnTo>
                  <a:pt x="360855" y="392399"/>
                </a:lnTo>
                <a:cubicBezTo>
                  <a:pt x="361594" y="395694"/>
                  <a:pt x="361452" y="397142"/>
                  <a:pt x="360268" y="398326"/>
                </a:cubicBezTo>
                <a:cubicBezTo>
                  <a:pt x="358678" y="399916"/>
                  <a:pt x="357532" y="398988"/>
                  <a:pt x="353386" y="392712"/>
                </a:cubicBezTo>
                <a:cubicBezTo>
                  <a:pt x="352780" y="391784"/>
                  <a:pt x="351152" y="390695"/>
                  <a:pt x="349770" y="390288"/>
                </a:cubicBezTo>
                <a:cubicBezTo>
                  <a:pt x="347517" y="389626"/>
                  <a:pt x="347270" y="389929"/>
                  <a:pt x="347270" y="393431"/>
                </a:cubicBezTo>
                <a:cubicBezTo>
                  <a:pt x="347270" y="400513"/>
                  <a:pt x="344336" y="403466"/>
                  <a:pt x="342149" y="398591"/>
                </a:cubicBezTo>
                <a:cubicBezTo>
                  <a:pt x="341600" y="397360"/>
                  <a:pt x="338428" y="394728"/>
                  <a:pt x="335115" y="392731"/>
                </a:cubicBezTo>
                <a:lnTo>
                  <a:pt x="329085" y="389115"/>
                </a:lnTo>
                <a:lnTo>
                  <a:pt x="324427" y="394047"/>
                </a:lnTo>
                <a:cubicBezTo>
                  <a:pt x="321114" y="397549"/>
                  <a:pt x="319220" y="398761"/>
                  <a:pt x="317857" y="398241"/>
                </a:cubicBezTo>
                <a:cubicBezTo>
                  <a:pt x="316484" y="397710"/>
                  <a:pt x="316153" y="396802"/>
                  <a:pt x="316693" y="394993"/>
                </a:cubicBezTo>
                <a:cubicBezTo>
                  <a:pt x="317904" y="390875"/>
                  <a:pt x="322695" y="384135"/>
                  <a:pt x="324399" y="384135"/>
                </a:cubicBezTo>
                <a:cubicBezTo>
                  <a:pt x="326680" y="384135"/>
                  <a:pt x="327381" y="382497"/>
                  <a:pt x="326311" y="379619"/>
                </a:cubicBezTo>
                <a:cubicBezTo>
                  <a:pt x="325421" y="377205"/>
                  <a:pt x="325317" y="377253"/>
                  <a:pt x="323007" y="380983"/>
                </a:cubicBezTo>
                <a:cubicBezTo>
                  <a:pt x="319476" y="386700"/>
                  <a:pt x="316333" y="389266"/>
                  <a:pt x="314780" y="387704"/>
                </a:cubicBezTo>
                <a:cubicBezTo>
                  <a:pt x="312896" y="385830"/>
                  <a:pt x="315594" y="377802"/>
                  <a:pt x="319362" y="374024"/>
                </a:cubicBezTo>
                <a:cubicBezTo>
                  <a:pt x="321691" y="371696"/>
                  <a:pt x="322306" y="370181"/>
                  <a:pt x="321937" y="367663"/>
                </a:cubicBezTo>
                <a:cubicBezTo>
                  <a:pt x="321464" y="364435"/>
                  <a:pt x="321303" y="364359"/>
                  <a:pt x="315159" y="364435"/>
                </a:cubicBezTo>
                <a:cubicBezTo>
                  <a:pt x="311704" y="364472"/>
                  <a:pt x="303856" y="364340"/>
                  <a:pt x="297740" y="364151"/>
                </a:cubicBezTo>
                <a:cubicBezTo>
                  <a:pt x="291615" y="363952"/>
                  <a:pt x="285443" y="364255"/>
                  <a:pt x="284023" y="364832"/>
                </a:cubicBezTo>
                <a:cubicBezTo>
                  <a:pt x="282593" y="365410"/>
                  <a:pt x="280511" y="367966"/>
                  <a:pt x="279346" y="370550"/>
                </a:cubicBezTo>
                <a:cubicBezTo>
                  <a:pt x="277292" y="375141"/>
                  <a:pt x="277301" y="375236"/>
                  <a:pt x="279356" y="375236"/>
                </a:cubicBezTo>
                <a:cubicBezTo>
                  <a:pt x="280520" y="375236"/>
                  <a:pt x="281779" y="374734"/>
                  <a:pt x="282158" y="374119"/>
                </a:cubicBezTo>
                <a:cubicBezTo>
                  <a:pt x="282925" y="372879"/>
                  <a:pt x="291757" y="372803"/>
                  <a:pt x="296064" y="373996"/>
                </a:cubicBezTo>
                <a:cubicBezTo>
                  <a:pt x="299955" y="375085"/>
                  <a:pt x="300277" y="378294"/>
                  <a:pt x="296632" y="379686"/>
                </a:cubicBezTo>
                <a:cubicBezTo>
                  <a:pt x="292675" y="381181"/>
                  <a:pt x="283455" y="381096"/>
                  <a:pt x="281902" y="379544"/>
                </a:cubicBezTo>
                <a:cubicBezTo>
                  <a:pt x="281088" y="378729"/>
                  <a:pt x="279157" y="378597"/>
                  <a:pt x="276392" y="379146"/>
                </a:cubicBezTo>
                <a:lnTo>
                  <a:pt x="272132" y="380007"/>
                </a:lnTo>
                <a:lnTo>
                  <a:pt x="278248" y="381238"/>
                </a:lnTo>
                <a:cubicBezTo>
                  <a:pt x="285216" y="382639"/>
                  <a:pt x="286796" y="385157"/>
                  <a:pt x="282054" y="387316"/>
                </a:cubicBezTo>
                <a:cubicBezTo>
                  <a:pt x="277282" y="389493"/>
                  <a:pt x="269605" y="390184"/>
                  <a:pt x="267711" y="388613"/>
                </a:cubicBezTo>
                <a:cubicBezTo>
                  <a:pt x="265951" y="387145"/>
                  <a:pt x="262675" y="387780"/>
                  <a:pt x="262675" y="389588"/>
                </a:cubicBezTo>
                <a:cubicBezTo>
                  <a:pt x="262675" y="391017"/>
                  <a:pt x="265089" y="391642"/>
                  <a:pt x="273969" y="392532"/>
                </a:cubicBezTo>
                <a:cubicBezTo>
                  <a:pt x="280937" y="393233"/>
                  <a:pt x="281419" y="393128"/>
                  <a:pt x="282148" y="390828"/>
                </a:cubicBezTo>
                <a:cubicBezTo>
                  <a:pt x="283076" y="387922"/>
                  <a:pt x="290659" y="384192"/>
                  <a:pt x="295724" y="384163"/>
                </a:cubicBezTo>
                <a:cubicBezTo>
                  <a:pt x="302076" y="384116"/>
                  <a:pt x="301281" y="387155"/>
                  <a:pt x="293603" y="392257"/>
                </a:cubicBezTo>
                <a:lnTo>
                  <a:pt x="289466" y="395003"/>
                </a:lnTo>
                <a:lnTo>
                  <a:pt x="292827" y="395675"/>
                </a:lnTo>
                <a:cubicBezTo>
                  <a:pt x="295033" y="396120"/>
                  <a:pt x="297144" y="395722"/>
                  <a:pt x="298952" y="394539"/>
                </a:cubicBezTo>
                <a:cubicBezTo>
                  <a:pt x="303146" y="391794"/>
                  <a:pt x="312764" y="392276"/>
                  <a:pt x="312764" y="395240"/>
                </a:cubicBezTo>
                <a:cubicBezTo>
                  <a:pt x="312764" y="396792"/>
                  <a:pt x="303023" y="400049"/>
                  <a:pt x="300429" y="399367"/>
                </a:cubicBezTo>
                <a:lnTo>
                  <a:pt x="298034" y="398752"/>
                </a:lnTo>
                <a:lnTo>
                  <a:pt x="300315" y="401185"/>
                </a:lnTo>
                <a:cubicBezTo>
                  <a:pt x="306686" y="407982"/>
                  <a:pt x="306923" y="414722"/>
                  <a:pt x="300684" y="411494"/>
                </a:cubicBezTo>
                <a:cubicBezTo>
                  <a:pt x="299056" y="410652"/>
                  <a:pt x="296879" y="409023"/>
                  <a:pt x="295837" y="407868"/>
                </a:cubicBezTo>
                <a:cubicBezTo>
                  <a:pt x="294427" y="406306"/>
                  <a:pt x="292808" y="405880"/>
                  <a:pt x="289523" y="406193"/>
                </a:cubicBezTo>
                <a:lnTo>
                  <a:pt x="285102" y="406619"/>
                </a:lnTo>
                <a:lnTo>
                  <a:pt x="287241" y="410121"/>
                </a:lnTo>
                <a:cubicBezTo>
                  <a:pt x="289523" y="413870"/>
                  <a:pt x="290167" y="420866"/>
                  <a:pt x="288226" y="420866"/>
                </a:cubicBezTo>
                <a:cubicBezTo>
                  <a:pt x="287582" y="420866"/>
                  <a:pt x="285954" y="419692"/>
                  <a:pt x="284610" y="418253"/>
                </a:cubicBezTo>
                <a:cubicBezTo>
                  <a:pt x="282915" y="416464"/>
                  <a:pt x="280795" y="415603"/>
                  <a:pt x="277784" y="415499"/>
                </a:cubicBezTo>
                <a:lnTo>
                  <a:pt x="273420" y="415357"/>
                </a:lnTo>
                <a:lnTo>
                  <a:pt x="277103" y="419153"/>
                </a:lnTo>
                <a:cubicBezTo>
                  <a:pt x="281012" y="423186"/>
                  <a:pt x="281097" y="426433"/>
                  <a:pt x="277292" y="426433"/>
                </a:cubicBezTo>
                <a:cubicBezTo>
                  <a:pt x="276108" y="426433"/>
                  <a:pt x="272322" y="424946"/>
                  <a:pt x="268866" y="423129"/>
                </a:cubicBezTo>
                <a:cubicBezTo>
                  <a:pt x="265241" y="421216"/>
                  <a:pt x="262666" y="420402"/>
                  <a:pt x="262770" y="421179"/>
                </a:cubicBezTo>
                <a:cubicBezTo>
                  <a:pt x="263139" y="424085"/>
                  <a:pt x="262580" y="425088"/>
                  <a:pt x="260176" y="425893"/>
                </a:cubicBezTo>
                <a:cubicBezTo>
                  <a:pt x="258330" y="426508"/>
                  <a:pt x="259627" y="426934"/>
                  <a:pt x="265108" y="427502"/>
                </a:cubicBezTo>
                <a:cubicBezTo>
                  <a:pt x="272540" y="428269"/>
                  <a:pt x="276033" y="429888"/>
                  <a:pt x="276033" y="432577"/>
                </a:cubicBezTo>
                <a:cubicBezTo>
                  <a:pt x="276033" y="434300"/>
                  <a:pt x="265648" y="436979"/>
                  <a:pt x="262969" y="435947"/>
                </a:cubicBezTo>
                <a:cubicBezTo>
                  <a:pt x="261596" y="435417"/>
                  <a:pt x="261814" y="436013"/>
                  <a:pt x="263735" y="438058"/>
                </a:cubicBezTo>
                <a:cubicBezTo>
                  <a:pt x="265572" y="440018"/>
                  <a:pt x="267569" y="440898"/>
                  <a:pt x="270163" y="440898"/>
                </a:cubicBezTo>
                <a:cubicBezTo>
                  <a:pt x="274281" y="440898"/>
                  <a:pt x="279242" y="443075"/>
                  <a:pt x="281609" y="445925"/>
                </a:cubicBezTo>
                <a:cubicBezTo>
                  <a:pt x="284752" y="449712"/>
                  <a:pt x="277538" y="450450"/>
                  <a:pt x="270391" y="447080"/>
                </a:cubicBezTo>
                <a:lnTo>
                  <a:pt x="267532" y="445726"/>
                </a:lnTo>
                <a:lnTo>
                  <a:pt x="267939" y="451387"/>
                </a:lnTo>
                <a:cubicBezTo>
                  <a:pt x="268668" y="461687"/>
                  <a:pt x="264228" y="462823"/>
                  <a:pt x="260810" y="453205"/>
                </a:cubicBezTo>
                <a:cubicBezTo>
                  <a:pt x="259712" y="450109"/>
                  <a:pt x="258159" y="447582"/>
                  <a:pt x="257364" y="447582"/>
                </a:cubicBezTo>
                <a:cubicBezTo>
                  <a:pt x="256569" y="447582"/>
                  <a:pt x="254685" y="446767"/>
                  <a:pt x="253180" y="445783"/>
                </a:cubicBezTo>
                <a:lnTo>
                  <a:pt x="250435" y="443984"/>
                </a:lnTo>
                <a:lnTo>
                  <a:pt x="250435" y="448490"/>
                </a:lnTo>
                <a:cubicBezTo>
                  <a:pt x="250435" y="454133"/>
                  <a:pt x="248749" y="458705"/>
                  <a:pt x="246686" y="458705"/>
                </a:cubicBezTo>
                <a:cubicBezTo>
                  <a:pt x="244868" y="458705"/>
                  <a:pt x="243751" y="456357"/>
                  <a:pt x="243751" y="452495"/>
                </a:cubicBezTo>
                <a:cubicBezTo>
                  <a:pt x="243751" y="450639"/>
                  <a:pt x="243126" y="449806"/>
                  <a:pt x="241735" y="449806"/>
                </a:cubicBezTo>
                <a:cubicBezTo>
                  <a:pt x="240627" y="449806"/>
                  <a:pt x="238279" y="448301"/>
                  <a:pt x="236518" y="446464"/>
                </a:cubicBezTo>
                <a:cubicBezTo>
                  <a:pt x="234758" y="444628"/>
                  <a:pt x="232694" y="443123"/>
                  <a:pt x="231936" y="443123"/>
                </a:cubicBezTo>
                <a:cubicBezTo>
                  <a:pt x="231170" y="443123"/>
                  <a:pt x="230223" y="442110"/>
                  <a:pt x="229825" y="440860"/>
                </a:cubicBezTo>
                <a:cubicBezTo>
                  <a:pt x="229144" y="438692"/>
                  <a:pt x="228954" y="438740"/>
                  <a:pt x="225726" y="441883"/>
                </a:cubicBezTo>
                <a:cubicBezTo>
                  <a:pt x="223871" y="443700"/>
                  <a:pt x="220908" y="445783"/>
                  <a:pt x="219137" y="446521"/>
                </a:cubicBezTo>
                <a:cubicBezTo>
                  <a:pt x="215123" y="448178"/>
                  <a:pt x="215123" y="448585"/>
                  <a:pt x="218711" y="472953"/>
                </a:cubicBezTo>
                <a:cubicBezTo>
                  <a:pt x="221457" y="491583"/>
                  <a:pt x="223691" y="523628"/>
                  <a:pt x="223710" y="544616"/>
                </a:cubicBezTo>
                <a:cubicBezTo>
                  <a:pt x="223719" y="553913"/>
                  <a:pt x="223454" y="555475"/>
                  <a:pt x="221769" y="555996"/>
                </a:cubicBezTo>
                <a:cubicBezTo>
                  <a:pt x="218418" y="557027"/>
                  <a:pt x="198841" y="559991"/>
                  <a:pt x="195338" y="559991"/>
                </a:cubicBezTo>
                <a:lnTo>
                  <a:pt x="191996" y="560000"/>
                </a:lnTo>
                <a:lnTo>
                  <a:pt x="192394" y="506778"/>
                </a:lnTo>
                <a:close/>
                <a:moveTo>
                  <a:pt x="244404" y="437471"/>
                </a:moveTo>
                <a:cubicBezTo>
                  <a:pt x="243439" y="435048"/>
                  <a:pt x="242643" y="431886"/>
                  <a:pt x="242643" y="430456"/>
                </a:cubicBezTo>
                <a:cubicBezTo>
                  <a:pt x="242643" y="428752"/>
                  <a:pt x="240125" y="425240"/>
                  <a:pt x="235411" y="420355"/>
                </a:cubicBezTo>
                <a:cubicBezTo>
                  <a:pt x="230374" y="415139"/>
                  <a:pt x="228178" y="413492"/>
                  <a:pt x="228188" y="414921"/>
                </a:cubicBezTo>
                <a:cubicBezTo>
                  <a:pt x="228207" y="417638"/>
                  <a:pt x="229182" y="418831"/>
                  <a:pt x="233177" y="421046"/>
                </a:cubicBezTo>
                <a:cubicBezTo>
                  <a:pt x="237304" y="423337"/>
                  <a:pt x="241195" y="429434"/>
                  <a:pt x="239576" y="431053"/>
                </a:cubicBezTo>
                <a:cubicBezTo>
                  <a:pt x="238809" y="431819"/>
                  <a:pt x="237333" y="431611"/>
                  <a:pt x="234975" y="430390"/>
                </a:cubicBezTo>
                <a:cubicBezTo>
                  <a:pt x="233072" y="429405"/>
                  <a:pt x="231520" y="428989"/>
                  <a:pt x="231529" y="429462"/>
                </a:cubicBezTo>
                <a:cubicBezTo>
                  <a:pt x="231567" y="431213"/>
                  <a:pt x="233243" y="432861"/>
                  <a:pt x="235411" y="433268"/>
                </a:cubicBezTo>
                <a:cubicBezTo>
                  <a:pt x="236670" y="433504"/>
                  <a:pt x="239084" y="436165"/>
                  <a:pt x="240968" y="439383"/>
                </a:cubicBezTo>
                <a:cubicBezTo>
                  <a:pt x="243476" y="443672"/>
                  <a:pt x="244546" y="444685"/>
                  <a:pt x="245237" y="443482"/>
                </a:cubicBezTo>
                <a:cubicBezTo>
                  <a:pt x="245796" y="442517"/>
                  <a:pt x="245464" y="440112"/>
                  <a:pt x="244404" y="437471"/>
                </a:cubicBezTo>
                <a:close/>
                <a:moveTo>
                  <a:pt x="258235" y="438285"/>
                </a:moveTo>
                <a:lnTo>
                  <a:pt x="255764" y="435890"/>
                </a:lnTo>
                <a:lnTo>
                  <a:pt x="257733" y="439790"/>
                </a:lnTo>
                <a:cubicBezTo>
                  <a:pt x="258917" y="442138"/>
                  <a:pt x="259901" y="443085"/>
                  <a:pt x="260204" y="442176"/>
                </a:cubicBezTo>
                <a:cubicBezTo>
                  <a:pt x="260488" y="441343"/>
                  <a:pt x="259598" y="439592"/>
                  <a:pt x="258235" y="438285"/>
                </a:cubicBezTo>
                <a:close/>
                <a:moveTo>
                  <a:pt x="219933" y="435890"/>
                </a:moveTo>
                <a:cubicBezTo>
                  <a:pt x="222186" y="434366"/>
                  <a:pt x="225026" y="433107"/>
                  <a:pt x="226247" y="433107"/>
                </a:cubicBezTo>
                <a:cubicBezTo>
                  <a:pt x="228169" y="433107"/>
                  <a:pt x="228377" y="432577"/>
                  <a:pt x="227809" y="429074"/>
                </a:cubicBezTo>
                <a:cubicBezTo>
                  <a:pt x="227449" y="426859"/>
                  <a:pt x="226957" y="424852"/>
                  <a:pt x="226720" y="424615"/>
                </a:cubicBezTo>
                <a:cubicBezTo>
                  <a:pt x="225963" y="423848"/>
                  <a:pt x="214811" y="435597"/>
                  <a:pt x="214811" y="437168"/>
                </a:cubicBezTo>
                <a:cubicBezTo>
                  <a:pt x="214811" y="439203"/>
                  <a:pt x="215190" y="439109"/>
                  <a:pt x="219933" y="435890"/>
                </a:cubicBezTo>
                <a:close/>
                <a:moveTo>
                  <a:pt x="191409" y="430049"/>
                </a:moveTo>
                <a:cubicBezTo>
                  <a:pt x="191390" y="429595"/>
                  <a:pt x="189894" y="423451"/>
                  <a:pt x="188067" y="416417"/>
                </a:cubicBezTo>
                <a:cubicBezTo>
                  <a:pt x="186250" y="409373"/>
                  <a:pt x="184167" y="399206"/>
                  <a:pt x="183448" y="393829"/>
                </a:cubicBezTo>
                <a:cubicBezTo>
                  <a:pt x="182245" y="384921"/>
                  <a:pt x="181914" y="384069"/>
                  <a:pt x="179822" y="384362"/>
                </a:cubicBezTo>
                <a:cubicBezTo>
                  <a:pt x="178335" y="384580"/>
                  <a:pt x="177398" y="385669"/>
                  <a:pt x="177162" y="387477"/>
                </a:cubicBezTo>
                <a:cubicBezTo>
                  <a:pt x="176395" y="393214"/>
                  <a:pt x="163567" y="403248"/>
                  <a:pt x="161428" y="399774"/>
                </a:cubicBezTo>
                <a:cubicBezTo>
                  <a:pt x="160083" y="397597"/>
                  <a:pt x="161248" y="394719"/>
                  <a:pt x="165480" y="389768"/>
                </a:cubicBezTo>
                <a:cubicBezTo>
                  <a:pt x="168878" y="385801"/>
                  <a:pt x="169086" y="385252"/>
                  <a:pt x="167136" y="385252"/>
                </a:cubicBezTo>
                <a:cubicBezTo>
                  <a:pt x="163776" y="385252"/>
                  <a:pt x="161390" y="386426"/>
                  <a:pt x="161390" y="388083"/>
                </a:cubicBezTo>
                <a:cubicBezTo>
                  <a:pt x="161390" y="388897"/>
                  <a:pt x="159639" y="390194"/>
                  <a:pt x="157490" y="390970"/>
                </a:cubicBezTo>
                <a:cubicBezTo>
                  <a:pt x="153722" y="392333"/>
                  <a:pt x="153599" y="392560"/>
                  <a:pt x="153599" y="398136"/>
                </a:cubicBezTo>
                <a:cubicBezTo>
                  <a:pt x="153599" y="406874"/>
                  <a:pt x="154668" y="411153"/>
                  <a:pt x="156477" y="409658"/>
                </a:cubicBezTo>
                <a:cubicBezTo>
                  <a:pt x="158597" y="407897"/>
                  <a:pt x="160083" y="409241"/>
                  <a:pt x="160907" y="413653"/>
                </a:cubicBezTo>
                <a:cubicBezTo>
                  <a:pt x="161759" y="418159"/>
                  <a:pt x="164770" y="420298"/>
                  <a:pt x="179112" y="426584"/>
                </a:cubicBezTo>
                <a:cubicBezTo>
                  <a:pt x="188749" y="430806"/>
                  <a:pt x="191466" y="431573"/>
                  <a:pt x="191409" y="430049"/>
                </a:cubicBezTo>
                <a:close/>
                <a:moveTo>
                  <a:pt x="256257" y="429150"/>
                </a:moveTo>
                <a:cubicBezTo>
                  <a:pt x="257203" y="428194"/>
                  <a:pt x="252546" y="423640"/>
                  <a:pt x="248484" y="421557"/>
                </a:cubicBezTo>
                <a:cubicBezTo>
                  <a:pt x="246496" y="420535"/>
                  <a:pt x="244868" y="418954"/>
                  <a:pt x="244868" y="418055"/>
                </a:cubicBezTo>
                <a:cubicBezTo>
                  <a:pt x="244868" y="417051"/>
                  <a:pt x="243798" y="416417"/>
                  <a:pt x="242085" y="416417"/>
                </a:cubicBezTo>
                <a:cubicBezTo>
                  <a:pt x="237105" y="416417"/>
                  <a:pt x="239018" y="419049"/>
                  <a:pt x="249052" y="425988"/>
                </a:cubicBezTo>
                <a:cubicBezTo>
                  <a:pt x="254638" y="429869"/>
                  <a:pt x="255263" y="430134"/>
                  <a:pt x="256257" y="429150"/>
                </a:cubicBezTo>
                <a:close/>
                <a:moveTo>
                  <a:pt x="125776" y="428222"/>
                </a:moveTo>
                <a:cubicBezTo>
                  <a:pt x="125776" y="427976"/>
                  <a:pt x="125018" y="427493"/>
                  <a:pt x="124100" y="427143"/>
                </a:cubicBezTo>
                <a:cubicBezTo>
                  <a:pt x="123182" y="426792"/>
                  <a:pt x="122434" y="426991"/>
                  <a:pt x="122434" y="427578"/>
                </a:cubicBezTo>
                <a:cubicBezTo>
                  <a:pt x="122434" y="428175"/>
                  <a:pt x="123182" y="428657"/>
                  <a:pt x="124100" y="428657"/>
                </a:cubicBezTo>
                <a:cubicBezTo>
                  <a:pt x="125018" y="428657"/>
                  <a:pt x="125776" y="428459"/>
                  <a:pt x="125776" y="428222"/>
                </a:cubicBezTo>
                <a:close/>
                <a:moveTo>
                  <a:pt x="143857" y="427512"/>
                </a:moveTo>
                <a:cubicBezTo>
                  <a:pt x="142485" y="426953"/>
                  <a:pt x="141358" y="425609"/>
                  <a:pt x="141358" y="424520"/>
                </a:cubicBezTo>
                <a:cubicBezTo>
                  <a:pt x="141358" y="423271"/>
                  <a:pt x="139578" y="421718"/>
                  <a:pt x="136530" y="420298"/>
                </a:cubicBezTo>
                <a:cubicBezTo>
                  <a:pt x="132933" y="418632"/>
                  <a:pt x="131711" y="418443"/>
                  <a:pt x="131711" y="419531"/>
                </a:cubicBezTo>
                <a:cubicBezTo>
                  <a:pt x="131711" y="420346"/>
                  <a:pt x="133008" y="421671"/>
                  <a:pt x="134589" y="422485"/>
                </a:cubicBezTo>
                <a:cubicBezTo>
                  <a:pt x="136170" y="423309"/>
                  <a:pt x="138414" y="425032"/>
                  <a:pt x="139578" y="426319"/>
                </a:cubicBezTo>
                <a:cubicBezTo>
                  <a:pt x="140743" y="427607"/>
                  <a:pt x="142750" y="428629"/>
                  <a:pt x="144028" y="428591"/>
                </a:cubicBezTo>
                <a:cubicBezTo>
                  <a:pt x="146281" y="428515"/>
                  <a:pt x="146281" y="428487"/>
                  <a:pt x="143857" y="427512"/>
                </a:cubicBezTo>
                <a:close/>
                <a:moveTo>
                  <a:pt x="221144" y="418642"/>
                </a:moveTo>
                <a:cubicBezTo>
                  <a:pt x="223331" y="418642"/>
                  <a:pt x="224372" y="415896"/>
                  <a:pt x="223767" y="411683"/>
                </a:cubicBezTo>
                <a:lnTo>
                  <a:pt x="223161" y="407509"/>
                </a:lnTo>
                <a:lnTo>
                  <a:pt x="218153" y="410841"/>
                </a:lnTo>
                <a:cubicBezTo>
                  <a:pt x="215398" y="412677"/>
                  <a:pt x="212785" y="414306"/>
                  <a:pt x="212350" y="414457"/>
                </a:cubicBezTo>
                <a:cubicBezTo>
                  <a:pt x="211924" y="414618"/>
                  <a:pt x="212113" y="416900"/>
                  <a:pt x="212785" y="419541"/>
                </a:cubicBezTo>
                <a:lnTo>
                  <a:pt x="214006" y="424331"/>
                </a:lnTo>
                <a:lnTo>
                  <a:pt x="216979" y="421491"/>
                </a:lnTo>
                <a:cubicBezTo>
                  <a:pt x="218607" y="419920"/>
                  <a:pt x="220482" y="418642"/>
                  <a:pt x="221144" y="418642"/>
                </a:cubicBezTo>
                <a:close/>
                <a:moveTo>
                  <a:pt x="255442" y="414192"/>
                </a:moveTo>
                <a:cubicBezTo>
                  <a:pt x="255064" y="413577"/>
                  <a:pt x="254250" y="413075"/>
                  <a:pt x="253644" y="413075"/>
                </a:cubicBezTo>
                <a:cubicBezTo>
                  <a:pt x="253028" y="413075"/>
                  <a:pt x="252839" y="413577"/>
                  <a:pt x="253218" y="414192"/>
                </a:cubicBezTo>
                <a:cubicBezTo>
                  <a:pt x="253596" y="414798"/>
                  <a:pt x="254401" y="415300"/>
                  <a:pt x="255016" y="415300"/>
                </a:cubicBezTo>
                <a:cubicBezTo>
                  <a:pt x="255632" y="415300"/>
                  <a:pt x="255821" y="414798"/>
                  <a:pt x="255442" y="414192"/>
                </a:cubicBezTo>
                <a:close/>
                <a:moveTo>
                  <a:pt x="239538" y="410595"/>
                </a:moveTo>
                <a:cubicBezTo>
                  <a:pt x="239093" y="407953"/>
                  <a:pt x="241782" y="403135"/>
                  <a:pt x="245843" y="399272"/>
                </a:cubicBezTo>
                <a:cubicBezTo>
                  <a:pt x="249138" y="396129"/>
                  <a:pt x="249185" y="395950"/>
                  <a:pt x="247453" y="393005"/>
                </a:cubicBezTo>
                <a:lnTo>
                  <a:pt x="245663" y="389985"/>
                </a:lnTo>
                <a:lnTo>
                  <a:pt x="236954" y="397237"/>
                </a:lnTo>
                <a:lnTo>
                  <a:pt x="228244" y="404498"/>
                </a:lnTo>
                <a:lnTo>
                  <a:pt x="231690" y="408843"/>
                </a:lnTo>
                <a:cubicBezTo>
                  <a:pt x="234085" y="411873"/>
                  <a:pt x="235846" y="413094"/>
                  <a:pt x="237493" y="412857"/>
                </a:cubicBezTo>
                <a:cubicBezTo>
                  <a:pt x="239027" y="412640"/>
                  <a:pt x="239747" y="411844"/>
                  <a:pt x="239538" y="410595"/>
                </a:cubicBezTo>
                <a:close/>
                <a:moveTo>
                  <a:pt x="280056" y="408787"/>
                </a:moveTo>
                <a:cubicBezTo>
                  <a:pt x="279980" y="407651"/>
                  <a:pt x="278399" y="405426"/>
                  <a:pt x="276525" y="403854"/>
                </a:cubicBezTo>
                <a:cubicBezTo>
                  <a:pt x="273306" y="401147"/>
                  <a:pt x="273060" y="401109"/>
                  <a:pt x="271858" y="403031"/>
                </a:cubicBezTo>
                <a:cubicBezTo>
                  <a:pt x="270769" y="404773"/>
                  <a:pt x="271053" y="405255"/>
                  <a:pt x="273827" y="406410"/>
                </a:cubicBezTo>
                <a:cubicBezTo>
                  <a:pt x="275616" y="407149"/>
                  <a:pt x="277652" y="408446"/>
                  <a:pt x="278362" y="409298"/>
                </a:cubicBezTo>
                <a:cubicBezTo>
                  <a:pt x="280028" y="411314"/>
                  <a:pt x="280208" y="411257"/>
                  <a:pt x="280056" y="408787"/>
                </a:cubicBezTo>
                <a:close/>
                <a:moveTo>
                  <a:pt x="256503" y="402983"/>
                </a:moveTo>
                <a:cubicBezTo>
                  <a:pt x="255556" y="401440"/>
                  <a:pt x="254884" y="401724"/>
                  <a:pt x="254884" y="403684"/>
                </a:cubicBezTo>
                <a:cubicBezTo>
                  <a:pt x="254884" y="404631"/>
                  <a:pt x="255395" y="405104"/>
                  <a:pt x="256020" y="404716"/>
                </a:cubicBezTo>
                <a:cubicBezTo>
                  <a:pt x="256635" y="404328"/>
                  <a:pt x="256862" y="403551"/>
                  <a:pt x="256503" y="402983"/>
                </a:cubicBezTo>
                <a:close/>
                <a:moveTo>
                  <a:pt x="291615" y="400276"/>
                </a:moveTo>
                <a:cubicBezTo>
                  <a:pt x="291615" y="399358"/>
                  <a:pt x="290801" y="398610"/>
                  <a:pt x="289807" y="398610"/>
                </a:cubicBezTo>
                <a:cubicBezTo>
                  <a:pt x="288330" y="398610"/>
                  <a:pt x="288254" y="398913"/>
                  <a:pt x="289390" y="400276"/>
                </a:cubicBezTo>
                <a:cubicBezTo>
                  <a:pt x="290148" y="401194"/>
                  <a:pt x="290962" y="401942"/>
                  <a:pt x="291199" y="401942"/>
                </a:cubicBezTo>
                <a:cubicBezTo>
                  <a:pt x="291426" y="401942"/>
                  <a:pt x="291615" y="401194"/>
                  <a:pt x="291615" y="400276"/>
                </a:cubicBezTo>
                <a:close/>
                <a:moveTo>
                  <a:pt x="142286" y="392920"/>
                </a:moveTo>
                <a:cubicBezTo>
                  <a:pt x="141084" y="392172"/>
                  <a:pt x="141065" y="391566"/>
                  <a:pt x="142191" y="389758"/>
                </a:cubicBezTo>
                <a:cubicBezTo>
                  <a:pt x="143327" y="387922"/>
                  <a:pt x="143242" y="386653"/>
                  <a:pt x="141737" y="382762"/>
                </a:cubicBezTo>
                <a:cubicBezTo>
                  <a:pt x="140733" y="380149"/>
                  <a:pt x="138887" y="376883"/>
                  <a:pt x="137657" y="375511"/>
                </a:cubicBezTo>
                <a:cubicBezTo>
                  <a:pt x="134940" y="372491"/>
                  <a:pt x="132043" y="372159"/>
                  <a:pt x="132885" y="374952"/>
                </a:cubicBezTo>
                <a:cubicBezTo>
                  <a:pt x="133207" y="376022"/>
                  <a:pt x="132791" y="378124"/>
                  <a:pt x="131967" y="379619"/>
                </a:cubicBezTo>
                <a:cubicBezTo>
                  <a:pt x="130566" y="382166"/>
                  <a:pt x="130878" y="382857"/>
                  <a:pt x="136748" y="390468"/>
                </a:cubicBezTo>
                <a:cubicBezTo>
                  <a:pt x="141907" y="397152"/>
                  <a:pt x="143091" y="398184"/>
                  <a:pt x="143403" y="396224"/>
                </a:cubicBezTo>
                <a:cubicBezTo>
                  <a:pt x="143611" y="394918"/>
                  <a:pt x="143110" y="393431"/>
                  <a:pt x="142286" y="392920"/>
                </a:cubicBezTo>
                <a:close/>
                <a:moveTo>
                  <a:pt x="270466" y="397729"/>
                </a:moveTo>
                <a:cubicBezTo>
                  <a:pt x="270466" y="397237"/>
                  <a:pt x="267087" y="396035"/>
                  <a:pt x="262950" y="395050"/>
                </a:cubicBezTo>
                <a:cubicBezTo>
                  <a:pt x="258822" y="394066"/>
                  <a:pt x="254439" y="392873"/>
                  <a:pt x="253218" y="392399"/>
                </a:cubicBezTo>
                <a:cubicBezTo>
                  <a:pt x="251003" y="391557"/>
                  <a:pt x="251003" y="391566"/>
                  <a:pt x="253170" y="394028"/>
                </a:cubicBezTo>
                <a:cubicBezTo>
                  <a:pt x="254543" y="395599"/>
                  <a:pt x="256171" y="396309"/>
                  <a:pt x="257620" y="395978"/>
                </a:cubicBezTo>
                <a:cubicBezTo>
                  <a:pt x="258869" y="395684"/>
                  <a:pt x="261643" y="396101"/>
                  <a:pt x="263792" y="396896"/>
                </a:cubicBezTo>
                <a:cubicBezTo>
                  <a:pt x="268516" y="398648"/>
                  <a:pt x="270466" y="398894"/>
                  <a:pt x="270466" y="397729"/>
                </a:cubicBezTo>
                <a:close/>
                <a:moveTo>
                  <a:pt x="214953" y="388887"/>
                </a:moveTo>
                <a:cubicBezTo>
                  <a:pt x="222309" y="384504"/>
                  <a:pt x="233366" y="374876"/>
                  <a:pt x="237153" y="369556"/>
                </a:cubicBezTo>
                <a:cubicBezTo>
                  <a:pt x="239311" y="366527"/>
                  <a:pt x="239339" y="366053"/>
                  <a:pt x="237749" y="358395"/>
                </a:cubicBezTo>
                <a:cubicBezTo>
                  <a:pt x="236310" y="351408"/>
                  <a:pt x="234824" y="348597"/>
                  <a:pt x="232552" y="348540"/>
                </a:cubicBezTo>
                <a:cubicBezTo>
                  <a:pt x="232211" y="348530"/>
                  <a:pt x="230857" y="349979"/>
                  <a:pt x="229541" y="351758"/>
                </a:cubicBezTo>
                <a:cubicBezTo>
                  <a:pt x="226938" y="355271"/>
                  <a:pt x="217869" y="358953"/>
                  <a:pt x="213277" y="358347"/>
                </a:cubicBezTo>
                <a:cubicBezTo>
                  <a:pt x="211763" y="358149"/>
                  <a:pt x="209557" y="358925"/>
                  <a:pt x="208251" y="360108"/>
                </a:cubicBezTo>
                <a:cubicBezTo>
                  <a:pt x="205704" y="362409"/>
                  <a:pt x="205070" y="366536"/>
                  <a:pt x="207304" y="366243"/>
                </a:cubicBezTo>
                <a:cubicBezTo>
                  <a:pt x="212435" y="365580"/>
                  <a:pt x="212823" y="368250"/>
                  <a:pt x="208430" y="374015"/>
                </a:cubicBezTo>
                <a:cubicBezTo>
                  <a:pt x="205742" y="377537"/>
                  <a:pt x="205420" y="378805"/>
                  <a:pt x="205761" y="384694"/>
                </a:cubicBezTo>
                <a:cubicBezTo>
                  <a:pt x="206111" y="390932"/>
                  <a:pt x="206565" y="393043"/>
                  <a:pt x="207569" y="393043"/>
                </a:cubicBezTo>
                <a:cubicBezTo>
                  <a:pt x="207796" y="393043"/>
                  <a:pt x="211119" y="391169"/>
                  <a:pt x="214953" y="388887"/>
                </a:cubicBezTo>
                <a:close/>
                <a:moveTo>
                  <a:pt x="340142" y="383652"/>
                </a:moveTo>
                <a:cubicBezTo>
                  <a:pt x="339157" y="381588"/>
                  <a:pt x="338362" y="379165"/>
                  <a:pt x="338362" y="378256"/>
                </a:cubicBezTo>
                <a:cubicBezTo>
                  <a:pt x="338362" y="377347"/>
                  <a:pt x="336989" y="375719"/>
                  <a:pt x="335304" y="374640"/>
                </a:cubicBezTo>
                <a:lnTo>
                  <a:pt x="332237" y="372690"/>
                </a:lnTo>
                <a:lnTo>
                  <a:pt x="334859" y="375549"/>
                </a:lnTo>
                <a:cubicBezTo>
                  <a:pt x="337879" y="378843"/>
                  <a:pt x="337094" y="381238"/>
                  <a:pt x="333222" y="380500"/>
                </a:cubicBezTo>
                <a:cubicBezTo>
                  <a:pt x="331764" y="380225"/>
                  <a:pt x="330571" y="380424"/>
                  <a:pt x="330571" y="380954"/>
                </a:cubicBezTo>
                <a:cubicBezTo>
                  <a:pt x="330571" y="381475"/>
                  <a:pt x="331527" y="381910"/>
                  <a:pt x="332692" y="381910"/>
                </a:cubicBezTo>
                <a:cubicBezTo>
                  <a:pt x="333856" y="381910"/>
                  <a:pt x="336232" y="383567"/>
                  <a:pt x="337974" y="385593"/>
                </a:cubicBezTo>
                <a:cubicBezTo>
                  <a:pt x="341675" y="389881"/>
                  <a:pt x="342670" y="388982"/>
                  <a:pt x="340142" y="383652"/>
                </a:cubicBezTo>
                <a:close/>
                <a:moveTo>
                  <a:pt x="73462" y="388139"/>
                </a:moveTo>
                <a:cubicBezTo>
                  <a:pt x="73462" y="387893"/>
                  <a:pt x="71957" y="387174"/>
                  <a:pt x="70121" y="386530"/>
                </a:cubicBezTo>
                <a:cubicBezTo>
                  <a:pt x="68284" y="385886"/>
                  <a:pt x="66779" y="385801"/>
                  <a:pt x="66779" y="386341"/>
                </a:cubicBezTo>
                <a:cubicBezTo>
                  <a:pt x="66779" y="387183"/>
                  <a:pt x="67867" y="387571"/>
                  <a:pt x="72629" y="388433"/>
                </a:cubicBezTo>
                <a:cubicBezTo>
                  <a:pt x="73084" y="388518"/>
                  <a:pt x="73462" y="388386"/>
                  <a:pt x="73462" y="388139"/>
                </a:cubicBezTo>
                <a:close/>
                <a:moveTo>
                  <a:pt x="112361" y="386861"/>
                </a:moveTo>
                <a:cubicBezTo>
                  <a:pt x="109805" y="383775"/>
                  <a:pt x="107079" y="382866"/>
                  <a:pt x="104750" y="384315"/>
                </a:cubicBezTo>
                <a:cubicBezTo>
                  <a:pt x="103207" y="385280"/>
                  <a:pt x="101086" y="385366"/>
                  <a:pt x="97224" y="384618"/>
                </a:cubicBezTo>
                <a:cubicBezTo>
                  <a:pt x="90540" y="383330"/>
                  <a:pt x="89423" y="380547"/>
                  <a:pt x="94829" y="378663"/>
                </a:cubicBezTo>
                <a:cubicBezTo>
                  <a:pt x="97603" y="377698"/>
                  <a:pt x="98114" y="377139"/>
                  <a:pt x="96930" y="376410"/>
                </a:cubicBezTo>
                <a:cubicBezTo>
                  <a:pt x="96003" y="375833"/>
                  <a:pt x="94602" y="375918"/>
                  <a:pt x="93475" y="376618"/>
                </a:cubicBezTo>
                <a:cubicBezTo>
                  <a:pt x="91695" y="377726"/>
                  <a:pt x="85561" y="376817"/>
                  <a:pt x="79729" y="374573"/>
                </a:cubicBezTo>
                <a:cubicBezTo>
                  <a:pt x="78527" y="374119"/>
                  <a:pt x="77912" y="374469"/>
                  <a:pt x="77912" y="375615"/>
                </a:cubicBezTo>
                <a:cubicBezTo>
                  <a:pt x="77912" y="376590"/>
                  <a:pt x="80004" y="378294"/>
                  <a:pt x="82645" y="379468"/>
                </a:cubicBezTo>
                <a:cubicBezTo>
                  <a:pt x="85248" y="380632"/>
                  <a:pt x="88325" y="382658"/>
                  <a:pt x="89490" y="383974"/>
                </a:cubicBezTo>
                <a:cubicBezTo>
                  <a:pt x="91108" y="385801"/>
                  <a:pt x="92954" y="386379"/>
                  <a:pt x="97281" y="386445"/>
                </a:cubicBezTo>
                <a:cubicBezTo>
                  <a:pt x="101787" y="386511"/>
                  <a:pt x="111045" y="387666"/>
                  <a:pt x="113384" y="388452"/>
                </a:cubicBezTo>
                <a:cubicBezTo>
                  <a:pt x="113611" y="388528"/>
                  <a:pt x="113157" y="387808"/>
                  <a:pt x="112361" y="386861"/>
                </a:cubicBezTo>
                <a:close/>
                <a:moveTo>
                  <a:pt x="259409" y="386833"/>
                </a:moveTo>
                <a:cubicBezTo>
                  <a:pt x="260592" y="385404"/>
                  <a:pt x="260602" y="384911"/>
                  <a:pt x="259428" y="384192"/>
                </a:cubicBezTo>
                <a:cubicBezTo>
                  <a:pt x="258462" y="383595"/>
                  <a:pt x="258122" y="381427"/>
                  <a:pt x="258387" y="377593"/>
                </a:cubicBezTo>
                <a:cubicBezTo>
                  <a:pt x="258860" y="370730"/>
                  <a:pt x="257165" y="370067"/>
                  <a:pt x="254448" y="376069"/>
                </a:cubicBezTo>
                <a:cubicBezTo>
                  <a:pt x="253407" y="378360"/>
                  <a:pt x="251608" y="381494"/>
                  <a:pt x="250444" y="383018"/>
                </a:cubicBezTo>
                <a:lnTo>
                  <a:pt x="248342" y="385801"/>
                </a:lnTo>
                <a:lnTo>
                  <a:pt x="252451" y="387079"/>
                </a:lnTo>
                <a:cubicBezTo>
                  <a:pt x="257999" y="388802"/>
                  <a:pt x="257762" y="388812"/>
                  <a:pt x="259409" y="386833"/>
                </a:cubicBezTo>
                <a:close/>
                <a:moveTo>
                  <a:pt x="353386" y="384135"/>
                </a:moveTo>
                <a:cubicBezTo>
                  <a:pt x="353007" y="383520"/>
                  <a:pt x="352477" y="383027"/>
                  <a:pt x="352212" y="383027"/>
                </a:cubicBezTo>
                <a:cubicBezTo>
                  <a:pt x="351938" y="383027"/>
                  <a:pt x="351720" y="383520"/>
                  <a:pt x="351720" y="384135"/>
                </a:cubicBezTo>
                <a:cubicBezTo>
                  <a:pt x="351720" y="384750"/>
                  <a:pt x="352250" y="385252"/>
                  <a:pt x="352894" y="385252"/>
                </a:cubicBezTo>
                <a:cubicBezTo>
                  <a:pt x="353547" y="385252"/>
                  <a:pt x="353765" y="384750"/>
                  <a:pt x="353386" y="384135"/>
                </a:cubicBezTo>
                <a:close/>
                <a:moveTo>
                  <a:pt x="155246" y="380774"/>
                </a:moveTo>
                <a:cubicBezTo>
                  <a:pt x="153977" y="379373"/>
                  <a:pt x="152813" y="378909"/>
                  <a:pt x="152160" y="379562"/>
                </a:cubicBezTo>
                <a:cubicBezTo>
                  <a:pt x="150655" y="381068"/>
                  <a:pt x="152236" y="383027"/>
                  <a:pt x="154952" y="383027"/>
                </a:cubicBezTo>
                <a:cubicBezTo>
                  <a:pt x="157225" y="383027"/>
                  <a:pt x="157225" y="382961"/>
                  <a:pt x="155246" y="380774"/>
                </a:cubicBezTo>
                <a:close/>
                <a:moveTo>
                  <a:pt x="68530" y="379042"/>
                </a:moveTo>
                <a:lnTo>
                  <a:pt x="72336" y="378322"/>
                </a:lnTo>
                <a:lnTo>
                  <a:pt x="69638" y="375113"/>
                </a:lnTo>
                <a:cubicBezTo>
                  <a:pt x="68151" y="373352"/>
                  <a:pt x="66608" y="370862"/>
                  <a:pt x="66201" y="369594"/>
                </a:cubicBezTo>
                <a:cubicBezTo>
                  <a:pt x="65520" y="367445"/>
                  <a:pt x="65330" y="367407"/>
                  <a:pt x="63465" y="369083"/>
                </a:cubicBezTo>
                <a:cubicBezTo>
                  <a:pt x="61610" y="370777"/>
                  <a:pt x="61307" y="370692"/>
                  <a:pt x="59120" y="367909"/>
                </a:cubicBezTo>
                <a:cubicBezTo>
                  <a:pt x="57823" y="366262"/>
                  <a:pt x="56185" y="362977"/>
                  <a:pt x="55475" y="360619"/>
                </a:cubicBezTo>
                <a:cubicBezTo>
                  <a:pt x="54235" y="356473"/>
                  <a:pt x="54131" y="356397"/>
                  <a:pt x="52588" y="358603"/>
                </a:cubicBezTo>
                <a:cubicBezTo>
                  <a:pt x="51329" y="360392"/>
                  <a:pt x="51253" y="361547"/>
                  <a:pt x="52219" y="363885"/>
                </a:cubicBezTo>
                <a:cubicBezTo>
                  <a:pt x="53061" y="365940"/>
                  <a:pt x="53109" y="368070"/>
                  <a:pt x="52351" y="370664"/>
                </a:cubicBezTo>
                <a:cubicBezTo>
                  <a:pt x="51111" y="374952"/>
                  <a:pt x="51603" y="376344"/>
                  <a:pt x="54358" y="376344"/>
                </a:cubicBezTo>
                <a:cubicBezTo>
                  <a:pt x="55409" y="376344"/>
                  <a:pt x="58013" y="377546"/>
                  <a:pt x="60133" y="379013"/>
                </a:cubicBezTo>
                <a:cubicBezTo>
                  <a:pt x="62263" y="380471"/>
                  <a:pt x="64156" y="381248"/>
                  <a:pt x="64355" y="380717"/>
                </a:cubicBezTo>
                <a:cubicBezTo>
                  <a:pt x="64554" y="380187"/>
                  <a:pt x="66428" y="379430"/>
                  <a:pt x="68530" y="379042"/>
                </a:cubicBezTo>
                <a:close/>
                <a:moveTo>
                  <a:pt x="161437" y="377925"/>
                </a:moveTo>
                <a:cubicBezTo>
                  <a:pt x="154006" y="371213"/>
                  <a:pt x="154119" y="366441"/>
                  <a:pt x="161655" y="368751"/>
                </a:cubicBezTo>
                <a:cubicBezTo>
                  <a:pt x="166947" y="370380"/>
                  <a:pt x="173630" y="375899"/>
                  <a:pt x="173630" y="378654"/>
                </a:cubicBezTo>
                <a:cubicBezTo>
                  <a:pt x="173630" y="380310"/>
                  <a:pt x="174416" y="380793"/>
                  <a:pt x="177067" y="380793"/>
                </a:cubicBezTo>
                <a:lnTo>
                  <a:pt x="180503" y="380793"/>
                </a:lnTo>
                <a:lnTo>
                  <a:pt x="177351" y="376562"/>
                </a:lnTo>
                <a:cubicBezTo>
                  <a:pt x="171964" y="369329"/>
                  <a:pt x="165101" y="363781"/>
                  <a:pt x="162999" y="364965"/>
                </a:cubicBezTo>
                <a:cubicBezTo>
                  <a:pt x="161248" y="365940"/>
                  <a:pt x="155076" y="365239"/>
                  <a:pt x="151241" y="363620"/>
                </a:cubicBezTo>
                <a:cubicBezTo>
                  <a:pt x="148108" y="362304"/>
                  <a:pt x="147502" y="366546"/>
                  <a:pt x="150465" y="368931"/>
                </a:cubicBezTo>
                <a:cubicBezTo>
                  <a:pt x="151885" y="370067"/>
                  <a:pt x="153798" y="372529"/>
                  <a:pt x="154716" y="374394"/>
                </a:cubicBezTo>
                <a:cubicBezTo>
                  <a:pt x="155634" y="376268"/>
                  <a:pt x="158124" y="378720"/>
                  <a:pt x="160263" y="379856"/>
                </a:cubicBezTo>
                <a:cubicBezTo>
                  <a:pt x="166029" y="382914"/>
                  <a:pt x="166360" y="382374"/>
                  <a:pt x="161437" y="377925"/>
                </a:cubicBezTo>
                <a:close/>
                <a:moveTo>
                  <a:pt x="269870" y="372699"/>
                </a:moveTo>
                <a:cubicBezTo>
                  <a:pt x="270069" y="369461"/>
                  <a:pt x="269785" y="368941"/>
                  <a:pt x="268062" y="369395"/>
                </a:cubicBezTo>
                <a:cubicBezTo>
                  <a:pt x="266452" y="369812"/>
                  <a:pt x="266017" y="371014"/>
                  <a:pt x="266017" y="375047"/>
                </a:cubicBezTo>
                <a:cubicBezTo>
                  <a:pt x="266017" y="379771"/>
                  <a:pt x="266149" y="380026"/>
                  <a:pt x="267825" y="378351"/>
                </a:cubicBezTo>
                <a:cubicBezTo>
                  <a:pt x="268829" y="377357"/>
                  <a:pt x="269747" y="374810"/>
                  <a:pt x="269870" y="372699"/>
                </a:cubicBezTo>
                <a:close/>
                <a:moveTo>
                  <a:pt x="102970" y="374129"/>
                </a:moveTo>
                <a:cubicBezTo>
                  <a:pt x="101209" y="372301"/>
                  <a:pt x="99496" y="371090"/>
                  <a:pt x="99146" y="371449"/>
                </a:cubicBezTo>
                <a:cubicBezTo>
                  <a:pt x="98568" y="372027"/>
                  <a:pt x="104457" y="377442"/>
                  <a:pt x="105668" y="377451"/>
                </a:cubicBezTo>
                <a:cubicBezTo>
                  <a:pt x="105933" y="377461"/>
                  <a:pt x="104722" y="375965"/>
                  <a:pt x="102970" y="374129"/>
                </a:cubicBezTo>
                <a:close/>
                <a:moveTo>
                  <a:pt x="181516" y="370948"/>
                </a:moveTo>
                <a:cubicBezTo>
                  <a:pt x="179812" y="367767"/>
                  <a:pt x="180021" y="365211"/>
                  <a:pt x="181980" y="365211"/>
                </a:cubicBezTo>
                <a:cubicBezTo>
                  <a:pt x="184281" y="365211"/>
                  <a:pt x="184082" y="363128"/>
                  <a:pt x="181147" y="356492"/>
                </a:cubicBezTo>
                <a:cubicBezTo>
                  <a:pt x="179443" y="352648"/>
                  <a:pt x="178203" y="351096"/>
                  <a:pt x="177275" y="351673"/>
                </a:cubicBezTo>
                <a:cubicBezTo>
                  <a:pt x="176243" y="352308"/>
                  <a:pt x="176196" y="353548"/>
                  <a:pt x="177095" y="356814"/>
                </a:cubicBezTo>
                <a:cubicBezTo>
                  <a:pt x="177749" y="359180"/>
                  <a:pt x="178061" y="362910"/>
                  <a:pt x="177777" y="365116"/>
                </a:cubicBezTo>
                <a:cubicBezTo>
                  <a:pt x="177398" y="368079"/>
                  <a:pt x="177853" y="369755"/>
                  <a:pt x="179538" y="371610"/>
                </a:cubicBezTo>
                <a:cubicBezTo>
                  <a:pt x="182188" y="374526"/>
                  <a:pt x="183239" y="374176"/>
                  <a:pt x="181516" y="370948"/>
                </a:cubicBezTo>
                <a:close/>
                <a:moveTo>
                  <a:pt x="331688" y="372642"/>
                </a:moveTo>
                <a:cubicBezTo>
                  <a:pt x="331688" y="372443"/>
                  <a:pt x="330429" y="371109"/>
                  <a:pt x="328905" y="369670"/>
                </a:cubicBezTo>
                <a:cubicBezTo>
                  <a:pt x="326557" y="367464"/>
                  <a:pt x="326122" y="367350"/>
                  <a:pt x="326122" y="368950"/>
                </a:cubicBezTo>
                <a:cubicBezTo>
                  <a:pt x="326122" y="370001"/>
                  <a:pt x="327248" y="371307"/>
                  <a:pt x="328621" y="371857"/>
                </a:cubicBezTo>
                <a:cubicBezTo>
                  <a:pt x="331688" y="373097"/>
                  <a:pt x="331688" y="373087"/>
                  <a:pt x="331688" y="372642"/>
                </a:cubicBezTo>
                <a:close/>
                <a:moveTo>
                  <a:pt x="130708" y="368430"/>
                </a:moveTo>
                <a:cubicBezTo>
                  <a:pt x="130339" y="367833"/>
                  <a:pt x="128076" y="366110"/>
                  <a:pt x="125672" y="364595"/>
                </a:cubicBezTo>
                <a:cubicBezTo>
                  <a:pt x="121412" y="361907"/>
                  <a:pt x="116659" y="361727"/>
                  <a:pt x="115135" y="364217"/>
                </a:cubicBezTo>
                <a:cubicBezTo>
                  <a:pt x="114794" y="364747"/>
                  <a:pt x="115249" y="364908"/>
                  <a:pt x="116139" y="364567"/>
                </a:cubicBezTo>
                <a:cubicBezTo>
                  <a:pt x="118714" y="363583"/>
                  <a:pt x="126808" y="366233"/>
                  <a:pt x="128247" y="368534"/>
                </a:cubicBezTo>
                <a:cubicBezTo>
                  <a:pt x="128966" y="369689"/>
                  <a:pt x="129970" y="370380"/>
                  <a:pt x="130462" y="370077"/>
                </a:cubicBezTo>
                <a:cubicBezTo>
                  <a:pt x="130964" y="369764"/>
                  <a:pt x="131077" y="369026"/>
                  <a:pt x="130708" y="368430"/>
                </a:cubicBezTo>
                <a:close/>
                <a:moveTo>
                  <a:pt x="84595" y="367256"/>
                </a:moveTo>
                <a:cubicBezTo>
                  <a:pt x="88571" y="367095"/>
                  <a:pt x="92443" y="367350"/>
                  <a:pt x="93201" y="367814"/>
                </a:cubicBezTo>
                <a:cubicBezTo>
                  <a:pt x="94176" y="368420"/>
                  <a:pt x="94374" y="368079"/>
                  <a:pt x="93882" y="366659"/>
                </a:cubicBezTo>
                <a:cubicBezTo>
                  <a:pt x="92850" y="363725"/>
                  <a:pt x="85551" y="356265"/>
                  <a:pt x="82569" y="355091"/>
                </a:cubicBezTo>
                <a:cubicBezTo>
                  <a:pt x="81007" y="354475"/>
                  <a:pt x="80127" y="353320"/>
                  <a:pt x="80316" y="352137"/>
                </a:cubicBezTo>
                <a:cubicBezTo>
                  <a:pt x="80752" y="349496"/>
                  <a:pt x="79294" y="347404"/>
                  <a:pt x="77012" y="347404"/>
                </a:cubicBezTo>
                <a:cubicBezTo>
                  <a:pt x="75980" y="347394"/>
                  <a:pt x="73699" y="346646"/>
                  <a:pt x="71938" y="345728"/>
                </a:cubicBezTo>
                <a:cubicBezTo>
                  <a:pt x="64317" y="341752"/>
                  <a:pt x="54784" y="345378"/>
                  <a:pt x="60133" y="350215"/>
                </a:cubicBezTo>
                <a:cubicBezTo>
                  <a:pt x="62500" y="352355"/>
                  <a:pt x="64488" y="358234"/>
                  <a:pt x="64639" y="363545"/>
                </a:cubicBezTo>
                <a:cubicBezTo>
                  <a:pt x="64687" y="365381"/>
                  <a:pt x="64980" y="366262"/>
                  <a:pt x="65292" y="365495"/>
                </a:cubicBezTo>
                <a:cubicBezTo>
                  <a:pt x="66107" y="363488"/>
                  <a:pt x="68369" y="363781"/>
                  <a:pt x="71389" y="366281"/>
                </a:cubicBezTo>
                <a:cubicBezTo>
                  <a:pt x="72838" y="367483"/>
                  <a:pt x="74769" y="368250"/>
                  <a:pt x="75687" y="368004"/>
                </a:cubicBezTo>
                <a:cubicBezTo>
                  <a:pt x="76605" y="367748"/>
                  <a:pt x="80610" y="367407"/>
                  <a:pt x="84595" y="367256"/>
                </a:cubicBezTo>
                <a:close/>
                <a:moveTo>
                  <a:pt x="333723" y="363071"/>
                </a:moveTo>
                <a:cubicBezTo>
                  <a:pt x="334045" y="360894"/>
                  <a:pt x="333742" y="360667"/>
                  <a:pt x="331499" y="361358"/>
                </a:cubicBezTo>
                <a:cubicBezTo>
                  <a:pt x="327958" y="362446"/>
                  <a:pt x="327816" y="362683"/>
                  <a:pt x="329463" y="364671"/>
                </a:cubicBezTo>
                <a:cubicBezTo>
                  <a:pt x="331357" y="366943"/>
                  <a:pt x="333260" y="366224"/>
                  <a:pt x="333723" y="363071"/>
                </a:cubicBezTo>
                <a:close/>
                <a:moveTo>
                  <a:pt x="130727" y="359928"/>
                </a:moveTo>
                <a:cubicBezTo>
                  <a:pt x="130699" y="358243"/>
                  <a:pt x="129572" y="355110"/>
                  <a:pt x="128228" y="352970"/>
                </a:cubicBezTo>
                <a:cubicBezTo>
                  <a:pt x="125463" y="348559"/>
                  <a:pt x="124971" y="349941"/>
                  <a:pt x="127357" y="355441"/>
                </a:cubicBezTo>
                <a:cubicBezTo>
                  <a:pt x="128237" y="357448"/>
                  <a:pt x="129222" y="359966"/>
                  <a:pt x="129553" y="361045"/>
                </a:cubicBezTo>
                <a:cubicBezTo>
                  <a:pt x="130415" y="363819"/>
                  <a:pt x="130793" y="363459"/>
                  <a:pt x="130727" y="359928"/>
                </a:cubicBezTo>
                <a:close/>
                <a:moveTo>
                  <a:pt x="143583" y="358470"/>
                </a:moveTo>
                <a:cubicBezTo>
                  <a:pt x="143583" y="357287"/>
                  <a:pt x="144170" y="356312"/>
                  <a:pt x="144880" y="356312"/>
                </a:cubicBezTo>
                <a:cubicBezTo>
                  <a:pt x="145590" y="356312"/>
                  <a:pt x="145921" y="356047"/>
                  <a:pt x="145599" y="355735"/>
                </a:cubicBezTo>
                <a:cubicBezTo>
                  <a:pt x="145287" y="355413"/>
                  <a:pt x="143753" y="355820"/>
                  <a:pt x="142191" y="356624"/>
                </a:cubicBezTo>
                <a:cubicBezTo>
                  <a:pt x="139957" y="357789"/>
                  <a:pt x="139578" y="358508"/>
                  <a:pt x="140421" y="360014"/>
                </a:cubicBezTo>
                <a:cubicBezTo>
                  <a:pt x="141727" y="362342"/>
                  <a:pt x="143583" y="361434"/>
                  <a:pt x="143583" y="358470"/>
                </a:cubicBezTo>
                <a:close/>
                <a:moveTo>
                  <a:pt x="345008" y="356454"/>
                </a:moveTo>
                <a:cubicBezTo>
                  <a:pt x="344979" y="354930"/>
                  <a:pt x="344705" y="354987"/>
                  <a:pt x="343332" y="356804"/>
                </a:cubicBezTo>
                <a:cubicBezTo>
                  <a:pt x="341212" y="359616"/>
                  <a:pt x="341231" y="361424"/>
                  <a:pt x="343370" y="359654"/>
                </a:cubicBezTo>
                <a:cubicBezTo>
                  <a:pt x="344288" y="358887"/>
                  <a:pt x="345027" y="357448"/>
                  <a:pt x="345008" y="356454"/>
                </a:cubicBezTo>
                <a:close/>
                <a:moveTo>
                  <a:pt x="273420" y="356350"/>
                </a:moveTo>
                <a:cubicBezTo>
                  <a:pt x="284278" y="353746"/>
                  <a:pt x="290649" y="353320"/>
                  <a:pt x="301129" y="354494"/>
                </a:cubicBezTo>
                <a:cubicBezTo>
                  <a:pt x="308892" y="355365"/>
                  <a:pt x="308996" y="355346"/>
                  <a:pt x="310312" y="352450"/>
                </a:cubicBezTo>
                <a:cubicBezTo>
                  <a:pt x="312338" y="348019"/>
                  <a:pt x="312101" y="347782"/>
                  <a:pt x="305806" y="347782"/>
                </a:cubicBezTo>
                <a:cubicBezTo>
                  <a:pt x="302597" y="347782"/>
                  <a:pt x="298980" y="347527"/>
                  <a:pt x="297778" y="347214"/>
                </a:cubicBezTo>
                <a:cubicBezTo>
                  <a:pt x="294247" y="346296"/>
                  <a:pt x="291189" y="341193"/>
                  <a:pt x="291066" y="335996"/>
                </a:cubicBezTo>
                <a:cubicBezTo>
                  <a:pt x="290971" y="332030"/>
                  <a:pt x="290555" y="331206"/>
                  <a:pt x="288529" y="330913"/>
                </a:cubicBezTo>
                <a:cubicBezTo>
                  <a:pt x="286210" y="330581"/>
                  <a:pt x="286181" y="330704"/>
                  <a:pt x="287743" y="333696"/>
                </a:cubicBezTo>
                <a:cubicBezTo>
                  <a:pt x="289570" y="337208"/>
                  <a:pt x="289921" y="342500"/>
                  <a:pt x="288377" y="343447"/>
                </a:cubicBezTo>
                <a:cubicBezTo>
                  <a:pt x="286967" y="344318"/>
                  <a:pt x="281732" y="337842"/>
                  <a:pt x="280946" y="334245"/>
                </a:cubicBezTo>
                <a:cubicBezTo>
                  <a:pt x="279791" y="328934"/>
                  <a:pt x="279403" y="328319"/>
                  <a:pt x="277519" y="328678"/>
                </a:cubicBezTo>
                <a:cubicBezTo>
                  <a:pt x="274414" y="329284"/>
                  <a:pt x="260602" y="358556"/>
                  <a:pt x="263432" y="358527"/>
                </a:cubicBezTo>
                <a:cubicBezTo>
                  <a:pt x="263934" y="358527"/>
                  <a:pt x="268431" y="357543"/>
                  <a:pt x="273420" y="356350"/>
                </a:cubicBezTo>
                <a:close/>
                <a:moveTo>
                  <a:pt x="111292" y="356426"/>
                </a:moveTo>
                <a:cubicBezTo>
                  <a:pt x="114681" y="355488"/>
                  <a:pt x="112797" y="353964"/>
                  <a:pt x="107817" y="353623"/>
                </a:cubicBezTo>
                <a:cubicBezTo>
                  <a:pt x="104343" y="353377"/>
                  <a:pt x="102904" y="354419"/>
                  <a:pt x="104068" y="356312"/>
                </a:cubicBezTo>
                <a:cubicBezTo>
                  <a:pt x="104835" y="357552"/>
                  <a:pt x="107136" y="357590"/>
                  <a:pt x="111292" y="356426"/>
                </a:cubicBezTo>
                <a:close/>
                <a:moveTo>
                  <a:pt x="159165" y="355545"/>
                </a:moveTo>
                <a:cubicBezTo>
                  <a:pt x="159165" y="354012"/>
                  <a:pt x="154271" y="349628"/>
                  <a:pt x="152567" y="349638"/>
                </a:cubicBezTo>
                <a:cubicBezTo>
                  <a:pt x="151601" y="349647"/>
                  <a:pt x="150285" y="350802"/>
                  <a:pt x="149632" y="352203"/>
                </a:cubicBezTo>
                <a:cubicBezTo>
                  <a:pt x="148553" y="354542"/>
                  <a:pt x="148733" y="354778"/>
                  <a:pt x="151800" y="355015"/>
                </a:cubicBezTo>
                <a:cubicBezTo>
                  <a:pt x="153646" y="355148"/>
                  <a:pt x="155388" y="355498"/>
                  <a:pt x="155672" y="355791"/>
                </a:cubicBezTo>
                <a:cubicBezTo>
                  <a:pt x="156477" y="356596"/>
                  <a:pt x="159165" y="356407"/>
                  <a:pt x="159165" y="355545"/>
                </a:cubicBezTo>
                <a:close/>
                <a:moveTo>
                  <a:pt x="318870" y="355176"/>
                </a:moveTo>
                <a:cubicBezTo>
                  <a:pt x="318491" y="354561"/>
                  <a:pt x="317706" y="354333"/>
                  <a:pt x="317138" y="354693"/>
                </a:cubicBezTo>
                <a:cubicBezTo>
                  <a:pt x="315594" y="355640"/>
                  <a:pt x="315878" y="356312"/>
                  <a:pt x="317838" y="356312"/>
                </a:cubicBezTo>
                <a:cubicBezTo>
                  <a:pt x="318794" y="356312"/>
                  <a:pt x="319258" y="355801"/>
                  <a:pt x="318870" y="355176"/>
                </a:cubicBezTo>
                <a:close/>
                <a:moveTo>
                  <a:pt x="163851" y="351872"/>
                </a:moveTo>
                <a:cubicBezTo>
                  <a:pt x="163397" y="348739"/>
                  <a:pt x="161390" y="348152"/>
                  <a:pt x="161390" y="351143"/>
                </a:cubicBezTo>
                <a:cubicBezTo>
                  <a:pt x="161390" y="352222"/>
                  <a:pt x="163454" y="355195"/>
                  <a:pt x="164202" y="355195"/>
                </a:cubicBezTo>
                <a:cubicBezTo>
                  <a:pt x="164277" y="355195"/>
                  <a:pt x="164126" y="353699"/>
                  <a:pt x="163851" y="351872"/>
                </a:cubicBezTo>
                <a:close/>
                <a:moveTo>
                  <a:pt x="244830" y="348237"/>
                </a:moveTo>
                <a:cubicBezTo>
                  <a:pt x="244849" y="347167"/>
                  <a:pt x="244385" y="346296"/>
                  <a:pt x="243789" y="346296"/>
                </a:cubicBezTo>
                <a:cubicBezTo>
                  <a:pt x="242236" y="346296"/>
                  <a:pt x="240788" y="343087"/>
                  <a:pt x="239889" y="337672"/>
                </a:cubicBezTo>
                <a:cubicBezTo>
                  <a:pt x="238847" y="331386"/>
                  <a:pt x="241593" y="329947"/>
                  <a:pt x="245493" y="334728"/>
                </a:cubicBezTo>
                <a:cubicBezTo>
                  <a:pt x="248021" y="337814"/>
                  <a:pt x="248125" y="337842"/>
                  <a:pt x="248163" y="335438"/>
                </a:cubicBezTo>
                <a:cubicBezTo>
                  <a:pt x="248191" y="334065"/>
                  <a:pt x="247784" y="332938"/>
                  <a:pt x="247273" y="332938"/>
                </a:cubicBezTo>
                <a:cubicBezTo>
                  <a:pt x="245483" y="332938"/>
                  <a:pt x="244026" y="327817"/>
                  <a:pt x="244168" y="322052"/>
                </a:cubicBezTo>
                <a:cubicBezTo>
                  <a:pt x="244243" y="318852"/>
                  <a:pt x="244224" y="316239"/>
                  <a:pt x="244120" y="316239"/>
                </a:cubicBezTo>
                <a:cubicBezTo>
                  <a:pt x="241933" y="316248"/>
                  <a:pt x="240409" y="318227"/>
                  <a:pt x="240390" y="321086"/>
                </a:cubicBezTo>
                <a:cubicBezTo>
                  <a:pt x="240371" y="323017"/>
                  <a:pt x="239453" y="326596"/>
                  <a:pt x="238345" y="329038"/>
                </a:cubicBezTo>
                <a:cubicBezTo>
                  <a:pt x="236622" y="332853"/>
                  <a:pt x="236537" y="333980"/>
                  <a:pt x="237749" y="336914"/>
                </a:cubicBezTo>
                <a:cubicBezTo>
                  <a:pt x="238535" y="338798"/>
                  <a:pt x="239765" y="343759"/>
                  <a:pt x="240494" y="347943"/>
                </a:cubicBezTo>
                <a:cubicBezTo>
                  <a:pt x="241744" y="355148"/>
                  <a:pt x="241895" y="355403"/>
                  <a:pt x="243306" y="352866"/>
                </a:cubicBezTo>
                <a:cubicBezTo>
                  <a:pt x="244120" y="351399"/>
                  <a:pt x="244811" y="349316"/>
                  <a:pt x="244830" y="348237"/>
                </a:cubicBezTo>
                <a:close/>
                <a:moveTo>
                  <a:pt x="337245" y="352970"/>
                </a:moveTo>
                <a:cubicBezTo>
                  <a:pt x="338608" y="352099"/>
                  <a:pt x="338457" y="351891"/>
                  <a:pt x="336469" y="351872"/>
                </a:cubicBezTo>
                <a:cubicBezTo>
                  <a:pt x="333477" y="351853"/>
                  <a:pt x="328346" y="349619"/>
                  <a:pt x="328346" y="348341"/>
                </a:cubicBezTo>
                <a:cubicBezTo>
                  <a:pt x="328346" y="346798"/>
                  <a:pt x="325374" y="347290"/>
                  <a:pt x="323897" y="349079"/>
                </a:cubicBezTo>
                <a:cubicBezTo>
                  <a:pt x="322723" y="350480"/>
                  <a:pt x="322931" y="350746"/>
                  <a:pt x="325146" y="350764"/>
                </a:cubicBezTo>
                <a:cubicBezTo>
                  <a:pt x="326604" y="350774"/>
                  <a:pt x="329037" y="351474"/>
                  <a:pt x="330571" y="352326"/>
                </a:cubicBezTo>
                <a:cubicBezTo>
                  <a:pt x="334017" y="354229"/>
                  <a:pt x="335124" y="354343"/>
                  <a:pt x="337245" y="352970"/>
                </a:cubicBezTo>
                <a:close/>
                <a:moveTo>
                  <a:pt x="214716" y="351418"/>
                </a:moveTo>
                <a:cubicBezTo>
                  <a:pt x="215426" y="350566"/>
                  <a:pt x="217481" y="349259"/>
                  <a:pt x="219289" y="348511"/>
                </a:cubicBezTo>
                <a:cubicBezTo>
                  <a:pt x="221097" y="347763"/>
                  <a:pt x="222309" y="346703"/>
                  <a:pt x="221968" y="346164"/>
                </a:cubicBezTo>
                <a:cubicBezTo>
                  <a:pt x="221163" y="344867"/>
                  <a:pt x="216231" y="344895"/>
                  <a:pt x="215426" y="346211"/>
                </a:cubicBezTo>
                <a:cubicBezTo>
                  <a:pt x="215076" y="346769"/>
                  <a:pt x="213296" y="347565"/>
                  <a:pt x="211460" y="347962"/>
                </a:cubicBezTo>
                <a:cubicBezTo>
                  <a:pt x="206442" y="349070"/>
                  <a:pt x="207152" y="351815"/>
                  <a:pt x="212728" y="352838"/>
                </a:cubicBezTo>
                <a:cubicBezTo>
                  <a:pt x="213116" y="352913"/>
                  <a:pt x="214006" y="352270"/>
                  <a:pt x="214716" y="351418"/>
                </a:cubicBezTo>
                <a:close/>
                <a:moveTo>
                  <a:pt x="140771" y="349004"/>
                </a:moveTo>
                <a:cubicBezTo>
                  <a:pt x="144776" y="344999"/>
                  <a:pt x="143365" y="343901"/>
                  <a:pt x="137751" y="346684"/>
                </a:cubicBezTo>
                <a:cubicBezTo>
                  <a:pt x="134476" y="348313"/>
                  <a:pt x="133614" y="349155"/>
                  <a:pt x="134959" y="349420"/>
                </a:cubicBezTo>
                <a:cubicBezTo>
                  <a:pt x="136028" y="349628"/>
                  <a:pt x="136899" y="350263"/>
                  <a:pt x="136899" y="350831"/>
                </a:cubicBezTo>
                <a:cubicBezTo>
                  <a:pt x="136899" y="352450"/>
                  <a:pt x="137704" y="352071"/>
                  <a:pt x="140771" y="349004"/>
                </a:cubicBezTo>
                <a:close/>
                <a:moveTo>
                  <a:pt x="316996" y="349051"/>
                </a:moveTo>
                <a:cubicBezTo>
                  <a:pt x="316655" y="348701"/>
                  <a:pt x="316030" y="349325"/>
                  <a:pt x="315613" y="350424"/>
                </a:cubicBezTo>
                <a:cubicBezTo>
                  <a:pt x="315017" y="352005"/>
                  <a:pt x="315140" y="352137"/>
                  <a:pt x="316238" y="351039"/>
                </a:cubicBezTo>
                <a:cubicBezTo>
                  <a:pt x="317005" y="350291"/>
                  <a:pt x="317346" y="349392"/>
                  <a:pt x="316996" y="349051"/>
                </a:cubicBezTo>
                <a:close/>
                <a:moveTo>
                  <a:pt x="175259" y="338590"/>
                </a:moveTo>
                <a:cubicBezTo>
                  <a:pt x="176234" y="336706"/>
                  <a:pt x="177701" y="335163"/>
                  <a:pt x="178534" y="335163"/>
                </a:cubicBezTo>
                <a:cubicBezTo>
                  <a:pt x="180210" y="335163"/>
                  <a:pt x="181715" y="340900"/>
                  <a:pt x="180721" y="343494"/>
                </a:cubicBezTo>
                <a:cubicBezTo>
                  <a:pt x="180352" y="344460"/>
                  <a:pt x="180683" y="345179"/>
                  <a:pt x="181497" y="345179"/>
                </a:cubicBezTo>
                <a:cubicBezTo>
                  <a:pt x="182283" y="345179"/>
                  <a:pt x="183779" y="345955"/>
                  <a:pt x="184830" y="346911"/>
                </a:cubicBezTo>
                <a:cubicBezTo>
                  <a:pt x="186600" y="348511"/>
                  <a:pt x="186912" y="348095"/>
                  <a:pt x="189156" y="341061"/>
                </a:cubicBezTo>
                <a:cubicBezTo>
                  <a:pt x="190481" y="336905"/>
                  <a:pt x="191807" y="332957"/>
                  <a:pt x="192091" y="332314"/>
                </a:cubicBezTo>
                <a:cubicBezTo>
                  <a:pt x="192413" y="331575"/>
                  <a:pt x="187035" y="330155"/>
                  <a:pt x="177834" y="328565"/>
                </a:cubicBezTo>
                <a:cubicBezTo>
                  <a:pt x="155123" y="324627"/>
                  <a:pt x="156230" y="324712"/>
                  <a:pt x="155426" y="326804"/>
                </a:cubicBezTo>
                <a:cubicBezTo>
                  <a:pt x="154896" y="328186"/>
                  <a:pt x="155596" y="329010"/>
                  <a:pt x="158067" y="329947"/>
                </a:cubicBezTo>
                <a:cubicBezTo>
                  <a:pt x="161570" y="331263"/>
                  <a:pt x="163596" y="335722"/>
                  <a:pt x="163605" y="342121"/>
                </a:cubicBezTo>
                <a:cubicBezTo>
                  <a:pt x="163615" y="344412"/>
                  <a:pt x="164164" y="345179"/>
                  <a:pt x="165792" y="345179"/>
                </a:cubicBezTo>
                <a:cubicBezTo>
                  <a:pt x="166985" y="345179"/>
                  <a:pt x="168869" y="346381"/>
                  <a:pt x="169967" y="347849"/>
                </a:cubicBezTo>
                <a:lnTo>
                  <a:pt x="171964" y="350518"/>
                </a:lnTo>
                <a:lnTo>
                  <a:pt x="172722" y="346268"/>
                </a:lnTo>
                <a:cubicBezTo>
                  <a:pt x="173148" y="343920"/>
                  <a:pt x="174284" y="340474"/>
                  <a:pt x="175259" y="338590"/>
                </a:cubicBezTo>
                <a:close/>
                <a:moveTo>
                  <a:pt x="121118" y="345264"/>
                </a:moveTo>
                <a:cubicBezTo>
                  <a:pt x="121061" y="340862"/>
                  <a:pt x="120891" y="340767"/>
                  <a:pt x="116309" y="342443"/>
                </a:cubicBezTo>
                <a:cubicBezTo>
                  <a:pt x="114236" y="343210"/>
                  <a:pt x="114274" y="343314"/>
                  <a:pt x="116868" y="343996"/>
                </a:cubicBezTo>
                <a:cubicBezTo>
                  <a:pt x="118401" y="344403"/>
                  <a:pt x="119717" y="345454"/>
                  <a:pt x="119802" y="346343"/>
                </a:cubicBezTo>
                <a:cubicBezTo>
                  <a:pt x="120058" y="349136"/>
                  <a:pt x="120190" y="349628"/>
                  <a:pt x="120692" y="349628"/>
                </a:cubicBezTo>
                <a:cubicBezTo>
                  <a:pt x="120967" y="349628"/>
                  <a:pt x="121156" y="347669"/>
                  <a:pt x="121118" y="345264"/>
                </a:cubicBezTo>
                <a:close/>
                <a:moveTo>
                  <a:pt x="368798" y="346902"/>
                </a:moveTo>
                <a:cubicBezTo>
                  <a:pt x="369139" y="346022"/>
                  <a:pt x="371316" y="344289"/>
                  <a:pt x="373645" y="343068"/>
                </a:cubicBezTo>
                <a:lnTo>
                  <a:pt x="377877" y="340853"/>
                </a:lnTo>
                <a:lnTo>
                  <a:pt x="371751" y="341487"/>
                </a:lnTo>
                <a:cubicBezTo>
                  <a:pt x="368391" y="341837"/>
                  <a:pt x="365182" y="342538"/>
                  <a:pt x="364632" y="343040"/>
                </a:cubicBezTo>
                <a:cubicBezTo>
                  <a:pt x="364093" y="343532"/>
                  <a:pt x="364718" y="343664"/>
                  <a:pt x="366024" y="343314"/>
                </a:cubicBezTo>
                <a:cubicBezTo>
                  <a:pt x="368703" y="342623"/>
                  <a:pt x="369328" y="344933"/>
                  <a:pt x="367075" y="347186"/>
                </a:cubicBezTo>
                <a:cubicBezTo>
                  <a:pt x="366185" y="348076"/>
                  <a:pt x="366147" y="348521"/>
                  <a:pt x="366961" y="348521"/>
                </a:cubicBezTo>
                <a:cubicBezTo>
                  <a:pt x="367624" y="348521"/>
                  <a:pt x="368457" y="347792"/>
                  <a:pt x="368798" y="346902"/>
                </a:cubicBezTo>
                <a:close/>
                <a:moveTo>
                  <a:pt x="24491" y="344194"/>
                </a:moveTo>
                <a:cubicBezTo>
                  <a:pt x="24491" y="343655"/>
                  <a:pt x="23487" y="342954"/>
                  <a:pt x="22256" y="342632"/>
                </a:cubicBezTo>
                <a:cubicBezTo>
                  <a:pt x="20817" y="342254"/>
                  <a:pt x="20032" y="342595"/>
                  <a:pt x="20032" y="343617"/>
                </a:cubicBezTo>
                <a:cubicBezTo>
                  <a:pt x="20032" y="344478"/>
                  <a:pt x="21035" y="345179"/>
                  <a:pt x="22256" y="345179"/>
                </a:cubicBezTo>
                <a:cubicBezTo>
                  <a:pt x="23487" y="345179"/>
                  <a:pt x="24491" y="344734"/>
                  <a:pt x="24491" y="344194"/>
                </a:cubicBezTo>
                <a:close/>
                <a:moveTo>
                  <a:pt x="94592" y="339575"/>
                </a:moveTo>
                <a:cubicBezTo>
                  <a:pt x="93380" y="336488"/>
                  <a:pt x="92386" y="333790"/>
                  <a:pt x="92386" y="333582"/>
                </a:cubicBezTo>
                <a:cubicBezTo>
                  <a:pt x="92386" y="333374"/>
                  <a:pt x="91137" y="332957"/>
                  <a:pt x="89622" y="332673"/>
                </a:cubicBezTo>
                <a:lnTo>
                  <a:pt x="86867" y="332143"/>
                </a:lnTo>
                <a:lnTo>
                  <a:pt x="90181" y="335920"/>
                </a:lnTo>
                <a:cubicBezTo>
                  <a:pt x="92008" y="337994"/>
                  <a:pt x="93494" y="340928"/>
                  <a:pt x="93494" y="342434"/>
                </a:cubicBezTo>
                <a:cubicBezTo>
                  <a:pt x="93494" y="344119"/>
                  <a:pt x="94128" y="345179"/>
                  <a:pt x="95151" y="345179"/>
                </a:cubicBezTo>
                <a:cubicBezTo>
                  <a:pt x="96533" y="345179"/>
                  <a:pt x="96448" y="344280"/>
                  <a:pt x="94592" y="339575"/>
                </a:cubicBezTo>
                <a:close/>
                <a:moveTo>
                  <a:pt x="153864" y="340181"/>
                </a:moveTo>
                <a:cubicBezTo>
                  <a:pt x="152472" y="336432"/>
                  <a:pt x="151772" y="335599"/>
                  <a:pt x="151081" y="336848"/>
                </a:cubicBezTo>
                <a:cubicBezTo>
                  <a:pt x="150484" y="337899"/>
                  <a:pt x="150863" y="339736"/>
                  <a:pt x="152112" y="341847"/>
                </a:cubicBezTo>
                <a:cubicBezTo>
                  <a:pt x="155028" y="346788"/>
                  <a:pt x="155984" y="345889"/>
                  <a:pt x="153864" y="340181"/>
                </a:cubicBezTo>
                <a:close/>
                <a:moveTo>
                  <a:pt x="230781" y="333090"/>
                </a:moveTo>
                <a:cubicBezTo>
                  <a:pt x="227194" y="325952"/>
                  <a:pt x="226105" y="324646"/>
                  <a:pt x="224041" y="324930"/>
                </a:cubicBezTo>
                <a:cubicBezTo>
                  <a:pt x="222687" y="325119"/>
                  <a:pt x="220501" y="324693"/>
                  <a:pt x="219166" y="323983"/>
                </a:cubicBezTo>
                <a:cubicBezTo>
                  <a:pt x="217272" y="322960"/>
                  <a:pt x="216553" y="323008"/>
                  <a:pt x="215805" y="324191"/>
                </a:cubicBezTo>
                <a:cubicBezTo>
                  <a:pt x="214309" y="326558"/>
                  <a:pt x="214650" y="327779"/>
                  <a:pt x="216401" y="326321"/>
                </a:cubicBezTo>
                <a:cubicBezTo>
                  <a:pt x="219573" y="323689"/>
                  <a:pt x="232078" y="338221"/>
                  <a:pt x="229806" y="341904"/>
                </a:cubicBezTo>
                <a:cubicBezTo>
                  <a:pt x="229437" y="342490"/>
                  <a:pt x="230299" y="343409"/>
                  <a:pt x="231719" y="343939"/>
                </a:cubicBezTo>
                <a:cubicBezTo>
                  <a:pt x="235808" y="345472"/>
                  <a:pt x="235553" y="342566"/>
                  <a:pt x="230781" y="333090"/>
                </a:cubicBezTo>
                <a:close/>
                <a:moveTo>
                  <a:pt x="316039" y="338297"/>
                </a:moveTo>
                <a:cubicBezTo>
                  <a:pt x="317071" y="333488"/>
                  <a:pt x="317005" y="332247"/>
                  <a:pt x="315613" y="330865"/>
                </a:cubicBezTo>
                <a:cubicBezTo>
                  <a:pt x="314137" y="329388"/>
                  <a:pt x="313976" y="329748"/>
                  <a:pt x="314184" y="334131"/>
                </a:cubicBezTo>
                <a:cubicBezTo>
                  <a:pt x="314316" y="336839"/>
                  <a:pt x="314014" y="340190"/>
                  <a:pt x="313521" y="341563"/>
                </a:cubicBezTo>
                <a:cubicBezTo>
                  <a:pt x="312972" y="343077"/>
                  <a:pt x="313048" y="344071"/>
                  <a:pt x="313711" y="344071"/>
                </a:cubicBezTo>
                <a:cubicBezTo>
                  <a:pt x="314307" y="344071"/>
                  <a:pt x="315358" y="341468"/>
                  <a:pt x="316039" y="338297"/>
                </a:cubicBezTo>
                <a:close/>
                <a:moveTo>
                  <a:pt x="327419" y="336015"/>
                </a:moveTo>
                <a:cubicBezTo>
                  <a:pt x="330277" y="331992"/>
                  <a:pt x="329350" y="332105"/>
                  <a:pt x="325175" y="336280"/>
                </a:cubicBezTo>
                <a:cubicBezTo>
                  <a:pt x="323338" y="338117"/>
                  <a:pt x="322297" y="339613"/>
                  <a:pt x="322865" y="339613"/>
                </a:cubicBezTo>
                <a:cubicBezTo>
                  <a:pt x="323433" y="339613"/>
                  <a:pt x="323963" y="340739"/>
                  <a:pt x="324048" y="342121"/>
                </a:cubicBezTo>
                <a:cubicBezTo>
                  <a:pt x="324181" y="344450"/>
                  <a:pt x="324228" y="344431"/>
                  <a:pt x="324711" y="341856"/>
                </a:cubicBezTo>
                <a:cubicBezTo>
                  <a:pt x="324995" y="340332"/>
                  <a:pt x="326216" y="337700"/>
                  <a:pt x="327419" y="336015"/>
                </a:cubicBezTo>
                <a:close/>
                <a:moveTo>
                  <a:pt x="138225" y="339575"/>
                </a:moveTo>
                <a:cubicBezTo>
                  <a:pt x="141434" y="338969"/>
                  <a:pt x="144492" y="338032"/>
                  <a:pt x="145022" y="337501"/>
                </a:cubicBezTo>
                <a:cubicBezTo>
                  <a:pt x="145561" y="336971"/>
                  <a:pt x="143952" y="337085"/>
                  <a:pt x="141453" y="337748"/>
                </a:cubicBezTo>
                <a:cubicBezTo>
                  <a:pt x="138054" y="338656"/>
                  <a:pt x="136587" y="338628"/>
                  <a:pt x="135602" y="337643"/>
                </a:cubicBezTo>
                <a:cubicBezTo>
                  <a:pt x="132876" y="334917"/>
                  <a:pt x="141973" y="328489"/>
                  <a:pt x="148553" y="328489"/>
                </a:cubicBezTo>
                <a:cubicBezTo>
                  <a:pt x="150200" y="328489"/>
                  <a:pt x="151374" y="327845"/>
                  <a:pt x="151374" y="326955"/>
                </a:cubicBezTo>
                <a:cubicBezTo>
                  <a:pt x="151374" y="325763"/>
                  <a:pt x="150342" y="325630"/>
                  <a:pt x="146641" y="326321"/>
                </a:cubicBezTo>
                <a:cubicBezTo>
                  <a:pt x="139361" y="327684"/>
                  <a:pt x="135792" y="329360"/>
                  <a:pt x="135792" y="331414"/>
                </a:cubicBezTo>
                <a:cubicBezTo>
                  <a:pt x="135792" y="332437"/>
                  <a:pt x="133823" y="335154"/>
                  <a:pt x="131409" y="337445"/>
                </a:cubicBezTo>
                <a:cubicBezTo>
                  <a:pt x="127025" y="341610"/>
                  <a:pt x="126476" y="343844"/>
                  <a:pt x="130339" y="341780"/>
                </a:cubicBezTo>
                <a:cubicBezTo>
                  <a:pt x="131465" y="341175"/>
                  <a:pt x="135015" y="340181"/>
                  <a:pt x="138225" y="339575"/>
                </a:cubicBezTo>
                <a:close/>
                <a:moveTo>
                  <a:pt x="101919" y="337388"/>
                </a:moveTo>
                <a:cubicBezTo>
                  <a:pt x="103037" y="337388"/>
                  <a:pt x="103510" y="336053"/>
                  <a:pt x="103510" y="332938"/>
                </a:cubicBezTo>
                <a:cubicBezTo>
                  <a:pt x="103510" y="327580"/>
                  <a:pt x="101825" y="327060"/>
                  <a:pt x="100812" y="332105"/>
                </a:cubicBezTo>
                <a:cubicBezTo>
                  <a:pt x="99903" y="336668"/>
                  <a:pt x="99193" y="341932"/>
                  <a:pt x="99837" y="339338"/>
                </a:cubicBezTo>
                <a:cubicBezTo>
                  <a:pt x="100111" y="338268"/>
                  <a:pt x="101049" y="337388"/>
                  <a:pt x="101919" y="337388"/>
                </a:cubicBezTo>
                <a:close/>
                <a:moveTo>
                  <a:pt x="217954" y="335504"/>
                </a:moveTo>
                <a:cubicBezTo>
                  <a:pt x="214016" y="327694"/>
                  <a:pt x="214101" y="327779"/>
                  <a:pt x="213438" y="331206"/>
                </a:cubicBezTo>
                <a:cubicBezTo>
                  <a:pt x="213031" y="333336"/>
                  <a:pt x="213836" y="334983"/>
                  <a:pt x="216695" y="337937"/>
                </a:cubicBezTo>
                <a:cubicBezTo>
                  <a:pt x="218778" y="340086"/>
                  <a:pt x="220633" y="341837"/>
                  <a:pt x="220822" y="341837"/>
                </a:cubicBezTo>
                <a:cubicBezTo>
                  <a:pt x="221002" y="341837"/>
                  <a:pt x="219715" y="338988"/>
                  <a:pt x="217954" y="335504"/>
                </a:cubicBezTo>
                <a:close/>
                <a:moveTo>
                  <a:pt x="252536" y="338221"/>
                </a:moveTo>
                <a:cubicBezTo>
                  <a:pt x="253634" y="334917"/>
                  <a:pt x="253596" y="334794"/>
                  <a:pt x="252091" y="336763"/>
                </a:cubicBezTo>
                <a:cubicBezTo>
                  <a:pt x="251173" y="337956"/>
                  <a:pt x="250435" y="339584"/>
                  <a:pt x="250435" y="340389"/>
                </a:cubicBezTo>
                <a:cubicBezTo>
                  <a:pt x="250435" y="342869"/>
                  <a:pt x="251277" y="341998"/>
                  <a:pt x="252536" y="338221"/>
                </a:cubicBezTo>
                <a:close/>
                <a:moveTo>
                  <a:pt x="305493" y="340673"/>
                </a:moveTo>
                <a:cubicBezTo>
                  <a:pt x="305096" y="340029"/>
                  <a:pt x="304187" y="339707"/>
                  <a:pt x="303477" y="339963"/>
                </a:cubicBezTo>
                <a:cubicBezTo>
                  <a:pt x="302767" y="340218"/>
                  <a:pt x="301309" y="339972"/>
                  <a:pt x="300239" y="339423"/>
                </a:cubicBezTo>
                <a:cubicBezTo>
                  <a:pt x="298800" y="338685"/>
                  <a:pt x="298289" y="338865"/>
                  <a:pt x="298289" y="340133"/>
                </a:cubicBezTo>
                <a:cubicBezTo>
                  <a:pt x="298289" y="341345"/>
                  <a:pt x="299435" y="341837"/>
                  <a:pt x="302256" y="341837"/>
                </a:cubicBezTo>
                <a:cubicBezTo>
                  <a:pt x="304746" y="341837"/>
                  <a:pt x="305948" y="341402"/>
                  <a:pt x="305493" y="340673"/>
                </a:cubicBezTo>
                <a:close/>
                <a:moveTo>
                  <a:pt x="364348" y="337568"/>
                </a:moveTo>
                <a:cubicBezTo>
                  <a:pt x="368012" y="333809"/>
                  <a:pt x="368306" y="333118"/>
                  <a:pt x="366800" y="331869"/>
                </a:cubicBezTo>
                <a:cubicBezTo>
                  <a:pt x="365361" y="330676"/>
                  <a:pt x="365077" y="330752"/>
                  <a:pt x="365077" y="332351"/>
                </a:cubicBezTo>
                <a:cubicBezTo>
                  <a:pt x="365077" y="333412"/>
                  <a:pt x="363373" y="335977"/>
                  <a:pt x="361291" y="338060"/>
                </a:cubicBezTo>
                <a:cubicBezTo>
                  <a:pt x="359208" y="340143"/>
                  <a:pt x="358110" y="341837"/>
                  <a:pt x="358839" y="341837"/>
                </a:cubicBezTo>
                <a:cubicBezTo>
                  <a:pt x="359568" y="341837"/>
                  <a:pt x="362048" y="339915"/>
                  <a:pt x="364348" y="337568"/>
                </a:cubicBezTo>
                <a:close/>
                <a:moveTo>
                  <a:pt x="57691" y="339594"/>
                </a:moveTo>
                <a:lnTo>
                  <a:pt x="67337" y="339575"/>
                </a:lnTo>
                <a:lnTo>
                  <a:pt x="63702" y="337246"/>
                </a:lnTo>
                <a:cubicBezTo>
                  <a:pt x="61222" y="335665"/>
                  <a:pt x="59631" y="335267"/>
                  <a:pt x="58694" y="336006"/>
                </a:cubicBezTo>
                <a:cubicBezTo>
                  <a:pt x="56441" y="337776"/>
                  <a:pt x="52001" y="338420"/>
                  <a:pt x="47940" y="337568"/>
                </a:cubicBezTo>
                <a:cubicBezTo>
                  <a:pt x="42913" y="336517"/>
                  <a:pt x="42317" y="334273"/>
                  <a:pt x="46633" y="332635"/>
                </a:cubicBezTo>
                <a:cubicBezTo>
                  <a:pt x="48536" y="331925"/>
                  <a:pt x="50089" y="330979"/>
                  <a:pt x="50089" y="330534"/>
                </a:cubicBezTo>
                <a:cubicBezTo>
                  <a:pt x="50089" y="328849"/>
                  <a:pt x="47694" y="328356"/>
                  <a:pt x="46065" y="329710"/>
                </a:cubicBezTo>
                <a:cubicBezTo>
                  <a:pt x="44191" y="331253"/>
                  <a:pt x="35917" y="331197"/>
                  <a:pt x="31723" y="329597"/>
                </a:cubicBezTo>
                <a:cubicBezTo>
                  <a:pt x="29517" y="328764"/>
                  <a:pt x="29110" y="328934"/>
                  <a:pt x="29243" y="330657"/>
                </a:cubicBezTo>
                <a:cubicBezTo>
                  <a:pt x="29338" y="332001"/>
                  <a:pt x="30786" y="333137"/>
                  <a:pt x="33361" y="333904"/>
                </a:cubicBezTo>
                <a:cubicBezTo>
                  <a:pt x="35538" y="334557"/>
                  <a:pt x="39051" y="336375"/>
                  <a:pt x="41171" y="337937"/>
                </a:cubicBezTo>
                <a:cubicBezTo>
                  <a:pt x="43282" y="339499"/>
                  <a:pt x="45696" y="340512"/>
                  <a:pt x="46529" y="340199"/>
                </a:cubicBezTo>
                <a:cubicBezTo>
                  <a:pt x="47362" y="339878"/>
                  <a:pt x="52380" y="339603"/>
                  <a:pt x="57691" y="339594"/>
                </a:cubicBezTo>
                <a:close/>
                <a:moveTo>
                  <a:pt x="70537" y="328072"/>
                </a:moveTo>
                <a:cubicBezTo>
                  <a:pt x="68293" y="322146"/>
                  <a:pt x="66324" y="317441"/>
                  <a:pt x="66163" y="317612"/>
                </a:cubicBezTo>
                <a:cubicBezTo>
                  <a:pt x="65993" y="317773"/>
                  <a:pt x="66277" y="320158"/>
                  <a:pt x="66779" y="322904"/>
                </a:cubicBezTo>
                <a:cubicBezTo>
                  <a:pt x="67299" y="325744"/>
                  <a:pt x="67252" y="328707"/>
                  <a:pt x="66684" y="329786"/>
                </a:cubicBezTo>
                <a:cubicBezTo>
                  <a:pt x="66126" y="330827"/>
                  <a:pt x="65671" y="332134"/>
                  <a:pt x="65671" y="332683"/>
                </a:cubicBezTo>
                <a:cubicBezTo>
                  <a:pt x="65671" y="333753"/>
                  <a:pt x="73642" y="339802"/>
                  <a:pt x="74248" y="339196"/>
                </a:cubicBezTo>
                <a:cubicBezTo>
                  <a:pt x="74447" y="338997"/>
                  <a:pt x="72771" y="333999"/>
                  <a:pt x="70537" y="328072"/>
                </a:cubicBezTo>
                <a:close/>
                <a:moveTo>
                  <a:pt x="212586" y="338439"/>
                </a:moveTo>
                <a:cubicBezTo>
                  <a:pt x="212586" y="337785"/>
                  <a:pt x="212085" y="337568"/>
                  <a:pt x="211479" y="337946"/>
                </a:cubicBezTo>
                <a:cubicBezTo>
                  <a:pt x="210863" y="338325"/>
                  <a:pt x="210362" y="338855"/>
                  <a:pt x="210362" y="339120"/>
                </a:cubicBezTo>
                <a:cubicBezTo>
                  <a:pt x="210362" y="339395"/>
                  <a:pt x="210863" y="339613"/>
                  <a:pt x="211479" y="339613"/>
                </a:cubicBezTo>
                <a:cubicBezTo>
                  <a:pt x="212085" y="339613"/>
                  <a:pt x="212586" y="339082"/>
                  <a:pt x="212586" y="338439"/>
                </a:cubicBezTo>
                <a:close/>
                <a:moveTo>
                  <a:pt x="125113" y="333497"/>
                </a:moveTo>
                <a:cubicBezTo>
                  <a:pt x="126846" y="330846"/>
                  <a:pt x="126827" y="330714"/>
                  <a:pt x="124725" y="330714"/>
                </a:cubicBezTo>
                <a:cubicBezTo>
                  <a:pt x="122841" y="330714"/>
                  <a:pt x="120209" y="333582"/>
                  <a:pt x="120209" y="335646"/>
                </a:cubicBezTo>
                <a:cubicBezTo>
                  <a:pt x="120209" y="337388"/>
                  <a:pt x="123513" y="335930"/>
                  <a:pt x="125113" y="333497"/>
                </a:cubicBezTo>
                <a:close/>
                <a:moveTo>
                  <a:pt x="308580" y="333525"/>
                </a:moveTo>
                <a:cubicBezTo>
                  <a:pt x="308864" y="332011"/>
                  <a:pt x="308674" y="331045"/>
                  <a:pt x="308154" y="331367"/>
                </a:cubicBezTo>
                <a:cubicBezTo>
                  <a:pt x="307226" y="331935"/>
                  <a:pt x="306762" y="336280"/>
                  <a:pt x="307623" y="336280"/>
                </a:cubicBezTo>
                <a:cubicBezTo>
                  <a:pt x="307860" y="336280"/>
                  <a:pt x="308286" y="335040"/>
                  <a:pt x="308580" y="333525"/>
                </a:cubicBezTo>
                <a:close/>
                <a:moveTo>
                  <a:pt x="83137" y="328707"/>
                </a:moveTo>
                <a:cubicBezTo>
                  <a:pt x="79994" y="325431"/>
                  <a:pt x="79152" y="321805"/>
                  <a:pt x="81528" y="321815"/>
                </a:cubicBezTo>
                <a:cubicBezTo>
                  <a:pt x="82295" y="321815"/>
                  <a:pt x="84378" y="322582"/>
                  <a:pt x="86148" y="323500"/>
                </a:cubicBezTo>
                <a:cubicBezTo>
                  <a:pt x="90626" y="325838"/>
                  <a:pt x="91042" y="324731"/>
                  <a:pt x="87085" y="321029"/>
                </a:cubicBezTo>
                <a:cubicBezTo>
                  <a:pt x="83185" y="317375"/>
                  <a:pt x="80875" y="313304"/>
                  <a:pt x="81821" y="311771"/>
                </a:cubicBezTo>
                <a:cubicBezTo>
                  <a:pt x="82976" y="309896"/>
                  <a:pt x="84690" y="310549"/>
                  <a:pt x="88041" y="314137"/>
                </a:cubicBezTo>
                <a:cubicBezTo>
                  <a:pt x="89944" y="316173"/>
                  <a:pt x="91269" y="316940"/>
                  <a:pt x="91269" y="316012"/>
                </a:cubicBezTo>
                <a:cubicBezTo>
                  <a:pt x="91269" y="315141"/>
                  <a:pt x="92349" y="313276"/>
                  <a:pt x="93674" y="311846"/>
                </a:cubicBezTo>
                <a:cubicBezTo>
                  <a:pt x="95851" y="309518"/>
                  <a:pt x="96220" y="309442"/>
                  <a:pt x="97404" y="311061"/>
                </a:cubicBezTo>
                <a:cubicBezTo>
                  <a:pt x="98568" y="312661"/>
                  <a:pt x="98871" y="312528"/>
                  <a:pt x="100045" y="309953"/>
                </a:cubicBezTo>
                <a:cubicBezTo>
                  <a:pt x="101654" y="306422"/>
                  <a:pt x="100812" y="305286"/>
                  <a:pt x="97915" y="307103"/>
                </a:cubicBezTo>
                <a:cubicBezTo>
                  <a:pt x="95643" y="308514"/>
                  <a:pt x="87142" y="308931"/>
                  <a:pt x="84122" y="307776"/>
                </a:cubicBezTo>
                <a:cubicBezTo>
                  <a:pt x="83156" y="307406"/>
                  <a:pt x="82361" y="306384"/>
                  <a:pt x="82361" y="305523"/>
                </a:cubicBezTo>
                <a:cubicBezTo>
                  <a:pt x="82361" y="302834"/>
                  <a:pt x="88003" y="301528"/>
                  <a:pt x="96836" y="302171"/>
                </a:cubicBezTo>
                <a:cubicBezTo>
                  <a:pt x="104864" y="302758"/>
                  <a:pt x="104987" y="302730"/>
                  <a:pt x="100178" y="301442"/>
                </a:cubicBezTo>
                <a:cubicBezTo>
                  <a:pt x="93844" y="299748"/>
                  <a:pt x="93617" y="297286"/>
                  <a:pt x="99619" y="295298"/>
                </a:cubicBezTo>
                <a:cubicBezTo>
                  <a:pt x="103652" y="293973"/>
                  <a:pt x="106823" y="293945"/>
                  <a:pt x="111169" y="295204"/>
                </a:cubicBezTo>
                <a:cubicBezTo>
                  <a:pt x="112002" y="295450"/>
                  <a:pt x="112901" y="295090"/>
                  <a:pt x="113157" y="294399"/>
                </a:cubicBezTo>
                <a:cubicBezTo>
                  <a:pt x="113744" y="292828"/>
                  <a:pt x="109966" y="291786"/>
                  <a:pt x="103642" y="291767"/>
                </a:cubicBezTo>
                <a:cubicBezTo>
                  <a:pt x="99894" y="291758"/>
                  <a:pt x="98180" y="292383"/>
                  <a:pt x="96258" y="294456"/>
                </a:cubicBezTo>
                <a:cubicBezTo>
                  <a:pt x="91790" y="299265"/>
                  <a:pt x="79540" y="301291"/>
                  <a:pt x="82058" y="296794"/>
                </a:cubicBezTo>
                <a:cubicBezTo>
                  <a:pt x="82569" y="295885"/>
                  <a:pt x="84699" y="293878"/>
                  <a:pt x="86782" y="292335"/>
                </a:cubicBezTo>
                <a:lnTo>
                  <a:pt x="90588" y="289533"/>
                </a:lnTo>
                <a:lnTo>
                  <a:pt x="87255" y="289533"/>
                </a:lnTo>
                <a:cubicBezTo>
                  <a:pt x="85419" y="289533"/>
                  <a:pt x="83450" y="290006"/>
                  <a:pt x="82863" y="290584"/>
                </a:cubicBezTo>
                <a:cubicBezTo>
                  <a:pt x="82285" y="291161"/>
                  <a:pt x="79691" y="291976"/>
                  <a:pt x="77098" y="292392"/>
                </a:cubicBezTo>
                <a:cubicBezTo>
                  <a:pt x="73226" y="293017"/>
                  <a:pt x="72251" y="292809"/>
                  <a:pt x="71645" y="291228"/>
                </a:cubicBezTo>
                <a:cubicBezTo>
                  <a:pt x="70745" y="288870"/>
                  <a:pt x="72629" y="287536"/>
                  <a:pt x="78177" y="286608"/>
                </a:cubicBezTo>
                <a:lnTo>
                  <a:pt x="82323" y="285907"/>
                </a:lnTo>
                <a:lnTo>
                  <a:pt x="79559" y="282622"/>
                </a:lnTo>
                <a:cubicBezTo>
                  <a:pt x="76690" y="279214"/>
                  <a:pt x="75867" y="275058"/>
                  <a:pt x="78063" y="275058"/>
                </a:cubicBezTo>
                <a:cubicBezTo>
                  <a:pt x="78754" y="275058"/>
                  <a:pt x="81130" y="276175"/>
                  <a:pt x="83346" y="277548"/>
                </a:cubicBezTo>
                <a:cubicBezTo>
                  <a:pt x="85561" y="278911"/>
                  <a:pt x="88912" y="280047"/>
                  <a:pt x="90805" y="280047"/>
                </a:cubicBezTo>
                <a:lnTo>
                  <a:pt x="94232" y="280066"/>
                </a:lnTo>
                <a:lnTo>
                  <a:pt x="92197" y="276724"/>
                </a:lnTo>
                <a:cubicBezTo>
                  <a:pt x="88335" y="270391"/>
                  <a:pt x="90559" y="265516"/>
                  <a:pt x="95056" y="270486"/>
                </a:cubicBezTo>
                <a:cubicBezTo>
                  <a:pt x="96173" y="271717"/>
                  <a:pt x="97839" y="272360"/>
                  <a:pt x="99089" y="272038"/>
                </a:cubicBezTo>
                <a:cubicBezTo>
                  <a:pt x="100263" y="271726"/>
                  <a:pt x="102734" y="272010"/>
                  <a:pt x="104589" y="272654"/>
                </a:cubicBezTo>
                <a:cubicBezTo>
                  <a:pt x="109455" y="274348"/>
                  <a:pt x="108972" y="272701"/>
                  <a:pt x="101834" y="263215"/>
                </a:cubicBezTo>
                <a:cubicBezTo>
                  <a:pt x="97574" y="257564"/>
                  <a:pt x="94763" y="254856"/>
                  <a:pt x="92652" y="254411"/>
                </a:cubicBezTo>
                <a:cubicBezTo>
                  <a:pt x="90966" y="254051"/>
                  <a:pt x="88515" y="253323"/>
                  <a:pt x="87180" y="252783"/>
                </a:cubicBezTo>
                <a:cubicBezTo>
                  <a:pt x="84510" y="251713"/>
                  <a:pt x="81178" y="254165"/>
                  <a:pt x="83421" y="255547"/>
                </a:cubicBezTo>
                <a:cubicBezTo>
                  <a:pt x="86233" y="257280"/>
                  <a:pt x="83885" y="269492"/>
                  <a:pt x="80742" y="269492"/>
                </a:cubicBezTo>
                <a:cubicBezTo>
                  <a:pt x="79142" y="269492"/>
                  <a:pt x="78451" y="267788"/>
                  <a:pt x="77580" y="261701"/>
                </a:cubicBezTo>
                <a:cubicBezTo>
                  <a:pt x="77164" y="258700"/>
                  <a:pt x="76397" y="259845"/>
                  <a:pt x="75223" y="265232"/>
                </a:cubicBezTo>
                <a:cubicBezTo>
                  <a:pt x="73917" y="271224"/>
                  <a:pt x="65671" y="278192"/>
                  <a:pt x="65671" y="273307"/>
                </a:cubicBezTo>
                <a:cubicBezTo>
                  <a:pt x="65671" y="272152"/>
                  <a:pt x="64658" y="272748"/>
                  <a:pt x="62708" y="275068"/>
                </a:cubicBezTo>
                <a:cubicBezTo>
                  <a:pt x="61080" y="277008"/>
                  <a:pt x="58571" y="279034"/>
                  <a:pt x="57142" y="279583"/>
                </a:cubicBezTo>
                <a:cubicBezTo>
                  <a:pt x="53440" y="280985"/>
                  <a:pt x="53535" y="287081"/>
                  <a:pt x="57312" y="290631"/>
                </a:cubicBezTo>
                <a:cubicBezTo>
                  <a:pt x="62083" y="295119"/>
                  <a:pt x="70707" y="308514"/>
                  <a:pt x="77296" y="321673"/>
                </a:cubicBezTo>
                <a:cubicBezTo>
                  <a:pt x="81982" y="331026"/>
                  <a:pt x="83961" y="334008"/>
                  <a:pt x="84889" y="333090"/>
                </a:cubicBezTo>
                <a:cubicBezTo>
                  <a:pt x="85807" y="332162"/>
                  <a:pt x="85353" y="331017"/>
                  <a:pt x="83137" y="328707"/>
                </a:cubicBezTo>
                <a:close/>
                <a:moveTo>
                  <a:pt x="114179" y="326955"/>
                </a:moveTo>
                <a:cubicBezTo>
                  <a:pt x="108139" y="323282"/>
                  <a:pt x="107931" y="320698"/>
                  <a:pt x="113668" y="320698"/>
                </a:cubicBezTo>
                <a:cubicBezTo>
                  <a:pt x="115504" y="320698"/>
                  <a:pt x="117956" y="321200"/>
                  <a:pt x="119102" y="321805"/>
                </a:cubicBezTo>
                <a:cubicBezTo>
                  <a:pt x="120493" y="322553"/>
                  <a:pt x="121412" y="322553"/>
                  <a:pt x="121875" y="321805"/>
                </a:cubicBezTo>
                <a:cubicBezTo>
                  <a:pt x="122254" y="321200"/>
                  <a:pt x="123598" y="320698"/>
                  <a:pt x="124858" y="320698"/>
                </a:cubicBezTo>
                <a:cubicBezTo>
                  <a:pt x="126864" y="320698"/>
                  <a:pt x="126647" y="320139"/>
                  <a:pt x="123012" y="316125"/>
                </a:cubicBezTo>
                <a:cubicBezTo>
                  <a:pt x="119992" y="312784"/>
                  <a:pt x="119215" y="311222"/>
                  <a:pt x="120115" y="310322"/>
                </a:cubicBezTo>
                <a:cubicBezTo>
                  <a:pt x="120995" y="309442"/>
                  <a:pt x="122245" y="309423"/>
                  <a:pt x="124422" y="310246"/>
                </a:cubicBezTo>
                <a:cubicBezTo>
                  <a:pt x="126372" y="310985"/>
                  <a:pt x="128597" y="311032"/>
                  <a:pt x="130538" y="310388"/>
                </a:cubicBezTo>
                <a:lnTo>
                  <a:pt x="133595" y="309366"/>
                </a:lnTo>
                <a:lnTo>
                  <a:pt x="129960" y="304888"/>
                </a:lnTo>
                <a:cubicBezTo>
                  <a:pt x="127963" y="302427"/>
                  <a:pt x="125577" y="299492"/>
                  <a:pt x="124659" y="298375"/>
                </a:cubicBezTo>
                <a:cubicBezTo>
                  <a:pt x="123740" y="297258"/>
                  <a:pt x="121648" y="296018"/>
                  <a:pt x="120001" y="295611"/>
                </a:cubicBezTo>
                <a:lnTo>
                  <a:pt x="117010" y="294891"/>
                </a:lnTo>
                <a:lnTo>
                  <a:pt x="117644" y="301073"/>
                </a:lnTo>
                <a:cubicBezTo>
                  <a:pt x="118335" y="307709"/>
                  <a:pt x="116565" y="314014"/>
                  <a:pt x="114028" y="314014"/>
                </a:cubicBezTo>
                <a:cubicBezTo>
                  <a:pt x="112380" y="314014"/>
                  <a:pt x="111471" y="311733"/>
                  <a:pt x="111102" y="306621"/>
                </a:cubicBezTo>
                <a:cubicBezTo>
                  <a:pt x="110771" y="302124"/>
                  <a:pt x="108082" y="302900"/>
                  <a:pt x="108215" y="307454"/>
                </a:cubicBezTo>
                <a:cubicBezTo>
                  <a:pt x="108329" y="311648"/>
                  <a:pt x="102506" y="319060"/>
                  <a:pt x="99184" y="318937"/>
                </a:cubicBezTo>
                <a:cubicBezTo>
                  <a:pt x="96381" y="318833"/>
                  <a:pt x="96438" y="318568"/>
                  <a:pt x="98493" y="322515"/>
                </a:cubicBezTo>
                <a:cubicBezTo>
                  <a:pt x="99411" y="324267"/>
                  <a:pt x="100159" y="325147"/>
                  <a:pt x="100168" y="324466"/>
                </a:cubicBezTo>
                <a:cubicBezTo>
                  <a:pt x="100178" y="322951"/>
                  <a:pt x="105630" y="317356"/>
                  <a:pt x="107088" y="317356"/>
                </a:cubicBezTo>
                <a:cubicBezTo>
                  <a:pt x="107666" y="317356"/>
                  <a:pt x="107997" y="318984"/>
                  <a:pt x="107827" y="320972"/>
                </a:cubicBezTo>
                <a:cubicBezTo>
                  <a:pt x="107656" y="322960"/>
                  <a:pt x="108130" y="326690"/>
                  <a:pt x="108878" y="329256"/>
                </a:cubicBezTo>
                <a:lnTo>
                  <a:pt x="110241" y="333914"/>
                </a:lnTo>
                <a:lnTo>
                  <a:pt x="113923" y="331481"/>
                </a:lnTo>
                <a:lnTo>
                  <a:pt x="117615" y="329038"/>
                </a:lnTo>
                <a:lnTo>
                  <a:pt x="114179" y="326955"/>
                </a:lnTo>
                <a:close/>
                <a:moveTo>
                  <a:pt x="303856" y="332314"/>
                </a:moveTo>
                <a:cubicBezTo>
                  <a:pt x="303856" y="331357"/>
                  <a:pt x="303344" y="330894"/>
                  <a:pt x="302729" y="331282"/>
                </a:cubicBezTo>
                <a:cubicBezTo>
                  <a:pt x="302104" y="331660"/>
                  <a:pt x="301887" y="332446"/>
                  <a:pt x="302237" y="333014"/>
                </a:cubicBezTo>
                <a:cubicBezTo>
                  <a:pt x="303193" y="334557"/>
                  <a:pt x="303856" y="334273"/>
                  <a:pt x="303856" y="332314"/>
                </a:cubicBezTo>
                <a:close/>
                <a:moveTo>
                  <a:pt x="359511" y="330155"/>
                </a:moveTo>
                <a:cubicBezTo>
                  <a:pt x="360268" y="329237"/>
                  <a:pt x="360647" y="328489"/>
                  <a:pt x="360335" y="328489"/>
                </a:cubicBezTo>
                <a:cubicBezTo>
                  <a:pt x="360032" y="328489"/>
                  <a:pt x="359161" y="329237"/>
                  <a:pt x="358394" y="330155"/>
                </a:cubicBezTo>
                <a:cubicBezTo>
                  <a:pt x="357637" y="331073"/>
                  <a:pt x="357258" y="331821"/>
                  <a:pt x="357570" y="331821"/>
                </a:cubicBezTo>
                <a:cubicBezTo>
                  <a:pt x="357873" y="331821"/>
                  <a:pt x="358744" y="331073"/>
                  <a:pt x="359511" y="330155"/>
                </a:cubicBezTo>
                <a:close/>
                <a:moveTo>
                  <a:pt x="262401" y="320546"/>
                </a:moveTo>
                <a:cubicBezTo>
                  <a:pt x="266519" y="314241"/>
                  <a:pt x="268242" y="310521"/>
                  <a:pt x="268242" y="307870"/>
                </a:cubicBezTo>
                <a:cubicBezTo>
                  <a:pt x="268242" y="302682"/>
                  <a:pt x="266575" y="302162"/>
                  <a:pt x="262618" y="306109"/>
                </a:cubicBezTo>
                <a:cubicBezTo>
                  <a:pt x="259106" y="309622"/>
                  <a:pt x="252167" y="311742"/>
                  <a:pt x="250293" y="309868"/>
                </a:cubicBezTo>
                <a:cubicBezTo>
                  <a:pt x="249583" y="309158"/>
                  <a:pt x="250624" y="307529"/>
                  <a:pt x="253275" y="305210"/>
                </a:cubicBezTo>
                <a:cubicBezTo>
                  <a:pt x="257705" y="301319"/>
                  <a:pt x="257667" y="299388"/>
                  <a:pt x="253199" y="301783"/>
                </a:cubicBezTo>
                <a:cubicBezTo>
                  <a:pt x="251561" y="302654"/>
                  <a:pt x="249904" y="304945"/>
                  <a:pt x="249194" y="307321"/>
                </a:cubicBezTo>
                <a:cubicBezTo>
                  <a:pt x="248153" y="310796"/>
                  <a:pt x="248314" y="311903"/>
                  <a:pt x="250311" y="315198"/>
                </a:cubicBezTo>
                <a:cubicBezTo>
                  <a:pt x="251599" y="317299"/>
                  <a:pt x="252650" y="320149"/>
                  <a:pt x="252650" y="321531"/>
                </a:cubicBezTo>
                <a:cubicBezTo>
                  <a:pt x="252650" y="322904"/>
                  <a:pt x="253218" y="324030"/>
                  <a:pt x="253899" y="324030"/>
                </a:cubicBezTo>
                <a:cubicBezTo>
                  <a:pt x="254628" y="324030"/>
                  <a:pt x="254941" y="325346"/>
                  <a:pt x="254666" y="327258"/>
                </a:cubicBezTo>
                <a:cubicBezTo>
                  <a:pt x="253947" y="332162"/>
                  <a:pt x="255897" y="330468"/>
                  <a:pt x="262401" y="320546"/>
                </a:cubicBezTo>
                <a:close/>
                <a:moveTo>
                  <a:pt x="127092" y="326615"/>
                </a:moveTo>
                <a:cubicBezTo>
                  <a:pt x="126287" y="326293"/>
                  <a:pt x="125331" y="326331"/>
                  <a:pt x="124962" y="326700"/>
                </a:cubicBezTo>
                <a:cubicBezTo>
                  <a:pt x="124592" y="327069"/>
                  <a:pt x="125246" y="327334"/>
                  <a:pt x="126420" y="327287"/>
                </a:cubicBezTo>
                <a:cubicBezTo>
                  <a:pt x="127717" y="327230"/>
                  <a:pt x="127982" y="326965"/>
                  <a:pt x="127092" y="326615"/>
                </a:cubicBezTo>
                <a:close/>
                <a:moveTo>
                  <a:pt x="285490" y="325147"/>
                </a:moveTo>
                <a:cubicBezTo>
                  <a:pt x="286370" y="323727"/>
                  <a:pt x="283786" y="323727"/>
                  <a:pt x="281599" y="325147"/>
                </a:cubicBezTo>
                <a:cubicBezTo>
                  <a:pt x="280236" y="326018"/>
                  <a:pt x="280387" y="326226"/>
                  <a:pt x="282366" y="326245"/>
                </a:cubicBezTo>
                <a:cubicBezTo>
                  <a:pt x="283710" y="326255"/>
                  <a:pt x="285111" y="325753"/>
                  <a:pt x="285490" y="325147"/>
                </a:cubicBezTo>
                <a:close/>
                <a:moveTo>
                  <a:pt x="303250" y="323888"/>
                </a:moveTo>
                <a:cubicBezTo>
                  <a:pt x="303865" y="323320"/>
                  <a:pt x="302795" y="322923"/>
                  <a:pt x="300665" y="322923"/>
                </a:cubicBezTo>
                <a:cubicBezTo>
                  <a:pt x="298668" y="322923"/>
                  <a:pt x="296159" y="322449"/>
                  <a:pt x="295099" y="321881"/>
                </a:cubicBezTo>
                <a:cubicBezTo>
                  <a:pt x="293925" y="321256"/>
                  <a:pt x="292533" y="321247"/>
                  <a:pt x="291558" y="321872"/>
                </a:cubicBezTo>
                <a:cubicBezTo>
                  <a:pt x="290299" y="322657"/>
                  <a:pt x="290498" y="322885"/>
                  <a:pt x="292448" y="322904"/>
                </a:cubicBezTo>
                <a:cubicBezTo>
                  <a:pt x="293906" y="322913"/>
                  <a:pt x="294957" y="323604"/>
                  <a:pt x="294957" y="324560"/>
                </a:cubicBezTo>
                <a:cubicBezTo>
                  <a:pt x="294957" y="325810"/>
                  <a:pt x="295818" y="326037"/>
                  <a:pt x="298573" y="325526"/>
                </a:cubicBezTo>
                <a:cubicBezTo>
                  <a:pt x="300561" y="325157"/>
                  <a:pt x="302663" y="324418"/>
                  <a:pt x="303250" y="323888"/>
                </a:cubicBezTo>
                <a:close/>
                <a:moveTo>
                  <a:pt x="318775" y="318804"/>
                </a:moveTo>
                <a:cubicBezTo>
                  <a:pt x="315424" y="316353"/>
                  <a:pt x="314979" y="317176"/>
                  <a:pt x="317545" y="321086"/>
                </a:cubicBezTo>
                <a:cubicBezTo>
                  <a:pt x="319703" y="324371"/>
                  <a:pt x="320044" y="324541"/>
                  <a:pt x="320385" y="322534"/>
                </a:cubicBezTo>
                <a:cubicBezTo>
                  <a:pt x="320593" y="321275"/>
                  <a:pt x="319883" y="319619"/>
                  <a:pt x="318775" y="318804"/>
                </a:cubicBezTo>
                <a:close/>
                <a:moveTo>
                  <a:pt x="144170" y="321408"/>
                </a:moveTo>
                <a:cubicBezTo>
                  <a:pt x="143034" y="320584"/>
                  <a:pt x="142371" y="319202"/>
                  <a:pt x="142702" y="318350"/>
                </a:cubicBezTo>
                <a:cubicBezTo>
                  <a:pt x="143157" y="317157"/>
                  <a:pt x="141907" y="316741"/>
                  <a:pt x="137316" y="316532"/>
                </a:cubicBezTo>
                <a:cubicBezTo>
                  <a:pt x="133946" y="316381"/>
                  <a:pt x="131342" y="316750"/>
                  <a:pt x="131342" y="317366"/>
                </a:cubicBezTo>
                <a:cubicBezTo>
                  <a:pt x="131342" y="317971"/>
                  <a:pt x="132469" y="318473"/>
                  <a:pt x="133842" y="318473"/>
                </a:cubicBezTo>
                <a:cubicBezTo>
                  <a:pt x="135224" y="318473"/>
                  <a:pt x="137846" y="319439"/>
                  <a:pt x="139683" y="320622"/>
                </a:cubicBezTo>
                <a:cubicBezTo>
                  <a:pt x="143602" y="323121"/>
                  <a:pt x="147445" y="323803"/>
                  <a:pt x="144170" y="321408"/>
                </a:cubicBezTo>
                <a:close/>
                <a:moveTo>
                  <a:pt x="311940" y="320035"/>
                </a:moveTo>
                <a:cubicBezTo>
                  <a:pt x="312433" y="317470"/>
                  <a:pt x="312310" y="317337"/>
                  <a:pt x="310823" y="318814"/>
                </a:cubicBezTo>
                <a:cubicBezTo>
                  <a:pt x="309914" y="319732"/>
                  <a:pt x="309498" y="321029"/>
                  <a:pt x="309914" y="321701"/>
                </a:cubicBezTo>
                <a:cubicBezTo>
                  <a:pt x="311022" y="323491"/>
                  <a:pt x="311325" y="323235"/>
                  <a:pt x="311940" y="320035"/>
                </a:cubicBezTo>
                <a:close/>
                <a:moveTo>
                  <a:pt x="293366" y="316693"/>
                </a:moveTo>
                <a:cubicBezTo>
                  <a:pt x="296566" y="314819"/>
                  <a:pt x="298289" y="313030"/>
                  <a:pt x="298289" y="311600"/>
                </a:cubicBezTo>
                <a:cubicBezTo>
                  <a:pt x="298289" y="309660"/>
                  <a:pt x="297873" y="309811"/>
                  <a:pt x="294872" y="312821"/>
                </a:cubicBezTo>
                <a:cubicBezTo>
                  <a:pt x="292988" y="314705"/>
                  <a:pt x="290233" y="316542"/>
                  <a:pt x="288747" y="316921"/>
                </a:cubicBezTo>
                <a:cubicBezTo>
                  <a:pt x="287260" y="317290"/>
                  <a:pt x="286049" y="318038"/>
                  <a:pt x="286049" y="318587"/>
                </a:cubicBezTo>
                <a:cubicBezTo>
                  <a:pt x="286049" y="320272"/>
                  <a:pt x="288226" y="319704"/>
                  <a:pt x="293366" y="316693"/>
                </a:cubicBezTo>
                <a:close/>
                <a:moveTo>
                  <a:pt x="229286" y="313238"/>
                </a:moveTo>
                <a:cubicBezTo>
                  <a:pt x="229286" y="310351"/>
                  <a:pt x="228935" y="309470"/>
                  <a:pt x="228112" y="310294"/>
                </a:cubicBezTo>
                <a:cubicBezTo>
                  <a:pt x="227080" y="311326"/>
                  <a:pt x="227705" y="317356"/>
                  <a:pt x="228850" y="317356"/>
                </a:cubicBezTo>
                <a:cubicBezTo>
                  <a:pt x="229087" y="317356"/>
                  <a:pt x="229286" y="315501"/>
                  <a:pt x="229286" y="313238"/>
                </a:cubicBezTo>
                <a:close/>
                <a:moveTo>
                  <a:pt x="205316" y="302607"/>
                </a:moveTo>
                <a:cubicBezTo>
                  <a:pt x="208572" y="295715"/>
                  <a:pt x="212132" y="287536"/>
                  <a:pt x="213230" y="284412"/>
                </a:cubicBezTo>
                <a:cubicBezTo>
                  <a:pt x="215209" y="278769"/>
                  <a:pt x="215199" y="278731"/>
                  <a:pt x="212672" y="275181"/>
                </a:cubicBezTo>
                <a:cubicBezTo>
                  <a:pt x="209680" y="270969"/>
                  <a:pt x="208014" y="271158"/>
                  <a:pt x="206793" y="275854"/>
                </a:cubicBezTo>
                <a:cubicBezTo>
                  <a:pt x="205836" y="279555"/>
                  <a:pt x="198651" y="286655"/>
                  <a:pt x="196938" y="285595"/>
                </a:cubicBezTo>
                <a:cubicBezTo>
                  <a:pt x="195414" y="284648"/>
                  <a:pt x="195660" y="282083"/>
                  <a:pt x="197648" y="278239"/>
                </a:cubicBezTo>
                <a:cubicBezTo>
                  <a:pt x="199958" y="273761"/>
                  <a:pt x="198822" y="272871"/>
                  <a:pt x="195432" y="276516"/>
                </a:cubicBezTo>
                <a:cubicBezTo>
                  <a:pt x="193946" y="278126"/>
                  <a:pt x="190453" y="280009"/>
                  <a:pt x="187632" y="280719"/>
                </a:cubicBezTo>
                <a:cubicBezTo>
                  <a:pt x="184830" y="281420"/>
                  <a:pt x="182539" y="282121"/>
                  <a:pt x="182539" y="282263"/>
                </a:cubicBezTo>
                <a:cubicBezTo>
                  <a:pt x="182539" y="282405"/>
                  <a:pt x="182993" y="283967"/>
                  <a:pt x="183561" y="285746"/>
                </a:cubicBezTo>
                <a:cubicBezTo>
                  <a:pt x="184120" y="287517"/>
                  <a:pt x="184877" y="290347"/>
                  <a:pt x="185246" y="292032"/>
                </a:cubicBezTo>
                <a:cubicBezTo>
                  <a:pt x="185833" y="294711"/>
                  <a:pt x="186439" y="295090"/>
                  <a:pt x="190141" y="295090"/>
                </a:cubicBezTo>
                <a:cubicBezTo>
                  <a:pt x="195253" y="295090"/>
                  <a:pt x="199323" y="297627"/>
                  <a:pt x="197383" y="299596"/>
                </a:cubicBezTo>
                <a:cubicBezTo>
                  <a:pt x="195480" y="301528"/>
                  <a:pt x="186212" y="302323"/>
                  <a:pt x="184290" y="300732"/>
                </a:cubicBezTo>
                <a:cubicBezTo>
                  <a:pt x="183012" y="299663"/>
                  <a:pt x="182454" y="299842"/>
                  <a:pt x="181507" y="301622"/>
                </a:cubicBezTo>
                <a:cubicBezTo>
                  <a:pt x="180844" y="302853"/>
                  <a:pt x="180314" y="304008"/>
                  <a:pt x="180314" y="304207"/>
                </a:cubicBezTo>
                <a:cubicBezTo>
                  <a:pt x="180305" y="304396"/>
                  <a:pt x="183059" y="304387"/>
                  <a:pt x="186430" y="304169"/>
                </a:cubicBezTo>
                <a:cubicBezTo>
                  <a:pt x="191409" y="303866"/>
                  <a:pt x="192555" y="304121"/>
                  <a:pt x="192555" y="305532"/>
                </a:cubicBezTo>
                <a:cubicBezTo>
                  <a:pt x="192555" y="308060"/>
                  <a:pt x="186344" y="310890"/>
                  <a:pt x="181696" y="310483"/>
                </a:cubicBezTo>
                <a:cubicBezTo>
                  <a:pt x="176518" y="310038"/>
                  <a:pt x="175495" y="312556"/>
                  <a:pt x="180522" y="313371"/>
                </a:cubicBezTo>
                <a:cubicBezTo>
                  <a:pt x="188474" y="314667"/>
                  <a:pt x="189932" y="314828"/>
                  <a:pt x="194580" y="314980"/>
                </a:cubicBezTo>
                <a:lnTo>
                  <a:pt x="199390" y="315131"/>
                </a:lnTo>
                <a:lnTo>
                  <a:pt x="205316" y="302607"/>
                </a:lnTo>
                <a:close/>
                <a:moveTo>
                  <a:pt x="223284" y="313371"/>
                </a:moveTo>
                <a:cubicBezTo>
                  <a:pt x="222915" y="312395"/>
                  <a:pt x="222593" y="311023"/>
                  <a:pt x="222574" y="310303"/>
                </a:cubicBezTo>
                <a:cubicBezTo>
                  <a:pt x="222555" y="309593"/>
                  <a:pt x="222025" y="309887"/>
                  <a:pt x="221400" y="310966"/>
                </a:cubicBezTo>
                <a:cubicBezTo>
                  <a:pt x="220179" y="313049"/>
                  <a:pt x="220879" y="315131"/>
                  <a:pt x="222792" y="315131"/>
                </a:cubicBezTo>
                <a:cubicBezTo>
                  <a:pt x="223435" y="315131"/>
                  <a:pt x="223653" y="314336"/>
                  <a:pt x="223284" y="313371"/>
                </a:cubicBezTo>
                <a:close/>
                <a:moveTo>
                  <a:pt x="242842" y="305523"/>
                </a:moveTo>
                <a:cubicBezTo>
                  <a:pt x="244991" y="303175"/>
                  <a:pt x="244982" y="303156"/>
                  <a:pt x="242151" y="302446"/>
                </a:cubicBezTo>
                <a:cubicBezTo>
                  <a:pt x="240580" y="302048"/>
                  <a:pt x="239302" y="301035"/>
                  <a:pt x="239302" y="300193"/>
                </a:cubicBezTo>
                <a:cubicBezTo>
                  <a:pt x="239302" y="298451"/>
                  <a:pt x="244859" y="296207"/>
                  <a:pt x="249175" y="296207"/>
                </a:cubicBezTo>
                <a:lnTo>
                  <a:pt x="252044" y="296207"/>
                </a:lnTo>
                <a:lnTo>
                  <a:pt x="248607" y="293074"/>
                </a:lnTo>
                <a:cubicBezTo>
                  <a:pt x="244281" y="289117"/>
                  <a:pt x="241820" y="282395"/>
                  <a:pt x="243817" y="279991"/>
                </a:cubicBezTo>
                <a:cubicBezTo>
                  <a:pt x="245029" y="278533"/>
                  <a:pt x="245550" y="278646"/>
                  <a:pt x="247954" y="280861"/>
                </a:cubicBezTo>
                <a:cubicBezTo>
                  <a:pt x="249478" y="282263"/>
                  <a:pt x="251381" y="284913"/>
                  <a:pt x="252205" y="286750"/>
                </a:cubicBezTo>
                <a:cubicBezTo>
                  <a:pt x="253123" y="288814"/>
                  <a:pt x="253701" y="289344"/>
                  <a:pt x="253729" y="288141"/>
                </a:cubicBezTo>
                <a:cubicBezTo>
                  <a:pt x="253795" y="285027"/>
                  <a:pt x="257733" y="285841"/>
                  <a:pt x="260905" y="289618"/>
                </a:cubicBezTo>
                <a:cubicBezTo>
                  <a:pt x="263612" y="292828"/>
                  <a:pt x="264303" y="294825"/>
                  <a:pt x="263868" y="298157"/>
                </a:cubicBezTo>
                <a:cubicBezTo>
                  <a:pt x="263773" y="298924"/>
                  <a:pt x="264464" y="299549"/>
                  <a:pt x="265411" y="299549"/>
                </a:cubicBezTo>
                <a:cubicBezTo>
                  <a:pt x="267730" y="299549"/>
                  <a:pt x="267588" y="298432"/>
                  <a:pt x="264370" y="291152"/>
                </a:cubicBezTo>
                <a:cubicBezTo>
                  <a:pt x="262855" y="287715"/>
                  <a:pt x="261113" y="285226"/>
                  <a:pt x="260498" y="285604"/>
                </a:cubicBezTo>
                <a:cubicBezTo>
                  <a:pt x="259882" y="285983"/>
                  <a:pt x="258245" y="285727"/>
                  <a:pt x="256853" y="285027"/>
                </a:cubicBezTo>
                <a:cubicBezTo>
                  <a:pt x="253625" y="283408"/>
                  <a:pt x="243751" y="272777"/>
                  <a:pt x="243751" y="270912"/>
                </a:cubicBezTo>
                <a:cubicBezTo>
                  <a:pt x="243751" y="270088"/>
                  <a:pt x="242397" y="269492"/>
                  <a:pt x="240542" y="269492"/>
                </a:cubicBezTo>
                <a:cubicBezTo>
                  <a:pt x="237465" y="269492"/>
                  <a:pt x="237172" y="269946"/>
                  <a:pt x="233991" y="279792"/>
                </a:cubicBezTo>
                <a:cubicBezTo>
                  <a:pt x="231245" y="288255"/>
                  <a:pt x="230923" y="290243"/>
                  <a:pt x="232192" y="290972"/>
                </a:cubicBezTo>
                <a:cubicBezTo>
                  <a:pt x="233962" y="291994"/>
                  <a:pt x="234208" y="297362"/>
                  <a:pt x="232722" y="302531"/>
                </a:cubicBezTo>
                <a:cubicBezTo>
                  <a:pt x="231936" y="305276"/>
                  <a:pt x="232078" y="306204"/>
                  <a:pt x="233338" y="306687"/>
                </a:cubicBezTo>
                <a:cubicBezTo>
                  <a:pt x="234227" y="307028"/>
                  <a:pt x="235505" y="308893"/>
                  <a:pt x="236178" y="310824"/>
                </a:cubicBezTo>
                <a:lnTo>
                  <a:pt x="237408" y="314336"/>
                </a:lnTo>
                <a:lnTo>
                  <a:pt x="239046" y="311117"/>
                </a:lnTo>
                <a:cubicBezTo>
                  <a:pt x="239945" y="309338"/>
                  <a:pt x="241659" y="306829"/>
                  <a:pt x="242842" y="305523"/>
                </a:cubicBezTo>
                <a:close/>
                <a:moveTo>
                  <a:pt x="170298" y="308448"/>
                </a:moveTo>
                <a:cubicBezTo>
                  <a:pt x="170298" y="305873"/>
                  <a:pt x="168386" y="305627"/>
                  <a:pt x="165480" y="307832"/>
                </a:cubicBezTo>
                <a:cubicBezTo>
                  <a:pt x="163520" y="309319"/>
                  <a:pt x="163520" y="309385"/>
                  <a:pt x="165480" y="309896"/>
                </a:cubicBezTo>
                <a:cubicBezTo>
                  <a:pt x="169427" y="310909"/>
                  <a:pt x="170298" y="310654"/>
                  <a:pt x="170298" y="308448"/>
                </a:cubicBezTo>
                <a:close/>
                <a:moveTo>
                  <a:pt x="174833" y="304273"/>
                </a:moveTo>
                <a:cubicBezTo>
                  <a:pt x="173914" y="302682"/>
                  <a:pt x="173697" y="303042"/>
                  <a:pt x="173697" y="306223"/>
                </a:cubicBezTo>
                <a:cubicBezTo>
                  <a:pt x="173697" y="309404"/>
                  <a:pt x="173914" y="309764"/>
                  <a:pt x="174833" y="308173"/>
                </a:cubicBezTo>
                <a:cubicBezTo>
                  <a:pt x="175609" y="306848"/>
                  <a:pt x="175609" y="305598"/>
                  <a:pt x="174833" y="304273"/>
                </a:cubicBezTo>
                <a:close/>
                <a:moveTo>
                  <a:pt x="273789" y="302048"/>
                </a:moveTo>
                <a:cubicBezTo>
                  <a:pt x="273799" y="301281"/>
                  <a:pt x="273306" y="300657"/>
                  <a:pt x="272691" y="300657"/>
                </a:cubicBezTo>
                <a:cubicBezTo>
                  <a:pt x="272085" y="300657"/>
                  <a:pt x="271583" y="302039"/>
                  <a:pt x="271593" y="303724"/>
                </a:cubicBezTo>
                <a:cubicBezTo>
                  <a:pt x="271612" y="306100"/>
                  <a:pt x="271848" y="306412"/>
                  <a:pt x="272691" y="305115"/>
                </a:cubicBezTo>
                <a:cubicBezTo>
                  <a:pt x="273287" y="304197"/>
                  <a:pt x="273780" y="302815"/>
                  <a:pt x="273789" y="302048"/>
                </a:cubicBezTo>
                <a:close/>
                <a:moveTo>
                  <a:pt x="160273" y="302266"/>
                </a:moveTo>
                <a:cubicBezTo>
                  <a:pt x="160273" y="301991"/>
                  <a:pt x="159497" y="301774"/>
                  <a:pt x="158540" y="301774"/>
                </a:cubicBezTo>
                <a:cubicBezTo>
                  <a:pt x="157584" y="301774"/>
                  <a:pt x="157120" y="302285"/>
                  <a:pt x="157509" y="302900"/>
                </a:cubicBezTo>
                <a:cubicBezTo>
                  <a:pt x="158143" y="303932"/>
                  <a:pt x="160273" y="303440"/>
                  <a:pt x="160273" y="302266"/>
                </a:cubicBezTo>
                <a:close/>
                <a:moveTo>
                  <a:pt x="168641" y="295885"/>
                </a:moveTo>
                <a:cubicBezTo>
                  <a:pt x="167411" y="291644"/>
                  <a:pt x="166199" y="289590"/>
                  <a:pt x="164684" y="289192"/>
                </a:cubicBezTo>
                <a:cubicBezTo>
                  <a:pt x="162554" y="288634"/>
                  <a:pt x="162554" y="288700"/>
                  <a:pt x="164798" y="291843"/>
                </a:cubicBezTo>
                <a:cubicBezTo>
                  <a:pt x="166057" y="293623"/>
                  <a:pt x="167184" y="296453"/>
                  <a:pt x="167297" y="298138"/>
                </a:cubicBezTo>
                <a:cubicBezTo>
                  <a:pt x="167487" y="300903"/>
                  <a:pt x="169077" y="303355"/>
                  <a:pt x="170052" y="302389"/>
                </a:cubicBezTo>
                <a:cubicBezTo>
                  <a:pt x="170260" y="302181"/>
                  <a:pt x="169626" y="299256"/>
                  <a:pt x="168641" y="295885"/>
                </a:cubicBezTo>
                <a:close/>
                <a:moveTo>
                  <a:pt x="178638" y="292316"/>
                </a:moveTo>
                <a:cubicBezTo>
                  <a:pt x="178638" y="288946"/>
                  <a:pt x="178269" y="286191"/>
                  <a:pt x="177805" y="286191"/>
                </a:cubicBezTo>
                <a:cubicBezTo>
                  <a:pt x="177351" y="286191"/>
                  <a:pt x="176972" y="286826"/>
                  <a:pt x="176972" y="287592"/>
                </a:cubicBezTo>
                <a:cubicBezTo>
                  <a:pt x="176972" y="288369"/>
                  <a:pt x="175912" y="290991"/>
                  <a:pt x="174615" y="293414"/>
                </a:cubicBezTo>
                <a:cubicBezTo>
                  <a:pt x="172618" y="297135"/>
                  <a:pt x="172551" y="297561"/>
                  <a:pt x="174217" y="296188"/>
                </a:cubicBezTo>
                <a:cubicBezTo>
                  <a:pt x="175959" y="294740"/>
                  <a:pt x="176319" y="294768"/>
                  <a:pt x="177408" y="296491"/>
                </a:cubicBezTo>
                <a:cubicBezTo>
                  <a:pt x="178080" y="297561"/>
                  <a:pt x="178629" y="298432"/>
                  <a:pt x="178638" y="298432"/>
                </a:cubicBezTo>
                <a:cubicBezTo>
                  <a:pt x="178638" y="298432"/>
                  <a:pt x="178648" y="295677"/>
                  <a:pt x="178648" y="292316"/>
                </a:cubicBezTo>
                <a:close/>
                <a:moveTo>
                  <a:pt x="281154" y="293168"/>
                </a:moveTo>
                <a:cubicBezTo>
                  <a:pt x="280264" y="292278"/>
                  <a:pt x="279801" y="292884"/>
                  <a:pt x="278854" y="296207"/>
                </a:cubicBezTo>
                <a:lnTo>
                  <a:pt x="278049" y="298990"/>
                </a:lnTo>
                <a:lnTo>
                  <a:pt x="279943" y="296415"/>
                </a:lnTo>
                <a:cubicBezTo>
                  <a:pt x="280974" y="294995"/>
                  <a:pt x="281523" y="293538"/>
                  <a:pt x="281154" y="293168"/>
                </a:cubicBezTo>
                <a:close/>
                <a:moveTo>
                  <a:pt x="159468" y="292865"/>
                </a:moveTo>
                <a:cubicBezTo>
                  <a:pt x="159080" y="290006"/>
                  <a:pt x="159307" y="288416"/>
                  <a:pt x="160093" y="288416"/>
                </a:cubicBezTo>
                <a:cubicBezTo>
                  <a:pt x="160775" y="288416"/>
                  <a:pt x="160083" y="286589"/>
                  <a:pt x="158578" y="284364"/>
                </a:cubicBezTo>
                <a:cubicBezTo>
                  <a:pt x="155615" y="280009"/>
                  <a:pt x="155180" y="278400"/>
                  <a:pt x="156940" y="278400"/>
                </a:cubicBezTo>
                <a:cubicBezTo>
                  <a:pt x="159137" y="278400"/>
                  <a:pt x="158001" y="275304"/>
                  <a:pt x="155568" y="274670"/>
                </a:cubicBezTo>
                <a:cubicBezTo>
                  <a:pt x="152463" y="273856"/>
                  <a:pt x="152510" y="273809"/>
                  <a:pt x="148004" y="284260"/>
                </a:cubicBezTo>
                <a:cubicBezTo>
                  <a:pt x="143744" y="294134"/>
                  <a:pt x="144085" y="295223"/>
                  <a:pt x="151620" y="295923"/>
                </a:cubicBezTo>
                <a:lnTo>
                  <a:pt x="156363" y="296368"/>
                </a:lnTo>
                <a:lnTo>
                  <a:pt x="153741" y="293575"/>
                </a:lnTo>
                <a:cubicBezTo>
                  <a:pt x="150371" y="289987"/>
                  <a:pt x="148969" y="280625"/>
                  <a:pt x="151800" y="280625"/>
                </a:cubicBezTo>
                <a:cubicBezTo>
                  <a:pt x="154157" y="280625"/>
                  <a:pt x="158039" y="286977"/>
                  <a:pt x="158048" y="290830"/>
                </a:cubicBezTo>
                <a:cubicBezTo>
                  <a:pt x="158048" y="293632"/>
                  <a:pt x="159004" y="297324"/>
                  <a:pt x="159733" y="297324"/>
                </a:cubicBezTo>
                <a:cubicBezTo>
                  <a:pt x="159913" y="297324"/>
                  <a:pt x="159799" y="295317"/>
                  <a:pt x="159468" y="292865"/>
                </a:cubicBezTo>
                <a:close/>
                <a:moveTo>
                  <a:pt x="254884" y="292865"/>
                </a:moveTo>
                <a:cubicBezTo>
                  <a:pt x="254174" y="291540"/>
                  <a:pt x="253350" y="290698"/>
                  <a:pt x="253047" y="290991"/>
                </a:cubicBezTo>
                <a:cubicBezTo>
                  <a:pt x="252744" y="291294"/>
                  <a:pt x="253142" y="292562"/>
                  <a:pt x="253928" y="293822"/>
                </a:cubicBezTo>
                <a:cubicBezTo>
                  <a:pt x="255783" y="296794"/>
                  <a:pt x="256569" y="296008"/>
                  <a:pt x="254884" y="292865"/>
                </a:cubicBezTo>
                <a:close/>
                <a:moveTo>
                  <a:pt x="272161" y="289533"/>
                </a:moveTo>
                <a:cubicBezTo>
                  <a:pt x="273003" y="289533"/>
                  <a:pt x="274262" y="290404"/>
                  <a:pt x="274944" y="291474"/>
                </a:cubicBezTo>
                <a:cubicBezTo>
                  <a:pt x="276061" y="293216"/>
                  <a:pt x="276108" y="293178"/>
                  <a:pt x="275389" y="291199"/>
                </a:cubicBezTo>
                <a:cubicBezTo>
                  <a:pt x="274944" y="289978"/>
                  <a:pt x="274244" y="286721"/>
                  <a:pt x="273827" y="283967"/>
                </a:cubicBezTo>
                <a:cubicBezTo>
                  <a:pt x="273098" y="279072"/>
                  <a:pt x="272388" y="279366"/>
                  <a:pt x="271167" y="285074"/>
                </a:cubicBezTo>
                <a:cubicBezTo>
                  <a:pt x="270343" y="288946"/>
                  <a:pt x="269557" y="293850"/>
                  <a:pt x="270144" y="291474"/>
                </a:cubicBezTo>
                <a:cubicBezTo>
                  <a:pt x="270409" y="290404"/>
                  <a:pt x="271318" y="289533"/>
                  <a:pt x="272161" y="289533"/>
                </a:cubicBezTo>
                <a:close/>
                <a:moveTo>
                  <a:pt x="118534" y="289533"/>
                </a:moveTo>
                <a:cubicBezTo>
                  <a:pt x="118155" y="288918"/>
                  <a:pt x="116754" y="288463"/>
                  <a:pt x="115410" y="288530"/>
                </a:cubicBezTo>
                <a:cubicBezTo>
                  <a:pt x="113138" y="288634"/>
                  <a:pt x="113166" y="288700"/>
                  <a:pt x="115760" y="289533"/>
                </a:cubicBezTo>
                <a:cubicBezTo>
                  <a:pt x="117284" y="290016"/>
                  <a:pt x="118695" y="290470"/>
                  <a:pt x="118884" y="290527"/>
                </a:cubicBezTo>
                <a:cubicBezTo>
                  <a:pt x="119073" y="290593"/>
                  <a:pt x="118912" y="290139"/>
                  <a:pt x="118534" y="289533"/>
                </a:cubicBezTo>
                <a:close/>
                <a:moveTo>
                  <a:pt x="109909" y="287214"/>
                </a:moveTo>
                <a:cubicBezTo>
                  <a:pt x="106956" y="285491"/>
                  <a:pt x="107505" y="282850"/>
                  <a:pt x="110809" y="282850"/>
                </a:cubicBezTo>
                <a:cubicBezTo>
                  <a:pt x="112380" y="282850"/>
                  <a:pt x="113384" y="282395"/>
                  <a:pt x="113034" y="281846"/>
                </a:cubicBezTo>
                <a:cubicBezTo>
                  <a:pt x="112693" y="281287"/>
                  <a:pt x="111424" y="281089"/>
                  <a:pt x="110212" y="281411"/>
                </a:cubicBezTo>
                <a:cubicBezTo>
                  <a:pt x="109001" y="281723"/>
                  <a:pt x="106000" y="280937"/>
                  <a:pt x="103538" y="279650"/>
                </a:cubicBezTo>
                <a:cubicBezTo>
                  <a:pt x="99884" y="277747"/>
                  <a:pt x="99061" y="277624"/>
                  <a:pt x="99061" y="278968"/>
                </a:cubicBezTo>
                <a:cubicBezTo>
                  <a:pt x="99061" y="279877"/>
                  <a:pt x="99524" y="280625"/>
                  <a:pt x="100083" y="280625"/>
                </a:cubicBezTo>
                <a:cubicBezTo>
                  <a:pt x="100641" y="280625"/>
                  <a:pt x="102762" y="282376"/>
                  <a:pt x="104778" y="284516"/>
                </a:cubicBezTo>
                <a:cubicBezTo>
                  <a:pt x="106804" y="286665"/>
                  <a:pt x="109218" y="288397"/>
                  <a:pt x="110156" y="288378"/>
                </a:cubicBezTo>
                <a:cubicBezTo>
                  <a:pt x="111538" y="288350"/>
                  <a:pt x="111490" y="288132"/>
                  <a:pt x="109909" y="287214"/>
                </a:cubicBezTo>
                <a:close/>
                <a:moveTo>
                  <a:pt x="139948" y="277567"/>
                </a:moveTo>
                <a:cubicBezTo>
                  <a:pt x="143554" y="270543"/>
                  <a:pt x="146186" y="263566"/>
                  <a:pt x="147389" y="257810"/>
                </a:cubicBezTo>
                <a:cubicBezTo>
                  <a:pt x="148411" y="252906"/>
                  <a:pt x="151062" y="245247"/>
                  <a:pt x="153267" y="240788"/>
                </a:cubicBezTo>
                <a:cubicBezTo>
                  <a:pt x="156316" y="234635"/>
                  <a:pt x="156978" y="232354"/>
                  <a:pt x="156003" y="231378"/>
                </a:cubicBezTo>
                <a:cubicBezTo>
                  <a:pt x="155028" y="230403"/>
                  <a:pt x="154384" y="230413"/>
                  <a:pt x="153372" y="231426"/>
                </a:cubicBezTo>
                <a:cubicBezTo>
                  <a:pt x="152643" y="232164"/>
                  <a:pt x="151109" y="232761"/>
                  <a:pt x="149973" y="232761"/>
                </a:cubicBezTo>
                <a:cubicBezTo>
                  <a:pt x="148818" y="232761"/>
                  <a:pt x="148222" y="233281"/>
                  <a:pt x="148619" y="233925"/>
                </a:cubicBezTo>
                <a:cubicBezTo>
                  <a:pt x="149926" y="236036"/>
                  <a:pt x="146839" y="238185"/>
                  <a:pt x="140705" y="239463"/>
                </a:cubicBezTo>
                <a:cubicBezTo>
                  <a:pt x="135763" y="240486"/>
                  <a:pt x="134078" y="240419"/>
                  <a:pt x="131380" y="239075"/>
                </a:cubicBezTo>
                <a:cubicBezTo>
                  <a:pt x="127764" y="237267"/>
                  <a:pt x="127234" y="237608"/>
                  <a:pt x="124839" y="243193"/>
                </a:cubicBezTo>
                <a:cubicBezTo>
                  <a:pt x="123598" y="246099"/>
                  <a:pt x="123655" y="246308"/>
                  <a:pt x="125454" y="245541"/>
                </a:cubicBezTo>
                <a:cubicBezTo>
                  <a:pt x="129004" y="244036"/>
                  <a:pt x="140336" y="243543"/>
                  <a:pt x="141633" y="244840"/>
                </a:cubicBezTo>
                <a:cubicBezTo>
                  <a:pt x="144984" y="248192"/>
                  <a:pt x="128976" y="255755"/>
                  <a:pt x="124488" y="252944"/>
                </a:cubicBezTo>
                <a:cubicBezTo>
                  <a:pt x="122803" y="251902"/>
                  <a:pt x="122065" y="252347"/>
                  <a:pt x="119679" y="255850"/>
                </a:cubicBezTo>
                <a:cubicBezTo>
                  <a:pt x="116811" y="260072"/>
                  <a:pt x="116214" y="261805"/>
                  <a:pt x="117701" y="261568"/>
                </a:cubicBezTo>
                <a:cubicBezTo>
                  <a:pt x="120569" y="261114"/>
                  <a:pt x="121317" y="262060"/>
                  <a:pt x="121317" y="266093"/>
                </a:cubicBezTo>
                <a:cubicBezTo>
                  <a:pt x="121317" y="268498"/>
                  <a:pt x="121819" y="270789"/>
                  <a:pt x="122434" y="271167"/>
                </a:cubicBezTo>
                <a:cubicBezTo>
                  <a:pt x="123049" y="271546"/>
                  <a:pt x="123551" y="271319"/>
                  <a:pt x="123551" y="270675"/>
                </a:cubicBezTo>
                <a:cubicBezTo>
                  <a:pt x="123551" y="268829"/>
                  <a:pt x="126571" y="269293"/>
                  <a:pt x="127319" y="271253"/>
                </a:cubicBezTo>
                <a:cubicBezTo>
                  <a:pt x="127698" y="272218"/>
                  <a:pt x="128001" y="274519"/>
                  <a:pt x="128001" y="276365"/>
                </a:cubicBezTo>
                <a:cubicBezTo>
                  <a:pt x="128001" y="278230"/>
                  <a:pt x="129354" y="281638"/>
                  <a:pt x="131058" y="284042"/>
                </a:cubicBezTo>
                <a:cubicBezTo>
                  <a:pt x="132743" y="286419"/>
                  <a:pt x="134182" y="288378"/>
                  <a:pt x="134249" y="288388"/>
                </a:cubicBezTo>
                <a:cubicBezTo>
                  <a:pt x="134315" y="288407"/>
                  <a:pt x="136880" y="283531"/>
                  <a:pt x="139948" y="277567"/>
                </a:cubicBezTo>
                <a:close/>
                <a:moveTo>
                  <a:pt x="92386" y="286863"/>
                </a:moveTo>
                <a:cubicBezTo>
                  <a:pt x="92386" y="286627"/>
                  <a:pt x="91601" y="286125"/>
                  <a:pt x="90654" y="285765"/>
                </a:cubicBezTo>
                <a:cubicBezTo>
                  <a:pt x="89660" y="285387"/>
                  <a:pt x="89215" y="285566"/>
                  <a:pt x="89603" y="286201"/>
                </a:cubicBezTo>
                <a:cubicBezTo>
                  <a:pt x="90256" y="287261"/>
                  <a:pt x="92386" y="287763"/>
                  <a:pt x="92386" y="286863"/>
                </a:cubicBezTo>
                <a:close/>
                <a:moveTo>
                  <a:pt x="286200" y="286191"/>
                </a:moveTo>
                <a:cubicBezTo>
                  <a:pt x="288046" y="286191"/>
                  <a:pt x="295402" y="269331"/>
                  <a:pt x="295383" y="265109"/>
                </a:cubicBezTo>
                <a:cubicBezTo>
                  <a:pt x="295373" y="262931"/>
                  <a:pt x="296017" y="260640"/>
                  <a:pt x="296803" y="260034"/>
                </a:cubicBezTo>
                <a:cubicBezTo>
                  <a:pt x="298573" y="258662"/>
                  <a:pt x="301811" y="239264"/>
                  <a:pt x="300495" y="237901"/>
                </a:cubicBezTo>
                <a:cubicBezTo>
                  <a:pt x="299955" y="237333"/>
                  <a:pt x="298734" y="237731"/>
                  <a:pt x="297636" y="238829"/>
                </a:cubicBezTo>
                <a:cubicBezTo>
                  <a:pt x="296188" y="240277"/>
                  <a:pt x="294275" y="240646"/>
                  <a:pt x="289779" y="240372"/>
                </a:cubicBezTo>
                <a:cubicBezTo>
                  <a:pt x="286285" y="240154"/>
                  <a:pt x="283663" y="240486"/>
                  <a:pt x="283398" y="241177"/>
                </a:cubicBezTo>
                <a:cubicBezTo>
                  <a:pt x="283142" y="241830"/>
                  <a:pt x="280984" y="242947"/>
                  <a:pt x="278589" y="243666"/>
                </a:cubicBezTo>
                <a:cubicBezTo>
                  <a:pt x="276194" y="244386"/>
                  <a:pt x="273041" y="246232"/>
                  <a:pt x="271602" y="247775"/>
                </a:cubicBezTo>
                <a:lnTo>
                  <a:pt x="268971" y="250568"/>
                </a:lnTo>
                <a:lnTo>
                  <a:pt x="272568" y="250568"/>
                </a:lnTo>
                <a:cubicBezTo>
                  <a:pt x="280056" y="250568"/>
                  <a:pt x="283455" y="255311"/>
                  <a:pt x="276989" y="256731"/>
                </a:cubicBezTo>
                <a:cubicBezTo>
                  <a:pt x="270021" y="258255"/>
                  <a:pt x="265515" y="267248"/>
                  <a:pt x="268668" y="273326"/>
                </a:cubicBezTo>
                <a:cubicBezTo>
                  <a:pt x="270107" y="276090"/>
                  <a:pt x="270315" y="276175"/>
                  <a:pt x="270940" y="274225"/>
                </a:cubicBezTo>
                <a:cubicBezTo>
                  <a:pt x="271309" y="273042"/>
                  <a:pt x="272871" y="270893"/>
                  <a:pt x="274395" y="269463"/>
                </a:cubicBezTo>
                <a:cubicBezTo>
                  <a:pt x="277869" y="266197"/>
                  <a:pt x="280501" y="267807"/>
                  <a:pt x="278579" y="272019"/>
                </a:cubicBezTo>
                <a:cubicBezTo>
                  <a:pt x="277689" y="273970"/>
                  <a:pt x="277784" y="275125"/>
                  <a:pt x="278939" y="276715"/>
                </a:cubicBezTo>
                <a:cubicBezTo>
                  <a:pt x="279791" y="277870"/>
                  <a:pt x="280482" y="279953"/>
                  <a:pt x="280482" y="281325"/>
                </a:cubicBezTo>
                <a:cubicBezTo>
                  <a:pt x="280482" y="282708"/>
                  <a:pt x="280993" y="284146"/>
                  <a:pt x="281618" y="284535"/>
                </a:cubicBezTo>
                <a:cubicBezTo>
                  <a:pt x="282234" y="284913"/>
                  <a:pt x="282404" y="285784"/>
                  <a:pt x="281987" y="286456"/>
                </a:cubicBezTo>
                <a:cubicBezTo>
                  <a:pt x="281495" y="287252"/>
                  <a:pt x="281902" y="287422"/>
                  <a:pt x="283180" y="286939"/>
                </a:cubicBezTo>
                <a:cubicBezTo>
                  <a:pt x="284240" y="286523"/>
                  <a:pt x="285604" y="286191"/>
                  <a:pt x="286200" y="286191"/>
                </a:cubicBezTo>
                <a:close/>
                <a:moveTo>
                  <a:pt x="46823" y="275257"/>
                </a:moveTo>
                <a:cubicBezTo>
                  <a:pt x="44333" y="272890"/>
                  <a:pt x="42298" y="270126"/>
                  <a:pt x="42298" y="269113"/>
                </a:cubicBezTo>
                <a:cubicBezTo>
                  <a:pt x="42298" y="266964"/>
                  <a:pt x="45677" y="266642"/>
                  <a:pt x="47637" y="268602"/>
                </a:cubicBezTo>
                <a:cubicBezTo>
                  <a:pt x="48593" y="269558"/>
                  <a:pt x="48972" y="269577"/>
                  <a:pt x="48972" y="268678"/>
                </a:cubicBezTo>
                <a:cubicBezTo>
                  <a:pt x="48972" y="267987"/>
                  <a:pt x="48006" y="267106"/>
                  <a:pt x="46813" y="266728"/>
                </a:cubicBezTo>
                <a:cubicBezTo>
                  <a:pt x="45620" y="266358"/>
                  <a:pt x="43746" y="264077"/>
                  <a:pt x="42638" y="261682"/>
                </a:cubicBezTo>
                <a:cubicBezTo>
                  <a:pt x="41531" y="259277"/>
                  <a:pt x="40291" y="257299"/>
                  <a:pt x="39874" y="257280"/>
                </a:cubicBezTo>
                <a:cubicBezTo>
                  <a:pt x="39458" y="257261"/>
                  <a:pt x="39410" y="260129"/>
                  <a:pt x="39770" y="263651"/>
                </a:cubicBezTo>
                <a:cubicBezTo>
                  <a:pt x="40329" y="269151"/>
                  <a:pt x="41095" y="270827"/>
                  <a:pt x="45251" y="275598"/>
                </a:cubicBezTo>
                <a:cubicBezTo>
                  <a:pt x="47911" y="278646"/>
                  <a:pt x="50146" y="281647"/>
                  <a:pt x="50212" y="282272"/>
                </a:cubicBezTo>
                <a:cubicBezTo>
                  <a:pt x="50288" y="282897"/>
                  <a:pt x="50572" y="282547"/>
                  <a:pt x="50846" y="281486"/>
                </a:cubicBezTo>
                <a:cubicBezTo>
                  <a:pt x="51168" y="280275"/>
                  <a:pt x="49691" y="277984"/>
                  <a:pt x="46823" y="275257"/>
                </a:cubicBezTo>
                <a:close/>
                <a:moveTo>
                  <a:pt x="183694" y="275588"/>
                </a:moveTo>
                <a:cubicBezTo>
                  <a:pt x="186998" y="273458"/>
                  <a:pt x="190169" y="271717"/>
                  <a:pt x="190756" y="271717"/>
                </a:cubicBezTo>
                <a:cubicBezTo>
                  <a:pt x="193160" y="271717"/>
                  <a:pt x="190159" y="270297"/>
                  <a:pt x="186969" y="269927"/>
                </a:cubicBezTo>
                <a:cubicBezTo>
                  <a:pt x="184688" y="269662"/>
                  <a:pt x="182330" y="270363"/>
                  <a:pt x="180002" y="272010"/>
                </a:cubicBezTo>
                <a:cubicBezTo>
                  <a:pt x="174161" y="276138"/>
                  <a:pt x="173877" y="276564"/>
                  <a:pt x="174965" y="279517"/>
                </a:cubicBezTo>
                <a:cubicBezTo>
                  <a:pt x="175675" y="281429"/>
                  <a:pt x="176234" y="281827"/>
                  <a:pt x="176840" y="280843"/>
                </a:cubicBezTo>
                <a:cubicBezTo>
                  <a:pt x="177313" y="280076"/>
                  <a:pt x="180399" y="277709"/>
                  <a:pt x="183694" y="275588"/>
                </a:cubicBezTo>
                <a:close/>
                <a:moveTo>
                  <a:pt x="312111" y="277681"/>
                </a:moveTo>
                <a:cubicBezTo>
                  <a:pt x="312726" y="276090"/>
                  <a:pt x="312556" y="276052"/>
                  <a:pt x="310842" y="277368"/>
                </a:cubicBezTo>
                <a:cubicBezTo>
                  <a:pt x="309753" y="278201"/>
                  <a:pt x="308655" y="279025"/>
                  <a:pt x="308400" y="279195"/>
                </a:cubicBezTo>
                <a:cubicBezTo>
                  <a:pt x="308144" y="279366"/>
                  <a:pt x="308722" y="279508"/>
                  <a:pt x="309678" y="279508"/>
                </a:cubicBezTo>
                <a:cubicBezTo>
                  <a:pt x="310634" y="279508"/>
                  <a:pt x="311723" y="278694"/>
                  <a:pt x="312111" y="277681"/>
                </a:cubicBezTo>
                <a:close/>
                <a:moveTo>
                  <a:pt x="259390" y="276270"/>
                </a:moveTo>
                <a:cubicBezTo>
                  <a:pt x="258245" y="274131"/>
                  <a:pt x="251779" y="267267"/>
                  <a:pt x="250908" y="267267"/>
                </a:cubicBezTo>
                <a:cubicBezTo>
                  <a:pt x="249573" y="267267"/>
                  <a:pt x="250898" y="269407"/>
                  <a:pt x="254856" y="273667"/>
                </a:cubicBezTo>
                <a:cubicBezTo>
                  <a:pt x="259570" y="278741"/>
                  <a:pt x="261217" y="279688"/>
                  <a:pt x="259390" y="276270"/>
                </a:cubicBezTo>
                <a:close/>
                <a:moveTo>
                  <a:pt x="307197" y="273260"/>
                </a:moveTo>
                <a:cubicBezTo>
                  <a:pt x="307197" y="272417"/>
                  <a:pt x="306251" y="271717"/>
                  <a:pt x="305096" y="271717"/>
                </a:cubicBezTo>
                <a:cubicBezTo>
                  <a:pt x="303628" y="271717"/>
                  <a:pt x="302852" y="272692"/>
                  <a:pt x="302521" y="274945"/>
                </a:cubicBezTo>
                <a:cubicBezTo>
                  <a:pt x="302066" y="278088"/>
                  <a:pt x="302123" y="278135"/>
                  <a:pt x="304622" y="276488"/>
                </a:cubicBezTo>
                <a:cubicBezTo>
                  <a:pt x="306042" y="275560"/>
                  <a:pt x="307197" y="274112"/>
                  <a:pt x="307197" y="273260"/>
                </a:cubicBezTo>
                <a:close/>
                <a:moveTo>
                  <a:pt x="328365" y="271840"/>
                </a:moveTo>
                <a:cubicBezTo>
                  <a:pt x="330921" y="270694"/>
                  <a:pt x="332474" y="269426"/>
                  <a:pt x="331811" y="269018"/>
                </a:cubicBezTo>
                <a:cubicBezTo>
                  <a:pt x="331158" y="268611"/>
                  <a:pt x="329634" y="268801"/>
                  <a:pt x="328441" y="269445"/>
                </a:cubicBezTo>
                <a:cubicBezTo>
                  <a:pt x="327248" y="270079"/>
                  <a:pt x="324512" y="270609"/>
                  <a:pt x="322363" y="270609"/>
                </a:cubicBezTo>
                <a:cubicBezTo>
                  <a:pt x="320214" y="270609"/>
                  <a:pt x="318151" y="271101"/>
                  <a:pt x="317781" y="271707"/>
                </a:cubicBezTo>
                <a:cubicBezTo>
                  <a:pt x="317393" y="272332"/>
                  <a:pt x="317829" y="272531"/>
                  <a:pt x="318775" y="272161"/>
                </a:cubicBezTo>
                <a:cubicBezTo>
                  <a:pt x="321899" y="270969"/>
                  <a:pt x="323035" y="272824"/>
                  <a:pt x="321104" y="275996"/>
                </a:cubicBezTo>
                <a:lnTo>
                  <a:pt x="319305" y="278959"/>
                </a:lnTo>
                <a:lnTo>
                  <a:pt x="321511" y="276431"/>
                </a:lnTo>
                <a:cubicBezTo>
                  <a:pt x="322723" y="275049"/>
                  <a:pt x="325809" y="272976"/>
                  <a:pt x="328365" y="271840"/>
                </a:cubicBezTo>
                <a:close/>
                <a:moveTo>
                  <a:pt x="60038" y="267845"/>
                </a:moveTo>
                <a:cubicBezTo>
                  <a:pt x="64289" y="264739"/>
                  <a:pt x="63399" y="264351"/>
                  <a:pt x="56744" y="266425"/>
                </a:cubicBezTo>
                <a:cubicBezTo>
                  <a:pt x="52332" y="267807"/>
                  <a:pt x="51689" y="268801"/>
                  <a:pt x="53005" y="272218"/>
                </a:cubicBezTo>
                <a:cubicBezTo>
                  <a:pt x="53610" y="273809"/>
                  <a:pt x="53838" y="273818"/>
                  <a:pt x="54945" y="272332"/>
                </a:cubicBezTo>
                <a:cubicBezTo>
                  <a:pt x="55646" y="271404"/>
                  <a:pt x="57937" y="269388"/>
                  <a:pt x="60038" y="267845"/>
                </a:cubicBezTo>
                <a:close/>
                <a:moveTo>
                  <a:pt x="172523" y="267097"/>
                </a:moveTo>
                <a:cubicBezTo>
                  <a:pt x="172523" y="266576"/>
                  <a:pt x="171141" y="266216"/>
                  <a:pt x="169456" y="266283"/>
                </a:cubicBezTo>
                <a:cubicBezTo>
                  <a:pt x="167572" y="266368"/>
                  <a:pt x="167146" y="266604"/>
                  <a:pt x="168348" y="266926"/>
                </a:cubicBezTo>
                <a:cubicBezTo>
                  <a:pt x="170648" y="267523"/>
                  <a:pt x="170790" y="268479"/>
                  <a:pt x="168907" y="270637"/>
                </a:cubicBezTo>
                <a:cubicBezTo>
                  <a:pt x="168140" y="271508"/>
                  <a:pt x="168641" y="271281"/>
                  <a:pt x="170014" y="270126"/>
                </a:cubicBezTo>
                <a:cubicBezTo>
                  <a:pt x="171396" y="268981"/>
                  <a:pt x="172523" y="267608"/>
                  <a:pt x="172523" y="267097"/>
                </a:cubicBezTo>
                <a:close/>
                <a:moveTo>
                  <a:pt x="214650" y="267144"/>
                </a:moveTo>
                <a:cubicBezTo>
                  <a:pt x="211895" y="265393"/>
                  <a:pt x="211346" y="266122"/>
                  <a:pt x="213372" y="268839"/>
                </a:cubicBezTo>
                <a:cubicBezTo>
                  <a:pt x="214925" y="270912"/>
                  <a:pt x="215455" y="271130"/>
                  <a:pt x="215758" y="269804"/>
                </a:cubicBezTo>
                <a:cubicBezTo>
                  <a:pt x="215975" y="268858"/>
                  <a:pt x="215474" y="267665"/>
                  <a:pt x="214650" y="267144"/>
                </a:cubicBezTo>
                <a:close/>
                <a:moveTo>
                  <a:pt x="317365" y="266557"/>
                </a:moveTo>
                <a:cubicBezTo>
                  <a:pt x="321786" y="262212"/>
                  <a:pt x="322411" y="261085"/>
                  <a:pt x="321369" y="259410"/>
                </a:cubicBezTo>
                <a:cubicBezTo>
                  <a:pt x="320262" y="257630"/>
                  <a:pt x="319911" y="257886"/>
                  <a:pt x="318207" y="261701"/>
                </a:cubicBezTo>
                <a:cubicBezTo>
                  <a:pt x="317147" y="264058"/>
                  <a:pt x="314998" y="266832"/>
                  <a:pt x="313408" y="267864"/>
                </a:cubicBezTo>
                <a:cubicBezTo>
                  <a:pt x="310700" y="269643"/>
                  <a:pt x="309583" y="271717"/>
                  <a:pt x="311334" y="271717"/>
                </a:cubicBezTo>
                <a:cubicBezTo>
                  <a:pt x="311770" y="271717"/>
                  <a:pt x="314487" y="269397"/>
                  <a:pt x="317365" y="266557"/>
                </a:cubicBezTo>
                <a:close/>
                <a:moveTo>
                  <a:pt x="192062" y="266216"/>
                </a:moveTo>
                <a:cubicBezTo>
                  <a:pt x="188115" y="262108"/>
                  <a:pt x="188815" y="258861"/>
                  <a:pt x="193397" y="259987"/>
                </a:cubicBezTo>
                <a:cubicBezTo>
                  <a:pt x="197421" y="260972"/>
                  <a:pt x="203669" y="265232"/>
                  <a:pt x="203678" y="266993"/>
                </a:cubicBezTo>
                <a:cubicBezTo>
                  <a:pt x="203678" y="267750"/>
                  <a:pt x="204483" y="268384"/>
                  <a:pt x="205448" y="268384"/>
                </a:cubicBezTo>
                <a:cubicBezTo>
                  <a:pt x="208156" y="268384"/>
                  <a:pt x="206812" y="266131"/>
                  <a:pt x="201387" y="261625"/>
                </a:cubicBezTo>
                <a:cubicBezTo>
                  <a:pt x="196464" y="257526"/>
                  <a:pt x="196426" y="257516"/>
                  <a:pt x="190330" y="258671"/>
                </a:cubicBezTo>
                <a:lnTo>
                  <a:pt x="184205" y="259836"/>
                </a:lnTo>
                <a:lnTo>
                  <a:pt x="188986" y="264664"/>
                </a:lnTo>
                <a:cubicBezTo>
                  <a:pt x="191617" y="267324"/>
                  <a:pt x="194088" y="269492"/>
                  <a:pt x="194486" y="269492"/>
                </a:cubicBezTo>
                <a:cubicBezTo>
                  <a:pt x="194874" y="269492"/>
                  <a:pt x="193785" y="268024"/>
                  <a:pt x="192062" y="266216"/>
                </a:cubicBezTo>
                <a:close/>
                <a:moveTo>
                  <a:pt x="158048" y="266150"/>
                </a:moveTo>
                <a:cubicBezTo>
                  <a:pt x="158048" y="265677"/>
                  <a:pt x="157300" y="264995"/>
                  <a:pt x="156382" y="264635"/>
                </a:cubicBezTo>
                <a:cubicBezTo>
                  <a:pt x="155255" y="264209"/>
                  <a:pt x="154716" y="264692"/>
                  <a:pt x="154716" y="266150"/>
                </a:cubicBezTo>
                <a:cubicBezTo>
                  <a:pt x="154716" y="267617"/>
                  <a:pt x="155255" y="268100"/>
                  <a:pt x="156382" y="267674"/>
                </a:cubicBezTo>
                <a:cubicBezTo>
                  <a:pt x="157300" y="267314"/>
                  <a:pt x="158048" y="266633"/>
                  <a:pt x="158048" y="266150"/>
                </a:cubicBezTo>
                <a:close/>
                <a:moveTo>
                  <a:pt x="178089" y="266595"/>
                </a:moveTo>
                <a:cubicBezTo>
                  <a:pt x="178089" y="266349"/>
                  <a:pt x="177332" y="266150"/>
                  <a:pt x="176414" y="266150"/>
                </a:cubicBezTo>
                <a:cubicBezTo>
                  <a:pt x="175495" y="266150"/>
                  <a:pt x="174748" y="266642"/>
                  <a:pt x="174748" y="267229"/>
                </a:cubicBezTo>
                <a:cubicBezTo>
                  <a:pt x="174748" y="267826"/>
                  <a:pt x="175495" y="268024"/>
                  <a:pt x="176414" y="267674"/>
                </a:cubicBezTo>
                <a:cubicBezTo>
                  <a:pt x="177332" y="267314"/>
                  <a:pt x="178089" y="266832"/>
                  <a:pt x="178089" y="266595"/>
                </a:cubicBezTo>
                <a:close/>
                <a:moveTo>
                  <a:pt x="68331" y="264408"/>
                </a:moveTo>
                <a:cubicBezTo>
                  <a:pt x="68795" y="263187"/>
                  <a:pt x="68435" y="262761"/>
                  <a:pt x="67148" y="263017"/>
                </a:cubicBezTo>
                <a:cubicBezTo>
                  <a:pt x="66126" y="263206"/>
                  <a:pt x="65084" y="264001"/>
                  <a:pt x="64838" y="264768"/>
                </a:cubicBezTo>
                <a:cubicBezTo>
                  <a:pt x="64156" y="266813"/>
                  <a:pt x="67536" y="266462"/>
                  <a:pt x="68331" y="264408"/>
                </a:cubicBezTo>
                <a:close/>
                <a:moveTo>
                  <a:pt x="167269" y="261615"/>
                </a:moveTo>
                <a:cubicBezTo>
                  <a:pt x="169560" y="259732"/>
                  <a:pt x="171141" y="257725"/>
                  <a:pt x="170790" y="257157"/>
                </a:cubicBezTo>
                <a:cubicBezTo>
                  <a:pt x="170440" y="256589"/>
                  <a:pt x="168888" y="257630"/>
                  <a:pt x="167345" y="259476"/>
                </a:cubicBezTo>
                <a:cubicBezTo>
                  <a:pt x="165801" y="261313"/>
                  <a:pt x="163823" y="262818"/>
                  <a:pt x="162961" y="262818"/>
                </a:cubicBezTo>
                <a:cubicBezTo>
                  <a:pt x="162100" y="262818"/>
                  <a:pt x="161390" y="263319"/>
                  <a:pt x="161390" y="263925"/>
                </a:cubicBezTo>
                <a:cubicBezTo>
                  <a:pt x="161390" y="265800"/>
                  <a:pt x="162924" y="265194"/>
                  <a:pt x="167269" y="261615"/>
                </a:cubicBezTo>
                <a:close/>
                <a:moveTo>
                  <a:pt x="246582" y="263859"/>
                </a:moveTo>
                <a:cubicBezTo>
                  <a:pt x="247765" y="261947"/>
                  <a:pt x="246705" y="261757"/>
                  <a:pt x="244376" y="263461"/>
                </a:cubicBezTo>
                <a:cubicBezTo>
                  <a:pt x="242568" y="264787"/>
                  <a:pt x="242511" y="265042"/>
                  <a:pt x="244035" y="265042"/>
                </a:cubicBezTo>
                <a:cubicBezTo>
                  <a:pt x="245029" y="265042"/>
                  <a:pt x="246174" y="264503"/>
                  <a:pt x="246582" y="263859"/>
                </a:cubicBezTo>
                <a:close/>
                <a:moveTo>
                  <a:pt x="208364" y="261483"/>
                </a:moveTo>
                <a:cubicBezTo>
                  <a:pt x="206707" y="259826"/>
                  <a:pt x="206603" y="256134"/>
                  <a:pt x="208213" y="256134"/>
                </a:cubicBezTo>
                <a:cubicBezTo>
                  <a:pt x="208866" y="256134"/>
                  <a:pt x="210494" y="256693"/>
                  <a:pt x="211829" y="257374"/>
                </a:cubicBezTo>
                <a:cubicBezTo>
                  <a:pt x="213438" y="258188"/>
                  <a:pt x="213079" y="257535"/>
                  <a:pt x="210731" y="255424"/>
                </a:cubicBezTo>
                <a:cubicBezTo>
                  <a:pt x="208790" y="253673"/>
                  <a:pt x="206386" y="250738"/>
                  <a:pt x="205392" y="248902"/>
                </a:cubicBezTo>
                <a:lnTo>
                  <a:pt x="203574" y="245560"/>
                </a:lnTo>
                <a:lnTo>
                  <a:pt x="204189" y="248902"/>
                </a:lnTo>
                <a:cubicBezTo>
                  <a:pt x="204530" y="250738"/>
                  <a:pt x="205126" y="253995"/>
                  <a:pt x="205515" y="256134"/>
                </a:cubicBezTo>
                <a:cubicBezTo>
                  <a:pt x="206196" y="259911"/>
                  <a:pt x="207739" y="262818"/>
                  <a:pt x="209055" y="262818"/>
                </a:cubicBezTo>
                <a:cubicBezTo>
                  <a:pt x="209405" y="262818"/>
                  <a:pt x="209093" y="262212"/>
                  <a:pt x="208364" y="261483"/>
                </a:cubicBezTo>
                <a:close/>
                <a:moveTo>
                  <a:pt x="220377" y="258851"/>
                </a:moveTo>
                <a:cubicBezTo>
                  <a:pt x="220377" y="257185"/>
                  <a:pt x="219743" y="256134"/>
                  <a:pt x="218711" y="256134"/>
                </a:cubicBezTo>
                <a:cubicBezTo>
                  <a:pt x="217045" y="256134"/>
                  <a:pt x="216316" y="260612"/>
                  <a:pt x="217755" y="262041"/>
                </a:cubicBezTo>
                <a:cubicBezTo>
                  <a:pt x="219014" y="263301"/>
                  <a:pt x="220377" y="261644"/>
                  <a:pt x="220377" y="258851"/>
                </a:cubicBezTo>
                <a:close/>
                <a:moveTo>
                  <a:pt x="263726" y="257403"/>
                </a:moveTo>
                <a:cubicBezTo>
                  <a:pt x="268715" y="255169"/>
                  <a:pt x="268308" y="253095"/>
                  <a:pt x="263253" y="255017"/>
                </a:cubicBezTo>
                <a:cubicBezTo>
                  <a:pt x="261634" y="255632"/>
                  <a:pt x="258860" y="256134"/>
                  <a:pt x="257109" y="256134"/>
                </a:cubicBezTo>
                <a:cubicBezTo>
                  <a:pt x="255348" y="256134"/>
                  <a:pt x="253625" y="256589"/>
                  <a:pt x="253284" y="257147"/>
                </a:cubicBezTo>
                <a:cubicBezTo>
                  <a:pt x="252934" y="257706"/>
                  <a:pt x="253729" y="257876"/>
                  <a:pt x="255045" y="257535"/>
                </a:cubicBezTo>
                <a:cubicBezTo>
                  <a:pt x="257175" y="256977"/>
                  <a:pt x="257364" y="257261"/>
                  <a:pt x="256825" y="260120"/>
                </a:cubicBezTo>
                <a:cubicBezTo>
                  <a:pt x="256294" y="262893"/>
                  <a:pt x="256399" y="263073"/>
                  <a:pt x="257601" y="261426"/>
                </a:cubicBezTo>
                <a:cubicBezTo>
                  <a:pt x="258368" y="260375"/>
                  <a:pt x="261123" y="258567"/>
                  <a:pt x="263726" y="257403"/>
                </a:cubicBezTo>
                <a:close/>
                <a:moveTo>
                  <a:pt x="241924" y="257800"/>
                </a:moveTo>
                <a:cubicBezTo>
                  <a:pt x="241138" y="255737"/>
                  <a:pt x="239756" y="256513"/>
                  <a:pt x="238989" y="259438"/>
                </a:cubicBezTo>
                <a:cubicBezTo>
                  <a:pt x="238497" y="261322"/>
                  <a:pt x="238724" y="261492"/>
                  <a:pt x="240485" y="260555"/>
                </a:cubicBezTo>
                <a:cubicBezTo>
                  <a:pt x="241678" y="259911"/>
                  <a:pt x="242293" y="258747"/>
                  <a:pt x="241924" y="257800"/>
                </a:cubicBezTo>
                <a:close/>
                <a:moveTo>
                  <a:pt x="64128" y="253805"/>
                </a:moveTo>
                <a:cubicBezTo>
                  <a:pt x="65217" y="252897"/>
                  <a:pt x="68861" y="252168"/>
                  <a:pt x="72800" y="252054"/>
                </a:cubicBezTo>
                <a:cubicBezTo>
                  <a:pt x="81443" y="251817"/>
                  <a:pt x="81651" y="250123"/>
                  <a:pt x="73093" y="249678"/>
                </a:cubicBezTo>
                <a:cubicBezTo>
                  <a:pt x="67441" y="249384"/>
                  <a:pt x="66239" y="249697"/>
                  <a:pt x="63882" y="252054"/>
                </a:cubicBezTo>
                <a:cubicBezTo>
                  <a:pt x="60445" y="255490"/>
                  <a:pt x="52882" y="257602"/>
                  <a:pt x="51206" y="255595"/>
                </a:cubicBezTo>
                <a:cubicBezTo>
                  <a:pt x="50344" y="254544"/>
                  <a:pt x="51064" y="253285"/>
                  <a:pt x="53999" y="250710"/>
                </a:cubicBezTo>
                <a:cubicBezTo>
                  <a:pt x="57842" y="247330"/>
                  <a:pt x="57871" y="247235"/>
                  <a:pt x="55201" y="247235"/>
                </a:cubicBezTo>
                <a:cubicBezTo>
                  <a:pt x="53686" y="247235"/>
                  <a:pt x="52134" y="247737"/>
                  <a:pt x="51755" y="248343"/>
                </a:cubicBezTo>
                <a:cubicBezTo>
                  <a:pt x="51376" y="248958"/>
                  <a:pt x="48839" y="249460"/>
                  <a:pt x="46122" y="249460"/>
                </a:cubicBezTo>
                <a:cubicBezTo>
                  <a:pt x="43405" y="249460"/>
                  <a:pt x="41181" y="249962"/>
                  <a:pt x="41181" y="250568"/>
                </a:cubicBezTo>
                <a:cubicBezTo>
                  <a:pt x="41181" y="251183"/>
                  <a:pt x="41559" y="251685"/>
                  <a:pt x="42014" y="251694"/>
                </a:cubicBezTo>
                <a:cubicBezTo>
                  <a:pt x="42478" y="251694"/>
                  <a:pt x="44844" y="253625"/>
                  <a:pt x="47287" y="255973"/>
                </a:cubicBezTo>
                <a:lnTo>
                  <a:pt x="51727" y="260243"/>
                </a:lnTo>
                <a:lnTo>
                  <a:pt x="56981" y="257810"/>
                </a:lnTo>
                <a:cubicBezTo>
                  <a:pt x="59877" y="256465"/>
                  <a:pt x="63087" y="254667"/>
                  <a:pt x="64128" y="253805"/>
                </a:cubicBezTo>
                <a:close/>
                <a:moveTo>
                  <a:pt x="70954" y="258709"/>
                </a:moveTo>
                <a:cubicBezTo>
                  <a:pt x="69884" y="258425"/>
                  <a:pt x="68133" y="258425"/>
                  <a:pt x="67063" y="258709"/>
                </a:cubicBezTo>
                <a:cubicBezTo>
                  <a:pt x="65993" y="258993"/>
                  <a:pt x="66864" y="259220"/>
                  <a:pt x="69003" y="259220"/>
                </a:cubicBezTo>
                <a:cubicBezTo>
                  <a:pt x="71152" y="259220"/>
                  <a:pt x="72023" y="258993"/>
                  <a:pt x="70954" y="258709"/>
                </a:cubicBezTo>
                <a:close/>
                <a:moveTo>
                  <a:pt x="158048" y="256134"/>
                </a:moveTo>
                <a:cubicBezTo>
                  <a:pt x="158048" y="255528"/>
                  <a:pt x="157518" y="255027"/>
                  <a:pt x="156874" y="255027"/>
                </a:cubicBezTo>
                <a:cubicBezTo>
                  <a:pt x="156221" y="255027"/>
                  <a:pt x="156003" y="255528"/>
                  <a:pt x="156382" y="256134"/>
                </a:cubicBezTo>
                <a:cubicBezTo>
                  <a:pt x="156761" y="256750"/>
                  <a:pt x="157291" y="257251"/>
                  <a:pt x="157556" y="257251"/>
                </a:cubicBezTo>
                <a:cubicBezTo>
                  <a:pt x="157830" y="257251"/>
                  <a:pt x="158048" y="256750"/>
                  <a:pt x="158048" y="256134"/>
                </a:cubicBezTo>
                <a:close/>
                <a:moveTo>
                  <a:pt x="254912" y="249413"/>
                </a:moveTo>
                <a:cubicBezTo>
                  <a:pt x="256465" y="247235"/>
                  <a:pt x="257005" y="245323"/>
                  <a:pt x="256512" y="243761"/>
                </a:cubicBezTo>
                <a:cubicBezTo>
                  <a:pt x="255850" y="241659"/>
                  <a:pt x="255547" y="241887"/>
                  <a:pt x="253795" y="245796"/>
                </a:cubicBezTo>
                <a:cubicBezTo>
                  <a:pt x="252707" y="248210"/>
                  <a:pt x="250510" y="251221"/>
                  <a:pt x="248901" y="252489"/>
                </a:cubicBezTo>
                <a:cubicBezTo>
                  <a:pt x="247292" y="253758"/>
                  <a:pt x="245976" y="255377"/>
                  <a:pt x="245976" y="256096"/>
                </a:cubicBezTo>
                <a:cubicBezTo>
                  <a:pt x="245976" y="257952"/>
                  <a:pt x="252082" y="253389"/>
                  <a:pt x="254912" y="249413"/>
                </a:cubicBezTo>
                <a:close/>
                <a:moveTo>
                  <a:pt x="110866" y="248807"/>
                </a:moveTo>
                <a:cubicBezTo>
                  <a:pt x="110118" y="246866"/>
                  <a:pt x="106113" y="246724"/>
                  <a:pt x="105413" y="248627"/>
                </a:cubicBezTo>
                <a:cubicBezTo>
                  <a:pt x="105129" y="249394"/>
                  <a:pt x="106217" y="251429"/>
                  <a:pt x="107827" y="253162"/>
                </a:cubicBezTo>
                <a:lnTo>
                  <a:pt x="110743" y="256314"/>
                </a:lnTo>
                <a:lnTo>
                  <a:pt x="111112" y="253351"/>
                </a:lnTo>
                <a:cubicBezTo>
                  <a:pt x="111311" y="251723"/>
                  <a:pt x="111197" y="249678"/>
                  <a:pt x="110866" y="248807"/>
                </a:cubicBezTo>
                <a:close/>
                <a:moveTo>
                  <a:pt x="310539" y="252887"/>
                </a:moveTo>
                <a:cubicBezTo>
                  <a:pt x="310539" y="251779"/>
                  <a:pt x="311533" y="249612"/>
                  <a:pt x="312745" y="248068"/>
                </a:cubicBezTo>
                <a:lnTo>
                  <a:pt x="314951" y="245257"/>
                </a:lnTo>
                <a:lnTo>
                  <a:pt x="311912" y="244660"/>
                </a:lnTo>
                <a:cubicBezTo>
                  <a:pt x="307037" y="243695"/>
                  <a:pt x="305370" y="246137"/>
                  <a:pt x="307169" y="251600"/>
                </a:cubicBezTo>
                <a:cubicBezTo>
                  <a:pt x="308627" y="256021"/>
                  <a:pt x="310539" y="256750"/>
                  <a:pt x="310539" y="252887"/>
                </a:cubicBezTo>
                <a:close/>
                <a:moveTo>
                  <a:pt x="166322" y="251789"/>
                </a:moveTo>
                <a:cubicBezTo>
                  <a:pt x="166029" y="251505"/>
                  <a:pt x="164921" y="252168"/>
                  <a:pt x="163870" y="253266"/>
                </a:cubicBezTo>
                <a:cubicBezTo>
                  <a:pt x="162034" y="255187"/>
                  <a:pt x="162053" y="255206"/>
                  <a:pt x="164400" y="253796"/>
                </a:cubicBezTo>
                <a:cubicBezTo>
                  <a:pt x="165754" y="252991"/>
                  <a:pt x="166616" y="252082"/>
                  <a:pt x="166322" y="251789"/>
                </a:cubicBezTo>
                <a:close/>
                <a:moveTo>
                  <a:pt x="180352" y="251069"/>
                </a:moveTo>
                <a:cubicBezTo>
                  <a:pt x="181696" y="248892"/>
                  <a:pt x="182605" y="247018"/>
                  <a:pt x="182387" y="246895"/>
                </a:cubicBezTo>
                <a:cubicBezTo>
                  <a:pt x="182160" y="246771"/>
                  <a:pt x="180352" y="245531"/>
                  <a:pt x="178364" y="244140"/>
                </a:cubicBezTo>
                <a:cubicBezTo>
                  <a:pt x="176376" y="242739"/>
                  <a:pt x="174748" y="242095"/>
                  <a:pt x="174748" y="242710"/>
                </a:cubicBezTo>
                <a:cubicBezTo>
                  <a:pt x="174748" y="243316"/>
                  <a:pt x="173299" y="245465"/>
                  <a:pt x="171538" y="247472"/>
                </a:cubicBezTo>
                <a:cubicBezTo>
                  <a:pt x="168831" y="250558"/>
                  <a:pt x="168575" y="251353"/>
                  <a:pt x="169872" y="252565"/>
                </a:cubicBezTo>
                <a:cubicBezTo>
                  <a:pt x="171131" y="253739"/>
                  <a:pt x="171406" y="253720"/>
                  <a:pt x="171406" y="252433"/>
                </a:cubicBezTo>
                <a:cubicBezTo>
                  <a:pt x="171406" y="250624"/>
                  <a:pt x="175581" y="245011"/>
                  <a:pt x="176934" y="245011"/>
                </a:cubicBezTo>
                <a:cubicBezTo>
                  <a:pt x="178553" y="245011"/>
                  <a:pt x="179102" y="248125"/>
                  <a:pt x="178108" y="251618"/>
                </a:cubicBezTo>
                <a:cubicBezTo>
                  <a:pt x="176840" y="256039"/>
                  <a:pt x="177351" y="255916"/>
                  <a:pt x="180352" y="251069"/>
                </a:cubicBezTo>
                <a:close/>
                <a:moveTo>
                  <a:pt x="117559" y="244925"/>
                </a:moveTo>
                <a:cubicBezTo>
                  <a:pt x="114955" y="240533"/>
                  <a:pt x="115334" y="231653"/>
                  <a:pt x="118117" y="231653"/>
                </a:cubicBezTo>
                <a:cubicBezTo>
                  <a:pt x="118676" y="231653"/>
                  <a:pt x="120124" y="233281"/>
                  <a:pt x="121336" y="235269"/>
                </a:cubicBezTo>
                <a:cubicBezTo>
                  <a:pt x="123248" y="238403"/>
                  <a:pt x="123542" y="238564"/>
                  <a:pt x="123542" y="236443"/>
                </a:cubicBezTo>
                <a:cubicBezTo>
                  <a:pt x="123542" y="235108"/>
                  <a:pt x="122983" y="233660"/>
                  <a:pt x="122292" y="233234"/>
                </a:cubicBezTo>
                <a:cubicBezTo>
                  <a:pt x="121478" y="232732"/>
                  <a:pt x="121241" y="230006"/>
                  <a:pt x="121610" y="225405"/>
                </a:cubicBezTo>
                <a:cubicBezTo>
                  <a:pt x="122141" y="218769"/>
                  <a:pt x="122055" y="218418"/>
                  <a:pt x="120077" y="219479"/>
                </a:cubicBezTo>
                <a:cubicBezTo>
                  <a:pt x="118922" y="220094"/>
                  <a:pt x="117975" y="221703"/>
                  <a:pt x="117975" y="223067"/>
                </a:cubicBezTo>
                <a:cubicBezTo>
                  <a:pt x="117975" y="224420"/>
                  <a:pt x="117010" y="227109"/>
                  <a:pt x="115836" y="229031"/>
                </a:cubicBezTo>
                <a:cubicBezTo>
                  <a:pt x="113857" y="232278"/>
                  <a:pt x="113791" y="233348"/>
                  <a:pt x="114974" y="243231"/>
                </a:cubicBezTo>
                <a:cubicBezTo>
                  <a:pt x="116176" y="253398"/>
                  <a:pt x="116318" y="253777"/>
                  <a:pt x="117795" y="250956"/>
                </a:cubicBezTo>
                <a:cubicBezTo>
                  <a:pt x="119159" y="248352"/>
                  <a:pt x="119130" y="247595"/>
                  <a:pt x="117559" y="244925"/>
                </a:cubicBezTo>
                <a:close/>
                <a:moveTo>
                  <a:pt x="166691" y="244272"/>
                </a:moveTo>
                <a:cubicBezTo>
                  <a:pt x="169380" y="241991"/>
                  <a:pt x="169427" y="241754"/>
                  <a:pt x="167619" y="239946"/>
                </a:cubicBezTo>
                <a:cubicBezTo>
                  <a:pt x="165811" y="238147"/>
                  <a:pt x="165536" y="238204"/>
                  <a:pt x="162564" y="241054"/>
                </a:cubicBezTo>
                <a:cubicBezTo>
                  <a:pt x="159743" y="243752"/>
                  <a:pt x="159544" y="244395"/>
                  <a:pt x="160642" y="247311"/>
                </a:cubicBezTo>
                <a:cubicBezTo>
                  <a:pt x="161702" y="250113"/>
                  <a:pt x="162005" y="250293"/>
                  <a:pt x="162857" y="248618"/>
                </a:cubicBezTo>
                <a:cubicBezTo>
                  <a:pt x="163406" y="247548"/>
                  <a:pt x="165129" y="245588"/>
                  <a:pt x="166691" y="244272"/>
                </a:cubicBezTo>
                <a:close/>
                <a:moveTo>
                  <a:pt x="189762" y="249441"/>
                </a:moveTo>
                <a:cubicBezTo>
                  <a:pt x="189374" y="248816"/>
                  <a:pt x="188597" y="248599"/>
                  <a:pt x="188029" y="248949"/>
                </a:cubicBezTo>
                <a:cubicBezTo>
                  <a:pt x="186486" y="249905"/>
                  <a:pt x="186770" y="250568"/>
                  <a:pt x="188721" y="250568"/>
                </a:cubicBezTo>
                <a:cubicBezTo>
                  <a:pt x="189677" y="250568"/>
                  <a:pt x="190150" y="250066"/>
                  <a:pt x="189762" y="249441"/>
                </a:cubicBezTo>
                <a:close/>
                <a:moveTo>
                  <a:pt x="222545" y="244225"/>
                </a:moveTo>
                <a:cubicBezTo>
                  <a:pt x="222583" y="243486"/>
                  <a:pt x="217973" y="238223"/>
                  <a:pt x="212312" y="232514"/>
                </a:cubicBezTo>
                <a:cubicBezTo>
                  <a:pt x="204047" y="224193"/>
                  <a:pt x="199929" y="221041"/>
                  <a:pt x="191437" y="216516"/>
                </a:cubicBezTo>
                <a:lnTo>
                  <a:pt x="180873" y="210883"/>
                </a:lnTo>
                <a:lnTo>
                  <a:pt x="180068" y="214310"/>
                </a:lnTo>
                <a:cubicBezTo>
                  <a:pt x="179632" y="216194"/>
                  <a:pt x="179519" y="218428"/>
                  <a:pt x="179812" y="219270"/>
                </a:cubicBezTo>
                <a:cubicBezTo>
                  <a:pt x="180106" y="220113"/>
                  <a:pt x="179784" y="221486"/>
                  <a:pt x="179083" y="222328"/>
                </a:cubicBezTo>
                <a:cubicBezTo>
                  <a:pt x="178061" y="223559"/>
                  <a:pt x="178392" y="223862"/>
                  <a:pt x="180778" y="223862"/>
                </a:cubicBezTo>
                <a:cubicBezTo>
                  <a:pt x="183978" y="223862"/>
                  <a:pt x="191920" y="227488"/>
                  <a:pt x="193179" y="229532"/>
                </a:cubicBezTo>
                <a:cubicBezTo>
                  <a:pt x="193605" y="230223"/>
                  <a:pt x="193350" y="231161"/>
                  <a:pt x="192621" y="231615"/>
                </a:cubicBezTo>
                <a:cubicBezTo>
                  <a:pt x="190112" y="233158"/>
                  <a:pt x="192432" y="240438"/>
                  <a:pt x="196029" y="242294"/>
                </a:cubicBezTo>
                <a:cubicBezTo>
                  <a:pt x="199191" y="243931"/>
                  <a:pt x="199229" y="243912"/>
                  <a:pt x="199229" y="240826"/>
                </a:cubicBezTo>
                <a:cubicBezTo>
                  <a:pt x="199229" y="237428"/>
                  <a:pt x="202173" y="232391"/>
                  <a:pt x="203640" y="233291"/>
                </a:cubicBezTo>
                <a:cubicBezTo>
                  <a:pt x="204142" y="233603"/>
                  <a:pt x="204852" y="235061"/>
                  <a:pt x="205221" y="236528"/>
                </a:cubicBezTo>
                <a:cubicBezTo>
                  <a:pt x="205912" y="239274"/>
                  <a:pt x="213126" y="247235"/>
                  <a:pt x="214925" y="247235"/>
                </a:cubicBezTo>
                <a:cubicBezTo>
                  <a:pt x="215474" y="247235"/>
                  <a:pt x="215928" y="248021"/>
                  <a:pt x="215928" y="248987"/>
                </a:cubicBezTo>
                <a:cubicBezTo>
                  <a:pt x="215928" y="250397"/>
                  <a:pt x="216572" y="250227"/>
                  <a:pt x="219204" y="248154"/>
                </a:cubicBezTo>
                <a:cubicBezTo>
                  <a:pt x="221012" y="246724"/>
                  <a:pt x="222508" y="244963"/>
                  <a:pt x="222545" y="244225"/>
                </a:cubicBezTo>
                <a:close/>
                <a:moveTo>
                  <a:pt x="87369" y="247235"/>
                </a:moveTo>
                <a:cubicBezTo>
                  <a:pt x="86990" y="246620"/>
                  <a:pt x="85334" y="246166"/>
                  <a:pt x="83686" y="246232"/>
                </a:cubicBezTo>
                <a:lnTo>
                  <a:pt x="80695" y="246345"/>
                </a:lnTo>
                <a:lnTo>
                  <a:pt x="83478" y="247235"/>
                </a:lnTo>
                <a:cubicBezTo>
                  <a:pt x="87426" y="248494"/>
                  <a:pt x="88155" y="248494"/>
                  <a:pt x="87369" y="247235"/>
                </a:cubicBezTo>
                <a:close/>
                <a:moveTo>
                  <a:pt x="77003" y="244944"/>
                </a:moveTo>
                <a:cubicBezTo>
                  <a:pt x="75252" y="244244"/>
                  <a:pt x="74608" y="243278"/>
                  <a:pt x="75005" y="241953"/>
                </a:cubicBezTo>
                <a:cubicBezTo>
                  <a:pt x="75431" y="240523"/>
                  <a:pt x="74494" y="239482"/>
                  <a:pt x="71522" y="238081"/>
                </a:cubicBezTo>
                <a:cubicBezTo>
                  <a:pt x="69287" y="237030"/>
                  <a:pt x="67243" y="236377"/>
                  <a:pt x="66987" y="236633"/>
                </a:cubicBezTo>
                <a:cubicBezTo>
                  <a:pt x="66031" y="237598"/>
                  <a:pt x="75214" y="245787"/>
                  <a:pt x="77353" y="245882"/>
                </a:cubicBezTo>
                <a:cubicBezTo>
                  <a:pt x="79284" y="245967"/>
                  <a:pt x="79237" y="245844"/>
                  <a:pt x="77003" y="244944"/>
                </a:cubicBezTo>
                <a:close/>
                <a:moveTo>
                  <a:pt x="254373" y="239908"/>
                </a:moveTo>
                <a:cubicBezTo>
                  <a:pt x="256408" y="240419"/>
                  <a:pt x="257014" y="239965"/>
                  <a:pt x="257620" y="237485"/>
                </a:cubicBezTo>
                <a:cubicBezTo>
                  <a:pt x="259911" y="228188"/>
                  <a:pt x="265354" y="227194"/>
                  <a:pt x="264720" y="236197"/>
                </a:cubicBezTo>
                <a:lnTo>
                  <a:pt x="264341" y="241536"/>
                </a:lnTo>
                <a:lnTo>
                  <a:pt x="266850" y="239189"/>
                </a:lnTo>
                <a:cubicBezTo>
                  <a:pt x="268223" y="237892"/>
                  <a:pt x="269131" y="236623"/>
                  <a:pt x="268866" y="236358"/>
                </a:cubicBezTo>
                <a:cubicBezTo>
                  <a:pt x="268601" y="236093"/>
                  <a:pt x="268829" y="234711"/>
                  <a:pt x="269368" y="233291"/>
                </a:cubicBezTo>
                <a:cubicBezTo>
                  <a:pt x="270220" y="231038"/>
                  <a:pt x="269908" y="230564"/>
                  <a:pt x="266888" y="229504"/>
                </a:cubicBezTo>
                <a:cubicBezTo>
                  <a:pt x="262278" y="227904"/>
                  <a:pt x="256001" y="223019"/>
                  <a:pt x="256001" y="221050"/>
                </a:cubicBezTo>
                <a:cubicBezTo>
                  <a:pt x="256001" y="219810"/>
                  <a:pt x="255376" y="219696"/>
                  <a:pt x="253142" y="220548"/>
                </a:cubicBezTo>
                <a:cubicBezTo>
                  <a:pt x="251571" y="221145"/>
                  <a:pt x="248816" y="221637"/>
                  <a:pt x="247017" y="221637"/>
                </a:cubicBezTo>
                <a:cubicBezTo>
                  <a:pt x="242312" y="221637"/>
                  <a:pt x="242994" y="223663"/>
                  <a:pt x="247841" y="224070"/>
                </a:cubicBezTo>
                <a:cubicBezTo>
                  <a:pt x="253653" y="224562"/>
                  <a:pt x="253644" y="226749"/>
                  <a:pt x="247812" y="229580"/>
                </a:cubicBezTo>
                <a:cubicBezTo>
                  <a:pt x="242340" y="232240"/>
                  <a:pt x="241129" y="234465"/>
                  <a:pt x="243126" y="238195"/>
                </a:cubicBezTo>
                <a:cubicBezTo>
                  <a:pt x="244612" y="240978"/>
                  <a:pt x="245985" y="240220"/>
                  <a:pt x="245985" y="236604"/>
                </a:cubicBezTo>
                <a:cubicBezTo>
                  <a:pt x="245985" y="233878"/>
                  <a:pt x="253824" y="226086"/>
                  <a:pt x="256560" y="226086"/>
                </a:cubicBezTo>
                <a:cubicBezTo>
                  <a:pt x="260715" y="226086"/>
                  <a:pt x="256541" y="234985"/>
                  <a:pt x="250065" y="239927"/>
                </a:cubicBezTo>
                <a:cubicBezTo>
                  <a:pt x="247926" y="241565"/>
                  <a:pt x="245881" y="243657"/>
                  <a:pt x="245521" y="244594"/>
                </a:cubicBezTo>
                <a:cubicBezTo>
                  <a:pt x="245171" y="245522"/>
                  <a:pt x="246449" y="244708"/>
                  <a:pt x="248371" y="242786"/>
                </a:cubicBezTo>
                <a:cubicBezTo>
                  <a:pt x="250936" y="240220"/>
                  <a:pt x="252546" y="239454"/>
                  <a:pt x="254373" y="239908"/>
                </a:cubicBezTo>
                <a:close/>
                <a:moveTo>
                  <a:pt x="268829" y="242994"/>
                </a:moveTo>
                <a:cubicBezTo>
                  <a:pt x="268488" y="242653"/>
                  <a:pt x="267588" y="242994"/>
                  <a:pt x="266831" y="243752"/>
                </a:cubicBezTo>
                <a:cubicBezTo>
                  <a:pt x="265742" y="244859"/>
                  <a:pt x="265865" y="244982"/>
                  <a:pt x="267456" y="244376"/>
                </a:cubicBezTo>
                <a:cubicBezTo>
                  <a:pt x="268554" y="243960"/>
                  <a:pt x="269169" y="243335"/>
                  <a:pt x="268829" y="242994"/>
                </a:cubicBezTo>
                <a:close/>
                <a:moveTo>
                  <a:pt x="185880" y="237305"/>
                </a:moveTo>
                <a:cubicBezTo>
                  <a:pt x="185880" y="233281"/>
                  <a:pt x="185596" y="232884"/>
                  <a:pt x="182255" y="232174"/>
                </a:cubicBezTo>
                <a:cubicBezTo>
                  <a:pt x="180267" y="231748"/>
                  <a:pt x="177749" y="230612"/>
                  <a:pt x="176650" y="229646"/>
                </a:cubicBezTo>
                <a:cubicBezTo>
                  <a:pt x="174814" y="228027"/>
                  <a:pt x="174426" y="228122"/>
                  <a:pt x="171671" y="230886"/>
                </a:cubicBezTo>
                <a:lnTo>
                  <a:pt x="168679" y="233878"/>
                </a:lnTo>
                <a:lnTo>
                  <a:pt x="173886" y="233878"/>
                </a:lnTo>
                <a:cubicBezTo>
                  <a:pt x="180096" y="233878"/>
                  <a:pt x="184896" y="235818"/>
                  <a:pt x="184669" y="238242"/>
                </a:cubicBezTo>
                <a:cubicBezTo>
                  <a:pt x="184451" y="240609"/>
                  <a:pt x="184650" y="241669"/>
                  <a:pt x="185322" y="241669"/>
                </a:cubicBezTo>
                <a:cubicBezTo>
                  <a:pt x="185625" y="241669"/>
                  <a:pt x="185880" y="239700"/>
                  <a:pt x="185880" y="237305"/>
                </a:cubicBezTo>
                <a:close/>
                <a:moveTo>
                  <a:pt x="306752" y="237513"/>
                </a:moveTo>
                <a:cubicBezTo>
                  <a:pt x="306383" y="237144"/>
                  <a:pt x="306128" y="237806"/>
                  <a:pt x="306175" y="238980"/>
                </a:cubicBezTo>
                <a:cubicBezTo>
                  <a:pt x="306222" y="240277"/>
                  <a:pt x="306487" y="240542"/>
                  <a:pt x="306847" y="239652"/>
                </a:cubicBezTo>
                <a:cubicBezTo>
                  <a:pt x="307169" y="238848"/>
                  <a:pt x="307131" y="237892"/>
                  <a:pt x="306752" y="237513"/>
                </a:cubicBezTo>
                <a:close/>
                <a:moveTo>
                  <a:pt x="286304" y="236102"/>
                </a:moveTo>
                <a:cubicBezTo>
                  <a:pt x="288302" y="234881"/>
                  <a:pt x="290848" y="233887"/>
                  <a:pt x="291956" y="233878"/>
                </a:cubicBezTo>
                <a:cubicBezTo>
                  <a:pt x="293064" y="233878"/>
                  <a:pt x="293650" y="233357"/>
                  <a:pt x="293262" y="232732"/>
                </a:cubicBezTo>
                <a:cubicBezTo>
                  <a:pt x="292865" y="232088"/>
                  <a:pt x="290990" y="231880"/>
                  <a:pt x="289012" y="232249"/>
                </a:cubicBezTo>
                <a:cubicBezTo>
                  <a:pt x="286314" y="232751"/>
                  <a:pt x="284468" y="232240"/>
                  <a:pt x="281306" y="230091"/>
                </a:cubicBezTo>
                <a:cubicBezTo>
                  <a:pt x="277718" y="227658"/>
                  <a:pt x="277140" y="227535"/>
                  <a:pt x="277140" y="229182"/>
                </a:cubicBezTo>
                <a:cubicBezTo>
                  <a:pt x="277140" y="230233"/>
                  <a:pt x="276430" y="232448"/>
                  <a:pt x="275569" y="234095"/>
                </a:cubicBezTo>
                <a:cubicBezTo>
                  <a:pt x="274016" y="237068"/>
                  <a:pt x="274035" y="237096"/>
                  <a:pt x="278078" y="237522"/>
                </a:cubicBezTo>
                <a:cubicBezTo>
                  <a:pt x="280321" y="237759"/>
                  <a:pt x="282271" y="238043"/>
                  <a:pt x="282404" y="238138"/>
                </a:cubicBezTo>
                <a:cubicBezTo>
                  <a:pt x="282546" y="238242"/>
                  <a:pt x="284297" y="237333"/>
                  <a:pt x="286304" y="236102"/>
                </a:cubicBezTo>
                <a:close/>
                <a:moveTo>
                  <a:pt x="309413" y="227516"/>
                </a:moveTo>
                <a:cubicBezTo>
                  <a:pt x="310889" y="227904"/>
                  <a:pt x="311581" y="227270"/>
                  <a:pt x="312016" y="225121"/>
                </a:cubicBezTo>
                <a:cubicBezTo>
                  <a:pt x="312338" y="223512"/>
                  <a:pt x="312944" y="221315"/>
                  <a:pt x="313360" y="220245"/>
                </a:cubicBezTo>
                <a:cubicBezTo>
                  <a:pt x="313796" y="219109"/>
                  <a:pt x="313597" y="218295"/>
                  <a:pt x="312878" y="218295"/>
                </a:cubicBezTo>
                <a:cubicBezTo>
                  <a:pt x="312205" y="218295"/>
                  <a:pt x="311647" y="219005"/>
                  <a:pt x="311647" y="219876"/>
                </a:cubicBezTo>
                <a:cubicBezTo>
                  <a:pt x="311647" y="220747"/>
                  <a:pt x="310397" y="222953"/>
                  <a:pt x="308864" y="224771"/>
                </a:cubicBezTo>
                <a:cubicBezTo>
                  <a:pt x="307339" y="226588"/>
                  <a:pt x="306147" y="228756"/>
                  <a:pt x="306213" y="229589"/>
                </a:cubicBezTo>
                <a:cubicBezTo>
                  <a:pt x="306289" y="230413"/>
                  <a:pt x="306582" y="230167"/>
                  <a:pt x="306876" y="229040"/>
                </a:cubicBezTo>
                <a:cubicBezTo>
                  <a:pt x="307216" y="227715"/>
                  <a:pt x="308106" y="227175"/>
                  <a:pt x="309413" y="227516"/>
                </a:cubicBezTo>
                <a:close/>
                <a:moveTo>
                  <a:pt x="276800" y="226086"/>
                </a:moveTo>
                <a:cubicBezTo>
                  <a:pt x="277112" y="226086"/>
                  <a:pt x="275824" y="224316"/>
                  <a:pt x="273922" y="222148"/>
                </a:cubicBezTo>
                <a:cubicBezTo>
                  <a:pt x="272019" y="219990"/>
                  <a:pt x="270466" y="217263"/>
                  <a:pt x="270466" y="216099"/>
                </a:cubicBezTo>
                <a:cubicBezTo>
                  <a:pt x="270466" y="213136"/>
                  <a:pt x="269453" y="212833"/>
                  <a:pt x="264379" y="214291"/>
                </a:cubicBezTo>
                <a:lnTo>
                  <a:pt x="259968" y="215559"/>
                </a:lnTo>
                <a:lnTo>
                  <a:pt x="263877" y="217869"/>
                </a:lnTo>
                <a:cubicBezTo>
                  <a:pt x="266026" y="219138"/>
                  <a:pt x="269018" y="221732"/>
                  <a:pt x="270523" y="223625"/>
                </a:cubicBezTo>
                <a:cubicBezTo>
                  <a:pt x="272019" y="225528"/>
                  <a:pt x="273912" y="226853"/>
                  <a:pt x="274736" y="226579"/>
                </a:cubicBezTo>
                <a:cubicBezTo>
                  <a:pt x="275550" y="226314"/>
                  <a:pt x="276478" y="226086"/>
                  <a:pt x="276800" y="226086"/>
                </a:cubicBezTo>
                <a:close/>
                <a:moveTo>
                  <a:pt x="292865" y="224222"/>
                </a:moveTo>
                <a:cubicBezTo>
                  <a:pt x="291549" y="221968"/>
                  <a:pt x="291236" y="222688"/>
                  <a:pt x="292306" y="225490"/>
                </a:cubicBezTo>
                <a:cubicBezTo>
                  <a:pt x="292694" y="226484"/>
                  <a:pt x="293234" y="227062"/>
                  <a:pt x="293527" y="226778"/>
                </a:cubicBezTo>
                <a:cubicBezTo>
                  <a:pt x="293811" y="226484"/>
                  <a:pt x="293518" y="225339"/>
                  <a:pt x="292865" y="224222"/>
                </a:cubicBezTo>
                <a:close/>
                <a:moveTo>
                  <a:pt x="170942" y="223256"/>
                </a:moveTo>
                <a:cubicBezTo>
                  <a:pt x="170497" y="221495"/>
                  <a:pt x="171046" y="218589"/>
                  <a:pt x="172390" y="215550"/>
                </a:cubicBezTo>
                <a:cubicBezTo>
                  <a:pt x="174094" y="211687"/>
                  <a:pt x="174236" y="210551"/>
                  <a:pt x="173081" y="210107"/>
                </a:cubicBezTo>
                <a:cubicBezTo>
                  <a:pt x="172210" y="209766"/>
                  <a:pt x="171065" y="210873"/>
                  <a:pt x="170251" y="212842"/>
                </a:cubicBezTo>
                <a:cubicBezTo>
                  <a:pt x="169493" y="214660"/>
                  <a:pt x="167695" y="217074"/>
                  <a:pt x="166246" y="218210"/>
                </a:cubicBezTo>
                <a:cubicBezTo>
                  <a:pt x="164798" y="219356"/>
                  <a:pt x="163615" y="220937"/>
                  <a:pt x="163615" y="221741"/>
                </a:cubicBezTo>
                <a:cubicBezTo>
                  <a:pt x="163615" y="222868"/>
                  <a:pt x="163918" y="222896"/>
                  <a:pt x="164949" y="221855"/>
                </a:cubicBezTo>
                <a:cubicBezTo>
                  <a:pt x="166937" y="219867"/>
                  <a:pt x="169181" y="220236"/>
                  <a:pt x="169181" y="222565"/>
                </a:cubicBezTo>
                <a:cubicBezTo>
                  <a:pt x="169181" y="224496"/>
                  <a:pt x="170071" y="226086"/>
                  <a:pt x="171160" y="226086"/>
                </a:cubicBezTo>
                <a:cubicBezTo>
                  <a:pt x="171425" y="226086"/>
                  <a:pt x="171330" y="224808"/>
                  <a:pt x="170942" y="223256"/>
                </a:cubicBezTo>
                <a:close/>
                <a:moveTo>
                  <a:pt x="218153" y="218295"/>
                </a:moveTo>
                <a:cubicBezTo>
                  <a:pt x="217500" y="217074"/>
                  <a:pt x="216714" y="216071"/>
                  <a:pt x="216411" y="216071"/>
                </a:cubicBezTo>
                <a:cubicBezTo>
                  <a:pt x="216098" y="216071"/>
                  <a:pt x="216382" y="217074"/>
                  <a:pt x="217045" y="218295"/>
                </a:cubicBezTo>
                <a:cubicBezTo>
                  <a:pt x="217698" y="219517"/>
                  <a:pt x="218484" y="220520"/>
                  <a:pt x="218787" y="220520"/>
                </a:cubicBezTo>
                <a:cubicBezTo>
                  <a:pt x="219099" y="220520"/>
                  <a:pt x="218806" y="219517"/>
                  <a:pt x="218153" y="218295"/>
                </a:cubicBezTo>
                <a:close/>
                <a:moveTo>
                  <a:pt x="226058" y="215228"/>
                </a:moveTo>
                <a:cubicBezTo>
                  <a:pt x="225291" y="213363"/>
                  <a:pt x="223909" y="212095"/>
                  <a:pt x="222668" y="212095"/>
                </a:cubicBezTo>
                <a:cubicBezTo>
                  <a:pt x="220813" y="212095"/>
                  <a:pt x="220908" y="212473"/>
                  <a:pt x="223539" y="215578"/>
                </a:cubicBezTo>
                <a:cubicBezTo>
                  <a:pt x="227033" y="219677"/>
                  <a:pt x="227856" y="219564"/>
                  <a:pt x="226058" y="215228"/>
                </a:cubicBezTo>
                <a:close/>
                <a:moveTo>
                  <a:pt x="109417" y="212663"/>
                </a:moveTo>
                <a:cubicBezTo>
                  <a:pt x="109796" y="211205"/>
                  <a:pt x="109540" y="210533"/>
                  <a:pt x="108707" y="210807"/>
                </a:cubicBezTo>
                <a:cubicBezTo>
                  <a:pt x="107107" y="211347"/>
                  <a:pt x="106274" y="214954"/>
                  <a:pt x="107751" y="214954"/>
                </a:cubicBezTo>
                <a:cubicBezTo>
                  <a:pt x="108338" y="214954"/>
                  <a:pt x="109086" y="213922"/>
                  <a:pt x="109417" y="212663"/>
                </a:cubicBezTo>
                <a:close/>
                <a:moveTo>
                  <a:pt x="254401" y="213846"/>
                </a:moveTo>
                <a:cubicBezTo>
                  <a:pt x="255263" y="213846"/>
                  <a:pt x="256664" y="212170"/>
                  <a:pt x="257516" y="210135"/>
                </a:cubicBezTo>
                <a:cubicBezTo>
                  <a:pt x="260252" y="203584"/>
                  <a:pt x="269188" y="198424"/>
                  <a:pt x="267958" y="204105"/>
                </a:cubicBezTo>
                <a:cubicBezTo>
                  <a:pt x="267655" y="205477"/>
                  <a:pt x="267039" y="207494"/>
                  <a:pt x="266594" y="208563"/>
                </a:cubicBezTo>
                <a:cubicBezTo>
                  <a:pt x="265970" y="210059"/>
                  <a:pt x="266187" y="210372"/>
                  <a:pt x="267494" y="209860"/>
                </a:cubicBezTo>
                <a:cubicBezTo>
                  <a:pt x="268450" y="209501"/>
                  <a:pt x="269378" y="208128"/>
                  <a:pt x="269567" y="206803"/>
                </a:cubicBezTo>
                <a:cubicBezTo>
                  <a:pt x="269756" y="205487"/>
                  <a:pt x="272274" y="202666"/>
                  <a:pt x="275171" y="200526"/>
                </a:cubicBezTo>
                <a:cubicBezTo>
                  <a:pt x="278608" y="197980"/>
                  <a:pt x="280047" y="196266"/>
                  <a:pt x="279327" y="195547"/>
                </a:cubicBezTo>
                <a:cubicBezTo>
                  <a:pt x="278617" y="194827"/>
                  <a:pt x="277150" y="195092"/>
                  <a:pt x="275086" y="196313"/>
                </a:cubicBezTo>
                <a:cubicBezTo>
                  <a:pt x="273354" y="197336"/>
                  <a:pt x="269851" y="198510"/>
                  <a:pt x="267304" y="198917"/>
                </a:cubicBezTo>
                <a:cubicBezTo>
                  <a:pt x="264758" y="199324"/>
                  <a:pt x="262675" y="200100"/>
                  <a:pt x="262675" y="200640"/>
                </a:cubicBezTo>
                <a:cubicBezTo>
                  <a:pt x="262675" y="201170"/>
                  <a:pt x="259542" y="204710"/>
                  <a:pt x="255717" y="208488"/>
                </a:cubicBezTo>
                <a:cubicBezTo>
                  <a:pt x="251892" y="212274"/>
                  <a:pt x="249677" y="215029"/>
                  <a:pt x="250804" y="214603"/>
                </a:cubicBezTo>
                <a:cubicBezTo>
                  <a:pt x="251921" y="214187"/>
                  <a:pt x="253540" y="213846"/>
                  <a:pt x="254401" y="213846"/>
                </a:cubicBezTo>
                <a:close/>
                <a:moveTo>
                  <a:pt x="215777" y="207371"/>
                </a:moveTo>
                <a:cubicBezTo>
                  <a:pt x="211005" y="201946"/>
                  <a:pt x="213542" y="199731"/>
                  <a:pt x="220434" y="203300"/>
                </a:cubicBezTo>
                <a:cubicBezTo>
                  <a:pt x="224524" y="205411"/>
                  <a:pt x="224581" y="204786"/>
                  <a:pt x="220661" y="200753"/>
                </a:cubicBezTo>
                <a:cubicBezTo>
                  <a:pt x="218976" y="199030"/>
                  <a:pt x="216846" y="196522"/>
                  <a:pt x="215928" y="195196"/>
                </a:cubicBezTo>
                <a:lnTo>
                  <a:pt x="214262" y="192773"/>
                </a:lnTo>
                <a:lnTo>
                  <a:pt x="208213" y="194855"/>
                </a:lnTo>
                <a:cubicBezTo>
                  <a:pt x="204066" y="196285"/>
                  <a:pt x="201378" y="196635"/>
                  <a:pt x="199636" y="195973"/>
                </a:cubicBezTo>
                <a:cubicBezTo>
                  <a:pt x="197534" y="195177"/>
                  <a:pt x="196701" y="195565"/>
                  <a:pt x="194827" y="198197"/>
                </a:cubicBezTo>
                <a:cubicBezTo>
                  <a:pt x="193577" y="199949"/>
                  <a:pt x="192555" y="201870"/>
                  <a:pt x="192555" y="202457"/>
                </a:cubicBezTo>
                <a:cubicBezTo>
                  <a:pt x="192555" y="203054"/>
                  <a:pt x="196114" y="205600"/>
                  <a:pt x="200469" y="208118"/>
                </a:cubicBezTo>
                <a:lnTo>
                  <a:pt x="208383" y="212700"/>
                </a:lnTo>
                <a:lnTo>
                  <a:pt x="207664" y="208904"/>
                </a:lnTo>
                <a:cubicBezTo>
                  <a:pt x="207247" y="206661"/>
                  <a:pt x="207436" y="204815"/>
                  <a:pt x="208137" y="204379"/>
                </a:cubicBezTo>
                <a:cubicBezTo>
                  <a:pt x="209538" y="203518"/>
                  <a:pt x="215928" y="210040"/>
                  <a:pt x="215928" y="212331"/>
                </a:cubicBezTo>
                <a:cubicBezTo>
                  <a:pt x="215928" y="213638"/>
                  <a:pt x="216203" y="213675"/>
                  <a:pt x="217471" y="212492"/>
                </a:cubicBezTo>
                <a:cubicBezTo>
                  <a:pt x="218768" y="211280"/>
                  <a:pt x="218494" y="210485"/>
                  <a:pt x="215777" y="207371"/>
                </a:cubicBezTo>
                <a:close/>
                <a:moveTo>
                  <a:pt x="249781" y="204540"/>
                </a:moveTo>
                <a:cubicBezTo>
                  <a:pt x="248626" y="201520"/>
                  <a:pt x="246572" y="203063"/>
                  <a:pt x="246184" y="207248"/>
                </a:cubicBezTo>
                <a:lnTo>
                  <a:pt x="245834" y="211063"/>
                </a:lnTo>
                <a:lnTo>
                  <a:pt x="248181" y="208762"/>
                </a:lnTo>
                <a:cubicBezTo>
                  <a:pt x="249668" y="207295"/>
                  <a:pt x="250255" y="205761"/>
                  <a:pt x="249781" y="204540"/>
                </a:cubicBezTo>
                <a:close/>
                <a:moveTo>
                  <a:pt x="66296" y="203537"/>
                </a:moveTo>
                <a:cubicBezTo>
                  <a:pt x="65255" y="201946"/>
                  <a:pt x="65008" y="200441"/>
                  <a:pt x="65624" y="199447"/>
                </a:cubicBezTo>
                <a:cubicBezTo>
                  <a:pt x="66447" y="198122"/>
                  <a:pt x="67034" y="198169"/>
                  <a:pt x="69467" y="199769"/>
                </a:cubicBezTo>
                <a:cubicBezTo>
                  <a:pt x="71209" y="200905"/>
                  <a:pt x="72345" y="201160"/>
                  <a:pt x="72345" y="200403"/>
                </a:cubicBezTo>
                <a:cubicBezTo>
                  <a:pt x="72345" y="199721"/>
                  <a:pt x="71361" y="198907"/>
                  <a:pt x="70158" y="198595"/>
                </a:cubicBezTo>
                <a:cubicBezTo>
                  <a:pt x="68966" y="198282"/>
                  <a:pt x="66911" y="195821"/>
                  <a:pt x="65614" y="193133"/>
                </a:cubicBezTo>
                <a:cubicBezTo>
                  <a:pt x="63144" y="188030"/>
                  <a:pt x="60493" y="187310"/>
                  <a:pt x="62377" y="192252"/>
                </a:cubicBezTo>
                <a:cubicBezTo>
                  <a:pt x="62964" y="193795"/>
                  <a:pt x="63446" y="196616"/>
                  <a:pt x="63446" y="198519"/>
                </a:cubicBezTo>
                <a:cubicBezTo>
                  <a:pt x="63446" y="200422"/>
                  <a:pt x="64270" y="202893"/>
                  <a:pt x="65283" y="204019"/>
                </a:cubicBezTo>
                <a:cubicBezTo>
                  <a:pt x="67801" y="206803"/>
                  <a:pt x="68284" y="206575"/>
                  <a:pt x="66296" y="203537"/>
                </a:cubicBezTo>
                <a:close/>
                <a:moveTo>
                  <a:pt x="172523" y="204313"/>
                </a:moveTo>
                <a:cubicBezTo>
                  <a:pt x="172523" y="204048"/>
                  <a:pt x="172021" y="203821"/>
                  <a:pt x="171406" y="203821"/>
                </a:cubicBezTo>
                <a:cubicBezTo>
                  <a:pt x="170790" y="203821"/>
                  <a:pt x="170298" y="204351"/>
                  <a:pt x="170298" y="205004"/>
                </a:cubicBezTo>
                <a:cubicBezTo>
                  <a:pt x="170298" y="205648"/>
                  <a:pt x="170790" y="205875"/>
                  <a:pt x="171406" y="205496"/>
                </a:cubicBezTo>
                <a:cubicBezTo>
                  <a:pt x="172021" y="205117"/>
                  <a:pt x="172523" y="204587"/>
                  <a:pt x="172523" y="204313"/>
                </a:cubicBezTo>
                <a:close/>
                <a:moveTo>
                  <a:pt x="261520" y="194032"/>
                </a:moveTo>
                <a:cubicBezTo>
                  <a:pt x="265269" y="187774"/>
                  <a:pt x="265638" y="186591"/>
                  <a:pt x="264266" y="185218"/>
                </a:cubicBezTo>
                <a:cubicBezTo>
                  <a:pt x="262202" y="183154"/>
                  <a:pt x="262221" y="174795"/>
                  <a:pt x="264284" y="169844"/>
                </a:cubicBezTo>
                <a:cubicBezTo>
                  <a:pt x="266926" y="163520"/>
                  <a:pt x="269463" y="165357"/>
                  <a:pt x="271015" y="174729"/>
                </a:cubicBezTo>
                <a:cubicBezTo>
                  <a:pt x="271744" y="179150"/>
                  <a:pt x="271972" y="179425"/>
                  <a:pt x="273581" y="177815"/>
                </a:cubicBezTo>
                <a:cubicBezTo>
                  <a:pt x="274546" y="176850"/>
                  <a:pt x="275446" y="174038"/>
                  <a:pt x="275569" y="171577"/>
                </a:cubicBezTo>
                <a:cubicBezTo>
                  <a:pt x="275701" y="169125"/>
                  <a:pt x="276847" y="165092"/>
                  <a:pt x="278134" y="162630"/>
                </a:cubicBezTo>
                <a:cubicBezTo>
                  <a:pt x="281514" y="156146"/>
                  <a:pt x="279999" y="154177"/>
                  <a:pt x="272038" y="154678"/>
                </a:cubicBezTo>
                <a:cubicBezTo>
                  <a:pt x="267475" y="154962"/>
                  <a:pt x="265061" y="154508"/>
                  <a:pt x="262192" y="152813"/>
                </a:cubicBezTo>
                <a:cubicBezTo>
                  <a:pt x="258945" y="150901"/>
                  <a:pt x="258301" y="150816"/>
                  <a:pt x="257752" y="152245"/>
                </a:cubicBezTo>
                <a:cubicBezTo>
                  <a:pt x="256588" y="155275"/>
                  <a:pt x="257061" y="155852"/>
                  <a:pt x="261283" y="156619"/>
                </a:cubicBezTo>
                <a:cubicBezTo>
                  <a:pt x="270286" y="158238"/>
                  <a:pt x="272170" y="161797"/>
                  <a:pt x="265051" y="163719"/>
                </a:cubicBezTo>
                <a:cubicBezTo>
                  <a:pt x="261283" y="164732"/>
                  <a:pt x="260659" y="165376"/>
                  <a:pt x="260100" y="168812"/>
                </a:cubicBezTo>
                <a:cubicBezTo>
                  <a:pt x="259324" y="173621"/>
                  <a:pt x="255263" y="180447"/>
                  <a:pt x="253180" y="180447"/>
                </a:cubicBezTo>
                <a:cubicBezTo>
                  <a:pt x="252337" y="180447"/>
                  <a:pt x="251126" y="182331"/>
                  <a:pt x="250491" y="184622"/>
                </a:cubicBezTo>
                <a:cubicBezTo>
                  <a:pt x="248645" y="191268"/>
                  <a:pt x="249128" y="192527"/>
                  <a:pt x="251599" y="187528"/>
                </a:cubicBezTo>
                <a:cubicBezTo>
                  <a:pt x="254269" y="182142"/>
                  <a:pt x="257591" y="178819"/>
                  <a:pt x="259267" y="179851"/>
                </a:cubicBezTo>
                <a:cubicBezTo>
                  <a:pt x="262325" y="181744"/>
                  <a:pt x="258529" y="195622"/>
                  <a:pt x="254306" y="197980"/>
                </a:cubicBezTo>
                <a:cubicBezTo>
                  <a:pt x="252962" y="198737"/>
                  <a:pt x="252631" y="199769"/>
                  <a:pt x="253180" y="201492"/>
                </a:cubicBezTo>
                <a:cubicBezTo>
                  <a:pt x="254240" y="204824"/>
                  <a:pt x="256010" y="203234"/>
                  <a:pt x="261520" y="194032"/>
                </a:cubicBezTo>
                <a:close/>
                <a:moveTo>
                  <a:pt x="165839" y="200980"/>
                </a:moveTo>
                <a:cubicBezTo>
                  <a:pt x="165839" y="200706"/>
                  <a:pt x="165338" y="200488"/>
                  <a:pt x="164732" y="200488"/>
                </a:cubicBezTo>
                <a:cubicBezTo>
                  <a:pt x="164116" y="200488"/>
                  <a:pt x="163615" y="201018"/>
                  <a:pt x="163615" y="201662"/>
                </a:cubicBezTo>
                <a:cubicBezTo>
                  <a:pt x="163615" y="202315"/>
                  <a:pt x="164116" y="202533"/>
                  <a:pt x="164732" y="202154"/>
                </a:cubicBezTo>
                <a:cubicBezTo>
                  <a:pt x="165338" y="201776"/>
                  <a:pt x="165839" y="201246"/>
                  <a:pt x="165839" y="200980"/>
                </a:cubicBezTo>
                <a:close/>
                <a:moveTo>
                  <a:pt x="187159" y="195755"/>
                </a:moveTo>
                <a:cubicBezTo>
                  <a:pt x="186685" y="190671"/>
                  <a:pt x="184896" y="188503"/>
                  <a:pt x="183097" y="190851"/>
                </a:cubicBezTo>
                <a:cubicBezTo>
                  <a:pt x="182482" y="191646"/>
                  <a:pt x="181033" y="192820"/>
                  <a:pt x="179879" y="193464"/>
                </a:cubicBezTo>
                <a:cubicBezTo>
                  <a:pt x="177947" y="194524"/>
                  <a:pt x="178137" y="194874"/>
                  <a:pt x="182084" y="197554"/>
                </a:cubicBezTo>
                <a:cubicBezTo>
                  <a:pt x="184451" y="199163"/>
                  <a:pt x="186666" y="200488"/>
                  <a:pt x="186998" y="200488"/>
                </a:cubicBezTo>
                <a:cubicBezTo>
                  <a:pt x="187329" y="200488"/>
                  <a:pt x="187405" y="198358"/>
                  <a:pt x="187159" y="195755"/>
                </a:cubicBezTo>
                <a:close/>
                <a:moveTo>
                  <a:pt x="193681" y="189374"/>
                </a:moveTo>
                <a:cubicBezTo>
                  <a:pt x="192791" y="187708"/>
                  <a:pt x="192204" y="182861"/>
                  <a:pt x="192441" y="179055"/>
                </a:cubicBezTo>
                <a:cubicBezTo>
                  <a:pt x="192602" y="176338"/>
                  <a:pt x="195262" y="176632"/>
                  <a:pt x="197487" y="179614"/>
                </a:cubicBezTo>
                <a:cubicBezTo>
                  <a:pt x="199115" y="181801"/>
                  <a:pt x="199257" y="181839"/>
                  <a:pt x="198566" y="179898"/>
                </a:cubicBezTo>
                <a:cubicBezTo>
                  <a:pt x="198140" y="178667"/>
                  <a:pt x="197553" y="176045"/>
                  <a:pt x="197269" y="174047"/>
                </a:cubicBezTo>
                <a:cubicBezTo>
                  <a:pt x="196625" y="169475"/>
                  <a:pt x="195556" y="169484"/>
                  <a:pt x="192839" y="174104"/>
                </a:cubicBezTo>
                <a:cubicBezTo>
                  <a:pt x="191011" y="177200"/>
                  <a:pt x="190756" y="179226"/>
                  <a:pt x="191210" y="187064"/>
                </a:cubicBezTo>
                <a:cubicBezTo>
                  <a:pt x="191693" y="195395"/>
                  <a:pt x="191892" y="196086"/>
                  <a:pt x="193160" y="193710"/>
                </a:cubicBezTo>
                <a:cubicBezTo>
                  <a:pt x="193984" y="192176"/>
                  <a:pt x="194202" y="190349"/>
                  <a:pt x="193681" y="189374"/>
                </a:cubicBezTo>
                <a:close/>
                <a:moveTo>
                  <a:pt x="226237" y="192574"/>
                </a:moveTo>
                <a:cubicBezTo>
                  <a:pt x="227601" y="190169"/>
                  <a:pt x="228746" y="189336"/>
                  <a:pt x="230015" y="189819"/>
                </a:cubicBezTo>
                <a:cubicBezTo>
                  <a:pt x="231624" y="190444"/>
                  <a:pt x="231738" y="189582"/>
                  <a:pt x="231065" y="181867"/>
                </a:cubicBezTo>
                <a:cubicBezTo>
                  <a:pt x="230649" y="177105"/>
                  <a:pt x="229286" y="169390"/>
                  <a:pt x="228036" y="164713"/>
                </a:cubicBezTo>
                <a:cubicBezTo>
                  <a:pt x="225925" y="156808"/>
                  <a:pt x="225527" y="156155"/>
                  <a:pt x="222375" y="155530"/>
                </a:cubicBezTo>
                <a:cubicBezTo>
                  <a:pt x="217263" y="154508"/>
                  <a:pt x="217045" y="154603"/>
                  <a:pt x="217045" y="158030"/>
                </a:cubicBezTo>
                <a:cubicBezTo>
                  <a:pt x="217045" y="161759"/>
                  <a:pt x="212653" y="168765"/>
                  <a:pt x="210314" y="168765"/>
                </a:cubicBezTo>
                <a:cubicBezTo>
                  <a:pt x="208241" y="168765"/>
                  <a:pt x="207635" y="164571"/>
                  <a:pt x="209103" y="160349"/>
                </a:cubicBezTo>
                <a:cubicBezTo>
                  <a:pt x="210239" y="157102"/>
                  <a:pt x="209065" y="155805"/>
                  <a:pt x="207399" y="158465"/>
                </a:cubicBezTo>
                <a:cubicBezTo>
                  <a:pt x="205903" y="160860"/>
                  <a:pt x="205562" y="162971"/>
                  <a:pt x="205458" y="170431"/>
                </a:cubicBezTo>
                <a:lnTo>
                  <a:pt x="205354" y="177664"/>
                </a:lnTo>
                <a:lnTo>
                  <a:pt x="211091" y="177295"/>
                </a:lnTo>
                <a:cubicBezTo>
                  <a:pt x="217159" y="176897"/>
                  <a:pt x="221495" y="178412"/>
                  <a:pt x="221495" y="180939"/>
                </a:cubicBezTo>
                <a:cubicBezTo>
                  <a:pt x="221495" y="184158"/>
                  <a:pt x="207834" y="186383"/>
                  <a:pt x="205070" y="183618"/>
                </a:cubicBezTo>
                <a:cubicBezTo>
                  <a:pt x="203470" y="182018"/>
                  <a:pt x="200876" y="183864"/>
                  <a:pt x="200005" y="187216"/>
                </a:cubicBezTo>
                <a:cubicBezTo>
                  <a:pt x="199560" y="188901"/>
                  <a:pt x="199872" y="189317"/>
                  <a:pt x="201273" y="188929"/>
                </a:cubicBezTo>
                <a:cubicBezTo>
                  <a:pt x="208023" y="187036"/>
                  <a:pt x="210437" y="187102"/>
                  <a:pt x="215294" y="189317"/>
                </a:cubicBezTo>
                <a:cubicBezTo>
                  <a:pt x="218105" y="190595"/>
                  <a:pt x="221021" y="192631"/>
                  <a:pt x="221769" y="193843"/>
                </a:cubicBezTo>
                <a:cubicBezTo>
                  <a:pt x="223577" y="196730"/>
                  <a:pt x="223928" y="196635"/>
                  <a:pt x="226237" y="192574"/>
                </a:cubicBezTo>
                <a:close/>
                <a:moveTo>
                  <a:pt x="51585" y="189866"/>
                </a:moveTo>
                <a:cubicBezTo>
                  <a:pt x="51225" y="188920"/>
                  <a:pt x="50685" y="188380"/>
                  <a:pt x="50392" y="188674"/>
                </a:cubicBezTo>
                <a:cubicBezTo>
                  <a:pt x="50098" y="188967"/>
                  <a:pt x="50193" y="189743"/>
                  <a:pt x="50600" y="190397"/>
                </a:cubicBezTo>
                <a:cubicBezTo>
                  <a:pt x="51698" y="192167"/>
                  <a:pt x="52332" y="191826"/>
                  <a:pt x="51585" y="189866"/>
                </a:cubicBezTo>
                <a:close/>
                <a:moveTo>
                  <a:pt x="175211" y="185673"/>
                </a:moveTo>
                <a:cubicBezTo>
                  <a:pt x="174132" y="185067"/>
                  <a:pt x="172494" y="185067"/>
                  <a:pt x="171141" y="185673"/>
                </a:cubicBezTo>
                <a:cubicBezTo>
                  <a:pt x="169276" y="186506"/>
                  <a:pt x="169588" y="186686"/>
                  <a:pt x="172949" y="186686"/>
                </a:cubicBezTo>
                <a:cubicBezTo>
                  <a:pt x="175959" y="186686"/>
                  <a:pt x="176546" y="186421"/>
                  <a:pt x="175211" y="185673"/>
                </a:cubicBezTo>
                <a:close/>
                <a:moveTo>
                  <a:pt x="186988" y="184300"/>
                </a:moveTo>
                <a:cubicBezTo>
                  <a:pt x="186988" y="183353"/>
                  <a:pt x="186117" y="179595"/>
                  <a:pt x="185038" y="175950"/>
                </a:cubicBezTo>
                <a:cubicBezTo>
                  <a:pt x="183485" y="170639"/>
                  <a:pt x="182643" y="169323"/>
                  <a:pt x="180806" y="169323"/>
                </a:cubicBezTo>
                <a:cubicBezTo>
                  <a:pt x="178459" y="169323"/>
                  <a:pt x="172599" y="163890"/>
                  <a:pt x="170478" y="159753"/>
                </a:cubicBezTo>
                <a:cubicBezTo>
                  <a:pt x="169626" y="158086"/>
                  <a:pt x="169626" y="157073"/>
                  <a:pt x="170478" y="156221"/>
                </a:cubicBezTo>
                <a:cubicBezTo>
                  <a:pt x="171955" y="154754"/>
                  <a:pt x="174208" y="155483"/>
                  <a:pt x="178922" y="158967"/>
                </a:cubicBezTo>
                <a:cubicBezTo>
                  <a:pt x="180910" y="160444"/>
                  <a:pt x="182539" y="161438"/>
                  <a:pt x="182539" y="161191"/>
                </a:cubicBezTo>
                <a:cubicBezTo>
                  <a:pt x="182539" y="159421"/>
                  <a:pt x="179897" y="153741"/>
                  <a:pt x="179074" y="153741"/>
                </a:cubicBezTo>
                <a:cubicBezTo>
                  <a:pt x="177502" y="153741"/>
                  <a:pt x="173640" y="146811"/>
                  <a:pt x="173640" y="144000"/>
                </a:cubicBezTo>
                <a:cubicBezTo>
                  <a:pt x="173640" y="142580"/>
                  <a:pt x="174312" y="141491"/>
                  <a:pt x="175202" y="141491"/>
                </a:cubicBezTo>
                <a:cubicBezTo>
                  <a:pt x="176754" y="141491"/>
                  <a:pt x="181772" y="146736"/>
                  <a:pt x="182898" y="149519"/>
                </a:cubicBezTo>
                <a:cubicBezTo>
                  <a:pt x="183353" y="150636"/>
                  <a:pt x="183741" y="150579"/>
                  <a:pt x="184640" y="149282"/>
                </a:cubicBezTo>
                <a:cubicBezTo>
                  <a:pt x="185369" y="148241"/>
                  <a:pt x="185398" y="147474"/>
                  <a:pt x="184726" y="147247"/>
                </a:cubicBezTo>
                <a:cubicBezTo>
                  <a:pt x="184129" y="147039"/>
                  <a:pt x="183646" y="146187"/>
                  <a:pt x="183646" y="145335"/>
                </a:cubicBezTo>
                <a:cubicBezTo>
                  <a:pt x="183646" y="143697"/>
                  <a:pt x="186742" y="141699"/>
                  <a:pt x="191371" y="140364"/>
                </a:cubicBezTo>
                <a:lnTo>
                  <a:pt x="194221" y="139550"/>
                </a:lnTo>
                <a:lnTo>
                  <a:pt x="191068" y="138291"/>
                </a:lnTo>
                <a:cubicBezTo>
                  <a:pt x="189336" y="137591"/>
                  <a:pt x="187348" y="137382"/>
                  <a:pt x="186647" y="137808"/>
                </a:cubicBezTo>
                <a:cubicBezTo>
                  <a:pt x="183807" y="139560"/>
                  <a:pt x="174748" y="137269"/>
                  <a:pt x="174748" y="134798"/>
                </a:cubicBezTo>
                <a:cubicBezTo>
                  <a:pt x="174748" y="134221"/>
                  <a:pt x="175874" y="133463"/>
                  <a:pt x="177247" y="133113"/>
                </a:cubicBezTo>
                <a:cubicBezTo>
                  <a:pt x="179519" y="132545"/>
                  <a:pt x="179755" y="131825"/>
                  <a:pt x="179755" y="125331"/>
                </a:cubicBezTo>
                <a:cubicBezTo>
                  <a:pt x="179755" y="118354"/>
                  <a:pt x="179708" y="118231"/>
                  <a:pt x="177673" y="120266"/>
                </a:cubicBezTo>
                <a:cubicBezTo>
                  <a:pt x="176527" y="121412"/>
                  <a:pt x="175401" y="123958"/>
                  <a:pt x="175174" y="125937"/>
                </a:cubicBezTo>
                <a:cubicBezTo>
                  <a:pt x="174435" y="132308"/>
                  <a:pt x="166928" y="141491"/>
                  <a:pt x="162460" y="141491"/>
                </a:cubicBezTo>
                <a:cubicBezTo>
                  <a:pt x="160216" y="141491"/>
                  <a:pt x="161958" y="132961"/>
                  <a:pt x="165205" y="128058"/>
                </a:cubicBezTo>
                <a:lnTo>
                  <a:pt x="168102" y="123684"/>
                </a:lnTo>
                <a:lnTo>
                  <a:pt x="165517" y="123684"/>
                </a:lnTo>
                <a:cubicBezTo>
                  <a:pt x="164107" y="123684"/>
                  <a:pt x="162393" y="124233"/>
                  <a:pt x="161721" y="124915"/>
                </a:cubicBezTo>
                <a:cubicBezTo>
                  <a:pt x="161049" y="125587"/>
                  <a:pt x="158588" y="126136"/>
                  <a:pt x="156259" y="126136"/>
                </a:cubicBezTo>
                <a:cubicBezTo>
                  <a:pt x="152908" y="126136"/>
                  <a:pt x="150976" y="127054"/>
                  <a:pt x="147086" y="130472"/>
                </a:cubicBezTo>
                <a:cubicBezTo>
                  <a:pt x="142532" y="134476"/>
                  <a:pt x="140667" y="135328"/>
                  <a:pt x="137316" y="134931"/>
                </a:cubicBezTo>
                <a:cubicBezTo>
                  <a:pt x="136019" y="134779"/>
                  <a:pt x="134712" y="138234"/>
                  <a:pt x="134694" y="141889"/>
                </a:cubicBezTo>
                <a:cubicBezTo>
                  <a:pt x="134684" y="143025"/>
                  <a:pt x="136237" y="147237"/>
                  <a:pt x="138149" y="151251"/>
                </a:cubicBezTo>
                <a:lnTo>
                  <a:pt x="141633" y="158531"/>
                </a:lnTo>
                <a:lnTo>
                  <a:pt x="143110" y="155029"/>
                </a:lnTo>
                <a:cubicBezTo>
                  <a:pt x="144908" y="150750"/>
                  <a:pt x="149537" y="145950"/>
                  <a:pt x="151876" y="145950"/>
                </a:cubicBezTo>
                <a:cubicBezTo>
                  <a:pt x="155511" y="145950"/>
                  <a:pt x="152993" y="155464"/>
                  <a:pt x="147862" y="161087"/>
                </a:cubicBezTo>
                <a:cubicBezTo>
                  <a:pt x="145864" y="163274"/>
                  <a:pt x="145855" y="163520"/>
                  <a:pt x="147616" y="164978"/>
                </a:cubicBezTo>
                <a:cubicBezTo>
                  <a:pt x="148790" y="165953"/>
                  <a:pt x="149651" y="166105"/>
                  <a:pt x="149897" y="165376"/>
                </a:cubicBezTo>
                <a:cubicBezTo>
                  <a:pt x="150115" y="164742"/>
                  <a:pt x="151213" y="162488"/>
                  <a:pt x="152349" y="160368"/>
                </a:cubicBezTo>
                <a:cubicBezTo>
                  <a:pt x="156855" y="151952"/>
                  <a:pt x="160860" y="157121"/>
                  <a:pt x="157584" y="167137"/>
                </a:cubicBezTo>
                <a:lnTo>
                  <a:pt x="155757" y="172713"/>
                </a:lnTo>
                <a:lnTo>
                  <a:pt x="158853" y="175430"/>
                </a:lnTo>
                <a:cubicBezTo>
                  <a:pt x="160746" y="177096"/>
                  <a:pt x="163350" y="178165"/>
                  <a:pt x="165565" y="178194"/>
                </a:cubicBezTo>
                <a:cubicBezTo>
                  <a:pt x="169304" y="178222"/>
                  <a:pt x="170478" y="176424"/>
                  <a:pt x="167468" y="175269"/>
                </a:cubicBezTo>
                <a:cubicBezTo>
                  <a:pt x="166530" y="174909"/>
                  <a:pt x="165054" y="173243"/>
                  <a:pt x="164183" y="171577"/>
                </a:cubicBezTo>
                <a:cubicBezTo>
                  <a:pt x="162507" y="168320"/>
                  <a:pt x="161589" y="159838"/>
                  <a:pt x="162791" y="158635"/>
                </a:cubicBezTo>
                <a:cubicBezTo>
                  <a:pt x="165338" y="156098"/>
                  <a:pt x="171623" y="165717"/>
                  <a:pt x="171623" y="172145"/>
                </a:cubicBezTo>
                <a:cubicBezTo>
                  <a:pt x="171623" y="174114"/>
                  <a:pt x="172636" y="177162"/>
                  <a:pt x="173858" y="178923"/>
                </a:cubicBezTo>
                <a:cubicBezTo>
                  <a:pt x="175136" y="180750"/>
                  <a:pt x="175732" y="181166"/>
                  <a:pt x="175259" y="179898"/>
                </a:cubicBezTo>
                <a:cubicBezTo>
                  <a:pt x="172797" y="173300"/>
                  <a:pt x="173375" y="167752"/>
                  <a:pt x="176404" y="168916"/>
                </a:cubicBezTo>
                <a:cubicBezTo>
                  <a:pt x="179055" y="169929"/>
                  <a:pt x="183646" y="178535"/>
                  <a:pt x="183646" y="182492"/>
                </a:cubicBezTo>
                <a:cubicBezTo>
                  <a:pt x="183646" y="184887"/>
                  <a:pt x="184186" y="186013"/>
                  <a:pt x="185322" y="186013"/>
                </a:cubicBezTo>
                <a:cubicBezTo>
                  <a:pt x="186240" y="186013"/>
                  <a:pt x="186988" y="185247"/>
                  <a:pt x="186988" y="184300"/>
                </a:cubicBezTo>
                <a:close/>
                <a:moveTo>
                  <a:pt x="278201" y="182473"/>
                </a:moveTo>
                <a:cubicBezTo>
                  <a:pt x="279535" y="182056"/>
                  <a:pt x="279507" y="181858"/>
                  <a:pt x="278030" y="181290"/>
                </a:cubicBezTo>
                <a:cubicBezTo>
                  <a:pt x="276951" y="180873"/>
                  <a:pt x="275427" y="181526"/>
                  <a:pt x="274187" y="182918"/>
                </a:cubicBezTo>
                <a:cubicBezTo>
                  <a:pt x="272180" y="185171"/>
                  <a:pt x="272189" y="185199"/>
                  <a:pt x="274367" y="184101"/>
                </a:cubicBezTo>
                <a:cubicBezTo>
                  <a:pt x="275588" y="183486"/>
                  <a:pt x="277311" y="182747"/>
                  <a:pt x="278201" y="182473"/>
                </a:cubicBezTo>
                <a:close/>
                <a:moveTo>
                  <a:pt x="249299" y="178999"/>
                </a:moveTo>
                <a:cubicBezTo>
                  <a:pt x="249308" y="178497"/>
                  <a:pt x="248816" y="178402"/>
                  <a:pt x="248210" y="178781"/>
                </a:cubicBezTo>
                <a:cubicBezTo>
                  <a:pt x="247595" y="179159"/>
                  <a:pt x="247102" y="180314"/>
                  <a:pt x="247112" y="181356"/>
                </a:cubicBezTo>
                <a:cubicBezTo>
                  <a:pt x="247121" y="182975"/>
                  <a:pt x="247273" y="183003"/>
                  <a:pt x="248210" y="181564"/>
                </a:cubicBezTo>
                <a:cubicBezTo>
                  <a:pt x="248797" y="180646"/>
                  <a:pt x="249289" y="179491"/>
                  <a:pt x="249299" y="178999"/>
                </a:cubicBezTo>
                <a:close/>
                <a:moveTo>
                  <a:pt x="145959" y="175960"/>
                </a:moveTo>
                <a:cubicBezTo>
                  <a:pt x="144520" y="174757"/>
                  <a:pt x="142769" y="173773"/>
                  <a:pt x="142068" y="173782"/>
                </a:cubicBezTo>
                <a:cubicBezTo>
                  <a:pt x="141368" y="173782"/>
                  <a:pt x="142305" y="174786"/>
                  <a:pt x="144141" y="175998"/>
                </a:cubicBezTo>
                <a:cubicBezTo>
                  <a:pt x="148392" y="178819"/>
                  <a:pt x="149367" y="178800"/>
                  <a:pt x="145959" y="175960"/>
                </a:cubicBezTo>
                <a:close/>
                <a:moveTo>
                  <a:pt x="137467" y="171359"/>
                </a:moveTo>
                <a:cubicBezTo>
                  <a:pt x="134665" y="169153"/>
                  <a:pt x="134561" y="168822"/>
                  <a:pt x="136274" y="167563"/>
                </a:cubicBezTo>
                <a:cubicBezTo>
                  <a:pt x="137960" y="166332"/>
                  <a:pt x="137628" y="165821"/>
                  <a:pt x="133179" y="162763"/>
                </a:cubicBezTo>
                <a:cubicBezTo>
                  <a:pt x="130433" y="160870"/>
                  <a:pt x="127934" y="158702"/>
                  <a:pt x="127631" y="157925"/>
                </a:cubicBezTo>
                <a:cubicBezTo>
                  <a:pt x="127300" y="157121"/>
                  <a:pt x="127025" y="157405"/>
                  <a:pt x="126978" y="158598"/>
                </a:cubicBezTo>
                <a:cubicBezTo>
                  <a:pt x="126921" y="159743"/>
                  <a:pt x="128389" y="162394"/>
                  <a:pt x="130225" y="164486"/>
                </a:cubicBezTo>
                <a:cubicBezTo>
                  <a:pt x="132062" y="166578"/>
                  <a:pt x="133567" y="169039"/>
                  <a:pt x="133567" y="169948"/>
                </a:cubicBezTo>
                <a:cubicBezTo>
                  <a:pt x="133567" y="170867"/>
                  <a:pt x="134694" y="172069"/>
                  <a:pt x="136066" y="172627"/>
                </a:cubicBezTo>
                <a:cubicBezTo>
                  <a:pt x="140251" y="174303"/>
                  <a:pt x="140695" y="173896"/>
                  <a:pt x="137467" y="171359"/>
                </a:cubicBezTo>
                <a:close/>
                <a:moveTo>
                  <a:pt x="116849" y="165395"/>
                </a:moveTo>
                <a:cubicBezTo>
                  <a:pt x="116072" y="164467"/>
                  <a:pt x="115145" y="163994"/>
                  <a:pt x="114794" y="164344"/>
                </a:cubicBezTo>
                <a:cubicBezTo>
                  <a:pt x="114444" y="164704"/>
                  <a:pt x="114889" y="165452"/>
                  <a:pt x="115788" y="166029"/>
                </a:cubicBezTo>
                <a:cubicBezTo>
                  <a:pt x="118146" y="167515"/>
                  <a:pt x="118449" y="167335"/>
                  <a:pt x="116849" y="165395"/>
                </a:cubicBezTo>
                <a:close/>
                <a:moveTo>
                  <a:pt x="186553" y="158493"/>
                </a:moveTo>
                <a:cubicBezTo>
                  <a:pt x="186183" y="158124"/>
                  <a:pt x="185918" y="158777"/>
                  <a:pt x="185966" y="159951"/>
                </a:cubicBezTo>
                <a:cubicBezTo>
                  <a:pt x="186022" y="161248"/>
                  <a:pt x="186278" y="161513"/>
                  <a:pt x="186638" y="160623"/>
                </a:cubicBezTo>
                <a:cubicBezTo>
                  <a:pt x="186960" y="159819"/>
                  <a:pt x="186922" y="158863"/>
                  <a:pt x="186553" y="158493"/>
                </a:cubicBezTo>
                <a:close/>
                <a:moveTo>
                  <a:pt x="195224" y="159487"/>
                </a:moveTo>
                <a:cubicBezTo>
                  <a:pt x="195537" y="158976"/>
                  <a:pt x="195092" y="158560"/>
                  <a:pt x="194221" y="158560"/>
                </a:cubicBezTo>
                <a:cubicBezTo>
                  <a:pt x="193359" y="158560"/>
                  <a:pt x="192914" y="158976"/>
                  <a:pt x="193227" y="159487"/>
                </a:cubicBezTo>
                <a:cubicBezTo>
                  <a:pt x="193539" y="159999"/>
                  <a:pt x="193994" y="160415"/>
                  <a:pt x="194221" y="160415"/>
                </a:cubicBezTo>
                <a:cubicBezTo>
                  <a:pt x="194457" y="160415"/>
                  <a:pt x="194912" y="159999"/>
                  <a:pt x="195224" y="159487"/>
                </a:cubicBezTo>
                <a:close/>
                <a:moveTo>
                  <a:pt x="245938" y="151308"/>
                </a:moveTo>
                <a:cubicBezTo>
                  <a:pt x="245995" y="145552"/>
                  <a:pt x="247850" y="141122"/>
                  <a:pt x="249876" y="141898"/>
                </a:cubicBezTo>
                <a:cubicBezTo>
                  <a:pt x="251552" y="142542"/>
                  <a:pt x="252678" y="141046"/>
                  <a:pt x="256134" y="133558"/>
                </a:cubicBezTo>
                <a:cubicBezTo>
                  <a:pt x="257932" y="129648"/>
                  <a:pt x="257923" y="129534"/>
                  <a:pt x="255850" y="130084"/>
                </a:cubicBezTo>
                <a:cubicBezTo>
                  <a:pt x="254666" y="130386"/>
                  <a:pt x="253152" y="131702"/>
                  <a:pt x="252489" y="133009"/>
                </a:cubicBezTo>
                <a:cubicBezTo>
                  <a:pt x="251826" y="134306"/>
                  <a:pt x="249895" y="136871"/>
                  <a:pt x="248210" y="138708"/>
                </a:cubicBezTo>
                <a:cubicBezTo>
                  <a:pt x="246051" y="141065"/>
                  <a:pt x="244963" y="143687"/>
                  <a:pt x="244508" y="147616"/>
                </a:cubicBezTo>
                <a:cubicBezTo>
                  <a:pt x="244158" y="150674"/>
                  <a:pt x="243562" y="154934"/>
                  <a:pt x="243183" y="157073"/>
                </a:cubicBezTo>
                <a:cubicBezTo>
                  <a:pt x="242511" y="160964"/>
                  <a:pt x="242511" y="160964"/>
                  <a:pt x="244205" y="158190"/>
                </a:cubicBezTo>
                <a:cubicBezTo>
                  <a:pt x="245133" y="156657"/>
                  <a:pt x="245919" y="153561"/>
                  <a:pt x="245938" y="151308"/>
                </a:cubicBezTo>
                <a:close/>
                <a:moveTo>
                  <a:pt x="201463" y="154319"/>
                </a:moveTo>
                <a:cubicBezTo>
                  <a:pt x="201463" y="154035"/>
                  <a:pt x="199920" y="153003"/>
                  <a:pt x="198045" y="152028"/>
                </a:cubicBezTo>
                <a:cubicBezTo>
                  <a:pt x="190349" y="148052"/>
                  <a:pt x="201823" y="145013"/>
                  <a:pt x="209955" y="148875"/>
                </a:cubicBezTo>
                <a:cubicBezTo>
                  <a:pt x="213789" y="150693"/>
                  <a:pt x="216742" y="150087"/>
                  <a:pt x="213666" y="148118"/>
                </a:cubicBezTo>
                <a:cubicBezTo>
                  <a:pt x="209898" y="145694"/>
                  <a:pt x="200204" y="143261"/>
                  <a:pt x="199418" y="144539"/>
                </a:cubicBezTo>
                <a:cubicBezTo>
                  <a:pt x="198983" y="145240"/>
                  <a:pt x="197260" y="146329"/>
                  <a:pt x="195593" y="146963"/>
                </a:cubicBezTo>
                <a:cubicBezTo>
                  <a:pt x="192469" y="148156"/>
                  <a:pt x="191352" y="151516"/>
                  <a:pt x="194088" y="151516"/>
                </a:cubicBezTo>
                <a:cubicBezTo>
                  <a:pt x="194931" y="151516"/>
                  <a:pt x="196247" y="152264"/>
                  <a:pt x="197004" y="153183"/>
                </a:cubicBezTo>
                <a:cubicBezTo>
                  <a:pt x="198282" y="154726"/>
                  <a:pt x="201463" y="155540"/>
                  <a:pt x="201463" y="154319"/>
                </a:cubicBezTo>
                <a:close/>
                <a:moveTo>
                  <a:pt x="240419" y="140648"/>
                </a:moveTo>
                <a:cubicBezTo>
                  <a:pt x="240419" y="131636"/>
                  <a:pt x="240229" y="130812"/>
                  <a:pt x="237938" y="129790"/>
                </a:cubicBezTo>
                <a:cubicBezTo>
                  <a:pt x="236575" y="129194"/>
                  <a:pt x="234407" y="127120"/>
                  <a:pt x="233110" y="125189"/>
                </a:cubicBezTo>
                <a:lnTo>
                  <a:pt x="230763" y="121677"/>
                </a:lnTo>
                <a:lnTo>
                  <a:pt x="229371" y="125549"/>
                </a:lnTo>
                <a:cubicBezTo>
                  <a:pt x="228595" y="127679"/>
                  <a:pt x="228263" y="129714"/>
                  <a:pt x="228623" y="130074"/>
                </a:cubicBezTo>
                <a:cubicBezTo>
                  <a:pt x="228992" y="130443"/>
                  <a:pt x="229286" y="130150"/>
                  <a:pt x="229286" y="129440"/>
                </a:cubicBezTo>
                <a:cubicBezTo>
                  <a:pt x="229286" y="128720"/>
                  <a:pt x="230213" y="128143"/>
                  <a:pt x="231340" y="128143"/>
                </a:cubicBezTo>
                <a:cubicBezTo>
                  <a:pt x="234190" y="128143"/>
                  <a:pt x="237456" y="135801"/>
                  <a:pt x="237418" y="142362"/>
                </a:cubicBezTo>
                <a:cubicBezTo>
                  <a:pt x="237380" y="146868"/>
                  <a:pt x="238516" y="150399"/>
                  <a:pt x="239993" y="150399"/>
                </a:cubicBezTo>
                <a:cubicBezTo>
                  <a:pt x="240229" y="150399"/>
                  <a:pt x="240419" y="146007"/>
                  <a:pt x="240419" y="140648"/>
                </a:cubicBezTo>
                <a:close/>
                <a:moveTo>
                  <a:pt x="276355" y="145325"/>
                </a:moveTo>
                <a:cubicBezTo>
                  <a:pt x="276923" y="142324"/>
                  <a:pt x="276563" y="141690"/>
                  <a:pt x="273306" y="139929"/>
                </a:cubicBezTo>
                <a:cubicBezTo>
                  <a:pt x="268601" y="137401"/>
                  <a:pt x="266433" y="137884"/>
                  <a:pt x="263802" y="142050"/>
                </a:cubicBezTo>
                <a:lnTo>
                  <a:pt x="261700" y="145391"/>
                </a:lnTo>
                <a:lnTo>
                  <a:pt x="265610" y="145675"/>
                </a:lnTo>
                <a:cubicBezTo>
                  <a:pt x="267749" y="145827"/>
                  <a:pt x="270854" y="146660"/>
                  <a:pt x="272492" y="147521"/>
                </a:cubicBezTo>
                <a:cubicBezTo>
                  <a:pt x="274130" y="148383"/>
                  <a:pt x="275531" y="149008"/>
                  <a:pt x="275597" y="148913"/>
                </a:cubicBezTo>
                <a:cubicBezTo>
                  <a:pt x="275664" y="148809"/>
                  <a:pt x="276004" y="147200"/>
                  <a:pt x="276355" y="145325"/>
                </a:cubicBezTo>
                <a:close/>
                <a:moveTo>
                  <a:pt x="221002" y="146471"/>
                </a:moveTo>
                <a:cubicBezTo>
                  <a:pt x="219819" y="145571"/>
                  <a:pt x="218342" y="144833"/>
                  <a:pt x="217727" y="144833"/>
                </a:cubicBezTo>
                <a:cubicBezTo>
                  <a:pt x="217121" y="144833"/>
                  <a:pt x="217585" y="145571"/>
                  <a:pt x="218778" y="146471"/>
                </a:cubicBezTo>
                <a:cubicBezTo>
                  <a:pt x="219961" y="147370"/>
                  <a:pt x="221438" y="148099"/>
                  <a:pt x="222053" y="148099"/>
                </a:cubicBezTo>
                <a:cubicBezTo>
                  <a:pt x="222659" y="148099"/>
                  <a:pt x="222195" y="147370"/>
                  <a:pt x="221002" y="146471"/>
                </a:cubicBezTo>
                <a:close/>
                <a:moveTo>
                  <a:pt x="213230" y="142031"/>
                </a:moveTo>
                <a:cubicBezTo>
                  <a:pt x="212047" y="141131"/>
                  <a:pt x="210807" y="140677"/>
                  <a:pt x="210475" y="141008"/>
                </a:cubicBezTo>
                <a:cubicBezTo>
                  <a:pt x="209775" y="141709"/>
                  <a:pt x="212605" y="143697"/>
                  <a:pt x="214262" y="143668"/>
                </a:cubicBezTo>
                <a:cubicBezTo>
                  <a:pt x="214868" y="143659"/>
                  <a:pt x="214404" y="142921"/>
                  <a:pt x="213230" y="142031"/>
                </a:cubicBezTo>
                <a:close/>
                <a:moveTo>
                  <a:pt x="294474" y="141368"/>
                </a:moveTo>
                <a:cubicBezTo>
                  <a:pt x="294947" y="140601"/>
                  <a:pt x="297494" y="140317"/>
                  <a:pt x="301110" y="140620"/>
                </a:cubicBezTo>
                <a:cubicBezTo>
                  <a:pt x="305664" y="140989"/>
                  <a:pt x="306847" y="140772"/>
                  <a:pt x="306412" y="139626"/>
                </a:cubicBezTo>
                <a:cubicBezTo>
                  <a:pt x="306099" y="138821"/>
                  <a:pt x="304878" y="138159"/>
                  <a:pt x="303695" y="138159"/>
                </a:cubicBezTo>
                <a:cubicBezTo>
                  <a:pt x="302511" y="138159"/>
                  <a:pt x="299671" y="137203"/>
                  <a:pt x="297390" y="136038"/>
                </a:cubicBezTo>
                <a:cubicBezTo>
                  <a:pt x="294626" y="134628"/>
                  <a:pt x="292126" y="134145"/>
                  <a:pt x="289921" y="134609"/>
                </a:cubicBezTo>
                <a:lnTo>
                  <a:pt x="286607" y="135300"/>
                </a:lnTo>
                <a:lnTo>
                  <a:pt x="290498" y="135887"/>
                </a:lnTo>
                <a:cubicBezTo>
                  <a:pt x="295137" y="136597"/>
                  <a:pt x="295667" y="139115"/>
                  <a:pt x="291615" y="141169"/>
                </a:cubicBezTo>
                <a:cubicBezTo>
                  <a:pt x="288955" y="142513"/>
                  <a:pt x="288936" y="142580"/>
                  <a:pt x="291274" y="142589"/>
                </a:cubicBezTo>
                <a:cubicBezTo>
                  <a:pt x="292609" y="142599"/>
                  <a:pt x="294058" y="142050"/>
                  <a:pt x="294474" y="141368"/>
                </a:cubicBezTo>
                <a:close/>
                <a:moveTo>
                  <a:pt x="283417" y="137610"/>
                </a:moveTo>
                <a:lnTo>
                  <a:pt x="286607" y="135943"/>
                </a:lnTo>
                <a:lnTo>
                  <a:pt x="283635" y="135934"/>
                </a:lnTo>
                <a:cubicBezTo>
                  <a:pt x="279195" y="135925"/>
                  <a:pt x="276582" y="137108"/>
                  <a:pt x="278447" y="138291"/>
                </a:cubicBezTo>
                <a:cubicBezTo>
                  <a:pt x="280293" y="139465"/>
                  <a:pt x="279696" y="139550"/>
                  <a:pt x="283417" y="137610"/>
                </a:cubicBezTo>
                <a:close/>
                <a:moveTo>
                  <a:pt x="195167" y="135328"/>
                </a:moveTo>
                <a:cubicBezTo>
                  <a:pt x="194798" y="134381"/>
                  <a:pt x="194268" y="133842"/>
                  <a:pt x="193975" y="134135"/>
                </a:cubicBezTo>
                <a:cubicBezTo>
                  <a:pt x="193681" y="134429"/>
                  <a:pt x="193776" y="135205"/>
                  <a:pt x="194183" y="135858"/>
                </a:cubicBezTo>
                <a:cubicBezTo>
                  <a:pt x="195272" y="137629"/>
                  <a:pt x="195915" y="137288"/>
                  <a:pt x="195167" y="135328"/>
                </a:cubicBezTo>
                <a:close/>
                <a:moveTo>
                  <a:pt x="129421" y="130898"/>
                </a:moveTo>
                <a:cubicBezTo>
                  <a:pt x="126278" y="128701"/>
                  <a:pt x="122860" y="120588"/>
                  <a:pt x="124413" y="119036"/>
                </a:cubicBezTo>
                <a:cubicBezTo>
                  <a:pt x="125331" y="118117"/>
                  <a:pt x="126410" y="118278"/>
                  <a:pt x="128502" y="119651"/>
                </a:cubicBezTo>
                <a:cubicBezTo>
                  <a:pt x="130973" y="121270"/>
                  <a:pt x="131342" y="121289"/>
                  <a:pt x="131342" y="119812"/>
                </a:cubicBezTo>
                <a:cubicBezTo>
                  <a:pt x="131342" y="118884"/>
                  <a:pt x="130642" y="118117"/>
                  <a:pt x="129790" y="118117"/>
                </a:cubicBezTo>
                <a:cubicBezTo>
                  <a:pt x="127991" y="118117"/>
                  <a:pt x="124659" y="110468"/>
                  <a:pt x="124659" y="106331"/>
                </a:cubicBezTo>
                <a:cubicBezTo>
                  <a:pt x="124659" y="103974"/>
                  <a:pt x="124413" y="103747"/>
                  <a:pt x="123191" y="104968"/>
                </a:cubicBezTo>
                <a:cubicBezTo>
                  <a:pt x="122226" y="105934"/>
                  <a:pt x="121752" y="109115"/>
                  <a:pt x="121828" y="114227"/>
                </a:cubicBezTo>
                <a:cubicBezTo>
                  <a:pt x="121923" y="120664"/>
                  <a:pt x="122500" y="122983"/>
                  <a:pt x="125160" y="127584"/>
                </a:cubicBezTo>
                <a:cubicBezTo>
                  <a:pt x="129932" y="135820"/>
                  <a:pt x="130699" y="136691"/>
                  <a:pt x="131162" y="134334"/>
                </a:cubicBezTo>
                <a:cubicBezTo>
                  <a:pt x="131371" y="133264"/>
                  <a:pt x="130585" y="131712"/>
                  <a:pt x="129421" y="130898"/>
                </a:cubicBezTo>
                <a:close/>
                <a:moveTo>
                  <a:pt x="207843" y="131825"/>
                </a:moveTo>
                <a:cubicBezTo>
                  <a:pt x="206812" y="130784"/>
                  <a:pt x="205647" y="130254"/>
                  <a:pt x="205268" y="130633"/>
                </a:cubicBezTo>
                <a:cubicBezTo>
                  <a:pt x="204170" y="131731"/>
                  <a:pt x="205855" y="133700"/>
                  <a:pt x="207881" y="133700"/>
                </a:cubicBezTo>
                <a:cubicBezTo>
                  <a:pt x="209585" y="133700"/>
                  <a:pt x="209585" y="133558"/>
                  <a:pt x="207843" y="131825"/>
                </a:cubicBezTo>
                <a:close/>
                <a:moveTo>
                  <a:pt x="279990" y="131011"/>
                </a:moveTo>
                <a:cubicBezTo>
                  <a:pt x="282073" y="129487"/>
                  <a:pt x="282054" y="129373"/>
                  <a:pt x="279091" y="127035"/>
                </a:cubicBezTo>
                <a:cubicBezTo>
                  <a:pt x="277405" y="125719"/>
                  <a:pt x="275995" y="123798"/>
                  <a:pt x="275957" y="122775"/>
                </a:cubicBezTo>
                <a:cubicBezTo>
                  <a:pt x="275910" y="121743"/>
                  <a:pt x="275162" y="122851"/>
                  <a:pt x="274291" y="125237"/>
                </a:cubicBezTo>
                <a:cubicBezTo>
                  <a:pt x="273410" y="127622"/>
                  <a:pt x="272132" y="130254"/>
                  <a:pt x="271451" y="131078"/>
                </a:cubicBezTo>
                <a:cubicBezTo>
                  <a:pt x="270438" y="132299"/>
                  <a:pt x="270930" y="132592"/>
                  <a:pt x="274016" y="132592"/>
                </a:cubicBezTo>
                <a:cubicBezTo>
                  <a:pt x="276118" y="132592"/>
                  <a:pt x="278807" y="131882"/>
                  <a:pt x="279990" y="131011"/>
                </a:cubicBezTo>
                <a:close/>
                <a:moveTo>
                  <a:pt x="198642" y="125549"/>
                </a:moveTo>
                <a:cubicBezTo>
                  <a:pt x="198159" y="121961"/>
                  <a:pt x="198424" y="120361"/>
                  <a:pt x="199702" y="119301"/>
                </a:cubicBezTo>
                <a:cubicBezTo>
                  <a:pt x="201160" y="118099"/>
                  <a:pt x="201718" y="118401"/>
                  <a:pt x="203385" y="121336"/>
                </a:cubicBezTo>
                <a:cubicBezTo>
                  <a:pt x="204473" y="123230"/>
                  <a:pt x="206187" y="124792"/>
                  <a:pt x="207209" y="124792"/>
                </a:cubicBezTo>
                <a:cubicBezTo>
                  <a:pt x="208232" y="124792"/>
                  <a:pt x="209888" y="125113"/>
                  <a:pt x="210882" y="125492"/>
                </a:cubicBezTo>
                <a:cubicBezTo>
                  <a:pt x="212406" y="126079"/>
                  <a:pt x="212321" y="125416"/>
                  <a:pt x="210305" y="121270"/>
                </a:cubicBezTo>
                <a:cubicBezTo>
                  <a:pt x="208033" y="116584"/>
                  <a:pt x="207455" y="116186"/>
                  <a:pt x="198509" y="113157"/>
                </a:cubicBezTo>
                <a:cubicBezTo>
                  <a:pt x="189497" y="110090"/>
                  <a:pt x="189033" y="110042"/>
                  <a:pt x="187215" y="111945"/>
                </a:cubicBezTo>
                <a:cubicBezTo>
                  <a:pt x="185814" y="113412"/>
                  <a:pt x="185682" y="114075"/>
                  <a:pt x="186714" y="114454"/>
                </a:cubicBezTo>
                <a:cubicBezTo>
                  <a:pt x="187480" y="114738"/>
                  <a:pt x="188115" y="116802"/>
                  <a:pt x="188134" y="119045"/>
                </a:cubicBezTo>
                <a:cubicBezTo>
                  <a:pt x="188190" y="124792"/>
                  <a:pt x="192365" y="129336"/>
                  <a:pt x="198433" y="130235"/>
                </a:cubicBezTo>
                <a:cubicBezTo>
                  <a:pt x="198907" y="130311"/>
                  <a:pt x="199001" y="128200"/>
                  <a:pt x="198642" y="125549"/>
                </a:cubicBezTo>
                <a:close/>
                <a:moveTo>
                  <a:pt x="311931" y="128512"/>
                </a:moveTo>
                <a:cubicBezTo>
                  <a:pt x="311164" y="128209"/>
                  <a:pt x="309914" y="128209"/>
                  <a:pt x="309148" y="128512"/>
                </a:cubicBezTo>
                <a:cubicBezTo>
                  <a:pt x="308381" y="128824"/>
                  <a:pt x="309006" y="129080"/>
                  <a:pt x="310539" y="129080"/>
                </a:cubicBezTo>
                <a:cubicBezTo>
                  <a:pt x="312063" y="129080"/>
                  <a:pt x="312688" y="128824"/>
                  <a:pt x="311931" y="128512"/>
                </a:cubicBezTo>
                <a:close/>
                <a:moveTo>
                  <a:pt x="141784" y="122094"/>
                </a:moveTo>
                <a:cubicBezTo>
                  <a:pt x="141472" y="121260"/>
                  <a:pt x="140033" y="120352"/>
                  <a:pt x="138603" y="120077"/>
                </a:cubicBezTo>
                <a:cubicBezTo>
                  <a:pt x="136445" y="119670"/>
                  <a:pt x="135886" y="120143"/>
                  <a:pt x="135347" y="122860"/>
                </a:cubicBezTo>
                <a:cubicBezTo>
                  <a:pt x="134978" y="124668"/>
                  <a:pt x="134968" y="126600"/>
                  <a:pt x="135318" y="127158"/>
                </a:cubicBezTo>
                <a:cubicBezTo>
                  <a:pt x="136265" y="128701"/>
                  <a:pt x="142456" y="123845"/>
                  <a:pt x="141784" y="122094"/>
                </a:cubicBezTo>
                <a:close/>
                <a:moveTo>
                  <a:pt x="260100" y="120484"/>
                </a:moveTo>
                <a:cubicBezTo>
                  <a:pt x="263272" y="118856"/>
                  <a:pt x="266831" y="118884"/>
                  <a:pt x="267390" y="120560"/>
                </a:cubicBezTo>
                <a:cubicBezTo>
                  <a:pt x="268242" y="123135"/>
                  <a:pt x="271848" y="111898"/>
                  <a:pt x="272795" y="103728"/>
                </a:cubicBezTo>
                <a:cubicBezTo>
                  <a:pt x="273950" y="93655"/>
                  <a:pt x="272852" y="91355"/>
                  <a:pt x="268526" y="94763"/>
                </a:cubicBezTo>
                <a:cubicBezTo>
                  <a:pt x="265146" y="97423"/>
                  <a:pt x="254789" y="97877"/>
                  <a:pt x="252782" y="95454"/>
                </a:cubicBezTo>
                <a:cubicBezTo>
                  <a:pt x="251135" y="93475"/>
                  <a:pt x="252792" y="92093"/>
                  <a:pt x="259021" y="90247"/>
                </a:cubicBezTo>
                <a:cubicBezTo>
                  <a:pt x="264938" y="88486"/>
                  <a:pt x="264199" y="87085"/>
                  <a:pt x="257364" y="87076"/>
                </a:cubicBezTo>
                <a:cubicBezTo>
                  <a:pt x="254467" y="87066"/>
                  <a:pt x="251097" y="86915"/>
                  <a:pt x="249876" y="86735"/>
                </a:cubicBezTo>
                <a:cubicBezTo>
                  <a:pt x="248333" y="86498"/>
                  <a:pt x="247746" y="86962"/>
                  <a:pt x="247945" y="88221"/>
                </a:cubicBezTo>
                <a:cubicBezTo>
                  <a:pt x="248115" y="89225"/>
                  <a:pt x="247386" y="90370"/>
                  <a:pt x="246345" y="90777"/>
                </a:cubicBezTo>
                <a:cubicBezTo>
                  <a:pt x="244773" y="91374"/>
                  <a:pt x="245124" y="91913"/>
                  <a:pt x="248267" y="93797"/>
                </a:cubicBezTo>
                <a:cubicBezTo>
                  <a:pt x="250378" y="95056"/>
                  <a:pt x="253492" y="97395"/>
                  <a:pt x="255196" y="98994"/>
                </a:cubicBezTo>
                <a:cubicBezTo>
                  <a:pt x="258765" y="102346"/>
                  <a:pt x="258576" y="105858"/>
                  <a:pt x="254496" y="112551"/>
                </a:cubicBezTo>
                <a:cubicBezTo>
                  <a:pt x="253189" y="114700"/>
                  <a:pt x="252281" y="116953"/>
                  <a:pt x="252489" y="117568"/>
                </a:cubicBezTo>
                <a:cubicBezTo>
                  <a:pt x="252697" y="118174"/>
                  <a:pt x="252868" y="120342"/>
                  <a:pt x="252877" y="122387"/>
                </a:cubicBezTo>
                <a:lnTo>
                  <a:pt x="252877" y="126089"/>
                </a:lnTo>
                <a:lnTo>
                  <a:pt x="255272" y="123911"/>
                </a:lnTo>
                <a:cubicBezTo>
                  <a:pt x="256588" y="122718"/>
                  <a:pt x="258765" y="121175"/>
                  <a:pt x="260100" y="120484"/>
                </a:cubicBezTo>
                <a:close/>
                <a:moveTo>
                  <a:pt x="247074" y="120068"/>
                </a:moveTo>
                <a:cubicBezTo>
                  <a:pt x="247083" y="119613"/>
                  <a:pt x="246591" y="119235"/>
                  <a:pt x="245976" y="119235"/>
                </a:cubicBezTo>
                <a:cubicBezTo>
                  <a:pt x="245370" y="119235"/>
                  <a:pt x="244878" y="120361"/>
                  <a:pt x="244887" y="121734"/>
                </a:cubicBezTo>
                <a:cubicBezTo>
                  <a:pt x="244896" y="123760"/>
                  <a:pt x="245105" y="123921"/>
                  <a:pt x="245976" y="122576"/>
                </a:cubicBezTo>
                <a:cubicBezTo>
                  <a:pt x="246572" y="121658"/>
                  <a:pt x="247064" y="120531"/>
                  <a:pt x="247074" y="120068"/>
                </a:cubicBezTo>
                <a:close/>
                <a:moveTo>
                  <a:pt x="240220" y="112882"/>
                </a:moveTo>
                <a:cubicBezTo>
                  <a:pt x="239425" y="111926"/>
                  <a:pt x="236547" y="110184"/>
                  <a:pt x="233820" y="109010"/>
                </a:cubicBezTo>
                <a:cubicBezTo>
                  <a:pt x="231094" y="107846"/>
                  <a:pt x="228207" y="105953"/>
                  <a:pt x="227411" y="104807"/>
                </a:cubicBezTo>
                <a:cubicBezTo>
                  <a:pt x="226039" y="102847"/>
                  <a:pt x="225679" y="102819"/>
                  <a:pt x="221561" y="104438"/>
                </a:cubicBezTo>
                <a:cubicBezTo>
                  <a:pt x="216070" y="106596"/>
                  <a:pt x="215284" y="108556"/>
                  <a:pt x="218115" y="112977"/>
                </a:cubicBezTo>
                <a:cubicBezTo>
                  <a:pt x="219346" y="114889"/>
                  <a:pt x="220349" y="115826"/>
                  <a:pt x="220359" y="115060"/>
                </a:cubicBezTo>
                <a:cubicBezTo>
                  <a:pt x="220396" y="112466"/>
                  <a:pt x="223823" y="113649"/>
                  <a:pt x="225168" y="116726"/>
                </a:cubicBezTo>
                <a:cubicBezTo>
                  <a:pt x="227156" y="121289"/>
                  <a:pt x="230024" y="120995"/>
                  <a:pt x="229475" y="116290"/>
                </a:cubicBezTo>
                <a:cubicBezTo>
                  <a:pt x="229134" y="113318"/>
                  <a:pt x="229437" y="112551"/>
                  <a:pt x="230980" y="112551"/>
                </a:cubicBezTo>
                <a:cubicBezTo>
                  <a:pt x="233006" y="112551"/>
                  <a:pt x="240277" y="119556"/>
                  <a:pt x="240599" y="121819"/>
                </a:cubicBezTo>
                <a:cubicBezTo>
                  <a:pt x="240703" y="122538"/>
                  <a:pt x="240987" y="121213"/>
                  <a:pt x="241233" y="118875"/>
                </a:cubicBezTo>
                <a:cubicBezTo>
                  <a:pt x="241488" y="116404"/>
                  <a:pt x="241072" y="113895"/>
                  <a:pt x="240220" y="112882"/>
                </a:cubicBezTo>
                <a:close/>
                <a:moveTo>
                  <a:pt x="171936" y="119329"/>
                </a:moveTo>
                <a:cubicBezTo>
                  <a:pt x="173574" y="118695"/>
                  <a:pt x="172608" y="118269"/>
                  <a:pt x="168121" y="117673"/>
                </a:cubicBezTo>
                <a:cubicBezTo>
                  <a:pt x="161617" y="116811"/>
                  <a:pt x="158048" y="115363"/>
                  <a:pt x="158048" y="113573"/>
                </a:cubicBezTo>
                <a:cubicBezTo>
                  <a:pt x="158048" y="110184"/>
                  <a:pt x="175969" y="107543"/>
                  <a:pt x="178932" y="110506"/>
                </a:cubicBezTo>
                <a:cubicBezTo>
                  <a:pt x="179907" y="111481"/>
                  <a:pt x="180636" y="111443"/>
                  <a:pt x="181933" y="110364"/>
                </a:cubicBezTo>
                <a:cubicBezTo>
                  <a:pt x="182880" y="109588"/>
                  <a:pt x="183646" y="108565"/>
                  <a:pt x="183646" y="108102"/>
                </a:cubicBezTo>
                <a:cubicBezTo>
                  <a:pt x="183646" y="106776"/>
                  <a:pt x="174331" y="104760"/>
                  <a:pt x="168168" y="104760"/>
                </a:cubicBezTo>
                <a:cubicBezTo>
                  <a:pt x="163728" y="104760"/>
                  <a:pt x="162337" y="105224"/>
                  <a:pt x="161399" y="106975"/>
                </a:cubicBezTo>
                <a:cubicBezTo>
                  <a:pt x="160746" y="108196"/>
                  <a:pt x="158853" y="109938"/>
                  <a:pt x="157187" y="110856"/>
                </a:cubicBezTo>
                <a:cubicBezTo>
                  <a:pt x="155520" y="111765"/>
                  <a:pt x="152804" y="113649"/>
                  <a:pt x="151147" y="115041"/>
                </a:cubicBezTo>
                <a:lnTo>
                  <a:pt x="148146" y="117568"/>
                </a:lnTo>
                <a:lnTo>
                  <a:pt x="154214" y="117625"/>
                </a:lnTo>
                <a:cubicBezTo>
                  <a:pt x="157556" y="117654"/>
                  <a:pt x="160879" y="118278"/>
                  <a:pt x="161617" y="119017"/>
                </a:cubicBezTo>
                <a:cubicBezTo>
                  <a:pt x="163094" y="120494"/>
                  <a:pt x="168537" y="120655"/>
                  <a:pt x="171936" y="119329"/>
                </a:cubicBezTo>
                <a:close/>
                <a:moveTo>
                  <a:pt x="284080" y="114605"/>
                </a:moveTo>
                <a:cubicBezTo>
                  <a:pt x="283521" y="112437"/>
                  <a:pt x="283540" y="108868"/>
                  <a:pt x="284136" y="106047"/>
                </a:cubicBezTo>
                <a:cubicBezTo>
                  <a:pt x="285471" y="99742"/>
                  <a:pt x="283814" y="97840"/>
                  <a:pt x="280776" y="102175"/>
                </a:cubicBezTo>
                <a:cubicBezTo>
                  <a:pt x="277813" y="106407"/>
                  <a:pt x="277046" y="111093"/>
                  <a:pt x="279043" y="112750"/>
                </a:cubicBezTo>
                <a:cubicBezTo>
                  <a:pt x="279914" y="113469"/>
                  <a:pt x="281429" y="115599"/>
                  <a:pt x="282404" y="117483"/>
                </a:cubicBezTo>
                <a:cubicBezTo>
                  <a:pt x="284506" y="121526"/>
                  <a:pt x="285462" y="119888"/>
                  <a:pt x="284080" y="114605"/>
                </a:cubicBezTo>
                <a:close/>
                <a:moveTo>
                  <a:pt x="143621" y="108433"/>
                </a:moveTo>
                <a:cubicBezTo>
                  <a:pt x="145173" y="107051"/>
                  <a:pt x="148430" y="104949"/>
                  <a:pt x="150853" y="103775"/>
                </a:cubicBezTo>
                <a:lnTo>
                  <a:pt x="155255" y="101626"/>
                </a:lnTo>
                <a:lnTo>
                  <a:pt x="151081" y="100850"/>
                </a:lnTo>
                <a:cubicBezTo>
                  <a:pt x="148174" y="100301"/>
                  <a:pt x="145760" y="100604"/>
                  <a:pt x="143128" y="101853"/>
                </a:cubicBezTo>
                <a:cubicBezTo>
                  <a:pt x="141055" y="102847"/>
                  <a:pt x="137543" y="103652"/>
                  <a:pt x="135347" y="103652"/>
                </a:cubicBezTo>
                <a:cubicBezTo>
                  <a:pt x="130812" y="103652"/>
                  <a:pt x="130329" y="104864"/>
                  <a:pt x="133567" y="108102"/>
                </a:cubicBezTo>
                <a:cubicBezTo>
                  <a:pt x="134788" y="109332"/>
                  <a:pt x="135792" y="111405"/>
                  <a:pt x="135792" y="112731"/>
                </a:cubicBezTo>
                <a:cubicBezTo>
                  <a:pt x="135792" y="115382"/>
                  <a:pt x="135896" y="115325"/>
                  <a:pt x="143621" y="108433"/>
                </a:cubicBezTo>
                <a:close/>
                <a:moveTo>
                  <a:pt x="248437" y="103804"/>
                </a:moveTo>
                <a:cubicBezTo>
                  <a:pt x="244328" y="101711"/>
                  <a:pt x="240419" y="98010"/>
                  <a:pt x="240419" y="96221"/>
                </a:cubicBezTo>
                <a:cubicBezTo>
                  <a:pt x="240419" y="94138"/>
                  <a:pt x="238109" y="94431"/>
                  <a:pt x="234862" y="96931"/>
                </a:cubicBezTo>
                <a:cubicBezTo>
                  <a:pt x="232381" y="98834"/>
                  <a:pt x="232287" y="99136"/>
                  <a:pt x="234038" y="99809"/>
                </a:cubicBezTo>
                <a:cubicBezTo>
                  <a:pt x="235108" y="100225"/>
                  <a:pt x="236679" y="99989"/>
                  <a:pt x="237522" y="99288"/>
                </a:cubicBezTo>
                <a:cubicBezTo>
                  <a:pt x="238743" y="98275"/>
                  <a:pt x="239775" y="98919"/>
                  <a:pt x="242520" y="102384"/>
                </a:cubicBezTo>
                <a:cubicBezTo>
                  <a:pt x="246288" y="107145"/>
                  <a:pt x="246724" y="109039"/>
                  <a:pt x="244594" y="111462"/>
                </a:cubicBezTo>
                <a:cubicBezTo>
                  <a:pt x="243827" y="112333"/>
                  <a:pt x="245057" y="111311"/>
                  <a:pt x="247329" y="109190"/>
                </a:cubicBezTo>
                <a:lnTo>
                  <a:pt x="251457" y="105337"/>
                </a:lnTo>
                <a:lnTo>
                  <a:pt x="248437" y="103804"/>
                </a:lnTo>
                <a:close/>
                <a:moveTo>
                  <a:pt x="201359" y="103482"/>
                </a:moveTo>
                <a:cubicBezTo>
                  <a:pt x="199995" y="100822"/>
                  <a:pt x="198680" y="99231"/>
                  <a:pt x="198433" y="99951"/>
                </a:cubicBezTo>
                <a:cubicBezTo>
                  <a:pt x="198007" y="101219"/>
                  <a:pt x="202731" y="109427"/>
                  <a:pt x="203470" y="108689"/>
                </a:cubicBezTo>
                <a:cubicBezTo>
                  <a:pt x="203678" y="108490"/>
                  <a:pt x="202722" y="106142"/>
                  <a:pt x="201359" y="103482"/>
                </a:cubicBezTo>
                <a:close/>
                <a:moveTo>
                  <a:pt x="110193" y="103984"/>
                </a:moveTo>
                <a:cubicBezTo>
                  <a:pt x="110193" y="101749"/>
                  <a:pt x="109872" y="101304"/>
                  <a:pt x="108925" y="102242"/>
                </a:cubicBezTo>
                <a:cubicBezTo>
                  <a:pt x="108234" y="102933"/>
                  <a:pt x="107969" y="104286"/>
                  <a:pt x="108338" y="105243"/>
                </a:cubicBezTo>
                <a:cubicBezTo>
                  <a:pt x="109360" y="107903"/>
                  <a:pt x="110193" y="107335"/>
                  <a:pt x="110193" y="103984"/>
                </a:cubicBezTo>
                <a:close/>
                <a:moveTo>
                  <a:pt x="194808" y="103984"/>
                </a:moveTo>
                <a:cubicBezTo>
                  <a:pt x="192829" y="101475"/>
                  <a:pt x="191684" y="101030"/>
                  <a:pt x="187764" y="101238"/>
                </a:cubicBezTo>
                <a:cubicBezTo>
                  <a:pt x="181734" y="101569"/>
                  <a:pt x="174918" y="97773"/>
                  <a:pt x="177010" y="95255"/>
                </a:cubicBezTo>
                <a:cubicBezTo>
                  <a:pt x="177749" y="94365"/>
                  <a:pt x="179897" y="93636"/>
                  <a:pt x="181781" y="93636"/>
                </a:cubicBezTo>
                <a:cubicBezTo>
                  <a:pt x="184479" y="93636"/>
                  <a:pt x="184924" y="93343"/>
                  <a:pt x="183845" y="92273"/>
                </a:cubicBezTo>
                <a:cubicBezTo>
                  <a:pt x="183097" y="91525"/>
                  <a:pt x="180873" y="91042"/>
                  <a:pt x="178894" y="91213"/>
                </a:cubicBezTo>
                <a:cubicBezTo>
                  <a:pt x="176433" y="91421"/>
                  <a:pt x="173640" y="90455"/>
                  <a:pt x="170014" y="88146"/>
                </a:cubicBezTo>
                <a:cubicBezTo>
                  <a:pt x="165328" y="85163"/>
                  <a:pt x="164732" y="85012"/>
                  <a:pt x="164732" y="86849"/>
                </a:cubicBezTo>
                <a:cubicBezTo>
                  <a:pt x="164732" y="87985"/>
                  <a:pt x="166483" y="90257"/>
                  <a:pt x="168623" y="91885"/>
                </a:cubicBezTo>
                <a:cubicBezTo>
                  <a:pt x="170771" y="93523"/>
                  <a:pt x="173290" y="96334"/>
                  <a:pt x="174217" y="98142"/>
                </a:cubicBezTo>
                <a:cubicBezTo>
                  <a:pt x="175316" y="100263"/>
                  <a:pt x="176792" y="101437"/>
                  <a:pt x="178392" y="101456"/>
                </a:cubicBezTo>
                <a:cubicBezTo>
                  <a:pt x="179755" y="101475"/>
                  <a:pt x="184120" y="102677"/>
                  <a:pt x="188105" y="104126"/>
                </a:cubicBezTo>
                <a:cubicBezTo>
                  <a:pt x="197439" y="107543"/>
                  <a:pt x="197600" y="107543"/>
                  <a:pt x="194808" y="103984"/>
                </a:cubicBezTo>
                <a:close/>
                <a:moveTo>
                  <a:pt x="216307" y="98654"/>
                </a:moveTo>
                <a:cubicBezTo>
                  <a:pt x="218039" y="95899"/>
                  <a:pt x="219251" y="93021"/>
                  <a:pt x="218995" y="92254"/>
                </a:cubicBezTo>
                <a:cubicBezTo>
                  <a:pt x="218711" y="91421"/>
                  <a:pt x="216534" y="90834"/>
                  <a:pt x="213609" y="90806"/>
                </a:cubicBezTo>
                <a:cubicBezTo>
                  <a:pt x="210901" y="90777"/>
                  <a:pt x="207266" y="90332"/>
                  <a:pt x="205524" y="89821"/>
                </a:cubicBezTo>
                <a:lnTo>
                  <a:pt x="202362" y="88884"/>
                </a:lnTo>
                <a:lnTo>
                  <a:pt x="207200" y="96249"/>
                </a:lnTo>
                <a:cubicBezTo>
                  <a:pt x="209860" y="100291"/>
                  <a:pt x="212283" y="103614"/>
                  <a:pt x="212586" y="103624"/>
                </a:cubicBezTo>
                <a:cubicBezTo>
                  <a:pt x="212899" y="103633"/>
                  <a:pt x="214565" y="101399"/>
                  <a:pt x="216307" y="98654"/>
                </a:cubicBezTo>
                <a:close/>
                <a:moveTo>
                  <a:pt x="224874" y="98881"/>
                </a:moveTo>
                <a:cubicBezTo>
                  <a:pt x="225821" y="98142"/>
                  <a:pt x="226663" y="96382"/>
                  <a:pt x="226758" y="94981"/>
                </a:cubicBezTo>
                <a:cubicBezTo>
                  <a:pt x="226966" y="91847"/>
                  <a:pt x="230980" y="85173"/>
                  <a:pt x="233167" y="84330"/>
                </a:cubicBezTo>
                <a:cubicBezTo>
                  <a:pt x="235458" y="83450"/>
                  <a:pt x="236253" y="85324"/>
                  <a:pt x="235344" y="89461"/>
                </a:cubicBezTo>
                <a:cubicBezTo>
                  <a:pt x="234644" y="92671"/>
                  <a:pt x="234748" y="92879"/>
                  <a:pt x="236367" y="91535"/>
                </a:cubicBezTo>
                <a:cubicBezTo>
                  <a:pt x="237351" y="90711"/>
                  <a:pt x="237901" y="89613"/>
                  <a:pt x="237569" y="89083"/>
                </a:cubicBezTo>
                <a:cubicBezTo>
                  <a:pt x="236736" y="87729"/>
                  <a:pt x="238989" y="83677"/>
                  <a:pt x="242852" y="79588"/>
                </a:cubicBezTo>
                <a:cubicBezTo>
                  <a:pt x="245427" y="76871"/>
                  <a:pt x="245777" y="75981"/>
                  <a:pt x="244489" y="75488"/>
                </a:cubicBezTo>
                <a:cubicBezTo>
                  <a:pt x="243590" y="75148"/>
                  <a:pt x="241924" y="75905"/>
                  <a:pt x="240797" y="77173"/>
                </a:cubicBezTo>
                <a:cubicBezTo>
                  <a:pt x="239671" y="78442"/>
                  <a:pt x="236613" y="80440"/>
                  <a:pt x="234019" y="81604"/>
                </a:cubicBezTo>
                <a:cubicBezTo>
                  <a:pt x="231416" y="82768"/>
                  <a:pt x="229286" y="84321"/>
                  <a:pt x="229286" y="85059"/>
                </a:cubicBezTo>
                <a:cubicBezTo>
                  <a:pt x="229286" y="85798"/>
                  <a:pt x="227525" y="89300"/>
                  <a:pt x="225385" y="92851"/>
                </a:cubicBezTo>
                <a:cubicBezTo>
                  <a:pt x="223246" y="96401"/>
                  <a:pt x="221495" y="99534"/>
                  <a:pt x="221495" y="99809"/>
                </a:cubicBezTo>
                <a:cubicBezTo>
                  <a:pt x="221495" y="100717"/>
                  <a:pt x="223132" y="100263"/>
                  <a:pt x="224874" y="98881"/>
                </a:cubicBezTo>
                <a:close/>
                <a:moveTo>
                  <a:pt x="158048" y="98852"/>
                </a:moveTo>
                <a:cubicBezTo>
                  <a:pt x="158048" y="98663"/>
                  <a:pt x="156505" y="97357"/>
                  <a:pt x="154612" y="95956"/>
                </a:cubicBezTo>
                <a:cubicBezTo>
                  <a:pt x="151563" y="93712"/>
                  <a:pt x="151213" y="93646"/>
                  <a:pt x="151554" y="95425"/>
                </a:cubicBezTo>
                <a:cubicBezTo>
                  <a:pt x="151762" y="96524"/>
                  <a:pt x="153192" y="97783"/>
                  <a:pt x="154716" y="98209"/>
                </a:cubicBezTo>
                <a:cubicBezTo>
                  <a:pt x="156249" y="98625"/>
                  <a:pt x="157622" y="99023"/>
                  <a:pt x="157774" y="99089"/>
                </a:cubicBezTo>
                <a:cubicBezTo>
                  <a:pt x="157925" y="99146"/>
                  <a:pt x="158048" y="99042"/>
                  <a:pt x="158048" y="98852"/>
                </a:cubicBezTo>
                <a:close/>
                <a:moveTo>
                  <a:pt x="280160" y="92557"/>
                </a:moveTo>
                <a:cubicBezTo>
                  <a:pt x="278551" y="88306"/>
                  <a:pt x="280085" y="81150"/>
                  <a:pt x="282499" y="81613"/>
                </a:cubicBezTo>
                <a:cubicBezTo>
                  <a:pt x="283530" y="81812"/>
                  <a:pt x="284543" y="83090"/>
                  <a:pt x="284733" y="84463"/>
                </a:cubicBezTo>
                <a:cubicBezTo>
                  <a:pt x="284932" y="85836"/>
                  <a:pt x="285556" y="86953"/>
                  <a:pt x="286124" y="86953"/>
                </a:cubicBezTo>
                <a:cubicBezTo>
                  <a:pt x="287431" y="86953"/>
                  <a:pt x="287459" y="85145"/>
                  <a:pt x="286181" y="82712"/>
                </a:cubicBezTo>
                <a:cubicBezTo>
                  <a:pt x="285585" y="81566"/>
                  <a:pt x="285736" y="78764"/>
                  <a:pt x="286569" y="75545"/>
                </a:cubicBezTo>
                <a:cubicBezTo>
                  <a:pt x="287658" y="71304"/>
                  <a:pt x="287649" y="70263"/>
                  <a:pt x="286522" y="70263"/>
                </a:cubicBezTo>
                <a:cubicBezTo>
                  <a:pt x="285746" y="70263"/>
                  <a:pt x="284553" y="71948"/>
                  <a:pt x="283871" y="74021"/>
                </a:cubicBezTo>
                <a:cubicBezTo>
                  <a:pt x="283190" y="76094"/>
                  <a:pt x="281647" y="78669"/>
                  <a:pt x="280444" y="79758"/>
                </a:cubicBezTo>
                <a:cubicBezTo>
                  <a:pt x="278617" y="81415"/>
                  <a:pt x="278257" y="83204"/>
                  <a:pt x="278257" y="90683"/>
                </a:cubicBezTo>
                <a:cubicBezTo>
                  <a:pt x="278257" y="98474"/>
                  <a:pt x="278456" y="99354"/>
                  <a:pt x="279763" y="97565"/>
                </a:cubicBezTo>
                <a:cubicBezTo>
                  <a:pt x="280880" y="96041"/>
                  <a:pt x="280974" y="94734"/>
                  <a:pt x="280160" y="92557"/>
                </a:cubicBezTo>
                <a:close/>
                <a:moveTo>
                  <a:pt x="193653" y="91686"/>
                </a:moveTo>
                <a:cubicBezTo>
                  <a:pt x="193624" y="85391"/>
                  <a:pt x="192384" y="84065"/>
                  <a:pt x="188739" y="86451"/>
                </a:cubicBezTo>
                <a:lnTo>
                  <a:pt x="185757" y="88401"/>
                </a:lnTo>
                <a:lnTo>
                  <a:pt x="189374" y="92131"/>
                </a:lnTo>
                <a:cubicBezTo>
                  <a:pt x="191362" y="94185"/>
                  <a:pt x="193142" y="95861"/>
                  <a:pt x="193331" y="95861"/>
                </a:cubicBezTo>
                <a:cubicBezTo>
                  <a:pt x="193520" y="95861"/>
                  <a:pt x="193662" y="93977"/>
                  <a:pt x="193653" y="91686"/>
                </a:cubicBezTo>
                <a:close/>
                <a:moveTo>
                  <a:pt x="255963" y="76340"/>
                </a:moveTo>
                <a:cubicBezTo>
                  <a:pt x="254041" y="74030"/>
                  <a:pt x="251542" y="74324"/>
                  <a:pt x="251542" y="76861"/>
                </a:cubicBezTo>
                <a:cubicBezTo>
                  <a:pt x="251542" y="78243"/>
                  <a:pt x="252442" y="79133"/>
                  <a:pt x="254051" y="79370"/>
                </a:cubicBezTo>
                <a:cubicBezTo>
                  <a:pt x="257052" y="79796"/>
                  <a:pt x="257819" y="78575"/>
                  <a:pt x="255963" y="76340"/>
                </a:cubicBezTo>
                <a:close/>
                <a:moveTo>
                  <a:pt x="240419" y="62831"/>
                </a:moveTo>
                <a:cubicBezTo>
                  <a:pt x="240419" y="62632"/>
                  <a:pt x="239747" y="62472"/>
                  <a:pt x="238923" y="62472"/>
                </a:cubicBezTo>
                <a:cubicBezTo>
                  <a:pt x="238109" y="62472"/>
                  <a:pt x="236812" y="63844"/>
                  <a:pt x="236045" y="65529"/>
                </a:cubicBezTo>
                <a:lnTo>
                  <a:pt x="234653" y="68587"/>
                </a:lnTo>
                <a:lnTo>
                  <a:pt x="237531" y="65889"/>
                </a:lnTo>
                <a:cubicBezTo>
                  <a:pt x="239122" y="64412"/>
                  <a:pt x="240419" y="63030"/>
                  <a:pt x="240419" y="62831"/>
                </a:cubicBezTo>
                <a:close/>
                <a:moveTo>
                  <a:pt x="277472" y="63579"/>
                </a:moveTo>
                <a:cubicBezTo>
                  <a:pt x="277784" y="62358"/>
                  <a:pt x="277595" y="61354"/>
                  <a:pt x="277046" y="61354"/>
                </a:cubicBezTo>
                <a:cubicBezTo>
                  <a:pt x="276487" y="61354"/>
                  <a:pt x="276033" y="62358"/>
                  <a:pt x="276033" y="63579"/>
                </a:cubicBezTo>
                <a:cubicBezTo>
                  <a:pt x="276033" y="64810"/>
                  <a:pt x="276222" y="65804"/>
                  <a:pt x="276459" y="65804"/>
                </a:cubicBezTo>
                <a:cubicBezTo>
                  <a:pt x="276695" y="65804"/>
                  <a:pt x="277150" y="64810"/>
                  <a:pt x="277472" y="63579"/>
                </a:cubicBezTo>
                <a:close/>
                <a:moveTo>
                  <a:pt x="183239" y="51481"/>
                </a:moveTo>
                <a:cubicBezTo>
                  <a:pt x="180428" y="48527"/>
                  <a:pt x="178089" y="43633"/>
                  <a:pt x="178089" y="40688"/>
                </a:cubicBezTo>
                <a:cubicBezTo>
                  <a:pt x="178089" y="38322"/>
                  <a:pt x="181478" y="38757"/>
                  <a:pt x="184413" y="41512"/>
                </a:cubicBezTo>
                <a:cubicBezTo>
                  <a:pt x="186534" y="43509"/>
                  <a:pt x="186988" y="43614"/>
                  <a:pt x="186988" y="42137"/>
                </a:cubicBezTo>
                <a:cubicBezTo>
                  <a:pt x="186988" y="41143"/>
                  <a:pt x="186070" y="39675"/>
                  <a:pt x="184943" y="38880"/>
                </a:cubicBezTo>
                <a:cubicBezTo>
                  <a:pt x="182188" y="36930"/>
                  <a:pt x="180731" y="33920"/>
                  <a:pt x="179793" y="28315"/>
                </a:cubicBezTo>
                <a:cubicBezTo>
                  <a:pt x="179244" y="24964"/>
                  <a:pt x="178591" y="23819"/>
                  <a:pt x="177474" y="24245"/>
                </a:cubicBezTo>
                <a:cubicBezTo>
                  <a:pt x="176366" y="24671"/>
                  <a:pt x="175931" y="26819"/>
                  <a:pt x="175969" y="31685"/>
                </a:cubicBezTo>
                <a:cubicBezTo>
                  <a:pt x="175997" y="35453"/>
                  <a:pt x="175874" y="39287"/>
                  <a:pt x="175704" y="40206"/>
                </a:cubicBezTo>
                <a:cubicBezTo>
                  <a:pt x="175533" y="41124"/>
                  <a:pt x="177625" y="46387"/>
                  <a:pt x="180352" y="51897"/>
                </a:cubicBezTo>
                <a:cubicBezTo>
                  <a:pt x="185057" y="61373"/>
                  <a:pt x="185341" y="61714"/>
                  <a:pt x="185672" y="58155"/>
                </a:cubicBezTo>
                <a:cubicBezTo>
                  <a:pt x="185937" y="55352"/>
                  <a:pt x="185322" y="53658"/>
                  <a:pt x="183239" y="51481"/>
                </a:cubicBezTo>
                <a:close/>
                <a:moveTo>
                  <a:pt x="163813" y="23979"/>
                </a:moveTo>
                <a:cubicBezTo>
                  <a:pt x="163492" y="21187"/>
                  <a:pt x="162999" y="20344"/>
                  <a:pt x="162176" y="21168"/>
                </a:cubicBezTo>
                <a:cubicBezTo>
                  <a:pt x="161352" y="21991"/>
                  <a:pt x="161390" y="23184"/>
                  <a:pt x="162289" y="25153"/>
                </a:cubicBezTo>
                <a:cubicBezTo>
                  <a:pt x="164022" y="28959"/>
                  <a:pt x="164362" y="28694"/>
                  <a:pt x="163813" y="23979"/>
                </a:cubicBezTo>
                <a:close/>
              </a:path>
            </a:pathLst>
          </a:custGeom>
          <a:solidFill>
            <a:srgbClr val="8D8D8D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10" name="PANEL_01-DEM-grounded-tree-3_226">
            <a:extLst>
              <a:ext uri="{FF2B5EF4-FFF2-40B4-BE49-F238E27FC236}">
                <a16:creationId xmlns:a16="http://schemas.microsoft.com/office/drawing/2014/main" id="{77630433-4FA7-447A-89E9-8312EF05F380}"/>
              </a:ext>
            </a:extLst>
          </p:cNvPr>
          <p:cNvSpPr>
            <a:spLocks/>
          </p:cNvSpPr>
          <p:nvPr/>
        </p:nvSpPr>
        <p:spPr>
          <a:xfrm>
            <a:off x="782306" y="3857157"/>
            <a:ext cx="340709" cy="485775"/>
          </a:xfrm>
          <a:custGeom>
            <a:pathLst>
              <a:path w="357700" h="510000">
                <a:moveTo>
                  <a:pt x="175215" y="461527"/>
                </a:moveTo>
                <a:lnTo>
                  <a:pt x="175565" y="413055"/>
                </a:lnTo>
                <a:lnTo>
                  <a:pt x="167606" y="409749"/>
                </a:lnTo>
                <a:cubicBezTo>
                  <a:pt x="163230" y="407926"/>
                  <a:pt x="155017" y="403984"/>
                  <a:pt x="149358" y="400985"/>
                </a:cubicBezTo>
                <a:cubicBezTo>
                  <a:pt x="140838" y="396459"/>
                  <a:pt x="138867" y="395760"/>
                  <a:pt x="137902" y="396915"/>
                </a:cubicBezTo>
                <a:cubicBezTo>
                  <a:pt x="137224" y="397742"/>
                  <a:pt x="137129" y="398558"/>
                  <a:pt x="137690" y="398897"/>
                </a:cubicBezTo>
                <a:cubicBezTo>
                  <a:pt x="140456" y="400614"/>
                  <a:pt x="139142" y="413701"/>
                  <a:pt x="136185" y="413701"/>
                </a:cubicBezTo>
                <a:cubicBezTo>
                  <a:pt x="134543" y="413701"/>
                  <a:pt x="132784" y="409674"/>
                  <a:pt x="132784" y="405912"/>
                </a:cubicBezTo>
                <a:cubicBezTo>
                  <a:pt x="132784" y="403835"/>
                  <a:pt x="132508" y="403549"/>
                  <a:pt x="131406" y="404460"/>
                </a:cubicBezTo>
                <a:cubicBezTo>
                  <a:pt x="130654" y="405086"/>
                  <a:pt x="130209" y="406633"/>
                  <a:pt x="130421" y="407883"/>
                </a:cubicBezTo>
                <a:cubicBezTo>
                  <a:pt x="130855" y="410469"/>
                  <a:pt x="127104" y="417516"/>
                  <a:pt x="124401" y="419180"/>
                </a:cubicBezTo>
                <a:cubicBezTo>
                  <a:pt x="123024" y="420017"/>
                  <a:pt x="122388" y="419954"/>
                  <a:pt x="121731" y="418894"/>
                </a:cubicBezTo>
                <a:cubicBezTo>
                  <a:pt x="120788" y="417400"/>
                  <a:pt x="122176" y="410988"/>
                  <a:pt x="123893" y="408890"/>
                </a:cubicBezTo>
                <a:cubicBezTo>
                  <a:pt x="124634" y="407968"/>
                  <a:pt x="124486" y="407618"/>
                  <a:pt x="123342" y="407618"/>
                </a:cubicBezTo>
                <a:cubicBezTo>
                  <a:pt x="122473" y="407618"/>
                  <a:pt x="121508" y="408021"/>
                  <a:pt x="121201" y="408519"/>
                </a:cubicBezTo>
                <a:cubicBezTo>
                  <a:pt x="119643" y="411052"/>
                  <a:pt x="107552" y="410480"/>
                  <a:pt x="106672" y="407830"/>
                </a:cubicBezTo>
                <a:cubicBezTo>
                  <a:pt x="105909" y="405541"/>
                  <a:pt x="113423" y="403295"/>
                  <a:pt x="119580" y="403962"/>
                </a:cubicBezTo>
                <a:cubicBezTo>
                  <a:pt x="122663" y="404302"/>
                  <a:pt x="125779" y="404196"/>
                  <a:pt x="126500" y="403729"/>
                </a:cubicBezTo>
                <a:cubicBezTo>
                  <a:pt x="127326" y="403199"/>
                  <a:pt x="126266" y="402828"/>
                  <a:pt x="123617" y="402722"/>
                </a:cubicBezTo>
                <a:cubicBezTo>
                  <a:pt x="119134" y="402542"/>
                  <a:pt x="117587" y="401970"/>
                  <a:pt x="117587" y="400486"/>
                </a:cubicBezTo>
                <a:cubicBezTo>
                  <a:pt x="117587" y="398060"/>
                  <a:pt x="130007" y="394425"/>
                  <a:pt x="131279" y="396491"/>
                </a:cubicBezTo>
                <a:cubicBezTo>
                  <a:pt x="131745" y="397244"/>
                  <a:pt x="132434" y="397180"/>
                  <a:pt x="133526" y="396279"/>
                </a:cubicBezTo>
                <a:cubicBezTo>
                  <a:pt x="134871" y="395156"/>
                  <a:pt x="134659" y="394891"/>
                  <a:pt x="131894" y="394329"/>
                </a:cubicBezTo>
                <a:cubicBezTo>
                  <a:pt x="126680" y="393259"/>
                  <a:pt x="119749" y="394435"/>
                  <a:pt x="119092" y="396502"/>
                </a:cubicBezTo>
                <a:cubicBezTo>
                  <a:pt x="118509" y="398346"/>
                  <a:pt x="114080" y="400868"/>
                  <a:pt x="109332" y="402044"/>
                </a:cubicBezTo>
                <a:cubicBezTo>
                  <a:pt x="105135" y="403093"/>
                  <a:pt x="104775" y="400783"/>
                  <a:pt x="108527" y="396905"/>
                </a:cubicBezTo>
                <a:cubicBezTo>
                  <a:pt x="112766" y="392528"/>
                  <a:pt x="111738" y="391436"/>
                  <a:pt x="106057" y="394266"/>
                </a:cubicBezTo>
                <a:cubicBezTo>
                  <a:pt x="101331" y="396629"/>
                  <a:pt x="96827" y="397127"/>
                  <a:pt x="95768" y="395410"/>
                </a:cubicBezTo>
                <a:cubicBezTo>
                  <a:pt x="94655" y="393619"/>
                  <a:pt x="97378" y="391415"/>
                  <a:pt x="101490" y="390758"/>
                </a:cubicBezTo>
                <a:lnTo>
                  <a:pt x="105400" y="390133"/>
                </a:lnTo>
                <a:lnTo>
                  <a:pt x="102370" y="386678"/>
                </a:lnTo>
                <a:cubicBezTo>
                  <a:pt x="97241" y="380828"/>
                  <a:pt x="99010" y="378370"/>
                  <a:pt x="105718" y="382015"/>
                </a:cubicBezTo>
                <a:cubicBezTo>
                  <a:pt x="107509" y="382980"/>
                  <a:pt x="110392" y="383774"/>
                  <a:pt x="112130" y="383785"/>
                </a:cubicBezTo>
                <a:lnTo>
                  <a:pt x="115288" y="383796"/>
                </a:lnTo>
                <a:lnTo>
                  <a:pt x="113391" y="380267"/>
                </a:lnTo>
                <a:cubicBezTo>
                  <a:pt x="112352" y="378327"/>
                  <a:pt x="111504" y="375932"/>
                  <a:pt x="111504" y="374947"/>
                </a:cubicBezTo>
                <a:cubicBezTo>
                  <a:pt x="111504" y="372647"/>
                  <a:pt x="114037" y="372647"/>
                  <a:pt x="116326" y="374936"/>
                </a:cubicBezTo>
                <a:cubicBezTo>
                  <a:pt x="117312" y="375922"/>
                  <a:pt x="118912" y="376568"/>
                  <a:pt x="119887" y="376388"/>
                </a:cubicBezTo>
                <a:cubicBezTo>
                  <a:pt x="121349" y="376102"/>
                  <a:pt x="120777" y="374777"/>
                  <a:pt x="116528" y="368631"/>
                </a:cubicBezTo>
                <a:cubicBezTo>
                  <a:pt x="109671" y="358711"/>
                  <a:pt x="108982" y="358203"/>
                  <a:pt x="101903" y="357790"/>
                </a:cubicBezTo>
                <a:cubicBezTo>
                  <a:pt x="96785" y="357493"/>
                  <a:pt x="95789" y="357715"/>
                  <a:pt x="95492" y="359220"/>
                </a:cubicBezTo>
                <a:cubicBezTo>
                  <a:pt x="95291" y="360195"/>
                  <a:pt x="95799" y="361647"/>
                  <a:pt x="96605" y="362463"/>
                </a:cubicBezTo>
                <a:cubicBezTo>
                  <a:pt x="98502" y="364349"/>
                  <a:pt x="99508" y="371640"/>
                  <a:pt x="98512" y="376197"/>
                </a:cubicBezTo>
                <a:cubicBezTo>
                  <a:pt x="97951" y="378783"/>
                  <a:pt x="97198" y="379747"/>
                  <a:pt x="95746" y="379747"/>
                </a:cubicBezTo>
                <a:cubicBezTo>
                  <a:pt x="94199" y="379747"/>
                  <a:pt x="93298" y="378306"/>
                  <a:pt x="91645" y="373177"/>
                </a:cubicBezTo>
                <a:cubicBezTo>
                  <a:pt x="89685" y="367105"/>
                  <a:pt x="89430" y="366776"/>
                  <a:pt x="88328" y="368843"/>
                </a:cubicBezTo>
                <a:cubicBezTo>
                  <a:pt x="87661" y="370082"/>
                  <a:pt x="87406" y="372213"/>
                  <a:pt x="87756" y="373590"/>
                </a:cubicBezTo>
                <a:cubicBezTo>
                  <a:pt x="89388" y="380097"/>
                  <a:pt x="79935" y="393725"/>
                  <a:pt x="77752" y="388024"/>
                </a:cubicBezTo>
                <a:cubicBezTo>
                  <a:pt x="77106" y="386339"/>
                  <a:pt x="78642" y="377861"/>
                  <a:pt x="80084" y="375169"/>
                </a:cubicBezTo>
                <a:cubicBezTo>
                  <a:pt x="80931" y="373590"/>
                  <a:pt x="80847" y="373156"/>
                  <a:pt x="79681" y="373156"/>
                </a:cubicBezTo>
                <a:cubicBezTo>
                  <a:pt x="78865" y="373156"/>
                  <a:pt x="77583" y="373770"/>
                  <a:pt x="76841" y="374512"/>
                </a:cubicBezTo>
                <a:cubicBezTo>
                  <a:pt x="74043" y="377299"/>
                  <a:pt x="70610" y="378380"/>
                  <a:pt x="64633" y="378359"/>
                </a:cubicBezTo>
                <a:cubicBezTo>
                  <a:pt x="57882" y="378327"/>
                  <a:pt x="55689" y="377193"/>
                  <a:pt x="57702" y="374767"/>
                </a:cubicBezTo>
                <a:cubicBezTo>
                  <a:pt x="60097" y="371884"/>
                  <a:pt x="67568" y="369796"/>
                  <a:pt x="73238" y="370432"/>
                </a:cubicBezTo>
                <a:cubicBezTo>
                  <a:pt x="77296" y="370877"/>
                  <a:pt x="79395" y="370581"/>
                  <a:pt x="82055" y="369171"/>
                </a:cubicBezTo>
                <a:lnTo>
                  <a:pt x="85562" y="367317"/>
                </a:lnTo>
                <a:lnTo>
                  <a:pt x="78261" y="367836"/>
                </a:lnTo>
                <a:cubicBezTo>
                  <a:pt x="71267" y="368334"/>
                  <a:pt x="70959" y="368270"/>
                  <a:pt x="70959" y="366140"/>
                </a:cubicBezTo>
                <a:cubicBezTo>
                  <a:pt x="70959" y="362961"/>
                  <a:pt x="80762" y="358521"/>
                  <a:pt x="86166" y="359241"/>
                </a:cubicBezTo>
                <a:cubicBezTo>
                  <a:pt x="89748" y="359718"/>
                  <a:pt x="92239" y="358690"/>
                  <a:pt x="92239" y="356730"/>
                </a:cubicBezTo>
                <a:cubicBezTo>
                  <a:pt x="92239" y="355755"/>
                  <a:pt x="84216" y="355670"/>
                  <a:pt x="77583" y="356581"/>
                </a:cubicBezTo>
                <a:cubicBezTo>
                  <a:pt x="73450" y="357143"/>
                  <a:pt x="72623" y="357652"/>
                  <a:pt x="71744" y="360174"/>
                </a:cubicBezTo>
                <a:cubicBezTo>
                  <a:pt x="70122" y="364826"/>
                  <a:pt x="57988" y="371004"/>
                  <a:pt x="55456" y="368461"/>
                </a:cubicBezTo>
                <a:cubicBezTo>
                  <a:pt x="54428" y="367433"/>
                  <a:pt x="57458" y="362452"/>
                  <a:pt x="60860" y="359591"/>
                </a:cubicBezTo>
                <a:lnTo>
                  <a:pt x="64018" y="356931"/>
                </a:lnTo>
                <a:lnTo>
                  <a:pt x="59938" y="356931"/>
                </a:lnTo>
                <a:cubicBezTo>
                  <a:pt x="57289" y="356931"/>
                  <a:pt x="55540" y="357493"/>
                  <a:pt x="54968" y="358510"/>
                </a:cubicBezTo>
                <a:cubicBezTo>
                  <a:pt x="54078" y="360110"/>
                  <a:pt x="47518" y="362887"/>
                  <a:pt x="44466" y="362972"/>
                </a:cubicBezTo>
                <a:cubicBezTo>
                  <a:pt x="43565" y="362993"/>
                  <a:pt x="42294" y="362378"/>
                  <a:pt x="41647" y="361605"/>
                </a:cubicBezTo>
                <a:cubicBezTo>
                  <a:pt x="40715" y="360481"/>
                  <a:pt x="41022" y="359750"/>
                  <a:pt x="43110" y="358107"/>
                </a:cubicBezTo>
                <a:cubicBezTo>
                  <a:pt x="44551" y="356974"/>
                  <a:pt x="47338" y="355511"/>
                  <a:pt x="49277" y="354865"/>
                </a:cubicBezTo>
                <a:lnTo>
                  <a:pt x="52817" y="353699"/>
                </a:lnTo>
                <a:lnTo>
                  <a:pt x="49214" y="350202"/>
                </a:lnTo>
                <a:cubicBezTo>
                  <a:pt x="47232" y="348273"/>
                  <a:pt x="45611" y="346217"/>
                  <a:pt x="45611" y="345624"/>
                </a:cubicBezTo>
                <a:cubicBezTo>
                  <a:pt x="45611" y="345030"/>
                  <a:pt x="44773" y="345581"/>
                  <a:pt x="43756" y="346853"/>
                </a:cubicBezTo>
                <a:cubicBezTo>
                  <a:pt x="42728" y="348114"/>
                  <a:pt x="41414" y="348856"/>
                  <a:pt x="40821" y="348496"/>
                </a:cubicBezTo>
                <a:cubicBezTo>
                  <a:pt x="38934" y="347319"/>
                  <a:pt x="38457" y="341236"/>
                  <a:pt x="39888" y="336478"/>
                </a:cubicBezTo>
                <a:cubicBezTo>
                  <a:pt x="41213" y="332091"/>
                  <a:pt x="41181" y="331879"/>
                  <a:pt x="39358" y="332356"/>
                </a:cubicBezTo>
                <a:cubicBezTo>
                  <a:pt x="38309" y="332631"/>
                  <a:pt x="36847" y="333712"/>
                  <a:pt x="36126" y="334751"/>
                </a:cubicBezTo>
                <a:cubicBezTo>
                  <a:pt x="33339" y="338714"/>
                  <a:pt x="19139" y="341470"/>
                  <a:pt x="17920" y="338280"/>
                </a:cubicBezTo>
                <a:cubicBezTo>
                  <a:pt x="16712" y="335143"/>
                  <a:pt x="28464" y="328922"/>
                  <a:pt x="33646" y="329961"/>
                </a:cubicBezTo>
                <a:cubicBezTo>
                  <a:pt x="36741" y="330586"/>
                  <a:pt x="41234" y="328859"/>
                  <a:pt x="43438" y="326199"/>
                </a:cubicBezTo>
                <a:cubicBezTo>
                  <a:pt x="44519" y="324906"/>
                  <a:pt x="44180" y="324885"/>
                  <a:pt x="40831" y="326082"/>
                </a:cubicBezTo>
                <a:cubicBezTo>
                  <a:pt x="36179" y="327746"/>
                  <a:pt x="30774" y="327926"/>
                  <a:pt x="29863" y="326464"/>
                </a:cubicBezTo>
                <a:cubicBezTo>
                  <a:pt x="28072" y="323560"/>
                  <a:pt x="39104" y="317000"/>
                  <a:pt x="44784" y="317583"/>
                </a:cubicBezTo>
                <a:cubicBezTo>
                  <a:pt x="47168" y="317837"/>
                  <a:pt x="48281" y="317329"/>
                  <a:pt x="49532" y="315463"/>
                </a:cubicBezTo>
                <a:lnTo>
                  <a:pt x="51153" y="313015"/>
                </a:lnTo>
                <a:lnTo>
                  <a:pt x="45091" y="313651"/>
                </a:lnTo>
                <a:cubicBezTo>
                  <a:pt x="36751" y="314520"/>
                  <a:pt x="30997" y="316650"/>
                  <a:pt x="30563" y="319024"/>
                </a:cubicBezTo>
                <a:cubicBezTo>
                  <a:pt x="29704" y="323782"/>
                  <a:pt x="17750" y="332727"/>
                  <a:pt x="15408" y="330374"/>
                </a:cubicBezTo>
                <a:cubicBezTo>
                  <a:pt x="14052" y="329018"/>
                  <a:pt x="16171" y="324397"/>
                  <a:pt x="20135" y="320052"/>
                </a:cubicBezTo>
                <a:lnTo>
                  <a:pt x="22805" y="317127"/>
                </a:lnTo>
                <a:lnTo>
                  <a:pt x="18821" y="317742"/>
                </a:lnTo>
                <a:cubicBezTo>
                  <a:pt x="16309" y="318123"/>
                  <a:pt x="14052" y="319300"/>
                  <a:pt x="12738" y="320889"/>
                </a:cubicBezTo>
                <a:cubicBezTo>
                  <a:pt x="9347" y="324991"/>
                  <a:pt x="0" y="327343"/>
                  <a:pt x="0" y="324079"/>
                </a:cubicBezTo>
                <a:cubicBezTo>
                  <a:pt x="0" y="322044"/>
                  <a:pt x="5839" y="317403"/>
                  <a:pt x="9262" y="316714"/>
                </a:cubicBezTo>
                <a:lnTo>
                  <a:pt x="12166" y="316142"/>
                </a:lnTo>
                <a:lnTo>
                  <a:pt x="7672" y="313291"/>
                </a:lnTo>
                <a:cubicBezTo>
                  <a:pt x="2300" y="309879"/>
                  <a:pt x="413" y="307007"/>
                  <a:pt x="2448" y="305311"/>
                </a:cubicBezTo>
                <a:cubicBezTo>
                  <a:pt x="3497" y="304442"/>
                  <a:pt x="4917" y="304559"/>
                  <a:pt x="8255" y="305777"/>
                </a:cubicBezTo>
                <a:cubicBezTo>
                  <a:pt x="15355" y="308384"/>
                  <a:pt x="16214" y="308575"/>
                  <a:pt x="16214" y="307494"/>
                </a:cubicBezTo>
                <a:cubicBezTo>
                  <a:pt x="16214" y="306933"/>
                  <a:pt x="17825" y="306180"/>
                  <a:pt x="19785" y="305809"/>
                </a:cubicBezTo>
                <a:lnTo>
                  <a:pt x="23356" y="305142"/>
                </a:lnTo>
                <a:lnTo>
                  <a:pt x="20251" y="302535"/>
                </a:lnTo>
                <a:cubicBezTo>
                  <a:pt x="13427" y="296791"/>
                  <a:pt x="12674" y="289479"/>
                  <a:pt x="19298" y="293283"/>
                </a:cubicBezTo>
                <a:cubicBezTo>
                  <a:pt x="21830" y="294746"/>
                  <a:pt x="23166" y="294841"/>
                  <a:pt x="28125" y="293919"/>
                </a:cubicBezTo>
                <a:cubicBezTo>
                  <a:pt x="31336" y="293336"/>
                  <a:pt x="34685" y="292488"/>
                  <a:pt x="35564" y="292043"/>
                </a:cubicBezTo>
                <a:cubicBezTo>
                  <a:pt x="36455" y="291598"/>
                  <a:pt x="37822" y="291641"/>
                  <a:pt x="38606" y="292139"/>
                </a:cubicBezTo>
                <a:cubicBezTo>
                  <a:pt x="40905" y="293590"/>
                  <a:pt x="41181" y="293273"/>
                  <a:pt x="40746" y="289553"/>
                </a:cubicBezTo>
                <a:cubicBezTo>
                  <a:pt x="40513" y="287614"/>
                  <a:pt x="40874" y="283777"/>
                  <a:pt x="41531" y="281011"/>
                </a:cubicBezTo>
                <a:cubicBezTo>
                  <a:pt x="43767" y="271696"/>
                  <a:pt x="47868" y="273996"/>
                  <a:pt x="48482" y="284911"/>
                </a:cubicBezTo>
                <a:cubicBezTo>
                  <a:pt x="48779" y="290167"/>
                  <a:pt x="48493" y="292075"/>
                  <a:pt x="47243" y="293336"/>
                </a:cubicBezTo>
                <a:cubicBezTo>
                  <a:pt x="44795" y="295774"/>
                  <a:pt x="45187" y="296515"/>
                  <a:pt x="50210" y="298963"/>
                </a:cubicBezTo>
                <a:cubicBezTo>
                  <a:pt x="54703" y="301146"/>
                  <a:pt x="54788" y="301146"/>
                  <a:pt x="53718" y="299143"/>
                </a:cubicBezTo>
                <a:cubicBezTo>
                  <a:pt x="53114" y="298020"/>
                  <a:pt x="52753" y="294025"/>
                  <a:pt x="52912" y="290284"/>
                </a:cubicBezTo>
                <a:cubicBezTo>
                  <a:pt x="53156" y="284848"/>
                  <a:pt x="53559" y="283396"/>
                  <a:pt x="54926" y="283141"/>
                </a:cubicBezTo>
                <a:cubicBezTo>
                  <a:pt x="55964" y="282940"/>
                  <a:pt x="57246" y="283936"/>
                  <a:pt x="58179" y="285664"/>
                </a:cubicBezTo>
                <a:cubicBezTo>
                  <a:pt x="59027" y="287232"/>
                  <a:pt x="59747" y="288122"/>
                  <a:pt x="59769" y="287645"/>
                </a:cubicBezTo>
                <a:cubicBezTo>
                  <a:pt x="59949" y="283809"/>
                  <a:pt x="41562" y="256076"/>
                  <a:pt x="39326" y="256817"/>
                </a:cubicBezTo>
                <a:cubicBezTo>
                  <a:pt x="38701" y="257029"/>
                  <a:pt x="38044" y="258312"/>
                  <a:pt x="37853" y="259679"/>
                </a:cubicBezTo>
                <a:cubicBezTo>
                  <a:pt x="37419" y="262741"/>
                  <a:pt x="31167" y="268750"/>
                  <a:pt x="28401" y="268750"/>
                </a:cubicBezTo>
                <a:cubicBezTo>
                  <a:pt x="25804" y="268750"/>
                  <a:pt x="25815" y="267108"/>
                  <a:pt x="28443" y="262805"/>
                </a:cubicBezTo>
                <a:cubicBezTo>
                  <a:pt x="31103" y="258449"/>
                  <a:pt x="30170" y="257485"/>
                  <a:pt x="26599" y="260897"/>
                </a:cubicBezTo>
                <a:cubicBezTo>
                  <a:pt x="23070" y="264257"/>
                  <a:pt x="14391" y="266652"/>
                  <a:pt x="13130" y="264617"/>
                </a:cubicBezTo>
                <a:cubicBezTo>
                  <a:pt x="12007" y="262794"/>
                  <a:pt x="13617" y="260972"/>
                  <a:pt x="18588" y="258439"/>
                </a:cubicBezTo>
                <a:cubicBezTo>
                  <a:pt x="21523" y="256934"/>
                  <a:pt x="22233" y="256160"/>
                  <a:pt x="21237" y="255535"/>
                </a:cubicBezTo>
                <a:cubicBezTo>
                  <a:pt x="20485" y="255069"/>
                  <a:pt x="19478" y="254931"/>
                  <a:pt x="19011" y="255217"/>
                </a:cubicBezTo>
                <a:cubicBezTo>
                  <a:pt x="17210" y="256330"/>
                  <a:pt x="8107" y="248382"/>
                  <a:pt x="8107" y="245701"/>
                </a:cubicBezTo>
                <a:cubicBezTo>
                  <a:pt x="8107" y="244991"/>
                  <a:pt x="9092" y="244418"/>
                  <a:pt x="10301" y="244418"/>
                </a:cubicBezTo>
                <a:cubicBezTo>
                  <a:pt x="13289" y="244418"/>
                  <a:pt x="21290" y="249230"/>
                  <a:pt x="21290" y="251021"/>
                </a:cubicBezTo>
                <a:cubicBezTo>
                  <a:pt x="21290" y="251826"/>
                  <a:pt x="22636" y="253172"/>
                  <a:pt x="24278" y="254020"/>
                </a:cubicBezTo>
                <a:cubicBezTo>
                  <a:pt x="28719" y="256319"/>
                  <a:pt x="28856" y="255927"/>
                  <a:pt x="24872" y="252420"/>
                </a:cubicBezTo>
                <a:cubicBezTo>
                  <a:pt x="20612" y="248689"/>
                  <a:pt x="20241" y="246443"/>
                  <a:pt x="23876" y="246443"/>
                </a:cubicBezTo>
                <a:cubicBezTo>
                  <a:pt x="27330" y="246443"/>
                  <a:pt x="31792" y="248848"/>
                  <a:pt x="34335" y="252091"/>
                </a:cubicBezTo>
                <a:cubicBezTo>
                  <a:pt x="35607" y="253712"/>
                  <a:pt x="36889" y="254433"/>
                  <a:pt x="37652" y="253956"/>
                </a:cubicBezTo>
                <a:cubicBezTo>
                  <a:pt x="38510" y="253426"/>
                  <a:pt x="37175" y="251667"/>
                  <a:pt x="33434" y="248371"/>
                </a:cubicBezTo>
                <a:cubicBezTo>
                  <a:pt x="28941" y="244408"/>
                  <a:pt x="27638" y="243740"/>
                  <a:pt x="26069" y="244577"/>
                </a:cubicBezTo>
                <a:cubicBezTo>
                  <a:pt x="24766" y="245277"/>
                  <a:pt x="22604" y="245224"/>
                  <a:pt x="19223" y="244408"/>
                </a:cubicBezTo>
                <a:cubicBezTo>
                  <a:pt x="10746" y="242373"/>
                  <a:pt x="9792" y="238336"/>
                  <a:pt x="17803" y="238336"/>
                </a:cubicBezTo>
                <a:cubicBezTo>
                  <a:pt x="20273" y="238336"/>
                  <a:pt x="22297" y="237986"/>
                  <a:pt x="22297" y="237573"/>
                </a:cubicBezTo>
                <a:cubicBezTo>
                  <a:pt x="22297" y="236460"/>
                  <a:pt x="18312" y="234128"/>
                  <a:pt x="17390" y="234690"/>
                </a:cubicBezTo>
                <a:cubicBezTo>
                  <a:pt x="16118" y="235485"/>
                  <a:pt x="8616" y="230780"/>
                  <a:pt x="8616" y="229179"/>
                </a:cubicBezTo>
                <a:cubicBezTo>
                  <a:pt x="8616" y="227049"/>
                  <a:pt x="12515" y="226795"/>
                  <a:pt x="16150" y="228671"/>
                </a:cubicBezTo>
                <a:lnTo>
                  <a:pt x="19255" y="230282"/>
                </a:lnTo>
                <a:lnTo>
                  <a:pt x="19276" y="226456"/>
                </a:lnTo>
                <a:cubicBezTo>
                  <a:pt x="19287" y="224347"/>
                  <a:pt x="19753" y="221941"/>
                  <a:pt x="20304" y="221104"/>
                </a:cubicBezTo>
                <a:cubicBezTo>
                  <a:pt x="21184" y="219811"/>
                  <a:pt x="21618" y="219938"/>
                  <a:pt x="23335" y="221973"/>
                </a:cubicBezTo>
                <a:cubicBezTo>
                  <a:pt x="24437" y="223298"/>
                  <a:pt x="25338" y="225767"/>
                  <a:pt x="25338" y="227473"/>
                </a:cubicBezTo>
                <a:cubicBezTo>
                  <a:pt x="25338" y="229169"/>
                  <a:pt x="25645" y="230260"/>
                  <a:pt x="26016" y="229889"/>
                </a:cubicBezTo>
                <a:cubicBezTo>
                  <a:pt x="26398" y="229508"/>
                  <a:pt x="27712" y="229868"/>
                  <a:pt x="28962" y="230684"/>
                </a:cubicBezTo>
                <a:cubicBezTo>
                  <a:pt x="31114" y="232094"/>
                  <a:pt x="31241" y="232009"/>
                  <a:pt x="31834" y="228840"/>
                </a:cubicBezTo>
                <a:cubicBezTo>
                  <a:pt x="32703" y="224241"/>
                  <a:pt x="34992" y="221263"/>
                  <a:pt x="36508" y="222757"/>
                </a:cubicBezTo>
                <a:cubicBezTo>
                  <a:pt x="37355" y="223595"/>
                  <a:pt x="38680" y="223616"/>
                  <a:pt x="41393" y="222821"/>
                </a:cubicBezTo>
                <a:cubicBezTo>
                  <a:pt x="46268" y="221401"/>
                  <a:pt x="46162" y="221613"/>
                  <a:pt x="43703" y="218487"/>
                </a:cubicBezTo>
                <a:cubicBezTo>
                  <a:pt x="42527" y="216992"/>
                  <a:pt x="41562" y="215138"/>
                  <a:pt x="41562" y="214375"/>
                </a:cubicBezTo>
                <a:cubicBezTo>
                  <a:pt x="41562" y="212351"/>
                  <a:pt x="44954" y="212690"/>
                  <a:pt x="47921" y="215021"/>
                </a:cubicBezTo>
                <a:cubicBezTo>
                  <a:pt x="49341" y="216134"/>
                  <a:pt x="51916" y="217045"/>
                  <a:pt x="53654" y="217045"/>
                </a:cubicBezTo>
                <a:cubicBezTo>
                  <a:pt x="56674" y="217045"/>
                  <a:pt x="56748" y="216950"/>
                  <a:pt x="55371" y="214767"/>
                </a:cubicBezTo>
                <a:cubicBezTo>
                  <a:pt x="54587" y="213516"/>
                  <a:pt x="53633" y="211461"/>
                  <a:pt x="53251" y="210199"/>
                </a:cubicBezTo>
                <a:cubicBezTo>
                  <a:pt x="52372" y="207243"/>
                  <a:pt x="55127" y="206035"/>
                  <a:pt x="57617" y="208292"/>
                </a:cubicBezTo>
                <a:cubicBezTo>
                  <a:pt x="58603" y="209182"/>
                  <a:pt x="61729" y="210094"/>
                  <a:pt x="64569" y="210316"/>
                </a:cubicBezTo>
                <a:cubicBezTo>
                  <a:pt x="67409" y="210539"/>
                  <a:pt x="70239" y="211026"/>
                  <a:pt x="70853" y="211408"/>
                </a:cubicBezTo>
                <a:cubicBezTo>
                  <a:pt x="73503" y="213050"/>
                  <a:pt x="71108" y="208493"/>
                  <a:pt x="64368" y="199051"/>
                </a:cubicBezTo>
                <a:cubicBezTo>
                  <a:pt x="61634" y="195225"/>
                  <a:pt x="58306" y="193646"/>
                  <a:pt x="58508" y="196274"/>
                </a:cubicBezTo>
                <a:cubicBezTo>
                  <a:pt x="58762" y="199687"/>
                  <a:pt x="51471" y="206914"/>
                  <a:pt x="47772" y="206914"/>
                </a:cubicBezTo>
                <a:cubicBezTo>
                  <a:pt x="45844" y="206914"/>
                  <a:pt x="46490" y="203343"/>
                  <a:pt x="49129" y="199454"/>
                </a:cubicBezTo>
                <a:cubicBezTo>
                  <a:pt x="52022" y="195194"/>
                  <a:pt x="51005" y="194621"/>
                  <a:pt x="47052" y="198288"/>
                </a:cubicBezTo>
                <a:cubicBezTo>
                  <a:pt x="44445" y="200704"/>
                  <a:pt x="38934" y="202845"/>
                  <a:pt x="35289" y="202855"/>
                </a:cubicBezTo>
                <a:cubicBezTo>
                  <a:pt x="30467" y="202866"/>
                  <a:pt x="33180" y="197737"/>
                  <a:pt x="39136" y="195586"/>
                </a:cubicBezTo>
                <a:cubicBezTo>
                  <a:pt x="41732" y="194642"/>
                  <a:pt x="42251" y="194060"/>
                  <a:pt x="41414" y="193053"/>
                </a:cubicBezTo>
                <a:cubicBezTo>
                  <a:pt x="40810" y="192322"/>
                  <a:pt x="39899" y="191983"/>
                  <a:pt x="39401" y="192300"/>
                </a:cubicBezTo>
                <a:cubicBezTo>
                  <a:pt x="37917" y="193212"/>
                  <a:pt x="32089" y="189068"/>
                  <a:pt x="30096" y="185688"/>
                </a:cubicBezTo>
                <a:cubicBezTo>
                  <a:pt x="28401" y="182805"/>
                  <a:pt x="28390" y="182519"/>
                  <a:pt x="29948" y="181926"/>
                </a:cubicBezTo>
                <a:cubicBezTo>
                  <a:pt x="32459" y="180961"/>
                  <a:pt x="40185" y="185115"/>
                  <a:pt x="41732" y="188263"/>
                </a:cubicBezTo>
                <a:cubicBezTo>
                  <a:pt x="42474" y="189768"/>
                  <a:pt x="44138" y="191389"/>
                  <a:pt x="45430" y="191855"/>
                </a:cubicBezTo>
                <a:cubicBezTo>
                  <a:pt x="47539" y="192618"/>
                  <a:pt x="47465" y="192385"/>
                  <a:pt x="44667" y="189598"/>
                </a:cubicBezTo>
                <a:cubicBezTo>
                  <a:pt x="42961" y="187881"/>
                  <a:pt x="41562" y="186048"/>
                  <a:pt x="41562" y="185518"/>
                </a:cubicBezTo>
                <a:cubicBezTo>
                  <a:pt x="41562" y="182085"/>
                  <a:pt x="51195" y="184903"/>
                  <a:pt x="54703" y="189365"/>
                </a:cubicBezTo>
                <a:cubicBezTo>
                  <a:pt x="56568" y="191728"/>
                  <a:pt x="58794" y="192502"/>
                  <a:pt x="58794" y="190774"/>
                </a:cubicBezTo>
                <a:cubicBezTo>
                  <a:pt x="58794" y="190255"/>
                  <a:pt x="56621" y="187977"/>
                  <a:pt x="53972" y="185698"/>
                </a:cubicBezTo>
                <a:cubicBezTo>
                  <a:pt x="49998" y="182275"/>
                  <a:pt x="48663" y="181661"/>
                  <a:pt x="46268" y="182169"/>
                </a:cubicBezTo>
                <a:cubicBezTo>
                  <a:pt x="42484" y="182985"/>
                  <a:pt x="34632" y="180749"/>
                  <a:pt x="33445" y="178524"/>
                </a:cubicBezTo>
                <a:cubicBezTo>
                  <a:pt x="32120" y="176044"/>
                  <a:pt x="33095" y="175493"/>
                  <a:pt x="38850" y="175493"/>
                </a:cubicBezTo>
                <a:cubicBezTo>
                  <a:pt x="43724" y="175493"/>
                  <a:pt x="43841" y="175419"/>
                  <a:pt x="42177" y="173585"/>
                </a:cubicBezTo>
                <a:cubicBezTo>
                  <a:pt x="41234" y="172547"/>
                  <a:pt x="39379" y="171689"/>
                  <a:pt x="38055" y="171689"/>
                </a:cubicBezTo>
                <a:cubicBezTo>
                  <a:pt x="35119" y="171689"/>
                  <a:pt x="29397" y="167789"/>
                  <a:pt x="29397" y="165796"/>
                </a:cubicBezTo>
                <a:cubicBezTo>
                  <a:pt x="29397" y="163857"/>
                  <a:pt x="33742" y="163910"/>
                  <a:pt x="37557" y="165881"/>
                </a:cubicBezTo>
                <a:lnTo>
                  <a:pt x="40545" y="167428"/>
                </a:lnTo>
                <a:lnTo>
                  <a:pt x="40545" y="164048"/>
                </a:lnTo>
                <a:cubicBezTo>
                  <a:pt x="40545" y="162193"/>
                  <a:pt x="41160" y="159841"/>
                  <a:pt x="41902" y="158813"/>
                </a:cubicBezTo>
                <a:cubicBezTo>
                  <a:pt x="43205" y="157032"/>
                  <a:pt x="43343" y="157064"/>
                  <a:pt x="44943" y="159353"/>
                </a:cubicBezTo>
                <a:cubicBezTo>
                  <a:pt x="45876" y="160667"/>
                  <a:pt x="46628" y="163020"/>
                  <a:pt x="46628" y="164567"/>
                </a:cubicBezTo>
                <a:cubicBezTo>
                  <a:pt x="46628" y="166284"/>
                  <a:pt x="47168" y="167386"/>
                  <a:pt x="48027" y="167386"/>
                </a:cubicBezTo>
                <a:cubicBezTo>
                  <a:pt x="48790" y="167386"/>
                  <a:pt x="50009" y="168085"/>
                  <a:pt x="50719" y="168944"/>
                </a:cubicBezTo>
                <a:cubicBezTo>
                  <a:pt x="51831" y="170290"/>
                  <a:pt x="52245" y="169823"/>
                  <a:pt x="53633" y="165659"/>
                </a:cubicBezTo>
                <a:cubicBezTo>
                  <a:pt x="55689" y="159459"/>
                  <a:pt x="58794" y="158315"/>
                  <a:pt x="58794" y="163762"/>
                </a:cubicBezTo>
                <a:cubicBezTo>
                  <a:pt x="58794" y="166220"/>
                  <a:pt x="59260" y="167386"/>
                  <a:pt x="60235" y="167386"/>
                </a:cubicBezTo>
                <a:cubicBezTo>
                  <a:pt x="61030" y="167386"/>
                  <a:pt x="62587" y="168520"/>
                  <a:pt x="63679" y="169919"/>
                </a:cubicBezTo>
                <a:cubicBezTo>
                  <a:pt x="64770" y="171307"/>
                  <a:pt x="66180" y="172452"/>
                  <a:pt x="66795" y="172452"/>
                </a:cubicBezTo>
                <a:cubicBezTo>
                  <a:pt x="67409" y="172452"/>
                  <a:pt x="67918" y="173395"/>
                  <a:pt x="67918" y="174550"/>
                </a:cubicBezTo>
                <a:cubicBezTo>
                  <a:pt x="67918" y="176627"/>
                  <a:pt x="67939" y="176627"/>
                  <a:pt x="70705" y="174698"/>
                </a:cubicBezTo>
                <a:cubicBezTo>
                  <a:pt x="74128" y="172314"/>
                  <a:pt x="79999" y="170247"/>
                  <a:pt x="81207" y="171000"/>
                </a:cubicBezTo>
                <a:cubicBezTo>
                  <a:pt x="83019" y="172123"/>
                  <a:pt x="82012" y="174401"/>
                  <a:pt x="78377" y="177401"/>
                </a:cubicBezTo>
                <a:cubicBezTo>
                  <a:pt x="76322" y="179096"/>
                  <a:pt x="73365" y="180760"/>
                  <a:pt x="71786" y="181110"/>
                </a:cubicBezTo>
                <a:cubicBezTo>
                  <a:pt x="69306" y="181650"/>
                  <a:pt x="68925" y="182212"/>
                  <a:pt x="68925" y="185338"/>
                </a:cubicBezTo>
                <a:lnTo>
                  <a:pt x="68925" y="188941"/>
                </a:lnTo>
                <a:lnTo>
                  <a:pt x="71044" y="186249"/>
                </a:lnTo>
                <a:cubicBezTo>
                  <a:pt x="74562" y="181788"/>
                  <a:pt x="82108" y="178778"/>
                  <a:pt x="82108" y="181841"/>
                </a:cubicBezTo>
                <a:cubicBezTo>
                  <a:pt x="82108" y="184458"/>
                  <a:pt x="76724" y="190933"/>
                  <a:pt x="73386" y="192322"/>
                </a:cubicBezTo>
                <a:cubicBezTo>
                  <a:pt x="71479" y="193116"/>
                  <a:pt x="69942" y="194494"/>
                  <a:pt x="69942" y="195406"/>
                </a:cubicBezTo>
                <a:cubicBezTo>
                  <a:pt x="69942" y="196826"/>
                  <a:pt x="73683" y="203873"/>
                  <a:pt x="74435" y="203873"/>
                </a:cubicBezTo>
                <a:cubicBezTo>
                  <a:pt x="74594" y="203873"/>
                  <a:pt x="74488" y="201594"/>
                  <a:pt x="74223" y="198807"/>
                </a:cubicBezTo>
                <a:cubicBezTo>
                  <a:pt x="73842" y="194823"/>
                  <a:pt x="74054" y="193731"/>
                  <a:pt x="75209" y="193731"/>
                </a:cubicBezTo>
                <a:cubicBezTo>
                  <a:pt x="78653" y="193731"/>
                  <a:pt x="83528" y="201690"/>
                  <a:pt x="84651" y="209150"/>
                </a:cubicBezTo>
                <a:cubicBezTo>
                  <a:pt x="85043" y="211789"/>
                  <a:pt x="86219" y="214672"/>
                  <a:pt x="87300" y="215647"/>
                </a:cubicBezTo>
                <a:cubicBezTo>
                  <a:pt x="89208" y="217374"/>
                  <a:pt x="89218" y="217332"/>
                  <a:pt x="87703" y="213707"/>
                </a:cubicBezTo>
                <a:cubicBezTo>
                  <a:pt x="85785" y="209119"/>
                  <a:pt x="85668" y="203873"/>
                  <a:pt x="87491" y="203873"/>
                </a:cubicBezTo>
                <a:cubicBezTo>
                  <a:pt x="90744" y="203873"/>
                  <a:pt x="97516" y="214025"/>
                  <a:pt x="97050" y="218222"/>
                </a:cubicBezTo>
                <a:cubicBezTo>
                  <a:pt x="96891" y="219716"/>
                  <a:pt x="97421" y="220638"/>
                  <a:pt x="98576" y="220882"/>
                </a:cubicBezTo>
                <a:cubicBezTo>
                  <a:pt x="101024" y="221390"/>
                  <a:pt x="100886" y="218444"/>
                  <a:pt x="98078" y="210401"/>
                </a:cubicBezTo>
                <a:cubicBezTo>
                  <a:pt x="96202" y="205017"/>
                  <a:pt x="95407" y="203873"/>
                  <a:pt x="93553" y="203873"/>
                </a:cubicBezTo>
                <a:cubicBezTo>
                  <a:pt x="90893" y="203873"/>
                  <a:pt x="84630" y="198648"/>
                  <a:pt x="82616" y="194748"/>
                </a:cubicBezTo>
                <a:cubicBezTo>
                  <a:pt x="79819" y="189354"/>
                  <a:pt x="84397" y="188867"/>
                  <a:pt x="91359" y="193826"/>
                </a:cubicBezTo>
                <a:lnTo>
                  <a:pt x="94273" y="195904"/>
                </a:lnTo>
                <a:lnTo>
                  <a:pt x="94273" y="193848"/>
                </a:lnTo>
                <a:cubicBezTo>
                  <a:pt x="94273" y="192714"/>
                  <a:pt x="92504" y="190033"/>
                  <a:pt x="90342" y="187892"/>
                </a:cubicBezTo>
                <a:cubicBezTo>
                  <a:pt x="86230" y="183833"/>
                  <a:pt x="84121" y="178132"/>
                  <a:pt x="86029" y="176235"/>
                </a:cubicBezTo>
                <a:cubicBezTo>
                  <a:pt x="87639" y="174613"/>
                  <a:pt x="94263" y="181979"/>
                  <a:pt x="94305" y="185444"/>
                </a:cubicBezTo>
                <a:cubicBezTo>
                  <a:pt x="94347" y="188040"/>
                  <a:pt x="94411" y="188009"/>
                  <a:pt x="95884" y="184617"/>
                </a:cubicBezTo>
                <a:cubicBezTo>
                  <a:pt x="98661" y="178227"/>
                  <a:pt x="103684" y="174444"/>
                  <a:pt x="104966" y="177793"/>
                </a:cubicBezTo>
                <a:cubicBezTo>
                  <a:pt x="105241" y="178503"/>
                  <a:pt x="104839" y="181173"/>
                  <a:pt x="104065" y="183717"/>
                </a:cubicBezTo>
                <a:cubicBezTo>
                  <a:pt x="102899" y="187606"/>
                  <a:pt x="102889" y="188644"/>
                  <a:pt x="104044" y="190223"/>
                </a:cubicBezTo>
                <a:cubicBezTo>
                  <a:pt x="104807" y="191251"/>
                  <a:pt x="105422" y="193032"/>
                  <a:pt x="105432" y="194187"/>
                </a:cubicBezTo>
                <a:cubicBezTo>
                  <a:pt x="105443" y="195978"/>
                  <a:pt x="105814" y="195808"/>
                  <a:pt x="108050" y="192958"/>
                </a:cubicBezTo>
                <a:cubicBezTo>
                  <a:pt x="109491" y="191135"/>
                  <a:pt x="112003" y="188952"/>
                  <a:pt x="113634" y="188104"/>
                </a:cubicBezTo>
                <a:cubicBezTo>
                  <a:pt x="116347" y="186705"/>
                  <a:pt x="116665" y="186716"/>
                  <a:pt x="117269" y="188284"/>
                </a:cubicBezTo>
                <a:cubicBezTo>
                  <a:pt x="117630" y="189227"/>
                  <a:pt x="117259" y="191177"/>
                  <a:pt x="116432" y="192629"/>
                </a:cubicBezTo>
                <a:cubicBezTo>
                  <a:pt x="115224" y="194770"/>
                  <a:pt x="115182" y="195734"/>
                  <a:pt x="116188" y="197790"/>
                </a:cubicBezTo>
                <a:cubicBezTo>
                  <a:pt x="118223" y="201934"/>
                  <a:pt x="119929" y="208684"/>
                  <a:pt x="119336" y="210231"/>
                </a:cubicBezTo>
                <a:cubicBezTo>
                  <a:pt x="118923" y="211291"/>
                  <a:pt x="119421" y="211545"/>
                  <a:pt x="121222" y="211196"/>
                </a:cubicBezTo>
                <a:cubicBezTo>
                  <a:pt x="122568" y="210941"/>
                  <a:pt x="123670" y="210094"/>
                  <a:pt x="123670" y="209309"/>
                </a:cubicBezTo>
                <a:cubicBezTo>
                  <a:pt x="123670" y="207571"/>
                  <a:pt x="127739" y="205897"/>
                  <a:pt x="131968" y="205897"/>
                </a:cubicBezTo>
                <a:cubicBezTo>
                  <a:pt x="134511" y="205897"/>
                  <a:pt x="134850" y="205643"/>
                  <a:pt x="133886" y="204477"/>
                </a:cubicBezTo>
                <a:cubicBezTo>
                  <a:pt x="133239" y="203703"/>
                  <a:pt x="131067" y="203057"/>
                  <a:pt x="129075" y="203057"/>
                </a:cubicBezTo>
                <a:cubicBezTo>
                  <a:pt x="125016" y="203057"/>
                  <a:pt x="117079" y="198193"/>
                  <a:pt x="117079" y="195713"/>
                </a:cubicBezTo>
                <a:cubicBezTo>
                  <a:pt x="117079" y="193572"/>
                  <a:pt x="122928" y="193297"/>
                  <a:pt x="126733" y="195268"/>
                </a:cubicBezTo>
                <a:cubicBezTo>
                  <a:pt x="130738" y="197345"/>
                  <a:pt x="131438" y="196720"/>
                  <a:pt x="129107" y="193159"/>
                </a:cubicBezTo>
                <a:cubicBezTo>
                  <a:pt x="126987" y="189927"/>
                  <a:pt x="126606" y="180251"/>
                  <a:pt x="128524" y="178333"/>
                </a:cubicBezTo>
                <a:cubicBezTo>
                  <a:pt x="131597" y="175260"/>
                  <a:pt x="136016" y="186959"/>
                  <a:pt x="133695" y="192046"/>
                </a:cubicBezTo>
                <a:cubicBezTo>
                  <a:pt x="132900" y="193784"/>
                  <a:pt x="133006" y="195268"/>
                  <a:pt x="134098" y="197864"/>
                </a:cubicBezTo>
                <a:lnTo>
                  <a:pt x="135560" y="201340"/>
                </a:lnTo>
                <a:lnTo>
                  <a:pt x="135147" y="196773"/>
                </a:lnTo>
                <a:cubicBezTo>
                  <a:pt x="134310" y="187669"/>
                  <a:pt x="139216" y="187288"/>
                  <a:pt x="141749" y="196264"/>
                </a:cubicBezTo>
                <a:cubicBezTo>
                  <a:pt x="142756" y="199814"/>
                  <a:pt x="142830" y="201743"/>
                  <a:pt x="142046" y="203470"/>
                </a:cubicBezTo>
                <a:cubicBezTo>
                  <a:pt x="141368" y="204964"/>
                  <a:pt x="141336" y="206045"/>
                  <a:pt x="141950" y="206427"/>
                </a:cubicBezTo>
                <a:cubicBezTo>
                  <a:pt x="144059" y="207730"/>
                  <a:pt x="144949" y="205494"/>
                  <a:pt x="144949" y="198903"/>
                </a:cubicBezTo>
                <a:cubicBezTo>
                  <a:pt x="144949" y="192587"/>
                  <a:pt x="144748" y="191940"/>
                  <a:pt x="142459" y="190902"/>
                </a:cubicBezTo>
                <a:cubicBezTo>
                  <a:pt x="137945" y="188846"/>
                  <a:pt x="133462" y="176500"/>
                  <a:pt x="137235" y="176500"/>
                </a:cubicBezTo>
                <a:cubicBezTo>
                  <a:pt x="138008" y="176500"/>
                  <a:pt x="140287" y="178333"/>
                  <a:pt x="142300" y="180559"/>
                </a:cubicBezTo>
                <a:lnTo>
                  <a:pt x="145967" y="184617"/>
                </a:lnTo>
                <a:lnTo>
                  <a:pt x="145967" y="181067"/>
                </a:lnTo>
                <a:cubicBezTo>
                  <a:pt x="145967" y="179117"/>
                  <a:pt x="145543" y="177517"/>
                  <a:pt x="145013" y="177517"/>
                </a:cubicBezTo>
                <a:cubicBezTo>
                  <a:pt x="144494" y="177517"/>
                  <a:pt x="143476" y="175874"/>
                  <a:pt x="142745" y="173861"/>
                </a:cubicBezTo>
                <a:cubicBezTo>
                  <a:pt x="141738" y="171074"/>
                  <a:pt x="140265" y="169622"/>
                  <a:pt x="136503" y="167714"/>
                </a:cubicBezTo>
                <a:cubicBezTo>
                  <a:pt x="130410" y="164631"/>
                  <a:pt x="128661" y="165086"/>
                  <a:pt x="129350" y="169611"/>
                </a:cubicBezTo>
                <a:cubicBezTo>
                  <a:pt x="129954" y="173554"/>
                  <a:pt x="126065" y="182074"/>
                  <a:pt x="123670" y="182074"/>
                </a:cubicBezTo>
                <a:cubicBezTo>
                  <a:pt x="122494" y="182074"/>
                  <a:pt x="122155" y="180781"/>
                  <a:pt x="122165" y="176373"/>
                </a:cubicBezTo>
                <a:cubicBezTo>
                  <a:pt x="122176" y="172165"/>
                  <a:pt x="121847" y="170798"/>
                  <a:pt x="120894" y="171159"/>
                </a:cubicBezTo>
                <a:cubicBezTo>
                  <a:pt x="119792" y="171583"/>
                  <a:pt x="119230" y="172854"/>
                  <a:pt x="119770" y="173713"/>
                </a:cubicBezTo>
                <a:cubicBezTo>
                  <a:pt x="120343" y="174645"/>
                  <a:pt x="116082" y="180770"/>
                  <a:pt x="113645" y="182508"/>
                </a:cubicBezTo>
                <a:cubicBezTo>
                  <a:pt x="110487" y="184745"/>
                  <a:pt x="106439" y="185327"/>
                  <a:pt x="106439" y="183536"/>
                </a:cubicBezTo>
                <a:cubicBezTo>
                  <a:pt x="106439" y="181767"/>
                  <a:pt x="108527" y="178217"/>
                  <a:pt x="111345" y="175207"/>
                </a:cubicBezTo>
                <a:lnTo>
                  <a:pt x="113974" y="172377"/>
                </a:lnTo>
                <a:lnTo>
                  <a:pt x="108368" y="173034"/>
                </a:lnTo>
                <a:cubicBezTo>
                  <a:pt x="103747" y="173585"/>
                  <a:pt x="101999" y="173310"/>
                  <a:pt x="98449" y="171498"/>
                </a:cubicBezTo>
                <a:cubicBezTo>
                  <a:pt x="96075" y="170290"/>
                  <a:pt x="94316" y="168753"/>
                  <a:pt x="94538" y="168085"/>
                </a:cubicBezTo>
                <a:cubicBezTo>
                  <a:pt x="95174" y="166157"/>
                  <a:pt x="106174" y="165966"/>
                  <a:pt x="109025" y="167831"/>
                </a:cubicBezTo>
                <a:cubicBezTo>
                  <a:pt x="110349" y="168700"/>
                  <a:pt x="113158" y="169357"/>
                  <a:pt x="115266" y="169294"/>
                </a:cubicBezTo>
                <a:lnTo>
                  <a:pt x="119103" y="169177"/>
                </a:lnTo>
                <a:lnTo>
                  <a:pt x="115553" y="168467"/>
                </a:lnTo>
                <a:cubicBezTo>
                  <a:pt x="111250" y="167609"/>
                  <a:pt x="107446" y="165637"/>
                  <a:pt x="107446" y="164281"/>
                </a:cubicBezTo>
                <a:cubicBezTo>
                  <a:pt x="107446" y="161356"/>
                  <a:pt x="120003" y="160741"/>
                  <a:pt x="123363" y="163497"/>
                </a:cubicBezTo>
                <a:cubicBezTo>
                  <a:pt x="124115" y="164122"/>
                  <a:pt x="125207" y="164143"/>
                  <a:pt x="126256" y="163560"/>
                </a:cubicBezTo>
                <a:cubicBezTo>
                  <a:pt x="127644" y="162787"/>
                  <a:pt x="127241" y="162342"/>
                  <a:pt x="123946" y="161028"/>
                </a:cubicBezTo>
                <a:cubicBezTo>
                  <a:pt x="117174" y="158315"/>
                  <a:pt x="112787" y="157838"/>
                  <a:pt x="110996" y="159629"/>
                </a:cubicBezTo>
                <a:cubicBezTo>
                  <a:pt x="108050" y="162575"/>
                  <a:pt x="99265" y="164207"/>
                  <a:pt x="96340" y="162363"/>
                </a:cubicBezTo>
                <a:cubicBezTo>
                  <a:pt x="95068" y="161557"/>
                  <a:pt x="95121" y="161134"/>
                  <a:pt x="96711" y="159374"/>
                </a:cubicBezTo>
                <a:cubicBezTo>
                  <a:pt x="97739" y="158240"/>
                  <a:pt x="100218" y="156778"/>
                  <a:pt x="102232" y="156110"/>
                </a:cubicBezTo>
                <a:cubicBezTo>
                  <a:pt x="105400" y="155072"/>
                  <a:pt x="105623" y="154796"/>
                  <a:pt x="103885" y="154139"/>
                </a:cubicBezTo>
                <a:cubicBezTo>
                  <a:pt x="102772" y="153715"/>
                  <a:pt x="99328" y="153620"/>
                  <a:pt x="96213" y="153917"/>
                </a:cubicBezTo>
                <a:cubicBezTo>
                  <a:pt x="89568" y="154553"/>
                  <a:pt x="85266" y="152952"/>
                  <a:pt x="87237" y="150589"/>
                </a:cubicBezTo>
                <a:cubicBezTo>
                  <a:pt x="87968" y="149699"/>
                  <a:pt x="90321" y="149137"/>
                  <a:pt x="93298" y="149137"/>
                </a:cubicBezTo>
                <a:lnTo>
                  <a:pt x="98173" y="149137"/>
                </a:lnTo>
                <a:lnTo>
                  <a:pt x="96827" y="146350"/>
                </a:lnTo>
                <a:cubicBezTo>
                  <a:pt x="94242" y="140967"/>
                  <a:pt x="94019" y="139038"/>
                  <a:pt x="95873" y="138317"/>
                </a:cubicBezTo>
                <a:cubicBezTo>
                  <a:pt x="97092" y="137851"/>
                  <a:pt x="98608" y="138720"/>
                  <a:pt x="100886" y="141210"/>
                </a:cubicBezTo>
                <a:cubicBezTo>
                  <a:pt x="103048" y="143574"/>
                  <a:pt x="105400" y="144972"/>
                  <a:pt x="107848" y="145375"/>
                </a:cubicBezTo>
                <a:cubicBezTo>
                  <a:pt x="110328" y="145778"/>
                  <a:pt x="111324" y="145619"/>
                  <a:pt x="110879" y="144898"/>
                </a:cubicBezTo>
                <a:cubicBezTo>
                  <a:pt x="109724" y="143023"/>
                  <a:pt x="108601" y="136781"/>
                  <a:pt x="109152" y="135329"/>
                </a:cubicBezTo>
                <a:cubicBezTo>
                  <a:pt x="110000" y="133125"/>
                  <a:pt x="112448" y="133697"/>
                  <a:pt x="113666" y="136367"/>
                </a:cubicBezTo>
                <a:cubicBezTo>
                  <a:pt x="114366" y="137883"/>
                  <a:pt x="115860" y="138964"/>
                  <a:pt x="117640" y="139218"/>
                </a:cubicBezTo>
                <a:cubicBezTo>
                  <a:pt x="120470" y="139642"/>
                  <a:pt x="120480" y="139610"/>
                  <a:pt x="119177" y="136537"/>
                </a:cubicBezTo>
                <a:cubicBezTo>
                  <a:pt x="115012" y="126756"/>
                  <a:pt x="113052" y="123714"/>
                  <a:pt x="111070" y="124000"/>
                </a:cubicBezTo>
                <a:cubicBezTo>
                  <a:pt x="109883" y="124180"/>
                  <a:pt x="108813" y="125335"/>
                  <a:pt x="108463" y="126830"/>
                </a:cubicBezTo>
                <a:cubicBezTo>
                  <a:pt x="107859" y="129426"/>
                  <a:pt x="97929" y="136336"/>
                  <a:pt x="95820" y="135626"/>
                </a:cubicBezTo>
                <a:cubicBezTo>
                  <a:pt x="93542" y="134873"/>
                  <a:pt x="94326" y="131853"/>
                  <a:pt x="97770" y="128027"/>
                </a:cubicBezTo>
                <a:cubicBezTo>
                  <a:pt x="100663" y="124837"/>
                  <a:pt x="101077" y="123905"/>
                  <a:pt x="99837" y="123428"/>
                </a:cubicBezTo>
                <a:cubicBezTo>
                  <a:pt x="98978" y="123089"/>
                  <a:pt x="97410" y="123693"/>
                  <a:pt x="96340" y="124763"/>
                </a:cubicBezTo>
                <a:cubicBezTo>
                  <a:pt x="92610" y="128494"/>
                  <a:pt x="80571" y="130316"/>
                  <a:pt x="79427" y="127328"/>
                </a:cubicBezTo>
                <a:cubicBezTo>
                  <a:pt x="78589" y="125145"/>
                  <a:pt x="80656" y="123068"/>
                  <a:pt x="84979" y="121743"/>
                </a:cubicBezTo>
                <a:cubicBezTo>
                  <a:pt x="87025" y="121118"/>
                  <a:pt x="89314" y="120397"/>
                  <a:pt x="90077" y="120153"/>
                </a:cubicBezTo>
                <a:cubicBezTo>
                  <a:pt x="91179" y="119804"/>
                  <a:pt x="91200" y="119412"/>
                  <a:pt x="90215" y="118214"/>
                </a:cubicBezTo>
                <a:cubicBezTo>
                  <a:pt x="89536" y="117398"/>
                  <a:pt x="88593" y="116953"/>
                  <a:pt x="88137" y="117239"/>
                </a:cubicBezTo>
                <a:cubicBezTo>
                  <a:pt x="86855" y="118034"/>
                  <a:pt x="80709" y="112216"/>
                  <a:pt x="78505" y="108115"/>
                </a:cubicBezTo>
                <a:cubicBezTo>
                  <a:pt x="76830" y="104999"/>
                  <a:pt x="76756" y="104321"/>
                  <a:pt x="77996" y="103558"/>
                </a:cubicBezTo>
                <a:cubicBezTo>
                  <a:pt x="80825" y="101799"/>
                  <a:pt x="90723" y="109291"/>
                  <a:pt x="91412" y="113721"/>
                </a:cubicBezTo>
                <a:cubicBezTo>
                  <a:pt x="91592" y="114855"/>
                  <a:pt x="93330" y="116762"/>
                  <a:pt x="95280" y="117949"/>
                </a:cubicBezTo>
                <a:lnTo>
                  <a:pt x="98830" y="120122"/>
                </a:lnTo>
                <a:lnTo>
                  <a:pt x="96679" y="117652"/>
                </a:lnTo>
                <a:cubicBezTo>
                  <a:pt x="93595" y="114113"/>
                  <a:pt x="91995" y="110690"/>
                  <a:pt x="92652" y="108994"/>
                </a:cubicBezTo>
                <a:cubicBezTo>
                  <a:pt x="93913" y="105688"/>
                  <a:pt x="106439" y="113784"/>
                  <a:pt x="106439" y="117896"/>
                </a:cubicBezTo>
                <a:cubicBezTo>
                  <a:pt x="106439" y="119189"/>
                  <a:pt x="107202" y="119740"/>
                  <a:pt x="109003" y="119740"/>
                </a:cubicBezTo>
                <a:lnTo>
                  <a:pt x="111579" y="119740"/>
                </a:lnTo>
                <a:lnTo>
                  <a:pt x="109258" y="116349"/>
                </a:lnTo>
                <a:cubicBezTo>
                  <a:pt x="103504" y="107924"/>
                  <a:pt x="101140" y="106059"/>
                  <a:pt x="96181" y="106027"/>
                </a:cubicBezTo>
                <a:cubicBezTo>
                  <a:pt x="90967" y="106006"/>
                  <a:pt x="83125" y="101682"/>
                  <a:pt x="83125" y="98831"/>
                </a:cubicBezTo>
                <a:cubicBezTo>
                  <a:pt x="83125" y="97464"/>
                  <a:pt x="84163" y="97263"/>
                  <a:pt x="89632" y="97613"/>
                </a:cubicBezTo>
                <a:lnTo>
                  <a:pt x="96138" y="98026"/>
                </a:lnTo>
                <a:lnTo>
                  <a:pt x="94114" y="95186"/>
                </a:lnTo>
                <a:cubicBezTo>
                  <a:pt x="93002" y="93628"/>
                  <a:pt x="91645" y="92621"/>
                  <a:pt x="91105" y="92950"/>
                </a:cubicBezTo>
                <a:cubicBezTo>
                  <a:pt x="89102" y="94190"/>
                  <a:pt x="81164" y="87492"/>
                  <a:pt x="81111" y="84514"/>
                </a:cubicBezTo>
                <a:cubicBezTo>
                  <a:pt x="81080" y="82427"/>
                  <a:pt x="85446" y="83084"/>
                  <a:pt x="89377" y="85754"/>
                </a:cubicBezTo>
                <a:lnTo>
                  <a:pt x="93065" y="88255"/>
                </a:lnTo>
                <a:lnTo>
                  <a:pt x="94273" y="83211"/>
                </a:lnTo>
                <a:cubicBezTo>
                  <a:pt x="94941" y="80445"/>
                  <a:pt x="95937" y="77891"/>
                  <a:pt x="96499" y="77552"/>
                </a:cubicBezTo>
                <a:cubicBezTo>
                  <a:pt x="98385" y="76375"/>
                  <a:pt x="100420" y="79830"/>
                  <a:pt x="100642" y="84578"/>
                </a:cubicBezTo>
                <a:cubicBezTo>
                  <a:pt x="100780" y="87524"/>
                  <a:pt x="101331" y="89315"/>
                  <a:pt x="102105" y="89326"/>
                </a:cubicBezTo>
                <a:cubicBezTo>
                  <a:pt x="102783" y="89326"/>
                  <a:pt x="104129" y="90523"/>
                  <a:pt x="105083" y="91975"/>
                </a:cubicBezTo>
                <a:lnTo>
                  <a:pt x="106810" y="94614"/>
                </a:lnTo>
                <a:lnTo>
                  <a:pt x="108124" y="90120"/>
                </a:lnTo>
                <a:cubicBezTo>
                  <a:pt x="109724" y="84610"/>
                  <a:pt x="113136" y="81028"/>
                  <a:pt x="114631" y="83285"/>
                </a:cubicBezTo>
                <a:cubicBezTo>
                  <a:pt x="115161" y="84101"/>
                  <a:pt x="115341" y="86252"/>
                  <a:pt x="115023" y="88064"/>
                </a:cubicBezTo>
                <a:cubicBezTo>
                  <a:pt x="114376" y="91795"/>
                  <a:pt x="115362" y="92197"/>
                  <a:pt x="119156" y="89707"/>
                </a:cubicBezTo>
                <a:cubicBezTo>
                  <a:pt x="120544" y="88796"/>
                  <a:pt x="123670" y="88001"/>
                  <a:pt x="126118" y="87937"/>
                </a:cubicBezTo>
                <a:cubicBezTo>
                  <a:pt x="128778" y="87863"/>
                  <a:pt x="130304" y="87407"/>
                  <a:pt x="129944" y="86793"/>
                </a:cubicBezTo>
                <a:cubicBezTo>
                  <a:pt x="129605" y="86242"/>
                  <a:pt x="128280" y="84239"/>
                  <a:pt x="127008" y="82342"/>
                </a:cubicBezTo>
                <a:cubicBezTo>
                  <a:pt x="124433" y="78537"/>
                  <a:pt x="123914" y="74129"/>
                  <a:pt x="126044" y="74129"/>
                </a:cubicBezTo>
                <a:cubicBezTo>
                  <a:pt x="127888" y="74129"/>
                  <a:pt x="135825" y="79936"/>
                  <a:pt x="135825" y="81282"/>
                </a:cubicBezTo>
                <a:cubicBezTo>
                  <a:pt x="135825" y="81876"/>
                  <a:pt x="136387" y="82013"/>
                  <a:pt x="137054" y="81589"/>
                </a:cubicBezTo>
                <a:cubicBezTo>
                  <a:pt x="137733" y="81176"/>
                  <a:pt x="139767" y="80932"/>
                  <a:pt x="141579" y="81060"/>
                </a:cubicBezTo>
                <a:lnTo>
                  <a:pt x="144875" y="81282"/>
                </a:lnTo>
                <a:lnTo>
                  <a:pt x="142915" y="76937"/>
                </a:lnTo>
                <a:cubicBezTo>
                  <a:pt x="140297" y="71172"/>
                  <a:pt x="140255" y="67029"/>
                  <a:pt x="142830" y="67029"/>
                </a:cubicBezTo>
                <a:cubicBezTo>
                  <a:pt x="143890" y="67029"/>
                  <a:pt x="145596" y="68279"/>
                  <a:pt x="146624" y="69816"/>
                </a:cubicBezTo>
                <a:cubicBezTo>
                  <a:pt x="148160" y="72094"/>
                  <a:pt x="149337" y="72645"/>
                  <a:pt x="153067" y="72804"/>
                </a:cubicBezTo>
                <a:cubicBezTo>
                  <a:pt x="159987" y="73111"/>
                  <a:pt x="162933" y="73652"/>
                  <a:pt x="164427" y="74902"/>
                </a:cubicBezTo>
                <a:cubicBezTo>
                  <a:pt x="165508" y="75793"/>
                  <a:pt x="166112" y="75146"/>
                  <a:pt x="167331" y="71755"/>
                </a:cubicBezTo>
                <a:cubicBezTo>
                  <a:pt x="168836" y="67569"/>
                  <a:pt x="168793" y="67336"/>
                  <a:pt x="165498" y="60161"/>
                </a:cubicBezTo>
                <a:cubicBezTo>
                  <a:pt x="162647" y="53951"/>
                  <a:pt x="161757" y="52839"/>
                  <a:pt x="159627" y="52839"/>
                </a:cubicBezTo>
                <a:cubicBezTo>
                  <a:pt x="157878" y="52839"/>
                  <a:pt x="157115" y="53390"/>
                  <a:pt x="157115" y="54672"/>
                </a:cubicBezTo>
                <a:cubicBezTo>
                  <a:pt x="157115" y="57894"/>
                  <a:pt x="147779" y="65004"/>
                  <a:pt x="143540" y="65004"/>
                </a:cubicBezTo>
                <a:cubicBezTo>
                  <a:pt x="139449" y="65004"/>
                  <a:pt x="141346" y="59833"/>
                  <a:pt x="147344" y="54640"/>
                </a:cubicBezTo>
                <a:lnTo>
                  <a:pt x="150524" y="51874"/>
                </a:lnTo>
                <a:lnTo>
                  <a:pt x="147207" y="51853"/>
                </a:lnTo>
                <a:cubicBezTo>
                  <a:pt x="145204" y="51832"/>
                  <a:pt x="143646" y="52415"/>
                  <a:pt x="143307" y="53294"/>
                </a:cubicBezTo>
                <a:cubicBezTo>
                  <a:pt x="142385" y="55711"/>
                  <a:pt x="135921" y="57279"/>
                  <a:pt x="127973" y="57003"/>
                </a:cubicBezTo>
                <a:cubicBezTo>
                  <a:pt x="125366" y="56919"/>
                  <a:pt x="124677" y="56463"/>
                  <a:pt x="124677" y="54810"/>
                </a:cubicBezTo>
                <a:cubicBezTo>
                  <a:pt x="124677" y="52595"/>
                  <a:pt x="131374" y="48843"/>
                  <a:pt x="135412" y="48801"/>
                </a:cubicBezTo>
                <a:cubicBezTo>
                  <a:pt x="136567" y="48790"/>
                  <a:pt x="137817" y="48483"/>
                  <a:pt x="138188" y="48112"/>
                </a:cubicBezTo>
                <a:cubicBezTo>
                  <a:pt x="139174" y="47127"/>
                  <a:pt x="136853" y="44732"/>
                  <a:pt x="134893" y="44732"/>
                </a:cubicBezTo>
                <a:cubicBezTo>
                  <a:pt x="133049" y="44732"/>
                  <a:pt x="126627" y="38479"/>
                  <a:pt x="124804" y="34908"/>
                </a:cubicBezTo>
                <a:cubicBezTo>
                  <a:pt x="122939" y="31284"/>
                  <a:pt x="123405" y="29524"/>
                  <a:pt x="126203" y="29524"/>
                </a:cubicBezTo>
                <a:cubicBezTo>
                  <a:pt x="129488" y="29524"/>
                  <a:pt x="139407" y="38829"/>
                  <a:pt x="138538" y="41097"/>
                </a:cubicBezTo>
                <a:cubicBezTo>
                  <a:pt x="138146" y="42103"/>
                  <a:pt x="139121" y="43566"/>
                  <a:pt x="141283" y="45209"/>
                </a:cubicBezTo>
                <a:cubicBezTo>
                  <a:pt x="146189" y="48949"/>
                  <a:pt x="146422" y="48388"/>
                  <a:pt x="142395" y="42527"/>
                </a:cubicBezTo>
                <a:cubicBezTo>
                  <a:pt x="139290" y="38013"/>
                  <a:pt x="138983" y="37080"/>
                  <a:pt x="140223" y="35851"/>
                </a:cubicBezTo>
                <a:cubicBezTo>
                  <a:pt x="141452" y="34611"/>
                  <a:pt x="142215" y="34706"/>
                  <a:pt x="145712" y="36487"/>
                </a:cubicBezTo>
                <a:cubicBezTo>
                  <a:pt x="150428" y="38892"/>
                  <a:pt x="155091" y="44032"/>
                  <a:pt x="155091" y="46830"/>
                </a:cubicBezTo>
                <a:cubicBezTo>
                  <a:pt x="155091" y="48239"/>
                  <a:pt x="155801" y="48780"/>
                  <a:pt x="157624" y="48780"/>
                </a:cubicBezTo>
                <a:cubicBezTo>
                  <a:pt x="160835" y="48780"/>
                  <a:pt x="160803" y="48006"/>
                  <a:pt x="157369" y="42983"/>
                </a:cubicBezTo>
                <a:cubicBezTo>
                  <a:pt x="151700" y="34706"/>
                  <a:pt x="149135" y="32311"/>
                  <a:pt x="146592" y="32947"/>
                </a:cubicBezTo>
                <a:cubicBezTo>
                  <a:pt x="141993" y="34102"/>
                  <a:pt x="129753" y="27945"/>
                  <a:pt x="129753" y="24480"/>
                </a:cubicBezTo>
                <a:cubicBezTo>
                  <a:pt x="129753" y="22127"/>
                  <a:pt x="138580" y="22244"/>
                  <a:pt x="143254" y="24660"/>
                </a:cubicBezTo>
                <a:cubicBezTo>
                  <a:pt x="144928" y="25529"/>
                  <a:pt x="144992" y="25391"/>
                  <a:pt x="143890" y="23261"/>
                </a:cubicBezTo>
                <a:cubicBezTo>
                  <a:pt x="141929" y="19478"/>
                  <a:pt x="139799" y="17454"/>
                  <a:pt x="138358" y="18005"/>
                </a:cubicBezTo>
                <a:cubicBezTo>
                  <a:pt x="136535" y="18704"/>
                  <a:pt x="128736" y="11509"/>
                  <a:pt x="128736" y="9135"/>
                </a:cubicBezTo>
                <a:cubicBezTo>
                  <a:pt x="128736" y="5500"/>
                  <a:pt x="135889" y="7948"/>
                  <a:pt x="139799" y="12918"/>
                </a:cubicBezTo>
                <a:lnTo>
                  <a:pt x="141908" y="15610"/>
                </a:lnTo>
                <a:lnTo>
                  <a:pt x="141908" y="13088"/>
                </a:lnTo>
                <a:cubicBezTo>
                  <a:pt x="141908" y="9792"/>
                  <a:pt x="143847" y="4059"/>
                  <a:pt x="145585" y="2194"/>
                </a:cubicBezTo>
                <a:cubicBezTo>
                  <a:pt x="147641" y="0"/>
                  <a:pt x="148955" y="1950"/>
                  <a:pt x="149708" y="8287"/>
                </a:cubicBezTo>
                <a:cubicBezTo>
                  <a:pt x="150216" y="12526"/>
                  <a:pt x="151064" y="14476"/>
                  <a:pt x="153544" y="17030"/>
                </a:cubicBezTo>
                <a:lnTo>
                  <a:pt x="156723" y="20305"/>
                </a:lnTo>
                <a:lnTo>
                  <a:pt x="157867" y="16044"/>
                </a:lnTo>
                <a:cubicBezTo>
                  <a:pt x="159213" y="11042"/>
                  <a:pt x="162922" y="6539"/>
                  <a:pt x="164448" y="8065"/>
                </a:cubicBezTo>
                <a:cubicBezTo>
                  <a:pt x="164999" y="8616"/>
                  <a:pt x="165286" y="10894"/>
                  <a:pt x="165063" y="13130"/>
                </a:cubicBezTo>
                <a:cubicBezTo>
                  <a:pt x="164851" y="15366"/>
                  <a:pt x="164999" y="16988"/>
                  <a:pt x="165392" y="16744"/>
                </a:cubicBezTo>
                <a:cubicBezTo>
                  <a:pt x="166197" y="16256"/>
                  <a:pt x="170669" y="21958"/>
                  <a:pt x="171633" y="24703"/>
                </a:cubicBezTo>
                <a:cubicBezTo>
                  <a:pt x="171972" y="25688"/>
                  <a:pt x="172725" y="26483"/>
                  <a:pt x="173308" y="26483"/>
                </a:cubicBezTo>
                <a:cubicBezTo>
                  <a:pt x="173880" y="26483"/>
                  <a:pt x="174357" y="27967"/>
                  <a:pt x="174367" y="29779"/>
                </a:cubicBezTo>
                <a:cubicBezTo>
                  <a:pt x="174378" y="31676"/>
                  <a:pt x="174707" y="32555"/>
                  <a:pt x="175152" y="31856"/>
                </a:cubicBezTo>
                <a:cubicBezTo>
                  <a:pt x="176476" y="29779"/>
                  <a:pt x="184806" y="26525"/>
                  <a:pt x="188865" y="26504"/>
                </a:cubicBezTo>
                <a:cubicBezTo>
                  <a:pt x="192287" y="26483"/>
                  <a:pt x="192701" y="26737"/>
                  <a:pt x="192415" y="28730"/>
                </a:cubicBezTo>
                <a:cubicBezTo>
                  <a:pt x="191938" y="31983"/>
                  <a:pt x="183375" y="36996"/>
                  <a:pt x="178066" y="37123"/>
                </a:cubicBezTo>
                <a:lnTo>
                  <a:pt x="173838" y="37218"/>
                </a:lnTo>
                <a:lnTo>
                  <a:pt x="173520" y="42241"/>
                </a:lnTo>
                <a:lnTo>
                  <a:pt x="173202" y="47264"/>
                </a:lnTo>
                <a:lnTo>
                  <a:pt x="176052" y="44551"/>
                </a:lnTo>
                <a:cubicBezTo>
                  <a:pt x="181150" y="39719"/>
                  <a:pt x="190571" y="37176"/>
                  <a:pt x="190571" y="40641"/>
                </a:cubicBezTo>
                <a:cubicBezTo>
                  <a:pt x="190571" y="44212"/>
                  <a:pt x="177939" y="53930"/>
                  <a:pt x="175364" y="52330"/>
                </a:cubicBezTo>
                <a:cubicBezTo>
                  <a:pt x="174240" y="51631"/>
                  <a:pt x="172810" y="54301"/>
                  <a:pt x="171983" y="58667"/>
                </a:cubicBezTo>
                <a:cubicBezTo>
                  <a:pt x="171337" y="62048"/>
                  <a:pt x="172078" y="62811"/>
                  <a:pt x="174060" y="60829"/>
                </a:cubicBezTo>
                <a:cubicBezTo>
                  <a:pt x="176222" y="58667"/>
                  <a:pt x="177642" y="61030"/>
                  <a:pt x="177165" y="66001"/>
                </a:cubicBezTo>
                <a:cubicBezTo>
                  <a:pt x="176678" y="71056"/>
                  <a:pt x="178553" y="75814"/>
                  <a:pt x="179772" y="72635"/>
                </a:cubicBezTo>
                <a:cubicBezTo>
                  <a:pt x="180514" y="70706"/>
                  <a:pt x="183100" y="70610"/>
                  <a:pt x="184181" y="72486"/>
                </a:cubicBezTo>
                <a:cubicBezTo>
                  <a:pt x="184626" y="73249"/>
                  <a:pt x="186968" y="74214"/>
                  <a:pt x="189394" y="74616"/>
                </a:cubicBezTo>
                <a:cubicBezTo>
                  <a:pt x="193633" y="75316"/>
                  <a:pt x="193750" y="75273"/>
                  <a:pt x="192648" y="73217"/>
                </a:cubicBezTo>
                <a:cubicBezTo>
                  <a:pt x="191991" y="71978"/>
                  <a:pt x="190507" y="71087"/>
                  <a:pt x="189129" y="71087"/>
                </a:cubicBezTo>
                <a:cubicBezTo>
                  <a:pt x="187646" y="71087"/>
                  <a:pt x="185399" y="69593"/>
                  <a:pt x="183184" y="67145"/>
                </a:cubicBezTo>
                <a:cubicBezTo>
                  <a:pt x="174251" y="57247"/>
                  <a:pt x="179995" y="53570"/>
                  <a:pt x="189511" y="63086"/>
                </a:cubicBezTo>
                <a:lnTo>
                  <a:pt x="192733" y="66308"/>
                </a:lnTo>
                <a:lnTo>
                  <a:pt x="192086" y="60331"/>
                </a:lnTo>
                <a:cubicBezTo>
                  <a:pt x="191546" y="55287"/>
                  <a:pt x="191811" y="53644"/>
                  <a:pt x="193792" y="49797"/>
                </a:cubicBezTo>
                <a:cubicBezTo>
                  <a:pt x="195085" y="47286"/>
                  <a:pt x="196823" y="45230"/>
                  <a:pt x="197660" y="45230"/>
                </a:cubicBezTo>
                <a:cubicBezTo>
                  <a:pt x="199949" y="45230"/>
                  <a:pt x="199811" y="58010"/>
                  <a:pt x="197491" y="60585"/>
                </a:cubicBezTo>
                <a:cubicBezTo>
                  <a:pt x="195424" y="62885"/>
                  <a:pt x="194163" y="67495"/>
                  <a:pt x="195170" y="69116"/>
                </a:cubicBezTo>
                <a:cubicBezTo>
                  <a:pt x="195604" y="69826"/>
                  <a:pt x="196569" y="68311"/>
                  <a:pt x="197544" y="65375"/>
                </a:cubicBezTo>
                <a:cubicBezTo>
                  <a:pt x="198773" y="61666"/>
                  <a:pt x="199684" y="60437"/>
                  <a:pt x="201210" y="60437"/>
                </a:cubicBezTo>
                <a:cubicBezTo>
                  <a:pt x="203054" y="60437"/>
                  <a:pt x="203234" y="61115"/>
                  <a:pt x="203234" y="67866"/>
                </a:cubicBezTo>
                <a:cubicBezTo>
                  <a:pt x="203234" y="73737"/>
                  <a:pt x="202874" y="75570"/>
                  <a:pt x="201486" y="76577"/>
                </a:cubicBezTo>
                <a:cubicBezTo>
                  <a:pt x="199992" y="77679"/>
                  <a:pt x="199928" y="78124"/>
                  <a:pt x="201104" y="79735"/>
                </a:cubicBezTo>
                <a:cubicBezTo>
                  <a:pt x="202397" y="81505"/>
                  <a:pt x="202567" y="81441"/>
                  <a:pt x="203987" y="78622"/>
                </a:cubicBezTo>
                <a:cubicBezTo>
                  <a:pt x="204813" y="76990"/>
                  <a:pt x="206286" y="73239"/>
                  <a:pt x="207240" y="70303"/>
                </a:cubicBezTo>
                <a:cubicBezTo>
                  <a:pt x="208968" y="65026"/>
                  <a:pt x="208968" y="64941"/>
                  <a:pt x="206795" y="63192"/>
                </a:cubicBezTo>
                <a:cubicBezTo>
                  <a:pt x="205131" y="61846"/>
                  <a:pt x="204474" y="59907"/>
                  <a:pt x="204040" y="55170"/>
                </a:cubicBezTo>
                <a:cubicBezTo>
                  <a:pt x="203732" y="51726"/>
                  <a:pt x="203754" y="48186"/>
                  <a:pt x="204103" y="47286"/>
                </a:cubicBezTo>
                <a:cubicBezTo>
                  <a:pt x="205195" y="44435"/>
                  <a:pt x="208501" y="47307"/>
                  <a:pt x="210599" y="52945"/>
                </a:cubicBezTo>
                <a:lnTo>
                  <a:pt x="212528" y="58116"/>
                </a:lnTo>
                <a:lnTo>
                  <a:pt x="213885" y="54852"/>
                </a:lnTo>
                <a:cubicBezTo>
                  <a:pt x="214966" y="52235"/>
                  <a:pt x="214987" y="51185"/>
                  <a:pt x="213980" y="49575"/>
                </a:cubicBezTo>
                <a:cubicBezTo>
                  <a:pt x="211723" y="45972"/>
                  <a:pt x="214891" y="35236"/>
                  <a:pt x="217689" y="36974"/>
                </a:cubicBezTo>
                <a:cubicBezTo>
                  <a:pt x="219321" y="37981"/>
                  <a:pt x="220201" y="44975"/>
                  <a:pt x="219088" y="47911"/>
                </a:cubicBezTo>
                <a:lnTo>
                  <a:pt x="218102" y="50507"/>
                </a:lnTo>
                <a:lnTo>
                  <a:pt x="221780" y="48631"/>
                </a:lnTo>
                <a:cubicBezTo>
                  <a:pt x="230469" y="44202"/>
                  <a:pt x="234814" y="48271"/>
                  <a:pt x="227099" y="53602"/>
                </a:cubicBezTo>
                <a:cubicBezTo>
                  <a:pt x="224418" y="55467"/>
                  <a:pt x="223072" y="57162"/>
                  <a:pt x="223041" y="58731"/>
                </a:cubicBezTo>
                <a:cubicBezTo>
                  <a:pt x="223019" y="60024"/>
                  <a:pt x="222564" y="61899"/>
                  <a:pt x="222034" y="62896"/>
                </a:cubicBezTo>
                <a:cubicBezTo>
                  <a:pt x="221101" y="64634"/>
                  <a:pt x="221271" y="64644"/>
                  <a:pt x="225499" y="63118"/>
                </a:cubicBezTo>
                <a:cubicBezTo>
                  <a:pt x="229378" y="61730"/>
                  <a:pt x="229940" y="61147"/>
                  <a:pt x="229865" y="58657"/>
                </a:cubicBezTo>
                <a:cubicBezTo>
                  <a:pt x="229738" y="54153"/>
                  <a:pt x="231826" y="52807"/>
                  <a:pt x="234178" y="55880"/>
                </a:cubicBezTo>
                <a:cubicBezTo>
                  <a:pt x="236489" y="58890"/>
                  <a:pt x="238184" y="65895"/>
                  <a:pt x="237114" y="68057"/>
                </a:cubicBezTo>
                <a:cubicBezTo>
                  <a:pt x="236701" y="68904"/>
                  <a:pt x="236987" y="70727"/>
                  <a:pt x="237760" y="72115"/>
                </a:cubicBezTo>
                <a:cubicBezTo>
                  <a:pt x="239096" y="74532"/>
                  <a:pt x="239149" y="74436"/>
                  <a:pt x="239191" y="69742"/>
                </a:cubicBezTo>
                <a:cubicBezTo>
                  <a:pt x="239212" y="65757"/>
                  <a:pt x="239530" y="64909"/>
                  <a:pt x="240886" y="65185"/>
                </a:cubicBezTo>
                <a:cubicBezTo>
                  <a:pt x="243854" y="65767"/>
                  <a:pt x="246736" y="70833"/>
                  <a:pt x="246927" y="75814"/>
                </a:cubicBezTo>
                <a:cubicBezTo>
                  <a:pt x="247044" y="78686"/>
                  <a:pt x="247690" y="80826"/>
                  <a:pt x="248580" y="81324"/>
                </a:cubicBezTo>
                <a:cubicBezTo>
                  <a:pt x="250413" y="82352"/>
                  <a:pt x="250519" y="80731"/>
                  <a:pt x="249174" y="72412"/>
                </a:cubicBezTo>
                <a:cubicBezTo>
                  <a:pt x="248336" y="67262"/>
                  <a:pt x="247785" y="66075"/>
                  <a:pt x="246079" y="65820"/>
                </a:cubicBezTo>
                <a:cubicBezTo>
                  <a:pt x="241480" y="65132"/>
                  <a:pt x="235323" y="53390"/>
                  <a:pt x="238894" y="52129"/>
                </a:cubicBezTo>
                <a:cubicBezTo>
                  <a:pt x="239551" y="51895"/>
                  <a:pt x="241946" y="53379"/>
                  <a:pt x="244225" y="55424"/>
                </a:cubicBezTo>
                <a:cubicBezTo>
                  <a:pt x="248273" y="59091"/>
                  <a:pt x="248347" y="59112"/>
                  <a:pt x="248347" y="56654"/>
                </a:cubicBezTo>
                <a:cubicBezTo>
                  <a:pt x="248347" y="55276"/>
                  <a:pt x="247224" y="52934"/>
                  <a:pt x="245857" y="51461"/>
                </a:cubicBezTo>
                <a:cubicBezTo>
                  <a:pt x="243324" y="48737"/>
                  <a:pt x="241533" y="42665"/>
                  <a:pt x="242699" y="40779"/>
                </a:cubicBezTo>
                <a:cubicBezTo>
                  <a:pt x="243822" y="38967"/>
                  <a:pt x="246344" y="40800"/>
                  <a:pt x="248474" y="44975"/>
                </a:cubicBezTo>
                <a:lnTo>
                  <a:pt x="250541" y="49024"/>
                </a:lnTo>
                <a:lnTo>
                  <a:pt x="253794" y="45866"/>
                </a:lnTo>
                <a:cubicBezTo>
                  <a:pt x="259273" y="40556"/>
                  <a:pt x="261731" y="42135"/>
                  <a:pt x="258732" y="49024"/>
                </a:cubicBezTo>
                <a:cubicBezTo>
                  <a:pt x="257249" y="52404"/>
                  <a:pt x="257058" y="54068"/>
                  <a:pt x="257821" y="56675"/>
                </a:cubicBezTo>
                <a:lnTo>
                  <a:pt x="258796" y="60013"/>
                </a:lnTo>
                <a:lnTo>
                  <a:pt x="261424" y="57512"/>
                </a:lnTo>
                <a:cubicBezTo>
                  <a:pt x="264635" y="54460"/>
                  <a:pt x="269637" y="52955"/>
                  <a:pt x="269637" y="55032"/>
                </a:cubicBezTo>
                <a:cubicBezTo>
                  <a:pt x="269637" y="55806"/>
                  <a:pt x="268916" y="57459"/>
                  <a:pt x="268047" y="58699"/>
                </a:cubicBezTo>
                <a:cubicBezTo>
                  <a:pt x="267189" y="59939"/>
                  <a:pt x="266712" y="61327"/>
                  <a:pt x="266998" y="61804"/>
                </a:cubicBezTo>
                <a:cubicBezTo>
                  <a:pt x="267284" y="62270"/>
                  <a:pt x="267634" y="65577"/>
                  <a:pt x="267772" y="69148"/>
                </a:cubicBezTo>
                <a:lnTo>
                  <a:pt x="268015" y="75644"/>
                </a:lnTo>
                <a:lnTo>
                  <a:pt x="272117" y="75888"/>
                </a:lnTo>
                <a:cubicBezTo>
                  <a:pt x="280987" y="76407"/>
                  <a:pt x="284865" y="80561"/>
                  <a:pt x="278252" y="82448"/>
                </a:cubicBezTo>
                <a:cubicBezTo>
                  <a:pt x="274681" y="83465"/>
                  <a:pt x="267814" y="82649"/>
                  <a:pt x="265790" y="80975"/>
                </a:cubicBezTo>
                <a:cubicBezTo>
                  <a:pt x="264667" y="80042"/>
                  <a:pt x="263967" y="80328"/>
                  <a:pt x="262463" y="82278"/>
                </a:cubicBezTo>
                <a:cubicBezTo>
                  <a:pt x="261413" y="83645"/>
                  <a:pt x="260544" y="84991"/>
                  <a:pt x="260534" y="85277"/>
                </a:cubicBezTo>
                <a:cubicBezTo>
                  <a:pt x="260513" y="85553"/>
                  <a:pt x="263130" y="85659"/>
                  <a:pt x="266331" y="85500"/>
                </a:cubicBezTo>
                <a:cubicBezTo>
                  <a:pt x="269541" y="85341"/>
                  <a:pt x="272805" y="85638"/>
                  <a:pt x="273579" y="86157"/>
                </a:cubicBezTo>
                <a:cubicBezTo>
                  <a:pt x="275963" y="87736"/>
                  <a:pt x="273982" y="90269"/>
                  <a:pt x="269414" y="91498"/>
                </a:cubicBezTo>
                <a:lnTo>
                  <a:pt x="265069" y="92653"/>
                </a:lnTo>
                <a:lnTo>
                  <a:pt x="265069" y="98090"/>
                </a:lnTo>
                <a:cubicBezTo>
                  <a:pt x="265069" y="101078"/>
                  <a:pt x="265207" y="103515"/>
                  <a:pt x="265377" y="103515"/>
                </a:cubicBezTo>
                <a:cubicBezTo>
                  <a:pt x="265546" y="103515"/>
                  <a:pt x="266998" y="102095"/>
                  <a:pt x="268588" y="100347"/>
                </a:cubicBezTo>
                <a:cubicBezTo>
                  <a:pt x="271714" y="96924"/>
                  <a:pt x="280478" y="93851"/>
                  <a:pt x="282279" y="95546"/>
                </a:cubicBezTo>
                <a:cubicBezTo>
                  <a:pt x="284696" y="97814"/>
                  <a:pt x="276462" y="104533"/>
                  <a:pt x="271258" y="104543"/>
                </a:cubicBezTo>
                <a:cubicBezTo>
                  <a:pt x="269404" y="104543"/>
                  <a:pt x="266860" y="105582"/>
                  <a:pt x="265069" y="107066"/>
                </a:cubicBezTo>
                <a:lnTo>
                  <a:pt x="262028" y="109588"/>
                </a:lnTo>
                <a:lnTo>
                  <a:pt x="265801" y="108072"/>
                </a:lnTo>
                <a:cubicBezTo>
                  <a:pt x="270962" y="106006"/>
                  <a:pt x="274946" y="106069"/>
                  <a:pt x="274522" y="108221"/>
                </a:cubicBezTo>
                <a:cubicBezTo>
                  <a:pt x="273982" y="110944"/>
                  <a:pt x="267051" y="115883"/>
                  <a:pt x="263374" y="116169"/>
                </a:cubicBezTo>
                <a:cubicBezTo>
                  <a:pt x="261127" y="116349"/>
                  <a:pt x="259887" y="117017"/>
                  <a:pt x="259654" y="118193"/>
                </a:cubicBezTo>
                <a:cubicBezTo>
                  <a:pt x="259358" y="119676"/>
                  <a:pt x="259813" y="119835"/>
                  <a:pt x="262653" y="119210"/>
                </a:cubicBezTo>
                <a:cubicBezTo>
                  <a:pt x="264497" y="118797"/>
                  <a:pt x="267963" y="117631"/>
                  <a:pt x="270347" y="116603"/>
                </a:cubicBezTo>
                <a:cubicBezTo>
                  <a:pt x="273674" y="115183"/>
                  <a:pt x="274702" y="114187"/>
                  <a:pt x="274702" y="112417"/>
                </a:cubicBezTo>
                <a:cubicBezTo>
                  <a:pt x="274702" y="108274"/>
                  <a:pt x="283858" y="100114"/>
                  <a:pt x="286052" y="102307"/>
                </a:cubicBezTo>
                <a:cubicBezTo>
                  <a:pt x="286868" y="103113"/>
                  <a:pt x="286476" y="104819"/>
                  <a:pt x="284632" y="108560"/>
                </a:cubicBezTo>
                <a:cubicBezTo>
                  <a:pt x="282184" y="113498"/>
                  <a:pt x="282163" y="113678"/>
                  <a:pt x="284155" y="113042"/>
                </a:cubicBezTo>
                <a:cubicBezTo>
                  <a:pt x="285300" y="112682"/>
                  <a:pt x="287652" y="110881"/>
                  <a:pt x="289390" y="109037"/>
                </a:cubicBezTo>
                <a:cubicBezTo>
                  <a:pt x="292421" y="105815"/>
                  <a:pt x="297434" y="103611"/>
                  <a:pt x="298737" y="104914"/>
                </a:cubicBezTo>
                <a:cubicBezTo>
                  <a:pt x="299881" y="106059"/>
                  <a:pt x="297063" y="110626"/>
                  <a:pt x="294477" y="111803"/>
                </a:cubicBezTo>
                <a:cubicBezTo>
                  <a:pt x="291457" y="113180"/>
                  <a:pt x="291234" y="114314"/>
                  <a:pt x="293799" y="115130"/>
                </a:cubicBezTo>
                <a:cubicBezTo>
                  <a:pt x="294827" y="115448"/>
                  <a:pt x="296755" y="116879"/>
                  <a:pt x="298080" y="118288"/>
                </a:cubicBezTo>
                <a:cubicBezTo>
                  <a:pt x="300072" y="120408"/>
                  <a:pt x="300242" y="121012"/>
                  <a:pt x="299044" y="121754"/>
                </a:cubicBezTo>
                <a:cubicBezTo>
                  <a:pt x="297518" y="122697"/>
                  <a:pt x="292612" y="122082"/>
                  <a:pt x="289655" y="120577"/>
                </a:cubicBezTo>
                <a:cubicBezTo>
                  <a:pt x="288511" y="119994"/>
                  <a:pt x="287875" y="120047"/>
                  <a:pt x="287875" y="120747"/>
                </a:cubicBezTo>
                <a:cubicBezTo>
                  <a:pt x="287875" y="121330"/>
                  <a:pt x="286773" y="122241"/>
                  <a:pt x="285416" y="122750"/>
                </a:cubicBezTo>
                <a:lnTo>
                  <a:pt x="282947" y="123693"/>
                </a:lnTo>
                <a:lnTo>
                  <a:pt x="287091" y="127836"/>
                </a:lnTo>
                <a:cubicBezTo>
                  <a:pt x="291711" y="132457"/>
                  <a:pt x="291351" y="134916"/>
                  <a:pt x="286296" y="133231"/>
                </a:cubicBezTo>
                <a:cubicBezTo>
                  <a:pt x="283710" y="132372"/>
                  <a:pt x="276610" y="133972"/>
                  <a:pt x="273017" y="136240"/>
                </a:cubicBezTo>
                <a:cubicBezTo>
                  <a:pt x="272371" y="136643"/>
                  <a:pt x="271226" y="136738"/>
                  <a:pt x="270485" y="136452"/>
                </a:cubicBezTo>
                <a:cubicBezTo>
                  <a:pt x="269414" y="136039"/>
                  <a:pt x="269181" y="137311"/>
                  <a:pt x="269404" y="142281"/>
                </a:cubicBezTo>
                <a:cubicBezTo>
                  <a:pt x="269700" y="148915"/>
                  <a:pt x="268683" y="151946"/>
                  <a:pt x="266595" y="150663"/>
                </a:cubicBezTo>
                <a:cubicBezTo>
                  <a:pt x="263480" y="148735"/>
                  <a:pt x="261117" y="136950"/>
                  <a:pt x="263554" y="135445"/>
                </a:cubicBezTo>
                <a:cubicBezTo>
                  <a:pt x="265377" y="134322"/>
                  <a:pt x="264614" y="133273"/>
                  <a:pt x="261212" y="132224"/>
                </a:cubicBezTo>
                <a:lnTo>
                  <a:pt x="257863" y="131196"/>
                </a:lnTo>
                <a:lnTo>
                  <a:pt x="259294" y="136834"/>
                </a:lnTo>
                <a:cubicBezTo>
                  <a:pt x="260364" y="141041"/>
                  <a:pt x="260449" y="142927"/>
                  <a:pt x="259601" y="144262"/>
                </a:cubicBezTo>
                <a:cubicBezTo>
                  <a:pt x="258987" y="145259"/>
                  <a:pt x="258478" y="147346"/>
                  <a:pt x="258478" y="148904"/>
                </a:cubicBezTo>
                <a:cubicBezTo>
                  <a:pt x="258478" y="150473"/>
                  <a:pt x="257641" y="153408"/>
                  <a:pt x="256602" y="155422"/>
                </a:cubicBezTo>
                <a:lnTo>
                  <a:pt x="254727" y="159109"/>
                </a:lnTo>
                <a:lnTo>
                  <a:pt x="257174" y="158177"/>
                </a:lnTo>
                <a:cubicBezTo>
                  <a:pt x="260513" y="156905"/>
                  <a:pt x="267337" y="157001"/>
                  <a:pt x="268153" y="158325"/>
                </a:cubicBezTo>
                <a:cubicBezTo>
                  <a:pt x="269171" y="159968"/>
                  <a:pt x="265673" y="163211"/>
                  <a:pt x="261562" y="164450"/>
                </a:cubicBezTo>
                <a:cubicBezTo>
                  <a:pt x="259018" y="165214"/>
                  <a:pt x="257842" y="166178"/>
                  <a:pt x="257726" y="167587"/>
                </a:cubicBezTo>
                <a:cubicBezTo>
                  <a:pt x="257641" y="168711"/>
                  <a:pt x="256878" y="170406"/>
                  <a:pt x="256030" y="171339"/>
                </a:cubicBezTo>
                <a:cubicBezTo>
                  <a:pt x="254599" y="172918"/>
                  <a:pt x="254917" y="173056"/>
                  <a:pt x="260174" y="173183"/>
                </a:cubicBezTo>
                <a:cubicBezTo>
                  <a:pt x="268906" y="173384"/>
                  <a:pt x="271703" y="177538"/>
                  <a:pt x="264063" y="178969"/>
                </a:cubicBezTo>
                <a:cubicBezTo>
                  <a:pt x="261986" y="179361"/>
                  <a:pt x="260513" y="180230"/>
                  <a:pt x="260513" y="181078"/>
                </a:cubicBezTo>
                <a:cubicBezTo>
                  <a:pt x="260513" y="181873"/>
                  <a:pt x="259146" y="184077"/>
                  <a:pt x="257471" y="185974"/>
                </a:cubicBezTo>
                <a:cubicBezTo>
                  <a:pt x="255797" y="187881"/>
                  <a:pt x="254430" y="189927"/>
                  <a:pt x="254430" y="190510"/>
                </a:cubicBezTo>
                <a:cubicBezTo>
                  <a:pt x="254430" y="191092"/>
                  <a:pt x="253582" y="191845"/>
                  <a:pt x="252554" y="192163"/>
                </a:cubicBezTo>
                <a:cubicBezTo>
                  <a:pt x="250922" y="192682"/>
                  <a:pt x="251229" y="193350"/>
                  <a:pt x="254991" y="197398"/>
                </a:cubicBezTo>
                <a:cubicBezTo>
                  <a:pt x="257365" y="199941"/>
                  <a:pt x="260068" y="202940"/>
                  <a:pt x="261011" y="204053"/>
                </a:cubicBezTo>
                <a:cubicBezTo>
                  <a:pt x="263268" y="206745"/>
                  <a:pt x="264190" y="205643"/>
                  <a:pt x="262134" y="202697"/>
                </a:cubicBezTo>
                <a:cubicBezTo>
                  <a:pt x="260036" y="199708"/>
                  <a:pt x="259866" y="189683"/>
                  <a:pt x="261901" y="189683"/>
                </a:cubicBezTo>
                <a:cubicBezTo>
                  <a:pt x="264042" y="189683"/>
                  <a:pt x="265557" y="192067"/>
                  <a:pt x="266511" y="196921"/>
                </a:cubicBezTo>
                <a:cubicBezTo>
                  <a:pt x="266988" y="199348"/>
                  <a:pt x="267433" y="200768"/>
                  <a:pt x="267496" y="200068"/>
                </a:cubicBezTo>
                <a:cubicBezTo>
                  <a:pt x="267549" y="199380"/>
                  <a:pt x="268280" y="198807"/>
                  <a:pt x="269096" y="198807"/>
                </a:cubicBezTo>
                <a:cubicBezTo>
                  <a:pt x="271269" y="198807"/>
                  <a:pt x="273685" y="204127"/>
                  <a:pt x="273685" y="208896"/>
                </a:cubicBezTo>
                <a:cubicBezTo>
                  <a:pt x="273685" y="211153"/>
                  <a:pt x="274141" y="212997"/>
                  <a:pt x="274702" y="212997"/>
                </a:cubicBezTo>
                <a:cubicBezTo>
                  <a:pt x="275836" y="212997"/>
                  <a:pt x="275995" y="209246"/>
                  <a:pt x="275073" y="203703"/>
                </a:cubicBezTo>
                <a:cubicBezTo>
                  <a:pt x="274681" y="201287"/>
                  <a:pt x="273812" y="199825"/>
                  <a:pt x="272604" y="199507"/>
                </a:cubicBezTo>
                <a:cubicBezTo>
                  <a:pt x="270252" y="198892"/>
                  <a:pt x="266468" y="192841"/>
                  <a:pt x="266829" y="190266"/>
                </a:cubicBezTo>
                <a:cubicBezTo>
                  <a:pt x="267263" y="187161"/>
                  <a:pt x="269383" y="187256"/>
                  <a:pt x="272668" y="190531"/>
                </a:cubicBezTo>
                <a:cubicBezTo>
                  <a:pt x="275211" y="193074"/>
                  <a:pt x="275709" y="193275"/>
                  <a:pt x="275709" y="191707"/>
                </a:cubicBezTo>
                <a:cubicBezTo>
                  <a:pt x="275709" y="190668"/>
                  <a:pt x="274967" y="189079"/>
                  <a:pt x="274067" y="188178"/>
                </a:cubicBezTo>
                <a:cubicBezTo>
                  <a:pt x="273155" y="187267"/>
                  <a:pt x="272180" y="184501"/>
                  <a:pt x="271905" y="182021"/>
                </a:cubicBezTo>
                <a:cubicBezTo>
                  <a:pt x="271481" y="178312"/>
                  <a:pt x="271693" y="177517"/>
                  <a:pt x="273060" y="177517"/>
                </a:cubicBezTo>
                <a:cubicBezTo>
                  <a:pt x="273982" y="177517"/>
                  <a:pt x="275487" y="179096"/>
                  <a:pt x="276398" y="181014"/>
                </a:cubicBezTo>
                <a:lnTo>
                  <a:pt x="278072" y="184511"/>
                </a:lnTo>
                <a:lnTo>
                  <a:pt x="281029" y="182021"/>
                </a:lnTo>
                <a:cubicBezTo>
                  <a:pt x="285565" y="178206"/>
                  <a:pt x="287408" y="180686"/>
                  <a:pt x="284388" y="186535"/>
                </a:cubicBezTo>
                <a:cubicBezTo>
                  <a:pt x="283572" y="188093"/>
                  <a:pt x="283159" y="190298"/>
                  <a:pt x="283456" y="191421"/>
                </a:cubicBezTo>
                <a:cubicBezTo>
                  <a:pt x="283986" y="193477"/>
                  <a:pt x="283996" y="193477"/>
                  <a:pt x="287896" y="191336"/>
                </a:cubicBezTo>
                <a:cubicBezTo>
                  <a:pt x="292453" y="188846"/>
                  <a:pt x="293820" y="189566"/>
                  <a:pt x="291923" y="193477"/>
                </a:cubicBezTo>
                <a:cubicBezTo>
                  <a:pt x="291171" y="195013"/>
                  <a:pt x="290619" y="196529"/>
                  <a:pt x="290683" y="196857"/>
                </a:cubicBezTo>
                <a:cubicBezTo>
                  <a:pt x="290747" y="197175"/>
                  <a:pt x="290906" y="199814"/>
                  <a:pt x="291043" y="202707"/>
                </a:cubicBezTo>
                <a:cubicBezTo>
                  <a:pt x="291255" y="207465"/>
                  <a:pt x="291541" y="208038"/>
                  <a:pt x="293883" y="208536"/>
                </a:cubicBezTo>
                <a:cubicBezTo>
                  <a:pt x="298461" y="209500"/>
                  <a:pt x="301058" y="210888"/>
                  <a:pt x="301058" y="212361"/>
                </a:cubicBezTo>
                <a:cubicBezTo>
                  <a:pt x="301058" y="215297"/>
                  <a:pt x="291806" y="216145"/>
                  <a:pt x="288860" y="213474"/>
                </a:cubicBezTo>
                <a:cubicBezTo>
                  <a:pt x="287303" y="212065"/>
                  <a:pt x="286995" y="212139"/>
                  <a:pt x="285586" y="214290"/>
                </a:cubicBezTo>
                <a:lnTo>
                  <a:pt x="284028" y="216664"/>
                </a:lnTo>
                <a:lnTo>
                  <a:pt x="289051" y="216738"/>
                </a:lnTo>
                <a:cubicBezTo>
                  <a:pt x="291806" y="216780"/>
                  <a:pt x="294339" y="217098"/>
                  <a:pt x="294678" y="217438"/>
                </a:cubicBezTo>
                <a:cubicBezTo>
                  <a:pt x="296300" y="219048"/>
                  <a:pt x="292463" y="226943"/>
                  <a:pt x="288023" y="231140"/>
                </a:cubicBezTo>
                <a:cubicBezTo>
                  <a:pt x="285437" y="233599"/>
                  <a:pt x="284537" y="234817"/>
                  <a:pt x="286020" y="233863"/>
                </a:cubicBezTo>
                <a:cubicBezTo>
                  <a:pt x="287514" y="232910"/>
                  <a:pt x="289517" y="232274"/>
                  <a:pt x="290471" y="232443"/>
                </a:cubicBezTo>
                <a:cubicBezTo>
                  <a:pt x="291669" y="232666"/>
                  <a:pt x="292569" y="231733"/>
                  <a:pt x="293343" y="229497"/>
                </a:cubicBezTo>
                <a:cubicBezTo>
                  <a:pt x="293958" y="227706"/>
                  <a:pt x="295219" y="225492"/>
                  <a:pt x="296141" y="224570"/>
                </a:cubicBezTo>
                <a:cubicBezTo>
                  <a:pt x="297698" y="223012"/>
                  <a:pt x="297900" y="223054"/>
                  <a:pt x="299023" y="225163"/>
                </a:cubicBezTo>
                <a:cubicBezTo>
                  <a:pt x="299691" y="226403"/>
                  <a:pt x="300040" y="228734"/>
                  <a:pt x="299807" y="230345"/>
                </a:cubicBezTo>
                <a:cubicBezTo>
                  <a:pt x="299405" y="233111"/>
                  <a:pt x="299479" y="233175"/>
                  <a:pt x="301227" y="231585"/>
                </a:cubicBezTo>
                <a:cubicBezTo>
                  <a:pt x="302245" y="230663"/>
                  <a:pt x="303082" y="228914"/>
                  <a:pt x="303082" y="227685"/>
                </a:cubicBezTo>
                <a:cubicBezTo>
                  <a:pt x="303082" y="225364"/>
                  <a:pt x="307268" y="220087"/>
                  <a:pt x="309112" y="220087"/>
                </a:cubicBezTo>
                <a:cubicBezTo>
                  <a:pt x="310733" y="220087"/>
                  <a:pt x="310383" y="225428"/>
                  <a:pt x="308603" y="227971"/>
                </a:cubicBezTo>
                <a:cubicBezTo>
                  <a:pt x="307035" y="230207"/>
                  <a:pt x="307066" y="230229"/>
                  <a:pt x="311644" y="230229"/>
                </a:cubicBezTo>
                <a:cubicBezTo>
                  <a:pt x="315481" y="230229"/>
                  <a:pt x="316265" y="230546"/>
                  <a:pt x="316265" y="232126"/>
                </a:cubicBezTo>
                <a:cubicBezTo>
                  <a:pt x="316265" y="233482"/>
                  <a:pt x="315046" y="234362"/>
                  <a:pt x="311952" y="235241"/>
                </a:cubicBezTo>
                <a:cubicBezTo>
                  <a:pt x="309578" y="235919"/>
                  <a:pt x="306823" y="237573"/>
                  <a:pt x="305827" y="238918"/>
                </a:cubicBezTo>
                <a:cubicBezTo>
                  <a:pt x="304004" y="241377"/>
                  <a:pt x="304004" y="241377"/>
                  <a:pt x="306982" y="241377"/>
                </a:cubicBezTo>
                <a:cubicBezTo>
                  <a:pt x="308614" y="241377"/>
                  <a:pt x="311030" y="242257"/>
                  <a:pt x="312344" y="243327"/>
                </a:cubicBezTo>
                <a:lnTo>
                  <a:pt x="314739" y="245277"/>
                </a:lnTo>
                <a:lnTo>
                  <a:pt x="312206" y="246220"/>
                </a:lnTo>
                <a:cubicBezTo>
                  <a:pt x="310807" y="246739"/>
                  <a:pt x="309165" y="247354"/>
                  <a:pt x="308539" y="247566"/>
                </a:cubicBezTo>
                <a:cubicBezTo>
                  <a:pt x="307914" y="247788"/>
                  <a:pt x="305381" y="249781"/>
                  <a:pt x="302902" y="251985"/>
                </a:cubicBezTo>
                <a:lnTo>
                  <a:pt x="298398" y="256012"/>
                </a:lnTo>
                <a:lnTo>
                  <a:pt x="300846" y="260378"/>
                </a:lnTo>
                <a:cubicBezTo>
                  <a:pt x="303336" y="264829"/>
                  <a:pt x="303273" y="267733"/>
                  <a:pt x="300687" y="267733"/>
                </a:cubicBezTo>
                <a:cubicBezTo>
                  <a:pt x="298652" y="267733"/>
                  <a:pt x="292951" y="260982"/>
                  <a:pt x="292951" y="258577"/>
                </a:cubicBezTo>
                <a:cubicBezTo>
                  <a:pt x="292951" y="257008"/>
                  <a:pt x="292251" y="256584"/>
                  <a:pt x="289719" y="256584"/>
                </a:cubicBezTo>
                <a:lnTo>
                  <a:pt x="286487" y="256584"/>
                </a:lnTo>
                <a:lnTo>
                  <a:pt x="289083" y="259371"/>
                </a:lnTo>
                <a:cubicBezTo>
                  <a:pt x="294095" y="264744"/>
                  <a:pt x="294699" y="267733"/>
                  <a:pt x="290789" y="267733"/>
                </a:cubicBezTo>
                <a:cubicBezTo>
                  <a:pt x="288500" y="267733"/>
                  <a:pt x="281792" y="261947"/>
                  <a:pt x="281792" y="259965"/>
                </a:cubicBezTo>
                <a:cubicBezTo>
                  <a:pt x="281792" y="258873"/>
                  <a:pt x="280743" y="258577"/>
                  <a:pt x="277680" y="258810"/>
                </a:cubicBezTo>
                <a:cubicBezTo>
                  <a:pt x="273696" y="259106"/>
                  <a:pt x="273494" y="259308"/>
                  <a:pt x="271173" y="265020"/>
                </a:cubicBezTo>
                <a:cubicBezTo>
                  <a:pt x="269287" y="269672"/>
                  <a:pt x="269107" y="270806"/>
                  <a:pt x="270315" y="270340"/>
                </a:cubicBezTo>
                <a:cubicBezTo>
                  <a:pt x="273971" y="268941"/>
                  <a:pt x="276546" y="268655"/>
                  <a:pt x="277129" y="269598"/>
                </a:cubicBezTo>
                <a:cubicBezTo>
                  <a:pt x="278221" y="271368"/>
                  <a:pt x="272678" y="276772"/>
                  <a:pt x="268662" y="277853"/>
                </a:cubicBezTo>
                <a:cubicBezTo>
                  <a:pt x="266542" y="278426"/>
                  <a:pt x="264211" y="279612"/>
                  <a:pt x="263480" y="280481"/>
                </a:cubicBezTo>
                <a:cubicBezTo>
                  <a:pt x="262388" y="281806"/>
                  <a:pt x="262780" y="281774"/>
                  <a:pt x="265907" y="280280"/>
                </a:cubicBezTo>
                <a:cubicBezTo>
                  <a:pt x="268588" y="279008"/>
                  <a:pt x="269965" y="278807"/>
                  <a:pt x="270750" y="279591"/>
                </a:cubicBezTo>
                <a:cubicBezTo>
                  <a:pt x="271523" y="280375"/>
                  <a:pt x="272805" y="279634"/>
                  <a:pt x="275232" y="276995"/>
                </a:cubicBezTo>
                <a:cubicBezTo>
                  <a:pt x="277903" y="274091"/>
                  <a:pt x="278888" y="273572"/>
                  <a:pt x="279874" y="274536"/>
                </a:cubicBezTo>
                <a:cubicBezTo>
                  <a:pt x="280859" y="275511"/>
                  <a:pt x="280785" y="276613"/>
                  <a:pt x="279535" y="279803"/>
                </a:cubicBezTo>
                <a:cubicBezTo>
                  <a:pt x="277998" y="283714"/>
                  <a:pt x="278009" y="283798"/>
                  <a:pt x="279874" y="282643"/>
                </a:cubicBezTo>
                <a:cubicBezTo>
                  <a:pt x="280934" y="281976"/>
                  <a:pt x="281792" y="281149"/>
                  <a:pt x="281792" y="280810"/>
                </a:cubicBezTo>
                <a:cubicBezTo>
                  <a:pt x="281792" y="279369"/>
                  <a:pt x="287281" y="274833"/>
                  <a:pt x="289030" y="274833"/>
                </a:cubicBezTo>
                <a:cubicBezTo>
                  <a:pt x="291499" y="274833"/>
                  <a:pt x="291425" y="276953"/>
                  <a:pt x="288860" y="280217"/>
                </a:cubicBezTo>
                <a:cubicBezTo>
                  <a:pt x="286879" y="282728"/>
                  <a:pt x="286868" y="282876"/>
                  <a:pt x="288659" y="283830"/>
                </a:cubicBezTo>
                <a:cubicBezTo>
                  <a:pt x="290111" y="284604"/>
                  <a:pt x="290810" y="284350"/>
                  <a:pt x="291859" y="282675"/>
                </a:cubicBezTo>
                <a:cubicBezTo>
                  <a:pt x="293163" y="280598"/>
                  <a:pt x="293237" y="280587"/>
                  <a:pt x="294593" y="282431"/>
                </a:cubicBezTo>
                <a:cubicBezTo>
                  <a:pt x="295356" y="283481"/>
                  <a:pt x="295982" y="285388"/>
                  <a:pt x="295982" y="286660"/>
                </a:cubicBezTo>
                <a:cubicBezTo>
                  <a:pt x="295982" y="288970"/>
                  <a:pt x="296013" y="288970"/>
                  <a:pt x="299542" y="287296"/>
                </a:cubicBezTo>
                <a:cubicBezTo>
                  <a:pt x="304650" y="284858"/>
                  <a:pt x="306081" y="286692"/>
                  <a:pt x="302457" y="291005"/>
                </a:cubicBezTo>
                <a:cubicBezTo>
                  <a:pt x="300931" y="292817"/>
                  <a:pt x="299574" y="295339"/>
                  <a:pt x="299436" y="296611"/>
                </a:cubicBezTo>
                <a:cubicBezTo>
                  <a:pt x="299193" y="298910"/>
                  <a:pt x="299224" y="298921"/>
                  <a:pt x="303198" y="297353"/>
                </a:cubicBezTo>
                <a:cubicBezTo>
                  <a:pt x="306378" y="296102"/>
                  <a:pt x="307459" y="296038"/>
                  <a:pt x="308444" y="297035"/>
                </a:cubicBezTo>
                <a:cubicBezTo>
                  <a:pt x="309408" y="298020"/>
                  <a:pt x="309228" y="298645"/>
                  <a:pt x="307586" y="299991"/>
                </a:cubicBezTo>
                <a:cubicBezTo>
                  <a:pt x="306441" y="300924"/>
                  <a:pt x="304820" y="304156"/>
                  <a:pt x="303983" y="307176"/>
                </a:cubicBezTo>
                <a:lnTo>
                  <a:pt x="302457" y="312655"/>
                </a:lnTo>
                <a:lnTo>
                  <a:pt x="307978" y="315559"/>
                </a:lnTo>
                <a:lnTo>
                  <a:pt x="313499" y="318463"/>
                </a:lnTo>
                <a:lnTo>
                  <a:pt x="318522" y="315951"/>
                </a:lnTo>
                <a:lnTo>
                  <a:pt x="323545" y="313450"/>
                </a:lnTo>
                <a:lnTo>
                  <a:pt x="320069" y="312009"/>
                </a:lnTo>
                <a:cubicBezTo>
                  <a:pt x="316445" y="310483"/>
                  <a:pt x="312206" y="305947"/>
                  <a:pt x="312206" y="303584"/>
                </a:cubicBezTo>
                <a:cubicBezTo>
                  <a:pt x="312206" y="301782"/>
                  <a:pt x="314029" y="301835"/>
                  <a:pt x="317674" y="303743"/>
                </a:cubicBezTo>
                <a:cubicBezTo>
                  <a:pt x="321362" y="305661"/>
                  <a:pt x="322358" y="304877"/>
                  <a:pt x="319349" y="302439"/>
                </a:cubicBezTo>
                <a:cubicBezTo>
                  <a:pt x="317780" y="301178"/>
                  <a:pt x="316901" y="299101"/>
                  <a:pt x="316530" y="295826"/>
                </a:cubicBezTo>
                <a:cubicBezTo>
                  <a:pt x="316233" y="293198"/>
                  <a:pt x="316318" y="291047"/>
                  <a:pt x="316699" y="291047"/>
                </a:cubicBezTo>
                <a:cubicBezTo>
                  <a:pt x="318639" y="291047"/>
                  <a:pt x="321182" y="293326"/>
                  <a:pt x="322316" y="296060"/>
                </a:cubicBezTo>
                <a:cubicBezTo>
                  <a:pt x="323641" y="299239"/>
                  <a:pt x="325379" y="299345"/>
                  <a:pt x="325379" y="296250"/>
                </a:cubicBezTo>
                <a:cubicBezTo>
                  <a:pt x="325379" y="293633"/>
                  <a:pt x="331981" y="287603"/>
                  <a:pt x="334005" y="288377"/>
                </a:cubicBezTo>
                <a:cubicBezTo>
                  <a:pt x="335902" y="289108"/>
                  <a:pt x="335276" y="292425"/>
                  <a:pt x="332680" y="295392"/>
                </a:cubicBezTo>
                <a:cubicBezTo>
                  <a:pt x="331249" y="297024"/>
                  <a:pt x="331239" y="297342"/>
                  <a:pt x="332669" y="298773"/>
                </a:cubicBezTo>
                <a:cubicBezTo>
                  <a:pt x="334100" y="300193"/>
                  <a:pt x="334312" y="300012"/>
                  <a:pt x="334905" y="296812"/>
                </a:cubicBezTo>
                <a:cubicBezTo>
                  <a:pt x="336167" y="290093"/>
                  <a:pt x="340586" y="289267"/>
                  <a:pt x="340586" y="295752"/>
                </a:cubicBezTo>
                <a:cubicBezTo>
                  <a:pt x="340586" y="300383"/>
                  <a:pt x="342408" y="299790"/>
                  <a:pt x="344199" y="294576"/>
                </a:cubicBezTo>
                <a:cubicBezTo>
                  <a:pt x="345640" y="290390"/>
                  <a:pt x="348311" y="287645"/>
                  <a:pt x="349954" y="288663"/>
                </a:cubicBezTo>
                <a:cubicBezTo>
                  <a:pt x="350907" y="289256"/>
                  <a:pt x="350611" y="292054"/>
                  <a:pt x="349254" y="295286"/>
                </a:cubicBezTo>
                <a:cubicBezTo>
                  <a:pt x="348661" y="296695"/>
                  <a:pt x="349222" y="297056"/>
                  <a:pt x="352412" y="297321"/>
                </a:cubicBezTo>
                <a:cubicBezTo>
                  <a:pt x="357700" y="297755"/>
                  <a:pt x="357552" y="300246"/>
                  <a:pt x="352126" y="302121"/>
                </a:cubicBezTo>
                <a:cubicBezTo>
                  <a:pt x="349826" y="302916"/>
                  <a:pt x="347431" y="304400"/>
                  <a:pt x="346796" y="305417"/>
                </a:cubicBezTo>
                <a:cubicBezTo>
                  <a:pt x="345778" y="307039"/>
                  <a:pt x="345980" y="307272"/>
                  <a:pt x="348491" y="307272"/>
                </a:cubicBezTo>
                <a:cubicBezTo>
                  <a:pt x="351935" y="307272"/>
                  <a:pt x="355369" y="309550"/>
                  <a:pt x="354362" y="311172"/>
                </a:cubicBezTo>
                <a:cubicBezTo>
                  <a:pt x="353970" y="311807"/>
                  <a:pt x="352645" y="312348"/>
                  <a:pt x="351427" y="312358"/>
                </a:cubicBezTo>
                <a:cubicBezTo>
                  <a:pt x="350208" y="312380"/>
                  <a:pt x="347304" y="314128"/>
                  <a:pt x="344973" y="316269"/>
                </a:cubicBezTo>
                <a:lnTo>
                  <a:pt x="340755" y="320137"/>
                </a:lnTo>
                <a:lnTo>
                  <a:pt x="342694" y="323083"/>
                </a:lnTo>
                <a:cubicBezTo>
                  <a:pt x="345079" y="326697"/>
                  <a:pt x="345259" y="330586"/>
                  <a:pt x="343044" y="330586"/>
                </a:cubicBezTo>
                <a:cubicBezTo>
                  <a:pt x="340734" y="330586"/>
                  <a:pt x="335520" y="325022"/>
                  <a:pt x="335520" y="322553"/>
                </a:cubicBezTo>
                <a:cubicBezTo>
                  <a:pt x="335520" y="320953"/>
                  <a:pt x="334874" y="320444"/>
                  <a:pt x="332881" y="320444"/>
                </a:cubicBezTo>
                <a:lnTo>
                  <a:pt x="330243" y="320444"/>
                </a:lnTo>
                <a:lnTo>
                  <a:pt x="333390" y="324026"/>
                </a:lnTo>
                <a:cubicBezTo>
                  <a:pt x="335117" y="325997"/>
                  <a:pt x="336537" y="328064"/>
                  <a:pt x="336537" y="328625"/>
                </a:cubicBezTo>
                <a:cubicBezTo>
                  <a:pt x="336537" y="331805"/>
                  <a:pt x="328982" y="329622"/>
                  <a:pt x="326184" y="325626"/>
                </a:cubicBezTo>
                <a:cubicBezTo>
                  <a:pt x="324880" y="323761"/>
                  <a:pt x="324753" y="323772"/>
                  <a:pt x="321818" y="326124"/>
                </a:cubicBezTo>
                <a:cubicBezTo>
                  <a:pt x="318776" y="328551"/>
                  <a:pt x="319169" y="328986"/>
                  <a:pt x="324033" y="328604"/>
                </a:cubicBezTo>
                <a:cubicBezTo>
                  <a:pt x="327509" y="328329"/>
                  <a:pt x="334694" y="332419"/>
                  <a:pt x="334280" y="334433"/>
                </a:cubicBezTo>
                <a:cubicBezTo>
                  <a:pt x="333719" y="337231"/>
                  <a:pt x="326300" y="336563"/>
                  <a:pt x="321574" y="333288"/>
                </a:cubicBezTo>
                <a:cubicBezTo>
                  <a:pt x="319423" y="331794"/>
                  <a:pt x="316784" y="330586"/>
                  <a:pt x="315703" y="330597"/>
                </a:cubicBezTo>
                <a:cubicBezTo>
                  <a:pt x="314347" y="330607"/>
                  <a:pt x="314993" y="331328"/>
                  <a:pt x="317780" y="332907"/>
                </a:cubicBezTo>
                <a:cubicBezTo>
                  <a:pt x="322825" y="335768"/>
                  <a:pt x="323079" y="338068"/>
                  <a:pt x="318395" y="338513"/>
                </a:cubicBezTo>
                <a:cubicBezTo>
                  <a:pt x="313997" y="338937"/>
                  <a:pt x="310744" y="338100"/>
                  <a:pt x="308667" y="336012"/>
                </a:cubicBezTo>
                <a:cubicBezTo>
                  <a:pt x="307586" y="334942"/>
                  <a:pt x="306664" y="334708"/>
                  <a:pt x="306017" y="335355"/>
                </a:cubicBezTo>
                <a:cubicBezTo>
                  <a:pt x="304724" y="336637"/>
                  <a:pt x="306399" y="338015"/>
                  <a:pt x="312365" y="340569"/>
                </a:cubicBezTo>
                <a:cubicBezTo>
                  <a:pt x="316572" y="342370"/>
                  <a:pt x="317176" y="342413"/>
                  <a:pt x="318596" y="340993"/>
                </a:cubicBezTo>
                <a:cubicBezTo>
                  <a:pt x="320430" y="339159"/>
                  <a:pt x="329299" y="338163"/>
                  <a:pt x="331355" y="339551"/>
                </a:cubicBezTo>
                <a:cubicBezTo>
                  <a:pt x="333782" y="341194"/>
                  <a:pt x="331726" y="343695"/>
                  <a:pt x="326883" y="344988"/>
                </a:cubicBezTo>
                <a:cubicBezTo>
                  <a:pt x="322994" y="346037"/>
                  <a:pt x="322485" y="346429"/>
                  <a:pt x="323821" y="347404"/>
                </a:cubicBezTo>
                <a:cubicBezTo>
                  <a:pt x="324732" y="348072"/>
                  <a:pt x="327286" y="348358"/>
                  <a:pt x="329723" y="348093"/>
                </a:cubicBezTo>
                <a:cubicBezTo>
                  <a:pt x="333019" y="347711"/>
                  <a:pt x="334609" y="348082"/>
                  <a:pt x="336548" y="349651"/>
                </a:cubicBezTo>
                <a:cubicBezTo>
                  <a:pt x="339780" y="352268"/>
                  <a:pt x="338593" y="353392"/>
                  <a:pt x="332563" y="353392"/>
                </a:cubicBezTo>
                <a:lnTo>
                  <a:pt x="327742" y="353392"/>
                </a:lnTo>
                <a:lnTo>
                  <a:pt x="328632" y="357366"/>
                </a:lnTo>
                <a:cubicBezTo>
                  <a:pt x="329310" y="360365"/>
                  <a:pt x="329172" y="361689"/>
                  <a:pt x="328102" y="362760"/>
                </a:cubicBezTo>
                <a:cubicBezTo>
                  <a:pt x="326650" y="364212"/>
                  <a:pt x="325612" y="363364"/>
                  <a:pt x="321839" y="357652"/>
                </a:cubicBezTo>
                <a:cubicBezTo>
                  <a:pt x="321277" y="356804"/>
                  <a:pt x="319794" y="355808"/>
                  <a:pt x="318543" y="355437"/>
                </a:cubicBezTo>
                <a:cubicBezTo>
                  <a:pt x="316487" y="354833"/>
                  <a:pt x="316265" y="355119"/>
                  <a:pt x="316265" y="358309"/>
                </a:cubicBezTo>
                <a:cubicBezTo>
                  <a:pt x="316265" y="364752"/>
                  <a:pt x="313594" y="367444"/>
                  <a:pt x="311602" y="363003"/>
                </a:cubicBezTo>
                <a:cubicBezTo>
                  <a:pt x="311093" y="361880"/>
                  <a:pt x="308211" y="359485"/>
                  <a:pt x="305191" y="357673"/>
                </a:cubicBezTo>
                <a:lnTo>
                  <a:pt x="299701" y="354377"/>
                </a:lnTo>
                <a:lnTo>
                  <a:pt x="295462" y="358860"/>
                </a:lnTo>
                <a:cubicBezTo>
                  <a:pt x="292442" y="362050"/>
                  <a:pt x="290715" y="363162"/>
                  <a:pt x="289475" y="362686"/>
                </a:cubicBezTo>
                <a:cubicBezTo>
                  <a:pt x="288224" y="362198"/>
                  <a:pt x="287928" y="361371"/>
                  <a:pt x="288415" y="359729"/>
                </a:cubicBezTo>
                <a:cubicBezTo>
                  <a:pt x="289517" y="355977"/>
                  <a:pt x="293883" y="349841"/>
                  <a:pt x="295431" y="349841"/>
                </a:cubicBezTo>
                <a:cubicBezTo>
                  <a:pt x="297508" y="349841"/>
                  <a:pt x="298144" y="348347"/>
                  <a:pt x="297179" y="345730"/>
                </a:cubicBezTo>
                <a:cubicBezTo>
                  <a:pt x="296363" y="343525"/>
                  <a:pt x="296268" y="343568"/>
                  <a:pt x="294170" y="346970"/>
                </a:cubicBezTo>
                <a:cubicBezTo>
                  <a:pt x="290948" y="352183"/>
                  <a:pt x="288087" y="354515"/>
                  <a:pt x="286667" y="353095"/>
                </a:cubicBezTo>
                <a:cubicBezTo>
                  <a:pt x="284961" y="351378"/>
                  <a:pt x="287408" y="344066"/>
                  <a:pt x="290842" y="340632"/>
                </a:cubicBezTo>
                <a:cubicBezTo>
                  <a:pt x="292972" y="338513"/>
                  <a:pt x="293523" y="337125"/>
                  <a:pt x="293195" y="334836"/>
                </a:cubicBezTo>
                <a:cubicBezTo>
                  <a:pt x="292760" y="331900"/>
                  <a:pt x="292612" y="331826"/>
                  <a:pt x="287016" y="331900"/>
                </a:cubicBezTo>
                <a:cubicBezTo>
                  <a:pt x="283869" y="331932"/>
                  <a:pt x="276726" y="331815"/>
                  <a:pt x="271152" y="331635"/>
                </a:cubicBezTo>
                <a:cubicBezTo>
                  <a:pt x="265578" y="331455"/>
                  <a:pt x="259962" y="331741"/>
                  <a:pt x="258669" y="332260"/>
                </a:cubicBezTo>
                <a:cubicBezTo>
                  <a:pt x="257365" y="332790"/>
                  <a:pt x="255458" y="335111"/>
                  <a:pt x="254409" y="337474"/>
                </a:cubicBezTo>
                <a:cubicBezTo>
                  <a:pt x="252533" y="341650"/>
                  <a:pt x="252533" y="341734"/>
                  <a:pt x="254419" y="341734"/>
                </a:cubicBezTo>
                <a:cubicBezTo>
                  <a:pt x="255468" y="341734"/>
                  <a:pt x="256613" y="341279"/>
                  <a:pt x="256963" y="340717"/>
                </a:cubicBezTo>
                <a:cubicBezTo>
                  <a:pt x="257662" y="339583"/>
                  <a:pt x="265705" y="339520"/>
                  <a:pt x="269626" y="340611"/>
                </a:cubicBezTo>
                <a:cubicBezTo>
                  <a:pt x="273176" y="341597"/>
                  <a:pt x="273473" y="344522"/>
                  <a:pt x="270146" y="345783"/>
                </a:cubicBezTo>
                <a:cubicBezTo>
                  <a:pt x="266542" y="347150"/>
                  <a:pt x="258149" y="347076"/>
                  <a:pt x="256729" y="345655"/>
                </a:cubicBezTo>
                <a:cubicBezTo>
                  <a:pt x="255988" y="344914"/>
                  <a:pt x="254228" y="344786"/>
                  <a:pt x="251717" y="345295"/>
                </a:cubicBezTo>
                <a:lnTo>
                  <a:pt x="247838" y="346079"/>
                </a:lnTo>
                <a:lnTo>
                  <a:pt x="253402" y="347203"/>
                </a:lnTo>
                <a:cubicBezTo>
                  <a:pt x="259750" y="348474"/>
                  <a:pt x="261191" y="350774"/>
                  <a:pt x="256867" y="352735"/>
                </a:cubicBezTo>
                <a:cubicBezTo>
                  <a:pt x="252522" y="354716"/>
                  <a:pt x="245539" y="355352"/>
                  <a:pt x="243811" y="353921"/>
                </a:cubicBezTo>
                <a:cubicBezTo>
                  <a:pt x="242201" y="352586"/>
                  <a:pt x="239223" y="353158"/>
                  <a:pt x="239223" y="354812"/>
                </a:cubicBezTo>
                <a:cubicBezTo>
                  <a:pt x="239223" y="356105"/>
                  <a:pt x="241416" y="356677"/>
                  <a:pt x="249513" y="357493"/>
                </a:cubicBezTo>
                <a:cubicBezTo>
                  <a:pt x="255850" y="358129"/>
                  <a:pt x="256295" y="358033"/>
                  <a:pt x="256952" y="355935"/>
                </a:cubicBezTo>
                <a:cubicBezTo>
                  <a:pt x="257800" y="353286"/>
                  <a:pt x="264709" y="349894"/>
                  <a:pt x="269319" y="349863"/>
                </a:cubicBezTo>
                <a:cubicBezTo>
                  <a:pt x="275105" y="349820"/>
                  <a:pt x="274374" y="352586"/>
                  <a:pt x="267390" y="357238"/>
                </a:cubicBezTo>
                <a:lnTo>
                  <a:pt x="263618" y="359739"/>
                </a:lnTo>
                <a:lnTo>
                  <a:pt x="266680" y="360354"/>
                </a:lnTo>
                <a:cubicBezTo>
                  <a:pt x="268683" y="360746"/>
                  <a:pt x="270612" y="360396"/>
                  <a:pt x="272254" y="359316"/>
                </a:cubicBezTo>
                <a:cubicBezTo>
                  <a:pt x="276080" y="356815"/>
                  <a:pt x="284833" y="357249"/>
                  <a:pt x="284833" y="359951"/>
                </a:cubicBezTo>
                <a:cubicBezTo>
                  <a:pt x="284833" y="361361"/>
                  <a:pt x="275963" y="364339"/>
                  <a:pt x="273600" y="363713"/>
                </a:cubicBezTo>
                <a:lnTo>
                  <a:pt x="271428" y="363152"/>
                </a:lnTo>
                <a:lnTo>
                  <a:pt x="273505" y="365367"/>
                </a:lnTo>
                <a:cubicBezTo>
                  <a:pt x="279302" y="371556"/>
                  <a:pt x="279524" y="377691"/>
                  <a:pt x="273833" y="374756"/>
                </a:cubicBezTo>
                <a:cubicBezTo>
                  <a:pt x="272360" y="373993"/>
                  <a:pt x="270368" y="372499"/>
                  <a:pt x="269425" y="371450"/>
                </a:cubicBezTo>
                <a:cubicBezTo>
                  <a:pt x="268132" y="370030"/>
                  <a:pt x="266659" y="369648"/>
                  <a:pt x="263671" y="369924"/>
                </a:cubicBezTo>
                <a:lnTo>
                  <a:pt x="259644" y="370316"/>
                </a:lnTo>
                <a:lnTo>
                  <a:pt x="261594" y="373505"/>
                </a:lnTo>
                <a:cubicBezTo>
                  <a:pt x="263671" y="376918"/>
                  <a:pt x="264253" y="383287"/>
                  <a:pt x="262484" y="383287"/>
                </a:cubicBezTo>
                <a:cubicBezTo>
                  <a:pt x="261901" y="383287"/>
                  <a:pt x="260417" y="382227"/>
                  <a:pt x="259188" y="380913"/>
                </a:cubicBezTo>
                <a:cubicBezTo>
                  <a:pt x="257651" y="379281"/>
                  <a:pt x="255723" y="378497"/>
                  <a:pt x="252989" y="378401"/>
                </a:cubicBezTo>
                <a:lnTo>
                  <a:pt x="249004" y="378274"/>
                </a:lnTo>
                <a:lnTo>
                  <a:pt x="252353" y="381729"/>
                </a:lnTo>
                <a:cubicBezTo>
                  <a:pt x="255924" y="385406"/>
                  <a:pt x="255998" y="388363"/>
                  <a:pt x="252533" y="388363"/>
                </a:cubicBezTo>
                <a:cubicBezTo>
                  <a:pt x="251463" y="388363"/>
                  <a:pt x="248008" y="387007"/>
                  <a:pt x="244860" y="385353"/>
                </a:cubicBezTo>
                <a:cubicBezTo>
                  <a:pt x="241554" y="383615"/>
                  <a:pt x="239212" y="382863"/>
                  <a:pt x="239307" y="383584"/>
                </a:cubicBezTo>
                <a:cubicBezTo>
                  <a:pt x="239636" y="386222"/>
                  <a:pt x="239138" y="387134"/>
                  <a:pt x="236944" y="387865"/>
                </a:cubicBezTo>
                <a:cubicBezTo>
                  <a:pt x="235259" y="388427"/>
                  <a:pt x="236446" y="388819"/>
                  <a:pt x="241438" y="389327"/>
                </a:cubicBezTo>
                <a:cubicBezTo>
                  <a:pt x="248209" y="390027"/>
                  <a:pt x="251388" y="391510"/>
                  <a:pt x="251388" y="393958"/>
                </a:cubicBezTo>
                <a:cubicBezTo>
                  <a:pt x="251388" y="395527"/>
                  <a:pt x="241936" y="397964"/>
                  <a:pt x="239488" y="397021"/>
                </a:cubicBezTo>
                <a:cubicBezTo>
                  <a:pt x="238237" y="396544"/>
                  <a:pt x="238439" y="397085"/>
                  <a:pt x="240187" y="398950"/>
                </a:cubicBezTo>
                <a:cubicBezTo>
                  <a:pt x="241861" y="400730"/>
                  <a:pt x="243674" y="401536"/>
                  <a:pt x="246037" y="401536"/>
                </a:cubicBezTo>
                <a:cubicBezTo>
                  <a:pt x="249799" y="401536"/>
                  <a:pt x="254313" y="403517"/>
                  <a:pt x="256464" y="406114"/>
                </a:cubicBezTo>
                <a:cubicBezTo>
                  <a:pt x="259326" y="409558"/>
                  <a:pt x="252755" y="410236"/>
                  <a:pt x="246249" y="407163"/>
                </a:cubicBezTo>
                <a:lnTo>
                  <a:pt x="243642" y="405934"/>
                </a:lnTo>
                <a:lnTo>
                  <a:pt x="244013" y="411084"/>
                </a:lnTo>
                <a:cubicBezTo>
                  <a:pt x="244680" y="420473"/>
                  <a:pt x="240632" y="421501"/>
                  <a:pt x="237527" y="412748"/>
                </a:cubicBezTo>
                <a:cubicBezTo>
                  <a:pt x="236520" y="409929"/>
                  <a:pt x="235111" y="407618"/>
                  <a:pt x="234390" y="407618"/>
                </a:cubicBezTo>
                <a:cubicBezTo>
                  <a:pt x="233659" y="407618"/>
                  <a:pt x="231942" y="406887"/>
                  <a:pt x="230575" y="405986"/>
                </a:cubicBezTo>
                <a:lnTo>
                  <a:pt x="228074" y="404344"/>
                </a:lnTo>
                <a:lnTo>
                  <a:pt x="228074" y="408445"/>
                </a:lnTo>
                <a:cubicBezTo>
                  <a:pt x="228074" y="413585"/>
                  <a:pt x="226538" y="417760"/>
                  <a:pt x="224662" y="417760"/>
                </a:cubicBezTo>
                <a:cubicBezTo>
                  <a:pt x="222998" y="417760"/>
                  <a:pt x="221992" y="415609"/>
                  <a:pt x="221992" y="412101"/>
                </a:cubicBezTo>
                <a:cubicBezTo>
                  <a:pt x="221992" y="410406"/>
                  <a:pt x="221419" y="409643"/>
                  <a:pt x="220148" y="409643"/>
                </a:cubicBezTo>
                <a:cubicBezTo>
                  <a:pt x="219141" y="409643"/>
                  <a:pt x="217000" y="408276"/>
                  <a:pt x="215400" y="406601"/>
                </a:cubicBezTo>
                <a:cubicBezTo>
                  <a:pt x="213800" y="404937"/>
                  <a:pt x="211924" y="403560"/>
                  <a:pt x="211225" y="403560"/>
                </a:cubicBezTo>
                <a:cubicBezTo>
                  <a:pt x="210536" y="403560"/>
                  <a:pt x="209667" y="402638"/>
                  <a:pt x="209307" y="401493"/>
                </a:cubicBezTo>
                <a:cubicBezTo>
                  <a:pt x="208681" y="399522"/>
                  <a:pt x="208512" y="399564"/>
                  <a:pt x="205576" y="402436"/>
                </a:cubicBezTo>
                <a:cubicBezTo>
                  <a:pt x="203881" y="404090"/>
                  <a:pt x="201179" y="405986"/>
                  <a:pt x="199578" y="406654"/>
                </a:cubicBezTo>
                <a:cubicBezTo>
                  <a:pt x="195922" y="408170"/>
                  <a:pt x="195912" y="408530"/>
                  <a:pt x="199186" y="430721"/>
                </a:cubicBezTo>
                <a:cubicBezTo>
                  <a:pt x="201677" y="447698"/>
                  <a:pt x="203722" y="476883"/>
                  <a:pt x="203732" y="495990"/>
                </a:cubicBezTo>
                <a:cubicBezTo>
                  <a:pt x="203743" y="504458"/>
                  <a:pt x="203499" y="505888"/>
                  <a:pt x="201973" y="506354"/>
                </a:cubicBezTo>
                <a:cubicBezTo>
                  <a:pt x="198911" y="507298"/>
                  <a:pt x="181086" y="509989"/>
                  <a:pt x="177896" y="510000"/>
                </a:cubicBezTo>
                <a:lnTo>
                  <a:pt x="174855" y="510000"/>
                </a:lnTo>
                <a:lnTo>
                  <a:pt x="175215" y="461527"/>
                </a:lnTo>
                <a:close/>
                <a:moveTo>
                  <a:pt x="222585" y="398409"/>
                </a:moveTo>
                <a:cubicBezTo>
                  <a:pt x="221695" y="396205"/>
                  <a:pt x="220974" y="393333"/>
                  <a:pt x="220974" y="392019"/>
                </a:cubicBezTo>
                <a:cubicBezTo>
                  <a:pt x="220974" y="390472"/>
                  <a:pt x="218685" y="387271"/>
                  <a:pt x="214383" y="382821"/>
                </a:cubicBezTo>
                <a:cubicBezTo>
                  <a:pt x="209805" y="378073"/>
                  <a:pt x="207802" y="376568"/>
                  <a:pt x="207812" y="377872"/>
                </a:cubicBezTo>
                <a:cubicBezTo>
                  <a:pt x="207834" y="380351"/>
                  <a:pt x="208724" y="381443"/>
                  <a:pt x="212359" y="383456"/>
                </a:cubicBezTo>
                <a:cubicBezTo>
                  <a:pt x="216110" y="385534"/>
                  <a:pt x="219660" y="391097"/>
                  <a:pt x="218187" y="392570"/>
                </a:cubicBezTo>
                <a:cubicBezTo>
                  <a:pt x="217488" y="393270"/>
                  <a:pt x="216142" y="393079"/>
                  <a:pt x="214001" y="391966"/>
                </a:cubicBezTo>
                <a:cubicBezTo>
                  <a:pt x="212263" y="391065"/>
                  <a:pt x="210843" y="390684"/>
                  <a:pt x="210854" y="391118"/>
                </a:cubicBezTo>
                <a:cubicBezTo>
                  <a:pt x="210886" y="392719"/>
                  <a:pt x="212412" y="394213"/>
                  <a:pt x="214383" y="394584"/>
                </a:cubicBezTo>
                <a:cubicBezTo>
                  <a:pt x="215538" y="394806"/>
                  <a:pt x="217731" y="397222"/>
                  <a:pt x="219459" y="400158"/>
                </a:cubicBezTo>
                <a:cubicBezTo>
                  <a:pt x="221737" y="404058"/>
                  <a:pt x="222712" y="404990"/>
                  <a:pt x="223337" y="403888"/>
                </a:cubicBezTo>
                <a:cubicBezTo>
                  <a:pt x="223846" y="403009"/>
                  <a:pt x="223539" y="400815"/>
                  <a:pt x="222585" y="398409"/>
                </a:cubicBezTo>
                <a:close/>
                <a:moveTo>
                  <a:pt x="235175" y="399151"/>
                </a:moveTo>
                <a:lnTo>
                  <a:pt x="232928" y="396979"/>
                </a:lnTo>
                <a:lnTo>
                  <a:pt x="234719" y="400529"/>
                </a:lnTo>
                <a:cubicBezTo>
                  <a:pt x="235800" y="402670"/>
                  <a:pt x="236690" y="403528"/>
                  <a:pt x="236965" y="402701"/>
                </a:cubicBezTo>
                <a:cubicBezTo>
                  <a:pt x="237230" y="401949"/>
                  <a:pt x="236414" y="400349"/>
                  <a:pt x="235175" y="399151"/>
                </a:cubicBezTo>
                <a:close/>
                <a:moveTo>
                  <a:pt x="200288" y="396979"/>
                </a:moveTo>
                <a:cubicBezTo>
                  <a:pt x="202344" y="395580"/>
                  <a:pt x="204930" y="394446"/>
                  <a:pt x="206043" y="394446"/>
                </a:cubicBezTo>
                <a:cubicBezTo>
                  <a:pt x="207802" y="394446"/>
                  <a:pt x="207982" y="393958"/>
                  <a:pt x="207463" y="390769"/>
                </a:cubicBezTo>
                <a:cubicBezTo>
                  <a:pt x="207145" y="388745"/>
                  <a:pt x="206700" y="386922"/>
                  <a:pt x="206477" y="386699"/>
                </a:cubicBezTo>
                <a:cubicBezTo>
                  <a:pt x="205788" y="386010"/>
                  <a:pt x="195636" y="396703"/>
                  <a:pt x="195636" y="398134"/>
                </a:cubicBezTo>
                <a:cubicBezTo>
                  <a:pt x="195636" y="399988"/>
                  <a:pt x="195975" y="399904"/>
                  <a:pt x="200288" y="396979"/>
                </a:cubicBezTo>
                <a:close/>
                <a:moveTo>
                  <a:pt x="174314" y="391659"/>
                </a:moveTo>
                <a:cubicBezTo>
                  <a:pt x="174304" y="391235"/>
                  <a:pt x="172937" y="385650"/>
                  <a:pt x="171273" y="379239"/>
                </a:cubicBezTo>
                <a:cubicBezTo>
                  <a:pt x="169620" y="372827"/>
                  <a:pt x="167723" y="363565"/>
                  <a:pt x="167066" y="358669"/>
                </a:cubicBezTo>
                <a:cubicBezTo>
                  <a:pt x="165974" y="350551"/>
                  <a:pt x="165678" y="349778"/>
                  <a:pt x="163770" y="350053"/>
                </a:cubicBezTo>
                <a:cubicBezTo>
                  <a:pt x="162414" y="350244"/>
                  <a:pt x="161555" y="351240"/>
                  <a:pt x="161343" y="352883"/>
                </a:cubicBezTo>
                <a:cubicBezTo>
                  <a:pt x="160644" y="358107"/>
                  <a:pt x="148966" y="367242"/>
                  <a:pt x="147005" y="364084"/>
                </a:cubicBezTo>
                <a:cubicBezTo>
                  <a:pt x="145787" y="362103"/>
                  <a:pt x="146846" y="359474"/>
                  <a:pt x="150704" y="354971"/>
                </a:cubicBezTo>
                <a:cubicBezTo>
                  <a:pt x="153798" y="351357"/>
                  <a:pt x="153989" y="350859"/>
                  <a:pt x="152209" y="350859"/>
                </a:cubicBezTo>
                <a:cubicBezTo>
                  <a:pt x="149157" y="350859"/>
                  <a:pt x="146984" y="351929"/>
                  <a:pt x="146984" y="353434"/>
                </a:cubicBezTo>
                <a:cubicBezTo>
                  <a:pt x="146984" y="354176"/>
                  <a:pt x="145384" y="355352"/>
                  <a:pt x="143434" y="356062"/>
                </a:cubicBezTo>
                <a:cubicBezTo>
                  <a:pt x="140001" y="357302"/>
                  <a:pt x="139884" y="357514"/>
                  <a:pt x="139884" y="362590"/>
                </a:cubicBezTo>
                <a:cubicBezTo>
                  <a:pt x="139884" y="370549"/>
                  <a:pt x="140859" y="374449"/>
                  <a:pt x="142501" y="373082"/>
                </a:cubicBezTo>
                <a:cubicBezTo>
                  <a:pt x="144430" y="371481"/>
                  <a:pt x="145787" y="372700"/>
                  <a:pt x="146539" y="376727"/>
                </a:cubicBezTo>
                <a:cubicBezTo>
                  <a:pt x="147313" y="380818"/>
                  <a:pt x="150057" y="382768"/>
                  <a:pt x="163113" y="388501"/>
                </a:cubicBezTo>
                <a:cubicBezTo>
                  <a:pt x="171898" y="392348"/>
                  <a:pt x="174367" y="393036"/>
                  <a:pt x="174314" y="391659"/>
                </a:cubicBezTo>
                <a:close/>
                <a:moveTo>
                  <a:pt x="233373" y="390832"/>
                </a:moveTo>
                <a:cubicBezTo>
                  <a:pt x="234242" y="389963"/>
                  <a:pt x="230003" y="385820"/>
                  <a:pt x="226294" y="383923"/>
                </a:cubicBezTo>
                <a:cubicBezTo>
                  <a:pt x="224482" y="382990"/>
                  <a:pt x="222998" y="381549"/>
                  <a:pt x="222998" y="380733"/>
                </a:cubicBezTo>
                <a:cubicBezTo>
                  <a:pt x="222998" y="379811"/>
                  <a:pt x="222023" y="379239"/>
                  <a:pt x="220466" y="379239"/>
                </a:cubicBezTo>
                <a:cubicBezTo>
                  <a:pt x="215930" y="379239"/>
                  <a:pt x="217678" y="381634"/>
                  <a:pt x="226813" y="387960"/>
                </a:cubicBezTo>
                <a:cubicBezTo>
                  <a:pt x="231900" y="391489"/>
                  <a:pt x="232472" y="391733"/>
                  <a:pt x="233373" y="390832"/>
                </a:cubicBezTo>
                <a:close/>
                <a:moveTo>
                  <a:pt x="114546" y="389984"/>
                </a:moveTo>
                <a:cubicBezTo>
                  <a:pt x="114546" y="389772"/>
                  <a:pt x="113857" y="389327"/>
                  <a:pt x="113020" y="389009"/>
                </a:cubicBezTo>
                <a:cubicBezTo>
                  <a:pt x="112183" y="388681"/>
                  <a:pt x="111504" y="388861"/>
                  <a:pt x="111504" y="389402"/>
                </a:cubicBezTo>
                <a:cubicBezTo>
                  <a:pt x="111504" y="389942"/>
                  <a:pt x="112183" y="390387"/>
                  <a:pt x="113020" y="390387"/>
                </a:cubicBezTo>
                <a:cubicBezTo>
                  <a:pt x="113857" y="390387"/>
                  <a:pt x="114546" y="390207"/>
                  <a:pt x="114546" y="389984"/>
                </a:cubicBezTo>
                <a:close/>
                <a:moveTo>
                  <a:pt x="131014" y="389338"/>
                </a:moveTo>
                <a:cubicBezTo>
                  <a:pt x="129764" y="388840"/>
                  <a:pt x="128736" y="387611"/>
                  <a:pt x="128736" y="386614"/>
                </a:cubicBezTo>
                <a:cubicBezTo>
                  <a:pt x="128736" y="385481"/>
                  <a:pt x="127114" y="384060"/>
                  <a:pt x="124338" y="382778"/>
                </a:cubicBezTo>
                <a:cubicBezTo>
                  <a:pt x="121063" y="381263"/>
                  <a:pt x="119950" y="381083"/>
                  <a:pt x="119950" y="382079"/>
                </a:cubicBezTo>
                <a:cubicBezTo>
                  <a:pt x="119950" y="382810"/>
                  <a:pt x="121127" y="384029"/>
                  <a:pt x="122568" y="384770"/>
                </a:cubicBezTo>
                <a:cubicBezTo>
                  <a:pt x="124009" y="385512"/>
                  <a:pt x="126054" y="387081"/>
                  <a:pt x="127114" y="388257"/>
                </a:cubicBezTo>
                <a:cubicBezTo>
                  <a:pt x="128185" y="389433"/>
                  <a:pt x="130007" y="390355"/>
                  <a:pt x="131173" y="390324"/>
                </a:cubicBezTo>
                <a:cubicBezTo>
                  <a:pt x="133218" y="390260"/>
                  <a:pt x="133218" y="390228"/>
                  <a:pt x="131014" y="389338"/>
                </a:cubicBezTo>
                <a:close/>
                <a:moveTo>
                  <a:pt x="201390" y="381263"/>
                </a:moveTo>
                <a:cubicBezTo>
                  <a:pt x="203393" y="381263"/>
                  <a:pt x="204337" y="378762"/>
                  <a:pt x="203785" y="374926"/>
                </a:cubicBezTo>
                <a:lnTo>
                  <a:pt x="203234" y="371132"/>
                </a:lnTo>
                <a:lnTo>
                  <a:pt x="198678" y="374162"/>
                </a:lnTo>
                <a:cubicBezTo>
                  <a:pt x="196166" y="375837"/>
                  <a:pt x="193792" y="377321"/>
                  <a:pt x="193390" y="377458"/>
                </a:cubicBezTo>
                <a:cubicBezTo>
                  <a:pt x="192997" y="377596"/>
                  <a:pt x="193178" y="379684"/>
                  <a:pt x="193782" y="382079"/>
                </a:cubicBezTo>
                <a:lnTo>
                  <a:pt x="194894" y="386445"/>
                </a:lnTo>
                <a:lnTo>
                  <a:pt x="197597" y="383859"/>
                </a:lnTo>
                <a:cubicBezTo>
                  <a:pt x="199091" y="382428"/>
                  <a:pt x="200797" y="381263"/>
                  <a:pt x="201390" y="381263"/>
                </a:cubicBezTo>
                <a:close/>
                <a:moveTo>
                  <a:pt x="232631" y="377215"/>
                </a:moveTo>
                <a:cubicBezTo>
                  <a:pt x="232292" y="376653"/>
                  <a:pt x="231550" y="376197"/>
                  <a:pt x="230989" y="376197"/>
                </a:cubicBezTo>
                <a:cubicBezTo>
                  <a:pt x="230438" y="376197"/>
                  <a:pt x="230257" y="376653"/>
                  <a:pt x="230607" y="377215"/>
                </a:cubicBezTo>
                <a:cubicBezTo>
                  <a:pt x="230946" y="377766"/>
                  <a:pt x="231688" y="378221"/>
                  <a:pt x="232250" y="378221"/>
                </a:cubicBezTo>
                <a:cubicBezTo>
                  <a:pt x="232801" y="378221"/>
                  <a:pt x="232981" y="377766"/>
                  <a:pt x="232631" y="377215"/>
                </a:cubicBezTo>
                <a:close/>
                <a:moveTo>
                  <a:pt x="218145" y="373940"/>
                </a:moveTo>
                <a:cubicBezTo>
                  <a:pt x="217742" y="371534"/>
                  <a:pt x="220190" y="367136"/>
                  <a:pt x="223888" y="363618"/>
                </a:cubicBezTo>
                <a:cubicBezTo>
                  <a:pt x="226898" y="360767"/>
                  <a:pt x="226940" y="360598"/>
                  <a:pt x="225361" y="357917"/>
                </a:cubicBezTo>
                <a:lnTo>
                  <a:pt x="223730" y="355161"/>
                </a:lnTo>
                <a:lnTo>
                  <a:pt x="215803" y="361774"/>
                </a:lnTo>
                <a:lnTo>
                  <a:pt x="207865" y="368387"/>
                </a:lnTo>
                <a:lnTo>
                  <a:pt x="211002" y="372340"/>
                </a:lnTo>
                <a:cubicBezTo>
                  <a:pt x="213185" y="375106"/>
                  <a:pt x="214785" y="376208"/>
                  <a:pt x="216290" y="375996"/>
                </a:cubicBezTo>
                <a:cubicBezTo>
                  <a:pt x="217678" y="375794"/>
                  <a:pt x="218336" y="375074"/>
                  <a:pt x="218145" y="373940"/>
                </a:cubicBezTo>
                <a:close/>
                <a:moveTo>
                  <a:pt x="255044" y="372287"/>
                </a:moveTo>
                <a:cubicBezTo>
                  <a:pt x="254981" y="371248"/>
                  <a:pt x="253540" y="369235"/>
                  <a:pt x="251833" y="367804"/>
                </a:cubicBezTo>
                <a:cubicBezTo>
                  <a:pt x="248909" y="365335"/>
                  <a:pt x="248675" y="365292"/>
                  <a:pt x="247584" y="367052"/>
                </a:cubicBezTo>
                <a:cubicBezTo>
                  <a:pt x="246598" y="368631"/>
                  <a:pt x="246853" y="369076"/>
                  <a:pt x="249375" y="370125"/>
                </a:cubicBezTo>
                <a:cubicBezTo>
                  <a:pt x="251007" y="370793"/>
                  <a:pt x="252861" y="371979"/>
                  <a:pt x="253508" y="372753"/>
                </a:cubicBezTo>
                <a:cubicBezTo>
                  <a:pt x="255023" y="374586"/>
                  <a:pt x="255182" y="374544"/>
                  <a:pt x="255044" y="372287"/>
                </a:cubicBezTo>
                <a:close/>
                <a:moveTo>
                  <a:pt x="233606" y="366999"/>
                </a:moveTo>
                <a:cubicBezTo>
                  <a:pt x="232737" y="365600"/>
                  <a:pt x="232123" y="365854"/>
                  <a:pt x="232123" y="367634"/>
                </a:cubicBezTo>
                <a:cubicBezTo>
                  <a:pt x="232123" y="368503"/>
                  <a:pt x="232589" y="368938"/>
                  <a:pt x="233161" y="368588"/>
                </a:cubicBezTo>
                <a:cubicBezTo>
                  <a:pt x="233723" y="368228"/>
                  <a:pt x="233924" y="367518"/>
                  <a:pt x="233606" y="366999"/>
                </a:cubicBezTo>
                <a:close/>
                <a:moveTo>
                  <a:pt x="265578" y="364540"/>
                </a:moveTo>
                <a:cubicBezTo>
                  <a:pt x="265578" y="363703"/>
                  <a:pt x="264836" y="363014"/>
                  <a:pt x="263936" y="363014"/>
                </a:cubicBezTo>
                <a:cubicBezTo>
                  <a:pt x="262590" y="363014"/>
                  <a:pt x="262516" y="363290"/>
                  <a:pt x="263554" y="364540"/>
                </a:cubicBezTo>
                <a:cubicBezTo>
                  <a:pt x="264243" y="365377"/>
                  <a:pt x="264985" y="366055"/>
                  <a:pt x="265197" y="366055"/>
                </a:cubicBezTo>
                <a:cubicBezTo>
                  <a:pt x="265409" y="366055"/>
                  <a:pt x="265578" y="365377"/>
                  <a:pt x="265578" y="364540"/>
                </a:cubicBezTo>
                <a:close/>
                <a:moveTo>
                  <a:pt x="129583" y="357842"/>
                </a:moveTo>
                <a:cubicBezTo>
                  <a:pt x="128481" y="357164"/>
                  <a:pt x="128471" y="356613"/>
                  <a:pt x="129488" y="354960"/>
                </a:cubicBezTo>
                <a:cubicBezTo>
                  <a:pt x="130527" y="353286"/>
                  <a:pt x="130452" y="352130"/>
                  <a:pt x="129085" y="348591"/>
                </a:cubicBezTo>
                <a:cubicBezTo>
                  <a:pt x="128163" y="346207"/>
                  <a:pt x="126489" y="343239"/>
                  <a:pt x="125366" y="341989"/>
                </a:cubicBezTo>
                <a:cubicBezTo>
                  <a:pt x="122897" y="339233"/>
                  <a:pt x="120258" y="338926"/>
                  <a:pt x="121021" y="341480"/>
                </a:cubicBezTo>
                <a:cubicBezTo>
                  <a:pt x="121307" y="342455"/>
                  <a:pt x="120936" y="344363"/>
                  <a:pt x="120184" y="345730"/>
                </a:cubicBezTo>
                <a:cubicBezTo>
                  <a:pt x="118912" y="348040"/>
                  <a:pt x="119187" y="348676"/>
                  <a:pt x="124539" y="355606"/>
                </a:cubicBezTo>
                <a:cubicBezTo>
                  <a:pt x="129234" y="361689"/>
                  <a:pt x="130315" y="362633"/>
                  <a:pt x="130601" y="360852"/>
                </a:cubicBezTo>
                <a:cubicBezTo>
                  <a:pt x="130781" y="359665"/>
                  <a:pt x="130325" y="358309"/>
                  <a:pt x="129583" y="357842"/>
                </a:cubicBezTo>
                <a:close/>
                <a:moveTo>
                  <a:pt x="246312" y="362219"/>
                </a:moveTo>
                <a:cubicBezTo>
                  <a:pt x="246312" y="361774"/>
                  <a:pt x="243239" y="360683"/>
                  <a:pt x="239477" y="359782"/>
                </a:cubicBezTo>
                <a:cubicBezTo>
                  <a:pt x="235715" y="358881"/>
                  <a:pt x="231720" y="357800"/>
                  <a:pt x="230607" y="357366"/>
                </a:cubicBezTo>
                <a:cubicBezTo>
                  <a:pt x="228594" y="356592"/>
                  <a:pt x="228594" y="356603"/>
                  <a:pt x="230565" y="358849"/>
                </a:cubicBezTo>
                <a:cubicBezTo>
                  <a:pt x="231815" y="360280"/>
                  <a:pt x="233299" y="360926"/>
                  <a:pt x="234613" y="360619"/>
                </a:cubicBezTo>
                <a:cubicBezTo>
                  <a:pt x="235757" y="360354"/>
                  <a:pt x="238280" y="360736"/>
                  <a:pt x="240240" y="361456"/>
                </a:cubicBezTo>
                <a:cubicBezTo>
                  <a:pt x="244543" y="363056"/>
                  <a:pt x="246312" y="363279"/>
                  <a:pt x="246312" y="362219"/>
                </a:cubicBezTo>
                <a:close/>
                <a:moveTo>
                  <a:pt x="195763" y="354165"/>
                </a:moveTo>
                <a:cubicBezTo>
                  <a:pt x="202450" y="350181"/>
                  <a:pt x="212528" y="341406"/>
                  <a:pt x="215983" y="336563"/>
                </a:cubicBezTo>
                <a:cubicBezTo>
                  <a:pt x="217943" y="333797"/>
                  <a:pt x="217965" y="333373"/>
                  <a:pt x="216523" y="326400"/>
                </a:cubicBezTo>
                <a:cubicBezTo>
                  <a:pt x="215209" y="320031"/>
                  <a:pt x="213853" y="317477"/>
                  <a:pt x="211786" y="317424"/>
                </a:cubicBezTo>
                <a:cubicBezTo>
                  <a:pt x="211479" y="317413"/>
                  <a:pt x="210239" y="318727"/>
                  <a:pt x="209042" y="320349"/>
                </a:cubicBezTo>
                <a:cubicBezTo>
                  <a:pt x="206679" y="323549"/>
                  <a:pt x="198413" y="326898"/>
                  <a:pt x="194237" y="326358"/>
                </a:cubicBezTo>
                <a:cubicBezTo>
                  <a:pt x="192860" y="326177"/>
                  <a:pt x="190846" y="326877"/>
                  <a:pt x="189649" y="327958"/>
                </a:cubicBezTo>
                <a:cubicBezTo>
                  <a:pt x="187338" y="330056"/>
                  <a:pt x="186756" y="333808"/>
                  <a:pt x="188790" y="333543"/>
                </a:cubicBezTo>
                <a:cubicBezTo>
                  <a:pt x="193464" y="332939"/>
                  <a:pt x="193813" y="335376"/>
                  <a:pt x="189818" y="340622"/>
                </a:cubicBezTo>
                <a:cubicBezTo>
                  <a:pt x="187370" y="343822"/>
                  <a:pt x="187084" y="344988"/>
                  <a:pt x="187381" y="350340"/>
                </a:cubicBezTo>
                <a:cubicBezTo>
                  <a:pt x="187709" y="356030"/>
                  <a:pt x="188123" y="357948"/>
                  <a:pt x="189034" y="357948"/>
                </a:cubicBezTo>
                <a:cubicBezTo>
                  <a:pt x="189235" y="357948"/>
                  <a:pt x="192266" y="356242"/>
                  <a:pt x="195763" y="354165"/>
                </a:cubicBezTo>
                <a:close/>
                <a:moveTo>
                  <a:pt x="309769" y="349396"/>
                </a:moveTo>
                <a:cubicBezTo>
                  <a:pt x="308879" y="347521"/>
                  <a:pt x="308147" y="345306"/>
                  <a:pt x="308147" y="344479"/>
                </a:cubicBezTo>
                <a:cubicBezTo>
                  <a:pt x="308147" y="343653"/>
                  <a:pt x="306897" y="342180"/>
                  <a:pt x="305360" y="341194"/>
                </a:cubicBezTo>
                <a:lnTo>
                  <a:pt x="302573" y="339414"/>
                </a:lnTo>
                <a:lnTo>
                  <a:pt x="304958" y="342021"/>
                </a:lnTo>
                <a:cubicBezTo>
                  <a:pt x="307713" y="345020"/>
                  <a:pt x="306992" y="347203"/>
                  <a:pt x="303474" y="346524"/>
                </a:cubicBezTo>
                <a:cubicBezTo>
                  <a:pt x="302139" y="346270"/>
                  <a:pt x="301058" y="346461"/>
                  <a:pt x="301058" y="346938"/>
                </a:cubicBezTo>
                <a:cubicBezTo>
                  <a:pt x="301058" y="347425"/>
                  <a:pt x="301927" y="347817"/>
                  <a:pt x="302986" y="347817"/>
                </a:cubicBezTo>
                <a:cubicBezTo>
                  <a:pt x="304046" y="347817"/>
                  <a:pt x="306208" y="349322"/>
                  <a:pt x="307798" y="351166"/>
                </a:cubicBezTo>
                <a:cubicBezTo>
                  <a:pt x="311168" y="355077"/>
                  <a:pt x="312079" y="354261"/>
                  <a:pt x="309769" y="349396"/>
                </a:cubicBezTo>
                <a:close/>
                <a:moveTo>
                  <a:pt x="66901" y="353487"/>
                </a:moveTo>
                <a:cubicBezTo>
                  <a:pt x="66901" y="353264"/>
                  <a:pt x="65534" y="352607"/>
                  <a:pt x="63859" y="352025"/>
                </a:cubicBezTo>
                <a:cubicBezTo>
                  <a:pt x="62185" y="351442"/>
                  <a:pt x="60818" y="351357"/>
                  <a:pt x="60818" y="351855"/>
                </a:cubicBezTo>
                <a:cubicBezTo>
                  <a:pt x="60818" y="352618"/>
                  <a:pt x="61814" y="352968"/>
                  <a:pt x="66138" y="353762"/>
                </a:cubicBezTo>
                <a:cubicBezTo>
                  <a:pt x="66561" y="353837"/>
                  <a:pt x="66901" y="353710"/>
                  <a:pt x="66901" y="353487"/>
                </a:cubicBezTo>
                <a:close/>
                <a:moveTo>
                  <a:pt x="102338" y="352321"/>
                </a:moveTo>
                <a:cubicBezTo>
                  <a:pt x="99996" y="349513"/>
                  <a:pt x="97516" y="348676"/>
                  <a:pt x="95397" y="350000"/>
                </a:cubicBezTo>
                <a:cubicBezTo>
                  <a:pt x="93987" y="350880"/>
                  <a:pt x="92058" y="350965"/>
                  <a:pt x="88540" y="350276"/>
                </a:cubicBezTo>
                <a:cubicBezTo>
                  <a:pt x="82457" y="349100"/>
                  <a:pt x="81440" y="346567"/>
                  <a:pt x="86357" y="344850"/>
                </a:cubicBezTo>
                <a:cubicBezTo>
                  <a:pt x="88890" y="343970"/>
                  <a:pt x="89356" y="343472"/>
                  <a:pt x="88275" y="342805"/>
                </a:cubicBezTo>
                <a:cubicBezTo>
                  <a:pt x="87427" y="342275"/>
                  <a:pt x="86156" y="342349"/>
                  <a:pt x="85128" y="342996"/>
                </a:cubicBezTo>
                <a:cubicBezTo>
                  <a:pt x="83506" y="344002"/>
                  <a:pt x="77922" y="343176"/>
                  <a:pt x="72602" y="341130"/>
                </a:cubicBezTo>
                <a:cubicBezTo>
                  <a:pt x="71521" y="340717"/>
                  <a:pt x="70959" y="341035"/>
                  <a:pt x="70959" y="342084"/>
                </a:cubicBezTo>
                <a:cubicBezTo>
                  <a:pt x="70959" y="342964"/>
                  <a:pt x="72856" y="344511"/>
                  <a:pt x="75262" y="345592"/>
                </a:cubicBezTo>
                <a:cubicBezTo>
                  <a:pt x="77636" y="346652"/>
                  <a:pt x="80444" y="348496"/>
                  <a:pt x="81504" y="349693"/>
                </a:cubicBezTo>
                <a:cubicBezTo>
                  <a:pt x="82977" y="351357"/>
                  <a:pt x="84651" y="351887"/>
                  <a:pt x="88593" y="351940"/>
                </a:cubicBezTo>
                <a:cubicBezTo>
                  <a:pt x="92705" y="352003"/>
                  <a:pt x="101130" y="353052"/>
                  <a:pt x="103260" y="353773"/>
                </a:cubicBezTo>
                <a:cubicBezTo>
                  <a:pt x="103472" y="353837"/>
                  <a:pt x="103048" y="353190"/>
                  <a:pt x="102338" y="352321"/>
                </a:cubicBezTo>
                <a:close/>
                <a:moveTo>
                  <a:pt x="236245" y="352300"/>
                </a:moveTo>
                <a:cubicBezTo>
                  <a:pt x="237326" y="350997"/>
                  <a:pt x="237326" y="350551"/>
                  <a:pt x="236266" y="349894"/>
                </a:cubicBezTo>
                <a:cubicBezTo>
                  <a:pt x="235387" y="349354"/>
                  <a:pt x="235069" y="347372"/>
                  <a:pt x="235312" y="343886"/>
                </a:cubicBezTo>
                <a:cubicBezTo>
                  <a:pt x="235747" y="337633"/>
                  <a:pt x="234200" y="337029"/>
                  <a:pt x="231730" y="342487"/>
                </a:cubicBezTo>
                <a:cubicBezTo>
                  <a:pt x="230777" y="344585"/>
                  <a:pt x="229145" y="347436"/>
                  <a:pt x="228085" y="348824"/>
                </a:cubicBezTo>
                <a:lnTo>
                  <a:pt x="226167" y="351357"/>
                </a:lnTo>
                <a:lnTo>
                  <a:pt x="229908" y="352523"/>
                </a:lnTo>
                <a:cubicBezTo>
                  <a:pt x="234963" y="354091"/>
                  <a:pt x="234751" y="354102"/>
                  <a:pt x="236245" y="352300"/>
                </a:cubicBezTo>
                <a:close/>
                <a:moveTo>
                  <a:pt x="321839" y="349841"/>
                </a:moveTo>
                <a:cubicBezTo>
                  <a:pt x="321489" y="349280"/>
                  <a:pt x="321002" y="348824"/>
                  <a:pt x="320758" y="348824"/>
                </a:cubicBezTo>
                <a:cubicBezTo>
                  <a:pt x="320514" y="348824"/>
                  <a:pt x="320313" y="349280"/>
                  <a:pt x="320313" y="349841"/>
                </a:cubicBezTo>
                <a:cubicBezTo>
                  <a:pt x="320313" y="350403"/>
                  <a:pt x="320800" y="350859"/>
                  <a:pt x="321383" y="350859"/>
                </a:cubicBezTo>
                <a:cubicBezTo>
                  <a:pt x="321977" y="350859"/>
                  <a:pt x="322178" y="350403"/>
                  <a:pt x="321839" y="349841"/>
                </a:cubicBezTo>
                <a:close/>
                <a:moveTo>
                  <a:pt x="141378" y="346779"/>
                </a:moveTo>
                <a:cubicBezTo>
                  <a:pt x="140234" y="345497"/>
                  <a:pt x="139163" y="345083"/>
                  <a:pt x="138580" y="345677"/>
                </a:cubicBezTo>
                <a:cubicBezTo>
                  <a:pt x="137203" y="347044"/>
                  <a:pt x="138644" y="348824"/>
                  <a:pt x="141113" y="348824"/>
                </a:cubicBezTo>
                <a:cubicBezTo>
                  <a:pt x="143180" y="348824"/>
                  <a:pt x="143190" y="348771"/>
                  <a:pt x="141378" y="346779"/>
                </a:cubicBezTo>
                <a:close/>
                <a:moveTo>
                  <a:pt x="62407" y="345200"/>
                </a:moveTo>
                <a:lnTo>
                  <a:pt x="65883" y="344553"/>
                </a:lnTo>
                <a:lnTo>
                  <a:pt x="63414" y="341628"/>
                </a:lnTo>
                <a:cubicBezTo>
                  <a:pt x="62068" y="340018"/>
                  <a:pt x="60659" y="337750"/>
                  <a:pt x="60288" y="336595"/>
                </a:cubicBezTo>
                <a:cubicBezTo>
                  <a:pt x="59673" y="334634"/>
                  <a:pt x="59493" y="334602"/>
                  <a:pt x="57797" y="336139"/>
                </a:cubicBezTo>
                <a:cubicBezTo>
                  <a:pt x="56102" y="337676"/>
                  <a:pt x="55837" y="337601"/>
                  <a:pt x="53834" y="335058"/>
                </a:cubicBezTo>
                <a:cubicBezTo>
                  <a:pt x="52658" y="333564"/>
                  <a:pt x="51164" y="330575"/>
                  <a:pt x="50528" y="328424"/>
                </a:cubicBezTo>
                <a:cubicBezTo>
                  <a:pt x="49394" y="324651"/>
                  <a:pt x="49298" y="324577"/>
                  <a:pt x="47889" y="326591"/>
                </a:cubicBezTo>
                <a:cubicBezTo>
                  <a:pt x="46745" y="328223"/>
                  <a:pt x="46670" y="329261"/>
                  <a:pt x="47550" y="331402"/>
                </a:cubicBezTo>
                <a:cubicBezTo>
                  <a:pt x="48324" y="333267"/>
                  <a:pt x="48366" y="335206"/>
                  <a:pt x="47677" y="337570"/>
                </a:cubicBezTo>
                <a:cubicBezTo>
                  <a:pt x="46554" y="341470"/>
                  <a:pt x="46999" y="342741"/>
                  <a:pt x="49500" y="342741"/>
                </a:cubicBezTo>
                <a:cubicBezTo>
                  <a:pt x="50464" y="342741"/>
                  <a:pt x="52827" y="343833"/>
                  <a:pt x="54767" y="345168"/>
                </a:cubicBezTo>
                <a:cubicBezTo>
                  <a:pt x="56706" y="346503"/>
                  <a:pt x="58433" y="347203"/>
                  <a:pt x="58613" y="346726"/>
                </a:cubicBezTo>
                <a:cubicBezTo>
                  <a:pt x="58794" y="346249"/>
                  <a:pt x="60500" y="345560"/>
                  <a:pt x="62407" y="345200"/>
                </a:cubicBezTo>
                <a:close/>
                <a:moveTo>
                  <a:pt x="147026" y="344182"/>
                </a:moveTo>
                <a:cubicBezTo>
                  <a:pt x="140255" y="338068"/>
                  <a:pt x="140361" y="333723"/>
                  <a:pt x="147217" y="335832"/>
                </a:cubicBezTo>
                <a:cubicBezTo>
                  <a:pt x="152050" y="337315"/>
                  <a:pt x="158132" y="342338"/>
                  <a:pt x="158132" y="344850"/>
                </a:cubicBezTo>
                <a:cubicBezTo>
                  <a:pt x="158132" y="346355"/>
                  <a:pt x="158842" y="346800"/>
                  <a:pt x="161259" y="346800"/>
                </a:cubicBezTo>
                <a:lnTo>
                  <a:pt x="164385" y="346800"/>
                </a:lnTo>
                <a:lnTo>
                  <a:pt x="161513" y="342943"/>
                </a:lnTo>
                <a:cubicBezTo>
                  <a:pt x="156606" y="336362"/>
                  <a:pt x="150354" y="331307"/>
                  <a:pt x="148447" y="332377"/>
                </a:cubicBezTo>
                <a:cubicBezTo>
                  <a:pt x="146846" y="333267"/>
                  <a:pt x="141230" y="332631"/>
                  <a:pt x="137733" y="331158"/>
                </a:cubicBezTo>
                <a:cubicBezTo>
                  <a:pt x="134882" y="329961"/>
                  <a:pt x="134331" y="333818"/>
                  <a:pt x="137033" y="335991"/>
                </a:cubicBezTo>
                <a:cubicBezTo>
                  <a:pt x="138326" y="337029"/>
                  <a:pt x="140064" y="339265"/>
                  <a:pt x="140901" y="340971"/>
                </a:cubicBezTo>
                <a:cubicBezTo>
                  <a:pt x="141738" y="342667"/>
                  <a:pt x="144006" y="344903"/>
                  <a:pt x="145946" y="345942"/>
                </a:cubicBezTo>
                <a:cubicBezTo>
                  <a:pt x="151202" y="348729"/>
                  <a:pt x="151509" y="348231"/>
                  <a:pt x="147026" y="344182"/>
                </a:cubicBezTo>
                <a:close/>
                <a:moveTo>
                  <a:pt x="245772" y="339424"/>
                </a:moveTo>
                <a:cubicBezTo>
                  <a:pt x="245952" y="336478"/>
                  <a:pt x="245698" y="336001"/>
                  <a:pt x="244129" y="336415"/>
                </a:cubicBezTo>
                <a:cubicBezTo>
                  <a:pt x="242656" y="336796"/>
                  <a:pt x="242264" y="337888"/>
                  <a:pt x="242264" y="341565"/>
                </a:cubicBezTo>
                <a:cubicBezTo>
                  <a:pt x="242264" y="345867"/>
                  <a:pt x="242391" y="346090"/>
                  <a:pt x="243917" y="344575"/>
                </a:cubicBezTo>
                <a:cubicBezTo>
                  <a:pt x="244818" y="343663"/>
                  <a:pt x="245655" y="341342"/>
                  <a:pt x="245772" y="339424"/>
                </a:cubicBezTo>
                <a:close/>
                <a:moveTo>
                  <a:pt x="93775" y="340728"/>
                </a:moveTo>
                <a:cubicBezTo>
                  <a:pt x="92175" y="339064"/>
                  <a:pt x="90607" y="337962"/>
                  <a:pt x="90289" y="338280"/>
                </a:cubicBezTo>
                <a:cubicBezTo>
                  <a:pt x="89769" y="338810"/>
                  <a:pt x="95132" y="343737"/>
                  <a:pt x="96234" y="343759"/>
                </a:cubicBezTo>
                <a:cubicBezTo>
                  <a:pt x="96478" y="343759"/>
                  <a:pt x="95365" y="342391"/>
                  <a:pt x="93775" y="340728"/>
                </a:cubicBezTo>
                <a:close/>
                <a:moveTo>
                  <a:pt x="165307" y="337835"/>
                </a:moveTo>
                <a:cubicBezTo>
                  <a:pt x="163760" y="334942"/>
                  <a:pt x="163950" y="332610"/>
                  <a:pt x="165731" y="332610"/>
                </a:cubicBezTo>
                <a:cubicBezTo>
                  <a:pt x="167818" y="332610"/>
                  <a:pt x="167638" y="330703"/>
                  <a:pt x="164968" y="324662"/>
                </a:cubicBezTo>
                <a:cubicBezTo>
                  <a:pt x="163420" y="321165"/>
                  <a:pt x="162287" y="319745"/>
                  <a:pt x="161449" y="320275"/>
                </a:cubicBezTo>
                <a:cubicBezTo>
                  <a:pt x="160506" y="320858"/>
                  <a:pt x="160464" y="321991"/>
                  <a:pt x="161290" y="324959"/>
                </a:cubicBezTo>
                <a:cubicBezTo>
                  <a:pt x="161884" y="327110"/>
                  <a:pt x="162159" y="330512"/>
                  <a:pt x="161905" y="332515"/>
                </a:cubicBezTo>
                <a:cubicBezTo>
                  <a:pt x="161555" y="335217"/>
                  <a:pt x="161979" y="336743"/>
                  <a:pt x="163505" y="338428"/>
                </a:cubicBezTo>
                <a:cubicBezTo>
                  <a:pt x="165921" y="341088"/>
                  <a:pt x="166875" y="340770"/>
                  <a:pt x="165307" y="337835"/>
                </a:cubicBezTo>
                <a:close/>
                <a:moveTo>
                  <a:pt x="302065" y="339371"/>
                </a:moveTo>
                <a:cubicBezTo>
                  <a:pt x="302065" y="339191"/>
                  <a:pt x="300931" y="337972"/>
                  <a:pt x="299532" y="336658"/>
                </a:cubicBezTo>
                <a:cubicBezTo>
                  <a:pt x="297402" y="334655"/>
                  <a:pt x="296999" y="334560"/>
                  <a:pt x="296999" y="336012"/>
                </a:cubicBezTo>
                <a:cubicBezTo>
                  <a:pt x="296999" y="336966"/>
                  <a:pt x="298027" y="338153"/>
                  <a:pt x="299277" y="338661"/>
                </a:cubicBezTo>
                <a:cubicBezTo>
                  <a:pt x="302075" y="339785"/>
                  <a:pt x="302065" y="339785"/>
                  <a:pt x="302065" y="339371"/>
                </a:cubicBezTo>
                <a:close/>
                <a:moveTo>
                  <a:pt x="119039" y="335535"/>
                </a:moveTo>
                <a:cubicBezTo>
                  <a:pt x="118700" y="334994"/>
                  <a:pt x="116634" y="333426"/>
                  <a:pt x="114450" y="332038"/>
                </a:cubicBezTo>
                <a:cubicBezTo>
                  <a:pt x="110572" y="329590"/>
                  <a:pt x="106248" y="329431"/>
                  <a:pt x="104849" y="331699"/>
                </a:cubicBezTo>
                <a:cubicBezTo>
                  <a:pt x="104553" y="332186"/>
                  <a:pt x="104966" y="332335"/>
                  <a:pt x="105771" y="332027"/>
                </a:cubicBezTo>
                <a:cubicBezTo>
                  <a:pt x="108113" y="331126"/>
                  <a:pt x="115478" y="333532"/>
                  <a:pt x="116792" y="335630"/>
                </a:cubicBezTo>
                <a:cubicBezTo>
                  <a:pt x="117450" y="336679"/>
                  <a:pt x="118361" y="337315"/>
                  <a:pt x="118817" y="337029"/>
                </a:cubicBezTo>
                <a:cubicBezTo>
                  <a:pt x="119272" y="336754"/>
                  <a:pt x="119368" y="336075"/>
                  <a:pt x="119039" y="335535"/>
                </a:cubicBezTo>
                <a:close/>
                <a:moveTo>
                  <a:pt x="77042" y="334465"/>
                </a:moveTo>
                <a:cubicBezTo>
                  <a:pt x="80666" y="334316"/>
                  <a:pt x="84195" y="334549"/>
                  <a:pt x="84884" y="334973"/>
                </a:cubicBezTo>
                <a:cubicBezTo>
                  <a:pt x="85774" y="335524"/>
                  <a:pt x="85954" y="335217"/>
                  <a:pt x="85499" y="333924"/>
                </a:cubicBezTo>
                <a:cubicBezTo>
                  <a:pt x="84556" y="331254"/>
                  <a:pt x="77911" y="324450"/>
                  <a:pt x="75198" y="323390"/>
                </a:cubicBezTo>
                <a:cubicBezTo>
                  <a:pt x="73768" y="322829"/>
                  <a:pt x="72973" y="321780"/>
                  <a:pt x="73142" y="320699"/>
                </a:cubicBezTo>
                <a:cubicBezTo>
                  <a:pt x="73545" y="318293"/>
                  <a:pt x="72210" y="316396"/>
                  <a:pt x="70133" y="316385"/>
                </a:cubicBezTo>
                <a:cubicBezTo>
                  <a:pt x="69190" y="316385"/>
                  <a:pt x="67112" y="315697"/>
                  <a:pt x="65523" y="314859"/>
                </a:cubicBezTo>
                <a:cubicBezTo>
                  <a:pt x="58571" y="311246"/>
                  <a:pt x="49892" y="314542"/>
                  <a:pt x="54767" y="318950"/>
                </a:cubicBezTo>
                <a:cubicBezTo>
                  <a:pt x="56918" y="320900"/>
                  <a:pt x="58730" y="326252"/>
                  <a:pt x="58868" y="331084"/>
                </a:cubicBezTo>
                <a:cubicBezTo>
                  <a:pt x="58910" y="332758"/>
                  <a:pt x="59186" y="333564"/>
                  <a:pt x="59461" y="332864"/>
                </a:cubicBezTo>
                <a:cubicBezTo>
                  <a:pt x="60203" y="331031"/>
                  <a:pt x="62270" y="331296"/>
                  <a:pt x="65014" y="333574"/>
                </a:cubicBezTo>
                <a:cubicBezTo>
                  <a:pt x="66328" y="334666"/>
                  <a:pt x="68087" y="335376"/>
                  <a:pt x="68925" y="335143"/>
                </a:cubicBezTo>
                <a:cubicBezTo>
                  <a:pt x="69762" y="334920"/>
                  <a:pt x="73418" y="334613"/>
                  <a:pt x="77042" y="334465"/>
                </a:cubicBezTo>
                <a:close/>
                <a:moveTo>
                  <a:pt x="303930" y="330660"/>
                </a:moveTo>
                <a:cubicBezTo>
                  <a:pt x="304216" y="328678"/>
                  <a:pt x="303940" y="328466"/>
                  <a:pt x="301895" y="329092"/>
                </a:cubicBezTo>
                <a:cubicBezTo>
                  <a:pt x="298673" y="330088"/>
                  <a:pt x="298546" y="330300"/>
                  <a:pt x="300051" y="332112"/>
                </a:cubicBezTo>
                <a:cubicBezTo>
                  <a:pt x="301768" y="334178"/>
                  <a:pt x="303506" y="333532"/>
                  <a:pt x="303930" y="330660"/>
                </a:cubicBezTo>
                <a:close/>
                <a:moveTo>
                  <a:pt x="119060" y="327788"/>
                </a:moveTo>
                <a:cubicBezTo>
                  <a:pt x="119029" y="326262"/>
                  <a:pt x="118001" y="323412"/>
                  <a:pt x="116782" y="321462"/>
                </a:cubicBezTo>
                <a:cubicBezTo>
                  <a:pt x="114260" y="317445"/>
                  <a:pt x="113815" y="318696"/>
                  <a:pt x="115987" y="323708"/>
                </a:cubicBezTo>
                <a:cubicBezTo>
                  <a:pt x="116782" y="325531"/>
                  <a:pt x="117683" y="327831"/>
                  <a:pt x="117979" y="328806"/>
                </a:cubicBezTo>
                <a:cubicBezTo>
                  <a:pt x="118764" y="331328"/>
                  <a:pt x="119113" y="331010"/>
                  <a:pt x="119060" y="327788"/>
                </a:cubicBezTo>
                <a:close/>
                <a:moveTo>
                  <a:pt x="130760" y="326464"/>
                </a:moveTo>
                <a:cubicBezTo>
                  <a:pt x="130760" y="325383"/>
                  <a:pt x="131290" y="324503"/>
                  <a:pt x="131947" y="324503"/>
                </a:cubicBezTo>
                <a:cubicBezTo>
                  <a:pt x="132593" y="324503"/>
                  <a:pt x="132890" y="324259"/>
                  <a:pt x="132604" y="323973"/>
                </a:cubicBezTo>
                <a:cubicBezTo>
                  <a:pt x="132317" y="323687"/>
                  <a:pt x="130919" y="324047"/>
                  <a:pt x="129499" y="324789"/>
                </a:cubicBezTo>
                <a:cubicBezTo>
                  <a:pt x="127464" y="325849"/>
                  <a:pt x="127114" y="326495"/>
                  <a:pt x="127888" y="327873"/>
                </a:cubicBezTo>
                <a:cubicBezTo>
                  <a:pt x="129075" y="329993"/>
                  <a:pt x="130760" y="329166"/>
                  <a:pt x="130760" y="326464"/>
                </a:cubicBezTo>
                <a:close/>
                <a:moveTo>
                  <a:pt x="314198" y="324630"/>
                </a:moveTo>
                <a:cubicBezTo>
                  <a:pt x="314177" y="323242"/>
                  <a:pt x="313933" y="323295"/>
                  <a:pt x="312683" y="324948"/>
                </a:cubicBezTo>
                <a:cubicBezTo>
                  <a:pt x="310744" y="327502"/>
                  <a:pt x="310765" y="329155"/>
                  <a:pt x="312715" y="327545"/>
                </a:cubicBezTo>
                <a:cubicBezTo>
                  <a:pt x="313552" y="326845"/>
                  <a:pt x="314220" y="325531"/>
                  <a:pt x="314198" y="324630"/>
                </a:cubicBezTo>
                <a:close/>
                <a:moveTo>
                  <a:pt x="249004" y="324535"/>
                </a:moveTo>
                <a:cubicBezTo>
                  <a:pt x="258891" y="322161"/>
                  <a:pt x="264699" y="321769"/>
                  <a:pt x="274247" y="322850"/>
                </a:cubicBezTo>
                <a:cubicBezTo>
                  <a:pt x="281315" y="323645"/>
                  <a:pt x="281410" y="323623"/>
                  <a:pt x="282608" y="320985"/>
                </a:cubicBezTo>
                <a:cubicBezTo>
                  <a:pt x="284441" y="316947"/>
                  <a:pt x="284240" y="316735"/>
                  <a:pt x="278496" y="316735"/>
                </a:cubicBezTo>
                <a:cubicBezTo>
                  <a:pt x="275571" y="316735"/>
                  <a:pt x="272286" y="316502"/>
                  <a:pt x="271195" y="316216"/>
                </a:cubicBezTo>
                <a:cubicBezTo>
                  <a:pt x="267973" y="315379"/>
                  <a:pt x="265186" y="310737"/>
                  <a:pt x="265080" y="306000"/>
                </a:cubicBezTo>
                <a:cubicBezTo>
                  <a:pt x="264985" y="302386"/>
                  <a:pt x="264614" y="301644"/>
                  <a:pt x="262770" y="301369"/>
                </a:cubicBezTo>
                <a:cubicBezTo>
                  <a:pt x="260661" y="301062"/>
                  <a:pt x="260629" y="301178"/>
                  <a:pt x="262049" y="303902"/>
                </a:cubicBezTo>
                <a:cubicBezTo>
                  <a:pt x="263713" y="307102"/>
                  <a:pt x="264031" y="311913"/>
                  <a:pt x="262632" y="312782"/>
                </a:cubicBezTo>
                <a:cubicBezTo>
                  <a:pt x="261339" y="313577"/>
                  <a:pt x="256581" y="307674"/>
                  <a:pt x="255860" y="304400"/>
                </a:cubicBezTo>
                <a:cubicBezTo>
                  <a:pt x="254811" y="299567"/>
                  <a:pt x="254462" y="299006"/>
                  <a:pt x="252734" y="299334"/>
                </a:cubicBezTo>
                <a:cubicBezTo>
                  <a:pt x="249905" y="299885"/>
                  <a:pt x="237336" y="326538"/>
                  <a:pt x="239912" y="326517"/>
                </a:cubicBezTo>
                <a:cubicBezTo>
                  <a:pt x="240367" y="326517"/>
                  <a:pt x="244458" y="325616"/>
                  <a:pt x="249004" y="324535"/>
                </a:cubicBezTo>
                <a:close/>
                <a:moveTo>
                  <a:pt x="101352" y="324609"/>
                </a:moveTo>
                <a:cubicBezTo>
                  <a:pt x="104447" y="323751"/>
                  <a:pt x="102730" y="322362"/>
                  <a:pt x="98194" y="322055"/>
                </a:cubicBezTo>
                <a:cubicBezTo>
                  <a:pt x="95026" y="321833"/>
                  <a:pt x="93712" y="322776"/>
                  <a:pt x="94771" y="324503"/>
                </a:cubicBezTo>
                <a:cubicBezTo>
                  <a:pt x="95471" y="325626"/>
                  <a:pt x="97569" y="325658"/>
                  <a:pt x="101352" y="324609"/>
                </a:cubicBezTo>
                <a:close/>
                <a:moveTo>
                  <a:pt x="144949" y="323804"/>
                </a:moveTo>
                <a:cubicBezTo>
                  <a:pt x="144949" y="322405"/>
                  <a:pt x="140499" y="318420"/>
                  <a:pt x="138951" y="318420"/>
                </a:cubicBezTo>
                <a:cubicBezTo>
                  <a:pt x="138072" y="318431"/>
                  <a:pt x="136864" y="319480"/>
                  <a:pt x="136270" y="320762"/>
                </a:cubicBezTo>
                <a:cubicBezTo>
                  <a:pt x="135285" y="322892"/>
                  <a:pt x="135454" y="323104"/>
                  <a:pt x="138252" y="323316"/>
                </a:cubicBezTo>
                <a:cubicBezTo>
                  <a:pt x="139926" y="323443"/>
                  <a:pt x="141516" y="323761"/>
                  <a:pt x="141770" y="324026"/>
                </a:cubicBezTo>
                <a:cubicBezTo>
                  <a:pt x="142501" y="324757"/>
                  <a:pt x="144949" y="324588"/>
                  <a:pt x="144949" y="323804"/>
                </a:cubicBezTo>
                <a:close/>
                <a:moveTo>
                  <a:pt x="290397" y="323465"/>
                </a:moveTo>
                <a:cubicBezTo>
                  <a:pt x="290047" y="322903"/>
                  <a:pt x="289337" y="322702"/>
                  <a:pt x="288818" y="323019"/>
                </a:cubicBezTo>
                <a:cubicBezTo>
                  <a:pt x="287419" y="323888"/>
                  <a:pt x="287673" y="324503"/>
                  <a:pt x="289454" y="324503"/>
                </a:cubicBezTo>
                <a:cubicBezTo>
                  <a:pt x="290323" y="324503"/>
                  <a:pt x="290747" y="324037"/>
                  <a:pt x="290397" y="323465"/>
                </a:cubicBezTo>
                <a:close/>
                <a:moveTo>
                  <a:pt x="149220" y="320455"/>
                </a:moveTo>
                <a:cubicBezTo>
                  <a:pt x="148807" y="317604"/>
                  <a:pt x="146984" y="317064"/>
                  <a:pt x="146984" y="319798"/>
                </a:cubicBezTo>
                <a:cubicBezTo>
                  <a:pt x="146984" y="320773"/>
                  <a:pt x="148860" y="323486"/>
                  <a:pt x="149538" y="323486"/>
                </a:cubicBezTo>
                <a:cubicBezTo>
                  <a:pt x="149612" y="323486"/>
                  <a:pt x="149474" y="322119"/>
                  <a:pt x="149220" y="320455"/>
                </a:cubicBezTo>
                <a:close/>
                <a:moveTo>
                  <a:pt x="222967" y="317148"/>
                </a:moveTo>
                <a:cubicBezTo>
                  <a:pt x="222988" y="316174"/>
                  <a:pt x="222564" y="315379"/>
                  <a:pt x="222023" y="315379"/>
                </a:cubicBezTo>
                <a:cubicBezTo>
                  <a:pt x="220614" y="315379"/>
                  <a:pt x="219289" y="312454"/>
                  <a:pt x="218473" y="307526"/>
                </a:cubicBezTo>
                <a:cubicBezTo>
                  <a:pt x="217520" y="301803"/>
                  <a:pt x="220020" y="300489"/>
                  <a:pt x="223571" y="304845"/>
                </a:cubicBezTo>
                <a:cubicBezTo>
                  <a:pt x="225870" y="307653"/>
                  <a:pt x="225976" y="307685"/>
                  <a:pt x="226008" y="305491"/>
                </a:cubicBezTo>
                <a:cubicBezTo>
                  <a:pt x="226029" y="304241"/>
                  <a:pt x="225658" y="303213"/>
                  <a:pt x="225192" y="303213"/>
                </a:cubicBezTo>
                <a:cubicBezTo>
                  <a:pt x="223560" y="303213"/>
                  <a:pt x="222235" y="298550"/>
                  <a:pt x="222362" y="293294"/>
                </a:cubicBezTo>
                <a:cubicBezTo>
                  <a:pt x="222437" y="290390"/>
                  <a:pt x="222415" y="288006"/>
                  <a:pt x="222331" y="288006"/>
                </a:cubicBezTo>
                <a:cubicBezTo>
                  <a:pt x="220338" y="288016"/>
                  <a:pt x="218940" y="289818"/>
                  <a:pt x="218918" y="292425"/>
                </a:cubicBezTo>
                <a:cubicBezTo>
                  <a:pt x="218908" y="294173"/>
                  <a:pt x="218071" y="297437"/>
                  <a:pt x="217064" y="299663"/>
                </a:cubicBezTo>
                <a:cubicBezTo>
                  <a:pt x="215495" y="303139"/>
                  <a:pt x="215421" y="304167"/>
                  <a:pt x="216523" y="306837"/>
                </a:cubicBezTo>
                <a:cubicBezTo>
                  <a:pt x="217233" y="308554"/>
                  <a:pt x="218357" y="313068"/>
                  <a:pt x="219024" y="316884"/>
                </a:cubicBezTo>
                <a:cubicBezTo>
                  <a:pt x="220158" y="323433"/>
                  <a:pt x="220296" y="323676"/>
                  <a:pt x="221578" y="321366"/>
                </a:cubicBezTo>
                <a:cubicBezTo>
                  <a:pt x="222320" y="320020"/>
                  <a:pt x="222945" y="318123"/>
                  <a:pt x="222967" y="317148"/>
                </a:cubicBezTo>
                <a:close/>
                <a:moveTo>
                  <a:pt x="307141" y="321462"/>
                </a:moveTo>
                <a:cubicBezTo>
                  <a:pt x="308370" y="320656"/>
                  <a:pt x="308232" y="320476"/>
                  <a:pt x="306420" y="320455"/>
                </a:cubicBezTo>
                <a:cubicBezTo>
                  <a:pt x="303696" y="320444"/>
                  <a:pt x="299023" y="318410"/>
                  <a:pt x="299023" y="317244"/>
                </a:cubicBezTo>
                <a:cubicBezTo>
                  <a:pt x="299023" y="315834"/>
                  <a:pt x="296321" y="316279"/>
                  <a:pt x="294975" y="317911"/>
                </a:cubicBezTo>
                <a:cubicBezTo>
                  <a:pt x="293915" y="319194"/>
                  <a:pt x="294095" y="319438"/>
                  <a:pt x="296119" y="319448"/>
                </a:cubicBezTo>
                <a:cubicBezTo>
                  <a:pt x="297434" y="319459"/>
                  <a:pt x="299659" y="320095"/>
                  <a:pt x="301058" y="320868"/>
                </a:cubicBezTo>
                <a:cubicBezTo>
                  <a:pt x="304195" y="322606"/>
                  <a:pt x="305201" y="322702"/>
                  <a:pt x="307141" y="321462"/>
                </a:cubicBezTo>
                <a:close/>
                <a:moveTo>
                  <a:pt x="195541" y="320042"/>
                </a:moveTo>
                <a:cubicBezTo>
                  <a:pt x="196187" y="319268"/>
                  <a:pt x="198063" y="318081"/>
                  <a:pt x="199706" y="317392"/>
                </a:cubicBezTo>
                <a:cubicBezTo>
                  <a:pt x="201359" y="316714"/>
                  <a:pt x="202450" y="315750"/>
                  <a:pt x="202153" y="315262"/>
                </a:cubicBezTo>
                <a:cubicBezTo>
                  <a:pt x="201422" y="314075"/>
                  <a:pt x="196929" y="314107"/>
                  <a:pt x="196187" y="315294"/>
                </a:cubicBezTo>
                <a:cubicBezTo>
                  <a:pt x="195869" y="315813"/>
                  <a:pt x="194248" y="316534"/>
                  <a:pt x="192584" y="316894"/>
                </a:cubicBezTo>
                <a:cubicBezTo>
                  <a:pt x="188006" y="317901"/>
                  <a:pt x="188653" y="320402"/>
                  <a:pt x="193739" y="321345"/>
                </a:cubicBezTo>
                <a:cubicBezTo>
                  <a:pt x="194089" y="321409"/>
                  <a:pt x="194905" y="320826"/>
                  <a:pt x="195541" y="320042"/>
                </a:cubicBezTo>
                <a:close/>
                <a:moveTo>
                  <a:pt x="128195" y="317848"/>
                </a:moveTo>
                <a:cubicBezTo>
                  <a:pt x="131851" y="314192"/>
                  <a:pt x="130558" y="313196"/>
                  <a:pt x="125450" y="315728"/>
                </a:cubicBezTo>
                <a:cubicBezTo>
                  <a:pt x="122473" y="317212"/>
                  <a:pt x="121678" y="317986"/>
                  <a:pt x="122907" y="318219"/>
                </a:cubicBezTo>
                <a:cubicBezTo>
                  <a:pt x="123882" y="318410"/>
                  <a:pt x="124677" y="318992"/>
                  <a:pt x="124677" y="319501"/>
                </a:cubicBezTo>
                <a:cubicBezTo>
                  <a:pt x="124677" y="320985"/>
                  <a:pt x="125408" y="320635"/>
                  <a:pt x="128195" y="317848"/>
                </a:cubicBezTo>
                <a:close/>
                <a:moveTo>
                  <a:pt x="288691" y="317880"/>
                </a:moveTo>
                <a:cubicBezTo>
                  <a:pt x="288383" y="317572"/>
                  <a:pt x="287811" y="318134"/>
                  <a:pt x="287440" y="319130"/>
                </a:cubicBezTo>
                <a:cubicBezTo>
                  <a:pt x="286889" y="320582"/>
                  <a:pt x="287006" y="320699"/>
                  <a:pt x="288002" y="319702"/>
                </a:cubicBezTo>
                <a:cubicBezTo>
                  <a:pt x="288691" y="319014"/>
                  <a:pt x="289009" y="318198"/>
                  <a:pt x="288691" y="317880"/>
                </a:cubicBezTo>
                <a:close/>
                <a:moveTo>
                  <a:pt x="159605" y="308353"/>
                </a:moveTo>
                <a:cubicBezTo>
                  <a:pt x="160496" y="306646"/>
                  <a:pt x="161841" y="305237"/>
                  <a:pt x="162594" y="305237"/>
                </a:cubicBezTo>
                <a:cubicBezTo>
                  <a:pt x="164120" y="305237"/>
                  <a:pt x="165487" y="310462"/>
                  <a:pt x="164586" y="312835"/>
                </a:cubicBezTo>
                <a:cubicBezTo>
                  <a:pt x="164247" y="313704"/>
                  <a:pt x="164554" y="314361"/>
                  <a:pt x="165286" y="314361"/>
                </a:cubicBezTo>
                <a:cubicBezTo>
                  <a:pt x="166006" y="314361"/>
                  <a:pt x="167373" y="315071"/>
                  <a:pt x="168327" y="315940"/>
                </a:cubicBezTo>
                <a:cubicBezTo>
                  <a:pt x="169938" y="317392"/>
                  <a:pt x="170224" y="317011"/>
                  <a:pt x="172269" y="310610"/>
                </a:cubicBezTo>
                <a:cubicBezTo>
                  <a:pt x="173477" y="306827"/>
                  <a:pt x="174675" y="303234"/>
                  <a:pt x="174940" y="302641"/>
                </a:cubicBezTo>
                <a:cubicBezTo>
                  <a:pt x="175226" y="301973"/>
                  <a:pt x="170330" y="300680"/>
                  <a:pt x="161947" y="299228"/>
                </a:cubicBezTo>
                <a:cubicBezTo>
                  <a:pt x="141272" y="295646"/>
                  <a:pt x="142279" y="295721"/>
                  <a:pt x="141548" y="297628"/>
                </a:cubicBezTo>
                <a:cubicBezTo>
                  <a:pt x="141071" y="298889"/>
                  <a:pt x="141696" y="299631"/>
                  <a:pt x="143953" y="300489"/>
                </a:cubicBezTo>
                <a:cubicBezTo>
                  <a:pt x="147143" y="301687"/>
                  <a:pt x="148987" y="305746"/>
                  <a:pt x="148998" y="311574"/>
                </a:cubicBezTo>
                <a:cubicBezTo>
                  <a:pt x="149008" y="313662"/>
                  <a:pt x="149506" y="314361"/>
                  <a:pt x="150990" y="314361"/>
                </a:cubicBezTo>
                <a:cubicBezTo>
                  <a:pt x="152071" y="314361"/>
                  <a:pt x="153788" y="315453"/>
                  <a:pt x="154784" y="316788"/>
                </a:cubicBezTo>
                <a:lnTo>
                  <a:pt x="156606" y="319226"/>
                </a:lnTo>
                <a:lnTo>
                  <a:pt x="157306" y="315347"/>
                </a:lnTo>
                <a:cubicBezTo>
                  <a:pt x="157687" y="313217"/>
                  <a:pt x="158726" y="310069"/>
                  <a:pt x="159605" y="308353"/>
                </a:cubicBezTo>
                <a:close/>
                <a:moveTo>
                  <a:pt x="110307" y="314436"/>
                </a:moveTo>
                <a:cubicBezTo>
                  <a:pt x="110254" y="310430"/>
                  <a:pt x="110095" y="310345"/>
                  <a:pt x="105930" y="311871"/>
                </a:cubicBezTo>
                <a:cubicBezTo>
                  <a:pt x="104033" y="312560"/>
                  <a:pt x="104065" y="312655"/>
                  <a:pt x="106428" y="313280"/>
                </a:cubicBezTo>
                <a:cubicBezTo>
                  <a:pt x="107827" y="313651"/>
                  <a:pt x="109025" y="314616"/>
                  <a:pt x="109099" y="315421"/>
                </a:cubicBezTo>
                <a:cubicBezTo>
                  <a:pt x="109343" y="317964"/>
                  <a:pt x="109459" y="318420"/>
                  <a:pt x="109915" y="318420"/>
                </a:cubicBezTo>
                <a:cubicBezTo>
                  <a:pt x="110159" y="318420"/>
                  <a:pt x="110339" y="316629"/>
                  <a:pt x="110307" y="314436"/>
                </a:cubicBezTo>
                <a:close/>
                <a:moveTo>
                  <a:pt x="335870" y="315930"/>
                </a:moveTo>
                <a:cubicBezTo>
                  <a:pt x="336177" y="315124"/>
                  <a:pt x="338159" y="313556"/>
                  <a:pt x="340278" y="312443"/>
                </a:cubicBezTo>
                <a:lnTo>
                  <a:pt x="344136" y="310419"/>
                </a:lnTo>
                <a:lnTo>
                  <a:pt x="338562" y="311002"/>
                </a:lnTo>
                <a:cubicBezTo>
                  <a:pt x="335488" y="311320"/>
                  <a:pt x="332574" y="311956"/>
                  <a:pt x="332076" y="312411"/>
                </a:cubicBezTo>
                <a:cubicBezTo>
                  <a:pt x="331578" y="312867"/>
                  <a:pt x="332150" y="312984"/>
                  <a:pt x="333348" y="312666"/>
                </a:cubicBezTo>
                <a:cubicBezTo>
                  <a:pt x="335785" y="312030"/>
                  <a:pt x="336357" y="314139"/>
                  <a:pt x="334301" y="316184"/>
                </a:cubicBezTo>
                <a:cubicBezTo>
                  <a:pt x="333485" y="317000"/>
                  <a:pt x="333454" y="317403"/>
                  <a:pt x="334195" y="317403"/>
                </a:cubicBezTo>
                <a:cubicBezTo>
                  <a:pt x="334799" y="317403"/>
                  <a:pt x="335552" y="316746"/>
                  <a:pt x="335870" y="315930"/>
                </a:cubicBezTo>
                <a:close/>
                <a:moveTo>
                  <a:pt x="22297" y="313471"/>
                </a:moveTo>
                <a:cubicBezTo>
                  <a:pt x="22297" y="312973"/>
                  <a:pt x="21385" y="312337"/>
                  <a:pt x="20273" y="312041"/>
                </a:cubicBezTo>
                <a:cubicBezTo>
                  <a:pt x="18959" y="311701"/>
                  <a:pt x="18248" y="312009"/>
                  <a:pt x="18248" y="312941"/>
                </a:cubicBezTo>
                <a:cubicBezTo>
                  <a:pt x="18248" y="313726"/>
                  <a:pt x="19160" y="314361"/>
                  <a:pt x="20273" y="314361"/>
                </a:cubicBezTo>
                <a:cubicBezTo>
                  <a:pt x="21385" y="314361"/>
                  <a:pt x="22297" y="313959"/>
                  <a:pt x="22297" y="313471"/>
                </a:cubicBezTo>
                <a:close/>
                <a:moveTo>
                  <a:pt x="86145" y="309253"/>
                </a:moveTo>
                <a:cubicBezTo>
                  <a:pt x="85043" y="306445"/>
                  <a:pt x="84132" y="303997"/>
                  <a:pt x="84132" y="303796"/>
                </a:cubicBezTo>
                <a:cubicBezTo>
                  <a:pt x="84132" y="303605"/>
                  <a:pt x="82998" y="303234"/>
                  <a:pt x="81620" y="302969"/>
                </a:cubicBezTo>
                <a:lnTo>
                  <a:pt x="79109" y="302492"/>
                </a:lnTo>
                <a:lnTo>
                  <a:pt x="82129" y="305926"/>
                </a:lnTo>
                <a:cubicBezTo>
                  <a:pt x="83793" y="307812"/>
                  <a:pt x="85149" y="310493"/>
                  <a:pt x="85149" y="311860"/>
                </a:cubicBezTo>
                <a:cubicBezTo>
                  <a:pt x="85149" y="313397"/>
                  <a:pt x="85732" y="314361"/>
                  <a:pt x="86654" y="314361"/>
                </a:cubicBezTo>
                <a:cubicBezTo>
                  <a:pt x="87915" y="314361"/>
                  <a:pt x="87841" y="313545"/>
                  <a:pt x="86145" y="309253"/>
                </a:cubicBezTo>
                <a:close/>
                <a:moveTo>
                  <a:pt x="140128" y="309804"/>
                </a:moveTo>
                <a:cubicBezTo>
                  <a:pt x="138867" y="306392"/>
                  <a:pt x="138220" y="305629"/>
                  <a:pt x="137584" y="306774"/>
                </a:cubicBezTo>
                <a:cubicBezTo>
                  <a:pt x="137044" y="307738"/>
                  <a:pt x="137394" y="309402"/>
                  <a:pt x="138527" y="311330"/>
                </a:cubicBezTo>
                <a:cubicBezTo>
                  <a:pt x="141187" y="315824"/>
                  <a:pt x="142056" y="315008"/>
                  <a:pt x="140128" y="309804"/>
                </a:cubicBezTo>
                <a:close/>
                <a:moveTo>
                  <a:pt x="210176" y="303351"/>
                </a:moveTo>
                <a:cubicBezTo>
                  <a:pt x="206901" y="296854"/>
                  <a:pt x="205916" y="295657"/>
                  <a:pt x="204040" y="295922"/>
                </a:cubicBezTo>
                <a:cubicBezTo>
                  <a:pt x="202800" y="296091"/>
                  <a:pt x="200808" y="295699"/>
                  <a:pt x="199600" y="295053"/>
                </a:cubicBezTo>
                <a:cubicBezTo>
                  <a:pt x="197872" y="294131"/>
                  <a:pt x="197215" y="294173"/>
                  <a:pt x="196537" y="295254"/>
                </a:cubicBezTo>
                <a:cubicBezTo>
                  <a:pt x="195170" y="297406"/>
                  <a:pt x="195488" y="298518"/>
                  <a:pt x="197077" y="297194"/>
                </a:cubicBezTo>
                <a:cubicBezTo>
                  <a:pt x="199970" y="294799"/>
                  <a:pt x="211352" y="308024"/>
                  <a:pt x="209285" y="311373"/>
                </a:cubicBezTo>
                <a:cubicBezTo>
                  <a:pt x="208957" y="311913"/>
                  <a:pt x="209741" y="312751"/>
                  <a:pt x="211023" y="313227"/>
                </a:cubicBezTo>
                <a:cubicBezTo>
                  <a:pt x="214754" y="314626"/>
                  <a:pt x="214520" y="311977"/>
                  <a:pt x="210176" y="303351"/>
                </a:cubicBezTo>
                <a:close/>
                <a:moveTo>
                  <a:pt x="287822" y="308088"/>
                </a:moveTo>
                <a:cubicBezTo>
                  <a:pt x="288765" y="303711"/>
                  <a:pt x="288701" y="302588"/>
                  <a:pt x="287430" y="301327"/>
                </a:cubicBezTo>
                <a:cubicBezTo>
                  <a:pt x="286094" y="299981"/>
                  <a:pt x="285946" y="300309"/>
                  <a:pt x="286137" y="304294"/>
                </a:cubicBezTo>
                <a:cubicBezTo>
                  <a:pt x="286253" y="306763"/>
                  <a:pt x="285978" y="309815"/>
                  <a:pt x="285522" y="311066"/>
                </a:cubicBezTo>
                <a:cubicBezTo>
                  <a:pt x="285024" y="312443"/>
                  <a:pt x="285098" y="313344"/>
                  <a:pt x="285702" y="313344"/>
                </a:cubicBezTo>
                <a:cubicBezTo>
                  <a:pt x="286243" y="313344"/>
                  <a:pt x="287207" y="310981"/>
                  <a:pt x="287822" y="308088"/>
                </a:cubicBezTo>
                <a:close/>
                <a:moveTo>
                  <a:pt x="298186" y="306011"/>
                </a:moveTo>
                <a:cubicBezTo>
                  <a:pt x="300793" y="302354"/>
                  <a:pt x="299945" y="302450"/>
                  <a:pt x="296141" y="306254"/>
                </a:cubicBezTo>
                <a:cubicBezTo>
                  <a:pt x="294466" y="307929"/>
                  <a:pt x="293523" y="309296"/>
                  <a:pt x="294032" y="309296"/>
                </a:cubicBezTo>
                <a:cubicBezTo>
                  <a:pt x="294551" y="309296"/>
                  <a:pt x="295039" y="310324"/>
                  <a:pt x="295113" y="311574"/>
                </a:cubicBezTo>
                <a:cubicBezTo>
                  <a:pt x="295240" y="313694"/>
                  <a:pt x="295282" y="313683"/>
                  <a:pt x="295717" y="311330"/>
                </a:cubicBezTo>
                <a:cubicBezTo>
                  <a:pt x="295982" y="309953"/>
                  <a:pt x="297084" y="307558"/>
                  <a:pt x="298186" y="306011"/>
                </a:cubicBezTo>
                <a:close/>
                <a:moveTo>
                  <a:pt x="125885" y="309253"/>
                </a:moveTo>
                <a:cubicBezTo>
                  <a:pt x="128810" y="308702"/>
                  <a:pt x="131597" y="307855"/>
                  <a:pt x="132074" y="307367"/>
                </a:cubicBezTo>
                <a:cubicBezTo>
                  <a:pt x="132561" y="306890"/>
                  <a:pt x="131099" y="306986"/>
                  <a:pt x="128820" y="307590"/>
                </a:cubicBezTo>
                <a:cubicBezTo>
                  <a:pt x="125726" y="308416"/>
                  <a:pt x="124391" y="308395"/>
                  <a:pt x="123490" y="307494"/>
                </a:cubicBezTo>
                <a:cubicBezTo>
                  <a:pt x="121010" y="305014"/>
                  <a:pt x="129297" y="299154"/>
                  <a:pt x="135285" y="299154"/>
                </a:cubicBezTo>
                <a:cubicBezTo>
                  <a:pt x="136790" y="299154"/>
                  <a:pt x="137860" y="298582"/>
                  <a:pt x="137860" y="297766"/>
                </a:cubicBezTo>
                <a:cubicBezTo>
                  <a:pt x="137860" y="296685"/>
                  <a:pt x="136917" y="296558"/>
                  <a:pt x="133547" y="297183"/>
                </a:cubicBezTo>
                <a:cubicBezTo>
                  <a:pt x="126913" y="298433"/>
                  <a:pt x="123670" y="299959"/>
                  <a:pt x="123670" y="301825"/>
                </a:cubicBezTo>
                <a:cubicBezTo>
                  <a:pt x="123670" y="302757"/>
                  <a:pt x="121869" y="305237"/>
                  <a:pt x="119675" y="307325"/>
                </a:cubicBezTo>
                <a:cubicBezTo>
                  <a:pt x="115690" y="311119"/>
                  <a:pt x="115182" y="313143"/>
                  <a:pt x="118700" y="311267"/>
                </a:cubicBezTo>
                <a:cubicBezTo>
                  <a:pt x="119728" y="310716"/>
                  <a:pt x="122960" y="309815"/>
                  <a:pt x="125885" y="309253"/>
                </a:cubicBezTo>
                <a:close/>
                <a:moveTo>
                  <a:pt x="92821" y="307272"/>
                </a:moveTo>
                <a:cubicBezTo>
                  <a:pt x="93839" y="307272"/>
                  <a:pt x="94273" y="306053"/>
                  <a:pt x="94273" y="303213"/>
                </a:cubicBezTo>
                <a:cubicBezTo>
                  <a:pt x="94273" y="298338"/>
                  <a:pt x="92737" y="297861"/>
                  <a:pt x="91815" y="302450"/>
                </a:cubicBezTo>
                <a:cubicBezTo>
                  <a:pt x="90978" y="306615"/>
                  <a:pt x="90331" y="311405"/>
                  <a:pt x="90925" y="309041"/>
                </a:cubicBezTo>
                <a:cubicBezTo>
                  <a:pt x="91168" y="308066"/>
                  <a:pt x="92027" y="307272"/>
                  <a:pt x="92821" y="307272"/>
                </a:cubicBezTo>
                <a:close/>
                <a:moveTo>
                  <a:pt x="198497" y="305555"/>
                </a:moveTo>
                <a:cubicBezTo>
                  <a:pt x="194905" y="298433"/>
                  <a:pt x="194979" y="298508"/>
                  <a:pt x="194386" y="301644"/>
                </a:cubicBezTo>
                <a:cubicBezTo>
                  <a:pt x="194015" y="303573"/>
                  <a:pt x="194735" y="305078"/>
                  <a:pt x="197342" y="307770"/>
                </a:cubicBezTo>
                <a:cubicBezTo>
                  <a:pt x="199250" y="309720"/>
                  <a:pt x="200935" y="311320"/>
                  <a:pt x="201104" y="311320"/>
                </a:cubicBezTo>
                <a:cubicBezTo>
                  <a:pt x="201263" y="311320"/>
                  <a:pt x="200098" y="308724"/>
                  <a:pt x="198497" y="305555"/>
                </a:cubicBezTo>
                <a:close/>
                <a:moveTo>
                  <a:pt x="229982" y="308024"/>
                </a:moveTo>
                <a:cubicBezTo>
                  <a:pt x="230989" y="305014"/>
                  <a:pt x="230957" y="304898"/>
                  <a:pt x="229579" y="306699"/>
                </a:cubicBezTo>
                <a:cubicBezTo>
                  <a:pt x="228753" y="307780"/>
                  <a:pt x="228074" y="309264"/>
                  <a:pt x="228074" y="309995"/>
                </a:cubicBezTo>
                <a:cubicBezTo>
                  <a:pt x="228074" y="312252"/>
                  <a:pt x="228837" y="311468"/>
                  <a:pt x="229982" y="308024"/>
                </a:cubicBezTo>
                <a:close/>
                <a:moveTo>
                  <a:pt x="278210" y="310250"/>
                </a:moveTo>
                <a:cubicBezTo>
                  <a:pt x="277850" y="309667"/>
                  <a:pt x="277023" y="309381"/>
                  <a:pt x="276377" y="309614"/>
                </a:cubicBezTo>
                <a:cubicBezTo>
                  <a:pt x="275730" y="309847"/>
                  <a:pt x="274406" y="309624"/>
                  <a:pt x="273431" y="309126"/>
                </a:cubicBezTo>
                <a:cubicBezTo>
                  <a:pt x="272117" y="308448"/>
                  <a:pt x="271661" y="308607"/>
                  <a:pt x="271661" y="309762"/>
                </a:cubicBezTo>
                <a:cubicBezTo>
                  <a:pt x="271661" y="310875"/>
                  <a:pt x="272699" y="311320"/>
                  <a:pt x="275264" y="311320"/>
                </a:cubicBezTo>
                <a:cubicBezTo>
                  <a:pt x="277532" y="311320"/>
                  <a:pt x="278634" y="310928"/>
                  <a:pt x="278210" y="310250"/>
                </a:cubicBezTo>
                <a:close/>
                <a:moveTo>
                  <a:pt x="331811" y="307431"/>
                </a:moveTo>
                <a:cubicBezTo>
                  <a:pt x="335149" y="304008"/>
                  <a:pt x="335425" y="303382"/>
                  <a:pt x="334047" y="302238"/>
                </a:cubicBezTo>
                <a:cubicBezTo>
                  <a:pt x="332733" y="301146"/>
                  <a:pt x="332479" y="301221"/>
                  <a:pt x="332479" y="302683"/>
                </a:cubicBezTo>
                <a:cubicBezTo>
                  <a:pt x="332479" y="303647"/>
                  <a:pt x="330931" y="305979"/>
                  <a:pt x="329035" y="307876"/>
                </a:cubicBezTo>
                <a:cubicBezTo>
                  <a:pt x="327138" y="309773"/>
                  <a:pt x="326131" y="311320"/>
                  <a:pt x="326799" y="311320"/>
                </a:cubicBezTo>
                <a:cubicBezTo>
                  <a:pt x="327466" y="311320"/>
                  <a:pt x="329723" y="309571"/>
                  <a:pt x="331811" y="307431"/>
                </a:cubicBezTo>
                <a:close/>
                <a:moveTo>
                  <a:pt x="52541" y="309275"/>
                </a:moveTo>
                <a:lnTo>
                  <a:pt x="61326" y="309264"/>
                </a:lnTo>
                <a:lnTo>
                  <a:pt x="58009" y="307145"/>
                </a:lnTo>
                <a:cubicBezTo>
                  <a:pt x="55752" y="305693"/>
                  <a:pt x="54311" y="305332"/>
                  <a:pt x="53453" y="306000"/>
                </a:cubicBezTo>
                <a:cubicBezTo>
                  <a:pt x="51407" y="307621"/>
                  <a:pt x="47359" y="308204"/>
                  <a:pt x="43661" y="307431"/>
                </a:cubicBezTo>
                <a:cubicBezTo>
                  <a:pt x="39083" y="306477"/>
                  <a:pt x="38542" y="304421"/>
                  <a:pt x="42474" y="302937"/>
                </a:cubicBezTo>
                <a:cubicBezTo>
                  <a:pt x="44201" y="302291"/>
                  <a:pt x="45611" y="301422"/>
                  <a:pt x="45611" y="301019"/>
                </a:cubicBezTo>
                <a:cubicBezTo>
                  <a:pt x="45611" y="299483"/>
                  <a:pt x="43428" y="299038"/>
                  <a:pt x="41944" y="300267"/>
                </a:cubicBezTo>
                <a:cubicBezTo>
                  <a:pt x="40248" y="301676"/>
                  <a:pt x="32703" y="301623"/>
                  <a:pt x="28888" y="300171"/>
                </a:cubicBezTo>
                <a:cubicBezTo>
                  <a:pt x="26885" y="299408"/>
                  <a:pt x="26514" y="299567"/>
                  <a:pt x="26631" y="301136"/>
                </a:cubicBezTo>
                <a:cubicBezTo>
                  <a:pt x="26726" y="302354"/>
                  <a:pt x="28040" y="303393"/>
                  <a:pt x="30382" y="304092"/>
                </a:cubicBezTo>
                <a:cubicBezTo>
                  <a:pt x="32364" y="304697"/>
                  <a:pt x="35564" y="306339"/>
                  <a:pt x="37493" y="307759"/>
                </a:cubicBezTo>
                <a:cubicBezTo>
                  <a:pt x="39422" y="309190"/>
                  <a:pt x="41615" y="310112"/>
                  <a:pt x="42378" y="309826"/>
                </a:cubicBezTo>
                <a:cubicBezTo>
                  <a:pt x="43131" y="309529"/>
                  <a:pt x="47709" y="309285"/>
                  <a:pt x="52541" y="309275"/>
                </a:cubicBezTo>
                <a:close/>
                <a:moveTo>
                  <a:pt x="64241" y="298783"/>
                </a:moveTo>
                <a:cubicBezTo>
                  <a:pt x="62195" y="293389"/>
                  <a:pt x="60404" y="289097"/>
                  <a:pt x="60256" y="289256"/>
                </a:cubicBezTo>
                <a:cubicBezTo>
                  <a:pt x="60108" y="289404"/>
                  <a:pt x="60351" y="291577"/>
                  <a:pt x="60818" y="294078"/>
                </a:cubicBezTo>
                <a:cubicBezTo>
                  <a:pt x="61295" y="296664"/>
                  <a:pt x="61252" y="299366"/>
                  <a:pt x="60722" y="300341"/>
                </a:cubicBezTo>
                <a:cubicBezTo>
                  <a:pt x="60224" y="301295"/>
                  <a:pt x="59800" y="302482"/>
                  <a:pt x="59800" y="302980"/>
                </a:cubicBezTo>
                <a:cubicBezTo>
                  <a:pt x="59800" y="303955"/>
                  <a:pt x="67070" y="309465"/>
                  <a:pt x="67621" y="308914"/>
                </a:cubicBezTo>
                <a:cubicBezTo>
                  <a:pt x="67801" y="308734"/>
                  <a:pt x="66275" y="304177"/>
                  <a:pt x="64241" y="298783"/>
                </a:cubicBezTo>
                <a:close/>
                <a:moveTo>
                  <a:pt x="193612" y="308225"/>
                </a:moveTo>
                <a:cubicBezTo>
                  <a:pt x="193612" y="307632"/>
                  <a:pt x="193156" y="307431"/>
                  <a:pt x="192595" y="307770"/>
                </a:cubicBezTo>
                <a:cubicBezTo>
                  <a:pt x="192033" y="308119"/>
                  <a:pt x="191577" y="308596"/>
                  <a:pt x="191577" y="308851"/>
                </a:cubicBezTo>
                <a:cubicBezTo>
                  <a:pt x="191577" y="309094"/>
                  <a:pt x="192033" y="309296"/>
                  <a:pt x="192595" y="309296"/>
                </a:cubicBezTo>
                <a:cubicBezTo>
                  <a:pt x="193156" y="309296"/>
                  <a:pt x="193612" y="308808"/>
                  <a:pt x="193612" y="308225"/>
                </a:cubicBezTo>
                <a:close/>
                <a:moveTo>
                  <a:pt x="113942" y="303722"/>
                </a:moveTo>
                <a:cubicBezTo>
                  <a:pt x="115521" y="301305"/>
                  <a:pt x="115500" y="301189"/>
                  <a:pt x="113592" y="301189"/>
                </a:cubicBezTo>
                <a:cubicBezTo>
                  <a:pt x="111865" y="301189"/>
                  <a:pt x="109470" y="303806"/>
                  <a:pt x="109470" y="305682"/>
                </a:cubicBezTo>
                <a:cubicBezTo>
                  <a:pt x="109470" y="307261"/>
                  <a:pt x="112490" y="305936"/>
                  <a:pt x="113942" y="303722"/>
                </a:cubicBezTo>
                <a:close/>
                <a:moveTo>
                  <a:pt x="281018" y="303753"/>
                </a:moveTo>
                <a:cubicBezTo>
                  <a:pt x="281283" y="302376"/>
                  <a:pt x="281114" y="301486"/>
                  <a:pt x="280637" y="301782"/>
                </a:cubicBezTo>
                <a:cubicBezTo>
                  <a:pt x="279800" y="302302"/>
                  <a:pt x="279376" y="306254"/>
                  <a:pt x="280160" y="306254"/>
                </a:cubicBezTo>
                <a:cubicBezTo>
                  <a:pt x="280372" y="306254"/>
                  <a:pt x="280764" y="305131"/>
                  <a:pt x="281018" y="303753"/>
                </a:cubicBezTo>
                <a:close/>
                <a:moveTo>
                  <a:pt x="75717" y="299366"/>
                </a:moveTo>
                <a:cubicBezTo>
                  <a:pt x="72856" y="296378"/>
                  <a:pt x="72083" y="293071"/>
                  <a:pt x="74255" y="293082"/>
                </a:cubicBezTo>
                <a:cubicBezTo>
                  <a:pt x="74944" y="293082"/>
                  <a:pt x="76841" y="293781"/>
                  <a:pt x="78452" y="294618"/>
                </a:cubicBezTo>
                <a:cubicBezTo>
                  <a:pt x="82532" y="296748"/>
                  <a:pt x="82913" y="295742"/>
                  <a:pt x="79310" y="292361"/>
                </a:cubicBezTo>
                <a:cubicBezTo>
                  <a:pt x="75749" y="289034"/>
                  <a:pt x="73651" y="285335"/>
                  <a:pt x="74520" y="283936"/>
                </a:cubicBezTo>
                <a:cubicBezTo>
                  <a:pt x="75569" y="282230"/>
                  <a:pt x="77127" y="282823"/>
                  <a:pt x="80179" y="286087"/>
                </a:cubicBezTo>
                <a:cubicBezTo>
                  <a:pt x="81906" y="287942"/>
                  <a:pt x="83114" y="288641"/>
                  <a:pt x="83114" y="287794"/>
                </a:cubicBezTo>
                <a:cubicBezTo>
                  <a:pt x="83114" y="287009"/>
                  <a:pt x="84111" y="285303"/>
                  <a:pt x="85319" y="284010"/>
                </a:cubicBezTo>
                <a:cubicBezTo>
                  <a:pt x="87290" y="281880"/>
                  <a:pt x="87629" y="281817"/>
                  <a:pt x="88710" y="283290"/>
                </a:cubicBezTo>
                <a:cubicBezTo>
                  <a:pt x="89769" y="284742"/>
                  <a:pt x="90045" y="284625"/>
                  <a:pt x="91115" y="282283"/>
                </a:cubicBezTo>
                <a:cubicBezTo>
                  <a:pt x="92578" y="279061"/>
                  <a:pt x="91815" y="278033"/>
                  <a:pt x="89165" y="279687"/>
                </a:cubicBezTo>
                <a:cubicBezTo>
                  <a:pt x="87110" y="280969"/>
                  <a:pt x="79363" y="281350"/>
                  <a:pt x="76618" y="280301"/>
                </a:cubicBezTo>
                <a:cubicBezTo>
                  <a:pt x="75728" y="279962"/>
                  <a:pt x="75007" y="279030"/>
                  <a:pt x="75007" y="278245"/>
                </a:cubicBezTo>
                <a:cubicBezTo>
                  <a:pt x="75007" y="275797"/>
                  <a:pt x="80147" y="274610"/>
                  <a:pt x="88190" y="275193"/>
                </a:cubicBezTo>
                <a:cubicBezTo>
                  <a:pt x="95503" y="275723"/>
                  <a:pt x="95619" y="275702"/>
                  <a:pt x="91232" y="274526"/>
                </a:cubicBezTo>
                <a:cubicBezTo>
                  <a:pt x="85467" y="272989"/>
                  <a:pt x="85266" y="270742"/>
                  <a:pt x="90723" y="268941"/>
                </a:cubicBezTo>
                <a:cubicBezTo>
                  <a:pt x="94390" y="267722"/>
                  <a:pt x="97283" y="267701"/>
                  <a:pt x="101236" y="268846"/>
                </a:cubicBezTo>
                <a:cubicBezTo>
                  <a:pt x="102009" y="269068"/>
                  <a:pt x="102825" y="268740"/>
                  <a:pt x="103058" y="268114"/>
                </a:cubicBezTo>
                <a:cubicBezTo>
                  <a:pt x="103588" y="266684"/>
                  <a:pt x="100155" y="265740"/>
                  <a:pt x="94390" y="265719"/>
                </a:cubicBezTo>
                <a:cubicBezTo>
                  <a:pt x="90967" y="265709"/>
                  <a:pt x="89409" y="266281"/>
                  <a:pt x="87661" y="268167"/>
                </a:cubicBezTo>
                <a:cubicBezTo>
                  <a:pt x="83602" y="272555"/>
                  <a:pt x="72443" y="274388"/>
                  <a:pt x="74732" y="270297"/>
                </a:cubicBezTo>
                <a:cubicBezTo>
                  <a:pt x="75198" y="269471"/>
                  <a:pt x="77138" y="267637"/>
                  <a:pt x="79034" y="266239"/>
                </a:cubicBezTo>
                <a:lnTo>
                  <a:pt x="82500" y="263674"/>
                </a:lnTo>
                <a:lnTo>
                  <a:pt x="79469" y="263674"/>
                </a:lnTo>
                <a:cubicBezTo>
                  <a:pt x="77795" y="263674"/>
                  <a:pt x="75993" y="264108"/>
                  <a:pt x="75463" y="264638"/>
                </a:cubicBezTo>
                <a:cubicBezTo>
                  <a:pt x="74933" y="265168"/>
                  <a:pt x="72570" y="265910"/>
                  <a:pt x="70217" y="266292"/>
                </a:cubicBezTo>
                <a:cubicBezTo>
                  <a:pt x="66689" y="266853"/>
                  <a:pt x="65798" y="266662"/>
                  <a:pt x="65247" y="265221"/>
                </a:cubicBezTo>
                <a:cubicBezTo>
                  <a:pt x="64431" y="263081"/>
                  <a:pt x="66148" y="261862"/>
                  <a:pt x="71192" y="261014"/>
                </a:cubicBezTo>
                <a:lnTo>
                  <a:pt x="74976" y="260389"/>
                </a:lnTo>
                <a:lnTo>
                  <a:pt x="72464" y="257390"/>
                </a:lnTo>
                <a:cubicBezTo>
                  <a:pt x="69847" y="254285"/>
                  <a:pt x="69094" y="250501"/>
                  <a:pt x="71086" y="250501"/>
                </a:cubicBezTo>
                <a:cubicBezTo>
                  <a:pt x="71722" y="250501"/>
                  <a:pt x="73884" y="251519"/>
                  <a:pt x="75908" y="252769"/>
                </a:cubicBezTo>
                <a:cubicBezTo>
                  <a:pt x="77922" y="254009"/>
                  <a:pt x="80974" y="255037"/>
                  <a:pt x="82701" y="255048"/>
                </a:cubicBezTo>
                <a:lnTo>
                  <a:pt x="85817" y="255058"/>
                </a:lnTo>
                <a:lnTo>
                  <a:pt x="83973" y="252027"/>
                </a:lnTo>
                <a:cubicBezTo>
                  <a:pt x="80444" y="246241"/>
                  <a:pt x="82479" y="241812"/>
                  <a:pt x="86569" y="246337"/>
                </a:cubicBezTo>
                <a:cubicBezTo>
                  <a:pt x="87586" y="247460"/>
                  <a:pt x="89102" y="248043"/>
                  <a:pt x="90246" y="247746"/>
                </a:cubicBezTo>
                <a:cubicBezTo>
                  <a:pt x="91306" y="247471"/>
                  <a:pt x="93563" y="247725"/>
                  <a:pt x="95248" y="248308"/>
                </a:cubicBezTo>
                <a:cubicBezTo>
                  <a:pt x="99678" y="249855"/>
                  <a:pt x="99243" y="248350"/>
                  <a:pt x="92737" y="239713"/>
                </a:cubicBezTo>
                <a:cubicBezTo>
                  <a:pt x="88869" y="234563"/>
                  <a:pt x="86294" y="232104"/>
                  <a:pt x="84375" y="231691"/>
                </a:cubicBezTo>
                <a:cubicBezTo>
                  <a:pt x="82849" y="231373"/>
                  <a:pt x="80603" y="230705"/>
                  <a:pt x="79395" y="230218"/>
                </a:cubicBezTo>
                <a:cubicBezTo>
                  <a:pt x="76968" y="229232"/>
                  <a:pt x="73927" y="231468"/>
                  <a:pt x="75972" y="232730"/>
                </a:cubicBezTo>
                <a:cubicBezTo>
                  <a:pt x="78536" y="234319"/>
                  <a:pt x="76396" y="245436"/>
                  <a:pt x="73534" y="245436"/>
                </a:cubicBezTo>
                <a:cubicBezTo>
                  <a:pt x="72072" y="245436"/>
                  <a:pt x="71447" y="243878"/>
                  <a:pt x="70663" y="238336"/>
                </a:cubicBezTo>
                <a:cubicBezTo>
                  <a:pt x="70270" y="235601"/>
                  <a:pt x="69582" y="236640"/>
                  <a:pt x="68511" y="241557"/>
                </a:cubicBezTo>
                <a:cubicBezTo>
                  <a:pt x="67314" y="247004"/>
                  <a:pt x="59800" y="253352"/>
                  <a:pt x="59800" y="248901"/>
                </a:cubicBezTo>
                <a:cubicBezTo>
                  <a:pt x="59800" y="247852"/>
                  <a:pt x="58889" y="248403"/>
                  <a:pt x="57109" y="250512"/>
                </a:cubicBezTo>
                <a:cubicBezTo>
                  <a:pt x="55625" y="252271"/>
                  <a:pt x="53347" y="254126"/>
                  <a:pt x="52043" y="254613"/>
                </a:cubicBezTo>
                <a:cubicBezTo>
                  <a:pt x="48673" y="255895"/>
                  <a:pt x="48758" y="261449"/>
                  <a:pt x="52192" y="264681"/>
                </a:cubicBezTo>
                <a:cubicBezTo>
                  <a:pt x="56536" y="268761"/>
                  <a:pt x="64400" y="280969"/>
                  <a:pt x="70398" y="292955"/>
                </a:cubicBezTo>
                <a:cubicBezTo>
                  <a:pt x="74658" y="301475"/>
                  <a:pt x="76470" y="304188"/>
                  <a:pt x="77307" y="303351"/>
                </a:cubicBezTo>
                <a:cubicBezTo>
                  <a:pt x="78144" y="302513"/>
                  <a:pt x="77731" y="301464"/>
                  <a:pt x="75717" y="299366"/>
                </a:cubicBezTo>
                <a:close/>
                <a:moveTo>
                  <a:pt x="103991" y="297766"/>
                </a:moveTo>
                <a:cubicBezTo>
                  <a:pt x="98491" y="294417"/>
                  <a:pt x="98290" y="292064"/>
                  <a:pt x="103514" y="292064"/>
                </a:cubicBezTo>
                <a:cubicBezTo>
                  <a:pt x="105199" y="292064"/>
                  <a:pt x="107425" y="292520"/>
                  <a:pt x="108463" y="293082"/>
                </a:cubicBezTo>
                <a:cubicBezTo>
                  <a:pt x="109735" y="293760"/>
                  <a:pt x="110572" y="293760"/>
                  <a:pt x="110996" y="293082"/>
                </a:cubicBezTo>
                <a:cubicBezTo>
                  <a:pt x="111335" y="292520"/>
                  <a:pt x="112564" y="292064"/>
                  <a:pt x="113709" y="292064"/>
                </a:cubicBezTo>
                <a:cubicBezTo>
                  <a:pt x="115542" y="292064"/>
                  <a:pt x="115341" y="291556"/>
                  <a:pt x="112034" y="287900"/>
                </a:cubicBezTo>
                <a:cubicBezTo>
                  <a:pt x="109279" y="284858"/>
                  <a:pt x="108569" y="283438"/>
                  <a:pt x="109396" y="282612"/>
                </a:cubicBezTo>
                <a:cubicBezTo>
                  <a:pt x="110190" y="281817"/>
                  <a:pt x="111324" y="281796"/>
                  <a:pt x="113306" y="282548"/>
                </a:cubicBezTo>
                <a:cubicBezTo>
                  <a:pt x="115086" y="283216"/>
                  <a:pt x="117121" y="283258"/>
                  <a:pt x="118891" y="282675"/>
                </a:cubicBezTo>
                <a:lnTo>
                  <a:pt x="121667" y="281743"/>
                </a:lnTo>
                <a:lnTo>
                  <a:pt x="118361" y="277673"/>
                </a:lnTo>
                <a:cubicBezTo>
                  <a:pt x="116538" y="275426"/>
                  <a:pt x="114366" y="272756"/>
                  <a:pt x="113529" y="271739"/>
                </a:cubicBezTo>
                <a:cubicBezTo>
                  <a:pt x="112691" y="270721"/>
                  <a:pt x="110784" y="269587"/>
                  <a:pt x="109290" y="269227"/>
                </a:cubicBezTo>
                <a:lnTo>
                  <a:pt x="106556" y="268559"/>
                </a:lnTo>
                <a:lnTo>
                  <a:pt x="107138" y="274197"/>
                </a:lnTo>
                <a:cubicBezTo>
                  <a:pt x="107764" y="280238"/>
                  <a:pt x="106163" y="285982"/>
                  <a:pt x="103843" y="285982"/>
                </a:cubicBezTo>
                <a:cubicBezTo>
                  <a:pt x="102338" y="285982"/>
                  <a:pt x="101522" y="283904"/>
                  <a:pt x="101183" y="279252"/>
                </a:cubicBezTo>
                <a:cubicBezTo>
                  <a:pt x="100886" y="275151"/>
                  <a:pt x="98427" y="275850"/>
                  <a:pt x="98555" y="280005"/>
                </a:cubicBezTo>
                <a:cubicBezTo>
                  <a:pt x="98661" y="283830"/>
                  <a:pt x="93351" y="290570"/>
                  <a:pt x="90331" y="290464"/>
                </a:cubicBezTo>
                <a:cubicBezTo>
                  <a:pt x="87777" y="290369"/>
                  <a:pt x="87830" y="290125"/>
                  <a:pt x="89706" y="293718"/>
                </a:cubicBezTo>
                <a:cubicBezTo>
                  <a:pt x="90532" y="295318"/>
                  <a:pt x="91221" y="296113"/>
                  <a:pt x="91221" y="295498"/>
                </a:cubicBezTo>
                <a:cubicBezTo>
                  <a:pt x="91232" y="294120"/>
                  <a:pt x="96202" y="289023"/>
                  <a:pt x="97527" y="289023"/>
                </a:cubicBezTo>
                <a:cubicBezTo>
                  <a:pt x="98057" y="289023"/>
                  <a:pt x="98353" y="290507"/>
                  <a:pt x="98194" y="292319"/>
                </a:cubicBezTo>
                <a:cubicBezTo>
                  <a:pt x="98046" y="294131"/>
                  <a:pt x="98470" y="297522"/>
                  <a:pt x="99159" y="299854"/>
                </a:cubicBezTo>
                <a:lnTo>
                  <a:pt x="100399" y="304103"/>
                </a:lnTo>
                <a:lnTo>
                  <a:pt x="103758" y="301888"/>
                </a:lnTo>
                <a:lnTo>
                  <a:pt x="107117" y="299663"/>
                </a:lnTo>
                <a:lnTo>
                  <a:pt x="103991" y="297766"/>
                </a:lnTo>
                <a:close/>
                <a:moveTo>
                  <a:pt x="276726" y="302641"/>
                </a:moveTo>
                <a:cubicBezTo>
                  <a:pt x="276726" y="301772"/>
                  <a:pt x="276260" y="301348"/>
                  <a:pt x="275699" y="301697"/>
                </a:cubicBezTo>
                <a:cubicBezTo>
                  <a:pt x="275126" y="302047"/>
                  <a:pt x="274925" y="302768"/>
                  <a:pt x="275253" y="303287"/>
                </a:cubicBezTo>
                <a:cubicBezTo>
                  <a:pt x="276122" y="304686"/>
                  <a:pt x="276726" y="304421"/>
                  <a:pt x="276726" y="302641"/>
                </a:cubicBezTo>
                <a:close/>
                <a:moveTo>
                  <a:pt x="327413" y="300680"/>
                </a:moveTo>
                <a:cubicBezTo>
                  <a:pt x="328102" y="299843"/>
                  <a:pt x="328441" y="299154"/>
                  <a:pt x="328166" y="299154"/>
                </a:cubicBezTo>
                <a:cubicBezTo>
                  <a:pt x="327890" y="299154"/>
                  <a:pt x="327085" y="299843"/>
                  <a:pt x="326396" y="300680"/>
                </a:cubicBezTo>
                <a:cubicBezTo>
                  <a:pt x="325696" y="301517"/>
                  <a:pt x="325357" y="302196"/>
                  <a:pt x="325643" y="302196"/>
                </a:cubicBezTo>
                <a:cubicBezTo>
                  <a:pt x="325919" y="302196"/>
                  <a:pt x="326714" y="301517"/>
                  <a:pt x="327413" y="300680"/>
                </a:cubicBezTo>
                <a:close/>
                <a:moveTo>
                  <a:pt x="238968" y="291927"/>
                </a:moveTo>
                <a:cubicBezTo>
                  <a:pt x="242720" y="286193"/>
                  <a:pt x="244288" y="282792"/>
                  <a:pt x="244288" y="280386"/>
                </a:cubicBezTo>
                <a:cubicBezTo>
                  <a:pt x="244288" y="275660"/>
                  <a:pt x="242773" y="275183"/>
                  <a:pt x="239170" y="278775"/>
                </a:cubicBezTo>
                <a:cubicBezTo>
                  <a:pt x="235969" y="281986"/>
                  <a:pt x="229653" y="283904"/>
                  <a:pt x="227947" y="282198"/>
                </a:cubicBezTo>
                <a:cubicBezTo>
                  <a:pt x="227301" y="281562"/>
                  <a:pt x="228244" y="280079"/>
                  <a:pt x="230660" y="277959"/>
                </a:cubicBezTo>
                <a:cubicBezTo>
                  <a:pt x="234698" y="274420"/>
                  <a:pt x="234655" y="272661"/>
                  <a:pt x="230586" y="274833"/>
                </a:cubicBezTo>
                <a:cubicBezTo>
                  <a:pt x="229102" y="275638"/>
                  <a:pt x="227587" y="277716"/>
                  <a:pt x="226940" y="279888"/>
                </a:cubicBezTo>
                <a:cubicBezTo>
                  <a:pt x="225997" y="283046"/>
                  <a:pt x="226135" y="284053"/>
                  <a:pt x="227968" y="287052"/>
                </a:cubicBezTo>
                <a:cubicBezTo>
                  <a:pt x="229134" y="288970"/>
                  <a:pt x="230088" y="291566"/>
                  <a:pt x="230098" y="292817"/>
                </a:cubicBezTo>
                <a:cubicBezTo>
                  <a:pt x="230098" y="294078"/>
                  <a:pt x="230607" y="295106"/>
                  <a:pt x="231232" y="295106"/>
                </a:cubicBezTo>
                <a:cubicBezTo>
                  <a:pt x="231900" y="295106"/>
                  <a:pt x="232176" y="296303"/>
                  <a:pt x="231921" y="298041"/>
                </a:cubicBezTo>
                <a:cubicBezTo>
                  <a:pt x="231264" y="302513"/>
                  <a:pt x="233045" y="300966"/>
                  <a:pt x="238968" y="291927"/>
                </a:cubicBezTo>
                <a:close/>
                <a:moveTo>
                  <a:pt x="115743" y="297448"/>
                </a:moveTo>
                <a:cubicBezTo>
                  <a:pt x="115012" y="297162"/>
                  <a:pt x="114143" y="297194"/>
                  <a:pt x="113804" y="297533"/>
                </a:cubicBezTo>
                <a:cubicBezTo>
                  <a:pt x="113465" y="297872"/>
                  <a:pt x="114069" y="298105"/>
                  <a:pt x="115129" y="298063"/>
                </a:cubicBezTo>
                <a:cubicBezTo>
                  <a:pt x="116316" y="298020"/>
                  <a:pt x="116559" y="297776"/>
                  <a:pt x="115743" y="297448"/>
                </a:cubicBezTo>
                <a:close/>
                <a:moveTo>
                  <a:pt x="260004" y="296113"/>
                </a:moveTo>
                <a:cubicBezTo>
                  <a:pt x="260799" y="294830"/>
                  <a:pt x="258446" y="294830"/>
                  <a:pt x="256454" y="296113"/>
                </a:cubicBezTo>
                <a:cubicBezTo>
                  <a:pt x="255214" y="296918"/>
                  <a:pt x="255352" y="297098"/>
                  <a:pt x="257153" y="297119"/>
                </a:cubicBezTo>
                <a:cubicBezTo>
                  <a:pt x="258372" y="297119"/>
                  <a:pt x="259654" y="296674"/>
                  <a:pt x="260004" y="296113"/>
                </a:cubicBezTo>
                <a:close/>
                <a:moveTo>
                  <a:pt x="276165" y="294968"/>
                </a:moveTo>
                <a:cubicBezTo>
                  <a:pt x="276737" y="294459"/>
                  <a:pt x="275751" y="294089"/>
                  <a:pt x="273823" y="294089"/>
                </a:cubicBezTo>
                <a:cubicBezTo>
                  <a:pt x="272000" y="294089"/>
                  <a:pt x="269722" y="293665"/>
                  <a:pt x="268747" y="293145"/>
                </a:cubicBezTo>
                <a:cubicBezTo>
                  <a:pt x="267676" y="292573"/>
                  <a:pt x="266415" y="292573"/>
                  <a:pt x="265525" y="293135"/>
                </a:cubicBezTo>
                <a:cubicBezTo>
                  <a:pt x="264381" y="293855"/>
                  <a:pt x="264561" y="294057"/>
                  <a:pt x="266341" y="294078"/>
                </a:cubicBezTo>
                <a:cubicBezTo>
                  <a:pt x="267666" y="294078"/>
                  <a:pt x="268620" y="294714"/>
                  <a:pt x="268620" y="295583"/>
                </a:cubicBezTo>
                <a:cubicBezTo>
                  <a:pt x="268620" y="296717"/>
                  <a:pt x="269404" y="296929"/>
                  <a:pt x="271915" y="296462"/>
                </a:cubicBezTo>
                <a:cubicBezTo>
                  <a:pt x="273727" y="296123"/>
                  <a:pt x="275635" y="295456"/>
                  <a:pt x="276165" y="294968"/>
                </a:cubicBezTo>
                <a:close/>
                <a:moveTo>
                  <a:pt x="290312" y="290348"/>
                </a:moveTo>
                <a:cubicBezTo>
                  <a:pt x="287260" y="288112"/>
                  <a:pt x="286847" y="288864"/>
                  <a:pt x="289189" y="292414"/>
                </a:cubicBezTo>
                <a:cubicBezTo>
                  <a:pt x="291160" y="295403"/>
                  <a:pt x="291467" y="295562"/>
                  <a:pt x="291775" y="293739"/>
                </a:cubicBezTo>
                <a:cubicBezTo>
                  <a:pt x="291965" y="292594"/>
                  <a:pt x="291319" y="291079"/>
                  <a:pt x="290312" y="290348"/>
                </a:cubicBezTo>
                <a:close/>
                <a:moveTo>
                  <a:pt x="131300" y="292711"/>
                </a:moveTo>
                <a:cubicBezTo>
                  <a:pt x="130262" y="291958"/>
                  <a:pt x="129658" y="290708"/>
                  <a:pt x="129965" y="289924"/>
                </a:cubicBezTo>
                <a:cubicBezTo>
                  <a:pt x="130378" y="288843"/>
                  <a:pt x="129234" y="288461"/>
                  <a:pt x="125058" y="288271"/>
                </a:cubicBezTo>
                <a:cubicBezTo>
                  <a:pt x="121985" y="288133"/>
                  <a:pt x="119611" y="288472"/>
                  <a:pt x="119611" y="289034"/>
                </a:cubicBezTo>
                <a:cubicBezTo>
                  <a:pt x="119611" y="289585"/>
                  <a:pt x="120639" y="290040"/>
                  <a:pt x="121890" y="290040"/>
                </a:cubicBezTo>
                <a:cubicBezTo>
                  <a:pt x="123151" y="290040"/>
                  <a:pt x="125546" y="290920"/>
                  <a:pt x="127210" y="291990"/>
                </a:cubicBezTo>
                <a:cubicBezTo>
                  <a:pt x="130781" y="294279"/>
                  <a:pt x="134278" y="294894"/>
                  <a:pt x="131300" y="292711"/>
                </a:cubicBezTo>
                <a:close/>
                <a:moveTo>
                  <a:pt x="284092" y="291460"/>
                </a:moveTo>
                <a:cubicBezTo>
                  <a:pt x="284537" y="289129"/>
                  <a:pt x="284420" y="289002"/>
                  <a:pt x="283074" y="290348"/>
                </a:cubicBezTo>
                <a:cubicBezTo>
                  <a:pt x="282237" y="291185"/>
                  <a:pt x="281866" y="292372"/>
                  <a:pt x="282237" y="292976"/>
                </a:cubicBezTo>
                <a:cubicBezTo>
                  <a:pt x="283244" y="294608"/>
                  <a:pt x="283530" y="294375"/>
                  <a:pt x="284092" y="291460"/>
                </a:cubicBezTo>
                <a:close/>
                <a:moveTo>
                  <a:pt x="267168" y="288419"/>
                </a:moveTo>
                <a:cubicBezTo>
                  <a:pt x="270082" y="286713"/>
                  <a:pt x="271661" y="285081"/>
                  <a:pt x="271661" y="283777"/>
                </a:cubicBezTo>
                <a:cubicBezTo>
                  <a:pt x="271661" y="282018"/>
                  <a:pt x="271279" y="282156"/>
                  <a:pt x="268535" y="284890"/>
                </a:cubicBezTo>
                <a:cubicBezTo>
                  <a:pt x="266829" y="286607"/>
                  <a:pt x="264317" y="288281"/>
                  <a:pt x="262961" y="288620"/>
                </a:cubicBezTo>
                <a:cubicBezTo>
                  <a:pt x="261615" y="288959"/>
                  <a:pt x="260513" y="289648"/>
                  <a:pt x="260513" y="290146"/>
                </a:cubicBezTo>
                <a:cubicBezTo>
                  <a:pt x="260513" y="291672"/>
                  <a:pt x="262484" y="291164"/>
                  <a:pt x="267168" y="288419"/>
                </a:cubicBezTo>
                <a:close/>
                <a:moveTo>
                  <a:pt x="208809" y="285271"/>
                </a:moveTo>
                <a:cubicBezTo>
                  <a:pt x="208809" y="282643"/>
                  <a:pt x="208491" y="281838"/>
                  <a:pt x="207738" y="282590"/>
                </a:cubicBezTo>
                <a:cubicBezTo>
                  <a:pt x="206806" y="283534"/>
                  <a:pt x="207378" y="289023"/>
                  <a:pt x="208416" y="289023"/>
                </a:cubicBezTo>
                <a:cubicBezTo>
                  <a:pt x="208628" y="289023"/>
                  <a:pt x="208809" y="287338"/>
                  <a:pt x="208809" y="285271"/>
                </a:cubicBezTo>
                <a:close/>
                <a:moveTo>
                  <a:pt x="186978" y="275585"/>
                </a:moveTo>
                <a:cubicBezTo>
                  <a:pt x="189945" y="269322"/>
                  <a:pt x="193188" y="261862"/>
                  <a:pt x="194184" y="259022"/>
                </a:cubicBezTo>
                <a:cubicBezTo>
                  <a:pt x="195986" y="253882"/>
                  <a:pt x="195986" y="253840"/>
                  <a:pt x="193686" y="250607"/>
                </a:cubicBezTo>
                <a:cubicBezTo>
                  <a:pt x="190952" y="246771"/>
                  <a:pt x="189437" y="246951"/>
                  <a:pt x="188335" y="251233"/>
                </a:cubicBezTo>
                <a:cubicBezTo>
                  <a:pt x="187455" y="254603"/>
                  <a:pt x="180917" y="261056"/>
                  <a:pt x="179359" y="260092"/>
                </a:cubicBezTo>
                <a:cubicBezTo>
                  <a:pt x="177960" y="259234"/>
                  <a:pt x="178182" y="256902"/>
                  <a:pt x="179995" y="253394"/>
                </a:cubicBezTo>
                <a:cubicBezTo>
                  <a:pt x="182103" y="249325"/>
                  <a:pt x="181065" y="248509"/>
                  <a:pt x="177992" y="251826"/>
                </a:cubicBezTo>
                <a:cubicBezTo>
                  <a:pt x="176625" y="253299"/>
                  <a:pt x="173445" y="255005"/>
                  <a:pt x="170881" y="255652"/>
                </a:cubicBezTo>
                <a:cubicBezTo>
                  <a:pt x="168327" y="256298"/>
                  <a:pt x="166239" y="256934"/>
                  <a:pt x="166239" y="257061"/>
                </a:cubicBezTo>
                <a:cubicBezTo>
                  <a:pt x="166239" y="257188"/>
                  <a:pt x="166653" y="258619"/>
                  <a:pt x="167172" y="260230"/>
                </a:cubicBezTo>
                <a:cubicBezTo>
                  <a:pt x="167681" y="261851"/>
                  <a:pt x="168369" y="264426"/>
                  <a:pt x="168708" y="265963"/>
                </a:cubicBezTo>
                <a:cubicBezTo>
                  <a:pt x="169238" y="268400"/>
                  <a:pt x="169789" y="268750"/>
                  <a:pt x="173159" y="268750"/>
                </a:cubicBezTo>
                <a:cubicBezTo>
                  <a:pt x="177822" y="268750"/>
                  <a:pt x="181531" y="271050"/>
                  <a:pt x="179761" y="272851"/>
                </a:cubicBezTo>
                <a:cubicBezTo>
                  <a:pt x="178034" y="274600"/>
                  <a:pt x="169588" y="275331"/>
                  <a:pt x="167840" y="273879"/>
                </a:cubicBezTo>
                <a:cubicBezTo>
                  <a:pt x="166674" y="272915"/>
                  <a:pt x="166165" y="273074"/>
                  <a:pt x="165296" y="274695"/>
                </a:cubicBezTo>
                <a:cubicBezTo>
                  <a:pt x="164703" y="275808"/>
                  <a:pt x="164215" y="276868"/>
                  <a:pt x="164215" y="277048"/>
                </a:cubicBezTo>
                <a:cubicBezTo>
                  <a:pt x="164205" y="277217"/>
                  <a:pt x="166716" y="277207"/>
                  <a:pt x="169789" y="277016"/>
                </a:cubicBezTo>
                <a:cubicBezTo>
                  <a:pt x="174325" y="276730"/>
                  <a:pt x="175364" y="276963"/>
                  <a:pt x="175364" y="278256"/>
                </a:cubicBezTo>
                <a:cubicBezTo>
                  <a:pt x="175364" y="280556"/>
                  <a:pt x="169705" y="283131"/>
                  <a:pt x="165476" y="282770"/>
                </a:cubicBezTo>
                <a:cubicBezTo>
                  <a:pt x="160761" y="282357"/>
                  <a:pt x="159817" y="284657"/>
                  <a:pt x="164395" y="285399"/>
                </a:cubicBezTo>
                <a:cubicBezTo>
                  <a:pt x="171644" y="286575"/>
                  <a:pt x="172979" y="286723"/>
                  <a:pt x="177208" y="286850"/>
                </a:cubicBezTo>
                <a:lnTo>
                  <a:pt x="181584" y="286988"/>
                </a:lnTo>
                <a:lnTo>
                  <a:pt x="186978" y="275585"/>
                </a:lnTo>
                <a:close/>
                <a:moveTo>
                  <a:pt x="203340" y="285388"/>
                </a:moveTo>
                <a:cubicBezTo>
                  <a:pt x="203012" y="284508"/>
                  <a:pt x="202715" y="283258"/>
                  <a:pt x="202705" y="282601"/>
                </a:cubicBezTo>
                <a:cubicBezTo>
                  <a:pt x="202683" y="281954"/>
                  <a:pt x="202206" y="282219"/>
                  <a:pt x="201634" y="283205"/>
                </a:cubicBezTo>
                <a:cubicBezTo>
                  <a:pt x="200521" y="285102"/>
                  <a:pt x="201157" y="286988"/>
                  <a:pt x="202895" y="286988"/>
                </a:cubicBezTo>
                <a:cubicBezTo>
                  <a:pt x="203478" y="286988"/>
                  <a:pt x="203679" y="286268"/>
                  <a:pt x="203340" y="285388"/>
                </a:cubicBezTo>
                <a:close/>
                <a:moveTo>
                  <a:pt x="221154" y="278245"/>
                </a:moveTo>
                <a:cubicBezTo>
                  <a:pt x="223115" y="276105"/>
                  <a:pt x="223115" y="276094"/>
                  <a:pt x="220529" y="275437"/>
                </a:cubicBezTo>
                <a:cubicBezTo>
                  <a:pt x="219099" y="275087"/>
                  <a:pt x="217933" y="274155"/>
                  <a:pt x="217933" y="273392"/>
                </a:cubicBezTo>
                <a:cubicBezTo>
                  <a:pt x="217933" y="271802"/>
                  <a:pt x="222998" y="269757"/>
                  <a:pt x="226930" y="269757"/>
                </a:cubicBezTo>
                <a:lnTo>
                  <a:pt x="229537" y="269757"/>
                </a:lnTo>
                <a:lnTo>
                  <a:pt x="226411" y="266906"/>
                </a:lnTo>
                <a:cubicBezTo>
                  <a:pt x="222468" y="263303"/>
                  <a:pt x="220232" y="257188"/>
                  <a:pt x="222055" y="254995"/>
                </a:cubicBezTo>
                <a:cubicBezTo>
                  <a:pt x="223147" y="253670"/>
                  <a:pt x="223624" y="253765"/>
                  <a:pt x="225817" y="255790"/>
                </a:cubicBezTo>
                <a:cubicBezTo>
                  <a:pt x="227195" y="257061"/>
                  <a:pt x="228943" y="259477"/>
                  <a:pt x="229685" y="261141"/>
                </a:cubicBezTo>
                <a:cubicBezTo>
                  <a:pt x="230522" y="263028"/>
                  <a:pt x="231052" y="263515"/>
                  <a:pt x="231073" y="262413"/>
                </a:cubicBezTo>
                <a:cubicBezTo>
                  <a:pt x="231137" y="259583"/>
                  <a:pt x="234719" y="260315"/>
                  <a:pt x="237612" y="263759"/>
                </a:cubicBezTo>
                <a:cubicBezTo>
                  <a:pt x="240070" y="266684"/>
                  <a:pt x="240706" y="268506"/>
                  <a:pt x="240314" y="271537"/>
                </a:cubicBezTo>
                <a:cubicBezTo>
                  <a:pt x="240219" y="272237"/>
                  <a:pt x="240855" y="272798"/>
                  <a:pt x="241713" y="272798"/>
                </a:cubicBezTo>
                <a:cubicBezTo>
                  <a:pt x="243822" y="272798"/>
                  <a:pt x="243695" y="271792"/>
                  <a:pt x="240770" y="265158"/>
                </a:cubicBezTo>
                <a:cubicBezTo>
                  <a:pt x="239382" y="262031"/>
                  <a:pt x="237792" y="259764"/>
                  <a:pt x="237241" y="260103"/>
                </a:cubicBezTo>
                <a:cubicBezTo>
                  <a:pt x="236679" y="260452"/>
                  <a:pt x="235185" y="260219"/>
                  <a:pt x="233924" y="259583"/>
                </a:cubicBezTo>
                <a:cubicBezTo>
                  <a:pt x="230978" y="258110"/>
                  <a:pt x="221992" y="248424"/>
                  <a:pt x="221992" y="246729"/>
                </a:cubicBezTo>
                <a:cubicBezTo>
                  <a:pt x="221992" y="245976"/>
                  <a:pt x="220752" y="245436"/>
                  <a:pt x="219056" y="245436"/>
                </a:cubicBezTo>
                <a:cubicBezTo>
                  <a:pt x="216258" y="245436"/>
                  <a:pt x="215994" y="245849"/>
                  <a:pt x="213100" y="254815"/>
                </a:cubicBezTo>
                <a:cubicBezTo>
                  <a:pt x="210599" y="262519"/>
                  <a:pt x="210303" y="264331"/>
                  <a:pt x="211458" y="264999"/>
                </a:cubicBezTo>
                <a:cubicBezTo>
                  <a:pt x="213069" y="265921"/>
                  <a:pt x="213291" y="270817"/>
                  <a:pt x="211945" y="275522"/>
                </a:cubicBezTo>
                <a:cubicBezTo>
                  <a:pt x="211225" y="278023"/>
                  <a:pt x="211352" y="278860"/>
                  <a:pt x="212496" y="279305"/>
                </a:cubicBezTo>
                <a:cubicBezTo>
                  <a:pt x="213312" y="279612"/>
                  <a:pt x="214478" y="281308"/>
                  <a:pt x="215093" y="283067"/>
                </a:cubicBezTo>
                <a:lnTo>
                  <a:pt x="216205" y="286268"/>
                </a:lnTo>
                <a:lnTo>
                  <a:pt x="217700" y="283332"/>
                </a:lnTo>
                <a:cubicBezTo>
                  <a:pt x="218526" y="281721"/>
                  <a:pt x="220073" y="279432"/>
                  <a:pt x="221154" y="278245"/>
                </a:cubicBezTo>
                <a:close/>
                <a:moveTo>
                  <a:pt x="155091" y="280916"/>
                </a:moveTo>
                <a:cubicBezTo>
                  <a:pt x="155091" y="278563"/>
                  <a:pt x="153353" y="278341"/>
                  <a:pt x="150704" y="280344"/>
                </a:cubicBezTo>
                <a:cubicBezTo>
                  <a:pt x="148923" y="281700"/>
                  <a:pt x="148923" y="281764"/>
                  <a:pt x="150704" y="282230"/>
                </a:cubicBezTo>
                <a:cubicBezTo>
                  <a:pt x="154296" y="283152"/>
                  <a:pt x="155091" y="282919"/>
                  <a:pt x="155091" y="280916"/>
                </a:cubicBezTo>
                <a:close/>
                <a:moveTo>
                  <a:pt x="159224" y="277111"/>
                </a:moveTo>
                <a:cubicBezTo>
                  <a:pt x="158387" y="275660"/>
                  <a:pt x="158196" y="275988"/>
                  <a:pt x="158196" y="278881"/>
                </a:cubicBezTo>
                <a:cubicBezTo>
                  <a:pt x="158196" y="281774"/>
                  <a:pt x="158387" y="282103"/>
                  <a:pt x="159224" y="280662"/>
                </a:cubicBezTo>
                <a:cubicBezTo>
                  <a:pt x="159923" y="279454"/>
                  <a:pt x="159923" y="278320"/>
                  <a:pt x="159224" y="277111"/>
                </a:cubicBezTo>
                <a:close/>
                <a:moveTo>
                  <a:pt x="249343" y="275087"/>
                </a:moveTo>
                <a:cubicBezTo>
                  <a:pt x="249354" y="274388"/>
                  <a:pt x="248898" y="273816"/>
                  <a:pt x="248347" y="273816"/>
                </a:cubicBezTo>
                <a:cubicBezTo>
                  <a:pt x="247785" y="273816"/>
                  <a:pt x="247340" y="275066"/>
                  <a:pt x="247351" y="276603"/>
                </a:cubicBezTo>
                <a:cubicBezTo>
                  <a:pt x="247361" y="278775"/>
                  <a:pt x="247584" y="279051"/>
                  <a:pt x="248347" y="277874"/>
                </a:cubicBezTo>
                <a:cubicBezTo>
                  <a:pt x="248887" y="277037"/>
                  <a:pt x="249333" y="275776"/>
                  <a:pt x="249343" y="275087"/>
                </a:cubicBezTo>
                <a:close/>
                <a:moveTo>
                  <a:pt x="145967" y="275278"/>
                </a:moveTo>
                <a:cubicBezTo>
                  <a:pt x="145967" y="275034"/>
                  <a:pt x="145257" y="274833"/>
                  <a:pt x="144388" y="274833"/>
                </a:cubicBezTo>
                <a:cubicBezTo>
                  <a:pt x="143519" y="274833"/>
                  <a:pt x="143095" y="275289"/>
                  <a:pt x="143445" y="275861"/>
                </a:cubicBezTo>
                <a:cubicBezTo>
                  <a:pt x="144017" y="276794"/>
                  <a:pt x="145967" y="276348"/>
                  <a:pt x="145967" y="275278"/>
                </a:cubicBezTo>
                <a:close/>
                <a:moveTo>
                  <a:pt x="153586" y="269471"/>
                </a:moveTo>
                <a:cubicBezTo>
                  <a:pt x="152463" y="265603"/>
                  <a:pt x="151361" y="263738"/>
                  <a:pt x="149983" y="263377"/>
                </a:cubicBezTo>
                <a:cubicBezTo>
                  <a:pt x="148044" y="262869"/>
                  <a:pt x="148044" y="262932"/>
                  <a:pt x="150079" y="265793"/>
                </a:cubicBezTo>
                <a:cubicBezTo>
                  <a:pt x="151234" y="267404"/>
                  <a:pt x="152262" y="269979"/>
                  <a:pt x="152357" y="271527"/>
                </a:cubicBezTo>
                <a:cubicBezTo>
                  <a:pt x="152537" y="274038"/>
                  <a:pt x="153978" y="276274"/>
                  <a:pt x="154868" y="275395"/>
                </a:cubicBezTo>
                <a:cubicBezTo>
                  <a:pt x="155059" y="275204"/>
                  <a:pt x="154476" y="272533"/>
                  <a:pt x="153586" y="269471"/>
                </a:cubicBezTo>
                <a:close/>
                <a:moveTo>
                  <a:pt x="162689" y="266217"/>
                </a:moveTo>
                <a:cubicBezTo>
                  <a:pt x="162689" y="263155"/>
                  <a:pt x="162350" y="260643"/>
                  <a:pt x="161926" y="260643"/>
                </a:cubicBezTo>
                <a:cubicBezTo>
                  <a:pt x="161513" y="260643"/>
                  <a:pt x="161174" y="261215"/>
                  <a:pt x="161174" y="261925"/>
                </a:cubicBezTo>
                <a:cubicBezTo>
                  <a:pt x="161174" y="262625"/>
                  <a:pt x="160199" y="265009"/>
                  <a:pt x="159023" y="267214"/>
                </a:cubicBezTo>
                <a:cubicBezTo>
                  <a:pt x="157200" y="270605"/>
                  <a:pt x="157147" y="270997"/>
                  <a:pt x="158662" y="269746"/>
                </a:cubicBezTo>
                <a:cubicBezTo>
                  <a:pt x="160252" y="268422"/>
                  <a:pt x="160580" y="268453"/>
                  <a:pt x="161566" y="270022"/>
                </a:cubicBezTo>
                <a:cubicBezTo>
                  <a:pt x="162181" y="270997"/>
                  <a:pt x="162679" y="271792"/>
                  <a:pt x="162689" y="271792"/>
                </a:cubicBezTo>
                <a:cubicBezTo>
                  <a:pt x="162689" y="271792"/>
                  <a:pt x="162689" y="269280"/>
                  <a:pt x="162689" y="266217"/>
                </a:cubicBezTo>
                <a:close/>
                <a:moveTo>
                  <a:pt x="256051" y="266991"/>
                </a:moveTo>
                <a:cubicBezTo>
                  <a:pt x="255235" y="266186"/>
                  <a:pt x="254822" y="266737"/>
                  <a:pt x="253953" y="269757"/>
                </a:cubicBezTo>
                <a:lnTo>
                  <a:pt x="253222" y="272300"/>
                </a:lnTo>
                <a:lnTo>
                  <a:pt x="254938" y="269948"/>
                </a:lnTo>
                <a:cubicBezTo>
                  <a:pt x="255892" y="268655"/>
                  <a:pt x="256390" y="267330"/>
                  <a:pt x="256051" y="266991"/>
                </a:cubicBezTo>
                <a:close/>
                <a:moveTo>
                  <a:pt x="145225" y="266715"/>
                </a:moveTo>
                <a:cubicBezTo>
                  <a:pt x="144875" y="264119"/>
                  <a:pt x="145087" y="262667"/>
                  <a:pt x="145797" y="262667"/>
                </a:cubicBezTo>
                <a:cubicBezTo>
                  <a:pt x="146412" y="262667"/>
                  <a:pt x="145787" y="261003"/>
                  <a:pt x="144420" y="258979"/>
                </a:cubicBezTo>
                <a:cubicBezTo>
                  <a:pt x="141717" y="255005"/>
                  <a:pt x="141325" y="253543"/>
                  <a:pt x="142925" y="253543"/>
                </a:cubicBezTo>
                <a:cubicBezTo>
                  <a:pt x="144928" y="253543"/>
                  <a:pt x="143890" y="250724"/>
                  <a:pt x="141675" y="250141"/>
                </a:cubicBezTo>
                <a:cubicBezTo>
                  <a:pt x="138856" y="249410"/>
                  <a:pt x="138888" y="249357"/>
                  <a:pt x="134787" y="258873"/>
                </a:cubicBezTo>
                <a:cubicBezTo>
                  <a:pt x="130908" y="267881"/>
                  <a:pt x="131215" y="268867"/>
                  <a:pt x="138082" y="269503"/>
                </a:cubicBezTo>
                <a:lnTo>
                  <a:pt x="142406" y="269905"/>
                </a:lnTo>
                <a:lnTo>
                  <a:pt x="140011" y="267362"/>
                </a:lnTo>
                <a:cubicBezTo>
                  <a:pt x="136948" y="264098"/>
                  <a:pt x="135666" y="255567"/>
                  <a:pt x="138241" y="255567"/>
                </a:cubicBezTo>
                <a:cubicBezTo>
                  <a:pt x="140393" y="255567"/>
                  <a:pt x="143932" y="261353"/>
                  <a:pt x="143932" y="264861"/>
                </a:cubicBezTo>
                <a:cubicBezTo>
                  <a:pt x="143932" y="267415"/>
                  <a:pt x="144812" y="270774"/>
                  <a:pt x="145469" y="270774"/>
                </a:cubicBezTo>
                <a:cubicBezTo>
                  <a:pt x="145638" y="270774"/>
                  <a:pt x="145532" y="268951"/>
                  <a:pt x="145225" y="266715"/>
                </a:cubicBezTo>
                <a:close/>
                <a:moveTo>
                  <a:pt x="232123" y="266715"/>
                </a:moveTo>
                <a:cubicBezTo>
                  <a:pt x="231476" y="265507"/>
                  <a:pt x="230724" y="264744"/>
                  <a:pt x="230448" y="265009"/>
                </a:cubicBezTo>
                <a:cubicBezTo>
                  <a:pt x="230183" y="265285"/>
                  <a:pt x="230544" y="266440"/>
                  <a:pt x="231254" y="267584"/>
                </a:cubicBezTo>
                <a:cubicBezTo>
                  <a:pt x="232949" y="270297"/>
                  <a:pt x="233659" y="269587"/>
                  <a:pt x="232123" y="266715"/>
                </a:cubicBezTo>
                <a:close/>
                <a:moveTo>
                  <a:pt x="247859" y="263674"/>
                </a:moveTo>
                <a:cubicBezTo>
                  <a:pt x="248622" y="263674"/>
                  <a:pt x="249767" y="264479"/>
                  <a:pt x="250403" y="265454"/>
                </a:cubicBezTo>
                <a:cubicBezTo>
                  <a:pt x="251410" y="267033"/>
                  <a:pt x="251463" y="267002"/>
                  <a:pt x="250795" y="265200"/>
                </a:cubicBezTo>
                <a:cubicBezTo>
                  <a:pt x="250392" y="264087"/>
                  <a:pt x="249756" y="261120"/>
                  <a:pt x="249375" y="258608"/>
                </a:cubicBezTo>
                <a:cubicBezTo>
                  <a:pt x="248707" y="254158"/>
                  <a:pt x="248061" y="254422"/>
                  <a:pt x="246959" y="259626"/>
                </a:cubicBezTo>
                <a:cubicBezTo>
                  <a:pt x="246206" y="263144"/>
                  <a:pt x="245486" y="267616"/>
                  <a:pt x="246016" y="265454"/>
                </a:cubicBezTo>
                <a:cubicBezTo>
                  <a:pt x="246259" y="264479"/>
                  <a:pt x="247086" y="263674"/>
                  <a:pt x="247859" y="263674"/>
                </a:cubicBezTo>
                <a:close/>
                <a:moveTo>
                  <a:pt x="107954" y="263674"/>
                </a:moveTo>
                <a:cubicBezTo>
                  <a:pt x="107605" y="263123"/>
                  <a:pt x="106333" y="262710"/>
                  <a:pt x="105104" y="262763"/>
                </a:cubicBezTo>
                <a:cubicBezTo>
                  <a:pt x="103037" y="262858"/>
                  <a:pt x="103058" y="262922"/>
                  <a:pt x="105422" y="263674"/>
                </a:cubicBezTo>
                <a:cubicBezTo>
                  <a:pt x="106810" y="264130"/>
                  <a:pt x="108092" y="264532"/>
                  <a:pt x="108272" y="264596"/>
                </a:cubicBezTo>
                <a:cubicBezTo>
                  <a:pt x="108442" y="264649"/>
                  <a:pt x="108293" y="264236"/>
                  <a:pt x="107954" y="263674"/>
                </a:cubicBezTo>
                <a:close/>
                <a:moveTo>
                  <a:pt x="100102" y="261576"/>
                </a:moveTo>
                <a:cubicBezTo>
                  <a:pt x="97410" y="260007"/>
                  <a:pt x="97898" y="257602"/>
                  <a:pt x="100918" y="257602"/>
                </a:cubicBezTo>
                <a:cubicBezTo>
                  <a:pt x="102348" y="257602"/>
                  <a:pt x="103260" y="257188"/>
                  <a:pt x="102942" y="256680"/>
                </a:cubicBezTo>
                <a:cubicBezTo>
                  <a:pt x="102635" y="256171"/>
                  <a:pt x="101469" y="256001"/>
                  <a:pt x="100367" y="256288"/>
                </a:cubicBezTo>
                <a:cubicBezTo>
                  <a:pt x="99265" y="256574"/>
                  <a:pt x="96531" y="255853"/>
                  <a:pt x="94294" y="254687"/>
                </a:cubicBezTo>
                <a:cubicBezTo>
                  <a:pt x="90967" y="252949"/>
                  <a:pt x="90215" y="252843"/>
                  <a:pt x="90215" y="254062"/>
                </a:cubicBezTo>
                <a:cubicBezTo>
                  <a:pt x="90215" y="254889"/>
                  <a:pt x="90638" y="255567"/>
                  <a:pt x="91147" y="255567"/>
                </a:cubicBezTo>
                <a:cubicBezTo>
                  <a:pt x="91656" y="255567"/>
                  <a:pt x="93584" y="257167"/>
                  <a:pt x="95428" y="259117"/>
                </a:cubicBezTo>
                <a:cubicBezTo>
                  <a:pt x="97262" y="261067"/>
                  <a:pt x="99466" y="262657"/>
                  <a:pt x="100324" y="262635"/>
                </a:cubicBezTo>
                <a:cubicBezTo>
                  <a:pt x="101575" y="262614"/>
                  <a:pt x="101532" y="262402"/>
                  <a:pt x="100102" y="261576"/>
                </a:cubicBezTo>
                <a:close/>
                <a:moveTo>
                  <a:pt x="127453" y="252780"/>
                </a:moveTo>
                <a:cubicBezTo>
                  <a:pt x="130738" y="246390"/>
                  <a:pt x="133133" y="240042"/>
                  <a:pt x="134225" y="234785"/>
                </a:cubicBezTo>
                <a:cubicBezTo>
                  <a:pt x="135158" y="230335"/>
                  <a:pt x="137574" y="223351"/>
                  <a:pt x="139587" y="219292"/>
                </a:cubicBezTo>
                <a:cubicBezTo>
                  <a:pt x="142364" y="213686"/>
                  <a:pt x="142957" y="211609"/>
                  <a:pt x="142067" y="210719"/>
                </a:cubicBezTo>
                <a:cubicBezTo>
                  <a:pt x="141177" y="209839"/>
                  <a:pt x="140605" y="209839"/>
                  <a:pt x="139683" y="210761"/>
                </a:cubicBezTo>
                <a:cubicBezTo>
                  <a:pt x="139015" y="211439"/>
                  <a:pt x="137616" y="211980"/>
                  <a:pt x="136578" y="211980"/>
                </a:cubicBezTo>
                <a:cubicBezTo>
                  <a:pt x="135528" y="211980"/>
                  <a:pt x="134988" y="212446"/>
                  <a:pt x="135348" y="213040"/>
                </a:cubicBezTo>
                <a:cubicBezTo>
                  <a:pt x="136535" y="214958"/>
                  <a:pt x="133727" y="216918"/>
                  <a:pt x="128142" y="218084"/>
                </a:cubicBezTo>
                <a:cubicBezTo>
                  <a:pt x="123638" y="219017"/>
                  <a:pt x="122102" y="218953"/>
                  <a:pt x="119654" y="217724"/>
                </a:cubicBezTo>
                <a:cubicBezTo>
                  <a:pt x="116358" y="216092"/>
                  <a:pt x="115871" y="216388"/>
                  <a:pt x="113698" y="221475"/>
                </a:cubicBezTo>
                <a:cubicBezTo>
                  <a:pt x="112564" y="224124"/>
                  <a:pt x="112617" y="224315"/>
                  <a:pt x="114260" y="223616"/>
                </a:cubicBezTo>
                <a:cubicBezTo>
                  <a:pt x="117481" y="222249"/>
                  <a:pt x="127803" y="221804"/>
                  <a:pt x="128990" y="222980"/>
                </a:cubicBezTo>
                <a:cubicBezTo>
                  <a:pt x="132031" y="226032"/>
                  <a:pt x="117460" y="232920"/>
                  <a:pt x="113370" y="230366"/>
                </a:cubicBezTo>
                <a:cubicBezTo>
                  <a:pt x="111844" y="229413"/>
                  <a:pt x="111165" y="229815"/>
                  <a:pt x="108993" y="233005"/>
                </a:cubicBezTo>
                <a:cubicBezTo>
                  <a:pt x="106386" y="236852"/>
                  <a:pt x="105835" y="238431"/>
                  <a:pt x="107191" y="238219"/>
                </a:cubicBezTo>
                <a:cubicBezTo>
                  <a:pt x="109798" y="237806"/>
                  <a:pt x="110487" y="238664"/>
                  <a:pt x="110487" y="242331"/>
                </a:cubicBezTo>
                <a:cubicBezTo>
                  <a:pt x="110487" y="244524"/>
                  <a:pt x="110943" y="246612"/>
                  <a:pt x="111504" y="246951"/>
                </a:cubicBezTo>
                <a:cubicBezTo>
                  <a:pt x="112056" y="247301"/>
                  <a:pt x="112511" y="247100"/>
                  <a:pt x="112511" y="246506"/>
                </a:cubicBezTo>
                <a:cubicBezTo>
                  <a:pt x="112511" y="244821"/>
                  <a:pt x="115266" y="245245"/>
                  <a:pt x="115955" y="247036"/>
                </a:cubicBezTo>
                <a:cubicBezTo>
                  <a:pt x="116294" y="247916"/>
                  <a:pt x="116570" y="250014"/>
                  <a:pt x="116570" y="251688"/>
                </a:cubicBezTo>
                <a:cubicBezTo>
                  <a:pt x="116570" y="253384"/>
                  <a:pt x="117810" y="256489"/>
                  <a:pt x="119357" y="258683"/>
                </a:cubicBezTo>
                <a:cubicBezTo>
                  <a:pt x="120894" y="260844"/>
                  <a:pt x="122197" y="262635"/>
                  <a:pt x="122261" y="262646"/>
                </a:cubicBezTo>
                <a:cubicBezTo>
                  <a:pt x="122324" y="262657"/>
                  <a:pt x="124666" y="258216"/>
                  <a:pt x="127453" y="252780"/>
                </a:cubicBezTo>
                <a:close/>
                <a:moveTo>
                  <a:pt x="84132" y="261258"/>
                </a:moveTo>
                <a:cubicBezTo>
                  <a:pt x="84132" y="261035"/>
                  <a:pt x="83422" y="260580"/>
                  <a:pt x="82563" y="260251"/>
                </a:cubicBezTo>
                <a:cubicBezTo>
                  <a:pt x="81663" y="259901"/>
                  <a:pt x="81249" y="260071"/>
                  <a:pt x="81610" y="260654"/>
                </a:cubicBezTo>
                <a:cubicBezTo>
                  <a:pt x="82203" y="261618"/>
                  <a:pt x="84132" y="262074"/>
                  <a:pt x="84132" y="261258"/>
                </a:cubicBezTo>
                <a:close/>
                <a:moveTo>
                  <a:pt x="260640" y="260643"/>
                </a:moveTo>
                <a:cubicBezTo>
                  <a:pt x="262335" y="260643"/>
                  <a:pt x="269022" y="245287"/>
                  <a:pt x="269012" y="241441"/>
                </a:cubicBezTo>
                <a:cubicBezTo>
                  <a:pt x="269001" y="239459"/>
                  <a:pt x="269584" y="237371"/>
                  <a:pt x="270305" y="236820"/>
                </a:cubicBezTo>
                <a:cubicBezTo>
                  <a:pt x="271915" y="235570"/>
                  <a:pt x="274861" y="217904"/>
                  <a:pt x="273664" y="216664"/>
                </a:cubicBezTo>
                <a:cubicBezTo>
                  <a:pt x="273176" y="216145"/>
                  <a:pt x="272064" y="216505"/>
                  <a:pt x="271057" y="217501"/>
                </a:cubicBezTo>
                <a:cubicBezTo>
                  <a:pt x="269743" y="218826"/>
                  <a:pt x="267994" y="219165"/>
                  <a:pt x="263904" y="218911"/>
                </a:cubicBezTo>
                <a:cubicBezTo>
                  <a:pt x="260725" y="218709"/>
                  <a:pt x="258330" y="219017"/>
                  <a:pt x="258086" y="219642"/>
                </a:cubicBezTo>
                <a:cubicBezTo>
                  <a:pt x="257863" y="220235"/>
                  <a:pt x="255892" y="221253"/>
                  <a:pt x="253709" y="221910"/>
                </a:cubicBezTo>
                <a:cubicBezTo>
                  <a:pt x="251526" y="222567"/>
                  <a:pt x="248665" y="224252"/>
                  <a:pt x="247351" y="225650"/>
                </a:cubicBezTo>
                <a:lnTo>
                  <a:pt x="244945" y="228204"/>
                </a:lnTo>
                <a:lnTo>
                  <a:pt x="248230" y="228204"/>
                </a:lnTo>
                <a:cubicBezTo>
                  <a:pt x="255044" y="228204"/>
                  <a:pt x="258139" y="232518"/>
                  <a:pt x="252257" y="233810"/>
                </a:cubicBezTo>
                <a:cubicBezTo>
                  <a:pt x="245910" y="235199"/>
                  <a:pt x="241808" y="243391"/>
                  <a:pt x="244680" y="248922"/>
                </a:cubicBezTo>
                <a:cubicBezTo>
                  <a:pt x="245984" y="251434"/>
                  <a:pt x="246185" y="251519"/>
                  <a:pt x="246747" y="249738"/>
                </a:cubicBezTo>
                <a:cubicBezTo>
                  <a:pt x="247086" y="248668"/>
                  <a:pt x="248506" y="246708"/>
                  <a:pt x="249894" y="245404"/>
                </a:cubicBezTo>
                <a:cubicBezTo>
                  <a:pt x="253052" y="242437"/>
                  <a:pt x="255447" y="243899"/>
                  <a:pt x="253709" y="247735"/>
                </a:cubicBezTo>
                <a:cubicBezTo>
                  <a:pt x="252893" y="249505"/>
                  <a:pt x="252978" y="250565"/>
                  <a:pt x="254038" y="252006"/>
                </a:cubicBezTo>
                <a:cubicBezTo>
                  <a:pt x="254811" y="253066"/>
                  <a:pt x="255437" y="254952"/>
                  <a:pt x="255437" y="256213"/>
                </a:cubicBezTo>
                <a:cubicBezTo>
                  <a:pt x="255437" y="257464"/>
                  <a:pt x="255903" y="258778"/>
                  <a:pt x="256475" y="259128"/>
                </a:cubicBezTo>
                <a:cubicBezTo>
                  <a:pt x="257037" y="259477"/>
                  <a:pt x="257185" y="260262"/>
                  <a:pt x="256814" y="260876"/>
                </a:cubicBezTo>
                <a:cubicBezTo>
                  <a:pt x="256358" y="261607"/>
                  <a:pt x="256740" y="261756"/>
                  <a:pt x="257895" y="261321"/>
                </a:cubicBezTo>
                <a:cubicBezTo>
                  <a:pt x="258859" y="260940"/>
                  <a:pt x="260099" y="260643"/>
                  <a:pt x="260640" y="260643"/>
                </a:cubicBezTo>
                <a:close/>
                <a:moveTo>
                  <a:pt x="42643" y="250682"/>
                </a:moveTo>
                <a:cubicBezTo>
                  <a:pt x="40376" y="248530"/>
                  <a:pt x="38521" y="246008"/>
                  <a:pt x="38521" y="245086"/>
                </a:cubicBezTo>
                <a:cubicBezTo>
                  <a:pt x="38521" y="243136"/>
                  <a:pt x="41605" y="242839"/>
                  <a:pt x="43385" y="244620"/>
                </a:cubicBezTo>
                <a:cubicBezTo>
                  <a:pt x="44254" y="245489"/>
                  <a:pt x="44604" y="245510"/>
                  <a:pt x="44604" y="244694"/>
                </a:cubicBezTo>
                <a:cubicBezTo>
                  <a:pt x="44604" y="244058"/>
                  <a:pt x="43714" y="243263"/>
                  <a:pt x="42633" y="242914"/>
                </a:cubicBezTo>
                <a:cubicBezTo>
                  <a:pt x="41552" y="242575"/>
                  <a:pt x="39846" y="240508"/>
                  <a:pt x="38828" y="238314"/>
                </a:cubicBezTo>
                <a:cubicBezTo>
                  <a:pt x="37822" y="236121"/>
                  <a:pt x="36688" y="234319"/>
                  <a:pt x="36306" y="234309"/>
                </a:cubicBezTo>
                <a:cubicBezTo>
                  <a:pt x="35935" y="234298"/>
                  <a:pt x="35893" y="236905"/>
                  <a:pt x="36221" y="240116"/>
                </a:cubicBezTo>
                <a:cubicBezTo>
                  <a:pt x="36730" y="245129"/>
                  <a:pt x="37430" y="246644"/>
                  <a:pt x="41213" y="250989"/>
                </a:cubicBezTo>
                <a:cubicBezTo>
                  <a:pt x="43629" y="253765"/>
                  <a:pt x="45664" y="256510"/>
                  <a:pt x="45727" y="257072"/>
                </a:cubicBezTo>
                <a:cubicBezTo>
                  <a:pt x="45801" y="257644"/>
                  <a:pt x="46056" y="257316"/>
                  <a:pt x="46310" y="256351"/>
                </a:cubicBezTo>
                <a:cubicBezTo>
                  <a:pt x="46596" y="255249"/>
                  <a:pt x="45250" y="253172"/>
                  <a:pt x="42643" y="250682"/>
                </a:cubicBezTo>
                <a:close/>
                <a:moveTo>
                  <a:pt x="167299" y="250978"/>
                </a:moveTo>
                <a:cubicBezTo>
                  <a:pt x="170298" y="249050"/>
                  <a:pt x="173191" y="247460"/>
                  <a:pt x="173721" y="247460"/>
                </a:cubicBezTo>
                <a:cubicBezTo>
                  <a:pt x="175915" y="247460"/>
                  <a:pt x="173181" y="246167"/>
                  <a:pt x="170277" y="245828"/>
                </a:cubicBezTo>
                <a:cubicBezTo>
                  <a:pt x="168200" y="245584"/>
                  <a:pt x="166049" y="246231"/>
                  <a:pt x="163929" y="247725"/>
                </a:cubicBezTo>
                <a:cubicBezTo>
                  <a:pt x="158609" y="251487"/>
                  <a:pt x="158344" y="251879"/>
                  <a:pt x="159341" y="254560"/>
                </a:cubicBezTo>
                <a:cubicBezTo>
                  <a:pt x="159987" y="256298"/>
                  <a:pt x="160496" y="256658"/>
                  <a:pt x="161047" y="255768"/>
                </a:cubicBezTo>
                <a:cubicBezTo>
                  <a:pt x="161481" y="255069"/>
                  <a:pt x="164289" y="252918"/>
                  <a:pt x="167299" y="250978"/>
                </a:cubicBezTo>
                <a:close/>
                <a:moveTo>
                  <a:pt x="284240" y="252896"/>
                </a:moveTo>
                <a:cubicBezTo>
                  <a:pt x="284802" y="251445"/>
                  <a:pt x="284653" y="251402"/>
                  <a:pt x="283085" y="252610"/>
                </a:cubicBezTo>
                <a:cubicBezTo>
                  <a:pt x="282099" y="253363"/>
                  <a:pt x="281103" y="254115"/>
                  <a:pt x="280870" y="254274"/>
                </a:cubicBezTo>
                <a:cubicBezTo>
                  <a:pt x="280637" y="254422"/>
                  <a:pt x="281156" y="254560"/>
                  <a:pt x="282025" y="254560"/>
                </a:cubicBezTo>
                <a:cubicBezTo>
                  <a:pt x="282894" y="254560"/>
                  <a:pt x="283890" y="253808"/>
                  <a:pt x="284240" y="252896"/>
                </a:cubicBezTo>
                <a:close/>
                <a:moveTo>
                  <a:pt x="236234" y="251604"/>
                </a:moveTo>
                <a:cubicBezTo>
                  <a:pt x="235185" y="249654"/>
                  <a:pt x="229293" y="243401"/>
                  <a:pt x="228498" y="243401"/>
                </a:cubicBezTo>
                <a:cubicBezTo>
                  <a:pt x="227290" y="243401"/>
                  <a:pt x="228488" y="245351"/>
                  <a:pt x="232101" y="249230"/>
                </a:cubicBezTo>
                <a:cubicBezTo>
                  <a:pt x="236393" y="253861"/>
                  <a:pt x="237898" y="254719"/>
                  <a:pt x="236234" y="251604"/>
                </a:cubicBezTo>
                <a:close/>
                <a:moveTo>
                  <a:pt x="279768" y="248869"/>
                </a:moveTo>
                <a:cubicBezTo>
                  <a:pt x="279768" y="248096"/>
                  <a:pt x="278909" y="247460"/>
                  <a:pt x="277860" y="247460"/>
                </a:cubicBezTo>
                <a:cubicBezTo>
                  <a:pt x="276525" y="247460"/>
                  <a:pt x="275815" y="248350"/>
                  <a:pt x="275508" y="250395"/>
                </a:cubicBezTo>
                <a:cubicBezTo>
                  <a:pt x="275094" y="253257"/>
                  <a:pt x="275147" y="253299"/>
                  <a:pt x="277426" y="251805"/>
                </a:cubicBezTo>
                <a:cubicBezTo>
                  <a:pt x="278708" y="250957"/>
                  <a:pt x="279768" y="249632"/>
                  <a:pt x="279768" y="248869"/>
                </a:cubicBezTo>
                <a:close/>
                <a:moveTo>
                  <a:pt x="299044" y="247566"/>
                </a:moveTo>
                <a:cubicBezTo>
                  <a:pt x="301376" y="246527"/>
                  <a:pt x="302785" y="245372"/>
                  <a:pt x="302181" y="245001"/>
                </a:cubicBezTo>
                <a:cubicBezTo>
                  <a:pt x="301588" y="244630"/>
                  <a:pt x="300199" y="244800"/>
                  <a:pt x="299118" y="245383"/>
                </a:cubicBezTo>
                <a:cubicBezTo>
                  <a:pt x="298027" y="245966"/>
                  <a:pt x="295537" y="246443"/>
                  <a:pt x="293576" y="246443"/>
                </a:cubicBezTo>
                <a:cubicBezTo>
                  <a:pt x="291626" y="246443"/>
                  <a:pt x="289740" y="246898"/>
                  <a:pt x="289401" y="247449"/>
                </a:cubicBezTo>
                <a:cubicBezTo>
                  <a:pt x="289051" y="248022"/>
                  <a:pt x="289443" y="248202"/>
                  <a:pt x="290312" y="247863"/>
                </a:cubicBezTo>
                <a:cubicBezTo>
                  <a:pt x="293163" y="246771"/>
                  <a:pt x="294191" y="248467"/>
                  <a:pt x="292432" y="251360"/>
                </a:cubicBezTo>
                <a:lnTo>
                  <a:pt x="290800" y="254052"/>
                </a:lnTo>
                <a:lnTo>
                  <a:pt x="292803" y="251752"/>
                </a:lnTo>
                <a:cubicBezTo>
                  <a:pt x="293905" y="250491"/>
                  <a:pt x="296713" y="248604"/>
                  <a:pt x="299044" y="247566"/>
                </a:cubicBezTo>
                <a:close/>
                <a:moveTo>
                  <a:pt x="54682" y="243931"/>
                </a:moveTo>
                <a:cubicBezTo>
                  <a:pt x="58550" y="241102"/>
                  <a:pt x="57734" y="240752"/>
                  <a:pt x="51683" y="242638"/>
                </a:cubicBezTo>
                <a:cubicBezTo>
                  <a:pt x="47656" y="243889"/>
                  <a:pt x="47073" y="244800"/>
                  <a:pt x="48271" y="247916"/>
                </a:cubicBezTo>
                <a:cubicBezTo>
                  <a:pt x="48822" y="249357"/>
                  <a:pt x="49023" y="249367"/>
                  <a:pt x="50040" y="248022"/>
                </a:cubicBezTo>
                <a:cubicBezTo>
                  <a:pt x="50676" y="247174"/>
                  <a:pt x="52764" y="245340"/>
                  <a:pt x="54682" y="243931"/>
                </a:cubicBezTo>
                <a:close/>
                <a:moveTo>
                  <a:pt x="157115" y="243253"/>
                </a:moveTo>
                <a:cubicBezTo>
                  <a:pt x="157115" y="242776"/>
                  <a:pt x="155865" y="242447"/>
                  <a:pt x="154328" y="242511"/>
                </a:cubicBezTo>
                <a:cubicBezTo>
                  <a:pt x="152611" y="242585"/>
                  <a:pt x="152219" y="242808"/>
                  <a:pt x="153311" y="243094"/>
                </a:cubicBezTo>
                <a:cubicBezTo>
                  <a:pt x="155420" y="243645"/>
                  <a:pt x="155547" y="244503"/>
                  <a:pt x="153819" y="246474"/>
                </a:cubicBezTo>
                <a:cubicBezTo>
                  <a:pt x="153120" y="247269"/>
                  <a:pt x="153576" y="247057"/>
                  <a:pt x="154837" y="246008"/>
                </a:cubicBezTo>
                <a:cubicBezTo>
                  <a:pt x="156087" y="244959"/>
                  <a:pt x="157115" y="243719"/>
                  <a:pt x="157115" y="243253"/>
                </a:cubicBezTo>
                <a:close/>
                <a:moveTo>
                  <a:pt x="195477" y="243285"/>
                </a:moveTo>
                <a:cubicBezTo>
                  <a:pt x="192976" y="241706"/>
                  <a:pt x="192478" y="242363"/>
                  <a:pt x="194322" y="244832"/>
                </a:cubicBezTo>
                <a:cubicBezTo>
                  <a:pt x="195732" y="246729"/>
                  <a:pt x="196219" y="246930"/>
                  <a:pt x="196495" y="245711"/>
                </a:cubicBezTo>
                <a:cubicBezTo>
                  <a:pt x="196685" y="244853"/>
                  <a:pt x="196230" y="243761"/>
                  <a:pt x="195477" y="243285"/>
                </a:cubicBezTo>
                <a:close/>
                <a:moveTo>
                  <a:pt x="289030" y="242765"/>
                </a:moveTo>
                <a:cubicBezTo>
                  <a:pt x="293046" y="238802"/>
                  <a:pt x="293629" y="237774"/>
                  <a:pt x="292675" y="236248"/>
                </a:cubicBezTo>
                <a:cubicBezTo>
                  <a:pt x="291658" y="234637"/>
                  <a:pt x="291351" y="234860"/>
                  <a:pt x="289793" y="238336"/>
                </a:cubicBezTo>
                <a:cubicBezTo>
                  <a:pt x="288829" y="240476"/>
                  <a:pt x="286868" y="243009"/>
                  <a:pt x="285427" y="243952"/>
                </a:cubicBezTo>
                <a:cubicBezTo>
                  <a:pt x="282958" y="245574"/>
                  <a:pt x="281940" y="247460"/>
                  <a:pt x="283530" y="247460"/>
                </a:cubicBezTo>
                <a:cubicBezTo>
                  <a:pt x="283933" y="247460"/>
                  <a:pt x="286402" y="245340"/>
                  <a:pt x="289030" y="242765"/>
                </a:cubicBezTo>
                <a:close/>
                <a:moveTo>
                  <a:pt x="174908" y="242458"/>
                </a:moveTo>
                <a:cubicBezTo>
                  <a:pt x="171326" y="238706"/>
                  <a:pt x="171951" y="235750"/>
                  <a:pt x="176127" y="236778"/>
                </a:cubicBezTo>
                <a:cubicBezTo>
                  <a:pt x="179793" y="237668"/>
                  <a:pt x="185484" y="241547"/>
                  <a:pt x="185495" y="243157"/>
                </a:cubicBezTo>
                <a:cubicBezTo>
                  <a:pt x="185495" y="243846"/>
                  <a:pt x="186215" y="244418"/>
                  <a:pt x="187105" y="244418"/>
                </a:cubicBezTo>
                <a:cubicBezTo>
                  <a:pt x="189575" y="244418"/>
                  <a:pt x="188345" y="242373"/>
                  <a:pt x="183407" y="238261"/>
                </a:cubicBezTo>
                <a:cubicBezTo>
                  <a:pt x="178924" y="234542"/>
                  <a:pt x="178892" y="234531"/>
                  <a:pt x="173340" y="235580"/>
                </a:cubicBezTo>
                <a:lnTo>
                  <a:pt x="167755" y="236629"/>
                </a:lnTo>
                <a:lnTo>
                  <a:pt x="172110" y="241038"/>
                </a:lnTo>
                <a:cubicBezTo>
                  <a:pt x="174505" y="243454"/>
                  <a:pt x="176762" y="245436"/>
                  <a:pt x="177123" y="245436"/>
                </a:cubicBezTo>
                <a:cubicBezTo>
                  <a:pt x="177472" y="245436"/>
                  <a:pt x="176487" y="244090"/>
                  <a:pt x="174908" y="242458"/>
                </a:cubicBezTo>
                <a:close/>
                <a:moveTo>
                  <a:pt x="143943" y="242394"/>
                </a:moveTo>
                <a:cubicBezTo>
                  <a:pt x="143943" y="241949"/>
                  <a:pt x="143254" y="241335"/>
                  <a:pt x="142417" y="241017"/>
                </a:cubicBezTo>
                <a:cubicBezTo>
                  <a:pt x="141389" y="240614"/>
                  <a:pt x="140901" y="241059"/>
                  <a:pt x="140901" y="242394"/>
                </a:cubicBezTo>
                <a:cubicBezTo>
                  <a:pt x="140901" y="243719"/>
                  <a:pt x="141389" y="244164"/>
                  <a:pt x="142417" y="243772"/>
                </a:cubicBezTo>
                <a:cubicBezTo>
                  <a:pt x="143254" y="243454"/>
                  <a:pt x="143943" y="242829"/>
                  <a:pt x="143943" y="242394"/>
                </a:cubicBezTo>
                <a:close/>
                <a:moveTo>
                  <a:pt x="162181" y="242786"/>
                </a:moveTo>
                <a:cubicBezTo>
                  <a:pt x="162181" y="242575"/>
                  <a:pt x="161502" y="242394"/>
                  <a:pt x="160665" y="242394"/>
                </a:cubicBezTo>
                <a:cubicBezTo>
                  <a:pt x="159828" y="242394"/>
                  <a:pt x="159139" y="242829"/>
                  <a:pt x="159139" y="243369"/>
                </a:cubicBezTo>
                <a:cubicBezTo>
                  <a:pt x="159139" y="243910"/>
                  <a:pt x="159828" y="244090"/>
                  <a:pt x="160665" y="243772"/>
                </a:cubicBezTo>
                <a:cubicBezTo>
                  <a:pt x="161502" y="243454"/>
                  <a:pt x="162181" y="243009"/>
                  <a:pt x="162181" y="242786"/>
                </a:cubicBezTo>
                <a:close/>
                <a:moveTo>
                  <a:pt x="62227" y="240794"/>
                </a:moveTo>
                <a:cubicBezTo>
                  <a:pt x="62651" y="239681"/>
                  <a:pt x="62333" y="239300"/>
                  <a:pt x="61157" y="239533"/>
                </a:cubicBezTo>
                <a:cubicBezTo>
                  <a:pt x="60224" y="239713"/>
                  <a:pt x="59281" y="240423"/>
                  <a:pt x="59048" y="241123"/>
                </a:cubicBezTo>
                <a:cubicBezTo>
                  <a:pt x="58423" y="242988"/>
                  <a:pt x="61507" y="242670"/>
                  <a:pt x="62227" y="240794"/>
                </a:cubicBezTo>
                <a:close/>
                <a:moveTo>
                  <a:pt x="152336" y="238251"/>
                </a:moveTo>
                <a:cubicBezTo>
                  <a:pt x="154413" y="236534"/>
                  <a:pt x="155865" y="234711"/>
                  <a:pt x="155547" y="234203"/>
                </a:cubicBezTo>
                <a:cubicBezTo>
                  <a:pt x="155229" y="233683"/>
                  <a:pt x="153809" y="234626"/>
                  <a:pt x="152399" y="236311"/>
                </a:cubicBezTo>
                <a:cubicBezTo>
                  <a:pt x="150990" y="237986"/>
                  <a:pt x="149199" y="239353"/>
                  <a:pt x="148415" y="239353"/>
                </a:cubicBezTo>
                <a:cubicBezTo>
                  <a:pt x="147620" y="239353"/>
                  <a:pt x="146984" y="239809"/>
                  <a:pt x="146984" y="240360"/>
                </a:cubicBezTo>
                <a:cubicBezTo>
                  <a:pt x="146984" y="242066"/>
                  <a:pt x="148372" y="241515"/>
                  <a:pt x="152336" y="238251"/>
                </a:cubicBezTo>
                <a:close/>
                <a:moveTo>
                  <a:pt x="224567" y="240296"/>
                </a:moveTo>
                <a:cubicBezTo>
                  <a:pt x="225637" y="238558"/>
                  <a:pt x="224673" y="238389"/>
                  <a:pt x="222553" y="239936"/>
                </a:cubicBezTo>
                <a:cubicBezTo>
                  <a:pt x="220911" y="241144"/>
                  <a:pt x="220858" y="241377"/>
                  <a:pt x="222246" y="241377"/>
                </a:cubicBezTo>
                <a:cubicBezTo>
                  <a:pt x="223157" y="241377"/>
                  <a:pt x="224196" y="240890"/>
                  <a:pt x="224567" y="240296"/>
                </a:cubicBezTo>
                <a:close/>
                <a:moveTo>
                  <a:pt x="189755" y="238134"/>
                </a:moveTo>
                <a:cubicBezTo>
                  <a:pt x="188250" y="236629"/>
                  <a:pt x="188154" y="233270"/>
                  <a:pt x="189617" y="233270"/>
                </a:cubicBezTo>
                <a:cubicBezTo>
                  <a:pt x="190210" y="233270"/>
                  <a:pt x="191694" y="233779"/>
                  <a:pt x="192913" y="234393"/>
                </a:cubicBezTo>
                <a:cubicBezTo>
                  <a:pt x="194386" y="235146"/>
                  <a:pt x="194047" y="234542"/>
                  <a:pt x="191917" y="232624"/>
                </a:cubicBezTo>
                <a:cubicBezTo>
                  <a:pt x="190147" y="231023"/>
                  <a:pt x="187953" y="228353"/>
                  <a:pt x="187052" y="226678"/>
                </a:cubicBezTo>
                <a:lnTo>
                  <a:pt x="185399" y="223637"/>
                </a:lnTo>
                <a:lnTo>
                  <a:pt x="185961" y="226678"/>
                </a:lnTo>
                <a:cubicBezTo>
                  <a:pt x="186268" y="228353"/>
                  <a:pt x="186809" y="231320"/>
                  <a:pt x="187169" y="233270"/>
                </a:cubicBezTo>
                <a:cubicBezTo>
                  <a:pt x="187784" y="236704"/>
                  <a:pt x="189182" y="239353"/>
                  <a:pt x="190391" y="239353"/>
                </a:cubicBezTo>
                <a:cubicBezTo>
                  <a:pt x="190708" y="239353"/>
                  <a:pt x="190422" y="238802"/>
                  <a:pt x="189755" y="238134"/>
                </a:cubicBezTo>
                <a:close/>
                <a:moveTo>
                  <a:pt x="200702" y="235739"/>
                </a:moveTo>
                <a:cubicBezTo>
                  <a:pt x="200702" y="234224"/>
                  <a:pt x="200119" y="233270"/>
                  <a:pt x="199186" y="233270"/>
                </a:cubicBezTo>
                <a:cubicBezTo>
                  <a:pt x="197660" y="233270"/>
                  <a:pt x="197003" y="237339"/>
                  <a:pt x="198307" y="238643"/>
                </a:cubicBezTo>
                <a:cubicBezTo>
                  <a:pt x="199462" y="239798"/>
                  <a:pt x="200702" y="238283"/>
                  <a:pt x="200702" y="235739"/>
                </a:cubicBezTo>
                <a:close/>
                <a:moveTo>
                  <a:pt x="240176" y="234425"/>
                </a:moveTo>
                <a:cubicBezTo>
                  <a:pt x="244723" y="232390"/>
                  <a:pt x="244352" y="230504"/>
                  <a:pt x="239753" y="232253"/>
                </a:cubicBezTo>
                <a:cubicBezTo>
                  <a:pt x="238269" y="232814"/>
                  <a:pt x="235747" y="233270"/>
                  <a:pt x="234147" y="233270"/>
                </a:cubicBezTo>
                <a:cubicBezTo>
                  <a:pt x="232546" y="233270"/>
                  <a:pt x="230978" y="233683"/>
                  <a:pt x="230660" y="234192"/>
                </a:cubicBezTo>
                <a:cubicBezTo>
                  <a:pt x="230353" y="234690"/>
                  <a:pt x="231073" y="234849"/>
                  <a:pt x="232271" y="234542"/>
                </a:cubicBezTo>
                <a:cubicBezTo>
                  <a:pt x="234210" y="234033"/>
                  <a:pt x="234390" y="234287"/>
                  <a:pt x="233892" y="236894"/>
                </a:cubicBezTo>
                <a:cubicBezTo>
                  <a:pt x="233405" y="239427"/>
                  <a:pt x="233500" y="239586"/>
                  <a:pt x="234602" y="238081"/>
                </a:cubicBezTo>
                <a:cubicBezTo>
                  <a:pt x="235302" y="237127"/>
                  <a:pt x="237803" y="235485"/>
                  <a:pt x="240176" y="234425"/>
                </a:cubicBezTo>
                <a:close/>
                <a:moveTo>
                  <a:pt x="220328" y="234775"/>
                </a:moveTo>
                <a:cubicBezTo>
                  <a:pt x="219607" y="232910"/>
                  <a:pt x="218346" y="233609"/>
                  <a:pt x="217647" y="236280"/>
                </a:cubicBezTo>
                <a:cubicBezTo>
                  <a:pt x="217202" y="237986"/>
                  <a:pt x="217414" y="238145"/>
                  <a:pt x="219014" y="237286"/>
                </a:cubicBezTo>
                <a:cubicBezTo>
                  <a:pt x="220095" y="236704"/>
                  <a:pt x="220656" y="235644"/>
                  <a:pt x="220328" y="234775"/>
                </a:cubicBezTo>
                <a:close/>
                <a:moveTo>
                  <a:pt x="58402" y="231151"/>
                </a:moveTo>
                <a:cubicBezTo>
                  <a:pt x="59398" y="230324"/>
                  <a:pt x="62704" y="229646"/>
                  <a:pt x="66297" y="229550"/>
                </a:cubicBezTo>
                <a:cubicBezTo>
                  <a:pt x="74170" y="229338"/>
                  <a:pt x="74361" y="227791"/>
                  <a:pt x="66561" y="227388"/>
                </a:cubicBezTo>
                <a:cubicBezTo>
                  <a:pt x="61422" y="227124"/>
                  <a:pt x="60330" y="227399"/>
                  <a:pt x="58179" y="229550"/>
                </a:cubicBezTo>
                <a:cubicBezTo>
                  <a:pt x="55042" y="232687"/>
                  <a:pt x="48154" y="234605"/>
                  <a:pt x="46639" y="232772"/>
                </a:cubicBezTo>
                <a:cubicBezTo>
                  <a:pt x="45844" y="231818"/>
                  <a:pt x="46501" y="230674"/>
                  <a:pt x="49171" y="228321"/>
                </a:cubicBezTo>
                <a:cubicBezTo>
                  <a:pt x="52679" y="225248"/>
                  <a:pt x="52711" y="225163"/>
                  <a:pt x="50273" y="225163"/>
                </a:cubicBezTo>
                <a:cubicBezTo>
                  <a:pt x="48896" y="225163"/>
                  <a:pt x="47476" y="225619"/>
                  <a:pt x="47137" y="226170"/>
                </a:cubicBezTo>
                <a:cubicBezTo>
                  <a:pt x="46787" y="226731"/>
                  <a:pt x="44487" y="227187"/>
                  <a:pt x="42008" y="227187"/>
                </a:cubicBezTo>
                <a:cubicBezTo>
                  <a:pt x="39528" y="227187"/>
                  <a:pt x="37504" y="227643"/>
                  <a:pt x="37504" y="228204"/>
                </a:cubicBezTo>
                <a:cubicBezTo>
                  <a:pt x="37504" y="228756"/>
                  <a:pt x="37843" y="229222"/>
                  <a:pt x="38267" y="229222"/>
                </a:cubicBezTo>
                <a:cubicBezTo>
                  <a:pt x="38680" y="229222"/>
                  <a:pt x="40842" y="230981"/>
                  <a:pt x="43067" y="233122"/>
                </a:cubicBezTo>
                <a:lnTo>
                  <a:pt x="47105" y="237011"/>
                </a:lnTo>
                <a:lnTo>
                  <a:pt x="51895" y="234785"/>
                </a:lnTo>
                <a:cubicBezTo>
                  <a:pt x="54523" y="233567"/>
                  <a:pt x="57458" y="231935"/>
                  <a:pt x="58402" y="231151"/>
                </a:cubicBezTo>
                <a:close/>
                <a:moveTo>
                  <a:pt x="64622" y="235612"/>
                </a:moveTo>
                <a:cubicBezTo>
                  <a:pt x="63647" y="235358"/>
                  <a:pt x="62047" y="235358"/>
                  <a:pt x="61072" y="235612"/>
                </a:cubicBezTo>
                <a:cubicBezTo>
                  <a:pt x="60097" y="235866"/>
                  <a:pt x="60892" y="236078"/>
                  <a:pt x="62842" y="236078"/>
                </a:cubicBezTo>
                <a:cubicBezTo>
                  <a:pt x="64802" y="236078"/>
                  <a:pt x="65597" y="235866"/>
                  <a:pt x="64622" y="235612"/>
                </a:cubicBezTo>
                <a:close/>
                <a:moveTo>
                  <a:pt x="143943" y="233270"/>
                </a:moveTo>
                <a:cubicBezTo>
                  <a:pt x="143943" y="232708"/>
                  <a:pt x="143455" y="232253"/>
                  <a:pt x="142862" y="232253"/>
                </a:cubicBezTo>
                <a:cubicBezTo>
                  <a:pt x="142279" y="232253"/>
                  <a:pt x="142078" y="232708"/>
                  <a:pt x="142417" y="233270"/>
                </a:cubicBezTo>
                <a:cubicBezTo>
                  <a:pt x="142766" y="233832"/>
                  <a:pt x="143243" y="234287"/>
                  <a:pt x="143487" y="234287"/>
                </a:cubicBezTo>
                <a:cubicBezTo>
                  <a:pt x="143741" y="234287"/>
                  <a:pt x="143943" y="233832"/>
                  <a:pt x="143943" y="233270"/>
                </a:cubicBezTo>
                <a:close/>
                <a:moveTo>
                  <a:pt x="232154" y="227145"/>
                </a:moveTo>
                <a:cubicBezTo>
                  <a:pt x="233564" y="225163"/>
                  <a:pt x="234062" y="223414"/>
                  <a:pt x="233606" y="221994"/>
                </a:cubicBezTo>
                <a:cubicBezTo>
                  <a:pt x="233002" y="220087"/>
                  <a:pt x="232727" y="220288"/>
                  <a:pt x="231137" y="223849"/>
                </a:cubicBezTo>
                <a:cubicBezTo>
                  <a:pt x="230151" y="226053"/>
                  <a:pt x="228138" y="228798"/>
                  <a:pt x="226676" y="229942"/>
                </a:cubicBezTo>
                <a:cubicBezTo>
                  <a:pt x="225213" y="231098"/>
                  <a:pt x="224016" y="232581"/>
                  <a:pt x="224016" y="233228"/>
                </a:cubicBezTo>
                <a:cubicBezTo>
                  <a:pt x="224016" y="234923"/>
                  <a:pt x="229579" y="230769"/>
                  <a:pt x="232154" y="227145"/>
                </a:cubicBezTo>
                <a:close/>
                <a:moveTo>
                  <a:pt x="100971" y="226594"/>
                </a:moveTo>
                <a:cubicBezTo>
                  <a:pt x="100282" y="224824"/>
                  <a:pt x="96636" y="224697"/>
                  <a:pt x="96001" y="226424"/>
                </a:cubicBezTo>
                <a:cubicBezTo>
                  <a:pt x="95746" y="227124"/>
                  <a:pt x="96732" y="228989"/>
                  <a:pt x="98194" y="230557"/>
                </a:cubicBezTo>
                <a:lnTo>
                  <a:pt x="100854" y="233429"/>
                </a:lnTo>
                <a:lnTo>
                  <a:pt x="101183" y="230727"/>
                </a:lnTo>
                <a:cubicBezTo>
                  <a:pt x="101373" y="229243"/>
                  <a:pt x="101267" y="227388"/>
                  <a:pt x="100971" y="226594"/>
                </a:cubicBezTo>
                <a:close/>
                <a:moveTo>
                  <a:pt x="282809" y="230303"/>
                </a:moveTo>
                <a:cubicBezTo>
                  <a:pt x="282809" y="229296"/>
                  <a:pt x="283710" y="227325"/>
                  <a:pt x="284823" y="225915"/>
                </a:cubicBezTo>
                <a:lnTo>
                  <a:pt x="286826" y="223361"/>
                </a:lnTo>
                <a:lnTo>
                  <a:pt x="284060" y="222810"/>
                </a:lnTo>
                <a:cubicBezTo>
                  <a:pt x="279620" y="221931"/>
                  <a:pt x="278104" y="224167"/>
                  <a:pt x="279747" y="229137"/>
                </a:cubicBezTo>
                <a:cubicBezTo>
                  <a:pt x="281071" y="233164"/>
                  <a:pt x="282809" y="233832"/>
                  <a:pt x="282809" y="230303"/>
                </a:cubicBezTo>
                <a:close/>
                <a:moveTo>
                  <a:pt x="151467" y="229317"/>
                </a:moveTo>
                <a:cubicBezTo>
                  <a:pt x="151202" y="229042"/>
                  <a:pt x="150195" y="229646"/>
                  <a:pt x="149241" y="230652"/>
                </a:cubicBezTo>
                <a:cubicBezTo>
                  <a:pt x="147567" y="232401"/>
                  <a:pt x="147588" y="232422"/>
                  <a:pt x="149718" y="231140"/>
                </a:cubicBezTo>
                <a:cubicBezTo>
                  <a:pt x="150947" y="230398"/>
                  <a:pt x="151742" y="229582"/>
                  <a:pt x="151467" y="229317"/>
                </a:cubicBezTo>
                <a:close/>
                <a:moveTo>
                  <a:pt x="164247" y="228650"/>
                </a:moveTo>
                <a:cubicBezTo>
                  <a:pt x="165466" y="226678"/>
                  <a:pt x="166303" y="224962"/>
                  <a:pt x="166102" y="224845"/>
                </a:cubicBezTo>
                <a:cubicBezTo>
                  <a:pt x="165900" y="224739"/>
                  <a:pt x="164247" y="223605"/>
                  <a:pt x="162435" y="222334"/>
                </a:cubicBezTo>
                <a:cubicBezTo>
                  <a:pt x="160623" y="221072"/>
                  <a:pt x="159139" y="220490"/>
                  <a:pt x="159139" y="221041"/>
                </a:cubicBezTo>
                <a:cubicBezTo>
                  <a:pt x="159139" y="221592"/>
                  <a:pt x="157825" y="223542"/>
                  <a:pt x="156225" y="225375"/>
                </a:cubicBezTo>
                <a:cubicBezTo>
                  <a:pt x="153756" y="228183"/>
                  <a:pt x="153523" y="228914"/>
                  <a:pt x="154699" y="230017"/>
                </a:cubicBezTo>
                <a:cubicBezTo>
                  <a:pt x="155854" y="231087"/>
                  <a:pt x="156098" y="231066"/>
                  <a:pt x="156098" y="229900"/>
                </a:cubicBezTo>
                <a:cubicBezTo>
                  <a:pt x="156098" y="228247"/>
                  <a:pt x="159902" y="223128"/>
                  <a:pt x="161131" y="223128"/>
                </a:cubicBezTo>
                <a:cubicBezTo>
                  <a:pt x="162615" y="223128"/>
                  <a:pt x="163113" y="225979"/>
                  <a:pt x="162202" y="229158"/>
                </a:cubicBezTo>
                <a:cubicBezTo>
                  <a:pt x="161047" y="233185"/>
                  <a:pt x="161513" y="233069"/>
                  <a:pt x="164247" y="228650"/>
                </a:cubicBezTo>
                <a:close/>
                <a:moveTo>
                  <a:pt x="107064" y="223065"/>
                </a:moveTo>
                <a:cubicBezTo>
                  <a:pt x="104690" y="219059"/>
                  <a:pt x="105040" y="210973"/>
                  <a:pt x="107573" y="210973"/>
                </a:cubicBezTo>
                <a:cubicBezTo>
                  <a:pt x="108082" y="210973"/>
                  <a:pt x="109396" y="212446"/>
                  <a:pt x="110498" y="214258"/>
                </a:cubicBezTo>
                <a:cubicBezTo>
                  <a:pt x="112236" y="217120"/>
                  <a:pt x="112511" y="217257"/>
                  <a:pt x="112511" y="215339"/>
                </a:cubicBezTo>
                <a:cubicBezTo>
                  <a:pt x="112511" y="214110"/>
                  <a:pt x="112003" y="212796"/>
                  <a:pt x="111377" y="212414"/>
                </a:cubicBezTo>
                <a:cubicBezTo>
                  <a:pt x="110625" y="211948"/>
                  <a:pt x="110413" y="209468"/>
                  <a:pt x="110752" y="205282"/>
                </a:cubicBezTo>
                <a:cubicBezTo>
                  <a:pt x="111229" y="199231"/>
                  <a:pt x="111155" y="198924"/>
                  <a:pt x="109353" y="199878"/>
                </a:cubicBezTo>
                <a:cubicBezTo>
                  <a:pt x="108304" y="200439"/>
                  <a:pt x="107446" y="201912"/>
                  <a:pt x="107446" y="203152"/>
                </a:cubicBezTo>
                <a:cubicBezTo>
                  <a:pt x="107446" y="204382"/>
                  <a:pt x="106566" y="206830"/>
                  <a:pt x="105496" y="208589"/>
                </a:cubicBezTo>
                <a:cubicBezTo>
                  <a:pt x="103694" y="211535"/>
                  <a:pt x="103631" y="212520"/>
                  <a:pt x="104701" y="221518"/>
                </a:cubicBezTo>
                <a:cubicBezTo>
                  <a:pt x="105803" y="230780"/>
                  <a:pt x="105930" y="231119"/>
                  <a:pt x="107276" y="228544"/>
                </a:cubicBezTo>
                <a:cubicBezTo>
                  <a:pt x="108516" y="226180"/>
                  <a:pt x="108495" y="225492"/>
                  <a:pt x="107064" y="223065"/>
                </a:cubicBezTo>
                <a:close/>
                <a:moveTo>
                  <a:pt x="151806" y="222461"/>
                </a:moveTo>
                <a:cubicBezTo>
                  <a:pt x="154254" y="220384"/>
                  <a:pt x="154296" y="220172"/>
                  <a:pt x="152654" y="218529"/>
                </a:cubicBezTo>
                <a:cubicBezTo>
                  <a:pt x="151011" y="216886"/>
                  <a:pt x="150757" y="216939"/>
                  <a:pt x="148054" y="219525"/>
                </a:cubicBezTo>
                <a:cubicBezTo>
                  <a:pt x="145479" y="221994"/>
                  <a:pt x="145299" y="222577"/>
                  <a:pt x="146306" y="225227"/>
                </a:cubicBezTo>
                <a:cubicBezTo>
                  <a:pt x="147270" y="227781"/>
                  <a:pt x="147535" y="227940"/>
                  <a:pt x="148319" y="226414"/>
                </a:cubicBezTo>
                <a:cubicBezTo>
                  <a:pt x="148817" y="225449"/>
                  <a:pt x="150386" y="223669"/>
                  <a:pt x="151806" y="222461"/>
                </a:cubicBezTo>
                <a:close/>
                <a:moveTo>
                  <a:pt x="172820" y="227166"/>
                </a:moveTo>
                <a:cubicBezTo>
                  <a:pt x="172471" y="226604"/>
                  <a:pt x="171761" y="226403"/>
                  <a:pt x="171241" y="226721"/>
                </a:cubicBezTo>
                <a:cubicBezTo>
                  <a:pt x="169832" y="227590"/>
                  <a:pt x="170097" y="228204"/>
                  <a:pt x="171877" y="228204"/>
                </a:cubicBezTo>
                <a:cubicBezTo>
                  <a:pt x="172746" y="228204"/>
                  <a:pt x="173170" y="227738"/>
                  <a:pt x="172820" y="227166"/>
                </a:cubicBezTo>
                <a:close/>
                <a:moveTo>
                  <a:pt x="202673" y="222418"/>
                </a:moveTo>
                <a:cubicBezTo>
                  <a:pt x="202705" y="221751"/>
                  <a:pt x="198508" y="216950"/>
                  <a:pt x="193358" y="211757"/>
                </a:cubicBezTo>
                <a:cubicBezTo>
                  <a:pt x="185823" y="204180"/>
                  <a:pt x="182082" y="201308"/>
                  <a:pt x="174346" y="197186"/>
                </a:cubicBezTo>
                <a:lnTo>
                  <a:pt x="164713" y="192057"/>
                </a:lnTo>
                <a:lnTo>
                  <a:pt x="163993" y="195172"/>
                </a:lnTo>
                <a:cubicBezTo>
                  <a:pt x="163590" y="196889"/>
                  <a:pt x="163484" y="198924"/>
                  <a:pt x="163760" y="199697"/>
                </a:cubicBezTo>
                <a:cubicBezTo>
                  <a:pt x="164025" y="200460"/>
                  <a:pt x="163728" y="201711"/>
                  <a:pt x="163092" y="202485"/>
                </a:cubicBezTo>
                <a:cubicBezTo>
                  <a:pt x="162159" y="203597"/>
                  <a:pt x="162467" y="203873"/>
                  <a:pt x="164639" y="203873"/>
                </a:cubicBezTo>
                <a:cubicBezTo>
                  <a:pt x="167553" y="203873"/>
                  <a:pt x="174781" y="207179"/>
                  <a:pt x="175925" y="209044"/>
                </a:cubicBezTo>
                <a:cubicBezTo>
                  <a:pt x="176317" y="209670"/>
                  <a:pt x="176084" y="210517"/>
                  <a:pt x="175417" y="210931"/>
                </a:cubicBezTo>
                <a:cubicBezTo>
                  <a:pt x="173138" y="212340"/>
                  <a:pt x="175247" y="218964"/>
                  <a:pt x="178522" y="220659"/>
                </a:cubicBezTo>
                <a:cubicBezTo>
                  <a:pt x="181404" y="222153"/>
                  <a:pt x="181446" y="222132"/>
                  <a:pt x="181446" y="219334"/>
                </a:cubicBezTo>
                <a:cubicBezTo>
                  <a:pt x="181446" y="216229"/>
                  <a:pt x="184128" y="211641"/>
                  <a:pt x="185452" y="212467"/>
                </a:cubicBezTo>
                <a:cubicBezTo>
                  <a:pt x="185908" y="212743"/>
                  <a:pt x="186565" y="214068"/>
                  <a:pt x="186893" y="215413"/>
                </a:cubicBezTo>
                <a:cubicBezTo>
                  <a:pt x="187529" y="217904"/>
                  <a:pt x="194100" y="225163"/>
                  <a:pt x="195732" y="225163"/>
                </a:cubicBezTo>
                <a:cubicBezTo>
                  <a:pt x="196240" y="225163"/>
                  <a:pt x="196653" y="225884"/>
                  <a:pt x="196653" y="226753"/>
                </a:cubicBezTo>
                <a:cubicBezTo>
                  <a:pt x="196653" y="228035"/>
                  <a:pt x="197236" y="227887"/>
                  <a:pt x="199631" y="226000"/>
                </a:cubicBezTo>
                <a:cubicBezTo>
                  <a:pt x="201274" y="224697"/>
                  <a:pt x="202641" y="223086"/>
                  <a:pt x="202673" y="222418"/>
                </a:cubicBezTo>
                <a:close/>
                <a:moveTo>
                  <a:pt x="79575" y="225163"/>
                </a:moveTo>
                <a:cubicBezTo>
                  <a:pt x="79225" y="224601"/>
                  <a:pt x="77720" y="224188"/>
                  <a:pt x="76216" y="224252"/>
                </a:cubicBezTo>
                <a:lnTo>
                  <a:pt x="73492" y="224347"/>
                </a:lnTo>
                <a:lnTo>
                  <a:pt x="76025" y="225163"/>
                </a:lnTo>
                <a:cubicBezTo>
                  <a:pt x="79617" y="226308"/>
                  <a:pt x="80285" y="226308"/>
                  <a:pt x="79575" y="225163"/>
                </a:cubicBezTo>
                <a:close/>
                <a:moveTo>
                  <a:pt x="70122" y="223075"/>
                </a:moveTo>
                <a:cubicBezTo>
                  <a:pt x="68533" y="222439"/>
                  <a:pt x="67950" y="221560"/>
                  <a:pt x="68310" y="220352"/>
                </a:cubicBezTo>
                <a:cubicBezTo>
                  <a:pt x="68691" y="219048"/>
                  <a:pt x="67844" y="218105"/>
                  <a:pt x="65131" y="216823"/>
                </a:cubicBezTo>
                <a:cubicBezTo>
                  <a:pt x="63096" y="215869"/>
                  <a:pt x="61242" y="215276"/>
                  <a:pt x="61008" y="215509"/>
                </a:cubicBezTo>
                <a:cubicBezTo>
                  <a:pt x="60129" y="216388"/>
                  <a:pt x="68501" y="223849"/>
                  <a:pt x="70451" y="223934"/>
                </a:cubicBezTo>
                <a:cubicBezTo>
                  <a:pt x="72210" y="224008"/>
                  <a:pt x="72157" y="223891"/>
                  <a:pt x="70122" y="223075"/>
                </a:cubicBezTo>
                <a:close/>
                <a:moveTo>
                  <a:pt x="231656" y="218487"/>
                </a:moveTo>
                <a:cubicBezTo>
                  <a:pt x="233511" y="218953"/>
                  <a:pt x="234062" y="218540"/>
                  <a:pt x="234624" y="216282"/>
                </a:cubicBezTo>
                <a:cubicBezTo>
                  <a:pt x="236701" y="207815"/>
                  <a:pt x="241660" y="206914"/>
                  <a:pt x="241088" y="215106"/>
                </a:cubicBezTo>
                <a:lnTo>
                  <a:pt x="240738" y="219970"/>
                </a:lnTo>
                <a:lnTo>
                  <a:pt x="243017" y="217830"/>
                </a:lnTo>
                <a:cubicBezTo>
                  <a:pt x="244267" y="216653"/>
                  <a:pt x="245094" y="215498"/>
                  <a:pt x="244860" y="215254"/>
                </a:cubicBezTo>
                <a:cubicBezTo>
                  <a:pt x="244617" y="215011"/>
                  <a:pt x="244818" y="213760"/>
                  <a:pt x="245316" y="212467"/>
                </a:cubicBezTo>
                <a:cubicBezTo>
                  <a:pt x="246090" y="210411"/>
                  <a:pt x="245804" y="209977"/>
                  <a:pt x="243059" y="209013"/>
                </a:cubicBezTo>
                <a:cubicBezTo>
                  <a:pt x="238862" y="207550"/>
                  <a:pt x="233140" y="203110"/>
                  <a:pt x="233140" y="201308"/>
                </a:cubicBezTo>
                <a:cubicBezTo>
                  <a:pt x="233140" y="200185"/>
                  <a:pt x="232578" y="200079"/>
                  <a:pt x="230544" y="200853"/>
                </a:cubicBezTo>
                <a:cubicBezTo>
                  <a:pt x="229113" y="201404"/>
                  <a:pt x="226601" y="201849"/>
                  <a:pt x="224969" y="201849"/>
                </a:cubicBezTo>
                <a:cubicBezTo>
                  <a:pt x="220677" y="201849"/>
                  <a:pt x="221292" y="203693"/>
                  <a:pt x="225711" y="204064"/>
                </a:cubicBezTo>
                <a:cubicBezTo>
                  <a:pt x="231010" y="204509"/>
                  <a:pt x="230999" y="206501"/>
                  <a:pt x="225690" y="209087"/>
                </a:cubicBezTo>
                <a:cubicBezTo>
                  <a:pt x="220699" y="211503"/>
                  <a:pt x="219597" y="213527"/>
                  <a:pt x="221419" y="216929"/>
                </a:cubicBezTo>
                <a:cubicBezTo>
                  <a:pt x="222776" y="219462"/>
                  <a:pt x="224016" y="218773"/>
                  <a:pt x="224016" y="215477"/>
                </a:cubicBezTo>
                <a:cubicBezTo>
                  <a:pt x="224016" y="212997"/>
                  <a:pt x="231158" y="205897"/>
                  <a:pt x="233649" y="205897"/>
                </a:cubicBezTo>
                <a:cubicBezTo>
                  <a:pt x="237442" y="205897"/>
                  <a:pt x="233638" y="214004"/>
                  <a:pt x="227735" y="218508"/>
                </a:cubicBezTo>
                <a:cubicBezTo>
                  <a:pt x="225785" y="219991"/>
                  <a:pt x="223931" y="221910"/>
                  <a:pt x="223602" y="222757"/>
                </a:cubicBezTo>
                <a:cubicBezTo>
                  <a:pt x="223274" y="223605"/>
                  <a:pt x="224440" y="222863"/>
                  <a:pt x="226199" y="221104"/>
                </a:cubicBezTo>
                <a:cubicBezTo>
                  <a:pt x="228530" y="218773"/>
                  <a:pt x="229992" y="218073"/>
                  <a:pt x="231667" y="218487"/>
                </a:cubicBezTo>
                <a:close/>
                <a:moveTo>
                  <a:pt x="244829" y="221306"/>
                </a:moveTo>
                <a:cubicBezTo>
                  <a:pt x="244511" y="220988"/>
                  <a:pt x="243695" y="221306"/>
                  <a:pt x="243006" y="221994"/>
                </a:cubicBezTo>
                <a:cubicBezTo>
                  <a:pt x="242010" y="222991"/>
                  <a:pt x="242126" y="223107"/>
                  <a:pt x="243578" y="222556"/>
                </a:cubicBezTo>
                <a:cubicBezTo>
                  <a:pt x="244574" y="222185"/>
                  <a:pt x="245136" y="221613"/>
                  <a:pt x="244829" y="221306"/>
                </a:cubicBezTo>
                <a:close/>
                <a:moveTo>
                  <a:pt x="169281" y="216113"/>
                </a:moveTo>
                <a:cubicBezTo>
                  <a:pt x="169281" y="212457"/>
                  <a:pt x="169026" y="212086"/>
                  <a:pt x="165985" y="211439"/>
                </a:cubicBezTo>
                <a:cubicBezTo>
                  <a:pt x="164173" y="211058"/>
                  <a:pt x="161873" y="210019"/>
                  <a:pt x="160877" y="209140"/>
                </a:cubicBezTo>
                <a:cubicBezTo>
                  <a:pt x="159213" y="207667"/>
                  <a:pt x="158853" y="207762"/>
                  <a:pt x="156341" y="210274"/>
                </a:cubicBezTo>
                <a:lnTo>
                  <a:pt x="153618" y="212997"/>
                </a:lnTo>
                <a:lnTo>
                  <a:pt x="158355" y="212997"/>
                </a:lnTo>
                <a:cubicBezTo>
                  <a:pt x="164014" y="212997"/>
                  <a:pt x="168391" y="214767"/>
                  <a:pt x="168179" y="216971"/>
                </a:cubicBezTo>
                <a:cubicBezTo>
                  <a:pt x="167977" y="219122"/>
                  <a:pt x="168168" y="220087"/>
                  <a:pt x="168772" y="220087"/>
                </a:cubicBezTo>
                <a:cubicBezTo>
                  <a:pt x="169048" y="220087"/>
                  <a:pt x="169281" y="218306"/>
                  <a:pt x="169281" y="216113"/>
                </a:cubicBezTo>
                <a:close/>
                <a:moveTo>
                  <a:pt x="279365" y="216314"/>
                </a:moveTo>
                <a:cubicBezTo>
                  <a:pt x="279026" y="215975"/>
                  <a:pt x="278793" y="216569"/>
                  <a:pt x="278835" y="217639"/>
                </a:cubicBezTo>
                <a:cubicBezTo>
                  <a:pt x="278878" y="218826"/>
                  <a:pt x="279121" y="219059"/>
                  <a:pt x="279450" y="218254"/>
                </a:cubicBezTo>
                <a:cubicBezTo>
                  <a:pt x="279736" y="217522"/>
                  <a:pt x="279704" y="216653"/>
                  <a:pt x="279365" y="216314"/>
                </a:cubicBezTo>
                <a:close/>
                <a:moveTo>
                  <a:pt x="260735" y="215032"/>
                </a:moveTo>
                <a:cubicBezTo>
                  <a:pt x="262558" y="213919"/>
                  <a:pt x="264879" y="212997"/>
                  <a:pt x="265885" y="212997"/>
                </a:cubicBezTo>
                <a:cubicBezTo>
                  <a:pt x="266903" y="212997"/>
                  <a:pt x="267433" y="212531"/>
                  <a:pt x="267083" y="211948"/>
                </a:cubicBezTo>
                <a:cubicBezTo>
                  <a:pt x="266712" y="211365"/>
                  <a:pt x="265006" y="211174"/>
                  <a:pt x="263204" y="211514"/>
                </a:cubicBezTo>
                <a:cubicBezTo>
                  <a:pt x="260746" y="211969"/>
                  <a:pt x="259071" y="211503"/>
                  <a:pt x="256189" y="209542"/>
                </a:cubicBezTo>
                <a:cubicBezTo>
                  <a:pt x="252925" y="207328"/>
                  <a:pt x="252395" y="207222"/>
                  <a:pt x="252395" y="208716"/>
                </a:cubicBezTo>
                <a:cubicBezTo>
                  <a:pt x="252395" y="209680"/>
                  <a:pt x="251749" y="211694"/>
                  <a:pt x="250964" y="213199"/>
                </a:cubicBezTo>
                <a:cubicBezTo>
                  <a:pt x="249544" y="215901"/>
                  <a:pt x="249566" y="215933"/>
                  <a:pt x="253253" y="216314"/>
                </a:cubicBezTo>
                <a:cubicBezTo>
                  <a:pt x="255288" y="216537"/>
                  <a:pt x="257069" y="216791"/>
                  <a:pt x="257185" y="216876"/>
                </a:cubicBezTo>
                <a:cubicBezTo>
                  <a:pt x="257312" y="216971"/>
                  <a:pt x="258912" y="216145"/>
                  <a:pt x="260735" y="215032"/>
                </a:cubicBezTo>
                <a:close/>
                <a:moveTo>
                  <a:pt x="281781" y="207200"/>
                </a:moveTo>
                <a:cubicBezTo>
                  <a:pt x="283127" y="207561"/>
                  <a:pt x="283763" y="206978"/>
                  <a:pt x="284155" y="205017"/>
                </a:cubicBezTo>
                <a:cubicBezTo>
                  <a:pt x="284452" y="203555"/>
                  <a:pt x="285003" y="201552"/>
                  <a:pt x="285384" y="200577"/>
                </a:cubicBezTo>
                <a:cubicBezTo>
                  <a:pt x="285777" y="199549"/>
                  <a:pt x="285596" y="198807"/>
                  <a:pt x="284939" y="198807"/>
                </a:cubicBezTo>
                <a:cubicBezTo>
                  <a:pt x="284325" y="198807"/>
                  <a:pt x="283827" y="199454"/>
                  <a:pt x="283827" y="200249"/>
                </a:cubicBezTo>
                <a:cubicBezTo>
                  <a:pt x="283827" y="201043"/>
                  <a:pt x="282682" y="203046"/>
                  <a:pt x="281283" y="204699"/>
                </a:cubicBezTo>
                <a:cubicBezTo>
                  <a:pt x="279895" y="206363"/>
                  <a:pt x="278804" y="208334"/>
                  <a:pt x="278867" y="209087"/>
                </a:cubicBezTo>
                <a:cubicBezTo>
                  <a:pt x="278941" y="209839"/>
                  <a:pt x="279206" y="209617"/>
                  <a:pt x="279471" y="208589"/>
                </a:cubicBezTo>
                <a:cubicBezTo>
                  <a:pt x="279778" y="207381"/>
                  <a:pt x="280594" y="206893"/>
                  <a:pt x="281781" y="207200"/>
                </a:cubicBezTo>
                <a:close/>
                <a:moveTo>
                  <a:pt x="252077" y="205897"/>
                </a:moveTo>
                <a:cubicBezTo>
                  <a:pt x="252374" y="205897"/>
                  <a:pt x="251198" y="204286"/>
                  <a:pt x="249460" y="202315"/>
                </a:cubicBezTo>
                <a:cubicBezTo>
                  <a:pt x="247732" y="200344"/>
                  <a:pt x="246312" y="197864"/>
                  <a:pt x="246312" y="196804"/>
                </a:cubicBezTo>
                <a:cubicBezTo>
                  <a:pt x="246312" y="194102"/>
                  <a:pt x="245390" y="193837"/>
                  <a:pt x="240770" y="195162"/>
                </a:cubicBezTo>
                <a:lnTo>
                  <a:pt x="236754" y="196317"/>
                </a:lnTo>
                <a:lnTo>
                  <a:pt x="240314" y="198415"/>
                </a:lnTo>
                <a:cubicBezTo>
                  <a:pt x="242275" y="199570"/>
                  <a:pt x="244998" y="201934"/>
                  <a:pt x="246365" y="203661"/>
                </a:cubicBezTo>
                <a:cubicBezTo>
                  <a:pt x="247732" y="205388"/>
                  <a:pt x="249460" y="206607"/>
                  <a:pt x="250201" y="206353"/>
                </a:cubicBezTo>
                <a:cubicBezTo>
                  <a:pt x="250943" y="206109"/>
                  <a:pt x="251791" y="205897"/>
                  <a:pt x="252077" y="205897"/>
                </a:cubicBezTo>
                <a:close/>
                <a:moveTo>
                  <a:pt x="266712" y="204201"/>
                </a:moveTo>
                <a:cubicBezTo>
                  <a:pt x="265515" y="202145"/>
                  <a:pt x="265228" y="202802"/>
                  <a:pt x="266203" y="205356"/>
                </a:cubicBezTo>
                <a:cubicBezTo>
                  <a:pt x="266553" y="206257"/>
                  <a:pt x="267051" y="206787"/>
                  <a:pt x="267316" y="206522"/>
                </a:cubicBezTo>
                <a:cubicBezTo>
                  <a:pt x="267581" y="206268"/>
                  <a:pt x="267305" y="205219"/>
                  <a:pt x="266712" y="204201"/>
                </a:cubicBezTo>
                <a:close/>
                <a:moveTo>
                  <a:pt x="155674" y="203322"/>
                </a:moveTo>
                <a:cubicBezTo>
                  <a:pt x="155271" y="201722"/>
                  <a:pt x="155769" y="199072"/>
                  <a:pt x="156999" y="196306"/>
                </a:cubicBezTo>
                <a:cubicBezTo>
                  <a:pt x="158546" y="192788"/>
                  <a:pt x="158683" y="191749"/>
                  <a:pt x="157624" y="191347"/>
                </a:cubicBezTo>
                <a:cubicBezTo>
                  <a:pt x="156829" y="191039"/>
                  <a:pt x="155790" y="192046"/>
                  <a:pt x="155049" y="193837"/>
                </a:cubicBezTo>
                <a:cubicBezTo>
                  <a:pt x="154360" y="195490"/>
                  <a:pt x="152717" y="197695"/>
                  <a:pt x="151403" y="198733"/>
                </a:cubicBezTo>
                <a:cubicBezTo>
                  <a:pt x="150089" y="199772"/>
                  <a:pt x="149008" y="201213"/>
                  <a:pt x="149008" y="201944"/>
                </a:cubicBezTo>
                <a:cubicBezTo>
                  <a:pt x="149008" y="202972"/>
                  <a:pt x="149273" y="202993"/>
                  <a:pt x="150227" y="202050"/>
                </a:cubicBezTo>
                <a:cubicBezTo>
                  <a:pt x="152039" y="200238"/>
                  <a:pt x="154074" y="200577"/>
                  <a:pt x="154074" y="202686"/>
                </a:cubicBezTo>
                <a:cubicBezTo>
                  <a:pt x="154074" y="204445"/>
                  <a:pt x="154890" y="205897"/>
                  <a:pt x="155875" y="205897"/>
                </a:cubicBezTo>
                <a:cubicBezTo>
                  <a:pt x="156119" y="205897"/>
                  <a:pt x="156034" y="204742"/>
                  <a:pt x="155674" y="203322"/>
                </a:cubicBezTo>
                <a:close/>
                <a:moveTo>
                  <a:pt x="198678" y="198807"/>
                </a:moveTo>
                <a:cubicBezTo>
                  <a:pt x="198084" y="197695"/>
                  <a:pt x="197364" y="196773"/>
                  <a:pt x="197088" y="196773"/>
                </a:cubicBezTo>
                <a:cubicBezTo>
                  <a:pt x="196802" y="196773"/>
                  <a:pt x="197067" y="197695"/>
                  <a:pt x="197660" y="198807"/>
                </a:cubicBezTo>
                <a:cubicBezTo>
                  <a:pt x="198254" y="199920"/>
                  <a:pt x="198974" y="200831"/>
                  <a:pt x="199250" y="200831"/>
                </a:cubicBezTo>
                <a:cubicBezTo>
                  <a:pt x="199536" y="200831"/>
                  <a:pt x="199271" y="199920"/>
                  <a:pt x="198678" y="198807"/>
                </a:cubicBezTo>
                <a:close/>
                <a:moveTo>
                  <a:pt x="205873" y="196010"/>
                </a:moveTo>
                <a:cubicBezTo>
                  <a:pt x="205174" y="194314"/>
                  <a:pt x="203923" y="193159"/>
                  <a:pt x="202789" y="193159"/>
                </a:cubicBezTo>
                <a:cubicBezTo>
                  <a:pt x="201094" y="193159"/>
                  <a:pt x="201179" y="193509"/>
                  <a:pt x="203584" y="196327"/>
                </a:cubicBezTo>
                <a:cubicBezTo>
                  <a:pt x="206763" y="200068"/>
                  <a:pt x="207516" y="199962"/>
                  <a:pt x="205873" y="196010"/>
                </a:cubicBezTo>
                <a:close/>
                <a:moveTo>
                  <a:pt x="99646" y="193678"/>
                </a:moveTo>
                <a:cubicBezTo>
                  <a:pt x="99996" y="192353"/>
                  <a:pt x="99763" y="191739"/>
                  <a:pt x="99000" y="191993"/>
                </a:cubicBezTo>
                <a:cubicBezTo>
                  <a:pt x="97548" y="192470"/>
                  <a:pt x="96785" y="195766"/>
                  <a:pt x="98131" y="195766"/>
                </a:cubicBezTo>
                <a:cubicBezTo>
                  <a:pt x="98661" y="195766"/>
                  <a:pt x="99349" y="194823"/>
                  <a:pt x="99646" y="193678"/>
                </a:cubicBezTo>
                <a:close/>
                <a:moveTo>
                  <a:pt x="231688" y="194748"/>
                </a:moveTo>
                <a:cubicBezTo>
                  <a:pt x="232472" y="194748"/>
                  <a:pt x="233744" y="193233"/>
                  <a:pt x="234528" y="191368"/>
                </a:cubicBezTo>
                <a:cubicBezTo>
                  <a:pt x="237018" y="185412"/>
                  <a:pt x="245157" y="180707"/>
                  <a:pt x="244034" y="185878"/>
                </a:cubicBezTo>
                <a:cubicBezTo>
                  <a:pt x="243758" y="187140"/>
                  <a:pt x="243197" y="188962"/>
                  <a:pt x="242783" y="189948"/>
                </a:cubicBezTo>
                <a:cubicBezTo>
                  <a:pt x="242222" y="191304"/>
                  <a:pt x="242412" y="191590"/>
                  <a:pt x="243610" y="191124"/>
                </a:cubicBezTo>
                <a:cubicBezTo>
                  <a:pt x="244479" y="190796"/>
                  <a:pt x="245327" y="189545"/>
                  <a:pt x="245496" y="188337"/>
                </a:cubicBezTo>
                <a:cubicBezTo>
                  <a:pt x="245666" y="187140"/>
                  <a:pt x="247965" y="184564"/>
                  <a:pt x="250594" y="182625"/>
                </a:cubicBezTo>
                <a:cubicBezTo>
                  <a:pt x="253730" y="180304"/>
                  <a:pt x="255044" y="178736"/>
                  <a:pt x="254387" y="178089"/>
                </a:cubicBezTo>
                <a:cubicBezTo>
                  <a:pt x="253741" y="177432"/>
                  <a:pt x="252406" y="177676"/>
                  <a:pt x="250519" y="178789"/>
                </a:cubicBezTo>
                <a:cubicBezTo>
                  <a:pt x="248940" y="179721"/>
                  <a:pt x="245751" y="180792"/>
                  <a:pt x="243440" y="181163"/>
                </a:cubicBezTo>
                <a:cubicBezTo>
                  <a:pt x="241120" y="181523"/>
                  <a:pt x="239223" y="182233"/>
                  <a:pt x="239223" y="182720"/>
                </a:cubicBezTo>
                <a:cubicBezTo>
                  <a:pt x="239223" y="183208"/>
                  <a:pt x="236372" y="186430"/>
                  <a:pt x="232886" y="189874"/>
                </a:cubicBezTo>
                <a:cubicBezTo>
                  <a:pt x="229399" y="193328"/>
                  <a:pt x="227386" y="195829"/>
                  <a:pt x="228403" y="195448"/>
                </a:cubicBezTo>
                <a:cubicBezTo>
                  <a:pt x="229431" y="195066"/>
                  <a:pt x="230904" y="194748"/>
                  <a:pt x="231688" y="194748"/>
                </a:cubicBezTo>
                <a:close/>
                <a:moveTo>
                  <a:pt x="196505" y="188856"/>
                </a:moveTo>
                <a:cubicBezTo>
                  <a:pt x="192171" y="183918"/>
                  <a:pt x="194470" y="181894"/>
                  <a:pt x="200755" y="185147"/>
                </a:cubicBezTo>
                <a:cubicBezTo>
                  <a:pt x="204474" y="187076"/>
                  <a:pt x="204527" y="186504"/>
                  <a:pt x="200956" y="182837"/>
                </a:cubicBezTo>
                <a:cubicBezTo>
                  <a:pt x="199419" y="181258"/>
                  <a:pt x="197480" y="178980"/>
                  <a:pt x="196653" y="177761"/>
                </a:cubicBezTo>
                <a:lnTo>
                  <a:pt x="195127" y="175557"/>
                </a:lnTo>
                <a:lnTo>
                  <a:pt x="189628" y="177454"/>
                </a:lnTo>
                <a:cubicBezTo>
                  <a:pt x="185844" y="178757"/>
                  <a:pt x="183396" y="179086"/>
                  <a:pt x="181807" y="178481"/>
                </a:cubicBezTo>
                <a:cubicBezTo>
                  <a:pt x="179899" y="177750"/>
                  <a:pt x="179136" y="178100"/>
                  <a:pt x="177430" y="180506"/>
                </a:cubicBezTo>
                <a:cubicBezTo>
                  <a:pt x="176296" y="182095"/>
                  <a:pt x="175364" y="183844"/>
                  <a:pt x="175364" y="184384"/>
                </a:cubicBezTo>
                <a:cubicBezTo>
                  <a:pt x="175364" y="184925"/>
                  <a:pt x="178606" y="187246"/>
                  <a:pt x="182570" y="189535"/>
                </a:cubicBezTo>
                <a:lnTo>
                  <a:pt x="189776" y="193710"/>
                </a:lnTo>
                <a:lnTo>
                  <a:pt x="189129" y="190255"/>
                </a:lnTo>
                <a:cubicBezTo>
                  <a:pt x="188737" y="188210"/>
                  <a:pt x="188917" y="186525"/>
                  <a:pt x="189553" y="186133"/>
                </a:cubicBezTo>
                <a:cubicBezTo>
                  <a:pt x="190825" y="185349"/>
                  <a:pt x="196653" y="191283"/>
                  <a:pt x="196653" y="193381"/>
                </a:cubicBezTo>
                <a:cubicBezTo>
                  <a:pt x="196653" y="194568"/>
                  <a:pt x="196897" y="194590"/>
                  <a:pt x="198052" y="193519"/>
                </a:cubicBezTo>
                <a:cubicBezTo>
                  <a:pt x="199229" y="192417"/>
                  <a:pt x="198985" y="191686"/>
                  <a:pt x="196505" y="188856"/>
                </a:cubicBezTo>
                <a:close/>
                <a:moveTo>
                  <a:pt x="227481" y="186281"/>
                </a:moveTo>
                <a:cubicBezTo>
                  <a:pt x="226421" y="183526"/>
                  <a:pt x="224556" y="184935"/>
                  <a:pt x="224206" y="188750"/>
                </a:cubicBezTo>
                <a:lnTo>
                  <a:pt x="223888" y="192216"/>
                </a:lnTo>
                <a:lnTo>
                  <a:pt x="226019" y="190117"/>
                </a:lnTo>
                <a:cubicBezTo>
                  <a:pt x="227375" y="188793"/>
                  <a:pt x="227905" y="187383"/>
                  <a:pt x="227481" y="186281"/>
                </a:cubicBezTo>
                <a:close/>
                <a:moveTo>
                  <a:pt x="60383" y="185359"/>
                </a:moveTo>
                <a:cubicBezTo>
                  <a:pt x="59429" y="183918"/>
                  <a:pt x="59207" y="182540"/>
                  <a:pt x="59758" y="181639"/>
                </a:cubicBezTo>
                <a:cubicBezTo>
                  <a:pt x="60510" y="180431"/>
                  <a:pt x="61051" y="180474"/>
                  <a:pt x="63266" y="181926"/>
                </a:cubicBezTo>
                <a:cubicBezTo>
                  <a:pt x="64845" y="182964"/>
                  <a:pt x="65883" y="183197"/>
                  <a:pt x="65883" y="182519"/>
                </a:cubicBezTo>
                <a:cubicBezTo>
                  <a:pt x="65883" y="181894"/>
                  <a:pt x="64993" y="181152"/>
                  <a:pt x="63902" y="180866"/>
                </a:cubicBezTo>
                <a:cubicBezTo>
                  <a:pt x="62799" y="180580"/>
                  <a:pt x="60934" y="178333"/>
                  <a:pt x="59747" y="175885"/>
                </a:cubicBezTo>
                <a:cubicBezTo>
                  <a:pt x="57501" y="171243"/>
                  <a:pt x="55095" y="170586"/>
                  <a:pt x="56801" y="175090"/>
                </a:cubicBezTo>
                <a:cubicBezTo>
                  <a:pt x="57342" y="176500"/>
                  <a:pt x="57776" y="179064"/>
                  <a:pt x="57776" y="180802"/>
                </a:cubicBezTo>
                <a:cubicBezTo>
                  <a:pt x="57776" y="182530"/>
                  <a:pt x="58529" y="184776"/>
                  <a:pt x="59451" y="185804"/>
                </a:cubicBezTo>
                <a:cubicBezTo>
                  <a:pt x="61750" y="188337"/>
                  <a:pt x="62195" y="188125"/>
                  <a:pt x="60383" y="185359"/>
                </a:cubicBezTo>
                <a:close/>
                <a:moveTo>
                  <a:pt x="157115" y="186069"/>
                </a:moveTo>
                <a:cubicBezTo>
                  <a:pt x="157115" y="185825"/>
                  <a:pt x="156659" y="185624"/>
                  <a:pt x="156098" y="185624"/>
                </a:cubicBezTo>
                <a:cubicBezTo>
                  <a:pt x="155547" y="185624"/>
                  <a:pt x="155091" y="186112"/>
                  <a:pt x="155091" y="186705"/>
                </a:cubicBezTo>
                <a:cubicBezTo>
                  <a:pt x="155091" y="187288"/>
                  <a:pt x="155547" y="187489"/>
                  <a:pt x="156098" y="187150"/>
                </a:cubicBezTo>
                <a:cubicBezTo>
                  <a:pt x="156659" y="186800"/>
                  <a:pt x="157115" y="186324"/>
                  <a:pt x="157115" y="186069"/>
                </a:cubicBezTo>
                <a:close/>
                <a:moveTo>
                  <a:pt x="238163" y="176712"/>
                </a:moveTo>
                <a:cubicBezTo>
                  <a:pt x="241575" y="171010"/>
                  <a:pt x="241914" y="169929"/>
                  <a:pt x="240664" y="168679"/>
                </a:cubicBezTo>
                <a:cubicBezTo>
                  <a:pt x="238788" y="166803"/>
                  <a:pt x="238799" y="159194"/>
                  <a:pt x="240696" y="154680"/>
                </a:cubicBezTo>
                <a:cubicBezTo>
                  <a:pt x="243091" y="148925"/>
                  <a:pt x="245401" y="150600"/>
                  <a:pt x="246810" y="159131"/>
                </a:cubicBezTo>
                <a:cubicBezTo>
                  <a:pt x="247478" y="163158"/>
                  <a:pt x="247690" y="163401"/>
                  <a:pt x="249152" y="161939"/>
                </a:cubicBezTo>
                <a:cubicBezTo>
                  <a:pt x="250032" y="161059"/>
                  <a:pt x="250848" y="158505"/>
                  <a:pt x="250964" y="156259"/>
                </a:cubicBezTo>
                <a:cubicBezTo>
                  <a:pt x="251081" y="154023"/>
                  <a:pt x="252130" y="150356"/>
                  <a:pt x="253306" y="148109"/>
                </a:cubicBezTo>
                <a:cubicBezTo>
                  <a:pt x="256380" y="142207"/>
                  <a:pt x="255002" y="140405"/>
                  <a:pt x="247743" y="140871"/>
                </a:cubicBezTo>
                <a:cubicBezTo>
                  <a:pt x="243599" y="141126"/>
                  <a:pt x="241395" y="140712"/>
                  <a:pt x="238788" y="139176"/>
                </a:cubicBezTo>
                <a:cubicBezTo>
                  <a:pt x="235821" y="137427"/>
                  <a:pt x="235238" y="137353"/>
                  <a:pt x="234740" y="138656"/>
                </a:cubicBezTo>
                <a:cubicBezTo>
                  <a:pt x="233680" y="141412"/>
                  <a:pt x="234115" y="141942"/>
                  <a:pt x="237951" y="142630"/>
                </a:cubicBezTo>
                <a:cubicBezTo>
                  <a:pt x="246153" y="144114"/>
                  <a:pt x="247870" y="147357"/>
                  <a:pt x="241385" y="149095"/>
                </a:cubicBezTo>
                <a:cubicBezTo>
                  <a:pt x="237951" y="150027"/>
                  <a:pt x="237389" y="150610"/>
                  <a:pt x="236881" y="153737"/>
                </a:cubicBezTo>
                <a:cubicBezTo>
                  <a:pt x="236171" y="158124"/>
                  <a:pt x="232472" y="164345"/>
                  <a:pt x="230575" y="164345"/>
                </a:cubicBezTo>
                <a:cubicBezTo>
                  <a:pt x="229802" y="164345"/>
                  <a:pt x="228710" y="166051"/>
                  <a:pt x="228127" y="168138"/>
                </a:cubicBezTo>
                <a:cubicBezTo>
                  <a:pt x="226442" y="174190"/>
                  <a:pt x="226887" y="175334"/>
                  <a:pt x="229134" y="170788"/>
                </a:cubicBezTo>
                <a:cubicBezTo>
                  <a:pt x="231571" y="165881"/>
                  <a:pt x="234592" y="162850"/>
                  <a:pt x="236118" y="163793"/>
                </a:cubicBezTo>
                <a:cubicBezTo>
                  <a:pt x="238905" y="165510"/>
                  <a:pt x="235439" y="178153"/>
                  <a:pt x="231603" y="180304"/>
                </a:cubicBezTo>
                <a:cubicBezTo>
                  <a:pt x="230374" y="180993"/>
                  <a:pt x="230077" y="181936"/>
                  <a:pt x="230575" y="183505"/>
                </a:cubicBezTo>
                <a:cubicBezTo>
                  <a:pt x="231540" y="186535"/>
                  <a:pt x="233150" y="185094"/>
                  <a:pt x="238163" y="176712"/>
                </a:cubicBezTo>
                <a:close/>
                <a:moveTo>
                  <a:pt x="151032" y="183038"/>
                </a:moveTo>
                <a:cubicBezTo>
                  <a:pt x="151032" y="182784"/>
                  <a:pt x="150577" y="182583"/>
                  <a:pt x="150026" y="182583"/>
                </a:cubicBezTo>
                <a:cubicBezTo>
                  <a:pt x="149464" y="182583"/>
                  <a:pt x="149008" y="183070"/>
                  <a:pt x="149008" y="183664"/>
                </a:cubicBezTo>
                <a:cubicBezTo>
                  <a:pt x="149008" y="184246"/>
                  <a:pt x="149464" y="184448"/>
                  <a:pt x="150026" y="184109"/>
                </a:cubicBezTo>
                <a:cubicBezTo>
                  <a:pt x="150577" y="183759"/>
                  <a:pt x="151032" y="183282"/>
                  <a:pt x="151032" y="183038"/>
                </a:cubicBezTo>
                <a:close/>
                <a:moveTo>
                  <a:pt x="170446" y="178280"/>
                </a:moveTo>
                <a:cubicBezTo>
                  <a:pt x="170012" y="173649"/>
                  <a:pt x="168380" y="171678"/>
                  <a:pt x="166748" y="173808"/>
                </a:cubicBezTo>
                <a:cubicBezTo>
                  <a:pt x="166186" y="174539"/>
                  <a:pt x="164872" y="175610"/>
                  <a:pt x="163813" y="176192"/>
                </a:cubicBezTo>
                <a:cubicBezTo>
                  <a:pt x="162064" y="177157"/>
                  <a:pt x="162234" y="177475"/>
                  <a:pt x="165826" y="179923"/>
                </a:cubicBezTo>
                <a:cubicBezTo>
                  <a:pt x="167988" y="181385"/>
                  <a:pt x="170001" y="182583"/>
                  <a:pt x="170298" y="182583"/>
                </a:cubicBezTo>
                <a:cubicBezTo>
                  <a:pt x="170605" y="182583"/>
                  <a:pt x="170669" y="180643"/>
                  <a:pt x="170446" y="178280"/>
                </a:cubicBezTo>
                <a:close/>
                <a:moveTo>
                  <a:pt x="176381" y="172462"/>
                </a:moveTo>
                <a:cubicBezTo>
                  <a:pt x="175576" y="170947"/>
                  <a:pt x="175046" y="166538"/>
                  <a:pt x="175258" y="163073"/>
                </a:cubicBezTo>
                <a:cubicBezTo>
                  <a:pt x="175406" y="160593"/>
                  <a:pt x="177833" y="160858"/>
                  <a:pt x="179857" y="163582"/>
                </a:cubicBezTo>
                <a:cubicBezTo>
                  <a:pt x="181340" y="165563"/>
                  <a:pt x="181468" y="165606"/>
                  <a:pt x="180842" y="163836"/>
                </a:cubicBezTo>
                <a:cubicBezTo>
                  <a:pt x="180440" y="162723"/>
                  <a:pt x="179910" y="160328"/>
                  <a:pt x="179655" y="158516"/>
                </a:cubicBezTo>
                <a:cubicBezTo>
                  <a:pt x="179073" y="154341"/>
                  <a:pt x="178098" y="154351"/>
                  <a:pt x="175618" y="158558"/>
                </a:cubicBezTo>
                <a:cubicBezTo>
                  <a:pt x="173954" y="161377"/>
                  <a:pt x="173721" y="163232"/>
                  <a:pt x="174134" y="170364"/>
                </a:cubicBezTo>
                <a:cubicBezTo>
                  <a:pt x="174579" y="177952"/>
                  <a:pt x="174760" y="178577"/>
                  <a:pt x="175915" y="176415"/>
                </a:cubicBezTo>
                <a:cubicBezTo>
                  <a:pt x="176667" y="175016"/>
                  <a:pt x="176858" y="173363"/>
                  <a:pt x="176381" y="172462"/>
                </a:cubicBezTo>
                <a:close/>
                <a:moveTo>
                  <a:pt x="206032" y="175376"/>
                </a:moveTo>
                <a:cubicBezTo>
                  <a:pt x="207283" y="173193"/>
                  <a:pt x="208321" y="172430"/>
                  <a:pt x="209476" y="172875"/>
                </a:cubicBezTo>
                <a:cubicBezTo>
                  <a:pt x="210949" y="173437"/>
                  <a:pt x="211045" y="172653"/>
                  <a:pt x="210430" y="165627"/>
                </a:cubicBezTo>
                <a:cubicBezTo>
                  <a:pt x="210048" y="161292"/>
                  <a:pt x="208809" y="154266"/>
                  <a:pt x="207675" y="150006"/>
                </a:cubicBezTo>
                <a:cubicBezTo>
                  <a:pt x="205757" y="142800"/>
                  <a:pt x="205396" y="142217"/>
                  <a:pt x="202524" y="141645"/>
                </a:cubicBezTo>
                <a:cubicBezTo>
                  <a:pt x="197862" y="140712"/>
                  <a:pt x="197660" y="140808"/>
                  <a:pt x="197660" y="143913"/>
                </a:cubicBezTo>
                <a:cubicBezTo>
                  <a:pt x="197660" y="147314"/>
                  <a:pt x="193665" y="153694"/>
                  <a:pt x="191535" y="153694"/>
                </a:cubicBezTo>
                <a:cubicBezTo>
                  <a:pt x="189649" y="153694"/>
                  <a:pt x="189098" y="149879"/>
                  <a:pt x="190433" y="146032"/>
                </a:cubicBezTo>
                <a:cubicBezTo>
                  <a:pt x="191471" y="143076"/>
                  <a:pt x="190401" y="141889"/>
                  <a:pt x="188886" y="144315"/>
                </a:cubicBezTo>
                <a:cubicBezTo>
                  <a:pt x="187519" y="146498"/>
                  <a:pt x="187211" y="148427"/>
                  <a:pt x="187105" y="155220"/>
                </a:cubicBezTo>
                <a:lnTo>
                  <a:pt x="187021" y="161801"/>
                </a:lnTo>
                <a:lnTo>
                  <a:pt x="192245" y="161462"/>
                </a:lnTo>
                <a:cubicBezTo>
                  <a:pt x="197777" y="161102"/>
                  <a:pt x="201719" y="162479"/>
                  <a:pt x="201719" y="164779"/>
                </a:cubicBezTo>
                <a:cubicBezTo>
                  <a:pt x="201719" y="167714"/>
                  <a:pt x="189278" y="169739"/>
                  <a:pt x="186756" y="167216"/>
                </a:cubicBezTo>
                <a:cubicBezTo>
                  <a:pt x="185304" y="165765"/>
                  <a:pt x="182941" y="167450"/>
                  <a:pt x="182146" y="170502"/>
                </a:cubicBezTo>
                <a:cubicBezTo>
                  <a:pt x="181743" y="172038"/>
                  <a:pt x="182019" y="172420"/>
                  <a:pt x="183301" y="172059"/>
                </a:cubicBezTo>
                <a:cubicBezTo>
                  <a:pt x="189447" y="170343"/>
                  <a:pt x="191641" y="170396"/>
                  <a:pt x="196071" y="172420"/>
                </a:cubicBezTo>
                <a:cubicBezTo>
                  <a:pt x="198625" y="173585"/>
                  <a:pt x="201284" y="175440"/>
                  <a:pt x="201973" y="176532"/>
                </a:cubicBezTo>
                <a:cubicBezTo>
                  <a:pt x="203616" y="179170"/>
                  <a:pt x="203934" y="179075"/>
                  <a:pt x="206032" y="175376"/>
                </a:cubicBezTo>
                <a:close/>
                <a:moveTo>
                  <a:pt x="46978" y="172918"/>
                </a:moveTo>
                <a:cubicBezTo>
                  <a:pt x="46649" y="172049"/>
                  <a:pt x="46162" y="171561"/>
                  <a:pt x="45897" y="171826"/>
                </a:cubicBezTo>
                <a:cubicBezTo>
                  <a:pt x="45632" y="172102"/>
                  <a:pt x="45717" y="172801"/>
                  <a:pt x="46077" y="173395"/>
                </a:cubicBezTo>
                <a:cubicBezTo>
                  <a:pt x="47084" y="175016"/>
                  <a:pt x="47667" y="174698"/>
                  <a:pt x="46978" y="172918"/>
                </a:cubicBezTo>
                <a:close/>
                <a:moveTo>
                  <a:pt x="159563" y="169092"/>
                </a:moveTo>
                <a:cubicBezTo>
                  <a:pt x="158578" y="168552"/>
                  <a:pt x="157094" y="168552"/>
                  <a:pt x="155865" y="169092"/>
                </a:cubicBezTo>
                <a:cubicBezTo>
                  <a:pt x="154158" y="169855"/>
                  <a:pt x="154445" y="170014"/>
                  <a:pt x="157507" y="170014"/>
                </a:cubicBezTo>
                <a:cubicBezTo>
                  <a:pt x="160252" y="170014"/>
                  <a:pt x="160782" y="169781"/>
                  <a:pt x="159563" y="169092"/>
                </a:cubicBezTo>
                <a:close/>
                <a:moveTo>
                  <a:pt x="170298" y="167842"/>
                </a:moveTo>
                <a:cubicBezTo>
                  <a:pt x="170298" y="166983"/>
                  <a:pt x="169493" y="163560"/>
                  <a:pt x="168518" y="160243"/>
                </a:cubicBezTo>
                <a:cubicBezTo>
                  <a:pt x="167098" y="155411"/>
                  <a:pt x="166335" y="154203"/>
                  <a:pt x="164660" y="154203"/>
                </a:cubicBezTo>
                <a:cubicBezTo>
                  <a:pt x="162520" y="154203"/>
                  <a:pt x="157189" y="149264"/>
                  <a:pt x="155261" y="145492"/>
                </a:cubicBezTo>
                <a:cubicBezTo>
                  <a:pt x="154487" y="143976"/>
                  <a:pt x="154487" y="143054"/>
                  <a:pt x="155261" y="142270"/>
                </a:cubicBezTo>
                <a:cubicBezTo>
                  <a:pt x="156596" y="140935"/>
                  <a:pt x="158652" y="141602"/>
                  <a:pt x="162944" y="144771"/>
                </a:cubicBezTo>
                <a:cubicBezTo>
                  <a:pt x="164756" y="146117"/>
                  <a:pt x="166239" y="147028"/>
                  <a:pt x="166239" y="146806"/>
                </a:cubicBezTo>
                <a:cubicBezTo>
                  <a:pt x="166239" y="145195"/>
                  <a:pt x="163834" y="140013"/>
                  <a:pt x="163081" y="140013"/>
                </a:cubicBezTo>
                <a:cubicBezTo>
                  <a:pt x="161651" y="140013"/>
                  <a:pt x="158132" y="133707"/>
                  <a:pt x="158132" y="131143"/>
                </a:cubicBezTo>
                <a:cubicBezTo>
                  <a:pt x="158132" y="129850"/>
                  <a:pt x="158747" y="128864"/>
                  <a:pt x="159563" y="128864"/>
                </a:cubicBezTo>
                <a:cubicBezTo>
                  <a:pt x="160972" y="128864"/>
                  <a:pt x="165540" y="133633"/>
                  <a:pt x="166568" y="136177"/>
                </a:cubicBezTo>
                <a:cubicBezTo>
                  <a:pt x="166981" y="137183"/>
                  <a:pt x="167331" y="137141"/>
                  <a:pt x="168157" y="135954"/>
                </a:cubicBezTo>
                <a:cubicBezTo>
                  <a:pt x="168814" y="135000"/>
                  <a:pt x="168846" y="134311"/>
                  <a:pt x="168232" y="134100"/>
                </a:cubicBezTo>
                <a:cubicBezTo>
                  <a:pt x="167691" y="133909"/>
                  <a:pt x="167246" y="133135"/>
                  <a:pt x="167246" y="132362"/>
                </a:cubicBezTo>
                <a:cubicBezTo>
                  <a:pt x="167246" y="130867"/>
                  <a:pt x="170076" y="129045"/>
                  <a:pt x="174283" y="127836"/>
                </a:cubicBezTo>
                <a:lnTo>
                  <a:pt x="176879" y="127095"/>
                </a:lnTo>
                <a:lnTo>
                  <a:pt x="174007" y="125940"/>
                </a:lnTo>
                <a:cubicBezTo>
                  <a:pt x="172428" y="125314"/>
                  <a:pt x="170616" y="125113"/>
                  <a:pt x="169980" y="125505"/>
                </a:cubicBezTo>
                <a:cubicBezTo>
                  <a:pt x="167394" y="127105"/>
                  <a:pt x="159139" y="125018"/>
                  <a:pt x="159139" y="122760"/>
                </a:cubicBezTo>
                <a:cubicBezTo>
                  <a:pt x="159139" y="122241"/>
                  <a:pt x="160167" y="121552"/>
                  <a:pt x="161418" y="121234"/>
                </a:cubicBezTo>
                <a:cubicBezTo>
                  <a:pt x="163495" y="120715"/>
                  <a:pt x="163707" y="120058"/>
                  <a:pt x="163707" y="114145"/>
                </a:cubicBezTo>
                <a:cubicBezTo>
                  <a:pt x="163707" y="107786"/>
                  <a:pt x="163654" y="107680"/>
                  <a:pt x="161810" y="109524"/>
                </a:cubicBezTo>
                <a:cubicBezTo>
                  <a:pt x="160761" y="110573"/>
                  <a:pt x="159743" y="112894"/>
                  <a:pt x="159531" y="114696"/>
                </a:cubicBezTo>
                <a:cubicBezTo>
                  <a:pt x="158853" y="120492"/>
                  <a:pt x="152018" y="128864"/>
                  <a:pt x="147959" y="128864"/>
                </a:cubicBezTo>
                <a:cubicBezTo>
                  <a:pt x="145914" y="128864"/>
                  <a:pt x="147503" y="121086"/>
                  <a:pt x="150449" y="116624"/>
                </a:cubicBezTo>
                <a:lnTo>
                  <a:pt x="153088" y="112640"/>
                </a:lnTo>
                <a:lnTo>
                  <a:pt x="150746" y="112640"/>
                </a:lnTo>
                <a:cubicBezTo>
                  <a:pt x="149453" y="112640"/>
                  <a:pt x="147895" y="113148"/>
                  <a:pt x="147281" y="113763"/>
                </a:cubicBezTo>
                <a:cubicBezTo>
                  <a:pt x="146666" y="114367"/>
                  <a:pt x="144430" y="114876"/>
                  <a:pt x="142300" y="114876"/>
                </a:cubicBezTo>
                <a:cubicBezTo>
                  <a:pt x="139259" y="114876"/>
                  <a:pt x="137489" y="115713"/>
                  <a:pt x="133949" y="118829"/>
                </a:cubicBezTo>
                <a:cubicBezTo>
                  <a:pt x="129806" y="122474"/>
                  <a:pt x="128110" y="123248"/>
                  <a:pt x="125048" y="122887"/>
                </a:cubicBezTo>
                <a:cubicBezTo>
                  <a:pt x="123871" y="122739"/>
                  <a:pt x="122685" y="125897"/>
                  <a:pt x="122663" y="129225"/>
                </a:cubicBezTo>
                <a:cubicBezTo>
                  <a:pt x="122653" y="130263"/>
                  <a:pt x="124073" y="134089"/>
                  <a:pt x="125821" y="137745"/>
                </a:cubicBezTo>
                <a:lnTo>
                  <a:pt x="128990" y="144379"/>
                </a:lnTo>
                <a:lnTo>
                  <a:pt x="130325" y="141189"/>
                </a:lnTo>
                <a:cubicBezTo>
                  <a:pt x="131968" y="137289"/>
                  <a:pt x="136185" y="132913"/>
                  <a:pt x="138316" y="132913"/>
                </a:cubicBezTo>
                <a:cubicBezTo>
                  <a:pt x="141632" y="132913"/>
                  <a:pt x="139333" y="141581"/>
                  <a:pt x="134659" y="146700"/>
                </a:cubicBezTo>
                <a:cubicBezTo>
                  <a:pt x="132847" y="148692"/>
                  <a:pt x="132826" y="148925"/>
                  <a:pt x="134437" y="150250"/>
                </a:cubicBezTo>
                <a:cubicBezTo>
                  <a:pt x="135507" y="151130"/>
                  <a:pt x="136291" y="151267"/>
                  <a:pt x="136514" y="150610"/>
                </a:cubicBezTo>
                <a:cubicBezTo>
                  <a:pt x="136705" y="150038"/>
                  <a:pt x="137711" y="147982"/>
                  <a:pt x="138750" y="146053"/>
                </a:cubicBezTo>
                <a:cubicBezTo>
                  <a:pt x="142851" y="138391"/>
                  <a:pt x="146497" y="143097"/>
                  <a:pt x="143519" y="152210"/>
                </a:cubicBezTo>
                <a:lnTo>
                  <a:pt x="141855" y="157297"/>
                </a:lnTo>
                <a:lnTo>
                  <a:pt x="144663" y="159766"/>
                </a:lnTo>
                <a:cubicBezTo>
                  <a:pt x="146391" y="161282"/>
                  <a:pt x="148764" y="162257"/>
                  <a:pt x="150778" y="162278"/>
                </a:cubicBezTo>
                <a:cubicBezTo>
                  <a:pt x="154180" y="162310"/>
                  <a:pt x="155250" y="160678"/>
                  <a:pt x="152516" y="159629"/>
                </a:cubicBezTo>
                <a:cubicBezTo>
                  <a:pt x="151657" y="159300"/>
                  <a:pt x="150312" y="157774"/>
                  <a:pt x="149527" y="156259"/>
                </a:cubicBezTo>
                <a:cubicBezTo>
                  <a:pt x="147991" y="153291"/>
                  <a:pt x="147164" y="145566"/>
                  <a:pt x="148256" y="144474"/>
                </a:cubicBezTo>
                <a:cubicBezTo>
                  <a:pt x="150577" y="142164"/>
                  <a:pt x="156299" y="150918"/>
                  <a:pt x="156299" y="156767"/>
                </a:cubicBezTo>
                <a:cubicBezTo>
                  <a:pt x="156299" y="158569"/>
                  <a:pt x="157221" y="161345"/>
                  <a:pt x="158334" y="162946"/>
                </a:cubicBezTo>
                <a:cubicBezTo>
                  <a:pt x="159499" y="164620"/>
                  <a:pt x="160040" y="164991"/>
                  <a:pt x="159616" y="163836"/>
                </a:cubicBezTo>
                <a:cubicBezTo>
                  <a:pt x="157369" y="157827"/>
                  <a:pt x="157889" y="152772"/>
                  <a:pt x="160655" y="153832"/>
                </a:cubicBezTo>
                <a:cubicBezTo>
                  <a:pt x="163071" y="154764"/>
                  <a:pt x="167246" y="162596"/>
                  <a:pt x="167246" y="166199"/>
                </a:cubicBezTo>
                <a:cubicBezTo>
                  <a:pt x="167246" y="168372"/>
                  <a:pt x="167744" y="169410"/>
                  <a:pt x="168772" y="169410"/>
                </a:cubicBezTo>
                <a:cubicBezTo>
                  <a:pt x="169609" y="169410"/>
                  <a:pt x="170287" y="168700"/>
                  <a:pt x="170287" y="167842"/>
                </a:cubicBezTo>
                <a:close/>
                <a:moveTo>
                  <a:pt x="253359" y="166188"/>
                </a:moveTo>
                <a:cubicBezTo>
                  <a:pt x="254578" y="165807"/>
                  <a:pt x="254557" y="165616"/>
                  <a:pt x="253201" y="165097"/>
                </a:cubicBezTo>
                <a:cubicBezTo>
                  <a:pt x="252226" y="164726"/>
                  <a:pt x="250827" y="165319"/>
                  <a:pt x="249703" y="166581"/>
                </a:cubicBezTo>
                <a:cubicBezTo>
                  <a:pt x="247881" y="168647"/>
                  <a:pt x="247881" y="168668"/>
                  <a:pt x="249862" y="167662"/>
                </a:cubicBezTo>
                <a:cubicBezTo>
                  <a:pt x="250975" y="167100"/>
                  <a:pt x="252554" y="166432"/>
                  <a:pt x="253359" y="166188"/>
                </a:cubicBezTo>
                <a:close/>
                <a:moveTo>
                  <a:pt x="227046" y="163009"/>
                </a:moveTo>
                <a:cubicBezTo>
                  <a:pt x="227046" y="162564"/>
                  <a:pt x="226601" y="162479"/>
                  <a:pt x="226040" y="162818"/>
                </a:cubicBezTo>
                <a:cubicBezTo>
                  <a:pt x="225489" y="163168"/>
                  <a:pt x="225033" y="164217"/>
                  <a:pt x="225044" y="165161"/>
                </a:cubicBezTo>
                <a:cubicBezTo>
                  <a:pt x="225054" y="166634"/>
                  <a:pt x="225203" y="166665"/>
                  <a:pt x="226040" y="165351"/>
                </a:cubicBezTo>
                <a:cubicBezTo>
                  <a:pt x="226580" y="164514"/>
                  <a:pt x="227036" y="163465"/>
                  <a:pt x="227046" y="163009"/>
                </a:cubicBezTo>
                <a:close/>
                <a:moveTo>
                  <a:pt x="132932" y="160254"/>
                </a:moveTo>
                <a:cubicBezTo>
                  <a:pt x="131618" y="159152"/>
                  <a:pt x="130018" y="158262"/>
                  <a:pt x="129382" y="158262"/>
                </a:cubicBezTo>
                <a:cubicBezTo>
                  <a:pt x="128746" y="158272"/>
                  <a:pt x="129594" y="159173"/>
                  <a:pt x="131268" y="160286"/>
                </a:cubicBezTo>
                <a:cubicBezTo>
                  <a:pt x="135147" y="162850"/>
                  <a:pt x="136027" y="162840"/>
                  <a:pt x="132932" y="160254"/>
                </a:cubicBezTo>
                <a:close/>
                <a:moveTo>
                  <a:pt x="125196" y="156057"/>
                </a:moveTo>
                <a:cubicBezTo>
                  <a:pt x="122642" y="154054"/>
                  <a:pt x="122547" y="153747"/>
                  <a:pt x="124115" y="152603"/>
                </a:cubicBezTo>
                <a:cubicBezTo>
                  <a:pt x="125641" y="151490"/>
                  <a:pt x="125334" y="151013"/>
                  <a:pt x="121286" y="148226"/>
                </a:cubicBezTo>
                <a:cubicBezTo>
                  <a:pt x="118785" y="146509"/>
                  <a:pt x="116517" y="144527"/>
                  <a:pt x="116231" y="143828"/>
                </a:cubicBezTo>
                <a:cubicBezTo>
                  <a:pt x="115934" y="143086"/>
                  <a:pt x="115680" y="143351"/>
                  <a:pt x="115637" y="144443"/>
                </a:cubicBezTo>
                <a:cubicBezTo>
                  <a:pt x="115595" y="145481"/>
                  <a:pt x="116920" y="147887"/>
                  <a:pt x="118594" y="149794"/>
                </a:cubicBezTo>
                <a:cubicBezTo>
                  <a:pt x="120268" y="151702"/>
                  <a:pt x="121635" y="153948"/>
                  <a:pt x="121635" y="154775"/>
                </a:cubicBezTo>
                <a:cubicBezTo>
                  <a:pt x="121635" y="155612"/>
                  <a:pt x="122663" y="156704"/>
                  <a:pt x="123914" y="157212"/>
                </a:cubicBezTo>
                <a:cubicBezTo>
                  <a:pt x="127729" y="158738"/>
                  <a:pt x="128132" y="158368"/>
                  <a:pt x="125196" y="156057"/>
                </a:cubicBezTo>
                <a:close/>
                <a:moveTo>
                  <a:pt x="106418" y="150631"/>
                </a:moveTo>
                <a:cubicBezTo>
                  <a:pt x="105708" y="149784"/>
                  <a:pt x="104871" y="149349"/>
                  <a:pt x="104542" y="149678"/>
                </a:cubicBezTo>
                <a:cubicBezTo>
                  <a:pt x="104224" y="149996"/>
                  <a:pt x="104627" y="150684"/>
                  <a:pt x="105453" y="151204"/>
                </a:cubicBezTo>
                <a:cubicBezTo>
                  <a:pt x="107594" y="152560"/>
                  <a:pt x="107880" y="152391"/>
                  <a:pt x="106418" y="150631"/>
                </a:cubicBezTo>
                <a:close/>
                <a:moveTo>
                  <a:pt x="169895" y="144337"/>
                </a:moveTo>
                <a:cubicBezTo>
                  <a:pt x="169556" y="144008"/>
                  <a:pt x="169313" y="144602"/>
                  <a:pt x="169355" y="145672"/>
                </a:cubicBezTo>
                <a:cubicBezTo>
                  <a:pt x="169408" y="146848"/>
                  <a:pt x="169652" y="147092"/>
                  <a:pt x="169970" y="146287"/>
                </a:cubicBezTo>
                <a:cubicBezTo>
                  <a:pt x="170266" y="145555"/>
                  <a:pt x="170224" y="144676"/>
                  <a:pt x="169895" y="144337"/>
                </a:cubicBezTo>
                <a:close/>
                <a:moveTo>
                  <a:pt x="177790" y="145248"/>
                </a:moveTo>
                <a:cubicBezTo>
                  <a:pt x="178076" y="144782"/>
                  <a:pt x="177674" y="144400"/>
                  <a:pt x="176879" y="144400"/>
                </a:cubicBezTo>
                <a:cubicBezTo>
                  <a:pt x="176095" y="144400"/>
                  <a:pt x="175682" y="144782"/>
                  <a:pt x="175968" y="145248"/>
                </a:cubicBezTo>
                <a:cubicBezTo>
                  <a:pt x="176264" y="145714"/>
                  <a:pt x="176667" y="146096"/>
                  <a:pt x="176879" y="146096"/>
                </a:cubicBezTo>
                <a:cubicBezTo>
                  <a:pt x="177091" y="146096"/>
                  <a:pt x="177504" y="145714"/>
                  <a:pt x="177790" y="145248"/>
                </a:cubicBezTo>
                <a:close/>
                <a:moveTo>
                  <a:pt x="223984" y="137798"/>
                </a:moveTo>
                <a:cubicBezTo>
                  <a:pt x="224026" y="132552"/>
                  <a:pt x="225722" y="128515"/>
                  <a:pt x="227566" y="129225"/>
                </a:cubicBezTo>
                <a:cubicBezTo>
                  <a:pt x="229092" y="129818"/>
                  <a:pt x="230120" y="128451"/>
                  <a:pt x="233256" y="121637"/>
                </a:cubicBezTo>
                <a:cubicBezTo>
                  <a:pt x="234899" y="118076"/>
                  <a:pt x="234899" y="117970"/>
                  <a:pt x="233002" y="118468"/>
                </a:cubicBezTo>
                <a:cubicBezTo>
                  <a:pt x="231932" y="118744"/>
                  <a:pt x="230554" y="119952"/>
                  <a:pt x="229950" y="121128"/>
                </a:cubicBezTo>
                <a:cubicBezTo>
                  <a:pt x="229335" y="122315"/>
                  <a:pt x="227587" y="124657"/>
                  <a:pt x="226050" y="126332"/>
                </a:cubicBezTo>
                <a:cubicBezTo>
                  <a:pt x="224079" y="128472"/>
                  <a:pt x="223094" y="130857"/>
                  <a:pt x="222680" y="134439"/>
                </a:cubicBezTo>
                <a:cubicBezTo>
                  <a:pt x="222352" y="137226"/>
                  <a:pt x="221811" y="141104"/>
                  <a:pt x="221472" y="143054"/>
                </a:cubicBezTo>
                <a:cubicBezTo>
                  <a:pt x="220858" y="146594"/>
                  <a:pt x="220858" y="146594"/>
                  <a:pt x="222394" y="144072"/>
                </a:cubicBezTo>
                <a:cubicBezTo>
                  <a:pt x="223253" y="142673"/>
                  <a:pt x="223963" y="139854"/>
                  <a:pt x="223984" y="137798"/>
                </a:cubicBezTo>
                <a:close/>
                <a:moveTo>
                  <a:pt x="183470" y="140543"/>
                </a:moveTo>
                <a:cubicBezTo>
                  <a:pt x="183470" y="140278"/>
                  <a:pt x="182072" y="139335"/>
                  <a:pt x="180355" y="138455"/>
                </a:cubicBezTo>
                <a:cubicBezTo>
                  <a:pt x="173361" y="134831"/>
                  <a:pt x="183799" y="132065"/>
                  <a:pt x="191206" y="135583"/>
                </a:cubicBezTo>
                <a:cubicBezTo>
                  <a:pt x="194704" y="137236"/>
                  <a:pt x="197395" y="136685"/>
                  <a:pt x="194587" y="134894"/>
                </a:cubicBezTo>
                <a:cubicBezTo>
                  <a:pt x="191154" y="132679"/>
                  <a:pt x="182326" y="130465"/>
                  <a:pt x="181605" y="131630"/>
                </a:cubicBezTo>
                <a:cubicBezTo>
                  <a:pt x="181213" y="132266"/>
                  <a:pt x="179655" y="133262"/>
                  <a:pt x="178129" y="133845"/>
                </a:cubicBezTo>
                <a:cubicBezTo>
                  <a:pt x="175279" y="134926"/>
                  <a:pt x="174272" y="137989"/>
                  <a:pt x="176762" y="137989"/>
                </a:cubicBezTo>
                <a:cubicBezTo>
                  <a:pt x="177525" y="137989"/>
                  <a:pt x="178723" y="138667"/>
                  <a:pt x="179412" y="139504"/>
                </a:cubicBezTo>
                <a:cubicBezTo>
                  <a:pt x="180577" y="140914"/>
                  <a:pt x="183470" y="141655"/>
                  <a:pt x="183470" y="140543"/>
                </a:cubicBezTo>
                <a:close/>
                <a:moveTo>
                  <a:pt x="218950" y="128091"/>
                </a:moveTo>
                <a:cubicBezTo>
                  <a:pt x="218950" y="119878"/>
                  <a:pt x="218781" y="119125"/>
                  <a:pt x="216693" y="118203"/>
                </a:cubicBezTo>
                <a:cubicBezTo>
                  <a:pt x="215453" y="117652"/>
                  <a:pt x="213471" y="115766"/>
                  <a:pt x="212295" y="114007"/>
                </a:cubicBezTo>
                <a:lnTo>
                  <a:pt x="210165" y="110817"/>
                </a:lnTo>
                <a:lnTo>
                  <a:pt x="208883" y="114335"/>
                </a:lnTo>
                <a:cubicBezTo>
                  <a:pt x="208183" y="116275"/>
                  <a:pt x="207887" y="118129"/>
                  <a:pt x="208215" y="118468"/>
                </a:cubicBezTo>
                <a:cubicBezTo>
                  <a:pt x="208544" y="118797"/>
                  <a:pt x="208809" y="118532"/>
                  <a:pt x="208809" y="117886"/>
                </a:cubicBezTo>
                <a:cubicBezTo>
                  <a:pt x="208809" y="117228"/>
                  <a:pt x="209656" y="116699"/>
                  <a:pt x="210684" y="116699"/>
                </a:cubicBezTo>
                <a:cubicBezTo>
                  <a:pt x="213270" y="116699"/>
                  <a:pt x="216258" y="123682"/>
                  <a:pt x="216216" y="129659"/>
                </a:cubicBezTo>
                <a:cubicBezTo>
                  <a:pt x="216184" y="133760"/>
                  <a:pt x="217223" y="136971"/>
                  <a:pt x="218569" y="136971"/>
                </a:cubicBezTo>
                <a:cubicBezTo>
                  <a:pt x="218781" y="136971"/>
                  <a:pt x="218950" y="132976"/>
                  <a:pt x="218950" y="128091"/>
                </a:cubicBezTo>
                <a:close/>
                <a:moveTo>
                  <a:pt x="251685" y="132351"/>
                </a:moveTo>
                <a:cubicBezTo>
                  <a:pt x="252204" y="129617"/>
                  <a:pt x="251876" y="129034"/>
                  <a:pt x="248909" y="127444"/>
                </a:cubicBezTo>
                <a:cubicBezTo>
                  <a:pt x="244617" y="125134"/>
                  <a:pt x="242646" y="125569"/>
                  <a:pt x="240251" y="129373"/>
                </a:cubicBezTo>
                <a:lnTo>
                  <a:pt x="238333" y="132415"/>
                </a:lnTo>
                <a:lnTo>
                  <a:pt x="241893" y="132669"/>
                </a:lnTo>
                <a:cubicBezTo>
                  <a:pt x="243843" y="132807"/>
                  <a:pt x="246673" y="133570"/>
                  <a:pt x="248167" y="134354"/>
                </a:cubicBezTo>
                <a:cubicBezTo>
                  <a:pt x="249661" y="135138"/>
                  <a:pt x="250922" y="135710"/>
                  <a:pt x="250986" y="135615"/>
                </a:cubicBezTo>
                <a:cubicBezTo>
                  <a:pt x="251049" y="135520"/>
                  <a:pt x="251357" y="134057"/>
                  <a:pt x="251685" y="132351"/>
                </a:cubicBezTo>
                <a:close/>
                <a:moveTo>
                  <a:pt x="201274" y="133390"/>
                </a:moveTo>
                <a:cubicBezTo>
                  <a:pt x="200182" y="132574"/>
                  <a:pt x="198847" y="131906"/>
                  <a:pt x="198285" y="131906"/>
                </a:cubicBezTo>
                <a:cubicBezTo>
                  <a:pt x="197734" y="131906"/>
                  <a:pt x="198158" y="132574"/>
                  <a:pt x="199239" y="133390"/>
                </a:cubicBezTo>
                <a:cubicBezTo>
                  <a:pt x="200320" y="134206"/>
                  <a:pt x="201666" y="134884"/>
                  <a:pt x="202228" y="134884"/>
                </a:cubicBezTo>
                <a:cubicBezTo>
                  <a:pt x="202779" y="134884"/>
                  <a:pt x="202355" y="134206"/>
                  <a:pt x="201274" y="133390"/>
                </a:cubicBezTo>
                <a:close/>
                <a:moveTo>
                  <a:pt x="194184" y="129352"/>
                </a:moveTo>
                <a:cubicBezTo>
                  <a:pt x="193114" y="128536"/>
                  <a:pt x="191991" y="128123"/>
                  <a:pt x="191683" y="128419"/>
                </a:cubicBezTo>
                <a:cubicBezTo>
                  <a:pt x="191048" y="129055"/>
                  <a:pt x="193623" y="130867"/>
                  <a:pt x="195127" y="130846"/>
                </a:cubicBezTo>
                <a:cubicBezTo>
                  <a:pt x="195689" y="130836"/>
                  <a:pt x="195265" y="130157"/>
                  <a:pt x="194184" y="129352"/>
                </a:cubicBezTo>
                <a:close/>
                <a:moveTo>
                  <a:pt x="268185" y="128748"/>
                </a:moveTo>
                <a:cubicBezTo>
                  <a:pt x="268609" y="128048"/>
                  <a:pt x="270930" y="127794"/>
                  <a:pt x="274225" y="128059"/>
                </a:cubicBezTo>
                <a:cubicBezTo>
                  <a:pt x="278369" y="128409"/>
                  <a:pt x="279450" y="128207"/>
                  <a:pt x="279047" y="127158"/>
                </a:cubicBezTo>
                <a:cubicBezTo>
                  <a:pt x="278772" y="126427"/>
                  <a:pt x="277659" y="125823"/>
                  <a:pt x="276578" y="125823"/>
                </a:cubicBezTo>
                <a:cubicBezTo>
                  <a:pt x="275497" y="125823"/>
                  <a:pt x="272911" y="124954"/>
                  <a:pt x="270834" y="123894"/>
                </a:cubicBezTo>
                <a:cubicBezTo>
                  <a:pt x="268312" y="122601"/>
                  <a:pt x="266044" y="122167"/>
                  <a:pt x="264031" y="122591"/>
                </a:cubicBezTo>
                <a:lnTo>
                  <a:pt x="261011" y="123216"/>
                </a:lnTo>
                <a:lnTo>
                  <a:pt x="264561" y="123756"/>
                </a:lnTo>
                <a:cubicBezTo>
                  <a:pt x="268778" y="124403"/>
                  <a:pt x="269266" y="126703"/>
                  <a:pt x="265578" y="128568"/>
                </a:cubicBezTo>
                <a:cubicBezTo>
                  <a:pt x="263151" y="129786"/>
                  <a:pt x="263141" y="129850"/>
                  <a:pt x="265260" y="129861"/>
                </a:cubicBezTo>
                <a:cubicBezTo>
                  <a:pt x="266489" y="129871"/>
                  <a:pt x="267793" y="129362"/>
                  <a:pt x="268185" y="128748"/>
                </a:cubicBezTo>
                <a:close/>
                <a:moveTo>
                  <a:pt x="258107" y="125325"/>
                </a:moveTo>
                <a:lnTo>
                  <a:pt x="261011" y="123809"/>
                </a:lnTo>
                <a:lnTo>
                  <a:pt x="258308" y="123799"/>
                </a:lnTo>
                <a:cubicBezTo>
                  <a:pt x="254260" y="123788"/>
                  <a:pt x="251886" y="124869"/>
                  <a:pt x="253582" y="125950"/>
                </a:cubicBezTo>
                <a:cubicBezTo>
                  <a:pt x="255267" y="127010"/>
                  <a:pt x="254727" y="127084"/>
                  <a:pt x="258107" y="125325"/>
                </a:cubicBezTo>
                <a:close/>
                <a:moveTo>
                  <a:pt x="177737" y="123248"/>
                </a:moveTo>
                <a:cubicBezTo>
                  <a:pt x="177409" y="122379"/>
                  <a:pt x="176921" y="121891"/>
                  <a:pt x="176656" y="122167"/>
                </a:cubicBezTo>
                <a:cubicBezTo>
                  <a:pt x="176392" y="122432"/>
                  <a:pt x="176476" y="123131"/>
                  <a:pt x="176837" y="123725"/>
                </a:cubicBezTo>
                <a:cubicBezTo>
                  <a:pt x="177843" y="125346"/>
                  <a:pt x="178426" y="125028"/>
                  <a:pt x="177737" y="123248"/>
                </a:cubicBezTo>
                <a:close/>
                <a:moveTo>
                  <a:pt x="117863" y="119210"/>
                </a:moveTo>
                <a:cubicBezTo>
                  <a:pt x="115002" y="117207"/>
                  <a:pt x="111886" y="109821"/>
                  <a:pt x="113306" y="108401"/>
                </a:cubicBezTo>
                <a:cubicBezTo>
                  <a:pt x="114143" y="107574"/>
                  <a:pt x="115118" y="107723"/>
                  <a:pt x="117026" y="108973"/>
                </a:cubicBezTo>
                <a:cubicBezTo>
                  <a:pt x="119272" y="110446"/>
                  <a:pt x="119611" y="110467"/>
                  <a:pt x="119611" y="109121"/>
                </a:cubicBezTo>
                <a:cubicBezTo>
                  <a:pt x="119611" y="108274"/>
                  <a:pt x="118976" y="107574"/>
                  <a:pt x="118202" y="107574"/>
                </a:cubicBezTo>
                <a:cubicBezTo>
                  <a:pt x="116559" y="107574"/>
                  <a:pt x="113529" y="100612"/>
                  <a:pt x="113529" y="96839"/>
                </a:cubicBezTo>
                <a:cubicBezTo>
                  <a:pt x="113529" y="94698"/>
                  <a:pt x="113295" y="94486"/>
                  <a:pt x="112193" y="95589"/>
                </a:cubicBezTo>
                <a:cubicBezTo>
                  <a:pt x="111303" y="96479"/>
                  <a:pt x="110879" y="99372"/>
                  <a:pt x="110953" y="104024"/>
                </a:cubicBezTo>
                <a:cubicBezTo>
                  <a:pt x="111038" y="109895"/>
                  <a:pt x="111568" y="112004"/>
                  <a:pt x="113984" y="116190"/>
                </a:cubicBezTo>
                <a:cubicBezTo>
                  <a:pt x="118329" y="123693"/>
                  <a:pt x="119029" y="124488"/>
                  <a:pt x="119452" y="122336"/>
                </a:cubicBezTo>
                <a:cubicBezTo>
                  <a:pt x="119643" y="121361"/>
                  <a:pt x="118923" y="119952"/>
                  <a:pt x="117863" y="119210"/>
                </a:cubicBezTo>
                <a:close/>
                <a:moveTo>
                  <a:pt x="189288" y="120047"/>
                </a:moveTo>
                <a:cubicBezTo>
                  <a:pt x="188345" y="119115"/>
                  <a:pt x="187286" y="118627"/>
                  <a:pt x="186946" y="118966"/>
                </a:cubicBezTo>
                <a:cubicBezTo>
                  <a:pt x="185940" y="119973"/>
                  <a:pt x="187476" y="121764"/>
                  <a:pt x="189320" y="121764"/>
                </a:cubicBezTo>
                <a:cubicBezTo>
                  <a:pt x="190867" y="121764"/>
                  <a:pt x="190867" y="121637"/>
                  <a:pt x="189288" y="120047"/>
                </a:cubicBezTo>
                <a:close/>
                <a:moveTo>
                  <a:pt x="254991" y="119316"/>
                </a:moveTo>
                <a:cubicBezTo>
                  <a:pt x="256888" y="117928"/>
                  <a:pt x="256867" y="117822"/>
                  <a:pt x="254165" y="115702"/>
                </a:cubicBezTo>
                <a:cubicBezTo>
                  <a:pt x="252639" y="114494"/>
                  <a:pt x="251357" y="112746"/>
                  <a:pt x="251314" y="111813"/>
                </a:cubicBezTo>
                <a:cubicBezTo>
                  <a:pt x="251272" y="110870"/>
                  <a:pt x="250594" y="111887"/>
                  <a:pt x="249799" y="114060"/>
                </a:cubicBezTo>
                <a:cubicBezTo>
                  <a:pt x="249004" y="116232"/>
                  <a:pt x="247838" y="118627"/>
                  <a:pt x="247213" y="119380"/>
                </a:cubicBezTo>
                <a:cubicBezTo>
                  <a:pt x="246291" y="120492"/>
                  <a:pt x="246736" y="120757"/>
                  <a:pt x="249544" y="120757"/>
                </a:cubicBezTo>
                <a:cubicBezTo>
                  <a:pt x="251463" y="120757"/>
                  <a:pt x="253911" y="120111"/>
                  <a:pt x="254991" y="119316"/>
                </a:cubicBezTo>
                <a:close/>
                <a:moveTo>
                  <a:pt x="180906" y="114335"/>
                </a:moveTo>
                <a:cubicBezTo>
                  <a:pt x="180461" y="111071"/>
                  <a:pt x="180715" y="109620"/>
                  <a:pt x="181870" y="108655"/>
                </a:cubicBezTo>
                <a:cubicBezTo>
                  <a:pt x="183206" y="107553"/>
                  <a:pt x="183714" y="107829"/>
                  <a:pt x="185230" y="110499"/>
                </a:cubicBezTo>
                <a:cubicBezTo>
                  <a:pt x="186215" y="112226"/>
                  <a:pt x="187784" y="113647"/>
                  <a:pt x="188706" y="113647"/>
                </a:cubicBezTo>
                <a:cubicBezTo>
                  <a:pt x="189638" y="113657"/>
                  <a:pt x="191143" y="113943"/>
                  <a:pt x="192054" y="114293"/>
                </a:cubicBezTo>
                <a:cubicBezTo>
                  <a:pt x="193443" y="114823"/>
                  <a:pt x="193358" y="114219"/>
                  <a:pt x="191524" y="110446"/>
                </a:cubicBezTo>
                <a:cubicBezTo>
                  <a:pt x="189458" y="106175"/>
                  <a:pt x="188928" y="105815"/>
                  <a:pt x="180789" y="103049"/>
                </a:cubicBezTo>
                <a:cubicBezTo>
                  <a:pt x="172577" y="100262"/>
                  <a:pt x="172153" y="100220"/>
                  <a:pt x="170499" y="101958"/>
                </a:cubicBezTo>
                <a:cubicBezTo>
                  <a:pt x="169228" y="103293"/>
                  <a:pt x="169101" y="103886"/>
                  <a:pt x="170044" y="104236"/>
                </a:cubicBezTo>
                <a:cubicBezTo>
                  <a:pt x="170733" y="104490"/>
                  <a:pt x="171326" y="106377"/>
                  <a:pt x="171337" y="108422"/>
                </a:cubicBezTo>
                <a:cubicBezTo>
                  <a:pt x="171390" y="113647"/>
                  <a:pt x="175194" y="117780"/>
                  <a:pt x="180715" y="118606"/>
                </a:cubicBezTo>
                <a:cubicBezTo>
                  <a:pt x="181150" y="118670"/>
                  <a:pt x="181234" y="116752"/>
                  <a:pt x="180906" y="114335"/>
                </a:cubicBezTo>
                <a:close/>
                <a:moveTo>
                  <a:pt x="284081" y="117038"/>
                </a:moveTo>
                <a:cubicBezTo>
                  <a:pt x="283382" y="116762"/>
                  <a:pt x="282237" y="116762"/>
                  <a:pt x="281538" y="117038"/>
                </a:cubicBezTo>
                <a:cubicBezTo>
                  <a:pt x="280849" y="117324"/>
                  <a:pt x="281410" y="117546"/>
                  <a:pt x="282809" y="117546"/>
                </a:cubicBezTo>
                <a:cubicBezTo>
                  <a:pt x="284198" y="117546"/>
                  <a:pt x="284770" y="117324"/>
                  <a:pt x="284081" y="117038"/>
                </a:cubicBezTo>
                <a:close/>
                <a:moveTo>
                  <a:pt x="129128" y="111188"/>
                </a:moveTo>
                <a:cubicBezTo>
                  <a:pt x="128831" y="110436"/>
                  <a:pt x="127528" y="109609"/>
                  <a:pt x="126224" y="109355"/>
                </a:cubicBezTo>
                <a:cubicBezTo>
                  <a:pt x="124264" y="108984"/>
                  <a:pt x="123755" y="109418"/>
                  <a:pt x="123257" y="111887"/>
                </a:cubicBezTo>
                <a:cubicBezTo>
                  <a:pt x="122928" y="113530"/>
                  <a:pt x="122918" y="115300"/>
                  <a:pt x="123236" y="115808"/>
                </a:cubicBezTo>
                <a:cubicBezTo>
                  <a:pt x="124105" y="117207"/>
                  <a:pt x="129742" y="112788"/>
                  <a:pt x="129128" y="111188"/>
                </a:cubicBezTo>
                <a:close/>
                <a:moveTo>
                  <a:pt x="236870" y="109726"/>
                </a:moveTo>
                <a:cubicBezTo>
                  <a:pt x="239763" y="108242"/>
                  <a:pt x="243006" y="108274"/>
                  <a:pt x="243515" y="109800"/>
                </a:cubicBezTo>
                <a:cubicBezTo>
                  <a:pt x="244288" y="112142"/>
                  <a:pt x="247573" y="101905"/>
                  <a:pt x="248432" y="94465"/>
                </a:cubicBezTo>
                <a:cubicBezTo>
                  <a:pt x="249491" y="85298"/>
                  <a:pt x="248495" y="83200"/>
                  <a:pt x="244553" y="86305"/>
                </a:cubicBezTo>
                <a:cubicBezTo>
                  <a:pt x="241469" y="88721"/>
                  <a:pt x="232038" y="89135"/>
                  <a:pt x="230215" y="86930"/>
                </a:cubicBezTo>
                <a:cubicBezTo>
                  <a:pt x="228710" y="85129"/>
                  <a:pt x="230215" y="83878"/>
                  <a:pt x="235895" y="82183"/>
                </a:cubicBezTo>
                <a:cubicBezTo>
                  <a:pt x="241279" y="80593"/>
                  <a:pt x="240611" y="79311"/>
                  <a:pt x="234380" y="79300"/>
                </a:cubicBezTo>
                <a:cubicBezTo>
                  <a:pt x="231752" y="79300"/>
                  <a:pt x="228678" y="79152"/>
                  <a:pt x="227566" y="78993"/>
                </a:cubicBezTo>
                <a:cubicBezTo>
                  <a:pt x="226156" y="78781"/>
                  <a:pt x="225616" y="79194"/>
                  <a:pt x="225807" y="80339"/>
                </a:cubicBezTo>
                <a:cubicBezTo>
                  <a:pt x="225955" y="81261"/>
                  <a:pt x="225298" y="82299"/>
                  <a:pt x="224344" y="82670"/>
                </a:cubicBezTo>
                <a:cubicBezTo>
                  <a:pt x="222924" y="83211"/>
                  <a:pt x="223231" y="83709"/>
                  <a:pt x="226103" y="85426"/>
                </a:cubicBezTo>
                <a:cubicBezTo>
                  <a:pt x="228021" y="86570"/>
                  <a:pt x="230861" y="88700"/>
                  <a:pt x="232409" y="90163"/>
                </a:cubicBezTo>
                <a:cubicBezTo>
                  <a:pt x="235651" y="93215"/>
                  <a:pt x="235492" y="96415"/>
                  <a:pt x="231773" y="102509"/>
                </a:cubicBezTo>
                <a:cubicBezTo>
                  <a:pt x="230575" y="104459"/>
                  <a:pt x="229759" y="106514"/>
                  <a:pt x="229950" y="107066"/>
                </a:cubicBezTo>
                <a:cubicBezTo>
                  <a:pt x="230130" y="107627"/>
                  <a:pt x="230289" y="109598"/>
                  <a:pt x="230289" y="111453"/>
                </a:cubicBezTo>
                <a:lnTo>
                  <a:pt x="230300" y="114833"/>
                </a:lnTo>
                <a:lnTo>
                  <a:pt x="232483" y="112852"/>
                </a:lnTo>
                <a:cubicBezTo>
                  <a:pt x="233680" y="111760"/>
                  <a:pt x="235651" y="110361"/>
                  <a:pt x="236870" y="109726"/>
                </a:cubicBezTo>
                <a:close/>
                <a:moveTo>
                  <a:pt x="225012" y="109344"/>
                </a:moveTo>
                <a:cubicBezTo>
                  <a:pt x="225022" y="108931"/>
                  <a:pt x="224577" y="108592"/>
                  <a:pt x="224016" y="108592"/>
                </a:cubicBezTo>
                <a:cubicBezTo>
                  <a:pt x="223465" y="108592"/>
                  <a:pt x="223009" y="109620"/>
                  <a:pt x="223019" y="110870"/>
                </a:cubicBezTo>
                <a:cubicBezTo>
                  <a:pt x="223030" y="112714"/>
                  <a:pt x="223221" y="112862"/>
                  <a:pt x="224016" y="111633"/>
                </a:cubicBezTo>
                <a:cubicBezTo>
                  <a:pt x="224556" y="110796"/>
                  <a:pt x="225012" y="109768"/>
                  <a:pt x="225012" y="109344"/>
                </a:cubicBezTo>
                <a:close/>
                <a:moveTo>
                  <a:pt x="218770" y="102805"/>
                </a:moveTo>
                <a:cubicBezTo>
                  <a:pt x="218049" y="101926"/>
                  <a:pt x="215421" y="100347"/>
                  <a:pt x="212941" y="99287"/>
                </a:cubicBezTo>
                <a:cubicBezTo>
                  <a:pt x="210462" y="98217"/>
                  <a:pt x="207834" y="96489"/>
                  <a:pt x="207102" y="95451"/>
                </a:cubicBezTo>
                <a:cubicBezTo>
                  <a:pt x="205852" y="93660"/>
                  <a:pt x="205523" y="93639"/>
                  <a:pt x="201772" y="95112"/>
                </a:cubicBezTo>
                <a:cubicBezTo>
                  <a:pt x="196781" y="97083"/>
                  <a:pt x="196060" y="98863"/>
                  <a:pt x="198646" y="102890"/>
                </a:cubicBezTo>
                <a:cubicBezTo>
                  <a:pt x="199758" y="104628"/>
                  <a:pt x="200680" y="105487"/>
                  <a:pt x="200691" y="104787"/>
                </a:cubicBezTo>
                <a:cubicBezTo>
                  <a:pt x="200712" y="102424"/>
                  <a:pt x="203838" y="103505"/>
                  <a:pt x="205057" y="106313"/>
                </a:cubicBezTo>
                <a:cubicBezTo>
                  <a:pt x="206869" y="110457"/>
                  <a:pt x="209487" y="110192"/>
                  <a:pt x="208989" y="105900"/>
                </a:cubicBezTo>
                <a:cubicBezTo>
                  <a:pt x="208671" y="103198"/>
                  <a:pt x="208946" y="102509"/>
                  <a:pt x="210356" y="102509"/>
                </a:cubicBezTo>
                <a:cubicBezTo>
                  <a:pt x="212200" y="102509"/>
                  <a:pt x="218823" y="108878"/>
                  <a:pt x="219120" y="110944"/>
                </a:cubicBezTo>
                <a:cubicBezTo>
                  <a:pt x="219215" y="111601"/>
                  <a:pt x="219469" y="110393"/>
                  <a:pt x="219692" y="108263"/>
                </a:cubicBezTo>
                <a:cubicBezTo>
                  <a:pt x="219925" y="106006"/>
                  <a:pt x="219544" y="103727"/>
                  <a:pt x="218770" y="102805"/>
                </a:cubicBezTo>
                <a:close/>
                <a:moveTo>
                  <a:pt x="156585" y="108676"/>
                </a:moveTo>
                <a:cubicBezTo>
                  <a:pt x="158079" y="108094"/>
                  <a:pt x="157189" y="107712"/>
                  <a:pt x="153109" y="107172"/>
                </a:cubicBezTo>
                <a:cubicBezTo>
                  <a:pt x="147185" y="106387"/>
                  <a:pt x="143943" y="105063"/>
                  <a:pt x="143943" y="103431"/>
                </a:cubicBezTo>
                <a:cubicBezTo>
                  <a:pt x="143943" y="100347"/>
                  <a:pt x="160262" y="97941"/>
                  <a:pt x="162954" y="100644"/>
                </a:cubicBezTo>
                <a:cubicBezTo>
                  <a:pt x="163844" y="101523"/>
                  <a:pt x="164501" y="101502"/>
                  <a:pt x="165688" y="100516"/>
                </a:cubicBezTo>
                <a:cubicBezTo>
                  <a:pt x="166547" y="99806"/>
                  <a:pt x="167257" y="98874"/>
                  <a:pt x="167257" y="98450"/>
                </a:cubicBezTo>
                <a:cubicBezTo>
                  <a:pt x="167257" y="97242"/>
                  <a:pt x="158768" y="95408"/>
                  <a:pt x="153152" y="95408"/>
                </a:cubicBezTo>
                <a:cubicBezTo>
                  <a:pt x="149114" y="95408"/>
                  <a:pt x="147842" y="95822"/>
                  <a:pt x="146984" y="97433"/>
                </a:cubicBezTo>
                <a:cubicBezTo>
                  <a:pt x="146391" y="98535"/>
                  <a:pt x="144663" y="100124"/>
                  <a:pt x="143148" y="100961"/>
                </a:cubicBezTo>
                <a:cubicBezTo>
                  <a:pt x="141632" y="101788"/>
                  <a:pt x="139163" y="103505"/>
                  <a:pt x="137659" y="104766"/>
                </a:cubicBezTo>
                <a:lnTo>
                  <a:pt x="134914" y="107066"/>
                </a:lnTo>
                <a:lnTo>
                  <a:pt x="140446" y="107119"/>
                </a:lnTo>
                <a:cubicBezTo>
                  <a:pt x="143487" y="107150"/>
                  <a:pt x="146518" y="107723"/>
                  <a:pt x="147185" y="108390"/>
                </a:cubicBezTo>
                <a:cubicBezTo>
                  <a:pt x="148531" y="109736"/>
                  <a:pt x="153491" y="109884"/>
                  <a:pt x="156585" y="108676"/>
                </a:cubicBezTo>
                <a:close/>
                <a:moveTo>
                  <a:pt x="258722" y="104374"/>
                </a:moveTo>
                <a:cubicBezTo>
                  <a:pt x="258202" y="102403"/>
                  <a:pt x="258224" y="99149"/>
                  <a:pt x="258764" y="96574"/>
                </a:cubicBezTo>
                <a:cubicBezTo>
                  <a:pt x="259983" y="90841"/>
                  <a:pt x="258478" y="89103"/>
                  <a:pt x="255712" y="93056"/>
                </a:cubicBezTo>
                <a:cubicBezTo>
                  <a:pt x="253010" y="96903"/>
                  <a:pt x="252310" y="101173"/>
                  <a:pt x="254133" y="102678"/>
                </a:cubicBezTo>
                <a:cubicBezTo>
                  <a:pt x="254928" y="103335"/>
                  <a:pt x="256306" y="105285"/>
                  <a:pt x="257196" y="106991"/>
                </a:cubicBezTo>
                <a:cubicBezTo>
                  <a:pt x="259103" y="110679"/>
                  <a:pt x="259972" y="109185"/>
                  <a:pt x="258722" y="104374"/>
                </a:cubicBezTo>
                <a:close/>
                <a:moveTo>
                  <a:pt x="130802" y="98747"/>
                </a:moveTo>
                <a:cubicBezTo>
                  <a:pt x="132212" y="97486"/>
                  <a:pt x="135179" y="95578"/>
                  <a:pt x="137383" y="94508"/>
                </a:cubicBezTo>
                <a:lnTo>
                  <a:pt x="141399" y="92558"/>
                </a:lnTo>
                <a:lnTo>
                  <a:pt x="137595" y="91837"/>
                </a:lnTo>
                <a:cubicBezTo>
                  <a:pt x="134946" y="91350"/>
                  <a:pt x="132752" y="91625"/>
                  <a:pt x="130346" y="92759"/>
                </a:cubicBezTo>
                <a:cubicBezTo>
                  <a:pt x="128460" y="93660"/>
                  <a:pt x="125270" y="94402"/>
                  <a:pt x="123257" y="94402"/>
                </a:cubicBezTo>
                <a:cubicBezTo>
                  <a:pt x="119134" y="94402"/>
                  <a:pt x="118689" y="95504"/>
                  <a:pt x="121635" y="98450"/>
                </a:cubicBezTo>
                <a:cubicBezTo>
                  <a:pt x="122748" y="99563"/>
                  <a:pt x="123670" y="101460"/>
                  <a:pt x="123670" y="102668"/>
                </a:cubicBezTo>
                <a:cubicBezTo>
                  <a:pt x="123670" y="105073"/>
                  <a:pt x="123765" y="105031"/>
                  <a:pt x="130802" y="98747"/>
                </a:cubicBezTo>
                <a:close/>
                <a:moveTo>
                  <a:pt x="226262" y="94539"/>
                </a:moveTo>
                <a:cubicBezTo>
                  <a:pt x="222511" y="92632"/>
                  <a:pt x="218950" y="89262"/>
                  <a:pt x="218950" y="87630"/>
                </a:cubicBezTo>
                <a:cubicBezTo>
                  <a:pt x="218950" y="85733"/>
                  <a:pt x="216841" y="85998"/>
                  <a:pt x="213885" y="88276"/>
                </a:cubicBezTo>
                <a:cubicBezTo>
                  <a:pt x="211627" y="90014"/>
                  <a:pt x="211553" y="90290"/>
                  <a:pt x="213143" y="90905"/>
                </a:cubicBezTo>
                <a:cubicBezTo>
                  <a:pt x="214118" y="91275"/>
                  <a:pt x="215548" y="91063"/>
                  <a:pt x="216311" y="90428"/>
                </a:cubicBezTo>
                <a:cubicBezTo>
                  <a:pt x="217424" y="89506"/>
                  <a:pt x="218367" y="90089"/>
                  <a:pt x="220868" y="93247"/>
                </a:cubicBezTo>
                <a:cubicBezTo>
                  <a:pt x="224302" y="97581"/>
                  <a:pt x="224694" y="99308"/>
                  <a:pt x="222755" y="101513"/>
                </a:cubicBezTo>
                <a:cubicBezTo>
                  <a:pt x="222055" y="102307"/>
                  <a:pt x="223178" y="101375"/>
                  <a:pt x="225245" y="99446"/>
                </a:cubicBezTo>
                <a:lnTo>
                  <a:pt x="229007" y="95928"/>
                </a:lnTo>
                <a:lnTo>
                  <a:pt x="226262" y="94539"/>
                </a:lnTo>
                <a:close/>
                <a:moveTo>
                  <a:pt x="183386" y="94243"/>
                </a:moveTo>
                <a:cubicBezTo>
                  <a:pt x="182135" y="91816"/>
                  <a:pt x="180938" y="90375"/>
                  <a:pt x="180715" y="91032"/>
                </a:cubicBezTo>
                <a:cubicBezTo>
                  <a:pt x="180323" y="92187"/>
                  <a:pt x="184626" y="99658"/>
                  <a:pt x="185304" y="98980"/>
                </a:cubicBezTo>
                <a:cubicBezTo>
                  <a:pt x="185484" y="98800"/>
                  <a:pt x="184626" y="96670"/>
                  <a:pt x="183386" y="94243"/>
                </a:cubicBezTo>
                <a:close/>
                <a:moveTo>
                  <a:pt x="100356" y="94698"/>
                </a:moveTo>
                <a:cubicBezTo>
                  <a:pt x="100356" y="92664"/>
                  <a:pt x="100059" y="92261"/>
                  <a:pt x="99201" y="93109"/>
                </a:cubicBezTo>
                <a:cubicBezTo>
                  <a:pt x="98576" y="93745"/>
                  <a:pt x="98332" y="94974"/>
                  <a:pt x="98661" y="95854"/>
                </a:cubicBezTo>
                <a:cubicBezTo>
                  <a:pt x="99593" y="98270"/>
                  <a:pt x="100356" y="97750"/>
                  <a:pt x="100356" y="94698"/>
                </a:cubicBezTo>
                <a:close/>
                <a:moveTo>
                  <a:pt x="177409" y="94698"/>
                </a:moveTo>
                <a:cubicBezTo>
                  <a:pt x="175607" y="92409"/>
                  <a:pt x="174569" y="92007"/>
                  <a:pt x="171008" y="92197"/>
                </a:cubicBezTo>
                <a:cubicBezTo>
                  <a:pt x="165508" y="92505"/>
                  <a:pt x="159298" y="89050"/>
                  <a:pt x="161206" y="86750"/>
                </a:cubicBezTo>
                <a:cubicBezTo>
                  <a:pt x="161884" y="85945"/>
                  <a:pt x="163834" y="85277"/>
                  <a:pt x="165551" y="85277"/>
                </a:cubicBezTo>
                <a:cubicBezTo>
                  <a:pt x="168009" y="85277"/>
                  <a:pt x="168412" y="85012"/>
                  <a:pt x="167437" y="84037"/>
                </a:cubicBezTo>
                <a:cubicBezTo>
                  <a:pt x="166748" y="83349"/>
                  <a:pt x="164724" y="82914"/>
                  <a:pt x="162922" y="83073"/>
                </a:cubicBezTo>
                <a:cubicBezTo>
                  <a:pt x="160676" y="83253"/>
                  <a:pt x="158132" y="82374"/>
                  <a:pt x="154837" y="80275"/>
                </a:cubicBezTo>
                <a:cubicBezTo>
                  <a:pt x="150566" y="77552"/>
                  <a:pt x="150026" y="77425"/>
                  <a:pt x="150026" y="79099"/>
                </a:cubicBezTo>
                <a:cubicBezTo>
                  <a:pt x="150026" y="80127"/>
                  <a:pt x="151615" y="82193"/>
                  <a:pt x="153565" y="83688"/>
                </a:cubicBezTo>
                <a:cubicBezTo>
                  <a:pt x="155525" y="85171"/>
                  <a:pt x="157815" y="87736"/>
                  <a:pt x="158662" y="89378"/>
                </a:cubicBezTo>
                <a:cubicBezTo>
                  <a:pt x="159658" y="91307"/>
                  <a:pt x="161004" y="92378"/>
                  <a:pt x="162467" y="92399"/>
                </a:cubicBezTo>
                <a:cubicBezTo>
                  <a:pt x="163707" y="92409"/>
                  <a:pt x="167681" y="93511"/>
                  <a:pt x="171305" y="94836"/>
                </a:cubicBezTo>
                <a:cubicBezTo>
                  <a:pt x="179814" y="97941"/>
                  <a:pt x="179952" y="97941"/>
                  <a:pt x="177409" y="94698"/>
                </a:cubicBezTo>
                <a:close/>
                <a:moveTo>
                  <a:pt x="196993" y="89845"/>
                </a:moveTo>
                <a:cubicBezTo>
                  <a:pt x="198572" y="87344"/>
                  <a:pt x="199674" y="84716"/>
                  <a:pt x="199441" y="84016"/>
                </a:cubicBezTo>
                <a:cubicBezTo>
                  <a:pt x="199186" y="83253"/>
                  <a:pt x="197194" y="82723"/>
                  <a:pt x="194534" y="82692"/>
                </a:cubicBezTo>
                <a:cubicBezTo>
                  <a:pt x="192075" y="82670"/>
                  <a:pt x="188759" y="82268"/>
                  <a:pt x="187180" y="81801"/>
                </a:cubicBezTo>
                <a:lnTo>
                  <a:pt x="184297" y="80954"/>
                </a:lnTo>
                <a:lnTo>
                  <a:pt x="188695" y="87651"/>
                </a:lnTo>
                <a:cubicBezTo>
                  <a:pt x="191122" y="91339"/>
                  <a:pt x="193326" y="94359"/>
                  <a:pt x="193612" y="94370"/>
                </a:cubicBezTo>
                <a:cubicBezTo>
                  <a:pt x="193888" y="94380"/>
                  <a:pt x="195403" y="92346"/>
                  <a:pt x="196993" y="89845"/>
                </a:cubicBezTo>
                <a:close/>
                <a:moveTo>
                  <a:pt x="204792" y="90057"/>
                </a:moveTo>
                <a:cubicBezTo>
                  <a:pt x="205651" y="89378"/>
                  <a:pt x="206424" y="87778"/>
                  <a:pt x="206509" y="86507"/>
                </a:cubicBezTo>
                <a:cubicBezTo>
                  <a:pt x="206700" y="83645"/>
                  <a:pt x="210356" y="77562"/>
                  <a:pt x="212348" y="76799"/>
                </a:cubicBezTo>
                <a:cubicBezTo>
                  <a:pt x="214436" y="76005"/>
                  <a:pt x="215156" y="77711"/>
                  <a:pt x="214330" y="81473"/>
                </a:cubicBezTo>
                <a:cubicBezTo>
                  <a:pt x="213694" y="84398"/>
                  <a:pt x="213789" y="84588"/>
                  <a:pt x="215262" y="83370"/>
                </a:cubicBezTo>
                <a:cubicBezTo>
                  <a:pt x="216163" y="82617"/>
                  <a:pt x="216651" y="81611"/>
                  <a:pt x="216354" y="81123"/>
                </a:cubicBezTo>
                <a:cubicBezTo>
                  <a:pt x="215591" y="79894"/>
                  <a:pt x="217647" y="76206"/>
                  <a:pt x="221165" y="72486"/>
                </a:cubicBezTo>
                <a:cubicBezTo>
                  <a:pt x="223507" y="70006"/>
                  <a:pt x="223835" y="69201"/>
                  <a:pt x="222659" y="68756"/>
                </a:cubicBezTo>
                <a:cubicBezTo>
                  <a:pt x="221843" y="68438"/>
                  <a:pt x="220328" y="69127"/>
                  <a:pt x="219300" y="70282"/>
                </a:cubicBezTo>
                <a:cubicBezTo>
                  <a:pt x="218272" y="71448"/>
                  <a:pt x="215485" y="73260"/>
                  <a:pt x="213122" y="74320"/>
                </a:cubicBezTo>
                <a:cubicBezTo>
                  <a:pt x="210748" y="75379"/>
                  <a:pt x="208809" y="76799"/>
                  <a:pt x="208809" y="77467"/>
                </a:cubicBezTo>
                <a:cubicBezTo>
                  <a:pt x="208809" y="78135"/>
                  <a:pt x="207208" y="81335"/>
                  <a:pt x="205258" y="84567"/>
                </a:cubicBezTo>
                <a:cubicBezTo>
                  <a:pt x="203309" y="87799"/>
                  <a:pt x="201719" y="90650"/>
                  <a:pt x="201719" y="90905"/>
                </a:cubicBezTo>
                <a:cubicBezTo>
                  <a:pt x="201719" y="91721"/>
                  <a:pt x="203203" y="91318"/>
                  <a:pt x="204792" y="90057"/>
                </a:cubicBezTo>
                <a:close/>
                <a:moveTo>
                  <a:pt x="143943" y="90025"/>
                </a:moveTo>
                <a:cubicBezTo>
                  <a:pt x="143943" y="89855"/>
                  <a:pt x="142523" y="88668"/>
                  <a:pt x="140806" y="87397"/>
                </a:cubicBezTo>
                <a:cubicBezTo>
                  <a:pt x="138029" y="85341"/>
                  <a:pt x="137711" y="85288"/>
                  <a:pt x="138019" y="86909"/>
                </a:cubicBezTo>
                <a:cubicBezTo>
                  <a:pt x="138220" y="87905"/>
                  <a:pt x="139513" y="89050"/>
                  <a:pt x="140901" y="89431"/>
                </a:cubicBezTo>
                <a:cubicBezTo>
                  <a:pt x="142290" y="89824"/>
                  <a:pt x="143551" y="90184"/>
                  <a:pt x="143688" y="90237"/>
                </a:cubicBezTo>
                <a:cubicBezTo>
                  <a:pt x="143826" y="90300"/>
                  <a:pt x="143943" y="90205"/>
                  <a:pt x="143943" y="90025"/>
                </a:cubicBezTo>
                <a:close/>
                <a:moveTo>
                  <a:pt x="255140" y="84292"/>
                </a:moveTo>
                <a:cubicBezTo>
                  <a:pt x="253677" y="80424"/>
                  <a:pt x="255076" y="73906"/>
                  <a:pt x="257270" y="74320"/>
                </a:cubicBezTo>
                <a:cubicBezTo>
                  <a:pt x="258213" y="74500"/>
                  <a:pt x="259135" y="75676"/>
                  <a:pt x="259315" y="76927"/>
                </a:cubicBezTo>
                <a:cubicBezTo>
                  <a:pt x="259485" y="78166"/>
                  <a:pt x="260057" y="79194"/>
                  <a:pt x="260576" y="79194"/>
                </a:cubicBezTo>
                <a:cubicBezTo>
                  <a:pt x="261763" y="79194"/>
                  <a:pt x="261784" y="77541"/>
                  <a:pt x="260629" y="75326"/>
                </a:cubicBezTo>
                <a:cubicBezTo>
                  <a:pt x="260089" y="74288"/>
                  <a:pt x="260227" y="71734"/>
                  <a:pt x="260979" y="68798"/>
                </a:cubicBezTo>
                <a:cubicBezTo>
                  <a:pt x="261975" y="64941"/>
                  <a:pt x="261964" y="63987"/>
                  <a:pt x="260937" y="63987"/>
                </a:cubicBezTo>
                <a:cubicBezTo>
                  <a:pt x="260227" y="63987"/>
                  <a:pt x="259146" y="65524"/>
                  <a:pt x="258520" y="67410"/>
                </a:cubicBezTo>
                <a:cubicBezTo>
                  <a:pt x="257895" y="69296"/>
                  <a:pt x="256496" y="71649"/>
                  <a:pt x="255405" y="72635"/>
                </a:cubicBezTo>
                <a:cubicBezTo>
                  <a:pt x="253741" y="74139"/>
                  <a:pt x="253412" y="75782"/>
                  <a:pt x="253412" y="82586"/>
                </a:cubicBezTo>
                <a:cubicBezTo>
                  <a:pt x="253412" y="89675"/>
                  <a:pt x="253593" y="90491"/>
                  <a:pt x="254780" y="88859"/>
                </a:cubicBezTo>
                <a:cubicBezTo>
                  <a:pt x="255797" y="87471"/>
                  <a:pt x="255892" y="86273"/>
                  <a:pt x="255140" y="84292"/>
                </a:cubicBezTo>
                <a:close/>
                <a:moveTo>
                  <a:pt x="176360" y="83497"/>
                </a:moveTo>
                <a:cubicBezTo>
                  <a:pt x="176339" y="77764"/>
                  <a:pt x="175205" y="76556"/>
                  <a:pt x="171888" y="78728"/>
                </a:cubicBezTo>
                <a:lnTo>
                  <a:pt x="169175" y="80508"/>
                </a:lnTo>
                <a:lnTo>
                  <a:pt x="172471" y="83900"/>
                </a:lnTo>
                <a:cubicBezTo>
                  <a:pt x="174283" y="85775"/>
                  <a:pt x="175893" y="87301"/>
                  <a:pt x="176063" y="87301"/>
                </a:cubicBezTo>
                <a:cubicBezTo>
                  <a:pt x="176233" y="87301"/>
                  <a:pt x="176370" y="85595"/>
                  <a:pt x="176360" y="83497"/>
                </a:cubicBezTo>
                <a:close/>
                <a:moveTo>
                  <a:pt x="233108" y="69530"/>
                </a:moveTo>
                <a:cubicBezTo>
                  <a:pt x="231360" y="67421"/>
                  <a:pt x="229081" y="67686"/>
                  <a:pt x="229081" y="69996"/>
                </a:cubicBezTo>
                <a:cubicBezTo>
                  <a:pt x="229081" y="71257"/>
                  <a:pt x="229897" y="72073"/>
                  <a:pt x="231370" y="72285"/>
                </a:cubicBezTo>
                <a:cubicBezTo>
                  <a:pt x="234094" y="72666"/>
                  <a:pt x="234804" y="71564"/>
                  <a:pt x="233108" y="69530"/>
                </a:cubicBezTo>
                <a:close/>
                <a:moveTo>
                  <a:pt x="218950" y="57226"/>
                </a:moveTo>
                <a:cubicBezTo>
                  <a:pt x="218950" y="57035"/>
                  <a:pt x="218336" y="56887"/>
                  <a:pt x="217594" y="56887"/>
                </a:cubicBezTo>
                <a:cubicBezTo>
                  <a:pt x="216841" y="56887"/>
                  <a:pt x="215665" y="58148"/>
                  <a:pt x="214966" y="59685"/>
                </a:cubicBezTo>
                <a:lnTo>
                  <a:pt x="213704" y="62472"/>
                </a:lnTo>
                <a:lnTo>
                  <a:pt x="216322" y="60013"/>
                </a:lnTo>
                <a:cubicBezTo>
                  <a:pt x="217763" y="58657"/>
                  <a:pt x="218950" y="57406"/>
                  <a:pt x="218950" y="57226"/>
                </a:cubicBezTo>
                <a:close/>
                <a:moveTo>
                  <a:pt x="252692" y="57904"/>
                </a:moveTo>
                <a:cubicBezTo>
                  <a:pt x="252989" y="56791"/>
                  <a:pt x="252808" y="55880"/>
                  <a:pt x="252300" y="55880"/>
                </a:cubicBezTo>
                <a:cubicBezTo>
                  <a:pt x="251802" y="55880"/>
                  <a:pt x="251388" y="56791"/>
                  <a:pt x="251388" y="57904"/>
                </a:cubicBezTo>
                <a:cubicBezTo>
                  <a:pt x="251388" y="59017"/>
                  <a:pt x="251558" y="59928"/>
                  <a:pt x="251770" y="59928"/>
                </a:cubicBezTo>
                <a:cubicBezTo>
                  <a:pt x="251992" y="59928"/>
                  <a:pt x="252406" y="59017"/>
                  <a:pt x="252692" y="57904"/>
                </a:cubicBezTo>
                <a:close/>
                <a:moveTo>
                  <a:pt x="166875" y="46883"/>
                </a:moveTo>
                <a:cubicBezTo>
                  <a:pt x="164311" y="44191"/>
                  <a:pt x="162181" y="39740"/>
                  <a:pt x="162181" y="37059"/>
                </a:cubicBezTo>
                <a:cubicBezTo>
                  <a:pt x="162181" y="34897"/>
                  <a:pt x="165275" y="35300"/>
                  <a:pt x="167945" y="37812"/>
                </a:cubicBezTo>
                <a:cubicBezTo>
                  <a:pt x="169874" y="39624"/>
                  <a:pt x="170298" y="39719"/>
                  <a:pt x="170298" y="38373"/>
                </a:cubicBezTo>
                <a:cubicBezTo>
                  <a:pt x="170298" y="37472"/>
                  <a:pt x="169450" y="36137"/>
                  <a:pt x="168422" y="35406"/>
                </a:cubicBezTo>
                <a:cubicBezTo>
                  <a:pt x="165921" y="33636"/>
                  <a:pt x="164586" y="30891"/>
                  <a:pt x="163749" y="25783"/>
                </a:cubicBezTo>
                <a:cubicBezTo>
                  <a:pt x="163240" y="22742"/>
                  <a:pt x="162636" y="21693"/>
                  <a:pt x="161630" y="22085"/>
                </a:cubicBezTo>
                <a:cubicBezTo>
                  <a:pt x="160623" y="22466"/>
                  <a:pt x="160231" y="24427"/>
                  <a:pt x="160262" y="28857"/>
                </a:cubicBezTo>
                <a:cubicBezTo>
                  <a:pt x="160284" y="32290"/>
                  <a:pt x="160178" y="35787"/>
                  <a:pt x="160019" y="36614"/>
                </a:cubicBezTo>
                <a:cubicBezTo>
                  <a:pt x="159860" y="37451"/>
                  <a:pt x="161767" y="42241"/>
                  <a:pt x="164247" y="47264"/>
                </a:cubicBezTo>
                <a:cubicBezTo>
                  <a:pt x="168528" y="55891"/>
                  <a:pt x="168793" y="56198"/>
                  <a:pt x="169090" y="52966"/>
                </a:cubicBezTo>
                <a:cubicBezTo>
                  <a:pt x="169334" y="50412"/>
                  <a:pt x="168772" y="48865"/>
                  <a:pt x="166875" y="46883"/>
                </a:cubicBezTo>
                <a:close/>
                <a:moveTo>
                  <a:pt x="149188" y="21841"/>
                </a:moveTo>
                <a:cubicBezTo>
                  <a:pt x="148892" y="19298"/>
                  <a:pt x="148447" y="18524"/>
                  <a:pt x="147694" y="19277"/>
                </a:cubicBezTo>
                <a:cubicBezTo>
                  <a:pt x="146952" y="20029"/>
                  <a:pt x="146974" y="21110"/>
                  <a:pt x="147800" y="22912"/>
                </a:cubicBezTo>
                <a:cubicBezTo>
                  <a:pt x="149379" y="26377"/>
                  <a:pt x="149686" y="26133"/>
                  <a:pt x="149188" y="21841"/>
                </a:cubicBezTo>
                <a:close/>
              </a:path>
            </a:pathLst>
          </a:custGeom>
          <a:solidFill>
            <a:srgbClr val="8D8D8D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11" name="PANEL_01-DEM-grounded-tree-9_227">
            <a:extLst>
              <a:ext uri="{FF2B5EF4-FFF2-40B4-BE49-F238E27FC236}">
                <a16:creationId xmlns:a16="http://schemas.microsoft.com/office/drawing/2014/main" id="{7A7DC7AF-3898-4AF9-A937-140C60EBFD3C}"/>
              </a:ext>
            </a:extLst>
          </p:cNvPr>
          <p:cNvSpPr>
            <a:spLocks/>
          </p:cNvSpPr>
          <p:nvPr/>
        </p:nvSpPr>
        <p:spPr>
          <a:xfrm>
            <a:off x="2230754" y="4126575"/>
            <a:ext cx="327347" cy="466725"/>
          </a:xfrm>
          <a:custGeom>
            <a:pathLst>
              <a:path w="343672" h="490000">
                <a:moveTo>
                  <a:pt x="168344" y="443422"/>
                </a:moveTo>
                <a:lnTo>
                  <a:pt x="168684" y="396852"/>
                </a:lnTo>
                <a:lnTo>
                  <a:pt x="161038" y="393680"/>
                </a:lnTo>
                <a:cubicBezTo>
                  <a:pt x="156830" y="391932"/>
                  <a:pt x="148936" y="388138"/>
                  <a:pt x="143502" y="385256"/>
                </a:cubicBezTo>
                <a:cubicBezTo>
                  <a:pt x="135318" y="380915"/>
                  <a:pt x="133421" y="380244"/>
                  <a:pt x="132494" y="381354"/>
                </a:cubicBezTo>
                <a:cubicBezTo>
                  <a:pt x="131839" y="382141"/>
                  <a:pt x="131756" y="382928"/>
                  <a:pt x="132287" y="383251"/>
                </a:cubicBezTo>
                <a:cubicBezTo>
                  <a:pt x="134954" y="384899"/>
                  <a:pt x="133678" y="397474"/>
                  <a:pt x="130854" y="397474"/>
                </a:cubicBezTo>
                <a:cubicBezTo>
                  <a:pt x="129271" y="397474"/>
                  <a:pt x="127582" y="393614"/>
                  <a:pt x="127582" y="389985"/>
                </a:cubicBezTo>
                <a:cubicBezTo>
                  <a:pt x="127582" y="387997"/>
                  <a:pt x="127317" y="387716"/>
                  <a:pt x="126256" y="388594"/>
                </a:cubicBezTo>
                <a:cubicBezTo>
                  <a:pt x="125527" y="389199"/>
                  <a:pt x="125097" y="390681"/>
                  <a:pt x="125304" y="391882"/>
                </a:cubicBezTo>
                <a:cubicBezTo>
                  <a:pt x="125726" y="394367"/>
                  <a:pt x="122123" y="401135"/>
                  <a:pt x="119522" y="402742"/>
                </a:cubicBezTo>
                <a:cubicBezTo>
                  <a:pt x="118205" y="403545"/>
                  <a:pt x="117583" y="403488"/>
                  <a:pt x="116954" y="402469"/>
                </a:cubicBezTo>
                <a:cubicBezTo>
                  <a:pt x="116051" y="401027"/>
                  <a:pt x="117385" y="394873"/>
                  <a:pt x="119033" y="392852"/>
                </a:cubicBezTo>
                <a:cubicBezTo>
                  <a:pt x="119754" y="391973"/>
                  <a:pt x="119605" y="391634"/>
                  <a:pt x="118503" y="391634"/>
                </a:cubicBezTo>
                <a:cubicBezTo>
                  <a:pt x="117666" y="391634"/>
                  <a:pt x="116747" y="392023"/>
                  <a:pt x="116449" y="392495"/>
                </a:cubicBezTo>
                <a:cubicBezTo>
                  <a:pt x="114949" y="394922"/>
                  <a:pt x="103336" y="394376"/>
                  <a:pt x="102491" y="391833"/>
                </a:cubicBezTo>
                <a:cubicBezTo>
                  <a:pt x="101754" y="389638"/>
                  <a:pt x="108977" y="387476"/>
                  <a:pt x="114891" y="388122"/>
                </a:cubicBezTo>
                <a:cubicBezTo>
                  <a:pt x="117857" y="388445"/>
                  <a:pt x="120847" y="388337"/>
                  <a:pt x="121535" y="387898"/>
                </a:cubicBezTo>
                <a:cubicBezTo>
                  <a:pt x="122330" y="387384"/>
                  <a:pt x="121311" y="387028"/>
                  <a:pt x="118768" y="386929"/>
                </a:cubicBezTo>
                <a:cubicBezTo>
                  <a:pt x="114469" y="386755"/>
                  <a:pt x="112970" y="386208"/>
                  <a:pt x="112970" y="384783"/>
                </a:cubicBezTo>
                <a:cubicBezTo>
                  <a:pt x="112970" y="382448"/>
                  <a:pt x="124906" y="378960"/>
                  <a:pt x="126132" y="380940"/>
                </a:cubicBezTo>
                <a:cubicBezTo>
                  <a:pt x="126579" y="381669"/>
                  <a:pt x="127242" y="381611"/>
                  <a:pt x="128286" y="380741"/>
                </a:cubicBezTo>
                <a:cubicBezTo>
                  <a:pt x="129586" y="379656"/>
                  <a:pt x="129379" y="379407"/>
                  <a:pt x="126728" y="378869"/>
                </a:cubicBezTo>
                <a:cubicBezTo>
                  <a:pt x="121709" y="377842"/>
                  <a:pt x="115057" y="378968"/>
                  <a:pt x="114427" y="380948"/>
                </a:cubicBezTo>
                <a:cubicBezTo>
                  <a:pt x="113864" y="382721"/>
                  <a:pt x="109607" y="385140"/>
                  <a:pt x="105042" y="386283"/>
                </a:cubicBezTo>
                <a:cubicBezTo>
                  <a:pt x="101008" y="387285"/>
                  <a:pt x="100669" y="385065"/>
                  <a:pt x="104272" y="381338"/>
                </a:cubicBezTo>
                <a:cubicBezTo>
                  <a:pt x="108347" y="377138"/>
                  <a:pt x="107353" y="376078"/>
                  <a:pt x="101903" y="378803"/>
                </a:cubicBezTo>
                <a:cubicBezTo>
                  <a:pt x="97355" y="381072"/>
                  <a:pt x="93031" y="381553"/>
                  <a:pt x="92004" y="379904"/>
                </a:cubicBezTo>
                <a:cubicBezTo>
                  <a:pt x="90944" y="378182"/>
                  <a:pt x="93553" y="376061"/>
                  <a:pt x="97513" y="375431"/>
                </a:cubicBezTo>
                <a:lnTo>
                  <a:pt x="101273" y="374827"/>
                </a:lnTo>
                <a:lnTo>
                  <a:pt x="98358" y="371513"/>
                </a:lnTo>
                <a:cubicBezTo>
                  <a:pt x="93421" y="365889"/>
                  <a:pt x="95127" y="363528"/>
                  <a:pt x="101580" y="367032"/>
                </a:cubicBezTo>
                <a:cubicBezTo>
                  <a:pt x="103295" y="367960"/>
                  <a:pt x="106061" y="368722"/>
                  <a:pt x="107734" y="368730"/>
                </a:cubicBezTo>
                <a:lnTo>
                  <a:pt x="110766" y="368747"/>
                </a:lnTo>
                <a:lnTo>
                  <a:pt x="108952" y="365350"/>
                </a:lnTo>
                <a:cubicBezTo>
                  <a:pt x="107950" y="363487"/>
                  <a:pt x="107130" y="361184"/>
                  <a:pt x="107130" y="360240"/>
                </a:cubicBezTo>
                <a:cubicBezTo>
                  <a:pt x="107130" y="358028"/>
                  <a:pt x="109565" y="358028"/>
                  <a:pt x="111769" y="360231"/>
                </a:cubicBezTo>
                <a:cubicBezTo>
                  <a:pt x="112713" y="361176"/>
                  <a:pt x="114245" y="361805"/>
                  <a:pt x="115181" y="361623"/>
                </a:cubicBezTo>
                <a:cubicBezTo>
                  <a:pt x="116589" y="361350"/>
                  <a:pt x="116043" y="360074"/>
                  <a:pt x="111959" y="354176"/>
                </a:cubicBezTo>
                <a:cubicBezTo>
                  <a:pt x="105374" y="344650"/>
                  <a:pt x="104711" y="344153"/>
                  <a:pt x="97902" y="343764"/>
                </a:cubicBezTo>
                <a:cubicBezTo>
                  <a:pt x="92990" y="343474"/>
                  <a:pt x="92037" y="343689"/>
                  <a:pt x="91747" y="345131"/>
                </a:cubicBezTo>
                <a:cubicBezTo>
                  <a:pt x="91557" y="346067"/>
                  <a:pt x="92037" y="347466"/>
                  <a:pt x="92816" y="348245"/>
                </a:cubicBezTo>
                <a:cubicBezTo>
                  <a:pt x="94638" y="350059"/>
                  <a:pt x="95608" y="357059"/>
                  <a:pt x="94647" y="361441"/>
                </a:cubicBezTo>
                <a:cubicBezTo>
                  <a:pt x="94108" y="363926"/>
                  <a:pt x="93379" y="364853"/>
                  <a:pt x="91996" y="364853"/>
                </a:cubicBezTo>
                <a:cubicBezTo>
                  <a:pt x="90505" y="364853"/>
                  <a:pt x="89635" y="363462"/>
                  <a:pt x="88053" y="358533"/>
                </a:cubicBezTo>
                <a:cubicBezTo>
                  <a:pt x="86164" y="352702"/>
                  <a:pt x="85924" y="352387"/>
                  <a:pt x="84864" y="354375"/>
                </a:cubicBezTo>
                <a:cubicBezTo>
                  <a:pt x="84226" y="355559"/>
                  <a:pt x="83978" y="357614"/>
                  <a:pt x="84309" y="358931"/>
                </a:cubicBezTo>
                <a:cubicBezTo>
                  <a:pt x="85883" y="365185"/>
                  <a:pt x="76804" y="378289"/>
                  <a:pt x="74700" y="372806"/>
                </a:cubicBezTo>
                <a:cubicBezTo>
                  <a:pt x="74079" y="371190"/>
                  <a:pt x="75562" y="363039"/>
                  <a:pt x="76945" y="360455"/>
                </a:cubicBezTo>
                <a:cubicBezTo>
                  <a:pt x="77757" y="358931"/>
                  <a:pt x="77674" y="358517"/>
                  <a:pt x="76556" y="358517"/>
                </a:cubicBezTo>
                <a:cubicBezTo>
                  <a:pt x="75769" y="358517"/>
                  <a:pt x="74543" y="359105"/>
                  <a:pt x="73822" y="359825"/>
                </a:cubicBezTo>
                <a:cubicBezTo>
                  <a:pt x="71147" y="362509"/>
                  <a:pt x="67841" y="363545"/>
                  <a:pt x="62101" y="363520"/>
                </a:cubicBezTo>
                <a:cubicBezTo>
                  <a:pt x="55615" y="363487"/>
                  <a:pt x="53503" y="362393"/>
                  <a:pt x="55433" y="360074"/>
                </a:cubicBezTo>
                <a:cubicBezTo>
                  <a:pt x="57736" y="357299"/>
                  <a:pt x="64917" y="355294"/>
                  <a:pt x="70368" y="355899"/>
                </a:cubicBezTo>
                <a:cubicBezTo>
                  <a:pt x="74261" y="356330"/>
                  <a:pt x="76282" y="356040"/>
                  <a:pt x="78842" y="354690"/>
                </a:cubicBezTo>
                <a:lnTo>
                  <a:pt x="82205" y="352909"/>
                </a:lnTo>
                <a:lnTo>
                  <a:pt x="75189" y="353406"/>
                </a:lnTo>
                <a:cubicBezTo>
                  <a:pt x="68471" y="353886"/>
                  <a:pt x="68173" y="353820"/>
                  <a:pt x="68173" y="351782"/>
                </a:cubicBezTo>
                <a:cubicBezTo>
                  <a:pt x="68173" y="348726"/>
                  <a:pt x="77599" y="344451"/>
                  <a:pt x="82785" y="345147"/>
                </a:cubicBezTo>
                <a:cubicBezTo>
                  <a:pt x="86231" y="345611"/>
                  <a:pt x="88625" y="344625"/>
                  <a:pt x="88625" y="342745"/>
                </a:cubicBezTo>
                <a:cubicBezTo>
                  <a:pt x="88625" y="341801"/>
                  <a:pt x="80913" y="341726"/>
                  <a:pt x="74534" y="342596"/>
                </a:cubicBezTo>
                <a:cubicBezTo>
                  <a:pt x="70567" y="343142"/>
                  <a:pt x="69780" y="343623"/>
                  <a:pt x="68935" y="346050"/>
                </a:cubicBezTo>
                <a:cubicBezTo>
                  <a:pt x="67378" y="350515"/>
                  <a:pt x="55714" y="356454"/>
                  <a:pt x="53279" y="354010"/>
                </a:cubicBezTo>
                <a:cubicBezTo>
                  <a:pt x="52285" y="353025"/>
                  <a:pt x="55201" y="348237"/>
                  <a:pt x="58473" y="345487"/>
                </a:cubicBezTo>
                <a:lnTo>
                  <a:pt x="61505" y="342935"/>
                </a:lnTo>
                <a:lnTo>
                  <a:pt x="57587" y="342935"/>
                </a:lnTo>
                <a:cubicBezTo>
                  <a:pt x="55043" y="342935"/>
                  <a:pt x="53362" y="343474"/>
                  <a:pt x="52815" y="344451"/>
                </a:cubicBezTo>
                <a:cubicBezTo>
                  <a:pt x="51954" y="345984"/>
                  <a:pt x="45658" y="348659"/>
                  <a:pt x="42726" y="348734"/>
                </a:cubicBezTo>
                <a:cubicBezTo>
                  <a:pt x="41856" y="348759"/>
                  <a:pt x="40630" y="348171"/>
                  <a:pt x="40009" y="347417"/>
                </a:cubicBezTo>
                <a:cubicBezTo>
                  <a:pt x="39114" y="346340"/>
                  <a:pt x="39413" y="345644"/>
                  <a:pt x="41417" y="344062"/>
                </a:cubicBezTo>
                <a:cubicBezTo>
                  <a:pt x="42809" y="342969"/>
                  <a:pt x="45476" y="341569"/>
                  <a:pt x="47348" y="340947"/>
                </a:cubicBezTo>
                <a:lnTo>
                  <a:pt x="50753" y="339829"/>
                </a:lnTo>
                <a:lnTo>
                  <a:pt x="47290" y="336466"/>
                </a:lnTo>
                <a:cubicBezTo>
                  <a:pt x="45385" y="334619"/>
                  <a:pt x="43828" y="332639"/>
                  <a:pt x="43828" y="332067"/>
                </a:cubicBezTo>
                <a:cubicBezTo>
                  <a:pt x="43828" y="331496"/>
                  <a:pt x="43024" y="332026"/>
                  <a:pt x="42038" y="333244"/>
                </a:cubicBezTo>
                <a:cubicBezTo>
                  <a:pt x="41053" y="334461"/>
                  <a:pt x="39785" y="335174"/>
                  <a:pt x="39222" y="334826"/>
                </a:cubicBezTo>
                <a:cubicBezTo>
                  <a:pt x="37408" y="333699"/>
                  <a:pt x="36952" y="327851"/>
                  <a:pt x="38327" y="323287"/>
                </a:cubicBezTo>
                <a:cubicBezTo>
                  <a:pt x="39595" y="319071"/>
                  <a:pt x="39570" y="318864"/>
                  <a:pt x="37822" y="319319"/>
                </a:cubicBezTo>
                <a:cubicBezTo>
                  <a:pt x="36803" y="319593"/>
                  <a:pt x="35403" y="320620"/>
                  <a:pt x="34708" y="321622"/>
                </a:cubicBezTo>
                <a:cubicBezTo>
                  <a:pt x="32032" y="325432"/>
                  <a:pt x="18389" y="328083"/>
                  <a:pt x="17213" y="325010"/>
                </a:cubicBezTo>
                <a:cubicBezTo>
                  <a:pt x="16053" y="321995"/>
                  <a:pt x="27352" y="316022"/>
                  <a:pt x="32330" y="317016"/>
                </a:cubicBezTo>
                <a:cubicBezTo>
                  <a:pt x="35304" y="317613"/>
                  <a:pt x="39620" y="315956"/>
                  <a:pt x="41740" y="313397"/>
                </a:cubicBezTo>
                <a:cubicBezTo>
                  <a:pt x="42767" y="312154"/>
                  <a:pt x="42453" y="312146"/>
                  <a:pt x="39230" y="313289"/>
                </a:cubicBezTo>
                <a:cubicBezTo>
                  <a:pt x="34757" y="314888"/>
                  <a:pt x="29564" y="315070"/>
                  <a:pt x="28694" y="313662"/>
                </a:cubicBezTo>
                <a:cubicBezTo>
                  <a:pt x="26971" y="310870"/>
                  <a:pt x="37565" y="304558"/>
                  <a:pt x="43024" y="305130"/>
                </a:cubicBezTo>
                <a:cubicBezTo>
                  <a:pt x="45319" y="305370"/>
                  <a:pt x="46387" y="304889"/>
                  <a:pt x="47588" y="303084"/>
                </a:cubicBezTo>
                <a:lnTo>
                  <a:pt x="49146" y="300731"/>
                </a:lnTo>
                <a:lnTo>
                  <a:pt x="43322" y="301344"/>
                </a:lnTo>
                <a:cubicBezTo>
                  <a:pt x="35312" y="302189"/>
                  <a:pt x="29779" y="304235"/>
                  <a:pt x="29365" y="306513"/>
                </a:cubicBezTo>
                <a:cubicBezTo>
                  <a:pt x="28536" y="311085"/>
                  <a:pt x="17056" y="319675"/>
                  <a:pt x="14803" y="317414"/>
                </a:cubicBezTo>
                <a:cubicBezTo>
                  <a:pt x="13502" y="316114"/>
                  <a:pt x="15531" y="311674"/>
                  <a:pt x="19342" y="307499"/>
                </a:cubicBezTo>
                <a:lnTo>
                  <a:pt x="21910" y="304691"/>
                </a:lnTo>
                <a:lnTo>
                  <a:pt x="18083" y="305279"/>
                </a:lnTo>
                <a:cubicBezTo>
                  <a:pt x="15672" y="305643"/>
                  <a:pt x="13494" y="306770"/>
                  <a:pt x="12235" y="308302"/>
                </a:cubicBezTo>
                <a:cubicBezTo>
                  <a:pt x="8979" y="312245"/>
                  <a:pt x="0" y="314498"/>
                  <a:pt x="0" y="311367"/>
                </a:cubicBezTo>
                <a:cubicBezTo>
                  <a:pt x="0" y="309412"/>
                  <a:pt x="5608" y="304956"/>
                  <a:pt x="8896" y="304293"/>
                </a:cubicBezTo>
                <a:lnTo>
                  <a:pt x="11688" y="303738"/>
                </a:lnTo>
                <a:lnTo>
                  <a:pt x="7372" y="301004"/>
                </a:lnTo>
                <a:cubicBezTo>
                  <a:pt x="2203" y="297724"/>
                  <a:pt x="389" y="294958"/>
                  <a:pt x="2352" y="293334"/>
                </a:cubicBezTo>
                <a:cubicBezTo>
                  <a:pt x="3355" y="292497"/>
                  <a:pt x="4722" y="292613"/>
                  <a:pt x="7927" y="293790"/>
                </a:cubicBezTo>
                <a:cubicBezTo>
                  <a:pt x="14761" y="296291"/>
                  <a:pt x="15581" y="296473"/>
                  <a:pt x="15581" y="295438"/>
                </a:cubicBezTo>
                <a:cubicBezTo>
                  <a:pt x="15581" y="294900"/>
                  <a:pt x="17122" y="294171"/>
                  <a:pt x="19011" y="293814"/>
                </a:cubicBezTo>
                <a:lnTo>
                  <a:pt x="22440" y="293168"/>
                </a:lnTo>
                <a:lnTo>
                  <a:pt x="19458" y="290667"/>
                </a:lnTo>
                <a:cubicBezTo>
                  <a:pt x="12906" y="285150"/>
                  <a:pt x="12177" y="278126"/>
                  <a:pt x="18538" y="281779"/>
                </a:cubicBezTo>
                <a:cubicBezTo>
                  <a:pt x="20982" y="283178"/>
                  <a:pt x="22258" y="283270"/>
                  <a:pt x="27021" y="282400"/>
                </a:cubicBezTo>
                <a:cubicBezTo>
                  <a:pt x="30102" y="281828"/>
                  <a:pt x="33324" y="281016"/>
                  <a:pt x="34177" y="280586"/>
                </a:cubicBezTo>
                <a:cubicBezTo>
                  <a:pt x="35022" y="280163"/>
                  <a:pt x="36339" y="280205"/>
                  <a:pt x="37093" y="280677"/>
                </a:cubicBezTo>
                <a:cubicBezTo>
                  <a:pt x="39305" y="282077"/>
                  <a:pt x="39562" y="281770"/>
                  <a:pt x="39148" y="278200"/>
                </a:cubicBezTo>
                <a:cubicBezTo>
                  <a:pt x="38924" y="276336"/>
                  <a:pt x="39272" y="272642"/>
                  <a:pt x="39910" y="269991"/>
                </a:cubicBezTo>
                <a:cubicBezTo>
                  <a:pt x="42055" y="261045"/>
                  <a:pt x="45990" y="263248"/>
                  <a:pt x="46578" y="273735"/>
                </a:cubicBezTo>
                <a:cubicBezTo>
                  <a:pt x="46868" y="278788"/>
                  <a:pt x="46594" y="280619"/>
                  <a:pt x="45385" y="281828"/>
                </a:cubicBezTo>
                <a:cubicBezTo>
                  <a:pt x="43041" y="284172"/>
                  <a:pt x="43422" y="284893"/>
                  <a:pt x="48243" y="287237"/>
                </a:cubicBezTo>
                <a:cubicBezTo>
                  <a:pt x="52567" y="289333"/>
                  <a:pt x="52641" y="289333"/>
                  <a:pt x="51614" y="287411"/>
                </a:cubicBezTo>
                <a:cubicBezTo>
                  <a:pt x="51026" y="286326"/>
                  <a:pt x="50686" y="282491"/>
                  <a:pt x="50844" y="278896"/>
                </a:cubicBezTo>
                <a:cubicBezTo>
                  <a:pt x="51076" y="273669"/>
                  <a:pt x="51465" y="272286"/>
                  <a:pt x="52774" y="272037"/>
                </a:cubicBezTo>
                <a:cubicBezTo>
                  <a:pt x="53768" y="271847"/>
                  <a:pt x="54994" y="272799"/>
                  <a:pt x="55897" y="274456"/>
                </a:cubicBezTo>
                <a:cubicBezTo>
                  <a:pt x="56717" y="275964"/>
                  <a:pt x="57396" y="276825"/>
                  <a:pt x="57421" y="276369"/>
                </a:cubicBezTo>
                <a:cubicBezTo>
                  <a:pt x="57595" y="272675"/>
                  <a:pt x="39926" y="246035"/>
                  <a:pt x="37781" y="246748"/>
                </a:cubicBezTo>
                <a:cubicBezTo>
                  <a:pt x="37184" y="246947"/>
                  <a:pt x="36547" y="248181"/>
                  <a:pt x="36364" y="249490"/>
                </a:cubicBezTo>
                <a:cubicBezTo>
                  <a:pt x="35950" y="252439"/>
                  <a:pt x="29945" y="258204"/>
                  <a:pt x="27286" y="258204"/>
                </a:cubicBezTo>
                <a:cubicBezTo>
                  <a:pt x="24792" y="258204"/>
                  <a:pt x="24809" y="256630"/>
                  <a:pt x="27327" y="252497"/>
                </a:cubicBezTo>
                <a:cubicBezTo>
                  <a:pt x="29878" y="248305"/>
                  <a:pt x="28992" y="247394"/>
                  <a:pt x="25554" y="250666"/>
                </a:cubicBezTo>
                <a:cubicBezTo>
                  <a:pt x="22166" y="253888"/>
                  <a:pt x="13825" y="256199"/>
                  <a:pt x="12616" y="254244"/>
                </a:cubicBezTo>
                <a:cubicBezTo>
                  <a:pt x="11539" y="252488"/>
                  <a:pt x="13088" y="250732"/>
                  <a:pt x="17859" y="248305"/>
                </a:cubicBezTo>
                <a:cubicBezTo>
                  <a:pt x="20684" y="246864"/>
                  <a:pt x="21363" y="246110"/>
                  <a:pt x="20402" y="245514"/>
                </a:cubicBezTo>
                <a:cubicBezTo>
                  <a:pt x="19681" y="245066"/>
                  <a:pt x="18712" y="244925"/>
                  <a:pt x="18265" y="245207"/>
                </a:cubicBezTo>
                <a:cubicBezTo>
                  <a:pt x="16534" y="246276"/>
                  <a:pt x="7795" y="238638"/>
                  <a:pt x="7795" y="236062"/>
                </a:cubicBezTo>
                <a:cubicBezTo>
                  <a:pt x="7795" y="235383"/>
                  <a:pt x="8739" y="234836"/>
                  <a:pt x="9899" y="234836"/>
                </a:cubicBezTo>
                <a:cubicBezTo>
                  <a:pt x="12765" y="234836"/>
                  <a:pt x="20452" y="239458"/>
                  <a:pt x="20452" y="241181"/>
                </a:cubicBezTo>
                <a:cubicBezTo>
                  <a:pt x="20452" y="241943"/>
                  <a:pt x="21744" y="243244"/>
                  <a:pt x="23326" y="244064"/>
                </a:cubicBezTo>
                <a:cubicBezTo>
                  <a:pt x="27584" y="246267"/>
                  <a:pt x="27725" y="245886"/>
                  <a:pt x="23898" y="242523"/>
                </a:cubicBezTo>
                <a:cubicBezTo>
                  <a:pt x="19806" y="238937"/>
                  <a:pt x="19450" y="236783"/>
                  <a:pt x="22937" y="236783"/>
                </a:cubicBezTo>
                <a:cubicBezTo>
                  <a:pt x="26259" y="236783"/>
                  <a:pt x="30541" y="239094"/>
                  <a:pt x="32985" y="242200"/>
                </a:cubicBezTo>
                <a:cubicBezTo>
                  <a:pt x="34211" y="243757"/>
                  <a:pt x="35445" y="244453"/>
                  <a:pt x="36182" y="243998"/>
                </a:cubicBezTo>
                <a:cubicBezTo>
                  <a:pt x="36994" y="243492"/>
                  <a:pt x="35710" y="241794"/>
                  <a:pt x="32123" y="238630"/>
                </a:cubicBezTo>
                <a:cubicBezTo>
                  <a:pt x="27808" y="234828"/>
                  <a:pt x="26548" y="234174"/>
                  <a:pt x="25041" y="234985"/>
                </a:cubicBezTo>
                <a:cubicBezTo>
                  <a:pt x="23790" y="235656"/>
                  <a:pt x="21719" y="235607"/>
                  <a:pt x="18472" y="234828"/>
                </a:cubicBezTo>
                <a:cubicBezTo>
                  <a:pt x="10321" y="232873"/>
                  <a:pt x="9410" y="228988"/>
                  <a:pt x="17097" y="228988"/>
                </a:cubicBezTo>
                <a:cubicBezTo>
                  <a:pt x="19483" y="228988"/>
                  <a:pt x="21429" y="228657"/>
                  <a:pt x="21429" y="228251"/>
                </a:cubicBezTo>
                <a:cubicBezTo>
                  <a:pt x="21429" y="227191"/>
                  <a:pt x="17594" y="224937"/>
                  <a:pt x="16716" y="225484"/>
                </a:cubicBezTo>
                <a:cubicBezTo>
                  <a:pt x="15482" y="226246"/>
                  <a:pt x="8275" y="221723"/>
                  <a:pt x="8275" y="220191"/>
                </a:cubicBezTo>
                <a:cubicBezTo>
                  <a:pt x="8275" y="218145"/>
                  <a:pt x="12019" y="217897"/>
                  <a:pt x="15515" y="219702"/>
                </a:cubicBezTo>
                <a:lnTo>
                  <a:pt x="18505" y="221251"/>
                </a:lnTo>
                <a:lnTo>
                  <a:pt x="18522" y="217573"/>
                </a:lnTo>
                <a:cubicBezTo>
                  <a:pt x="18530" y="215552"/>
                  <a:pt x="18977" y="213233"/>
                  <a:pt x="19516" y="212429"/>
                </a:cubicBezTo>
                <a:cubicBezTo>
                  <a:pt x="20352" y="211187"/>
                  <a:pt x="20775" y="211311"/>
                  <a:pt x="22423" y="213274"/>
                </a:cubicBezTo>
                <a:cubicBezTo>
                  <a:pt x="23484" y="214533"/>
                  <a:pt x="24345" y="216911"/>
                  <a:pt x="24345" y="218543"/>
                </a:cubicBezTo>
                <a:cubicBezTo>
                  <a:pt x="24345" y="220183"/>
                  <a:pt x="24643" y="221226"/>
                  <a:pt x="24999" y="220870"/>
                </a:cubicBezTo>
                <a:cubicBezTo>
                  <a:pt x="25356" y="220514"/>
                  <a:pt x="26631" y="220854"/>
                  <a:pt x="27824" y="221641"/>
                </a:cubicBezTo>
                <a:cubicBezTo>
                  <a:pt x="29895" y="222991"/>
                  <a:pt x="30019" y="222916"/>
                  <a:pt x="30591" y="219860"/>
                </a:cubicBezTo>
                <a:cubicBezTo>
                  <a:pt x="31419" y="215445"/>
                  <a:pt x="33614" y="212587"/>
                  <a:pt x="35072" y="214020"/>
                </a:cubicBezTo>
                <a:cubicBezTo>
                  <a:pt x="35892" y="214823"/>
                  <a:pt x="37160" y="214840"/>
                  <a:pt x="39769" y="214086"/>
                </a:cubicBezTo>
                <a:cubicBezTo>
                  <a:pt x="44457" y="212719"/>
                  <a:pt x="44350" y="212918"/>
                  <a:pt x="41989" y="209920"/>
                </a:cubicBezTo>
                <a:cubicBezTo>
                  <a:pt x="40854" y="208478"/>
                  <a:pt x="39926" y="206706"/>
                  <a:pt x="39926" y="205968"/>
                </a:cubicBezTo>
                <a:cubicBezTo>
                  <a:pt x="39926" y="204022"/>
                  <a:pt x="43190" y="204353"/>
                  <a:pt x="46039" y="206590"/>
                </a:cubicBezTo>
                <a:cubicBezTo>
                  <a:pt x="47398" y="207658"/>
                  <a:pt x="49883" y="208536"/>
                  <a:pt x="51548" y="208536"/>
                </a:cubicBezTo>
                <a:cubicBezTo>
                  <a:pt x="54455" y="208536"/>
                  <a:pt x="54522" y="208445"/>
                  <a:pt x="53205" y="206349"/>
                </a:cubicBezTo>
                <a:cubicBezTo>
                  <a:pt x="52442" y="205140"/>
                  <a:pt x="51523" y="203169"/>
                  <a:pt x="51167" y="201959"/>
                </a:cubicBezTo>
                <a:cubicBezTo>
                  <a:pt x="50314" y="199110"/>
                  <a:pt x="52964" y="197950"/>
                  <a:pt x="55358" y="200120"/>
                </a:cubicBezTo>
                <a:cubicBezTo>
                  <a:pt x="56303" y="200973"/>
                  <a:pt x="59309" y="201851"/>
                  <a:pt x="62035" y="202067"/>
                </a:cubicBezTo>
                <a:cubicBezTo>
                  <a:pt x="64768" y="202282"/>
                  <a:pt x="67477" y="202754"/>
                  <a:pt x="68073" y="203119"/>
                </a:cubicBezTo>
                <a:cubicBezTo>
                  <a:pt x="70616" y="204693"/>
                  <a:pt x="68322" y="200319"/>
                  <a:pt x="61844" y="191240"/>
                </a:cubicBezTo>
                <a:cubicBezTo>
                  <a:pt x="59218" y="187562"/>
                  <a:pt x="56021" y="186047"/>
                  <a:pt x="56211" y="188573"/>
                </a:cubicBezTo>
                <a:cubicBezTo>
                  <a:pt x="56460" y="191853"/>
                  <a:pt x="49452" y="198795"/>
                  <a:pt x="45899" y="198795"/>
                </a:cubicBezTo>
                <a:cubicBezTo>
                  <a:pt x="44043" y="198795"/>
                  <a:pt x="44673" y="195365"/>
                  <a:pt x="47207" y="191630"/>
                </a:cubicBezTo>
                <a:cubicBezTo>
                  <a:pt x="49982" y="187538"/>
                  <a:pt x="49005" y="186991"/>
                  <a:pt x="45203" y="190511"/>
                </a:cubicBezTo>
                <a:cubicBezTo>
                  <a:pt x="42701" y="192831"/>
                  <a:pt x="37408" y="194885"/>
                  <a:pt x="33904" y="194893"/>
                </a:cubicBezTo>
                <a:cubicBezTo>
                  <a:pt x="29274" y="194910"/>
                  <a:pt x="31883" y="189981"/>
                  <a:pt x="37599" y="187910"/>
                </a:cubicBezTo>
                <a:cubicBezTo>
                  <a:pt x="40092" y="187016"/>
                  <a:pt x="40597" y="186452"/>
                  <a:pt x="39785" y="185475"/>
                </a:cubicBezTo>
                <a:cubicBezTo>
                  <a:pt x="39206" y="184779"/>
                  <a:pt x="38336" y="184456"/>
                  <a:pt x="37855" y="184754"/>
                </a:cubicBezTo>
                <a:cubicBezTo>
                  <a:pt x="36431" y="185632"/>
                  <a:pt x="30831" y="181656"/>
                  <a:pt x="28918" y="178409"/>
                </a:cubicBezTo>
                <a:cubicBezTo>
                  <a:pt x="27286" y="175634"/>
                  <a:pt x="27277" y="175361"/>
                  <a:pt x="28777" y="174789"/>
                </a:cubicBezTo>
                <a:cubicBezTo>
                  <a:pt x="31187" y="173862"/>
                  <a:pt x="38609" y="177854"/>
                  <a:pt x="40100" y="180878"/>
                </a:cubicBezTo>
                <a:cubicBezTo>
                  <a:pt x="40813" y="182327"/>
                  <a:pt x="42411" y="183876"/>
                  <a:pt x="43654" y="184332"/>
                </a:cubicBezTo>
                <a:cubicBezTo>
                  <a:pt x="45675" y="185069"/>
                  <a:pt x="45600" y="184837"/>
                  <a:pt x="42925" y="182162"/>
                </a:cubicBezTo>
                <a:cubicBezTo>
                  <a:pt x="41276" y="180513"/>
                  <a:pt x="39926" y="178749"/>
                  <a:pt x="39926" y="178244"/>
                </a:cubicBezTo>
                <a:cubicBezTo>
                  <a:pt x="39926" y="174947"/>
                  <a:pt x="49195" y="177655"/>
                  <a:pt x="52558" y="181938"/>
                </a:cubicBezTo>
                <a:cubicBezTo>
                  <a:pt x="54348" y="184208"/>
                  <a:pt x="56485" y="184953"/>
                  <a:pt x="56485" y="183288"/>
                </a:cubicBezTo>
                <a:cubicBezTo>
                  <a:pt x="56485" y="182799"/>
                  <a:pt x="54406" y="180604"/>
                  <a:pt x="51863" y="178418"/>
                </a:cubicBezTo>
                <a:cubicBezTo>
                  <a:pt x="48044" y="175129"/>
                  <a:pt x="46752" y="174541"/>
                  <a:pt x="44457" y="175030"/>
                </a:cubicBezTo>
                <a:cubicBezTo>
                  <a:pt x="40821" y="175808"/>
                  <a:pt x="33283" y="173655"/>
                  <a:pt x="32131" y="171517"/>
                </a:cubicBezTo>
                <a:cubicBezTo>
                  <a:pt x="30856" y="169132"/>
                  <a:pt x="31800" y="168610"/>
                  <a:pt x="37325" y="168610"/>
                </a:cubicBezTo>
                <a:cubicBezTo>
                  <a:pt x="42014" y="168610"/>
                  <a:pt x="42121" y="168544"/>
                  <a:pt x="40531" y="166779"/>
                </a:cubicBezTo>
                <a:cubicBezTo>
                  <a:pt x="39620" y="165777"/>
                  <a:pt x="37830" y="164957"/>
                  <a:pt x="36555" y="164957"/>
                </a:cubicBezTo>
                <a:cubicBezTo>
                  <a:pt x="33738" y="164957"/>
                  <a:pt x="28247" y="161213"/>
                  <a:pt x="28247" y="159291"/>
                </a:cubicBezTo>
                <a:cubicBezTo>
                  <a:pt x="28247" y="157436"/>
                  <a:pt x="32413" y="157485"/>
                  <a:pt x="36083" y="159382"/>
                </a:cubicBezTo>
                <a:lnTo>
                  <a:pt x="38957" y="160865"/>
                </a:lnTo>
                <a:lnTo>
                  <a:pt x="38957" y="157618"/>
                </a:lnTo>
                <a:cubicBezTo>
                  <a:pt x="38957" y="155829"/>
                  <a:pt x="39545" y="153567"/>
                  <a:pt x="40266" y="152581"/>
                </a:cubicBezTo>
                <a:cubicBezTo>
                  <a:pt x="41508" y="150875"/>
                  <a:pt x="41641" y="150900"/>
                  <a:pt x="43182" y="153103"/>
                </a:cubicBezTo>
                <a:cubicBezTo>
                  <a:pt x="44076" y="154371"/>
                  <a:pt x="44797" y="156624"/>
                  <a:pt x="44797" y="158115"/>
                </a:cubicBezTo>
                <a:cubicBezTo>
                  <a:pt x="44797" y="159763"/>
                  <a:pt x="45327" y="160815"/>
                  <a:pt x="46139" y="160815"/>
                </a:cubicBezTo>
                <a:cubicBezTo>
                  <a:pt x="46876" y="160815"/>
                  <a:pt x="48044" y="161494"/>
                  <a:pt x="48732" y="162323"/>
                </a:cubicBezTo>
                <a:cubicBezTo>
                  <a:pt x="49800" y="163615"/>
                  <a:pt x="50198" y="163168"/>
                  <a:pt x="51531" y="159158"/>
                </a:cubicBezTo>
                <a:cubicBezTo>
                  <a:pt x="53503" y="153203"/>
                  <a:pt x="56485" y="152109"/>
                  <a:pt x="56485" y="157336"/>
                </a:cubicBezTo>
                <a:cubicBezTo>
                  <a:pt x="56485" y="159705"/>
                  <a:pt x="56932" y="160815"/>
                  <a:pt x="57876" y="160815"/>
                </a:cubicBezTo>
                <a:cubicBezTo>
                  <a:pt x="58639" y="160815"/>
                  <a:pt x="60130" y="161909"/>
                  <a:pt x="61182" y="163250"/>
                </a:cubicBezTo>
                <a:cubicBezTo>
                  <a:pt x="62234" y="164592"/>
                  <a:pt x="63584" y="165686"/>
                  <a:pt x="64172" y="165686"/>
                </a:cubicBezTo>
                <a:cubicBezTo>
                  <a:pt x="64768" y="165686"/>
                  <a:pt x="65249" y="166589"/>
                  <a:pt x="65249" y="167699"/>
                </a:cubicBezTo>
                <a:cubicBezTo>
                  <a:pt x="65249" y="169703"/>
                  <a:pt x="65274" y="169703"/>
                  <a:pt x="67933" y="167848"/>
                </a:cubicBezTo>
                <a:cubicBezTo>
                  <a:pt x="71221" y="165562"/>
                  <a:pt x="76854" y="163574"/>
                  <a:pt x="78022" y="164294"/>
                </a:cubicBezTo>
                <a:cubicBezTo>
                  <a:pt x="79770" y="165371"/>
                  <a:pt x="78800" y="167566"/>
                  <a:pt x="75305" y="170449"/>
                </a:cubicBezTo>
                <a:cubicBezTo>
                  <a:pt x="73333" y="172072"/>
                  <a:pt x="70484" y="173671"/>
                  <a:pt x="68976" y="174002"/>
                </a:cubicBezTo>
                <a:cubicBezTo>
                  <a:pt x="66591" y="174524"/>
                  <a:pt x="66226" y="175063"/>
                  <a:pt x="66226" y="178070"/>
                </a:cubicBezTo>
                <a:lnTo>
                  <a:pt x="66226" y="181532"/>
                </a:lnTo>
                <a:lnTo>
                  <a:pt x="68256" y="178948"/>
                </a:lnTo>
                <a:cubicBezTo>
                  <a:pt x="71635" y="174657"/>
                  <a:pt x="78883" y="171766"/>
                  <a:pt x="78883" y="174715"/>
                </a:cubicBezTo>
                <a:cubicBezTo>
                  <a:pt x="78883" y="177225"/>
                  <a:pt x="73723" y="183437"/>
                  <a:pt x="70509" y="184779"/>
                </a:cubicBezTo>
                <a:cubicBezTo>
                  <a:pt x="68678" y="185550"/>
                  <a:pt x="67204" y="186867"/>
                  <a:pt x="67204" y="187736"/>
                </a:cubicBezTo>
                <a:cubicBezTo>
                  <a:pt x="67204" y="189111"/>
                  <a:pt x="70790" y="195879"/>
                  <a:pt x="71519" y="195879"/>
                </a:cubicBezTo>
                <a:cubicBezTo>
                  <a:pt x="71660" y="195879"/>
                  <a:pt x="71569" y="193684"/>
                  <a:pt x="71312" y="191008"/>
                </a:cubicBezTo>
                <a:cubicBezTo>
                  <a:pt x="70948" y="187181"/>
                  <a:pt x="71155" y="186138"/>
                  <a:pt x="72265" y="186138"/>
                </a:cubicBezTo>
                <a:cubicBezTo>
                  <a:pt x="75570" y="186138"/>
                  <a:pt x="80258" y="193783"/>
                  <a:pt x="81327" y="200940"/>
                </a:cubicBezTo>
                <a:cubicBezTo>
                  <a:pt x="81708" y="203475"/>
                  <a:pt x="82843" y="206250"/>
                  <a:pt x="83878" y="207186"/>
                </a:cubicBezTo>
                <a:cubicBezTo>
                  <a:pt x="85709" y="208843"/>
                  <a:pt x="85717" y="208810"/>
                  <a:pt x="84267" y="205330"/>
                </a:cubicBezTo>
                <a:cubicBezTo>
                  <a:pt x="82420" y="200924"/>
                  <a:pt x="82313" y="195879"/>
                  <a:pt x="84060" y="195879"/>
                </a:cubicBezTo>
                <a:cubicBezTo>
                  <a:pt x="87183" y="195879"/>
                  <a:pt x="93694" y="205637"/>
                  <a:pt x="93247" y="209663"/>
                </a:cubicBezTo>
                <a:cubicBezTo>
                  <a:pt x="93089" y="211104"/>
                  <a:pt x="93595" y="211990"/>
                  <a:pt x="94713" y="212222"/>
                </a:cubicBezTo>
                <a:cubicBezTo>
                  <a:pt x="97065" y="212711"/>
                  <a:pt x="96925" y="209870"/>
                  <a:pt x="94232" y="202150"/>
                </a:cubicBezTo>
                <a:cubicBezTo>
                  <a:pt x="92427" y="196981"/>
                  <a:pt x="91665" y="195879"/>
                  <a:pt x="89884" y="195879"/>
                </a:cubicBezTo>
                <a:cubicBezTo>
                  <a:pt x="87332" y="195879"/>
                  <a:pt x="81310" y="190851"/>
                  <a:pt x="79372" y="187115"/>
                </a:cubicBezTo>
                <a:cubicBezTo>
                  <a:pt x="76688" y="181921"/>
                  <a:pt x="81087" y="181458"/>
                  <a:pt x="87780" y="186229"/>
                </a:cubicBezTo>
                <a:lnTo>
                  <a:pt x="90571" y="188217"/>
                </a:lnTo>
                <a:lnTo>
                  <a:pt x="90571" y="186245"/>
                </a:lnTo>
                <a:cubicBezTo>
                  <a:pt x="90571" y="185152"/>
                  <a:pt x="88873" y="182584"/>
                  <a:pt x="86794" y="180530"/>
                </a:cubicBezTo>
                <a:cubicBezTo>
                  <a:pt x="82851" y="176620"/>
                  <a:pt x="80830" y="171145"/>
                  <a:pt x="82652" y="169322"/>
                </a:cubicBezTo>
                <a:cubicBezTo>
                  <a:pt x="84209" y="167765"/>
                  <a:pt x="90563" y="174839"/>
                  <a:pt x="90613" y="178169"/>
                </a:cubicBezTo>
                <a:cubicBezTo>
                  <a:pt x="90646" y="180671"/>
                  <a:pt x="90712" y="180637"/>
                  <a:pt x="92128" y="177382"/>
                </a:cubicBezTo>
                <a:cubicBezTo>
                  <a:pt x="94787" y="171236"/>
                  <a:pt x="99617" y="167608"/>
                  <a:pt x="100851" y="170822"/>
                </a:cubicBezTo>
                <a:cubicBezTo>
                  <a:pt x="101108" y="171501"/>
                  <a:pt x="100727" y="174060"/>
                  <a:pt x="99989" y="176512"/>
                </a:cubicBezTo>
                <a:cubicBezTo>
                  <a:pt x="98863" y="180248"/>
                  <a:pt x="98855" y="181242"/>
                  <a:pt x="99965" y="182758"/>
                </a:cubicBezTo>
                <a:cubicBezTo>
                  <a:pt x="100694" y="183752"/>
                  <a:pt x="101290" y="185467"/>
                  <a:pt x="101298" y="186568"/>
                </a:cubicBezTo>
                <a:cubicBezTo>
                  <a:pt x="101307" y="188291"/>
                  <a:pt x="101663" y="188126"/>
                  <a:pt x="103816" y="185384"/>
                </a:cubicBezTo>
                <a:cubicBezTo>
                  <a:pt x="105200" y="183636"/>
                  <a:pt x="107610" y="181540"/>
                  <a:pt x="109184" y="180729"/>
                </a:cubicBezTo>
                <a:cubicBezTo>
                  <a:pt x="111785" y="179378"/>
                  <a:pt x="112092" y="179395"/>
                  <a:pt x="112663" y="180903"/>
                </a:cubicBezTo>
                <a:cubicBezTo>
                  <a:pt x="113011" y="181805"/>
                  <a:pt x="112655" y="183686"/>
                  <a:pt x="111868" y="185069"/>
                </a:cubicBezTo>
                <a:cubicBezTo>
                  <a:pt x="110708" y="187123"/>
                  <a:pt x="110667" y="188051"/>
                  <a:pt x="111636" y="190031"/>
                </a:cubicBezTo>
                <a:cubicBezTo>
                  <a:pt x="113583" y="194015"/>
                  <a:pt x="115223" y="200501"/>
                  <a:pt x="114651" y="201984"/>
                </a:cubicBezTo>
                <a:cubicBezTo>
                  <a:pt x="114262" y="203003"/>
                  <a:pt x="114734" y="203243"/>
                  <a:pt x="116474" y="202912"/>
                </a:cubicBezTo>
                <a:cubicBezTo>
                  <a:pt x="117757" y="202672"/>
                  <a:pt x="118818" y="201851"/>
                  <a:pt x="118818" y="201098"/>
                </a:cubicBezTo>
                <a:cubicBezTo>
                  <a:pt x="118818" y="199433"/>
                  <a:pt x="122736" y="197826"/>
                  <a:pt x="126795" y="197826"/>
                </a:cubicBezTo>
                <a:cubicBezTo>
                  <a:pt x="129230" y="197826"/>
                  <a:pt x="129561" y="197577"/>
                  <a:pt x="128634" y="196459"/>
                </a:cubicBezTo>
                <a:cubicBezTo>
                  <a:pt x="128012" y="195713"/>
                  <a:pt x="125933" y="195100"/>
                  <a:pt x="124011" y="195100"/>
                </a:cubicBezTo>
                <a:cubicBezTo>
                  <a:pt x="120118" y="195100"/>
                  <a:pt x="112489" y="190420"/>
                  <a:pt x="112489" y="188043"/>
                </a:cubicBezTo>
                <a:cubicBezTo>
                  <a:pt x="112489" y="185980"/>
                  <a:pt x="118105" y="185724"/>
                  <a:pt x="121767" y="187612"/>
                </a:cubicBezTo>
                <a:cubicBezTo>
                  <a:pt x="125618" y="189600"/>
                  <a:pt x="126281" y="189012"/>
                  <a:pt x="124045" y="185591"/>
                </a:cubicBezTo>
                <a:cubicBezTo>
                  <a:pt x="122007" y="182476"/>
                  <a:pt x="121642" y="173182"/>
                  <a:pt x="123481" y="171343"/>
                </a:cubicBezTo>
                <a:cubicBezTo>
                  <a:pt x="126438" y="168386"/>
                  <a:pt x="130680" y="179627"/>
                  <a:pt x="128451" y="184514"/>
                </a:cubicBezTo>
                <a:cubicBezTo>
                  <a:pt x="127689" y="186179"/>
                  <a:pt x="127789" y="187612"/>
                  <a:pt x="128841" y="190097"/>
                </a:cubicBezTo>
                <a:lnTo>
                  <a:pt x="130249" y="193444"/>
                </a:lnTo>
                <a:lnTo>
                  <a:pt x="129843" y="189062"/>
                </a:lnTo>
                <a:cubicBezTo>
                  <a:pt x="129048" y="180306"/>
                  <a:pt x="133761" y="179942"/>
                  <a:pt x="136196" y="188565"/>
                </a:cubicBezTo>
                <a:cubicBezTo>
                  <a:pt x="137157" y="191978"/>
                  <a:pt x="137232" y="193833"/>
                  <a:pt x="136478" y="195490"/>
                </a:cubicBezTo>
                <a:cubicBezTo>
                  <a:pt x="135824" y="196923"/>
                  <a:pt x="135790" y="197966"/>
                  <a:pt x="136387" y="198331"/>
                </a:cubicBezTo>
                <a:cubicBezTo>
                  <a:pt x="138408" y="199582"/>
                  <a:pt x="139270" y="197428"/>
                  <a:pt x="139270" y="191108"/>
                </a:cubicBezTo>
                <a:cubicBezTo>
                  <a:pt x="139270" y="185036"/>
                  <a:pt x="139079" y="184415"/>
                  <a:pt x="136876" y="183412"/>
                </a:cubicBezTo>
                <a:cubicBezTo>
                  <a:pt x="132535" y="181433"/>
                  <a:pt x="128228" y="169579"/>
                  <a:pt x="131848" y="169579"/>
                </a:cubicBezTo>
                <a:cubicBezTo>
                  <a:pt x="132593" y="169579"/>
                  <a:pt x="134780" y="171335"/>
                  <a:pt x="136718" y="173481"/>
                </a:cubicBezTo>
                <a:lnTo>
                  <a:pt x="140239" y="177382"/>
                </a:lnTo>
                <a:lnTo>
                  <a:pt x="140239" y="173969"/>
                </a:lnTo>
                <a:cubicBezTo>
                  <a:pt x="140239" y="172089"/>
                  <a:pt x="139833" y="170557"/>
                  <a:pt x="139336" y="170557"/>
                </a:cubicBezTo>
                <a:cubicBezTo>
                  <a:pt x="138831" y="170557"/>
                  <a:pt x="137853" y="168974"/>
                  <a:pt x="137149" y="167044"/>
                </a:cubicBezTo>
                <a:cubicBezTo>
                  <a:pt x="136180" y="164369"/>
                  <a:pt x="134763" y="162969"/>
                  <a:pt x="131143" y="161138"/>
                </a:cubicBezTo>
                <a:cubicBezTo>
                  <a:pt x="125295" y="158173"/>
                  <a:pt x="123622" y="158620"/>
                  <a:pt x="124285" y="162952"/>
                </a:cubicBezTo>
                <a:cubicBezTo>
                  <a:pt x="124856" y="166746"/>
                  <a:pt x="121121" y="174938"/>
                  <a:pt x="118818" y="174938"/>
                </a:cubicBezTo>
                <a:cubicBezTo>
                  <a:pt x="117691" y="174938"/>
                  <a:pt x="117360" y="173688"/>
                  <a:pt x="117376" y="169455"/>
                </a:cubicBezTo>
                <a:cubicBezTo>
                  <a:pt x="117393" y="165421"/>
                  <a:pt x="117070" y="164095"/>
                  <a:pt x="116159" y="164443"/>
                </a:cubicBezTo>
                <a:cubicBezTo>
                  <a:pt x="115098" y="164849"/>
                  <a:pt x="114560" y="166075"/>
                  <a:pt x="115074" y="166904"/>
                </a:cubicBezTo>
                <a:cubicBezTo>
                  <a:pt x="115629" y="167798"/>
                  <a:pt x="111528" y="173679"/>
                  <a:pt x="109184" y="175344"/>
                </a:cubicBezTo>
                <a:cubicBezTo>
                  <a:pt x="106161" y="177506"/>
                  <a:pt x="102259" y="178061"/>
                  <a:pt x="102259" y="176338"/>
                </a:cubicBezTo>
                <a:cubicBezTo>
                  <a:pt x="102259" y="174640"/>
                  <a:pt x="104272" y="171227"/>
                  <a:pt x="106972" y="168328"/>
                </a:cubicBezTo>
                <a:lnTo>
                  <a:pt x="109507" y="165620"/>
                </a:lnTo>
                <a:lnTo>
                  <a:pt x="104115" y="166249"/>
                </a:lnTo>
                <a:cubicBezTo>
                  <a:pt x="99683" y="166771"/>
                  <a:pt x="97993" y="166514"/>
                  <a:pt x="94589" y="164775"/>
                </a:cubicBezTo>
                <a:cubicBezTo>
                  <a:pt x="92311" y="163607"/>
                  <a:pt x="90621" y="162132"/>
                  <a:pt x="90828" y="161494"/>
                </a:cubicBezTo>
                <a:cubicBezTo>
                  <a:pt x="91441" y="159639"/>
                  <a:pt x="102011" y="159457"/>
                  <a:pt x="104752" y="161254"/>
                </a:cubicBezTo>
                <a:cubicBezTo>
                  <a:pt x="106020" y="162083"/>
                  <a:pt x="108720" y="162712"/>
                  <a:pt x="110750" y="162654"/>
                </a:cubicBezTo>
                <a:lnTo>
                  <a:pt x="114436" y="162538"/>
                </a:lnTo>
                <a:lnTo>
                  <a:pt x="111023" y="161859"/>
                </a:lnTo>
                <a:cubicBezTo>
                  <a:pt x="106890" y="161031"/>
                  <a:pt x="103237" y="159142"/>
                  <a:pt x="103237" y="157833"/>
                </a:cubicBezTo>
                <a:cubicBezTo>
                  <a:pt x="103237" y="155033"/>
                  <a:pt x="115306" y="154437"/>
                  <a:pt x="118520" y="157088"/>
                </a:cubicBezTo>
                <a:cubicBezTo>
                  <a:pt x="119248" y="157692"/>
                  <a:pt x="120292" y="157709"/>
                  <a:pt x="121303" y="157146"/>
                </a:cubicBezTo>
                <a:cubicBezTo>
                  <a:pt x="122636" y="156400"/>
                  <a:pt x="122247" y="155969"/>
                  <a:pt x="119091" y="154710"/>
                </a:cubicBezTo>
                <a:cubicBezTo>
                  <a:pt x="112580" y="152101"/>
                  <a:pt x="108364" y="151654"/>
                  <a:pt x="106641" y="153377"/>
                </a:cubicBezTo>
                <a:cubicBezTo>
                  <a:pt x="103816" y="156201"/>
                  <a:pt x="95367" y="157767"/>
                  <a:pt x="92559" y="155994"/>
                </a:cubicBezTo>
                <a:cubicBezTo>
                  <a:pt x="91342" y="155224"/>
                  <a:pt x="91391" y="154810"/>
                  <a:pt x="92924" y="153120"/>
                </a:cubicBezTo>
                <a:cubicBezTo>
                  <a:pt x="93901" y="152035"/>
                  <a:pt x="96287" y="150627"/>
                  <a:pt x="98225" y="149989"/>
                </a:cubicBezTo>
                <a:cubicBezTo>
                  <a:pt x="101265" y="148986"/>
                  <a:pt x="101480" y="148730"/>
                  <a:pt x="99807" y="148092"/>
                </a:cubicBezTo>
                <a:cubicBezTo>
                  <a:pt x="98747" y="147694"/>
                  <a:pt x="95434" y="147595"/>
                  <a:pt x="92443" y="147876"/>
                </a:cubicBezTo>
                <a:cubicBezTo>
                  <a:pt x="86057" y="148489"/>
                  <a:pt x="81923" y="146957"/>
                  <a:pt x="83812" y="144679"/>
                </a:cubicBezTo>
                <a:cubicBezTo>
                  <a:pt x="84524" y="143826"/>
                  <a:pt x="86777" y="143287"/>
                  <a:pt x="89643" y="143287"/>
                </a:cubicBezTo>
                <a:lnTo>
                  <a:pt x="94324" y="143287"/>
                </a:lnTo>
                <a:lnTo>
                  <a:pt x="93031" y="140604"/>
                </a:lnTo>
                <a:cubicBezTo>
                  <a:pt x="90546" y="135435"/>
                  <a:pt x="90331" y="133579"/>
                  <a:pt x="92120" y="132892"/>
                </a:cubicBezTo>
                <a:cubicBezTo>
                  <a:pt x="93288" y="132444"/>
                  <a:pt x="94738" y="133281"/>
                  <a:pt x="96933" y="135675"/>
                </a:cubicBezTo>
                <a:cubicBezTo>
                  <a:pt x="99012" y="137945"/>
                  <a:pt x="101265" y="139286"/>
                  <a:pt x="103618" y="139676"/>
                </a:cubicBezTo>
                <a:cubicBezTo>
                  <a:pt x="106003" y="140057"/>
                  <a:pt x="106964" y="139908"/>
                  <a:pt x="106533" y="139220"/>
                </a:cubicBezTo>
                <a:cubicBezTo>
                  <a:pt x="105423" y="137414"/>
                  <a:pt x="104338" y="131417"/>
                  <a:pt x="104877" y="130017"/>
                </a:cubicBezTo>
                <a:cubicBezTo>
                  <a:pt x="105688" y="127905"/>
                  <a:pt x="108041" y="128452"/>
                  <a:pt x="109209" y="131020"/>
                </a:cubicBezTo>
                <a:cubicBezTo>
                  <a:pt x="109880" y="132477"/>
                  <a:pt x="111313" y="133513"/>
                  <a:pt x="113028" y="133761"/>
                </a:cubicBezTo>
                <a:cubicBezTo>
                  <a:pt x="115745" y="134159"/>
                  <a:pt x="115761" y="134134"/>
                  <a:pt x="114502" y="131177"/>
                </a:cubicBezTo>
                <a:cubicBezTo>
                  <a:pt x="110509" y="121783"/>
                  <a:pt x="108621" y="118859"/>
                  <a:pt x="106716" y="119141"/>
                </a:cubicBezTo>
                <a:cubicBezTo>
                  <a:pt x="105572" y="119307"/>
                  <a:pt x="104545" y="120425"/>
                  <a:pt x="104214" y="121858"/>
                </a:cubicBezTo>
                <a:cubicBezTo>
                  <a:pt x="103634" y="124351"/>
                  <a:pt x="94092" y="130986"/>
                  <a:pt x="92062" y="130307"/>
                </a:cubicBezTo>
                <a:cubicBezTo>
                  <a:pt x="89875" y="129587"/>
                  <a:pt x="90629" y="126679"/>
                  <a:pt x="93934" y="123009"/>
                </a:cubicBezTo>
                <a:cubicBezTo>
                  <a:pt x="96717" y="119936"/>
                  <a:pt x="97115" y="119042"/>
                  <a:pt x="95922" y="118586"/>
                </a:cubicBezTo>
                <a:cubicBezTo>
                  <a:pt x="95094" y="118263"/>
                  <a:pt x="93586" y="118843"/>
                  <a:pt x="92559" y="119870"/>
                </a:cubicBezTo>
                <a:cubicBezTo>
                  <a:pt x="88981" y="123448"/>
                  <a:pt x="77417" y="125205"/>
                  <a:pt x="76315" y="122330"/>
                </a:cubicBezTo>
                <a:cubicBezTo>
                  <a:pt x="75512" y="120243"/>
                  <a:pt x="77500" y="118238"/>
                  <a:pt x="81642" y="116963"/>
                </a:cubicBezTo>
                <a:cubicBezTo>
                  <a:pt x="83605" y="116366"/>
                  <a:pt x="85816" y="115679"/>
                  <a:pt x="86545" y="115447"/>
                </a:cubicBezTo>
                <a:cubicBezTo>
                  <a:pt x="87606" y="115107"/>
                  <a:pt x="87631" y="114726"/>
                  <a:pt x="86678" y="113583"/>
                </a:cubicBezTo>
                <a:cubicBezTo>
                  <a:pt x="86024" y="112788"/>
                  <a:pt x="85121" y="112365"/>
                  <a:pt x="84682" y="112639"/>
                </a:cubicBezTo>
                <a:cubicBezTo>
                  <a:pt x="83447" y="113401"/>
                  <a:pt x="77550" y="107809"/>
                  <a:pt x="75421" y="103866"/>
                </a:cubicBezTo>
                <a:cubicBezTo>
                  <a:pt x="73814" y="100884"/>
                  <a:pt x="73739" y="100230"/>
                  <a:pt x="74932" y="99493"/>
                </a:cubicBezTo>
                <a:cubicBezTo>
                  <a:pt x="77657" y="97811"/>
                  <a:pt x="87167" y="105009"/>
                  <a:pt x="87829" y="109259"/>
                </a:cubicBezTo>
                <a:cubicBezTo>
                  <a:pt x="88003" y="110352"/>
                  <a:pt x="89677" y="112183"/>
                  <a:pt x="91549" y="113326"/>
                </a:cubicBezTo>
                <a:lnTo>
                  <a:pt x="94953" y="115405"/>
                </a:lnTo>
                <a:lnTo>
                  <a:pt x="92891" y="113036"/>
                </a:lnTo>
                <a:cubicBezTo>
                  <a:pt x="89925" y="109632"/>
                  <a:pt x="88393" y="106343"/>
                  <a:pt x="89014" y="104720"/>
                </a:cubicBezTo>
                <a:cubicBezTo>
                  <a:pt x="90232" y="101547"/>
                  <a:pt x="102259" y="109317"/>
                  <a:pt x="102259" y="113276"/>
                </a:cubicBezTo>
                <a:cubicBezTo>
                  <a:pt x="102259" y="114519"/>
                  <a:pt x="102996" y="115041"/>
                  <a:pt x="104728" y="115041"/>
                </a:cubicBezTo>
                <a:lnTo>
                  <a:pt x="107196" y="115041"/>
                </a:lnTo>
                <a:lnTo>
                  <a:pt x="104976" y="111785"/>
                </a:lnTo>
                <a:cubicBezTo>
                  <a:pt x="99443" y="103692"/>
                  <a:pt x="97173" y="101895"/>
                  <a:pt x="92410" y="101870"/>
                </a:cubicBezTo>
                <a:cubicBezTo>
                  <a:pt x="87399" y="101845"/>
                  <a:pt x="79861" y="97695"/>
                  <a:pt x="79861" y="94953"/>
                </a:cubicBezTo>
                <a:cubicBezTo>
                  <a:pt x="79861" y="93636"/>
                  <a:pt x="80863" y="93454"/>
                  <a:pt x="86115" y="93785"/>
                </a:cubicBezTo>
                <a:lnTo>
                  <a:pt x="92369" y="94183"/>
                </a:lnTo>
                <a:lnTo>
                  <a:pt x="90422" y="91458"/>
                </a:lnTo>
                <a:cubicBezTo>
                  <a:pt x="89354" y="89950"/>
                  <a:pt x="88053" y="88989"/>
                  <a:pt x="87531" y="89304"/>
                </a:cubicBezTo>
                <a:cubicBezTo>
                  <a:pt x="85601" y="90497"/>
                  <a:pt x="77989" y="84061"/>
                  <a:pt x="77931" y="81203"/>
                </a:cubicBezTo>
                <a:cubicBezTo>
                  <a:pt x="77898" y="79190"/>
                  <a:pt x="82089" y="79819"/>
                  <a:pt x="85874" y="82387"/>
                </a:cubicBezTo>
                <a:lnTo>
                  <a:pt x="89420" y="84798"/>
                </a:lnTo>
                <a:lnTo>
                  <a:pt x="90579" y="79952"/>
                </a:lnTo>
                <a:cubicBezTo>
                  <a:pt x="91217" y="77285"/>
                  <a:pt x="92178" y="74833"/>
                  <a:pt x="92717" y="74510"/>
                </a:cubicBezTo>
                <a:cubicBezTo>
                  <a:pt x="94531" y="73383"/>
                  <a:pt x="96486" y="76697"/>
                  <a:pt x="96693" y="81261"/>
                </a:cubicBezTo>
                <a:cubicBezTo>
                  <a:pt x="96825" y="84085"/>
                  <a:pt x="97355" y="85817"/>
                  <a:pt x="98101" y="85817"/>
                </a:cubicBezTo>
                <a:cubicBezTo>
                  <a:pt x="98755" y="85825"/>
                  <a:pt x="100039" y="86968"/>
                  <a:pt x="100959" y="88368"/>
                </a:cubicBezTo>
                <a:lnTo>
                  <a:pt x="102624" y="90903"/>
                </a:lnTo>
                <a:lnTo>
                  <a:pt x="103883" y="86587"/>
                </a:lnTo>
                <a:cubicBezTo>
                  <a:pt x="105423" y="81294"/>
                  <a:pt x="108704" y="77848"/>
                  <a:pt x="110128" y="80018"/>
                </a:cubicBezTo>
                <a:cubicBezTo>
                  <a:pt x="110642" y="80805"/>
                  <a:pt x="110816" y="82868"/>
                  <a:pt x="110518" y="84607"/>
                </a:cubicBezTo>
                <a:cubicBezTo>
                  <a:pt x="109888" y="88194"/>
                  <a:pt x="110841" y="88575"/>
                  <a:pt x="114485" y="86189"/>
                </a:cubicBezTo>
                <a:cubicBezTo>
                  <a:pt x="115819" y="85320"/>
                  <a:pt x="118826" y="84549"/>
                  <a:pt x="121170" y="84483"/>
                </a:cubicBezTo>
                <a:cubicBezTo>
                  <a:pt x="123730" y="84408"/>
                  <a:pt x="125196" y="83978"/>
                  <a:pt x="124848" y="83390"/>
                </a:cubicBezTo>
                <a:cubicBezTo>
                  <a:pt x="124525" y="82851"/>
                  <a:pt x="123249" y="80929"/>
                  <a:pt x="122023" y="79115"/>
                </a:cubicBezTo>
                <a:cubicBezTo>
                  <a:pt x="119555" y="75462"/>
                  <a:pt x="119058" y="71213"/>
                  <a:pt x="121104" y="71213"/>
                </a:cubicBezTo>
                <a:cubicBezTo>
                  <a:pt x="122868" y="71213"/>
                  <a:pt x="130506" y="76804"/>
                  <a:pt x="130506" y="78096"/>
                </a:cubicBezTo>
                <a:cubicBezTo>
                  <a:pt x="130506" y="78660"/>
                  <a:pt x="131036" y="78792"/>
                  <a:pt x="131682" y="78395"/>
                </a:cubicBezTo>
                <a:cubicBezTo>
                  <a:pt x="132336" y="77989"/>
                  <a:pt x="134291" y="77757"/>
                  <a:pt x="136031" y="77873"/>
                </a:cubicBezTo>
                <a:lnTo>
                  <a:pt x="139195" y="78088"/>
                </a:lnTo>
                <a:lnTo>
                  <a:pt x="137306" y="73922"/>
                </a:lnTo>
                <a:cubicBezTo>
                  <a:pt x="134796" y="68380"/>
                  <a:pt x="134755" y="64396"/>
                  <a:pt x="137224" y="64396"/>
                </a:cubicBezTo>
                <a:cubicBezTo>
                  <a:pt x="138242" y="64396"/>
                  <a:pt x="139891" y="65605"/>
                  <a:pt x="140877" y="67079"/>
                </a:cubicBezTo>
                <a:cubicBezTo>
                  <a:pt x="142351" y="69266"/>
                  <a:pt x="143478" y="69788"/>
                  <a:pt x="147056" y="69954"/>
                </a:cubicBezTo>
                <a:cubicBezTo>
                  <a:pt x="153716" y="70244"/>
                  <a:pt x="156541" y="70766"/>
                  <a:pt x="157982" y="71958"/>
                </a:cubicBezTo>
                <a:cubicBezTo>
                  <a:pt x="159017" y="72820"/>
                  <a:pt x="159597" y="72199"/>
                  <a:pt x="160765" y="68943"/>
                </a:cubicBezTo>
                <a:cubicBezTo>
                  <a:pt x="162215" y="64918"/>
                  <a:pt x="162182" y="64694"/>
                  <a:pt x="159009" y="57802"/>
                </a:cubicBezTo>
                <a:cubicBezTo>
                  <a:pt x="156267" y="51838"/>
                  <a:pt x="155414" y="50761"/>
                  <a:pt x="153368" y="50761"/>
                </a:cubicBezTo>
                <a:cubicBezTo>
                  <a:pt x="151686" y="50761"/>
                  <a:pt x="150957" y="51299"/>
                  <a:pt x="150957" y="52534"/>
                </a:cubicBezTo>
                <a:cubicBezTo>
                  <a:pt x="150957" y="55632"/>
                  <a:pt x="141987" y="62449"/>
                  <a:pt x="137911" y="62449"/>
                </a:cubicBezTo>
                <a:cubicBezTo>
                  <a:pt x="133985" y="62449"/>
                  <a:pt x="135807" y="57487"/>
                  <a:pt x="141564" y="52492"/>
                </a:cubicBezTo>
                <a:lnTo>
                  <a:pt x="144629" y="49842"/>
                </a:lnTo>
                <a:lnTo>
                  <a:pt x="141432" y="49817"/>
                </a:lnTo>
                <a:cubicBezTo>
                  <a:pt x="139518" y="49800"/>
                  <a:pt x="138019" y="50355"/>
                  <a:pt x="137687" y="51208"/>
                </a:cubicBezTo>
                <a:cubicBezTo>
                  <a:pt x="136801" y="53528"/>
                  <a:pt x="130588" y="55027"/>
                  <a:pt x="122959" y="54770"/>
                </a:cubicBezTo>
                <a:cubicBezTo>
                  <a:pt x="120450" y="54679"/>
                  <a:pt x="119787" y="54248"/>
                  <a:pt x="119787" y="52666"/>
                </a:cubicBezTo>
                <a:cubicBezTo>
                  <a:pt x="119787" y="50529"/>
                  <a:pt x="126215" y="46934"/>
                  <a:pt x="130100" y="46893"/>
                </a:cubicBezTo>
                <a:cubicBezTo>
                  <a:pt x="131210" y="46876"/>
                  <a:pt x="132419" y="46578"/>
                  <a:pt x="132767" y="46230"/>
                </a:cubicBezTo>
                <a:cubicBezTo>
                  <a:pt x="133720" y="45277"/>
                  <a:pt x="131483" y="42975"/>
                  <a:pt x="129611" y="42975"/>
                </a:cubicBezTo>
                <a:cubicBezTo>
                  <a:pt x="127838" y="42975"/>
                  <a:pt x="121659" y="36969"/>
                  <a:pt x="119903" y="33540"/>
                </a:cubicBezTo>
                <a:cubicBezTo>
                  <a:pt x="118122" y="30052"/>
                  <a:pt x="118561" y="28363"/>
                  <a:pt x="121253" y="28363"/>
                </a:cubicBezTo>
                <a:cubicBezTo>
                  <a:pt x="124409" y="28363"/>
                  <a:pt x="133935" y="37309"/>
                  <a:pt x="133107" y="39487"/>
                </a:cubicBezTo>
                <a:cubicBezTo>
                  <a:pt x="132734" y="40456"/>
                  <a:pt x="133670" y="41856"/>
                  <a:pt x="135749" y="43438"/>
                </a:cubicBezTo>
                <a:cubicBezTo>
                  <a:pt x="140462" y="47034"/>
                  <a:pt x="140686" y="46487"/>
                  <a:pt x="136809" y="40854"/>
                </a:cubicBezTo>
                <a:cubicBezTo>
                  <a:pt x="133827" y="36514"/>
                  <a:pt x="133537" y="35627"/>
                  <a:pt x="134722" y="34443"/>
                </a:cubicBezTo>
                <a:cubicBezTo>
                  <a:pt x="135906" y="33258"/>
                  <a:pt x="136635" y="33341"/>
                  <a:pt x="139998" y="35056"/>
                </a:cubicBezTo>
                <a:cubicBezTo>
                  <a:pt x="144530" y="37367"/>
                  <a:pt x="149011" y="42304"/>
                  <a:pt x="149011" y="44996"/>
                </a:cubicBezTo>
                <a:cubicBezTo>
                  <a:pt x="149011" y="46346"/>
                  <a:pt x="149690" y="46868"/>
                  <a:pt x="151446" y="46868"/>
                </a:cubicBezTo>
                <a:cubicBezTo>
                  <a:pt x="154528" y="46868"/>
                  <a:pt x="154495" y="46122"/>
                  <a:pt x="151198" y="41301"/>
                </a:cubicBezTo>
                <a:cubicBezTo>
                  <a:pt x="145747" y="33341"/>
                  <a:pt x="143279" y="31046"/>
                  <a:pt x="140843" y="31659"/>
                </a:cubicBezTo>
                <a:cubicBezTo>
                  <a:pt x="136420" y="32769"/>
                  <a:pt x="124658" y="26855"/>
                  <a:pt x="124658" y="23525"/>
                </a:cubicBezTo>
                <a:cubicBezTo>
                  <a:pt x="124658" y="21255"/>
                  <a:pt x="133140" y="21371"/>
                  <a:pt x="137638" y="23699"/>
                </a:cubicBezTo>
                <a:cubicBezTo>
                  <a:pt x="139245" y="24527"/>
                  <a:pt x="139303" y="24395"/>
                  <a:pt x="138242" y="22349"/>
                </a:cubicBezTo>
                <a:cubicBezTo>
                  <a:pt x="136362" y="18721"/>
                  <a:pt x="134316" y="16774"/>
                  <a:pt x="132933" y="17304"/>
                </a:cubicBezTo>
                <a:cubicBezTo>
                  <a:pt x="131177" y="17975"/>
                  <a:pt x="123688" y="11058"/>
                  <a:pt x="123688" y="8772"/>
                </a:cubicBezTo>
                <a:cubicBezTo>
                  <a:pt x="123688" y="5285"/>
                  <a:pt x="130555" y="7629"/>
                  <a:pt x="134316" y="12409"/>
                </a:cubicBezTo>
                <a:lnTo>
                  <a:pt x="136345" y="14993"/>
                </a:lnTo>
                <a:lnTo>
                  <a:pt x="136345" y="12574"/>
                </a:lnTo>
                <a:cubicBezTo>
                  <a:pt x="136345" y="9402"/>
                  <a:pt x="138201" y="3902"/>
                  <a:pt x="139874" y="2112"/>
                </a:cubicBezTo>
                <a:cubicBezTo>
                  <a:pt x="141846" y="0"/>
                  <a:pt x="143121" y="1872"/>
                  <a:pt x="143842" y="7960"/>
                </a:cubicBezTo>
                <a:cubicBezTo>
                  <a:pt x="144322" y="12036"/>
                  <a:pt x="145143" y="13908"/>
                  <a:pt x="147520" y="16360"/>
                </a:cubicBezTo>
                <a:lnTo>
                  <a:pt x="150576" y="19508"/>
                </a:lnTo>
                <a:lnTo>
                  <a:pt x="151678" y="15416"/>
                </a:lnTo>
                <a:cubicBezTo>
                  <a:pt x="152962" y="10611"/>
                  <a:pt x="156532" y="6287"/>
                  <a:pt x="157998" y="7745"/>
                </a:cubicBezTo>
                <a:cubicBezTo>
                  <a:pt x="158529" y="8283"/>
                  <a:pt x="158802" y="10470"/>
                  <a:pt x="158595" y="12616"/>
                </a:cubicBezTo>
                <a:cubicBezTo>
                  <a:pt x="158388" y="14761"/>
                  <a:pt x="158529" y="16327"/>
                  <a:pt x="158910" y="16095"/>
                </a:cubicBezTo>
                <a:cubicBezTo>
                  <a:pt x="159672" y="15614"/>
                  <a:pt x="163971" y="21098"/>
                  <a:pt x="164899" y="23740"/>
                </a:cubicBezTo>
                <a:cubicBezTo>
                  <a:pt x="165230" y="24676"/>
                  <a:pt x="165959" y="25447"/>
                  <a:pt x="166506" y="25447"/>
                </a:cubicBezTo>
                <a:cubicBezTo>
                  <a:pt x="167060" y="25447"/>
                  <a:pt x="167516" y="26863"/>
                  <a:pt x="167524" y="28611"/>
                </a:cubicBezTo>
                <a:cubicBezTo>
                  <a:pt x="167533" y="30433"/>
                  <a:pt x="167856" y="31278"/>
                  <a:pt x="168286" y="30607"/>
                </a:cubicBezTo>
                <a:cubicBezTo>
                  <a:pt x="169554" y="28611"/>
                  <a:pt x="177556" y="25488"/>
                  <a:pt x="181457" y="25463"/>
                </a:cubicBezTo>
                <a:cubicBezTo>
                  <a:pt x="184746" y="25447"/>
                  <a:pt x="185143" y="25695"/>
                  <a:pt x="184870" y="27601"/>
                </a:cubicBezTo>
                <a:cubicBezTo>
                  <a:pt x="184414" y="30723"/>
                  <a:pt x="176181" y="35544"/>
                  <a:pt x="171078" y="35669"/>
                </a:cubicBezTo>
                <a:lnTo>
                  <a:pt x="167027" y="35760"/>
                </a:lnTo>
                <a:lnTo>
                  <a:pt x="166721" y="40581"/>
                </a:lnTo>
                <a:lnTo>
                  <a:pt x="166414" y="45410"/>
                </a:lnTo>
                <a:lnTo>
                  <a:pt x="169156" y="42801"/>
                </a:lnTo>
                <a:cubicBezTo>
                  <a:pt x="174043" y="38162"/>
                  <a:pt x="183097" y="35718"/>
                  <a:pt x="183097" y="39048"/>
                </a:cubicBezTo>
                <a:cubicBezTo>
                  <a:pt x="183097" y="42478"/>
                  <a:pt x="170970" y="51813"/>
                  <a:pt x="168494" y="50281"/>
                </a:cubicBezTo>
                <a:cubicBezTo>
                  <a:pt x="167400" y="49610"/>
                  <a:pt x="166033" y="52169"/>
                  <a:pt x="165238" y="56361"/>
                </a:cubicBezTo>
                <a:cubicBezTo>
                  <a:pt x="164625" y="59616"/>
                  <a:pt x="165329" y="60353"/>
                  <a:pt x="167234" y="58448"/>
                </a:cubicBezTo>
                <a:cubicBezTo>
                  <a:pt x="169314" y="56369"/>
                  <a:pt x="170672" y="58630"/>
                  <a:pt x="170216" y="63418"/>
                </a:cubicBezTo>
                <a:cubicBezTo>
                  <a:pt x="169744" y="68272"/>
                  <a:pt x="171550" y="72845"/>
                  <a:pt x="172726" y="69788"/>
                </a:cubicBezTo>
                <a:cubicBezTo>
                  <a:pt x="173439" y="67933"/>
                  <a:pt x="175916" y="67842"/>
                  <a:pt x="176959" y="69639"/>
                </a:cubicBezTo>
                <a:cubicBezTo>
                  <a:pt x="177390" y="70376"/>
                  <a:pt x="179643" y="71304"/>
                  <a:pt x="181962" y="71685"/>
                </a:cubicBezTo>
                <a:cubicBezTo>
                  <a:pt x="186046" y="72364"/>
                  <a:pt x="186154" y="72323"/>
                  <a:pt x="185094" y="70343"/>
                </a:cubicBezTo>
                <a:cubicBezTo>
                  <a:pt x="184456" y="69150"/>
                  <a:pt x="183039" y="68297"/>
                  <a:pt x="181714" y="68297"/>
                </a:cubicBezTo>
                <a:cubicBezTo>
                  <a:pt x="180289" y="68297"/>
                  <a:pt x="178127" y="66864"/>
                  <a:pt x="176007" y="64503"/>
                </a:cubicBezTo>
                <a:cubicBezTo>
                  <a:pt x="167417" y="55002"/>
                  <a:pt x="172933" y="51465"/>
                  <a:pt x="182078" y="60610"/>
                </a:cubicBezTo>
                <a:lnTo>
                  <a:pt x="185168" y="63700"/>
                </a:lnTo>
                <a:lnTo>
                  <a:pt x="184555" y="57968"/>
                </a:lnTo>
                <a:cubicBezTo>
                  <a:pt x="184042" y="53122"/>
                  <a:pt x="184290" y="51548"/>
                  <a:pt x="186195" y="47845"/>
                </a:cubicBezTo>
                <a:cubicBezTo>
                  <a:pt x="187438" y="45435"/>
                  <a:pt x="189111" y="43463"/>
                  <a:pt x="189915" y="43463"/>
                </a:cubicBezTo>
                <a:cubicBezTo>
                  <a:pt x="192110" y="43463"/>
                  <a:pt x="191969" y="55739"/>
                  <a:pt x="189741" y="58208"/>
                </a:cubicBezTo>
                <a:cubicBezTo>
                  <a:pt x="187753" y="60411"/>
                  <a:pt x="186551" y="64851"/>
                  <a:pt x="187512" y="66409"/>
                </a:cubicBezTo>
                <a:cubicBezTo>
                  <a:pt x="187935" y="67096"/>
                  <a:pt x="188863" y="65638"/>
                  <a:pt x="189799" y="62814"/>
                </a:cubicBezTo>
                <a:cubicBezTo>
                  <a:pt x="190983" y="59243"/>
                  <a:pt x="191853" y="58067"/>
                  <a:pt x="193319" y="58067"/>
                </a:cubicBezTo>
                <a:cubicBezTo>
                  <a:pt x="195092" y="58067"/>
                  <a:pt x="195266" y="58721"/>
                  <a:pt x="195266" y="65207"/>
                </a:cubicBezTo>
                <a:cubicBezTo>
                  <a:pt x="195266" y="70848"/>
                  <a:pt x="194918" y="72605"/>
                  <a:pt x="193584" y="73574"/>
                </a:cubicBezTo>
                <a:cubicBezTo>
                  <a:pt x="192143" y="74634"/>
                  <a:pt x="192093" y="75056"/>
                  <a:pt x="193220" y="76605"/>
                </a:cubicBezTo>
                <a:cubicBezTo>
                  <a:pt x="194462" y="78304"/>
                  <a:pt x="194620" y="78246"/>
                  <a:pt x="195986" y="75545"/>
                </a:cubicBezTo>
                <a:cubicBezTo>
                  <a:pt x="196790" y="73963"/>
                  <a:pt x="198198" y="70368"/>
                  <a:pt x="199117" y="67543"/>
                </a:cubicBezTo>
                <a:cubicBezTo>
                  <a:pt x="200774" y="62474"/>
                  <a:pt x="200766" y="62391"/>
                  <a:pt x="198687" y="60710"/>
                </a:cubicBezTo>
                <a:cubicBezTo>
                  <a:pt x="197096" y="59417"/>
                  <a:pt x="196450" y="57562"/>
                  <a:pt x="196044" y="53006"/>
                </a:cubicBezTo>
                <a:cubicBezTo>
                  <a:pt x="195738" y="49701"/>
                  <a:pt x="195771" y="46296"/>
                  <a:pt x="196102" y="45435"/>
                </a:cubicBezTo>
                <a:cubicBezTo>
                  <a:pt x="197146" y="42693"/>
                  <a:pt x="200327" y="45460"/>
                  <a:pt x="202340" y="50869"/>
                </a:cubicBezTo>
                <a:lnTo>
                  <a:pt x="204195" y="55839"/>
                </a:lnTo>
                <a:lnTo>
                  <a:pt x="205496" y="52708"/>
                </a:lnTo>
                <a:cubicBezTo>
                  <a:pt x="206539" y="50190"/>
                  <a:pt x="206556" y="49179"/>
                  <a:pt x="205587" y="47630"/>
                </a:cubicBezTo>
                <a:cubicBezTo>
                  <a:pt x="203425" y="44167"/>
                  <a:pt x="206465" y="33863"/>
                  <a:pt x="209157" y="35528"/>
                </a:cubicBezTo>
                <a:cubicBezTo>
                  <a:pt x="210714" y="36489"/>
                  <a:pt x="211567" y="43207"/>
                  <a:pt x="210499" y="46039"/>
                </a:cubicBezTo>
                <a:lnTo>
                  <a:pt x="209546" y="48525"/>
                </a:lnTo>
                <a:lnTo>
                  <a:pt x="213083" y="46727"/>
                </a:lnTo>
                <a:cubicBezTo>
                  <a:pt x="221425" y="42469"/>
                  <a:pt x="225608" y="46379"/>
                  <a:pt x="218194" y="51507"/>
                </a:cubicBezTo>
                <a:cubicBezTo>
                  <a:pt x="215618" y="53288"/>
                  <a:pt x="214318" y="54919"/>
                  <a:pt x="214293" y="56427"/>
                </a:cubicBezTo>
                <a:cubicBezTo>
                  <a:pt x="214276" y="57669"/>
                  <a:pt x="213837" y="59475"/>
                  <a:pt x="213324" y="60436"/>
                </a:cubicBezTo>
                <a:cubicBezTo>
                  <a:pt x="212429" y="62101"/>
                  <a:pt x="212595" y="62109"/>
                  <a:pt x="216662" y="60643"/>
                </a:cubicBezTo>
                <a:cubicBezTo>
                  <a:pt x="220381" y="59310"/>
                  <a:pt x="220928" y="58755"/>
                  <a:pt x="220853" y="56352"/>
                </a:cubicBezTo>
                <a:cubicBezTo>
                  <a:pt x="220737" y="52028"/>
                  <a:pt x="222742" y="50744"/>
                  <a:pt x="224995" y="53685"/>
                </a:cubicBezTo>
                <a:cubicBezTo>
                  <a:pt x="227223" y="56584"/>
                  <a:pt x="228847" y="63311"/>
                  <a:pt x="227820" y="65390"/>
                </a:cubicBezTo>
                <a:cubicBezTo>
                  <a:pt x="227422" y="66201"/>
                  <a:pt x="227695" y="67958"/>
                  <a:pt x="228433" y="69283"/>
                </a:cubicBezTo>
                <a:cubicBezTo>
                  <a:pt x="229725" y="71611"/>
                  <a:pt x="229774" y="71519"/>
                  <a:pt x="229808" y="67005"/>
                </a:cubicBezTo>
                <a:cubicBezTo>
                  <a:pt x="229832" y="63178"/>
                  <a:pt x="230139" y="62366"/>
                  <a:pt x="231439" y="62623"/>
                </a:cubicBezTo>
                <a:cubicBezTo>
                  <a:pt x="234289" y="63186"/>
                  <a:pt x="237056" y="68057"/>
                  <a:pt x="237246" y="72845"/>
                </a:cubicBezTo>
                <a:cubicBezTo>
                  <a:pt x="237362" y="75603"/>
                  <a:pt x="237975" y="77657"/>
                  <a:pt x="238828" y="78138"/>
                </a:cubicBezTo>
                <a:cubicBezTo>
                  <a:pt x="240593" y="79124"/>
                  <a:pt x="240692" y="77566"/>
                  <a:pt x="239400" y="69565"/>
                </a:cubicBezTo>
                <a:cubicBezTo>
                  <a:pt x="238605" y="64619"/>
                  <a:pt x="238066" y="63484"/>
                  <a:pt x="236426" y="63236"/>
                </a:cubicBezTo>
                <a:cubicBezTo>
                  <a:pt x="232011" y="62573"/>
                  <a:pt x="226097" y="51299"/>
                  <a:pt x="229534" y="50082"/>
                </a:cubicBezTo>
                <a:cubicBezTo>
                  <a:pt x="230164" y="49858"/>
                  <a:pt x="232467" y="51283"/>
                  <a:pt x="234645" y="53254"/>
                </a:cubicBezTo>
                <a:cubicBezTo>
                  <a:pt x="238538" y="56775"/>
                  <a:pt x="238605" y="56791"/>
                  <a:pt x="238605" y="54431"/>
                </a:cubicBezTo>
                <a:cubicBezTo>
                  <a:pt x="238605" y="53105"/>
                  <a:pt x="237528" y="50860"/>
                  <a:pt x="236219" y="49444"/>
                </a:cubicBezTo>
                <a:cubicBezTo>
                  <a:pt x="233784" y="46818"/>
                  <a:pt x="232069" y="40995"/>
                  <a:pt x="233187" y="39181"/>
                </a:cubicBezTo>
                <a:cubicBezTo>
                  <a:pt x="234264" y="37441"/>
                  <a:pt x="236683" y="39197"/>
                  <a:pt x="238729" y="43207"/>
                </a:cubicBezTo>
                <a:lnTo>
                  <a:pt x="240709" y="47100"/>
                </a:lnTo>
                <a:lnTo>
                  <a:pt x="243848" y="44060"/>
                </a:lnTo>
                <a:cubicBezTo>
                  <a:pt x="249100" y="38965"/>
                  <a:pt x="251469" y="40481"/>
                  <a:pt x="248586" y="47100"/>
                </a:cubicBezTo>
                <a:cubicBezTo>
                  <a:pt x="247161" y="50347"/>
                  <a:pt x="246971" y="51946"/>
                  <a:pt x="247708" y="54455"/>
                </a:cubicBezTo>
                <a:lnTo>
                  <a:pt x="248652" y="57653"/>
                </a:lnTo>
                <a:lnTo>
                  <a:pt x="251179" y="55251"/>
                </a:lnTo>
                <a:cubicBezTo>
                  <a:pt x="254260" y="52327"/>
                  <a:pt x="259056" y="50877"/>
                  <a:pt x="259056" y="52873"/>
                </a:cubicBezTo>
                <a:cubicBezTo>
                  <a:pt x="259056" y="53619"/>
                  <a:pt x="258377" y="55201"/>
                  <a:pt x="257541" y="56394"/>
                </a:cubicBezTo>
                <a:cubicBezTo>
                  <a:pt x="256704" y="57587"/>
                  <a:pt x="256248" y="58929"/>
                  <a:pt x="256530" y="59376"/>
                </a:cubicBezTo>
                <a:cubicBezTo>
                  <a:pt x="256803" y="59823"/>
                  <a:pt x="257135" y="63004"/>
                  <a:pt x="257267" y="66433"/>
                </a:cubicBezTo>
                <a:lnTo>
                  <a:pt x="257499" y="72679"/>
                </a:lnTo>
                <a:lnTo>
                  <a:pt x="261442" y="72911"/>
                </a:lnTo>
                <a:cubicBezTo>
                  <a:pt x="269966" y="73416"/>
                  <a:pt x="273693" y="77401"/>
                  <a:pt x="267340" y="79215"/>
                </a:cubicBezTo>
                <a:cubicBezTo>
                  <a:pt x="263919" y="80192"/>
                  <a:pt x="257309" y="79414"/>
                  <a:pt x="255362" y="77798"/>
                </a:cubicBezTo>
                <a:cubicBezTo>
                  <a:pt x="254293" y="76904"/>
                  <a:pt x="253614" y="77177"/>
                  <a:pt x="252173" y="79057"/>
                </a:cubicBezTo>
                <a:cubicBezTo>
                  <a:pt x="251162" y="80366"/>
                  <a:pt x="250326" y="81658"/>
                  <a:pt x="250317" y="81932"/>
                </a:cubicBezTo>
                <a:cubicBezTo>
                  <a:pt x="250301" y="82197"/>
                  <a:pt x="252811" y="82296"/>
                  <a:pt x="255892" y="82147"/>
                </a:cubicBezTo>
                <a:cubicBezTo>
                  <a:pt x="258974" y="81998"/>
                  <a:pt x="262105" y="82280"/>
                  <a:pt x="262850" y="82777"/>
                </a:cubicBezTo>
                <a:cubicBezTo>
                  <a:pt x="265145" y="84301"/>
                  <a:pt x="263240" y="86728"/>
                  <a:pt x="258849" y="87904"/>
                </a:cubicBezTo>
                <a:lnTo>
                  <a:pt x="254674" y="89022"/>
                </a:lnTo>
                <a:lnTo>
                  <a:pt x="254674" y="94241"/>
                </a:lnTo>
                <a:cubicBezTo>
                  <a:pt x="254674" y="97107"/>
                  <a:pt x="254807" y="99460"/>
                  <a:pt x="254973" y="99460"/>
                </a:cubicBezTo>
                <a:cubicBezTo>
                  <a:pt x="255138" y="99460"/>
                  <a:pt x="256530" y="98084"/>
                  <a:pt x="258062" y="96411"/>
                </a:cubicBezTo>
                <a:cubicBezTo>
                  <a:pt x="261061" y="93123"/>
                  <a:pt x="269477" y="90174"/>
                  <a:pt x="271208" y="91797"/>
                </a:cubicBezTo>
                <a:cubicBezTo>
                  <a:pt x="273528" y="93976"/>
                  <a:pt x="265617" y="100429"/>
                  <a:pt x="260622" y="100437"/>
                </a:cubicBezTo>
                <a:cubicBezTo>
                  <a:pt x="258841" y="100445"/>
                  <a:pt x="256397" y="101439"/>
                  <a:pt x="254674" y="102864"/>
                </a:cubicBezTo>
                <a:lnTo>
                  <a:pt x="251759" y="105283"/>
                </a:lnTo>
                <a:lnTo>
                  <a:pt x="255379" y="103833"/>
                </a:lnTo>
                <a:cubicBezTo>
                  <a:pt x="260340" y="101845"/>
                  <a:pt x="264167" y="101911"/>
                  <a:pt x="263753" y="103982"/>
                </a:cubicBezTo>
                <a:cubicBezTo>
                  <a:pt x="263240" y="106592"/>
                  <a:pt x="256580" y="111338"/>
                  <a:pt x="253051" y="111611"/>
                </a:cubicBezTo>
                <a:cubicBezTo>
                  <a:pt x="250889" y="111785"/>
                  <a:pt x="249696" y="112431"/>
                  <a:pt x="249472" y="113550"/>
                </a:cubicBezTo>
                <a:cubicBezTo>
                  <a:pt x="249191" y="114983"/>
                  <a:pt x="249622" y="115132"/>
                  <a:pt x="252355" y="114527"/>
                </a:cubicBezTo>
                <a:cubicBezTo>
                  <a:pt x="254128" y="114138"/>
                  <a:pt x="257449" y="113020"/>
                  <a:pt x="259752" y="112034"/>
                </a:cubicBezTo>
                <a:cubicBezTo>
                  <a:pt x="262941" y="110667"/>
                  <a:pt x="263927" y="109714"/>
                  <a:pt x="263927" y="108008"/>
                </a:cubicBezTo>
                <a:cubicBezTo>
                  <a:pt x="263927" y="104024"/>
                  <a:pt x="272732" y="96188"/>
                  <a:pt x="274836" y="98292"/>
                </a:cubicBezTo>
                <a:cubicBezTo>
                  <a:pt x="275615" y="99070"/>
                  <a:pt x="275242" y="100710"/>
                  <a:pt x="273470" y="104305"/>
                </a:cubicBezTo>
                <a:cubicBezTo>
                  <a:pt x="271117" y="109052"/>
                  <a:pt x="271101" y="109217"/>
                  <a:pt x="273014" y="108613"/>
                </a:cubicBezTo>
                <a:cubicBezTo>
                  <a:pt x="274107" y="108265"/>
                  <a:pt x="276369" y="106534"/>
                  <a:pt x="278042" y="104761"/>
                </a:cubicBezTo>
                <a:cubicBezTo>
                  <a:pt x="280958" y="101671"/>
                  <a:pt x="285762" y="99551"/>
                  <a:pt x="287021" y="100801"/>
                </a:cubicBezTo>
                <a:cubicBezTo>
                  <a:pt x="288123" y="101903"/>
                  <a:pt x="285414" y="106293"/>
                  <a:pt x="282938" y="107420"/>
                </a:cubicBezTo>
                <a:cubicBezTo>
                  <a:pt x="280030" y="108745"/>
                  <a:pt x="279806" y="109830"/>
                  <a:pt x="282275" y="110609"/>
                </a:cubicBezTo>
                <a:cubicBezTo>
                  <a:pt x="283269" y="110924"/>
                  <a:pt x="285116" y="112291"/>
                  <a:pt x="286392" y="113649"/>
                </a:cubicBezTo>
                <a:cubicBezTo>
                  <a:pt x="288305" y="115687"/>
                  <a:pt x="288471" y="116267"/>
                  <a:pt x="287320" y="116979"/>
                </a:cubicBezTo>
                <a:cubicBezTo>
                  <a:pt x="285845" y="117890"/>
                  <a:pt x="281132" y="117294"/>
                  <a:pt x="278291" y="115844"/>
                </a:cubicBezTo>
                <a:cubicBezTo>
                  <a:pt x="277197" y="115281"/>
                  <a:pt x="276592" y="115339"/>
                  <a:pt x="276592" y="116010"/>
                </a:cubicBezTo>
                <a:cubicBezTo>
                  <a:pt x="276592" y="116573"/>
                  <a:pt x="275524" y="117443"/>
                  <a:pt x="274223" y="117940"/>
                </a:cubicBezTo>
                <a:lnTo>
                  <a:pt x="271854" y="118843"/>
                </a:lnTo>
                <a:lnTo>
                  <a:pt x="275839" y="122827"/>
                </a:lnTo>
                <a:cubicBezTo>
                  <a:pt x="280270" y="127259"/>
                  <a:pt x="279922" y="129628"/>
                  <a:pt x="275077" y="128013"/>
                </a:cubicBezTo>
                <a:cubicBezTo>
                  <a:pt x="272583" y="127176"/>
                  <a:pt x="265758" y="128725"/>
                  <a:pt x="262312" y="130895"/>
                </a:cubicBezTo>
                <a:cubicBezTo>
                  <a:pt x="261691" y="131285"/>
                  <a:pt x="260597" y="131376"/>
                  <a:pt x="259876" y="131102"/>
                </a:cubicBezTo>
                <a:cubicBezTo>
                  <a:pt x="258858" y="130705"/>
                  <a:pt x="258634" y="131922"/>
                  <a:pt x="258841" y="136702"/>
                </a:cubicBezTo>
                <a:cubicBezTo>
                  <a:pt x="259123" y="143080"/>
                  <a:pt x="258154" y="145988"/>
                  <a:pt x="256149" y="144754"/>
                </a:cubicBezTo>
                <a:cubicBezTo>
                  <a:pt x="253150" y="142898"/>
                  <a:pt x="250881" y="131583"/>
                  <a:pt x="253217" y="130141"/>
                </a:cubicBezTo>
                <a:cubicBezTo>
                  <a:pt x="254973" y="129056"/>
                  <a:pt x="254244" y="128046"/>
                  <a:pt x="250972" y="127043"/>
                </a:cubicBezTo>
                <a:lnTo>
                  <a:pt x="247750" y="126049"/>
                </a:lnTo>
                <a:lnTo>
                  <a:pt x="249125" y="131467"/>
                </a:lnTo>
                <a:cubicBezTo>
                  <a:pt x="250152" y="135509"/>
                  <a:pt x="250235" y="137315"/>
                  <a:pt x="249423" y="138607"/>
                </a:cubicBezTo>
                <a:cubicBezTo>
                  <a:pt x="248835" y="139560"/>
                  <a:pt x="248346" y="141564"/>
                  <a:pt x="248346" y="143064"/>
                </a:cubicBezTo>
                <a:cubicBezTo>
                  <a:pt x="248346" y="144571"/>
                  <a:pt x="247534" y="147388"/>
                  <a:pt x="246540" y="149334"/>
                </a:cubicBezTo>
                <a:lnTo>
                  <a:pt x="244743" y="152863"/>
                </a:lnTo>
                <a:lnTo>
                  <a:pt x="247095" y="151968"/>
                </a:lnTo>
                <a:cubicBezTo>
                  <a:pt x="250301" y="150751"/>
                  <a:pt x="256853" y="150842"/>
                  <a:pt x="257640" y="152109"/>
                </a:cubicBezTo>
                <a:cubicBezTo>
                  <a:pt x="258617" y="153691"/>
                  <a:pt x="255263" y="156814"/>
                  <a:pt x="251311" y="157999"/>
                </a:cubicBezTo>
                <a:cubicBezTo>
                  <a:pt x="248860" y="158728"/>
                  <a:pt x="247725" y="159664"/>
                  <a:pt x="247625" y="161022"/>
                </a:cubicBezTo>
                <a:cubicBezTo>
                  <a:pt x="247542" y="162099"/>
                  <a:pt x="246805" y="163723"/>
                  <a:pt x="245993" y="164617"/>
                </a:cubicBezTo>
                <a:cubicBezTo>
                  <a:pt x="244618" y="166141"/>
                  <a:pt x="244917" y="166274"/>
                  <a:pt x="249978" y="166390"/>
                </a:cubicBezTo>
                <a:cubicBezTo>
                  <a:pt x="258361" y="166589"/>
                  <a:pt x="261044" y="170573"/>
                  <a:pt x="253714" y="171948"/>
                </a:cubicBezTo>
                <a:cubicBezTo>
                  <a:pt x="251709" y="172329"/>
                  <a:pt x="250293" y="173166"/>
                  <a:pt x="250293" y="173978"/>
                </a:cubicBezTo>
                <a:cubicBezTo>
                  <a:pt x="250293" y="174731"/>
                  <a:pt x="248975" y="176852"/>
                  <a:pt x="247368" y="178683"/>
                </a:cubicBezTo>
                <a:cubicBezTo>
                  <a:pt x="245762" y="180513"/>
                  <a:pt x="244453" y="182476"/>
                  <a:pt x="244453" y="183031"/>
                </a:cubicBezTo>
                <a:cubicBezTo>
                  <a:pt x="244453" y="183595"/>
                  <a:pt x="243641" y="184315"/>
                  <a:pt x="242647" y="184630"/>
                </a:cubicBezTo>
                <a:cubicBezTo>
                  <a:pt x="241081" y="185127"/>
                  <a:pt x="241380" y="185765"/>
                  <a:pt x="244991" y="189658"/>
                </a:cubicBezTo>
                <a:cubicBezTo>
                  <a:pt x="247277" y="192102"/>
                  <a:pt x="249878" y="194984"/>
                  <a:pt x="250773" y="196045"/>
                </a:cubicBezTo>
                <a:cubicBezTo>
                  <a:pt x="252952" y="198637"/>
                  <a:pt x="253830" y="197577"/>
                  <a:pt x="251858" y="194753"/>
                </a:cubicBezTo>
                <a:cubicBezTo>
                  <a:pt x="249837" y="191870"/>
                  <a:pt x="249671" y="182244"/>
                  <a:pt x="251634" y="182244"/>
                </a:cubicBezTo>
                <a:cubicBezTo>
                  <a:pt x="253689" y="182244"/>
                  <a:pt x="255147" y="184531"/>
                  <a:pt x="256066" y="189203"/>
                </a:cubicBezTo>
                <a:cubicBezTo>
                  <a:pt x="256522" y="191530"/>
                  <a:pt x="256944" y="192897"/>
                  <a:pt x="257002" y="192226"/>
                </a:cubicBezTo>
                <a:cubicBezTo>
                  <a:pt x="257060" y="191555"/>
                  <a:pt x="257756" y="191008"/>
                  <a:pt x="258551" y="191008"/>
                </a:cubicBezTo>
                <a:cubicBezTo>
                  <a:pt x="260630" y="191008"/>
                  <a:pt x="262958" y="196128"/>
                  <a:pt x="262958" y="200700"/>
                </a:cubicBezTo>
                <a:cubicBezTo>
                  <a:pt x="262958" y="202870"/>
                  <a:pt x="263397" y="204643"/>
                  <a:pt x="263927" y="204643"/>
                </a:cubicBezTo>
                <a:cubicBezTo>
                  <a:pt x="265021" y="204643"/>
                  <a:pt x="265170" y="201040"/>
                  <a:pt x="264292" y="195713"/>
                </a:cubicBezTo>
                <a:cubicBezTo>
                  <a:pt x="263911" y="193394"/>
                  <a:pt x="263074" y="191986"/>
                  <a:pt x="261914" y="191679"/>
                </a:cubicBezTo>
                <a:cubicBezTo>
                  <a:pt x="259653" y="191091"/>
                  <a:pt x="256016" y="185276"/>
                  <a:pt x="256364" y="182808"/>
                </a:cubicBezTo>
                <a:cubicBezTo>
                  <a:pt x="256778" y="179817"/>
                  <a:pt x="258824" y="179909"/>
                  <a:pt x="261972" y="183065"/>
                </a:cubicBezTo>
                <a:cubicBezTo>
                  <a:pt x="264416" y="185508"/>
                  <a:pt x="264905" y="185690"/>
                  <a:pt x="264905" y="184183"/>
                </a:cubicBezTo>
                <a:cubicBezTo>
                  <a:pt x="264905" y="183189"/>
                  <a:pt x="264192" y="181665"/>
                  <a:pt x="263314" y="180795"/>
                </a:cubicBezTo>
                <a:cubicBezTo>
                  <a:pt x="262444" y="179925"/>
                  <a:pt x="261508" y="177258"/>
                  <a:pt x="261243" y="174880"/>
                </a:cubicBezTo>
                <a:cubicBezTo>
                  <a:pt x="260837" y="171319"/>
                  <a:pt x="261036" y="170557"/>
                  <a:pt x="262353" y="170557"/>
                </a:cubicBezTo>
                <a:cubicBezTo>
                  <a:pt x="263240" y="170557"/>
                  <a:pt x="264681" y="172064"/>
                  <a:pt x="265567" y="173920"/>
                </a:cubicBezTo>
                <a:lnTo>
                  <a:pt x="267166" y="177283"/>
                </a:lnTo>
                <a:lnTo>
                  <a:pt x="270015" y="174880"/>
                </a:lnTo>
                <a:cubicBezTo>
                  <a:pt x="274373" y="171219"/>
                  <a:pt x="276137" y="173597"/>
                  <a:pt x="273229" y="179221"/>
                </a:cubicBezTo>
                <a:cubicBezTo>
                  <a:pt x="272459" y="180720"/>
                  <a:pt x="272053" y="182833"/>
                  <a:pt x="272343" y="183918"/>
                </a:cubicBezTo>
                <a:cubicBezTo>
                  <a:pt x="272857" y="185889"/>
                  <a:pt x="272857" y="185889"/>
                  <a:pt x="276601" y="183835"/>
                </a:cubicBezTo>
                <a:cubicBezTo>
                  <a:pt x="280983" y="181433"/>
                  <a:pt x="282300" y="182137"/>
                  <a:pt x="280469" y="185889"/>
                </a:cubicBezTo>
                <a:cubicBezTo>
                  <a:pt x="279757" y="187364"/>
                  <a:pt x="279227" y="188822"/>
                  <a:pt x="279285" y="189136"/>
                </a:cubicBezTo>
                <a:cubicBezTo>
                  <a:pt x="279351" y="189443"/>
                  <a:pt x="279500" y="191978"/>
                  <a:pt x="279633" y="194761"/>
                </a:cubicBezTo>
                <a:cubicBezTo>
                  <a:pt x="279840" y="199333"/>
                  <a:pt x="280105" y="199872"/>
                  <a:pt x="282366" y="200352"/>
                </a:cubicBezTo>
                <a:cubicBezTo>
                  <a:pt x="286756" y="201280"/>
                  <a:pt x="289250" y="202614"/>
                  <a:pt x="289250" y="204030"/>
                </a:cubicBezTo>
                <a:cubicBezTo>
                  <a:pt x="289250" y="206855"/>
                  <a:pt x="280361" y="207666"/>
                  <a:pt x="277529" y="205099"/>
                </a:cubicBezTo>
                <a:cubicBezTo>
                  <a:pt x="276029" y="203740"/>
                  <a:pt x="275739" y="203815"/>
                  <a:pt x="274389" y="205885"/>
                </a:cubicBezTo>
                <a:lnTo>
                  <a:pt x="272890" y="208172"/>
                </a:lnTo>
                <a:lnTo>
                  <a:pt x="277711" y="208238"/>
                </a:lnTo>
                <a:cubicBezTo>
                  <a:pt x="280361" y="208279"/>
                  <a:pt x="282797" y="208578"/>
                  <a:pt x="283128" y="208909"/>
                </a:cubicBezTo>
                <a:cubicBezTo>
                  <a:pt x="284677" y="210458"/>
                  <a:pt x="280999" y="218037"/>
                  <a:pt x="276733" y="222071"/>
                </a:cubicBezTo>
                <a:cubicBezTo>
                  <a:pt x="274240" y="224432"/>
                  <a:pt x="273379" y="225608"/>
                  <a:pt x="274803" y="224689"/>
                </a:cubicBezTo>
                <a:cubicBezTo>
                  <a:pt x="276236" y="223778"/>
                  <a:pt x="278158" y="223165"/>
                  <a:pt x="279086" y="223330"/>
                </a:cubicBezTo>
                <a:cubicBezTo>
                  <a:pt x="280229" y="223538"/>
                  <a:pt x="281099" y="222643"/>
                  <a:pt x="281836" y="220498"/>
                </a:cubicBezTo>
                <a:cubicBezTo>
                  <a:pt x="282432" y="218775"/>
                  <a:pt x="283642" y="216646"/>
                  <a:pt x="284528" y="215759"/>
                </a:cubicBezTo>
                <a:cubicBezTo>
                  <a:pt x="286027" y="214268"/>
                  <a:pt x="286218" y="214310"/>
                  <a:pt x="287303" y="216331"/>
                </a:cubicBezTo>
                <a:cubicBezTo>
                  <a:pt x="287941" y="217524"/>
                  <a:pt x="288280" y="219760"/>
                  <a:pt x="288048" y="221309"/>
                </a:cubicBezTo>
                <a:cubicBezTo>
                  <a:pt x="287659" y="223968"/>
                  <a:pt x="287734" y="224035"/>
                  <a:pt x="289415" y="222502"/>
                </a:cubicBezTo>
                <a:cubicBezTo>
                  <a:pt x="290401" y="221624"/>
                  <a:pt x="291196" y="219934"/>
                  <a:pt x="291196" y="218758"/>
                </a:cubicBezTo>
                <a:cubicBezTo>
                  <a:pt x="291196" y="216521"/>
                  <a:pt x="295222" y="211460"/>
                  <a:pt x="296995" y="211460"/>
                </a:cubicBezTo>
                <a:cubicBezTo>
                  <a:pt x="298544" y="211460"/>
                  <a:pt x="298212" y="216588"/>
                  <a:pt x="296498" y="219031"/>
                </a:cubicBezTo>
                <a:cubicBezTo>
                  <a:pt x="294998" y="221177"/>
                  <a:pt x="295031" y="221202"/>
                  <a:pt x="299422" y="221202"/>
                </a:cubicBezTo>
                <a:cubicBezTo>
                  <a:pt x="303108" y="221202"/>
                  <a:pt x="303862" y="221508"/>
                  <a:pt x="303862" y="223016"/>
                </a:cubicBezTo>
                <a:cubicBezTo>
                  <a:pt x="303862" y="224324"/>
                  <a:pt x="302694" y="225169"/>
                  <a:pt x="299720" y="226014"/>
                </a:cubicBezTo>
                <a:cubicBezTo>
                  <a:pt x="297442" y="226660"/>
                  <a:pt x="294791" y="228251"/>
                  <a:pt x="293830" y="229551"/>
                </a:cubicBezTo>
                <a:cubicBezTo>
                  <a:pt x="292083" y="231912"/>
                  <a:pt x="292083" y="231912"/>
                  <a:pt x="294940" y="231912"/>
                </a:cubicBezTo>
                <a:cubicBezTo>
                  <a:pt x="296514" y="231912"/>
                  <a:pt x="298834" y="232757"/>
                  <a:pt x="300101" y="233784"/>
                </a:cubicBezTo>
                <a:lnTo>
                  <a:pt x="302395" y="235656"/>
                </a:lnTo>
                <a:lnTo>
                  <a:pt x="299960" y="236567"/>
                </a:lnTo>
                <a:cubicBezTo>
                  <a:pt x="298626" y="237064"/>
                  <a:pt x="297036" y="237644"/>
                  <a:pt x="296440" y="237860"/>
                </a:cubicBezTo>
                <a:cubicBezTo>
                  <a:pt x="295835" y="238067"/>
                  <a:pt x="293400" y="239980"/>
                  <a:pt x="291022" y="242101"/>
                </a:cubicBezTo>
                <a:lnTo>
                  <a:pt x="286698" y="245969"/>
                </a:lnTo>
                <a:lnTo>
                  <a:pt x="289042" y="250161"/>
                </a:lnTo>
                <a:cubicBezTo>
                  <a:pt x="291436" y="254443"/>
                  <a:pt x="291378" y="257235"/>
                  <a:pt x="288893" y="257235"/>
                </a:cubicBezTo>
                <a:cubicBezTo>
                  <a:pt x="286947" y="257235"/>
                  <a:pt x="281455" y="250740"/>
                  <a:pt x="281455" y="248438"/>
                </a:cubicBezTo>
                <a:cubicBezTo>
                  <a:pt x="281455" y="246930"/>
                  <a:pt x="280792" y="246516"/>
                  <a:pt x="278357" y="246516"/>
                </a:cubicBezTo>
                <a:lnTo>
                  <a:pt x="275251" y="246516"/>
                </a:lnTo>
                <a:lnTo>
                  <a:pt x="277752" y="249200"/>
                </a:lnTo>
                <a:cubicBezTo>
                  <a:pt x="282565" y="254360"/>
                  <a:pt x="283145" y="257235"/>
                  <a:pt x="279384" y="257235"/>
                </a:cubicBezTo>
                <a:cubicBezTo>
                  <a:pt x="277181" y="257235"/>
                  <a:pt x="270744" y="251668"/>
                  <a:pt x="270744" y="249771"/>
                </a:cubicBezTo>
                <a:cubicBezTo>
                  <a:pt x="270744" y="248719"/>
                  <a:pt x="269742" y="248429"/>
                  <a:pt x="266793" y="248653"/>
                </a:cubicBezTo>
                <a:cubicBezTo>
                  <a:pt x="262966" y="248943"/>
                  <a:pt x="262767" y="249133"/>
                  <a:pt x="260539" y="254625"/>
                </a:cubicBezTo>
                <a:cubicBezTo>
                  <a:pt x="258733" y="259098"/>
                  <a:pt x="258559" y="260184"/>
                  <a:pt x="259719" y="259736"/>
                </a:cubicBezTo>
                <a:cubicBezTo>
                  <a:pt x="263231" y="258386"/>
                  <a:pt x="265708" y="258121"/>
                  <a:pt x="266263" y="259016"/>
                </a:cubicBezTo>
                <a:cubicBezTo>
                  <a:pt x="267315" y="260722"/>
                  <a:pt x="261989" y="265924"/>
                  <a:pt x="258129" y="266959"/>
                </a:cubicBezTo>
                <a:cubicBezTo>
                  <a:pt x="256083" y="267506"/>
                  <a:pt x="253846" y="268641"/>
                  <a:pt x="253150" y="269478"/>
                </a:cubicBezTo>
                <a:cubicBezTo>
                  <a:pt x="252098" y="270753"/>
                  <a:pt x="252471" y="270728"/>
                  <a:pt x="255486" y="269287"/>
                </a:cubicBezTo>
                <a:cubicBezTo>
                  <a:pt x="258054" y="268061"/>
                  <a:pt x="259379" y="267879"/>
                  <a:pt x="260125" y="268624"/>
                </a:cubicBezTo>
                <a:cubicBezTo>
                  <a:pt x="260879" y="269378"/>
                  <a:pt x="262105" y="268666"/>
                  <a:pt x="264441" y="266131"/>
                </a:cubicBezTo>
                <a:cubicBezTo>
                  <a:pt x="267009" y="263348"/>
                  <a:pt x="267953" y="262843"/>
                  <a:pt x="268897" y="263770"/>
                </a:cubicBezTo>
                <a:cubicBezTo>
                  <a:pt x="269841" y="264706"/>
                  <a:pt x="269775" y="265767"/>
                  <a:pt x="268574" y="268832"/>
                </a:cubicBezTo>
                <a:cubicBezTo>
                  <a:pt x="267100" y="272584"/>
                  <a:pt x="267108" y="272667"/>
                  <a:pt x="268897" y="271557"/>
                </a:cubicBezTo>
                <a:cubicBezTo>
                  <a:pt x="269916" y="270919"/>
                  <a:pt x="270744" y="270124"/>
                  <a:pt x="270744" y="269792"/>
                </a:cubicBezTo>
                <a:cubicBezTo>
                  <a:pt x="270744" y="268409"/>
                  <a:pt x="276021" y="264052"/>
                  <a:pt x="277694" y="264052"/>
                </a:cubicBezTo>
                <a:cubicBezTo>
                  <a:pt x="280063" y="264052"/>
                  <a:pt x="279997" y="266090"/>
                  <a:pt x="277529" y="269221"/>
                </a:cubicBezTo>
                <a:cubicBezTo>
                  <a:pt x="275632" y="271640"/>
                  <a:pt x="275623" y="271780"/>
                  <a:pt x="277338" y="272700"/>
                </a:cubicBezTo>
                <a:cubicBezTo>
                  <a:pt x="278738" y="273445"/>
                  <a:pt x="279409" y="273205"/>
                  <a:pt x="280419" y="271590"/>
                </a:cubicBezTo>
                <a:cubicBezTo>
                  <a:pt x="281670" y="269585"/>
                  <a:pt x="281745" y="269577"/>
                  <a:pt x="283045" y="271358"/>
                </a:cubicBezTo>
                <a:cubicBezTo>
                  <a:pt x="283774" y="272360"/>
                  <a:pt x="284379" y="274191"/>
                  <a:pt x="284379" y="275417"/>
                </a:cubicBezTo>
                <a:cubicBezTo>
                  <a:pt x="284379" y="277637"/>
                  <a:pt x="284412" y="277637"/>
                  <a:pt x="287800" y="276022"/>
                </a:cubicBezTo>
                <a:cubicBezTo>
                  <a:pt x="292704" y="273686"/>
                  <a:pt x="294079" y="275450"/>
                  <a:pt x="290591" y="279592"/>
                </a:cubicBezTo>
                <a:cubicBezTo>
                  <a:pt x="289134" y="281331"/>
                  <a:pt x="287825" y="283758"/>
                  <a:pt x="287692" y="284984"/>
                </a:cubicBezTo>
                <a:cubicBezTo>
                  <a:pt x="287460" y="287188"/>
                  <a:pt x="287493" y="287196"/>
                  <a:pt x="291312" y="285697"/>
                </a:cubicBezTo>
                <a:cubicBezTo>
                  <a:pt x="294369" y="284496"/>
                  <a:pt x="295404" y="284429"/>
                  <a:pt x="296348" y="285382"/>
                </a:cubicBezTo>
                <a:cubicBezTo>
                  <a:pt x="297276" y="286334"/>
                  <a:pt x="297102" y="286939"/>
                  <a:pt x="295528" y="288223"/>
                </a:cubicBezTo>
                <a:cubicBezTo>
                  <a:pt x="294427" y="289126"/>
                  <a:pt x="292869" y="292224"/>
                  <a:pt x="292066" y="295123"/>
                </a:cubicBezTo>
                <a:lnTo>
                  <a:pt x="290600" y="300383"/>
                </a:lnTo>
                <a:lnTo>
                  <a:pt x="295901" y="303175"/>
                </a:lnTo>
                <a:lnTo>
                  <a:pt x="301211" y="305966"/>
                </a:lnTo>
                <a:lnTo>
                  <a:pt x="306032" y="303564"/>
                </a:lnTo>
                <a:lnTo>
                  <a:pt x="310853" y="301162"/>
                </a:lnTo>
                <a:lnTo>
                  <a:pt x="307523" y="299770"/>
                </a:lnTo>
                <a:cubicBezTo>
                  <a:pt x="304036" y="298312"/>
                  <a:pt x="299960" y="293955"/>
                  <a:pt x="299960" y="291677"/>
                </a:cubicBezTo>
                <a:cubicBezTo>
                  <a:pt x="299960" y="289946"/>
                  <a:pt x="301708" y="289996"/>
                  <a:pt x="305220" y="291826"/>
                </a:cubicBezTo>
                <a:cubicBezTo>
                  <a:pt x="308757" y="293674"/>
                  <a:pt x="309718" y="292920"/>
                  <a:pt x="306819" y="290576"/>
                </a:cubicBezTo>
                <a:cubicBezTo>
                  <a:pt x="305319" y="289358"/>
                  <a:pt x="304475" y="287370"/>
                  <a:pt x="304118" y="284222"/>
                </a:cubicBezTo>
                <a:cubicBezTo>
                  <a:pt x="303837" y="281696"/>
                  <a:pt x="303911" y="279633"/>
                  <a:pt x="304284" y="279633"/>
                </a:cubicBezTo>
                <a:cubicBezTo>
                  <a:pt x="306148" y="279633"/>
                  <a:pt x="308591" y="281820"/>
                  <a:pt x="309685" y="284454"/>
                </a:cubicBezTo>
                <a:cubicBezTo>
                  <a:pt x="310944" y="287502"/>
                  <a:pt x="312625" y="287610"/>
                  <a:pt x="312625" y="284636"/>
                </a:cubicBezTo>
                <a:cubicBezTo>
                  <a:pt x="312625" y="282118"/>
                  <a:pt x="318962" y="276320"/>
                  <a:pt x="320909" y="277065"/>
                </a:cubicBezTo>
                <a:cubicBezTo>
                  <a:pt x="322731" y="277769"/>
                  <a:pt x="322135" y="280959"/>
                  <a:pt x="319633" y="283800"/>
                </a:cubicBezTo>
                <a:cubicBezTo>
                  <a:pt x="318258" y="285374"/>
                  <a:pt x="318258" y="285680"/>
                  <a:pt x="319625" y="287055"/>
                </a:cubicBezTo>
                <a:cubicBezTo>
                  <a:pt x="321000" y="288422"/>
                  <a:pt x="321199" y="288240"/>
                  <a:pt x="321779" y="285175"/>
                </a:cubicBezTo>
                <a:cubicBezTo>
                  <a:pt x="322988" y="278722"/>
                  <a:pt x="327229" y="277927"/>
                  <a:pt x="327229" y="284156"/>
                </a:cubicBezTo>
                <a:cubicBezTo>
                  <a:pt x="327229" y="288604"/>
                  <a:pt x="328985" y="288033"/>
                  <a:pt x="330708" y="283021"/>
                </a:cubicBezTo>
                <a:cubicBezTo>
                  <a:pt x="332092" y="279004"/>
                  <a:pt x="334651" y="276369"/>
                  <a:pt x="336233" y="277347"/>
                </a:cubicBezTo>
                <a:cubicBezTo>
                  <a:pt x="337153" y="277910"/>
                  <a:pt x="336863" y="280602"/>
                  <a:pt x="335554" y="283709"/>
                </a:cubicBezTo>
                <a:cubicBezTo>
                  <a:pt x="334991" y="285059"/>
                  <a:pt x="335529" y="285407"/>
                  <a:pt x="338594" y="285655"/>
                </a:cubicBezTo>
                <a:cubicBezTo>
                  <a:pt x="343672" y="286069"/>
                  <a:pt x="343523" y="288472"/>
                  <a:pt x="338321" y="290269"/>
                </a:cubicBezTo>
                <a:cubicBezTo>
                  <a:pt x="336109" y="291031"/>
                  <a:pt x="333806" y="292456"/>
                  <a:pt x="333193" y="293433"/>
                </a:cubicBezTo>
                <a:cubicBezTo>
                  <a:pt x="332216" y="294999"/>
                  <a:pt x="332415" y="295214"/>
                  <a:pt x="334825" y="295214"/>
                </a:cubicBezTo>
                <a:cubicBezTo>
                  <a:pt x="338130" y="295214"/>
                  <a:pt x="341435" y="297409"/>
                  <a:pt x="340474" y="298967"/>
                </a:cubicBezTo>
                <a:cubicBezTo>
                  <a:pt x="340093" y="299580"/>
                  <a:pt x="338818" y="300093"/>
                  <a:pt x="337641" y="300110"/>
                </a:cubicBezTo>
                <a:cubicBezTo>
                  <a:pt x="336473" y="300126"/>
                  <a:pt x="333682" y="301808"/>
                  <a:pt x="331454" y="303862"/>
                </a:cubicBezTo>
                <a:lnTo>
                  <a:pt x="327387" y="307582"/>
                </a:lnTo>
                <a:lnTo>
                  <a:pt x="329250" y="310406"/>
                </a:lnTo>
                <a:cubicBezTo>
                  <a:pt x="331545" y="313885"/>
                  <a:pt x="331719" y="317613"/>
                  <a:pt x="329590" y="317613"/>
                </a:cubicBezTo>
                <a:cubicBezTo>
                  <a:pt x="327370" y="317613"/>
                  <a:pt x="322367" y="312270"/>
                  <a:pt x="322367" y="309901"/>
                </a:cubicBezTo>
                <a:cubicBezTo>
                  <a:pt x="322367" y="308368"/>
                  <a:pt x="321746" y="307880"/>
                  <a:pt x="319824" y="307880"/>
                </a:cubicBezTo>
                <a:lnTo>
                  <a:pt x="317289" y="307880"/>
                </a:lnTo>
                <a:lnTo>
                  <a:pt x="320312" y="311317"/>
                </a:lnTo>
                <a:cubicBezTo>
                  <a:pt x="321977" y="313214"/>
                  <a:pt x="323336" y="315194"/>
                  <a:pt x="323336" y="315732"/>
                </a:cubicBezTo>
                <a:cubicBezTo>
                  <a:pt x="323336" y="318789"/>
                  <a:pt x="316080" y="316685"/>
                  <a:pt x="313396" y="312858"/>
                </a:cubicBezTo>
                <a:cubicBezTo>
                  <a:pt x="312137" y="311061"/>
                  <a:pt x="312021" y="311077"/>
                  <a:pt x="309196" y="313330"/>
                </a:cubicBezTo>
                <a:cubicBezTo>
                  <a:pt x="306280" y="315666"/>
                  <a:pt x="306653" y="316089"/>
                  <a:pt x="311325" y="315716"/>
                </a:cubicBezTo>
                <a:cubicBezTo>
                  <a:pt x="314671" y="315451"/>
                  <a:pt x="321572" y="319377"/>
                  <a:pt x="321174" y="321316"/>
                </a:cubicBezTo>
                <a:cubicBezTo>
                  <a:pt x="320636" y="323999"/>
                  <a:pt x="313504" y="323362"/>
                  <a:pt x="308964" y="320214"/>
                </a:cubicBezTo>
                <a:cubicBezTo>
                  <a:pt x="306902" y="318781"/>
                  <a:pt x="304359" y="317621"/>
                  <a:pt x="303323" y="317629"/>
                </a:cubicBezTo>
                <a:cubicBezTo>
                  <a:pt x="302014" y="317646"/>
                  <a:pt x="302644" y="318334"/>
                  <a:pt x="305319" y="319849"/>
                </a:cubicBezTo>
                <a:cubicBezTo>
                  <a:pt x="310165" y="322599"/>
                  <a:pt x="310414" y="324803"/>
                  <a:pt x="305916" y="325234"/>
                </a:cubicBezTo>
                <a:cubicBezTo>
                  <a:pt x="301683" y="325640"/>
                  <a:pt x="298560" y="324844"/>
                  <a:pt x="296564" y="322840"/>
                </a:cubicBezTo>
                <a:cubicBezTo>
                  <a:pt x="295520" y="321804"/>
                  <a:pt x="294634" y="321581"/>
                  <a:pt x="294013" y="322202"/>
                </a:cubicBezTo>
                <a:cubicBezTo>
                  <a:pt x="292778" y="323436"/>
                  <a:pt x="294385" y="324753"/>
                  <a:pt x="300117" y="327213"/>
                </a:cubicBezTo>
                <a:cubicBezTo>
                  <a:pt x="304160" y="328945"/>
                  <a:pt x="304731" y="328986"/>
                  <a:pt x="306098" y="327619"/>
                </a:cubicBezTo>
                <a:cubicBezTo>
                  <a:pt x="307862" y="325855"/>
                  <a:pt x="316386" y="324902"/>
                  <a:pt x="318366" y="326236"/>
                </a:cubicBezTo>
                <a:cubicBezTo>
                  <a:pt x="320702" y="327818"/>
                  <a:pt x="318722" y="330212"/>
                  <a:pt x="314058" y="331463"/>
                </a:cubicBezTo>
                <a:cubicBezTo>
                  <a:pt x="310331" y="332457"/>
                  <a:pt x="309842" y="332838"/>
                  <a:pt x="311126" y="333782"/>
                </a:cubicBezTo>
                <a:cubicBezTo>
                  <a:pt x="311996" y="334412"/>
                  <a:pt x="314456" y="334702"/>
                  <a:pt x="316792" y="334437"/>
                </a:cubicBezTo>
                <a:cubicBezTo>
                  <a:pt x="319965" y="334080"/>
                  <a:pt x="321489" y="334428"/>
                  <a:pt x="323344" y="335936"/>
                </a:cubicBezTo>
                <a:cubicBezTo>
                  <a:pt x="326459" y="338454"/>
                  <a:pt x="325316" y="339531"/>
                  <a:pt x="319517" y="339531"/>
                </a:cubicBezTo>
                <a:lnTo>
                  <a:pt x="314887" y="339531"/>
                </a:lnTo>
                <a:lnTo>
                  <a:pt x="315748" y="343350"/>
                </a:lnTo>
                <a:cubicBezTo>
                  <a:pt x="316394" y="346232"/>
                  <a:pt x="316270" y="347500"/>
                  <a:pt x="315235" y="348535"/>
                </a:cubicBezTo>
                <a:cubicBezTo>
                  <a:pt x="313843" y="349927"/>
                  <a:pt x="312841" y="349115"/>
                  <a:pt x="309213" y="343623"/>
                </a:cubicBezTo>
                <a:cubicBezTo>
                  <a:pt x="308683" y="342811"/>
                  <a:pt x="307258" y="341859"/>
                  <a:pt x="306048" y="341502"/>
                </a:cubicBezTo>
                <a:cubicBezTo>
                  <a:pt x="304077" y="340923"/>
                  <a:pt x="303862" y="341188"/>
                  <a:pt x="303862" y="344252"/>
                </a:cubicBezTo>
                <a:cubicBezTo>
                  <a:pt x="303862" y="350448"/>
                  <a:pt x="301294" y="353033"/>
                  <a:pt x="299380" y="348767"/>
                </a:cubicBezTo>
                <a:cubicBezTo>
                  <a:pt x="298900" y="347690"/>
                  <a:pt x="296125" y="345387"/>
                  <a:pt x="293226" y="343639"/>
                </a:cubicBezTo>
                <a:lnTo>
                  <a:pt x="287949" y="340475"/>
                </a:lnTo>
                <a:lnTo>
                  <a:pt x="283874" y="344791"/>
                </a:lnTo>
                <a:cubicBezTo>
                  <a:pt x="280974" y="347856"/>
                  <a:pt x="279318" y="348916"/>
                  <a:pt x="278125" y="348460"/>
                </a:cubicBezTo>
                <a:cubicBezTo>
                  <a:pt x="276924" y="347997"/>
                  <a:pt x="276634" y="347201"/>
                  <a:pt x="277106" y="345619"/>
                </a:cubicBezTo>
                <a:cubicBezTo>
                  <a:pt x="278166" y="342016"/>
                  <a:pt x="282358" y="336118"/>
                  <a:pt x="283849" y="336118"/>
                </a:cubicBezTo>
                <a:cubicBezTo>
                  <a:pt x="285845" y="336118"/>
                  <a:pt x="286458" y="334685"/>
                  <a:pt x="285522" y="332167"/>
                </a:cubicBezTo>
                <a:cubicBezTo>
                  <a:pt x="284743" y="330055"/>
                  <a:pt x="284652" y="330096"/>
                  <a:pt x="282631" y="333360"/>
                </a:cubicBezTo>
                <a:cubicBezTo>
                  <a:pt x="279541" y="338363"/>
                  <a:pt x="276791" y="340608"/>
                  <a:pt x="275433" y="339241"/>
                </a:cubicBezTo>
                <a:cubicBezTo>
                  <a:pt x="273784" y="337601"/>
                  <a:pt x="276145" y="330576"/>
                  <a:pt x="279442" y="327271"/>
                </a:cubicBezTo>
                <a:cubicBezTo>
                  <a:pt x="281480" y="325234"/>
                  <a:pt x="282018" y="323908"/>
                  <a:pt x="281695" y="321705"/>
                </a:cubicBezTo>
                <a:cubicBezTo>
                  <a:pt x="281281" y="318880"/>
                  <a:pt x="281140" y="318814"/>
                  <a:pt x="275764" y="318880"/>
                </a:cubicBezTo>
                <a:cubicBezTo>
                  <a:pt x="272741" y="318913"/>
                  <a:pt x="265874" y="318797"/>
                  <a:pt x="260523" y="318632"/>
                </a:cubicBezTo>
                <a:cubicBezTo>
                  <a:pt x="255163" y="318458"/>
                  <a:pt x="249762" y="318723"/>
                  <a:pt x="248520" y="319228"/>
                </a:cubicBezTo>
                <a:cubicBezTo>
                  <a:pt x="247269" y="319733"/>
                  <a:pt x="245447" y="321970"/>
                  <a:pt x="244428" y="324231"/>
                </a:cubicBezTo>
                <a:cubicBezTo>
                  <a:pt x="242630" y="328249"/>
                  <a:pt x="242639" y="328332"/>
                  <a:pt x="244436" y="328332"/>
                </a:cubicBezTo>
                <a:cubicBezTo>
                  <a:pt x="245455" y="328332"/>
                  <a:pt x="246557" y="327893"/>
                  <a:pt x="246888" y="327354"/>
                </a:cubicBezTo>
                <a:cubicBezTo>
                  <a:pt x="247559" y="326269"/>
                  <a:pt x="255287" y="326203"/>
                  <a:pt x="259056" y="327247"/>
                </a:cubicBezTo>
                <a:cubicBezTo>
                  <a:pt x="262461" y="328199"/>
                  <a:pt x="262743" y="331007"/>
                  <a:pt x="259553" y="332225"/>
                </a:cubicBezTo>
                <a:cubicBezTo>
                  <a:pt x="256091" y="333534"/>
                  <a:pt x="248023" y="333459"/>
                  <a:pt x="246664" y="332101"/>
                </a:cubicBezTo>
                <a:cubicBezTo>
                  <a:pt x="245952" y="331388"/>
                  <a:pt x="244262" y="331272"/>
                  <a:pt x="241843" y="331753"/>
                </a:cubicBezTo>
                <a:lnTo>
                  <a:pt x="238116" y="332507"/>
                </a:lnTo>
                <a:lnTo>
                  <a:pt x="243467" y="333583"/>
                </a:lnTo>
                <a:cubicBezTo>
                  <a:pt x="249564" y="334809"/>
                  <a:pt x="250947" y="337013"/>
                  <a:pt x="246797" y="338901"/>
                </a:cubicBezTo>
                <a:cubicBezTo>
                  <a:pt x="242622" y="340807"/>
                  <a:pt x="235904" y="341411"/>
                  <a:pt x="234248" y="340036"/>
                </a:cubicBezTo>
                <a:cubicBezTo>
                  <a:pt x="232707" y="338752"/>
                  <a:pt x="229841" y="339307"/>
                  <a:pt x="229841" y="340889"/>
                </a:cubicBezTo>
                <a:cubicBezTo>
                  <a:pt x="229841" y="342140"/>
                  <a:pt x="231953" y="342687"/>
                  <a:pt x="239723" y="343466"/>
                </a:cubicBezTo>
                <a:cubicBezTo>
                  <a:pt x="245819" y="344079"/>
                  <a:pt x="246242" y="343987"/>
                  <a:pt x="246880" y="341975"/>
                </a:cubicBezTo>
                <a:cubicBezTo>
                  <a:pt x="247692" y="339431"/>
                  <a:pt x="254327" y="336168"/>
                  <a:pt x="258758" y="336143"/>
                </a:cubicBezTo>
                <a:cubicBezTo>
                  <a:pt x="264316" y="336102"/>
                  <a:pt x="263621" y="338761"/>
                  <a:pt x="256903" y="343225"/>
                </a:cubicBezTo>
                <a:lnTo>
                  <a:pt x="253283" y="345628"/>
                </a:lnTo>
                <a:lnTo>
                  <a:pt x="256223" y="346216"/>
                </a:lnTo>
                <a:cubicBezTo>
                  <a:pt x="258154" y="346605"/>
                  <a:pt x="260001" y="346257"/>
                  <a:pt x="261583" y="345222"/>
                </a:cubicBezTo>
                <a:cubicBezTo>
                  <a:pt x="265252" y="342819"/>
                  <a:pt x="273668" y="343242"/>
                  <a:pt x="273668" y="345835"/>
                </a:cubicBezTo>
                <a:cubicBezTo>
                  <a:pt x="273668" y="347193"/>
                  <a:pt x="265145" y="350043"/>
                  <a:pt x="262875" y="349446"/>
                </a:cubicBezTo>
                <a:lnTo>
                  <a:pt x="260779" y="348908"/>
                </a:lnTo>
                <a:lnTo>
                  <a:pt x="262776" y="351037"/>
                </a:lnTo>
                <a:cubicBezTo>
                  <a:pt x="268350" y="356984"/>
                  <a:pt x="268558" y="362882"/>
                  <a:pt x="263099" y="360057"/>
                </a:cubicBezTo>
                <a:cubicBezTo>
                  <a:pt x="261674" y="359320"/>
                  <a:pt x="259769" y="357895"/>
                  <a:pt x="258858" y="356885"/>
                </a:cubicBezTo>
                <a:cubicBezTo>
                  <a:pt x="257623" y="355518"/>
                  <a:pt x="256207" y="355145"/>
                  <a:pt x="253333" y="355419"/>
                </a:cubicBezTo>
                <a:lnTo>
                  <a:pt x="249464" y="355791"/>
                </a:lnTo>
                <a:lnTo>
                  <a:pt x="251336" y="358856"/>
                </a:lnTo>
                <a:cubicBezTo>
                  <a:pt x="253333" y="362136"/>
                  <a:pt x="253896" y="368258"/>
                  <a:pt x="252198" y="368258"/>
                </a:cubicBezTo>
                <a:cubicBezTo>
                  <a:pt x="251634" y="368258"/>
                  <a:pt x="250210" y="367231"/>
                  <a:pt x="249033" y="365972"/>
                </a:cubicBezTo>
                <a:cubicBezTo>
                  <a:pt x="247551" y="364406"/>
                  <a:pt x="245695" y="363652"/>
                  <a:pt x="243061" y="363561"/>
                </a:cubicBezTo>
                <a:lnTo>
                  <a:pt x="239242" y="363437"/>
                </a:lnTo>
                <a:lnTo>
                  <a:pt x="242465" y="366759"/>
                </a:lnTo>
                <a:cubicBezTo>
                  <a:pt x="245886" y="370287"/>
                  <a:pt x="245960" y="373129"/>
                  <a:pt x="242630" y="373129"/>
                </a:cubicBezTo>
                <a:cubicBezTo>
                  <a:pt x="241595" y="373129"/>
                  <a:pt x="238282" y="371828"/>
                  <a:pt x="235258" y="370238"/>
                </a:cubicBezTo>
                <a:cubicBezTo>
                  <a:pt x="232086" y="368564"/>
                  <a:pt x="229832" y="367852"/>
                  <a:pt x="229924" y="368531"/>
                </a:cubicBezTo>
                <a:cubicBezTo>
                  <a:pt x="230247" y="371074"/>
                  <a:pt x="229758" y="371952"/>
                  <a:pt x="227654" y="372656"/>
                </a:cubicBezTo>
                <a:cubicBezTo>
                  <a:pt x="226039" y="373195"/>
                  <a:pt x="227173" y="373568"/>
                  <a:pt x="231970" y="374065"/>
                </a:cubicBezTo>
                <a:cubicBezTo>
                  <a:pt x="238472" y="374736"/>
                  <a:pt x="241529" y="376152"/>
                  <a:pt x="241529" y="378505"/>
                </a:cubicBezTo>
                <a:cubicBezTo>
                  <a:pt x="241529" y="380012"/>
                  <a:pt x="232442" y="382356"/>
                  <a:pt x="230098" y="381453"/>
                </a:cubicBezTo>
                <a:cubicBezTo>
                  <a:pt x="228896" y="380990"/>
                  <a:pt x="229087" y="381511"/>
                  <a:pt x="230768" y="383301"/>
                </a:cubicBezTo>
                <a:cubicBezTo>
                  <a:pt x="232375" y="385015"/>
                  <a:pt x="234123" y="385786"/>
                  <a:pt x="236393" y="385786"/>
                </a:cubicBezTo>
                <a:cubicBezTo>
                  <a:pt x="239996" y="385786"/>
                  <a:pt x="244337" y="387691"/>
                  <a:pt x="246408" y="390184"/>
                </a:cubicBezTo>
                <a:cubicBezTo>
                  <a:pt x="249158" y="393498"/>
                  <a:pt x="242846" y="394144"/>
                  <a:pt x="236592" y="391195"/>
                </a:cubicBezTo>
                <a:lnTo>
                  <a:pt x="234090" y="390010"/>
                </a:lnTo>
                <a:lnTo>
                  <a:pt x="234446" y="394964"/>
                </a:lnTo>
                <a:cubicBezTo>
                  <a:pt x="235084" y="403976"/>
                  <a:pt x="231199" y="404970"/>
                  <a:pt x="228209" y="396554"/>
                </a:cubicBezTo>
                <a:cubicBezTo>
                  <a:pt x="227248" y="393846"/>
                  <a:pt x="225890" y="391634"/>
                  <a:pt x="225194" y="391634"/>
                </a:cubicBezTo>
                <a:cubicBezTo>
                  <a:pt x="224498" y="391634"/>
                  <a:pt x="222849" y="390921"/>
                  <a:pt x="221532" y="390060"/>
                </a:cubicBezTo>
                <a:lnTo>
                  <a:pt x="219130" y="388486"/>
                </a:lnTo>
                <a:lnTo>
                  <a:pt x="219130" y="392429"/>
                </a:lnTo>
                <a:cubicBezTo>
                  <a:pt x="219130" y="397366"/>
                  <a:pt x="217656" y="401367"/>
                  <a:pt x="215850" y="401367"/>
                </a:cubicBezTo>
                <a:cubicBezTo>
                  <a:pt x="214260" y="401367"/>
                  <a:pt x="213282" y="399313"/>
                  <a:pt x="213282" y="395933"/>
                </a:cubicBezTo>
                <a:cubicBezTo>
                  <a:pt x="213282" y="394309"/>
                  <a:pt x="212735" y="393580"/>
                  <a:pt x="211518" y="393580"/>
                </a:cubicBezTo>
                <a:cubicBezTo>
                  <a:pt x="210549" y="393580"/>
                  <a:pt x="208494" y="392263"/>
                  <a:pt x="206954" y="390656"/>
                </a:cubicBezTo>
                <a:cubicBezTo>
                  <a:pt x="205413" y="389049"/>
                  <a:pt x="203607" y="387732"/>
                  <a:pt x="202944" y="387732"/>
                </a:cubicBezTo>
                <a:cubicBezTo>
                  <a:pt x="202273" y="387732"/>
                  <a:pt x="201445" y="386846"/>
                  <a:pt x="201097" y="385753"/>
                </a:cubicBezTo>
                <a:cubicBezTo>
                  <a:pt x="200501" y="383856"/>
                  <a:pt x="200335" y="383897"/>
                  <a:pt x="197510" y="386647"/>
                </a:cubicBezTo>
                <a:cubicBezTo>
                  <a:pt x="195887" y="388238"/>
                  <a:pt x="193294" y="390060"/>
                  <a:pt x="191745" y="390706"/>
                </a:cubicBezTo>
                <a:cubicBezTo>
                  <a:pt x="188233" y="392156"/>
                  <a:pt x="188233" y="392512"/>
                  <a:pt x="191372" y="413834"/>
                </a:cubicBezTo>
                <a:cubicBezTo>
                  <a:pt x="193775" y="430135"/>
                  <a:pt x="195729" y="458175"/>
                  <a:pt x="195746" y="476539"/>
                </a:cubicBezTo>
                <a:cubicBezTo>
                  <a:pt x="195754" y="484674"/>
                  <a:pt x="195522" y="486041"/>
                  <a:pt x="194048" y="486496"/>
                </a:cubicBezTo>
                <a:cubicBezTo>
                  <a:pt x="191116" y="487399"/>
                  <a:pt x="173985" y="489992"/>
                  <a:pt x="170921" y="489992"/>
                </a:cubicBezTo>
                <a:lnTo>
                  <a:pt x="167997" y="490000"/>
                </a:lnTo>
                <a:lnTo>
                  <a:pt x="168344" y="443430"/>
                </a:lnTo>
                <a:close/>
                <a:moveTo>
                  <a:pt x="213854" y="382787"/>
                </a:moveTo>
                <a:cubicBezTo>
                  <a:pt x="213009" y="380667"/>
                  <a:pt x="212313" y="377900"/>
                  <a:pt x="212313" y="376649"/>
                </a:cubicBezTo>
                <a:cubicBezTo>
                  <a:pt x="212313" y="375158"/>
                  <a:pt x="210110" y="372085"/>
                  <a:pt x="205984" y="367811"/>
                </a:cubicBezTo>
                <a:cubicBezTo>
                  <a:pt x="201578" y="363246"/>
                  <a:pt x="199656" y="361805"/>
                  <a:pt x="199664" y="363056"/>
                </a:cubicBezTo>
                <a:cubicBezTo>
                  <a:pt x="199681" y="365433"/>
                  <a:pt x="200534" y="366477"/>
                  <a:pt x="204030" y="368415"/>
                </a:cubicBezTo>
                <a:cubicBezTo>
                  <a:pt x="207641" y="370420"/>
                  <a:pt x="211046" y="375754"/>
                  <a:pt x="209629" y="377171"/>
                </a:cubicBezTo>
                <a:cubicBezTo>
                  <a:pt x="208958" y="377842"/>
                  <a:pt x="207666" y="377660"/>
                  <a:pt x="205603" y="376591"/>
                </a:cubicBezTo>
                <a:cubicBezTo>
                  <a:pt x="203938" y="375730"/>
                  <a:pt x="202580" y="375365"/>
                  <a:pt x="202588" y="375779"/>
                </a:cubicBezTo>
                <a:cubicBezTo>
                  <a:pt x="202621" y="377312"/>
                  <a:pt x="204087" y="378753"/>
                  <a:pt x="205984" y="379109"/>
                </a:cubicBezTo>
                <a:cubicBezTo>
                  <a:pt x="207086" y="379316"/>
                  <a:pt x="209198" y="381644"/>
                  <a:pt x="210847" y="384460"/>
                </a:cubicBezTo>
                <a:cubicBezTo>
                  <a:pt x="213042" y="388213"/>
                  <a:pt x="213978" y="389099"/>
                  <a:pt x="214583" y="388047"/>
                </a:cubicBezTo>
                <a:cubicBezTo>
                  <a:pt x="215071" y="387202"/>
                  <a:pt x="214781" y="385098"/>
                  <a:pt x="213854" y="382787"/>
                </a:cubicBezTo>
                <a:close/>
                <a:moveTo>
                  <a:pt x="225956" y="383500"/>
                </a:moveTo>
                <a:lnTo>
                  <a:pt x="223794" y="381404"/>
                </a:lnTo>
                <a:lnTo>
                  <a:pt x="225517" y="384817"/>
                </a:lnTo>
                <a:cubicBezTo>
                  <a:pt x="226552" y="386871"/>
                  <a:pt x="227414" y="387699"/>
                  <a:pt x="227679" y="386904"/>
                </a:cubicBezTo>
                <a:cubicBezTo>
                  <a:pt x="227927" y="386175"/>
                  <a:pt x="227149" y="384643"/>
                  <a:pt x="225956" y="383500"/>
                </a:cubicBezTo>
                <a:close/>
                <a:moveTo>
                  <a:pt x="192441" y="381404"/>
                </a:moveTo>
                <a:cubicBezTo>
                  <a:pt x="194412" y="380070"/>
                  <a:pt x="196897" y="378968"/>
                  <a:pt x="197966" y="378968"/>
                </a:cubicBezTo>
                <a:cubicBezTo>
                  <a:pt x="199648" y="378968"/>
                  <a:pt x="199830" y="378505"/>
                  <a:pt x="199333" y="375440"/>
                </a:cubicBezTo>
                <a:cubicBezTo>
                  <a:pt x="199018" y="373501"/>
                  <a:pt x="198587" y="371745"/>
                  <a:pt x="198380" y="371538"/>
                </a:cubicBezTo>
                <a:cubicBezTo>
                  <a:pt x="197718" y="370867"/>
                  <a:pt x="187960" y="381147"/>
                  <a:pt x="187960" y="382522"/>
                </a:cubicBezTo>
                <a:cubicBezTo>
                  <a:pt x="187960" y="384303"/>
                  <a:pt x="188291" y="384220"/>
                  <a:pt x="192441" y="381404"/>
                </a:cubicBezTo>
                <a:close/>
                <a:moveTo>
                  <a:pt x="167483" y="376293"/>
                </a:moveTo>
                <a:cubicBezTo>
                  <a:pt x="167466" y="375895"/>
                  <a:pt x="166158" y="370519"/>
                  <a:pt x="164559" y="364365"/>
                </a:cubicBezTo>
                <a:cubicBezTo>
                  <a:pt x="162968" y="358202"/>
                  <a:pt x="161146" y="349305"/>
                  <a:pt x="160517" y="344600"/>
                </a:cubicBezTo>
                <a:cubicBezTo>
                  <a:pt x="159465" y="336806"/>
                  <a:pt x="159175" y="336060"/>
                  <a:pt x="157344" y="336317"/>
                </a:cubicBezTo>
                <a:cubicBezTo>
                  <a:pt x="156044" y="336507"/>
                  <a:pt x="155223" y="337460"/>
                  <a:pt x="155016" y="339042"/>
                </a:cubicBezTo>
                <a:cubicBezTo>
                  <a:pt x="154345" y="344062"/>
                  <a:pt x="143121" y="352842"/>
                  <a:pt x="141249" y="349802"/>
                </a:cubicBezTo>
                <a:cubicBezTo>
                  <a:pt x="140073" y="347897"/>
                  <a:pt x="141092" y="345379"/>
                  <a:pt x="144795" y="341047"/>
                </a:cubicBezTo>
                <a:cubicBezTo>
                  <a:pt x="147768" y="337576"/>
                  <a:pt x="147951" y="337096"/>
                  <a:pt x="146244" y="337096"/>
                </a:cubicBezTo>
                <a:cubicBezTo>
                  <a:pt x="143304" y="337096"/>
                  <a:pt x="141216" y="338123"/>
                  <a:pt x="141216" y="339572"/>
                </a:cubicBezTo>
                <a:cubicBezTo>
                  <a:pt x="141216" y="340285"/>
                  <a:pt x="139684" y="341420"/>
                  <a:pt x="137803" y="342099"/>
                </a:cubicBezTo>
                <a:cubicBezTo>
                  <a:pt x="134507" y="343292"/>
                  <a:pt x="134399" y="343490"/>
                  <a:pt x="134399" y="348369"/>
                </a:cubicBezTo>
                <a:cubicBezTo>
                  <a:pt x="134399" y="356015"/>
                  <a:pt x="135335" y="359759"/>
                  <a:pt x="136917" y="358450"/>
                </a:cubicBezTo>
                <a:cubicBezTo>
                  <a:pt x="138773" y="356910"/>
                  <a:pt x="140073" y="358086"/>
                  <a:pt x="140794" y="361946"/>
                </a:cubicBezTo>
                <a:cubicBezTo>
                  <a:pt x="141539" y="365889"/>
                  <a:pt x="144173" y="367761"/>
                  <a:pt x="156723" y="373261"/>
                </a:cubicBezTo>
                <a:cubicBezTo>
                  <a:pt x="165155" y="376956"/>
                  <a:pt x="167533" y="377627"/>
                  <a:pt x="167483" y="376293"/>
                </a:cubicBezTo>
                <a:close/>
                <a:moveTo>
                  <a:pt x="224225" y="375506"/>
                </a:moveTo>
                <a:cubicBezTo>
                  <a:pt x="225053" y="374669"/>
                  <a:pt x="220977" y="370685"/>
                  <a:pt x="217424" y="368863"/>
                </a:cubicBezTo>
                <a:cubicBezTo>
                  <a:pt x="215684" y="367968"/>
                  <a:pt x="214260" y="366585"/>
                  <a:pt x="214260" y="365798"/>
                </a:cubicBezTo>
                <a:cubicBezTo>
                  <a:pt x="214260" y="364920"/>
                  <a:pt x="213324" y="364365"/>
                  <a:pt x="211824" y="364365"/>
                </a:cubicBezTo>
                <a:cubicBezTo>
                  <a:pt x="207467" y="364365"/>
                  <a:pt x="209140" y="366668"/>
                  <a:pt x="217921" y="372739"/>
                </a:cubicBezTo>
                <a:cubicBezTo>
                  <a:pt x="222808" y="376136"/>
                  <a:pt x="223355" y="376367"/>
                  <a:pt x="224225" y="375506"/>
                </a:cubicBezTo>
                <a:close/>
                <a:moveTo>
                  <a:pt x="110054" y="374694"/>
                </a:moveTo>
                <a:cubicBezTo>
                  <a:pt x="110054" y="374479"/>
                  <a:pt x="109391" y="374056"/>
                  <a:pt x="108588" y="373750"/>
                </a:cubicBezTo>
                <a:cubicBezTo>
                  <a:pt x="107784" y="373443"/>
                  <a:pt x="107130" y="373617"/>
                  <a:pt x="107130" y="374131"/>
                </a:cubicBezTo>
                <a:cubicBezTo>
                  <a:pt x="107130" y="374653"/>
                  <a:pt x="107784" y="375075"/>
                  <a:pt x="108588" y="375075"/>
                </a:cubicBezTo>
                <a:cubicBezTo>
                  <a:pt x="109391" y="375075"/>
                  <a:pt x="110054" y="374901"/>
                  <a:pt x="110054" y="374694"/>
                </a:cubicBezTo>
                <a:close/>
                <a:moveTo>
                  <a:pt x="125875" y="374073"/>
                </a:moveTo>
                <a:cubicBezTo>
                  <a:pt x="124674" y="373584"/>
                  <a:pt x="123688" y="372408"/>
                  <a:pt x="123688" y="371455"/>
                </a:cubicBezTo>
                <a:cubicBezTo>
                  <a:pt x="123688" y="370362"/>
                  <a:pt x="122131" y="369003"/>
                  <a:pt x="119464" y="367761"/>
                </a:cubicBezTo>
                <a:cubicBezTo>
                  <a:pt x="116316" y="366303"/>
                  <a:pt x="115248" y="366137"/>
                  <a:pt x="115248" y="367090"/>
                </a:cubicBezTo>
                <a:cubicBezTo>
                  <a:pt x="115248" y="367802"/>
                  <a:pt x="116382" y="368962"/>
                  <a:pt x="117766" y="369674"/>
                </a:cubicBezTo>
                <a:cubicBezTo>
                  <a:pt x="119149" y="370395"/>
                  <a:pt x="121112" y="371903"/>
                  <a:pt x="122131" y="373029"/>
                </a:cubicBezTo>
                <a:cubicBezTo>
                  <a:pt x="123150" y="374156"/>
                  <a:pt x="124906" y="375050"/>
                  <a:pt x="126024" y="375017"/>
                </a:cubicBezTo>
                <a:cubicBezTo>
                  <a:pt x="127996" y="374951"/>
                  <a:pt x="127996" y="374926"/>
                  <a:pt x="125875" y="374073"/>
                </a:cubicBezTo>
                <a:close/>
                <a:moveTo>
                  <a:pt x="193501" y="366311"/>
                </a:moveTo>
                <a:cubicBezTo>
                  <a:pt x="195415" y="366311"/>
                  <a:pt x="196326" y="363909"/>
                  <a:pt x="195796" y="360223"/>
                </a:cubicBezTo>
                <a:lnTo>
                  <a:pt x="195266" y="356570"/>
                </a:lnTo>
                <a:lnTo>
                  <a:pt x="190884" y="359486"/>
                </a:lnTo>
                <a:cubicBezTo>
                  <a:pt x="188473" y="361093"/>
                  <a:pt x="186187" y="362517"/>
                  <a:pt x="185806" y="362650"/>
                </a:cubicBezTo>
                <a:cubicBezTo>
                  <a:pt x="185433" y="362791"/>
                  <a:pt x="185599" y="364787"/>
                  <a:pt x="186187" y="367098"/>
                </a:cubicBezTo>
                <a:lnTo>
                  <a:pt x="187256" y="371290"/>
                </a:lnTo>
                <a:lnTo>
                  <a:pt x="189857" y="368805"/>
                </a:lnTo>
                <a:cubicBezTo>
                  <a:pt x="191281" y="367430"/>
                  <a:pt x="192921" y="366311"/>
                  <a:pt x="193501" y="366311"/>
                </a:cubicBezTo>
                <a:close/>
                <a:moveTo>
                  <a:pt x="223512" y="362418"/>
                </a:moveTo>
                <a:cubicBezTo>
                  <a:pt x="223181" y="361880"/>
                  <a:pt x="222468" y="361441"/>
                  <a:pt x="221938" y="361441"/>
                </a:cubicBezTo>
                <a:cubicBezTo>
                  <a:pt x="221400" y="361441"/>
                  <a:pt x="221234" y="361880"/>
                  <a:pt x="221566" y="362418"/>
                </a:cubicBezTo>
                <a:cubicBezTo>
                  <a:pt x="221897" y="362948"/>
                  <a:pt x="222601" y="363387"/>
                  <a:pt x="223139" y="363387"/>
                </a:cubicBezTo>
                <a:cubicBezTo>
                  <a:pt x="223678" y="363387"/>
                  <a:pt x="223844" y="362948"/>
                  <a:pt x="223512" y="362418"/>
                </a:cubicBezTo>
                <a:close/>
                <a:moveTo>
                  <a:pt x="209596" y="359270"/>
                </a:moveTo>
                <a:cubicBezTo>
                  <a:pt x="209207" y="356959"/>
                  <a:pt x="211559" y="352743"/>
                  <a:pt x="215113" y="349363"/>
                </a:cubicBezTo>
                <a:cubicBezTo>
                  <a:pt x="217995" y="346613"/>
                  <a:pt x="218037" y="346456"/>
                  <a:pt x="216521" y="343880"/>
                </a:cubicBezTo>
                <a:lnTo>
                  <a:pt x="214955" y="341237"/>
                </a:lnTo>
                <a:lnTo>
                  <a:pt x="207335" y="347582"/>
                </a:lnTo>
                <a:lnTo>
                  <a:pt x="199714" y="353936"/>
                </a:lnTo>
                <a:lnTo>
                  <a:pt x="202729" y="357738"/>
                </a:lnTo>
                <a:cubicBezTo>
                  <a:pt x="204825" y="360389"/>
                  <a:pt x="206365" y="361457"/>
                  <a:pt x="207807" y="361250"/>
                </a:cubicBezTo>
                <a:cubicBezTo>
                  <a:pt x="209149" y="361060"/>
                  <a:pt x="209778" y="360364"/>
                  <a:pt x="209596" y="359270"/>
                </a:cubicBezTo>
                <a:close/>
                <a:moveTo>
                  <a:pt x="245049" y="357688"/>
                </a:moveTo>
                <a:cubicBezTo>
                  <a:pt x="244983" y="356694"/>
                  <a:pt x="243600" y="354748"/>
                  <a:pt x="241959" y="353373"/>
                </a:cubicBezTo>
                <a:cubicBezTo>
                  <a:pt x="239143" y="351003"/>
                  <a:pt x="238928" y="350970"/>
                  <a:pt x="237876" y="352652"/>
                </a:cubicBezTo>
                <a:cubicBezTo>
                  <a:pt x="236923" y="354176"/>
                  <a:pt x="237172" y="354599"/>
                  <a:pt x="239599" y="355609"/>
                </a:cubicBezTo>
                <a:cubicBezTo>
                  <a:pt x="241164" y="356255"/>
                  <a:pt x="242945" y="357390"/>
                  <a:pt x="243566" y="358136"/>
                </a:cubicBezTo>
                <a:cubicBezTo>
                  <a:pt x="245024" y="359900"/>
                  <a:pt x="245182" y="359850"/>
                  <a:pt x="245049" y="357688"/>
                </a:cubicBezTo>
                <a:close/>
                <a:moveTo>
                  <a:pt x="224440" y="352610"/>
                </a:moveTo>
                <a:cubicBezTo>
                  <a:pt x="223612" y="351260"/>
                  <a:pt x="223023" y="351509"/>
                  <a:pt x="223023" y="353223"/>
                </a:cubicBezTo>
                <a:cubicBezTo>
                  <a:pt x="223023" y="354052"/>
                  <a:pt x="223471" y="354466"/>
                  <a:pt x="224017" y="354126"/>
                </a:cubicBezTo>
                <a:cubicBezTo>
                  <a:pt x="224556" y="353787"/>
                  <a:pt x="224755" y="353107"/>
                  <a:pt x="224440" y="352610"/>
                </a:cubicBezTo>
                <a:close/>
                <a:moveTo>
                  <a:pt x="255163" y="350241"/>
                </a:moveTo>
                <a:cubicBezTo>
                  <a:pt x="255163" y="349438"/>
                  <a:pt x="254451" y="348784"/>
                  <a:pt x="253581" y="348784"/>
                </a:cubicBezTo>
                <a:cubicBezTo>
                  <a:pt x="252289" y="348784"/>
                  <a:pt x="252223" y="349049"/>
                  <a:pt x="253217" y="350241"/>
                </a:cubicBezTo>
                <a:cubicBezTo>
                  <a:pt x="253879" y="351045"/>
                  <a:pt x="254592" y="351699"/>
                  <a:pt x="254799" y="351699"/>
                </a:cubicBezTo>
                <a:cubicBezTo>
                  <a:pt x="254998" y="351699"/>
                  <a:pt x="255163" y="351045"/>
                  <a:pt x="255163" y="350241"/>
                </a:cubicBezTo>
                <a:close/>
                <a:moveTo>
                  <a:pt x="124500" y="343805"/>
                </a:moveTo>
                <a:cubicBezTo>
                  <a:pt x="123448" y="343151"/>
                  <a:pt x="123432" y="342621"/>
                  <a:pt x="124417" y="341038"/>
                </a:cubicBezTo>
                <a:cubicBezTo>
                  <a:pt x="125411" y="339431"/>
                  <a:pt x="125337" y="338321"/>
                  <a:pt x="124020" y="334917"/>
                </a:cubicBezTo>
                <a:cubicBezTo>
                  <a:pt x="123142" y="332631"/>
                  <a:pt x="121526" y="329773"/>
                  <a:pt x="120450" y="328572"/>
                </a:cubicBezTo>
                <a:cubicBezTo>
                  <a:pt x="118072" y="325929"/>
                  <a:pt x="115537" y="325640"/>
                  <a:pt x="116275" y="328083"/>
                </a:cubicBezTo>
                <a:cubicBezTo>
                  <a:pt x="116556" y="329019"/>
                  <a:pt x="116192" y="330858"/>
                  <a:pt x="115471" y="332167"/>
                </a:cubicBezTo>
                <a:cubicBezTo>
                  <a:pt x="114245" y="334395"/>
                  <a:pt x="114519" y="335000"/>
                  <a:pt x="119654" y="341660"/>
                </a:cubicBezTo>
                <a:cubicBezTo>
                  <a:pt x="124169" y="347508"/>
                  <a:pt x="125204" y="348411"/>
                  <a:pt x="125478" y="346696"/>
                </a:cubicBezTo>
                <a:cubicBezTo>
                  <a:pt x="125660" y="345553"/>
                  <a:pt x="125221" y="344252"/>
                  <a:pt x="124500" y="343805"/>
                </a:cubicBezTo>
                <a:close/>
                <a:moveTo>
                  <a:pt x="236658" y="348013"/>
                </a:moveTo>
                <a:cubicBezTo>
                  <a:pt x="236658" y="347582"/>
                  <a:pt x="233701" y="346530"/>
                  <a:pt x="230081" y="345669"/>
                </a:cubicBezTo>
                <a:cubicBezTo>
                  <a:pt x="226469" y="344807"/>
                  <a:pt x="222634" y="343764"/>
                  <a:pt x="221566" y="343350"/>
                </a:cubicBezTo>
                <a:cubicBezTo>
                  <a:pt x="219627" y="342612"/>
                  <a:pt x="219627" y="342621"/>
                  <a:pt x="221524" y="344774"/>
                </a:cubicBezTo>
                <a:cubicBezTo>
                  <a:pt x="222725" y="346149"/>
                  <a:pt x="224150" y="346771"/>
                  <a:pt x="225417" y="346481"/>
                </a:cubicBezTo>
                <a:cubicBezTo>
                  <a:pt x="226511" y="346224"/>
                  <a:pt x="228938" y="346588"/>
                  <a:pt x="230818" y="347284"/>
                </a:cubicBezTo>
                <a:cubicBezTo>
                  <a:pt x="234952" y="348817"/>
                  <a:pt x="236658" y="349032"/>
                  <a:pt x="236658" y="348013"/>
                </a:cubicBezTo>
                <a:close/>
                <a:moveTo>
                  <a:pt x="188084" y="340276"/>
                </a:moveTo>
                <a:cubicBezTo>
                  <a:pt x="194520" y="336441"/>
                  <a:pt x="204195" y="328017"/>
                  <a:pt x="207509" y="323362"/>
                </a:cubicBezTo>
                <a:cubicBezTo>
                  <a:pt x="209397" y="320711"/>
                  <a:pt x="209422" y="320297"/>
                  <a:pt x="208030" y="313595"/>
                </a:cubicBezTo>
                <a:cubicBezTo>
                  <a:pt x="206771" y="307482"/>
                  <a:pt x="205471" y="305022"/>
                  <a:pt x="203483" y="304972"/>
                </a:cubicBezTo>
                <a:cubicBezTo>
                  <a:pt x="203185" y="304964"/>
                  <a:pt x="202000" y="306231"/>
                  <a:pt x="200849" y="307789"/>
                </a:cubicBezTo>
                <a:cubicBezTo>
                  <a:pt x="198571" y="310862"/>
                  <a:pt x="190635" y="314084"/>
                  <a:pt x="186618" y="313554"/>
                </a:cubicBezTo>
                <a:cubicBezTo>
                  <a:pt x="185292" y="313380"/>
                  <a:pt x="183362" y="314059"/>
                  <a:pt x="182219" y="315095"/>
                </a:cubicBezTo>
                <a:cubicBezTo>
                  <a:pt x="179991" y="317108"/>
                  <a:pt x="179436" y="320719"/>
                  <a:pt x="181391" y="320462"/>
                </a:cubicBezTo>
                <a:cubicBezTo>
                  <a:pt x="185880" y="319883"/>
                  <a:pt x="186220" y="322218"/>
                  <a:pt x="182377" y="327263"/>
                </a:cubicBezTo>
                <a:cubicBezTo>
                  <a:pt x="180024" y="330345"/>
                  <a:pt x="179742" y="331455"/>
                  <a:pt x="180041" y="336607"/>
                </a:cubicBezTo>
                <a:cubicBezTo>
                  <a:pt x="180347" y="342066"/>
                  <a:pt x="180745" y="343913"/>
                  <a:pt x="181623" y="343913"/>
                </a:cubicBezTo>
                <a:cubicBezTo>
                  <a:pt x="181822" y="343913"/>
                  <a:pt x="184729" y="342273"/>
                  <a:pt x="188084" y="340276"/>
                </a:cubicBezTo>
                <a:close/>
                <a:moveTo>
                  <a:pt x="297624" y="335696"/>
                </a:moveTo>
                <a:cubicBezTo>
                  <a:pt x="296763" y="333890"/>
                  <a:pt x="296067" y="331769"/>
                  <a:pt x="296067" y="330974"/>
                </a:cubicBezTo>
                <a:cubicBezTo>
                  <a:pt x="296067" y="330179"/>
                  <a:pt x="294866" y="328754"/>
                  <a:pt x="293391" y="327810"/>
                </a:cubicBezTo>
                <a:lnTo>
                  <a:pt x="290707" y="326103"/>
                </a:lnTo>
                <a:lnTo>
                  <a:pt x="293002" y="328605"/>
                </a:lnTo>
                <a:cubicBezTo>
                  <a:pt x="295644" y="331488"/>
                  <a:pt x="294957" y="333583"/>
                  <a:pt x="291569" y="332937"/>
                </a:cubicBezTo>
                <a:cubicBezTo>
                  <a:pt x="290293" y="332697"/>
                  <a:pt x="289250" y="332871"/>
                  <a:pt x="289250" y="333335"/>
                </a:cubicBezTo>
                <a:cubicBezTo>
                  <a:pt x="289250" y="333790"/>
                  <a:pt x="290086" y="334171"/>
                  <a:pt x="291105" y="334171"/>
                </a:cubicBezTo>
                <a:cubicBezTo>
                  <a:pt x="292124" y="334171"/>
                  <a:pt x="294203" y="335621"/>
                  <a:pt x="295727" y="337394"/>
                </a:cubicBezTo>
                <a:cubicBezTo>
                  <a:pt x="298966" y="341146"/>
                  <a:pt x="299836" y="340359"/>
                  <a:pt x="297624" y="335696"/>
                </a:cubicBezTo>
                <a:close/>
                <a:moveTo>
                  <a:pt x="64280" y="339622"/>
                </a:moveTo>
                <a:cubicBezTo>
                  <a:pt x="64280" y="339407"/>
                  <a:pt x="62962" y="338777"/>
                  <a:pt x="61355" y="338214"/>
                </a:cubicBezTo>
                <a:cubicBezTo>
                  <a:pt x="59748" y="337651"/>
                  <a:pt x="58431" y="337576"/>
                  <a:pt x="58431" y="338048"/>
                </a:cubicBezTo>
                <a:cubicBezTo>
                  <a:pt x="58431" y="338785"/>
                  <a:pt x="59384" y="339125"/>
                  <a:pt x="63551" y="339879"/>
                </a:cubicBezTo>
                <a:cubicBezTo>
                  <a:pt x="63948" y="339953"/>
                  <a:pt x="64280" y="339837"/>
                  <a:pt x="64280" y="339622"/>
                </a:cubicBezTo>
                <a:close/>
                <a:moveTo>
                  <a:pt x="98316" y="338504"/>
                </a:moveTo>
                <a:cubicBezTo>
                  <a:pt x="96080" y="335803"/>
                  <a:pt x="93694" y="335008"/>
                  <a:pt x="91656" y="336275"/>
                </a:cubicBezTo>
                <a:cubicBezTo>
                  <a:pt x="90306" y="337120"/>
                  <a:pt x="88451" y="337195"/>
                  <a:pt x="85071" y="336541"/>
                </a:cubicBezTo>
                <a:cubicBezTo>
                  <a:pt x="79223" y="335414"/>
                  <a:pt x="78245" y="332979"/>
                  <a:pt x="82975" y="331330"/>
                </a:cubicBezTo>
                <a:cubicBezTo>
                  <a:pt x="85402" y="330485"/>
                  <a:pt x="85850" y="329997"/>
                  <a:pt x="84814" y="329359"/>
                </a:cubicBezTo>
                <a:cubicBezTo>
                  <a:pt x="84002" y="328854"/>
                  <a:pt x="82776" y="328928"/>
                  <a:pt x="81791" y="329541"/>
                </a:cubicBezTo>
                <a:cubicBezTo>
                  <a:pt x="80233" y="330510"/>
                  <a:pt x="74866" y="329715"/>
                  <a:pt x="69763" y="327752"/>
                </a:cubicBezTo>
                <a:cubicBezTo>
                  <a:pt x="68711" y="327354"/>
                  <a:pt x="68173" y="327661"/>
                  <a:pt x="68173" y="328663"/>
                </a:cubicBezTo>
                <a:cubicBezTo>
                  <a:pt x="68173" y="329516"/>
                  <a:pt x="70003" y="331007"/>
                  <a:pt x="72314" y="332034"/>
                </a:cubicBezTo>
                <a:cubicBezTo>
                  <a:pt x="74592" y="333053"/>
                  <a:pt x="77285" y="334826"/>
                  <a:pt x="78303" y="335977"/>
                </a:cubicBezTo>
                <a:cubicBezTo>
                  <a:pt x="79720" y="337576"/>
                  <a:pt x="81335" y="338081"/>
                  <a:pt x="85121" y="338139"/>
                </a:cubicBezTo>
                <a:cubicBezTo>
                  <a:pt x="89064" y="338197"/>
                  <a:pt x="97165" y="339208"/>
                  <a:pt x="99211" y="339895"/>
                </a:cubicBezTo>
                <a:cubicBezTo>
                  <a:pt x="99410" y="339962"/>
                  <a:pt x="99012" y="339332"/>
                  <a:pt x="98316" y="338504"/>
                </a:cubicBezTo>
                <a:close/>
                <a:moveTo>
                  <a:pt x="226983" y="338479"/>
                </a:moveTo>
                <a:cubicBezTo>
                  <a:pt x="228018" y="337228"/>
                  <a:pt x="228027" y="336797"/>
                  <a:pt x="226999" y="336168"/>
                </a:cubicBezTo>
                <a:cubicBezTo>
                  <a:pt x="226155" y="335646"/>
                  <a:pt x="225856" y="333749"/>
                  <a:pt x="226088" y="330394"/>
                </a:cubicBezTo>
                <a:cubicBezTo>
                  <a:pt x="226502" y="324389"/>
                  <a:pt x="225020" y="323809"/>
                  <a:pt x="222642" y="329061"/>
                </a:cubicBezTo>
                <a:cubicBezTo>
                  <a:pt x="221731" y="331065"/>
                  <a:pt x="220157" y="333807"/>
                  <a:pt x="219139" y="335141"/>
                </a:cubicBezTo>
                <a:lnTo>
                  <a:pt x="217300" y="337576"/>
                </a:lnTo>
                <a:lnTo>
                  <a:pt x="220895" y="338694"/>
                </a:lnTo>
                <a:cubicBezTo>
                  <a:pt x="225749" y="340202"/>
                  <a:pt x="225542" y="340210"/>
                  <a:pt x="226983" y="338479"/>
                </a:cubicBezTo>
                <a:close/>
                <a:moveTo>
                  <a:pt x="309213" y="336118"/>
                </a:moveTo>
                <a:cubicBezTo>
                  <a:pt x="308881" y="335580"/>
                  <a:pt x="308417" y="335149"/>
                  <a:pt x="308186" y="335149"/>
                </a:cubicBezTo>
                <a:cubicBezTo>
                  <a:pt x="307945" y="335149"/>
                  <a:pt x="307755" y="335580"/>
                  <a:pt x="307755" y="336118"/>
                </a:cubicBezTo>
                <a:cubicBezTo>
                  <a:pt x="307755" y="336657"/>
                  <a:pt x="308219" y="337096"/>
                  <a:pt x="308782" y="337096"/>
                </a:cubicBezTo>
                <a:cubicBezTo>
                  <a:pt x="309354" y="337096"/>
                  <a:pt x="309544" y="336657"/>
                  <a:pt x="309213" y="336118"/>
                </a:cubicBezTo>
                <a:close/>
                <a:moveTo>
                  <a:pt x="135840" y="333177"/>
                </a:moveTo>
                <a:cubicBezTo>
                  <a:pt x="134730" y="331952"/>
                  <a:pt x="133711" y="331546"/>
                  <a:pt x="133140" y="332117"/>
                </a:cubicBezTo>
                <a:cubicBezTo>
                  <a:pt x="131823" y="333434"/>
                  <a:pt x="133206" y="335149"/>
                  <a:pt x="135583" y="335149"/>
                </a:cubicBezTo>
                <a:cubicBezTo>
                  <a:pt x="137571" y="335149"/>
                  <a:pt x="137571" y="335091"/>
                  <a:pt x="135840" y="333177"/>
                </a:cubicBezTo>
                <a:close/>
                <a:moveTo>
                  <a:pt x="59964" y="331662"/>
                </a:moveTo>
                <a:lnTo>
                  <a:pt x="63294" y="331032"/>
                </a:lnTo>
                <a:lnTo>
                  <a:pt x="60933" y="328224"/>
                </a:lnTo>
                <a:cubicBezTo>
                  <a:pt x="59633" y="326683"/>
                  <a:pt x="58282" y="324505"/>
                  <a:pt x="57926" y="323395"/>
                </a:cubicBezTo>
                <a:cubicBezTo>
                  <a:pt x="57330" y="321514"/>
                  <a:pt x="57164" y="321481"/>
                  <a:pt x="55532" y="322947"/>
                </a:cubicBezTo>
                <a:cubicBezTo>
                  <a:pt x="53909" y="324430"/>
                  <a:pt x="53644" y="324356"/>
                  <a:pt x="51730" y="321920"/>
                </a:cubicBezTo>
                <a:cubicBezTo>
                  <a:pt x="50595" y="320479"/>
                  <a:pt x="49162" y="317605"/>
                  <a:pt x="48541" y="315542"/>
                </a:cubicBezTo>
                <a:cubicBezTo>
                  <a:pt x="47456" y="311914"/>
                  <a:pt x="47365" y="311848"/>
                  <a:pt x="46015" y="313778"/>
                </a:cubicBezTo>
                <a:cubicBezTo>
                  <a:pt x="44913" y="315343"/>
                  <a:pt x="44847" y="316354"/>
                  <a:pt x="45691" y="318400"/>
                </a:cubicBezTo>
                <a:cubicBezTo>
                  <a:pt x="46429" y="320197"/>
                  <a:pt x="46470" y="322061"/>
                  <a:pt x="45807" y="324331"/>
                </a:cubicBezTo>
                <a:cubicBezTo>
                  <a:pt x="44722" y="328083"/>
                  <a:pt x="45153" y="329301"/>
                  <a:pt x="47564" y="329301"/>
                </a:cubicBezTo>
                <a:cubicBezTo>
                  <a:pt x="48483" y="329301"/>
                  <a:pt x="50761" y="330353"/>
                  <a:pt x="52616" y="331637"/>
                </a:cubicBezTo>
                <a:cubicBezTo>
                  <a:pt x="54480" y="332912"/>
                  <a:pt x="56137" y="333592"/>
                  <a:pt x="56311" y="333128"/>
                </a:cubicBezTo>
                <a:cubicBezTo>
                  <a:pt x="56485" y="332664"/>
                  <a:pt x="58125" y="332001"/>
                  <a:pt x="59964" y="331662"/>
                </a:cubicBezTo>
                <a:close/>
                <a:moveTo>
                  <a:pt x="141258" y="330684"/>
                </a:moveTo>
                <a:cubicBezTo>
                  <a:pt x="134755" y="324811"/>
                  <a:pt x="134854" y="320636"/>
                  <a:pt x="141448" y="322657"/>
                </a:cubicBezTo>
                <a:cubicBezTo>
                  <a:pt x="146079" y="324082"/>
                  <a:pt x="151927" y="328911"/>
                  <a:pt x="151927" y="331322"/>
                </a:cubicBezTo>
                <a:cubicBezTo>
                  <a:pt x="151927" y="332772"/>
                  <a:pt x="152614" y="333194"/>
                  <a:pt x="154934" y="333194"/>
                </a:cubicBezTo>
                <a:lnTo>
                  <a:pt x="157940" y="333194"/>
                </a:lnTo>
                <a:lnTo>
                  <a:pt x="155182" y="329491"/>
                </a:lnTo>
                <a:cubicBezTo>
                  <a:pt x="150469" y="323163"/>
                  <a:pt x="144463" y="318309"/>
                  <a:pt x="142624" y="319344"/>
                </a:cubicBezTo>
                <a:cubicBezTo>
                  <a:pt x="141092" y="320197"/>
                  <a:pt x="135691" y="319584"/>
                  <a:pt x="132336" y="318168"/>
                </a:cubicBezTo>
                <a:cubicBezTo>
                  <a:pt x="129594" y="317016"/>
                  <a:pt x="129064" y="320727"/>
                  <a:pt x="131657" y="322815"/>
                </a:cubicBezTo>
                <a:cubicBezTo>
                  <a:pt x="132900" y="323809"/>
                  <a:pt x="134573" y="325963"/>
                  <a:pt x="135376" y="327594"/>
                </a:cubicBezTo>
                <a:cubicBezTo>
                  <a:pt x="136180" y="329235"/>
                  <a:pt x="138358" y="331380"/>
                  <a:pt x="140230" y="332374"/>
                </a:cubicBezTo>
                <a:cubicBezTo>
                  <a:pt x="145275" y="335050"/>
                  <a:pt x="145565" y="334577"/>
                  <a:pt x="141258" y="330684"/>
                </a:cubicBezTo>
                <a:close/>
                <a:moveTo>
                  <a:pt x="236136" y="326112"/>
                </a:moveTo>
                <a:cubicBezTo>
                  <a:pt x="236310" y="323279"/>
                  <a:pt x="236062" y="322823"/>
                  <a:pt x="234554" y="323221"/>
                </a:cubicBezTo>
                <a:cubicBezTo>
                  <a:pt x="233146" y="323585"/>
                  <a:pt x="232765" y="324637"/>
                  <a:pt x="232765" y="328166"/>
                </a:cubicBezTo>
                <a:cubicBezTo>
                  <a:pt x="232765" y="332299"/>
                  <a:pt x="232881" y="332523"/>
                  <a:pt x="234347" y="331057"/>
                </a:cubicBezTo>
                <a:cubicBezTo>
                  <a:pt x="235225" y="330187"/>
                  <a:pt x="236028" y="327959"/>
                  <a:pt x="236136" y="326112"/>
                </a:cubicBezTo>
                <a:close/>
                <a:moveTo>
                  <a:pt x="90099" y="327362"/>
                </a:moveTo>
                <a:cubicBezTo>
                  <a:pt x="88558" y="325764"/>
                  <a:pt x="87059" y="324703"/>
                  <a:pt x="86753" y="325018"/>
                </a:cubicBezTo>
                <a:cubicBezTo>
                  <a:pt x="86247" y="325524"/>
                  <a:pt x="91400" y="330262"/>
                  <a:pt x="92460" y="330270"/>
                </a:cubicBezTo>
                <a:cubicBezTo>
                  <a:pt x="92692" y="330278"/>
                  <a:pt x="91631" y="328969"/>
                  <a:pt x="90099" y="327362"/>
                </a:cubicBezTo>
                <a:close/>
                <a:moveTo>
                  <a:pt x="158827" y="324579"/>
                </a:moveTo>
                <a:cubicBezTo>
                  <a:pt x="157336" y="321796"/>
                  <a:pt x="157518" y="319559"/>
                  <a:pt x="159233" y="319559"/>
                </a:cubicBezTo>
                <a:cubicBezTo>
                  <a:pt x="161246" y="319559"/>
                  <a:pt x="161072" y="317737"/>
                  <a:pt x="158504" y="311930"/>
                </a:cubicBezTo>
                <a:cubicBezTo>
                  <a:pt x="157013" y="308567"/>
                  <a:pt x="155928" y="307209"/>
                  <a:pt x="155116" y="307714"/>
                </a:cubicBezTo>
                <a:cubicBezTo>
                  <a:pt x="154213" y="308269"/>
                  <a:pt x="154171" y="309354"/>
                  <a:pt x="154958" y="312212"/>
                </a:cubicBezTo>
                <a:cubicBezTo>
                  <a:pt x="155530" y="314283"/>
                  <a:pt x="155803" y="317547"/>
                  <a:pt x="155555" y="319477"/>
                </a:cubicBezTo>
                <a:cubicBezTo>
                  <a:pt x="155223" y="322069"/>
                  <a:pt x="155621" y="323536"/>
                  <a:pt x="157096" y="325159"/>
                </a:cubicBezTo>
                <a:cubicBezTo>
                  <a:pt x="159415" y="327710"/>
                  <a:pt x="160334" y="327404"/>
                  <a:pt x="158827" y="324579"/>
                </a:cubicBezTo>
                <a:close/>
                <a:moveTo>
                  <a:pt x="290227" y="326062"/>
                </a:moveTo>
                <a:cubicBezTo>
                  <a:pt x="290227" y="325888"/>
                  <a:pt x="289125" y="324720"/>
                  <a:pt x="287792" y="323461"/>
                </a:cubicBezTo>
                <a:cubicBezTo>
                  <a:pt x="285737" y="321531"/>
                  <a:pt x="285356" y="321432"/>
                  <a:pt x="285356" y="322831"/>
                </a:cubicBezTo>
                <a:cubicBezTo>
                  <a:pt x="285356" y="323751"/>
                  <a:pt x="286342" y="324894"/>
                  <a:pt x="287543" y="325374"/>
                </a:cubicBezTo>
                <a:cubicBezTo>
                  <a:pt x="290227" y="326460"/>
                  <a:pt x="290227" y="326451"/>
                  <a:pt x="290227" y="326062"/>
                </a:cubicBezTo>
                <a:close/>
                <a:moveTo>
                  <a:pt x="114370" y="322376"/>
                </a:moveTo>
                <a:cubicBezTo>
                  <a:pt x="114046" y="321854"/>
                  <a:pt x="112067" y="320346"/>
                  <a:pt x="109963" y="319021"/>
                </a:cubicBezTo>
                <a:cubicBezTo>
                  <a:pt x="106235" y="316669"/>
                  <a:pt x="102077" y="316511"/>
                  <a:pt x="100743" y="318690"/>
                </a:cubicBezTo>
                <a:cubicBezTo>
                  <a:pt x="100445" y="319154"/>
                  <a:pt x="100843" y="319294"/>
                  <a:pt x="101621" y="318996"/>
                </a:cubicBezTo>
                <a:cubicBezTo>
                  <a:pt x="103874" y="318135"/>
                  <a:pt x="110957" y="320454"/>
                  <a:pt x="112216" y="322467"/>
                </a:cubicBezTo>
                <a:cubicBezTo>
                  <a:pt x="112845" y="323478"/>
                  <a:pt x="113723" y="324082"/>
                  <a:pt x="114154" y="323817"/>
                </a:cubicBezTo>
                <a:cubicBezTo>
                  <a:pt x="114593" y="323544"/>
                  <a:pt x="114693" y="322898"/>
                  <a:pt x="114370" y="322376"/>
                </a:cubicBezTo>
                <a:close/>
                <a:moveTo>
                  <a:pt x="74021" y="321349"/>
                </a:moveTo>
                <a:cubicBezTo>
                  <a:pt x="77500" y="321208"/>
                  <a:pt x="80888" y="321432"/>
                  <a:pt x="81551" y="321837"/>
                </a:cubicBezTo>
                <a:cubicBezTo>
                  <a:pt x="82404" y="322368"/>
                  <a:pt x="82578" y="322069"/>
                  <a:pt x="82147" y="320827"/>
                </a:cubicBezTo>
                <a:cubicBezTo>
                  <a:pt x="81244" y="318259"/>
                  <a:pt x="74857" y="311732"/>
                  <a:pt x="72248" y="310704"/>
                </a:cubicBezTo>
                <a:cubicBezTo>
                  <a:pt x="70881" y="310166"/>
                  <a:pt x="70111" y="309155"/>
                  <a:pt x="70277" y="308120"/>
                </a:cubicBezTo>
                <a:cubicBezTo>
                  <a:pt x="70658" y="305809"/>
                  <a:pt x="69382" y="303978"/>
                  <a:pt x="67386" y="303978"/>
                </a:cubicBezTo>
                <a:cubicBezTo>
                  <a:pt x="66483" y="303970"/>
                  <a:pt x="64487" y="303316"/>
                  <a:pt x="62946" y="302512"/>
                </a:cubicBezTo>
                <a:cubicBezTo>
                  <a:pt x="56278" y="299033"/>
                  <a:pt x="47936" y="302206"/>
                  <a:pt x="52616" y="306438"/>
                </a:cubicBezTo>
                <a:cubicBezTo>
                  <a:pt x="54687" y="308311"/>
                  <a:pt x="56427" y="313455"/>
                  <a:pt x="56559" y="318102"/>
                </a:cubicBezTo>
                <a:cubicBezTo>
                  <a:pt x="56601" y="319709"/>
                  <a:pt x="56858" y="320479"/>
                  <a:pt x="57131" y="319808"/>
                </a:cubicBezTo>
                <a:cubicBezTo>
                  <a:pt x="57843" y="318052"/>
                  <a:pt x="59823" y="318309"/>
                  <a:pt x="62465" y="320495"/>
                </a:cubicBezTo>
                <a:cubicBezTo>
                  <a:pt x="63733" y="321547"/>
                  <a:pt x="65423" y="322218"/>
                  <a:pt x="66226" y="322003"/>
                </a:cubicBezTo>
                <a:cubicBezTo>
                  <a:pt x="67030" y="321779"/>
                  <a:pt x="70534" y="321481"/>
                  <a:pt x="74021" y="321349"/>
                </a:cubicBezTo>
                <a:close/>
                <a:moveTo>
                  <a:pt x="292008" y="317687"/>
                </a:moveTo>
                <a:cubicBezTo>
                  <a:pt x="292290" y="315782"/>
                  <a:pt x="292025" y="315583"/>
                  <a:pt x="290061" y="316188"/>
                </a:cubicBezTo>
                <a:cubicBezTo>
                  <a:pt x="286963" y="317141"/>
                  <a:pt x="286839" y="317348"/>
                  <a:pt x="288280" y="319087"/>
                </a:cubicBezTo>
                <a:cubicBezTo>
                  <a:pt x="289937" y="321075"/>
                  <a:pt x="291602" y="320446"/>
                  <a:pt x="292008" y="317687"/>
                </a:cubicBezTo>
                <a:close/>
                <a:moveTo>
                  <a:pt x="114386" y="314937"/>
                </a:moveTo>
                <a:cubicBezTo>
                  <a:pt x="114361" y="313463"/>
                  <a:pt x="113375" y="310721"/>
                  <a:pt x="112199" y="308849"/>
                </a:cubicBezTo>
                <a:cubicBezTo>
                  <a:pt x="109780" y="304989"/>
                  <a:pt x="109350" y="306198"/>
                  <a:pt x="111437" y="311011"/>
                </a:cubicBezTo>
                <a:cubicBezTo>
                  <a:pt x="112208" y="312767"/>
                  <a:pt x="113069" y="314970"/>
                  <a:pt x="113359" y="315915"/>
                </a:cubicBezTo>
                <a:cubicBezTo>
                  <a:pt x="114113" y="318342"/>
                  <a:pt x="114444" y="318027"/>
                  <a:pt x="114386" y="314937"/>
                </a:cubicBezTo>
                <a:close/>
                <a:moveTo>
                  <a:pt x="125635" y="313662"/>
                </a:moveTo>
                <a:cubicBezTo>
                  <a:pt x="125635" y="312626"/>
                  <a:pt x="126149" y="311773"/>
                  <a:pt x="126770" y="311773"/>
                </a:cubicBezTo>
                <a:cubicBezTo>
                  <a:pt x="127391" y="311773"/>
                  <a:pt x="127681" y="311541"/>
                  <a:pt x="127399" y="311268"/>
                </a:cubicBezTo>
                <a:cubicBezTo>
                  <a:pt x="127126" y="310986"/>
                  <a:pt x="125784" y="311342"/>
                  <a:pt x="124417" y="312046"/>
                </a:cubicBezTo>
                <a:cubicBezTo>
                  <a:pt x="122462" y="313065"/>
                  <a:pt x="122131" y="313695"/>
                  <a:pt x="122868" y="315012"/>
                </a:cubicBezTo>
                <a:cubicBezTo>
                  <a:pt x="124011" y="317050"/>
                  <a:pt x="125635" y="316254"/>
                  <a:pt x="125635" y="313662"/>
                </a:cubicBezTo>
                <a:close/>
                <a:moveTo>
                  <a:pt x="301882" y="311897"/>
                </a:moveTo>
                <a:cubicBezTo>
                  <a:pt x="301857" y="310564"/>
                  <a:pt x="301617" y="310613"/>
                  <a:pt x="300416" y="312204"/>
                </a:cubicBezTo>
                <a:cubicBezTo>
                  <a:pt x="298560" y="314664"/>
                  <a:pt x="298577" y="316246"/>
                  <a:pt x="300449" y="314697"/>
                </a:cubicBezTo>
                <a:cubicBezTo>
                  <a:pt x="301252" y="314026"/>
                  <a:pt x="301898" y="312767"/>
                  <a:pt x="301882" y="311897"/>
                </a:cubicBezTo>
                <a:close/>
                <a:moveTo>
                  <a:pt x="239242" y="311806"/>
                </a:moveTo>
                <a:cubicBezTo>
                  <a:pt x="248744" y="309528"/>
                  <a:pt x="254318" y="309155"/>
                  <a:pt x="263488" y="310183"/>
                </a:cubicBezTo>
                <a:cubicBezTo>
                  <a:pt x="270280" y="310945"/>
                  <a:pt x="270372" y="310928"/>
                  <a:pt x="271523" y="308393"/>
                </a:cubicBezTo>
                <a:cubicBezTo>
                  <a:pt x="273296" y="304517"/>
                  <a:pt x="273089" y="304310"/>
                  <a:pt x="267580" y="304310"/>
                </a:cubicBezTo>
                <a:cubicBezTo>
                  <a:pt x="264772" y="304310"/>
                  <a:pt x="261608" y="304086"/>
                  <a:pt x="260556" y="303813"/>
                </a:cubicBezTo>
                <a:cubicBezTo>
                  <a:pt x="257466" y="303009"/>
                  <a:pt x="254790" y="298544"/>
                  <a:pt x="254683" y="293997"/>
                </a:cubicBezTo>
                <a:cubicBezTo>
                  <a:pt x="254600" y="290526"/>
                  <a:pt x="254235" y="289805"/>
                  <a:pt x="252463" y="289548"/>
                </a:cubicBezTo>
                <a:cubicBezTo>
                  <a:pt x="250433" y="289259"/>
                  <a:pt x="250409" y="289366"/>
                  <a:pt x="251775" y="291984"/>
                </a:cubicBezTo>
                <a:cubicBezTo>
                  <a:pt x="253374" y="295057"/>
                  <a:pt x="253680" y="299687"/>
                  <a:pt x="252330" y="300516"/>
                </a:cubicBezTo>
                <a:cubicBezTo>
                  <a:pt x="251096" y="301278"/>
                  <a:pt x="246515" y="295612"/>
                  <a:pt x="245828" y="292464"/>
                </a:cubicBezTo>
                <a:cubicBezTo>
                  <a:pt x="244817" y="287817"/>
                  <a:pt x="244478" y="287279"/>
                  <a:pt x="242829" y="287594"/>
                </a:cubicBezTo>
                <a:cubicBezTo>
                  <a:pt x="240112" y="288124"/>
                  <a:pt x="228027" y="313736"/>
                  <a:pt x="230503" y="313711"/>
                </a:cubicBezTo>
                <a:cubicBezTo>
                  <a:pt x="230942" y="313711"/>
                  <a:pt x="234877" y="312850"/>
                  <a:pt x="239242" y="311806"/>
                </a:cubicBezTo>
                <a:close/>
                <a:moveTo>
                  <a:pt x="97380" y="311872"/>
                </a:moveTo>
                <a:cubicBezTo>
                  <a:pt x="100346" y="311052"/>
                  <a:pt x="98697" y="309719"/>
                  <a:pt x="94340" y="309420"/>
                </a:cubicBezTo>
                <a:cubicBezTo>
                  <a:pt x="91300" y="309205"/>
                  <a:pt x="90041" y="310116"/>
                  <a:pt x="91060" y="311773"/>
                </a:cubicBezTo>
                <a:cubicBezTo>
                  <a:pt x="91731" y="312858"/>
                  <a:pt x="93744" y="312891"/>
                  <a:pt x="97380" y="311872"/>
                </a:cubicBezTo>
                <a:close/>
                <a:moveTo>
                  <a:pt x="139270" y="311102"/>
                </a:moveTo>
                <a:cubicBezTo>
                  <a:pt x="139270" y="309760"/>
                  <a:pt x="134987" y="305925"/>
                  <a:pt x="133496" y="305933"/>
                </a:cubicBezTo>
                <a:cubicBezTo>
                  <a:pt x="132651" y="305941"/>
                  <a:pt x="131500" y="306952"/>
                  <a:pt x="130928" y="308178"/>
                </a:cubicBezTo>
                <a:cubicBezTo>
                  <a:pt x="129984" y="310224"/>
                  <a:pt x="130141" y="310431"/>
                  <a:pt x="132825" y="310638"/>
                </a:cubicBezTo>
                <a:cubicBezTo>
                  <a:pt x="134440" y="310754"/>
                  <a:pt x="135964" y="311061"/>
                  <a:pt x="136213" y="311317"/>
                </a:cubicBezTo>
                <a:cubicBezTo>
                  <a:pt x="136917" y="312022"/>
                  <a:pt x="139270" y="311856"/>
                  <a:pt x="139270" y="311102"/>
                </a:cubicBezTo>
                <a:close/>
                <a:moveTo>
                  <a:pt x="279011" y="310779"/>
                </a:moveTo>
                <a:cubicBezTo>
                  <a:pt x="278680" y="310241"/>
                  <a:pt x="277992" y="310042"/>
                  <a:pt x="277495" y="310357"/>
                </a:cubicBezTo>
                <a:cubicBezTo>
                  <a:pt x="276145" y="311185"/>
                  <a:pt x="276394" y="311773"/>
                  <a:pt x="278108" y="311773"/>
                </a:cubicBezTo>
                <a:cubicBezTo>
                  <a:pt x="278945" y="311773"/>
                  <a:pt x="279351" y="311326"/>
                  <a:pt x="279011" y="310779"/>
                </a:cubicBezTo>
                <a:close/>
                <a:moveTo>
                  <a:pt x="143370" y="307888"/>
                </a:moveTo>
                <a:cubicBezTo>
                  <a:pt x="142972" y="305146"/>
                  <a:pt x="141216" y="304633"/>
                  <a:pt x="141216" y="307250"/>
                </a:cubicBezTo>
                <a:cubicBezTo>
                  <a:pt x="141216" y="308195"/>
                  <a:pt x="143022" y="310796"/>
                  <a:pt x="143676" y="310796"/>
                </a:cubicBezTo>
                <a:cubicBezTo>
                  <a:pt x="143743" y="310796"/>
                  <a:pt x="143610" y="309487"/>
                  <a:pt x="143370" y="307888"/>
                </a:cubicBezTo>
                <a:close/>
                <a:moveTo>
                  <a:pt x="214226" y="304707"/>
                </a:moveTo>
                <a:cubicBezTo>
                  <a:pt x="214243" y="303771"/>
                  <a:pt x="213837" y="303009"/>
                  <a:pt x="213315" y="303009"/>
                </a:cubicBezTo>
                <a:cubicBezTo>
                  <a:pt x="211957" y="303009"/>
                  <a:pt x="210689" y="300201"/>
                  <a:pt x="209902" y="295463"/>
                </a:cubicBezTo>
                <a:cubicBezTo>
                  <a:pt x="208991" y="289963"/>
                  <a:pt x="211393" y="288704"/>
                  <a:pt x="214806" y="292887"/>
                </a:cubicBezTo>
                <a:cubicBezTo>
                  <a:pt x="217018" y="295587"/>
                  <a:pt x="217109" y="295612"/>
                  <a:pt x="217142" y="293508"/>
                </a:cubicBezTo>
                <a:cubicBezTo>
                  <a:pt x="217167" y="292307"/>
                  <a:pt x="216811" y="291321"/>
                  <a:pt x="216364" y="291321"/>
                </a:cubicBezTo>
                <a:cubicBezTo>
                  <a:pt x="214798" y="291321"/>
                  <a:pt x="213522" y="286840"/>
                  <a:pt x="213647" y="281795"/>
                </a:cubicBezTo>
                <a:cubicBezTo>
                  <a:pt x="213713" y="278995"/>
                  <a:pt x="213696" y="276709"/>
                  <a:pt x="213605" y="276709"/>
                </a:cubicBezTo>
                <a:cubicBezTo>
                  <a:pt x="211692" y="276717"/>
                  <a:pt x="210358" y="278449"/>
                  <a:pt x="210341" y="280950"/>
                </a:cubicBezTo>
                <a:cubicBezTo>
                  <a:pt x="210325" y="282640"/>
                  <a:pt x="209521" y="285771"/>
                  <a:pt x="208552" y="287908"/>
                </a:cubicBezTo>
                <a:cubicBezTo>
                  <a:pt x="207045" y="291247"/>
                  <a:pt x="206970" y="292232"/>
                  <a:pt x="208030" y="294800"/>
                </a:cubicBezTo>
                <a:cubicBezTo>
                  <a:pt x="208718" y="296449"/>
                  <a:pt x="209795" y="300789"/>
                  <a:pt x="210433" y="304450"/>
                </a:cubicBezTo>
                <a:cubicBezTo>
                  <a:pt x="211526" y="310754"/>
                  <a:pt x="211659" y="310978"/>
                  <a:pt x="212893" y="308758"/>
                </a:cubicBezTo>
                <a:cubicBezTo>
                  <a:pt x="213605" y="307474"/>
                  <a:pt x="214210" y="305652"/>
                  <a:pt x="214226" y="304707"/>
                </a:cubicBezTo>
                <a:close/>
                <a:moveTo>
                  <a:pt x="295089" y="308849"/>
                </a:moveTo>
                <a:cubicBezTo>
                  <a:pt x="296282" y="308087"/>
                  <a:pt x="296150" y="307905"/>
                  <a:pt x="294410" y="307888"/>
                </a:cubicBezTo>
                <a:cubicBezTo>
                  <a:pt x="291793" y="307871"/>
                  <a:pt x="287303" y="305917"/>
                  <a:pt x="287303" y="304798"/>
                </a:cubicBezTo>
                <a:cubicBezTo>
                  <a:pt x="287303" y="303448"/>
                  <a:pt x="284702" y="303879"/>
                  <a:pt x="283410" y="305444"/>
                </a:cubicBezTo>
                <a:cubicBezTo>
                  <a:pt x="282383" y="306670"/>
                  <a:pt x="282565" y="306902"/>
                  <a:pt x="284503" y="306919"/>
                </a:cubicBezTo>
                <a:cubicBezTo>
                  <a:pt x="285779" y="306927"/>
                  <a:pt x="287908" y="307540"/>
                  <a:pt x="289250" y="308286"/>
                </a:cubicBezTo>
                <a:cubicBezTo>
                  <a:pt x="292265" y="309951"/>
                  <a:pt x="293234" y="310050"/>
                  <a:pt x="295089" y="308849"/>
                </a:cubicBezTo>
                <a:close/>
                <a:moveTo>
                  <a:pt x="187877" y="307490"/>
                </a:moveTo>
                <a:cubicBezTo>
                  <a:pt x="188498" y="306745"/>
                  <a:pt x="190296" y="305602"/>
                  <a:pt x="191878" y="304947"/>
                </a:cubicBezTo>
                <a:cubicBezTo>
                  <a:pt x="193460" y="304293"/>
                  <a:pt x="194520" y="303365"/>
                  <a:pt x="194222" y="302893"/>
                </a:cubicBezTo>
                <a:cubicBezTo>
                  <a:pt x="193518" y="301758"/>
                  <a:pt x="189202" y="301783"/>
                  <a:pt x="188498" y="302935"/>
                </a:cubicBezTo>
                <a:cubicBezTo>
                  <a:pt x="188192" y="303423"/>
                  <a:pt x="186634" y="304119"/>
                  <a:pt x="185027" y="304467"/>
                </a:cubicBezTo>
                <a:cubicBezTo>
                  <a:pt x="180637" y="305436"/>
                  <a:pt x="181258" y="307838"/>
                  <a:pt x="186137" y="308733"/>
                </a:cubicBezTo>
                <a:cubicBezTo>
                  <a:pt x="186477" y="308799"/>
                  <a:pt x="187256" y="308236"/>
                  <a:pt x="187877" y="307490"/>
                </a:cubicBezTo>
                <a:close/>
                <a:moveTo>
                  <a:pt x="123175" y="305378"/>
                </a:moveTo>
                <a:cubicBezTo>
                  <a:pt x="126679" y="301874"/>
                  <a:pt x="125444" y="300913"/>
                  <a:pt x="120532" y="303349"/>
                </a:cubicBezTo>
                <a:cubicBezTo>
                  <a:pt x="117666" y="304773"/>
                  <a:pt x="116913" y="305511"/>
                  <a:pt x="118089" y="305743"/>
                </a:cubicBezTo>
                <a:cubicBezTo>
                  <a:pt x="119025" y="305925"/>
                  <a:pt x="119787" y="306480"/>
                  <a:pt x="119787" y="306977"/>
                </a:cubicBezTo>
                <a:cubicBezTo>
                  <a:pt x="119787" y="308393"/>
                  <a:pt x="120491" y="308062"/>
                  <a:pt x="123175" y="305378"/>
                </a:cubicBezTo>
                <a:close/>
                <a:moveTo>
                  <a:pt x="277371" y="305420"/>
                </a:moveTo>
                <a:cubicBezTo>
                  <a:pt x="277073" y="305113"/>
                  <a:pt x="276526" y="305660"/>
                  <a:pt x="276162" y="306621"/>
                </a:cubicBezTo>
                <a:cubicBezTo>
                  <a:pt x="275640" y="308004"/>
                  <a:pt x="275748" y="308120"/>
                  <a:pt x="276708" y="307159"/>
                </a:cubicBezTo>
                <a:cubicBezTo>
                  <a:pt x="277379" y="306505"/>
                  <a:pt x="277678" y="305718"/>
                  <a:pt x="277371" y="305420"/>
                </a:cubicBezTo>
                <a:close/>
                <a:moveTo>
                  <a:pt x="153351" y="296266"/>
                </a:moveTo>
                <a:cubicBezTo>
                  <a:pt x="154205" y="294618"/>
                  <a:pt x="155489" y="293268"/>
                  <a:pt x="156217" y="293268"/>
                </a:cubicBezTo>
                <a:cubicBezTo>
                  <a:pt x="157684" y="293268"/>
                  <a:pt x="159001" y="298288"/>
                  <a:pt x="158131" y="300557"/>
                </a:cubicBezTo>
                <a:cubicBezTo>
                  <a:pt x="157808" y="301402"/>
                  <a:pt x="158098" y="302032"/>
                  <a:pt x="158810" y="302032"/>
                </a:cubicBezTo>
                <a:cubicBezTo>
                  <a:pt x="159498" y="302032"/>
                  <a:pt x="160806" y="302711"/>
                  <a:pt x="161726" y="303548"/>
                </a:cubicBezTo>
                <a:cubicBezTo>
                  <a:pt x="163275" y="304947"/>
                  <a:pt x="163548" y="304583"/>
                  <a:pt x="165511" y="298428"/>
                </a:cubicBezTo>
                <a:cubicBezTo>
                  <a:pt x="166671" y="294792"/>
                  <a:pt x="167831" y="291338"/>
                  <a:pt x="168079" y="290774"/>
                </a:cubicBezTo>
                <a:cubicBezTo>
                  <a:pt x="168361" y="290128"/>
                  <a:pt x="163656" y="288886"/>
                  <a:pt x="155604" y="287494"/>
                </a:cubicBezTo>
                <a:cubicBezTo>
                  <a:pt x="135733" y="284048"/>
                  <a:pt x="136702" y="284123"/>
                  <a:pt x="135998" y="285953"/>
                </a:cubicBezTo>
                <a:cubicBezTo>
                  <a:pt x="135534" y="287163"/>
                  <a:pt x="136147" y="287883"/>
                  <a:pt x="138309" y="288704"/>
                </a:cubicBezTo>
                <a:cubicBezTo>
                  <a:pt x="141374" y="289855"/>
                  <a:pt x="143146" y="293756"/>
                  <a:pt x="143154" y="299356"/>
                </a:cubicBezTo>
                <a:cubicBezTo>
                  <a:pt x="143163" y="301361"/>
                  <a:pt x="143643" y="302032"/>
                  <a:pt x="145068" y="302032"/>
                </a:cubicBezTo>
                <a:cubicBezTo>
                  <a:pt x="146112" y="302032"/>
                  <a:pt x="147760" y="303084"/>
                  <a:pt x="148721" y="304368"/>
                </a:cubicBezTo>
                <a:lnTo>
                  <a:pt x="150469" y="306704"/>
                </a:lnTo>
                <a:lnTo>
                  <a:pt x="151131" y="302984"/>
                </a:lnTo>
                <a:cubicBezTo>
                  <a:pt x="151504" y="300930"/>
                  <a:pt x="152498" y="297915"/>
                  <a:pt x="153351" y="296266"/>
                </a:cubicBezTo>
                <a:close/>
                <a:moveTo>
                  <a:pt x="105978" y="302106"/>
                </a:moveTo>
                <a:cubicBezTo>
                  <a:pt x="105929" y="298254"/>
                  <a:pt x="105780" y="298172"/>
                  <a:pt x="101770" y="299638"/>
                </a:cubicBezTo>
                <a:cubicBezTo>
                  <a:pt x="99956" y="300309"/>
                  <a:pt x="99989" y="300400"/>
                  <a:pt x="102259" y="300996"/>
                </a:cubicBezTo>
                <a:cubicBezTo>
                  <a:pt x="103601" y="301352"/>
                  <a:pt x="104752" y="302272"/>
                  <a:pt x="104827" y="303051"/>
                </a:cubicBezTo>
                <a:cubicBezTo>
                  <a:pt x="105051" y="305494"/>
                  <a:pt x="105167" y="305925"/>
                  <a:pt x="105606" y="305925"/>
                </a:cubicBezTo>
                <a:cubicBezTo>
                  <a:pt x="105846" y="305925"/>
                  <a:pt x="106012" y="304210"/>
                  <a:pt x="105978" y="302106"/>
                </a:cubicBezTo>
                <a:close/>
                <a:moveTo>
                  <a:pt x="322698" y="303539"/>
                </a:moveTo>
                <a:cubicBezTo>
                  <a:pt x="322996" y="302769"/>
                  <a:pt x="324902" y="301253"/>
                  <a:pt x="326939" y="300184"/>
                </a:cubicBezTo>
                <a:lnTo>
                  <a:pt x="330642" y="298246"/>
                </a:lnTo>
                <a:lnTo>
                  <a:pt x="325283" y="298801"/>
                </a:lnTo>
                <a:cubicBezTo>
                  <a:pt x="322342" y="299108"/>
                  <a:pt x="319534" y="299721"/>
                  <a:pt x="319053" y="300160"/>
                </a:cubicBezTo>
                <a:cubicBezTo>
                  <a:pt x="318581" y="300590"/>
                  <a:pt x="319128" y="300706"/>
                  <a:pt x="320271" y="300400"/>
                </a:cubicBezTo>
                <a:cubicBezTo>
                  <a:pt x="322615" y="299795"/>
                  <a:pt x="323162" y="301816"/>
                  <a:pt x="321191" y="303788"/>
                </a:cubicBezTo>
                <a:cubicBezTo>
                  <a:pt x="320412" y="304566"/>
                  <a:pt x="320379" y="304956"/>
                  <a:pt x="321091" y="304956"/>
                </a:cubicBezTo>
                <a:cubicBezTo>
                  <a:pt x="321671" y="304956"/>
                  <a:pt x="322400" y="304318"/>
                  <a:pt x="322698" y="303539"/>
                </a:cubicBezTo>
                <a:close/>
                <a:moveTo>
                  <a:pt x="21429" y="301170"/>
                </a:moveTo>
                <a:cubicBezTo>
                  <a:pt x="21429" y="300698"/>
                  <a:pt x="20551" y="300085"/>
                  <a:pt x="19474" y="299803"/>
                </a:cubicBezTo>
                <a:cubicBezTo>
                  <a:pt x="18215" y="299472"/>
                  <a:pt x="17528" y="299770"/>
                  <a:pt x="17528" y="300665"/>
                </a:cubicBezTo>
                <a:cubicBezTo>
                  <a:pt x="17528" y="301419"/>
                  <a:pt x="18406" y="302032"/>
                  <a:pt x="19474" y="302032"/>
                </a:cubicBezTo>
                <a:cubicBezTo>
                  <a:pt x="20551" y="302032"/>
                  <a:pt x="21429" y="301642"/>
                  <a:pt x="21429" y="301170"/>
                </a:cubicBezTo>
                <a:close/>
                <a:moveTo>
                  <a:pt x="82768" y="297128"/>
                </a:moveTo>
                <a:cubicBezTo>
                  <a:pt x="81708" y="294427"/>
                  <a:pt x="80838" y="292067"/>
                  <a:pt x="80838" y="291884"/>
                </a:cubicBezTo>
                <a:cubicBezTo>
                  <a:pt x="80838" y="291702"/>
                  <a:pt x="79745" y="291338"/>
                  <a:pt x="78419" y="291089"/>
                </a:cubicBezTo>
                <a:lnTo>
                  <a:pt x="76009" y="290625"/>
                </a:lnTo>
                <a:lnTo>
                  <a:pt x="78908" y="293930"/>
                </a:lnTo>
                <a:cubicBezTo>
                  <a:pt x="80507" y="295744"/>
                  <a:pt x="81807" y="298312"/>
                  <a:pt x="81807" y="299629"/>
                </a:cubicBezTo>
                <a:cubicBezTo>
                  <a:pt x="81807" y="301104"/>
                  <a:pt x="82362" y="302032"/>
                  <a:pt x="83257" y="302032"/>
                </a:cubicBezTo>
                <a:cubicBezTo>
                  <a:pt x="84466" y="302032"/>
                  <a:pt x="84392" y="301245"/>
                  <a:pt x="82768" y="297128"/>
                </a:cubicBezTo>
                <a:close/>
                <a:moveTo>
                  <a:pt x="134631" y="297658"/>
                </a:moveTo>
                <a:cubicBezTo>
                  <a:pt x="133413" y="294378"/>
                  <a:pt x="132800" y="293649"/>
                  <a:pt x="132195" y="294742"/>
                </a:cubicBezTo>
                <a:cubicBezTo>
                  <a:pt x="131674" y="295662"/>
                  <a:pt x="132005" y="297269"/>
                  <a:pt x="133098" y="299116"/>
                </a:cubicBezTo>
                <a:cubicBezTo>
                  <a:pt x="135650" y="303440"/>
                  <a:pt x="136486" y="302653"/>
                  <a:pt x="134631" y="297658"/>
                </a:cubicBezTo>
                <a:close/>
                <a:moveTo>
                  <a:pt x="201934" y="291454"/>
                </a:moveTo>
                <a:cubicBezTo>
                  <a:pt x="198794" y="285208"/>
                  <a:pt x="197842" y="284065"/>
                  <a:pt x="196036" y="284313"/>
                </a:cubicBezTo>
                <a:cubicBezTo>
                  <a:pt x="194851" y="284479"/>
                  <a:pt x="192938" y="284106"/>
                  <a:pt x="191770" y="283485"/>
                </a:cubicBezTo>
                <a:cubicBezTo>
                  <a:pt x="190113" y="282590"/>
                  <a:pt x="189484" y="282632"/>
                  <a:pt x="188829" y="283667"/>
                </a:cubicBezTo>
                <a:cubicBezTo>
                  <a:pt x="187521" y="285738"/>
                  <a:pt x="187819" y="286807"/>
                  <a:pt x="189351" y="285531"/>
                </a:cubicBezTo>
                <a:cubicBezTo>
                  <a:pt x="192126" y="283228"/>
                  <a:pt x="203069" y="295943"/>
                  <a:pt x="201081" y="299166"/>
                </a:cubicBezTo>
                <a:cubicBezTo>
                  <a:pt x="200758" y="299679"/>
                  <a:pt x="201511" y="300483"/>
                  <a:pt x="202754" y="300947"/>
                </a:cubicBezTo>
                <a:cubicBezTo>
                  <a:pt x="206332" y="302288"/>
                  <a:pt x="206109" y="299745"/>
                  <a:pt x="201934" y="291454"/>
                </a:cubicBezTo>
                <a:close/>
                <a:moveTo>
                  <a:pt x="276534" y="296010"/>
                </a:moveTo>
                <a:cubicBezTo>
                  <a:pt x="277437" y="291802"/>
                  <a:pt x="277379" y="290716"/>
                  <a:pt x="276162" y="289507"/>
                </a:cubicBezTo>
                <a:cubicBezTo>
                  <a:pt x="274870" y="288215"/>
                  <a:pt x="274729" y="288530"/>
                  <a:pt x="274911" y="292365"/>
                </a:cubicBezTo>
                <a:cubicBezTo>
                  <a:pt x="275027" y="294734"/>
                  <a:pt x="274762" y="297666"/>
                  <a:pt x="274331" y="298867"/>
                </a:cubicBezTo>
                <a:cubicBezTo>
                  <a:pt x="273851" y="300193"/>
                  <a:pt x="273917" y="301062"/>
                  <a:pt x="274497" y="301062"/>
                </a:cubicBezTo>
                <a:cubicBezTo>
                  <a:pt x="275019" y="301062"/>
                  <a:pt x="275938" y="298785"/>
                  <a:pt x="276534" y="296010"/>
                </a:cubicBezTo>
                <a:close/>
                <a:moveTo>
                  <a:pt x="286491" y="294013"/>
                </a:moveTo>
                <a:cubicBezTo>
                  <a:pt x="288993" y="290493"/>
                  <a:pt x="288181" y="290592"/>
                  <a:pt x="284528" y="294245"/>
                </a:cubicBezTo>
                <a:cubicBezTo>
                  <a:pt x="282921" y="295852"/>
                  <a:pt x="282010" y="297161"/>
                  <a:pt x="282507" y="297161"/>
                </a:cubicBezTo>
                <a:cubicBezTo>
                  <a:pt x="283004" y="297161"/>
                  <a:pt x="283468" y="298147"/>
                  <a:pt x="283542" y="299356"/>
                </a:cubicBezTo>
                <a:cubicBezTo>
                  <a:pt x="283658" y="301394"/>
                  <a:pt x="283700" y="301377"/>
                  <a:pt x="284122" y="299124"/>
                </a:cubicBezTo>
                <a:cubicBezTo>
                  <a:pt x="284371" y="297791"/>
                  <a:pt x="285439" y="295488"/>
                  <a:pt x="286491" y="294013"/>
                </a:cubicBezTo>
                <a:close/>
                <a:moveTo>
                  <a:pt x="120947" y="297128"/>
                </a:moveTo>
                <a:cubicBezTo>
                  <a:pt x="123755" y="296598"/>
                  <a:pt x="126430" y="295778"/>
                  <a:pt x="126894" y="295314"/>
                </a:cubicBezTo>
                <a:cubicBezTo>
                  <a:pt x="127366" y="294850"/>
                  <a:pt x="125958" y="294949"/>
                  <a:pt x="123771" y="295529"/>
                </a:cubicBezTo>
                <a:cubicBezTo>
                  <a:pt x="120797" y="296324"/>
                  <a:pt x="119514" y="296299"/>
                  <a:pt x="118652" y="295438"/>
                </a:cubicBezTo>
                <a:cubicBezTo>
                  <a:pt x="116266" y="293052"/>
                  <a:pt x="124227" y="287428"/>
                  <a:pt x="129984" y="287428"/>
                </a:cubicBezTo>
                <a:cubicBezTo>
                  <a:pt x="131425" y="287428"/>
                  <a:pt x="132452" y="286865"/>
                  <a:pt x="132452" y="286086"/>
                </a:cubicBezTo>
                <a:cubicBezTo>
                  <a:pt x="132452" y="285042"/>
                  <a:pt x="131549" y="284926"/>
                  <a:pt x="128311" y="285531"/>
                </a:cubicBezTo>
                <a:cubicBezTo>
                  <a:pt x="121941" y="286724"/>
                  <a:pt x="118818" y="288190"/>
                  <a:pt x="118818" y="289987"/>
                </a:cubicBezTo>
                <a:cubicBezTo>
                  <a:pt x="118818" y="290882"/>
                  <a:pt x="117095" y="293259"/>
                  <a:pt x="114982" y="295264"/>
                </a:cubicBezTo>
                <a:cubicBezTo>
                  <a:pt x="111147" y="298909"/>
                  <a:pt x="110667" y="300864"/>
                  <a:pt x="114046" y="299058"/>
                </a:cubicBezTo>
                <a:cubicBezTo>
                  <a:pt x="115032" y="298528"/>
                  <a:pt x="118138" y="297658"/>
                  <a:pt x="120947" y="297128"/>
                </a:cubicBezTo>
                <a:close/>
                <a:moveTo>
                  <a:pt x="89180" y="295214"/>
                </a:moveTo>
                <a:cubicBezTo>
                  <a:pt x="90157" y="295214"/>
                  <a:pt x="90571" y="294046"/>
                  <a:pt x="90571" y="291321"/>
                </a:cubicBezTo>
                <a:cubicBezTo>
                  <a:pt x="90571" y="286633"/>
                  <a:pt x="89097" y="286177"/>
                  <a:pt x="88210" y="290592"/>
                </a:cubicBezTo>
                <a:cubicBezTo>
                  <a:pt x="87415" y="294585"/>
                  <a:pt x="86794" y="299190"/>
                  <a:pt x="87357" y="296921"/>
                </a:cubicBezTo>
                <a:cubicBezTo>
                  <a:pt x="87597" y="295985"/>
                  <a:pt x="88417" y="295214"/>
                  <a:pt x="89180" y="295214"/>
                </a:cubicBezTo>
                <a:close/>
                <a:moveTo>
                  <a:pt x="190710" y="293566"/>
                </a:moveTo>
                <a:cubicBezTo>
                  <a:pt x="187264" y="286732"/>
                  <a:pt x="187338" y="286807"/>
                  <a:pt x="186759" y="289805"/>
                </a:cubicBezTo>
                <a:cubicBezTo>
                  <a:pt x="186402" y="291669"/>
                  <a:pt x="187106" y="293110"/>
                  <a:pt x="189608" y="295695"/>
                </a:cubicBezTo>
                <a:cubicBezTo>
                  <a:pt x="191430" y="297575"/>
                  <a:pt x="193054" y="299108"/>
                  <a:pt x="193220" y="299108"/>
                </a:cubicBezTo>
                <a:cubicBezTo>
                  <a:pt x="193377" y="299108"/>
                  <a:pt x="192250" y="296614"/>
                  <a:pt x="190710" y="293566"/>
                </a:cubicBezTo>
                <a:close/>
                <a:moveTo>
                  <a:pt x="220969" y="295943"/>
                </a:moveTo>
                <a:cubicBezTo>
                  <a:pt x="221930" y="293052"/>
                  <a:pt x="221897" y="292945"/>
                  <a:pt x="220580" y="294668"/>
                </a:cubicBezTo>
                <a:cubicBezTo>
                  <a:pt x="219776" y="295711"/>
                  <a:pt x="219130" y="297136"/>
                  <a:pt x="219130" y="297840"/>
                </a:cubicBezTo>
                <a:cubicBezTo>
                  <a:pt x="219130" y="300010"/>
                  <a:pt x="219867" y="299248"/>
                  <a:pt x="220969" y="295943"/>
                </a:cubicBezTo>
                <a:close/>
                <a:moveTo>
                  <a:pt x="267307" y="298089"/>
                </a:moveTo>
                <a:cubicBezTo>
                  <a:pt x="266959" y="297525"/>
                  <a:pt x="266164" y="297244"/>
                  <a:pt x="265542" y="297467"/>
                </a:cubicBezTo>
                <a:cubicBezTo>
                  <a:pt x="264921" y="297691"/>
                  <a:pt x="263645" y="297476"/>
                  <a:pt x="262709" y="296995"/>
                </a:cubicBezTo>
                <a:cubicBezTo>
                  <a:pt x="261450" y="296349"/>
                  <a:pt x="261003" y="296507"/>
                  <a:pt x="261003" y="297617"/>
                </a:cubicBezTo>
                <a:cubicBezTo>
                  <a:pt x="261003" y="298677"/>
                  <a:pt x="262005" y="299108"/>
                  <a:pt x="264474" y="299108"/>
                </a:cubicBezTo>
                <a:cubicBezTo>
                  <a:pt x="266652" y="299108"/>
                  <a:pt x="267704" y="298727"/>
                  <a:pt x="267307" y="298089"/>
                </a:cubicBezTo>
                <a:close/>
                <a:moveTo>
                  <a:pt x="318805" y="295372"/>
                </a:moveTo>
                <a:cubicBezTo>
                  <a:pt x="322011" y="292083"/>
                  <a:pt x="322267" y="291479"/>
                  <a:pt x="320950" y="290385"/>
                </a:cubicBezTo>
                <a:cubicBezTo>
                  <a:pt x="319691" y="289341"/>
                  <a:pt x="319443" y="289408"/>
                  <a:pt x="319443" y="290808"/>
                </a:cubicBezTo>
                <a:cubicBezTo>
                  <a:pt x="319443" y="291735"/>
                  <a:pt x="317952" y="293980"/>
                  <a:pt x="316129" y="295802"/>
                </a:cubicBezTo>
                <a:cubicBezTo>
                  <a:pt x="314307" y="297625"/>
                  <a:pt x="313346" y="299108"/>
                  <a:pt x="313984" y="299108"/>
                </a:cubicBezTo>
                <a:cubicBezTo>
                  <a:pt x="314622" y="299108"/>
                  <a:pt x="316792" y="297426"/>
                  <a:pt x="318805" y="295372"/>
                </a:cubicBezTo>
                <a:close/>
                <a:moveTo>
                  <a:pt x="50479" y="297144"/>
                </a:moveTo>
                <a:lnTo>
                  <a:pt x="58920" y="297128"/>
                </a:lnTo>
                <a:lnTo>
                  <a:pt x="55739" y="295090"/>
                </a:lnTo>
                <a:cubicBezTo>
                  <a:pt x="53569" y="293707"/>
                  <a:pt x="52177" y="293359"/>
                  <a:pt x="51357" y="294005"/>
                </a:cubicBezTo>
                <a:cubicBezTo>
                  <a:pt x="49386" y="295554"/>
                  <a:pt x="45501" y="296117"/>
                  <a:pt x="41947" y="295372"/>
                </a:cubicBezTo>
                <a:cubicBezTo>
                  <a:pt x="37549" y="294452"/>
                  <a:pt x="37027" y="292489"/>
                  <a:pt x="40804" y="291056"/>
                </a:cubicBezTo>
                <a:cubicBezTo>
                  <a:pt x="42469" y="290435"/>
                  <a:pt x="43828" y="289606"/>
                  <a:pt x="43828" y="289217"/>
                </a:cubicBezTo>
                <a:cubicBezTo>
                  <a:pt x="43828" y="287743"/>
                  <a:pt x="41732" y="287312"/>
                  <a:pt x="40307" y="288496"/>
                </a:cubicBezTo>
                <a:cubicBezTo>
                  <a:pt x="38667" y="289847"/>
                  <a:pt x="31427" y="289797"/>
                  <a:pt x="27758" y="288397"/>
                </a:cubicBezTo>
                <a:cubicBezTo>
                  <a:pt x="25828" y="287668"/>
                  <a:pt x="25472" y="287817"/>
                  <a:pt x="25588" y="289325"/>
                </a:cubicBezTo>
                <a:cubicBezTo>
                  <a:pt x="25670" y="290501"/>
                  <a:pt x="26938" y="291495"/>
                  <a:pt x="29191" y="292166"/>
                </a:cubicBezTo>
                <a:cubicBezTo>
                  <a:pt x="31096" y="292738"/>
                  <a:pt x="34169" y="294328"/>
                  <a:pt x="36025" y="295695"/>
                </a:cubicBezTo>
                <a:cubicBezTo>
                  <a:pt x="37872" y="297062"/>
                  <a:pt x="39984" y="297948"/>
                  <a:pt x="40713" y="297675"/>
                </a:cubicBezTo>
                <a:cubicBezTo>
                  <a:pt x="41442" y="297393"/>
                  <a:pt x="45832" y="297153"/>
                  <a:pt x="50479" y="297144"/>
                </a:cubicBezTo>
                <a:close/>
                <a:moveTo>
                  <a:pt x="61720" y="287063"/>
                </a:moveTo>
                <a:cubicBezTo>
                  <a:pt x="59757" y="281878"/>
                  <a:pt x="58034" y="277761"/>
                  <a:pt x="57893" y="277910"/>
                </a:cubicBezTo>
                <a:cubicBezTo>
                  <a:pt x="57744" y="278051"/>
                  <a:pt x="57992" y="280138"/>
                  <a:pt x="58431" y="282541"/>
                </a:cubicBezTo>
                <a:cubicBezTo>
                  <a:pt x="58887" y="285026"/>
                  <a:pt x="58846" y="287618"/>
                  <a:pt x="58349" y="288563"/>
                </a:cubicBezTo>
                <a:cubicBezTo>
                  <a:pt x="57860" y="289474"/>
                  <a:pt x="57462" y="290617"/>
                  <a:pt x="57462" y="291097"/>
                </a:cubicBezTo>
                <a:cubicBezTo>
                  <a:pt x="57462" y="292034"/>
                  <a:pt x="64437" y="297327"/>
                  <a:pt x="64967" y="296796"/>
                </a:cubicBezTo>
                <a:cubicBezTo>
                  <a:pt x="65141" y="296623"/>
                  <a:pt x="63675" y="292249"/>
                  <a:pt x="61720" y="287063"/>
                </a:cubicBezTo>
                <a:close/>
                <a:moveTo>
                  <a:pt x="186013" y="296134"/>
                </a:moveTo>
                <a:cubicBezTo>
                  <a:pt x="186013" y="295562"/>
                  <a:pt x="185574" y="295372"/>
                  <a:pt x="185044" y="295703"/>
                </a:cubicBezTo>
                <a:cubicBezTo>
                  <a:pt x="184505" y="296034"/>
                  <a:pt x="184066" y="296498"/>
                  <a:pt x="184066" y="296730"/>
                </a:cubicBezTo>
                <a:cubicBezTo>
                  <a:pt x="184066" y="296970"/>
                  <a:pt x="184505" y="297161"/>
                  <a:pt x="185044" y="297161"/>
                </a:cubicBezTo>
                <a:cubicBezTo>
                  <a:pt x="185574" y="297161"/>
                  <a:pt x="186013" y="296697"/>
                  <a:pt x="186013" y="296134"/>
                </a:cubicBezTo>
                <a:close/>
                <a:moveTo>
                  <a:pt x="109474" y="291810"/>
                </a:moveTo>
                <a:cubicBezTo>
                  <a:pt x="110990" y="289490"/>
                  <a:pt x="110973" y="289375"/>
                  <a:pt x="109134" y="289375"/>
                </a:cubicBezTo>
                <a:cubicBezTo>
                  <a:pt x="107486" y="289375"/>
                  <a:pt x="105183" y="291884"/>
                  <a:pt x="105183" y="293690"/>
                </a:cubicBezTo>
                <a:cubicBezTo>
                  <a:pt x="105183" y="295214"/>
                  <a:pt x="108074" y="293939"/>
                  <a:pt x="109474" y="291810"/>
                </a:cubicBezTo>
                <a:close/>
                <a:moveTo>
                  <a:pt x="270007" y="291835"/>
                </a:moveTo>
                <a:cubicBezTo>
                  <a:pt x="270256" y="290509"/>
                  <a:pt x="270090" y="289664"/>
                  <a:pt x="269634" y="289946"/>
                </a:cubicBezTo>
                <a:cubicBezTo>
                  <a:pt x="268823" y="290443"/>
                  <a:pt x="268417" y="294245"/>
                  <a:pt x="269171" y="294245"/>
                </a:cubicBezTo>
                <a:cubicBezTo>
                  <a:pt x="269378" y="294245"/>
                  <a:pt x="269750" y="293160"/>
                  <a:pt x="270007" y="291835"/>
                </a:cubicBezTo>
                <a:close/>
                <a:moveTo>
                  <a:pt x="72745" y="287618"/>
                </a:moveTo>
                <a:cubicBezTo>
                  <a:pt x="69995" y="284752"/>
                  <a:pt x="69258" y="281580"/>
                  <a:pt x="71337" y="281588"/>
                </a:cubicBezTo>
                <a:cubicBezTo>
                  <a:pt x="72008" y="281588"/>
                  <a:pt x="73830" y="282259"/>
                  <a:pt x="75379" y="283063"/>
                </a:cubicBezTo>
                <a:cubicBezTo>
                  <a:pt x="79297" y="285109"/>
                  <a:pt x="79662" y="284139"/>
                  <a:pt x="76199" y="280901"/>
                </a:cubicBezTo>
                <a:cubicBezTo>
                  <a:pt x="72787" y="277703"/>
                  <a:pt x="70765" y="274141"/>
                  <a:pt x="71594" y="272799"/>
                </a:cubicBezTo>
                <a:cubicBezTo>
                  <a:pt x="72604" y="271159"/>
                  <a:pt x="74104" y="271731"/>
                  <a:pt x="77036" y="274870"/>
                </a:cubicBezTo>
                <a:cubicBezTo>
                  <a:pt x="78701" y="276651"/>
                  <a:pt x="79861" y="277322"/>
                  <a:pt x="79861" y="276510"/>
                </a:cubicBezTo>
                <a:cubicBezTo>
                  <a:pt x="79861" y="275748"/>
                  <a:pt x="80805" y="274116"/>
                  <a:pt x="81965" y="272866"/>
                </a:cubicBezTo>
                <a:cubicBezTo>
                  <a:pt x="83870" y="270828"/>
                  <a:pt x="84193" y="270762"/>
                  <a:pt x="85228" y="272178"/>
                </a:cubicBezTo>
                <a:cubicBezTo>
                  <a:pt x="86247" y="273578"/>
                  <a:pt x="86512" y="273462"/>
                  <a:pt x="87539" y="271209"/>
                </a:cubicBezTo>
                <a:cubicBezTo>
                  <a:pt x="88948" y="268119"/>
                  <a:pt x="88210" y="267125"/>
                  <a:pt x="85676" y="268716"/>
                </a:cubicBezTo>
                <a:cubicBezTo>
                  <a:pt x="83688" y="269950"/>
                  <a:pt x="76249" y="270314"/>
                  <a:pt x="73607" y="269304"/>
                </a:cubicBezTo>
                <a:cubicBezTo>
                  <a:pt x="72762" y="268981"/>
                  <a:pt x="72066" y="268086"/>
                  <a:pt x="72066" y="267332"/>
                </a:cubicBezTo>
                <a:cubicBezTo>
                  <a:pt x="72066" y="264980"/>
                  <a:pt x="77003" y="263837"/>
                  <a:pt x="84731" y="264400"/>
                </a:cubicBezTo>
                <a:cubicBezTo>
                  <a:pt x="91756" y="264913"/>
                  <a:pt x="91863" y="264889"/>
                  <a:pt x="87655" y="263762"/>
                </a:cubicBezTo>
                <a:cubicBezTo>
                  <a:pt x="82114" y="262279"/>
                  <a:pt x="81915" y="260126"/>
                  <a:pt x="87167" y="258386"/>
                </a:cubicBezTo>
                <a:cubicBezTo>
                  <a:pt x="90695" y="257226"/>
                  <a:pt x="93470" y="257202"/>
                  <a:pt x="97272" y="258303"/>
                </a:cubicBezTo>
                <a:cubicBezTo>
                  <a:pt x="98001" y="258519"/>
                  <a:pt x="98788" y="258204"/>
                  <a:pt x="99012" y="257599"/>
                </a:cubicBezTo>
                <a:cubicBezTo>
                  <a:pt x="99526" y="256224"/>
                  <a:pt x="96220" y="255313"/>
                  <a:pt x="90687" y="255296"/>
                </a:cubicBezTo>
                <a:cubicBezTo>
                  <a:pt x="87407" y="255288"/>
                  <a:pt x="85908" y="255835"/>
                  <a:pt x="84226" y="257649"/>
                </a:cubicBezTo>
                <a:cubicBezTo>
                  <a:pt x="80316" y="261857"/>
                  <a:pt x="69597" y="263630"/>
                  <a:pt x="71801" y="259695"/>
                </a:cubicBezTo>
                <a:cubicBezTo>
                  <a:pt x="72248" y="258900"/>
                  <a:pt x="74112" y="257144"/>
                  <a:pt x="75934" y="255793"/>
                </a:cubicBezTo>
                <a:lnTo>
                  <a:pt x="79264" y="253341"/>
                </a:lnTo>
                <a:lnTo>
                  <a:pt x="76349" y="253341"/>
                </a:lnTo>
                <a:cubicBezTo>
                  <a:pt x="74742" y="253341"/>
                  <a:pt x="73019" y="253756"/>
                  <a:pt x="72505" y="254261"/>
                </a:cubicBezTo>
                <a:cubicBezTo>
                  <a:pt x="72000" y="254766"/>
                  <a:pt x="69730" y="255479"/>
                  <a:pt x="67460" y="255843"/>
                </a:cubicBezTo>
                <a:cubicBezTo>
                  <a:pt x="64072" y="256390"/>
                  <a:pt x="63219" y="256208"/>
                  <a:pt x="62689" y="254824"/>
                </a:cubicBezTo>
                <a:cubicBezTo>
                  <a:pt x="61902" y="252762"/>
                  <a:pt x="63551" y="251594"/>
                  <a:pt x="68405" y="250782"/>
                </a:cubicBezTo>
                <a:lnTo>
                  <a:pt x="72033" y="250169"/>
                </a:lnTo>
                <a:lnTo>
                  <a:pt x="69614" y="247295"/>
                </a:lnTo>
                <a:cubicBezTo>
                  <a:pt x="67104" y="244312"/>
                  <a:pt x="66384" y="240676"/>
                  <a:pt x="68305" y="240676"/>
                </a:cubicBezTo>
                <a:cubicBezTo>
                  <a:pt x="68910" y="240676"/>
                  <a:pt x="70989" y="241653"/>
                  <a:pt x="72927" y="242855"/>
                </a:cubicBezTo>
                <a:cubicBezTo>
                  <a:pt x="74866" y="244047"/>
                  <a:pt x="77798" y="245041"/>
                  <a:pt x="79455" y="245041"/>
                </a:cubicBezTo>
                <a:lnTo>
                  <a:pt x="82453" y="245058"/>
                </a:lnTo>
                <a:lnTo>
                  <a:pt x="80672" y="242134"/>
                </a:lnTo>
                <a:cubicBezTo>
                  <a:pt x="77293" y="236592"/>
                  <a:pt x="79239" y="232326"/>
                  <a:pt x="83174" y="236675"/>
                </a:cubicBezTo>
                <a:cubicBezTo>
                  <a:pt x="84152" y="237752"/>
                  <a:pt x="85609" y="238315"/>
                  <a:pt x="86703" y="238034"/>
                </a:cubicBezTo>
                <a:cubicBezTo>
                  <a:pt x="87730" y="237760"/>
                  <a:pt x="89892" y="238009"/>
                  <a:pt x="91515" y="238572"/>
                </a:cubicBezTo>
                <a:cubicBezTo>
                  <a:pt x="95773" y="240055"/>
                  <a:pt x="95351" y="238613"/>
                  <a:pt x="89105" y="230313"/>
                </a:cubicBezTo>
                <a:cubicBezTo>
                  <a:pt x="85377" y="225368"/>
                  <a:pt x="82917" y="222999"/>
                  <a:pt x="81070" y="222610"/>
                </a:cubicBezTo>
                <a:cubicBezTo>
                  <a:pt x="79596" y="222295"/>
                  <a:pt x="77450" y="221657"/>
                  <a:pt x="76282" y="221185"/>
                </a:cubicBezTo>
                <a:cubicBezTo>
                  <a:pt x="73946" y="220249"/>
                  <a:pt x="71031" y="222394"/>
                  <a:pt x="72994" y="223604"/>
                </a:cubicBezTo>
                <a:cubicBezTo>
                  <a:pt x="75454" y="225120"/>
                  <a:pt x="73400" y="235805"/>
                  <a:pt x="70649" y="235805"/>
                </a:cubicBezTo>
                <a:cubicBezTo>
                  <a:pt x="69250" y="235805"/>
                  <a:pt x="68645" y="234314"/>
                  <a:pt x="67883" y="228988"/>
                </a:cubicBezTo>
                <a:cubicBezTo>
                  <a:pt x="67518" y="226362"/>
                  <a:pt x="66847" y="227365"/>
                  <a:pt x="65820" y="232078"/>
                </a:cubicBezTo>
                <a:cubicBezTo>
                  <a:pt x="64677" y="237321"/>
                  <a:pt x="57462" y="243418"/>
                  <a:pt x="57462" y="239144"/>
                </a:cubicBezTo>
                <a:cubicBezTo>
                  <a:pt x="57462" y="238133"/>
                  <a:pt x="56576" y="238655"/>
                  <a:pt x="54870" y="240684"/>
                </a:cubicBezTo>
                <a:cubicBezTo>
                  <a:pt x="53445" y="242382"/>
                  <a:pt x="51250" y="244155"/>
                  <a:pt x="49999" y="244636"/>
                </a:cubicBezTo>
                <a:cubicBezTo>
                  <a:pt x="46760" y="245861"/>
                  <a:pt x="46843" y="251196"/>
                  <a:pt x="50148" y="254302"/>
                </a:cubicBezTo>
                <a:cubicBezTo>
                  <a:pt x="54323" y="258229"/>
                  <a:pt x="61869" y="269950"/>
                  <a:pt x="67634" y="281464"/>
                </a:cubicBezTo>
                <a:cubicBezTo>
                  <a:pt x="71735" y="289648"/>
                  <a:pt x="73466" y="292257"/>
                  <a:pt x="74278" y="291454"/>
                </a:cubicBezTo>
                <a:cubicBezTo>
                  <a:pt x="75081" y="290642"/>
                  <a:pt x="74684" y="289640"/>
                  <a:pt x="72745" y="287618"/>
                </a:cubicBezTo>
                <a:close/>
                <a:moveTo>
                  <a:pt x="99907" y="286086"/>
                </a:moveTo>
                <a:cubicBezTo>
                  <a:pt x="94622" y="282872"/>
                  <a:pt x="94440" y="280611"/>
                  <a:pt x="99459" y="280611"/>
                </a:cubicBezTo>
                <a:cubicBezTo>
                  <a:pt x="101066" y="280611"/>
                  <a:pt x="103212" y="281050"/>
                  <a:pt x="104214" y="281580"/>
                </a:cubicBezTo>
                <a:cubicBezTo>
                  <a:pt x="105432" y="282234"/>
                  <a:pt x="106235" y="282234"/>
                  <a:pt x="106641" y="281580"/>
                </a:cubicBezTo>
                <a:cubicBezTo>
                  <a:pt x="106972" y="281050"/>
                  <a:pt x="108149" y="280611"/>
                  <a:pt x="109250" y="280611"/>
                </a:cubicBezTo>
                <a:cubicBezTo>
                  <a:pt x="111006" y="280611"/>
                  <a:pt x="110816" y="280122"/>
                  <a:pt x="107635" y="276610"/>
                </a:cubicBezTo>
                <a:cubicBezTo>
                  <a:pt x="104993" y="273686"/>
                  <a:pt x="104313" y="272319"/>
                  <a:pt x="105100" y="271532"/>
                </a:cubicBezTo>
                <a:cubicBezTo>
                  <a:pt x="105871" y="270762"/>
                  <a:pt x="106964" y="270745"/>
                  <a:pt x="108869" y="271466"/>
                </a:cubicBezTo>
                <a:cubicBezTo>
                  <a:pt x="110576" y="272112"/>
                  <a:pt x="112522" y="272153"/>
                  <a:pt x="114220" y="271590"/>
                </a:cubicBezTo>
                <a:lnTo>
                  <a:pt x="116896" y="270695"/>
                </a:lnTo>
                <a:lnTo>
                  <a:pt x="113715" y="266777"/>
                </a:lnTo>
                <a:cubicBezTo>
                  <a:pt x="111967" y="264624"/>
                  <a:pt x="109880" y="262056"/>
                  <a:pt x="109076" y="261078"/>
                </a:cubicBezTo>
                <a:cubicBezTo>
                  <a:pt x="108273" y="260101"/>
                  <a:pt x="106442" y="259016"/>
                  <a:pt x="105001" y="258659"/>
                </a:cubicBezTo>
                <a:lnTo>
                  <a:pt x="102383" y="258030"/>
                </a:lnTo>
                <a:lnTo>
                  <a:pt x="102938" y="263439"/>
                </a:lnTo>
                <a:cubicBezTo>
                  <a:pt x="103543" y="269246"/>
                  <a:pt x="101994" y="274762"/>
                  <a:pt x="99774" y="274762"/>
                </a:cubicBezTo>
                <a:cubicBezTo>
                  <a:pt x="98333" y="274762"/>
                  <a:pt x="97538" y="272766"/>
                  <a:pt x="97214" y="268293"/>
                </a:cubicBezTo>
                <a:cubicBezTo>
                  <a:pt x="96925" y="264358"/>
                  <a:pt x="94572" y="265038"/>
                  <a:pt x="94688" y="269022"/>
                </a:cubicBezTo>
                <a:cubicBezTo>
                  <a:pt x="94787" y="272692"/>
                  <a:pt x="89693" y="279178"/>
                  <a:pt x="86786" y="279070"/>
                </a:cubicBezTo>
                <a:cubicBezTo>
                  <a:pt x="84334" y="278979"/>
                  <a:pt x="84383" y="278747"/>
                  <a:pt x="86181" y="282201"/>
                </a:cubicBezTo>
                <a:cubicBezTo>
                  <a:pt x="86984" y="283733"/>
                  <a:pt x="87639" y="284504"/>
                  <a:pt x="87647" y="283907"/>
                </a:cubicBezTo>
                <a:cubicBezTo>
                  <a:pt x="87655" y="282582"/>
                  <a:pt x="92427" y="277687"/>
                  <a:pt x="93702" y="277687"/>
                </a:cubicBezTo>
                <a:cubicBezTo>
                  <a:pt x="94208" y="277687"/>
                  <a:pt x="94498" y="279111"/>
                  <a:pt x="94348" y="280851"/>
                </a:cubicBezTo>
                <a:cubicBezTo>
                  <a:pt x="94199" y="282590"/>
                  <a:pt x="94613" y="285854"/>
                  <a:pt x="95268" y="288099"/>
                </a:cubicBezTo>
                <a:lnTo>
                  <a:pt x="96461" y="292174"/>
                </a:lnTo>
                <a:lnTo>
                  <a:pt x="99683" y="290045"/>
                </a:lnTo>
                <a:lnTo>
                  <a:pt x="102914" y="287908"/>
                </a:lnTo>
                <a:lnTo>
                  <a:pt x="99907" y="286086"/>
                </a:lnTo>
                <a:close/>
                <a:moveTo>
                  <a:pt x="265874" y="290774"/>
                </a:moveTo>
                <a:cubicBezTo>
                  <a:pt x="265874" y="289938"/>
                  <a:pt x="265426" y="289532"/>
                  <a:pt x="264888" y="289872"/>
                </a:cubicBezTo>
                <a:cubicBezTo>
                  <a:pt x="264341" y="290203"/>
                  <a:pt x="264151" y="290890"/>
                  <a:pt x="264457" y="291387"/>
                </a:cubicBezTo>
                <a:cubicBezTo>
                  <a:pt x="265294" y="292738"/>
                  <a:pt x="265874" y="292489"/>
                  <a:pt x="265874" y="290774"/>
                </a:cubicBezTo>
                <a:close/>
                <a:moveTo>
                  <a:pt x="314572" y="288886"/>
                </a:moveTo>
                <a:cubicBezTo>
                  <a:pt x="315235" y="288082"/>
                  <a:pt x="315566" y="287428"/>
                  <a:pt x="315293" y="287428"/>
                </a:cubicBezTo>
                <a:cubicBezTo>
                  <a:pt x="315028" y="287428"/>
                  <a:pt x="314266" y="288082"/>
                  <a:pt x="313595" y="288886"/>
                </a:cubicBezTo>
                <a:cubicBezTo>
                  <a:pt x="312932" y="289689"/>
                  <a:pt x="312601" y="290344"/>
                  <a:pt x="312874" y="290344"/>
                </a:cubicBezTo>
                <a:cubicBezTo>
                  <a:pt x="313139" y="290344"/>
                  <a:pt x="313901" y="289689"/>
                  <a:pt x="314572" y="288886"/>
                </a:cubicBezTo>
                <a:close/>
                <a:moveTo>
                  <a:pt x="229601" y="280478"/>
                </a:moveTo>
                <a:cubicBezTo>
                  <a:pt x="233204" y="274961"/>
                  <a:pt x="234711" y="271706"/>
                  <a:pt x="234711" y="269387"/>
                </a:cubicBezTo>
                <a:cubicBezTo>
                  <a:pt x="234711" y="264847"/>
                  <a:pt x="233253" y="264392"/>
                  <a:pt x="229791" y="267846"/>
                </a:cubicBezTo>
                <a:cubicBezTo>
                  <a:pt x="226718" y="270919"/>
                  <a:pt x="220646" y="272774"/>
                  <a:pt x="219006" y="271134"/>
                </a:cubicBezTo>
                <a:cubicBezTo>
                  <a:pt x="218385" y="270513"/>
                  <a:pt x="219296" y="269088"/>
                  <a:pt x="221615" y="267059"/>
                </a:cubicBezTo>
                <a:cubicBezTo>
                  <a:pt x="225492" y="263654"/>
                  <a:pt x="225459" y="261965"/>
                  <a:pt x="221549" y="264060"/>
                </a:cubicBezTo>
                <a:cubicBezTo>
                  <a:pt x="220116" y="264822"/>
                  <a:pt x="218666" y="266827"/>
                  <a:pt x="218045" y="268906"/>
                </a:cubicBezTo>
                <a:cubicBezTo>
                  <a:pt x="217134" y="271946"/>
                  <a:pt x="217275" y="272915"/>
                  <a:pt x="219023" y="275798"/>
                </a:cubicBezTo>
                <a:cubicBezTo>
                  <a:pt x="220149" y="277637"/>
                  <a:pt x="221069" y="280130"/>
                  <a:pt x="221069" y="281340"/>
                </a:cubicBezTo>
                <a:cubicBezTo>
                  <a:pt x="221069" y="282541"/>
                  <a:pt x="221566" y="283526"/>
                  <a:pt x="222162" y="283526"/>
                </a:cubicBezTo>
                <a:cubicBezTo>
                  <a:pt x="222800" y="283526"/>
                  <a:pt x="223073" y="284678"/>
                  <a:pt x="222833" y="286351"/>
                </a:cubicBezTo>
                <a:cubicBezTo>
                  <a:pt x="222203" y="290642"/>
                  <a:pt x="223910" y="289159"/>
                  <a:pt x="229601" y="280478"/>
                </a:cubicBezTo>
                <a:close/>
                <a:moveTo>
                  <a:pt x="111205" y="285788"/>
                </a:moveTo>
                <a:cubicBezTo>
                  <a:pt x="110501" y="285506"/>
                  <a:pt x="109665" y="285539"/>
                  <a:pt x="109341" y="285862"/>
                </a:cubicBezTo>
                <a:cubicBezTo>
                  <a:pt x="109018" y="286185"/>
                  <a:pt x="109590" y="286417"/>
                  <a:pt x="110617" y="286376"/>
                </a:cubicBezTo>
                <a:cubicBezTo>
                  <a:pt x="111752" y="286326"/>
                  <a:pt x="111984" y="286094"/>
                  <a:pt x="111205" y="285788"/>
                </a:cubicBezTo>
                <a:close/>
                <a:moveTo>
                  <a:pt x="249804" y="284504"/>
                </a:moveTo>
                <a:cubicBezTo>
                  <a:pt x="250574" y="283261"/>
                  <a:pt x="248313" y="283261"/>
                  <a:pt x="246399" y="284504"/>
                </a:cubicBezTo>
                <a:cubicBezTo>
                  <a:pt x="245207" y="285266"/>
                  <a:pt x="245339" y="285448"/>
                  <a:pt x="247070" y="285465"/>
                </a:cubicBezTo>
                <a:cubicBezTo>
                  <a:pt x="248247" y="285473"/>
                  <a:pt x="249472" y="285034"/>
                  <a:pt x="249804" y="284504"/>
                </a:cubicBezTo>
                <a:close/>
                <a:moveTo>
                  <a:pt x="265344" y="283402"/>
                </a:moveTo>
                <a:cubicBezTo>
                  <a:pt x="265882" y="282905"/>
                  <a:pt x="264946" y="282557"/>
                  <a:pt x="263082" y="282557"/>
                </a:cubicBezTo>
                <a:cubicBezTo>
                  <a:pt x="261334" y="282557"/>
                  <a:pt x="259139" y="282143"/>
                  <a:pt x="258212" y="281646"/>
                </a:cubicBezTo>
                <a:cubicBezTo>
                  <a:pt x="257184" y="281099"/>
                  <a:pt x="255967" y="281091"/>
                  <a:pt x="255114" y="281638"/>
                </a:cubicBezTo>
                <a:cubicBezTo>
                  <a:pt x="254012" y="282325"/>
                  <a:pt x="254186" y="282524"/>
                  <a:pt x="255892" y="282541"/>
                </a:cubicBezTo>
                <a:cubicBezTo>
                  <a:pt x="257168" y="282549"/>
                  <a:pt x="258087" y="283154"/>
                  <a:pt x="258087" y="283990"/>
                </a:cubicBezTo>
                <a:cubicBezTo>
                  <a:pt x="258087" y="285084"/>
                  <a:pt x="258841" y="285282"/>
                  <a:pt x="261252" y="284835"/>
                </a:cubicBezTo>
                <a:cubicBezTo>
                  <a:pt x="262991" y="284512"/>
                  <a:pt x="264830" y="283866"/>
                  <a:pt x="265344" y="283402"/>
                </a:cubicBezTo>
                <a:close/>
                <a:moveTo>
                  <a:pt x="278928" y="278954"/>
                </a:moveTo>
                <a:cubicBezTo>
                  <a:pt x="275996" y="276808"/>
                  <a:pt x="275607" y="277529"/>
                  <a:pt x="277852" y="280950"/>
                </a:cubicBezTo>
                <a:cubicBezTo>
                  <a:pt x="279740" y="283825"/>
                  <a:pt x="280038" y="283974"/>
                  <a:pt x="280337" y="282218"/>
                </a:cubicBezTo>
                <a:cubicBezTo>
                  <a:pt x="280519" y="281116"/>
                  <a:pt x="279898" y="279666"/>
                  <a:pt x="278928" y="278954"/>
                </a:cubicBezTo>
                <a:close/>
                <a:moveTo>
                  <a:pt x="126149" y="281232"/>
                </a:moveTo>
                <a:cubicBezTo>
                  <a:pt x="125155" y="280511"/>
                  <a:pt x="124575" y="279302"/>
                  <a:pt x="124865" y="278556"/>
                </a:cubicBezTo>
                <a:cubicBezTo>
                  <a:pt x="125262" y="277513"/>
                  <a:pt x="124169" y="277148"/>
                  <a:pt x="120151" y="276966"/>
                </a:cubicBezTo>
                <a:cubicBezTo>
                  <a:pt x="117202" y="276833"/>
                  <a:pt x="114925" y="277156"/>
                  <a:pt x="114925" y="277695"/>
                </a:cubicBezTo>
                <a:cubicBezTo>
                  <a:pt x="114925" y="278225"/>
                  <a:pt x="115910" y="278664"/>
                  <a:pt x="117111" y="278664"/>
                </a:cubicBezTo>
                <a:cubicBezTo>
                  <a:pt x="118321" y="278664"/>
                  <a:pt x="120615" y="279509"/>
                  <a:pt x="122222" y="280544"/>
                </a:cubicBezTo>
                <a:cubicBezTo>
                  <a:pt x="125652" y="282731"/>
                  <a:pt x="129015" y="283328"/>
                  <a:pt x="126149" y="281232"/>
                </a:cubicBezTo>
                <a:close/>
                <a:moveTo>
                  <a:pt x="272948" y="280031"/>
                </a:moveTo>
                <a:cubicBezTo>
                  <a:pt x="273379" y="277786"/>
                  <a:pt x="273271" y="277670"/>
                  <a:pt x="271970" y="278962"/>
                </a:cubicBezTo>
                <a:cubicBezTo>
                  <a:pt x="271175" y="279766"/>
                  <a:pt x="270811" y="280901"/>
                  <a:pt x="271175" y="281489"/>
                </a:cubicBezTo>
                <a:cubicBezTo>
                  <a:pt x="272144" y="283054"/>
                  <a:pt x="272409" y="282831"/>
                  <a:pt x="272948" y="280031"/>
                </a:cubicBezTo>
                <a:close/>
                <a:moveTo>
                  <a:pt x="256696" y="277107"/>
                </a:moveTo>
                <a:cubicBezTo>
                  <a:pt x="259495" y="275467"/>
                  <a:pt x="261003" y="273901"/>
                  <a:pt x="261003" y="272650"/>
                </a:cubicBezTo>
                <a:cubicBezTo>
                  <a:pt x="261003" y="270952"/>
                  <a:pt x="260639" y="271085"/>
                  <a:pt x="258013" y="273719"/>
                </a:cubicBezTo>
                <a:cubicBezTo>
                  <a:pt x="256364" y="275367"/>
                  <a:pt x="253954" y="276974"/>
                  <a:pt x="252653" y="277306"/>
                </a:cubicBezTo>
                <a:cubicBezTo>
                  <a:pt x="251353" y="277629"/>
                  <a:pt x="250293" y="278283"/>
                  <a:pt x="250293" y="278763"/>
                </a:cubicBezTo>
                <a:cubicBezTo>
                  <a:pt x="250293" y="280238"/>
                  <a:pt x="252198" y="279741"/>
                  <a:pt x="256696" y="277107"/>
                </a:cubicBezTo>
                <a:close/>
                <a:moveTo>
                  <a:pt x="200625" y="274083"/>
                </a:moveTo>
                <a:cubicBezTo>
                  <a:pt x="200625" y="271557"/>
                  <a:pt x="200319" y="270786"/>
                  <a:pt x="199598" y="271507"/>
                </a:cubicBezTo>
                <a:cubicBezTo>
                  <a:pt x="198695" y="272410"/>
                  <a:pt x="199242" y="277687"/>
                  <a:pt x="200244" y="277687"/>
                </a:cubicBezTo>
                <a:cubicBezTo>
                  <a:pt x="200451" y="277687"/>
                  <a:pt x="200625" y="276063"/>
                  <a:pt x="200625" y="274083"/>
                </a:cubicBezTo>
                <a:close/>
                <a:moveTo>
                  <a:pt x="179651" y="264781"/>
                </a:moveTo>
                <a:cubicBezTo>
                  <a:pt x="182501" y="258751"/>
                  <a:pt x="185615" y="251594"/>
                  <a:pt x="186576" y="248860"/>
                </a:cubicBezTo>
                <a:cubicBezTo>
                  <a:pt x="188308" y="243923"/>
                  <a:pt x="188299" y="243890"/>
                  <a:pt x="186088" y="240784"/>
                </a:cubicBezTo>
                <a:cubicBezTo>
                  <a:pt x="183470" y="237098"/>
                  <a:pt x="182012" y="237263"/>
                  <a:pt x="180944" y="241372"/>
                </a:cubicBezTo>
                <a:cubicBezTo>
                  <a:pt x="180107" y="244611"/>
                  <a:pt x="173820" y="250823"/>
                  <a:pt x="172320" y="249896"/>
                </a:cubicBezTo>
                <a:cubicBezTo>
                  <a:pt x="170987" y="249067"/>
                  <a:pt x="171202" y="246822"/>
                  <a:pt x="172942" y="243459"/>
                </a:cubicBezTo>
                <a:cubicBezTo>
                  <a:pt x="174963" y="239541"/>
                  <a:pt x="173969" y="238763"/>
                  <a:pt x="171003" y="241952"/>
                </a:cubicBezTo>
                <a:cubicBezTo>
                  <a:pt x="169703" y="243360"/>
                  <a:pt x="166646" y="245008"/>
                  <a:pt x="164178" y="245630"/>
                </a:cubicBezTo>
                <a:cubicBezTo>
                  <a:pt x="161726" y="246243"/>
                  <a:pt x="159721" y="246855"/>
                  <a:pt x="159721" y="246980"/>
                </a:cubicBezTo>
                <a:cubicBezTo>
                  <a:pt x="159721" y="247104"/>
                  <a:pt x="160119" y="248471"/>
                  <a:pt x="160616" y="250028"/>
                </a:cubicBezTo>
                <a:cubicBezTo>
                  <a:pt x="161105" y="251577"/>
                  <a:pt x="161767" y="254054"/>
                  <a:pt x="162090" y="255528"/>
                </a:cubicBezTo>
                <a:cubicBezTo>
                  <a:pt x="162604" y="257873"/>
                  <a:pt x="163134" y="258204"/>
                  <a:pt x="166373" y="258204"/>
                </a:cubicBezTo>
                <a:cubicBezTo>
                  <a:pt x="170846" y="258204"/>
                  <a:pt x="174408" y="260424"/>
                  <a:pt x="172710" y="262147"/>
                </a:cubicBezTo>
                <a:cubicBezTo>
                  <a:pt x="171045" y="263837"/>
                  <a:pt x="162935" y="264532"/>
                  <a:pt x="161254" y="263141"/>
                </a:cubicBezTo>
                <a:cubicBezTo>
                  <a:pt x="160136" y="262205"/>
                  <a:pt x="159647" y="262362"/>
                  <a:pt x="158818" y="263919"/>
                </a:cubicBezTo>
                <a:cubicBezTo>
                  <a:pt x="158239" y="264996"/>
                  <a:pt x="157775" y="266007"/>
                  <a:pt x="157775" y="266181"/>
                </a:cubicBezTo>
                <a:cubicBezTo>
                  <a:pt x="157766" y="266346"/>
                  <a:pt x="160177" y="266338"/>
                  <a:pt x="163126" y="266148"/>
                </a:cubicBezTo>
                <a:cubicBezTo>
                  <a:pt x="167483" y="265883"/>
                  <a:pt x="168485" y="266106"/>
                  <a:pt x="168485" y="267341"/>
                </a:cubicBezTo>
                <a:cubicBezTo>
                  <a:pt x="168485" y="269552"/>
                  <a:pt x="163051" y="272029"/>
                  <a:pt x="158984" y="271673"/>
                </a:cubicBezTo>
                <a:cubicBezTo>
                  <a:pt x="154453" y="271283"/>
                  <a:pt x="153558" y="273487"/>
                  <a:pt x="157957" y="274199"/>
                </a:cubicBezTo>
                <a:cubicBezTo>
                  <a:pt x="164915" y="275334"/>
                  <a:pt x="166191" y="275475"/>
                  <a:pt x="170258" y="275607"/>
                </a:cubicBezTo>
                <a:lnTo>
                  <a:pt x="174466" y="275740"/>
                </a:lnTo>
                <a:lnTo>
                  <a:pt x="179651" y="264781"/>
                </a:lnTo>
                <a:close/>
                <a:moveTo>
                  <a:pt x="195373" y="274199"/>
                </a:moveTo>
                <a:cubicBezTo>
                  <a:pt x="195050" y="273346"/>
                  <a:pt x="194769" y="272145"/>
                  <a:pt x="194752" y="271515"/>
                </a:cubicBezTo>
                <a:cubicBezTo>
                  <a:pt x="194735" y="270894"/>
                  <a:pt x="194272" y="271151"/>
                  <a:pt x="193725" y="272095"/>
                </a:cubicBezTo>
                <a:cubicBezTo>
                  <a:pt x="192656" y="273918"/>
                  <a:pt x="193269" y="275740"/>
                  <a:pt x="194943" y="275740"/>
                </a:cubicBezTo>
                <a:cubicBezTo>
                  <a:pt x="195506" y="275740"/>
                  <a:pt x="195696" y="275044"/>
                  <a:pt x="195373" y="274199"/>
                </a:cubicBezTo>
                <a:close/>
                <a:moveTo>
                  <a:pt x="212487" y="267332"/>
                </a:moveTo>
                <a:cubicBezTo>
                  <a:pt x="214367" y="265278"/>
                  <a:pt x="214359" y="265261"/>
                  <a:pt x="211882" y="264640"/>
                </a:cubicBezTo>
                <a:cubicBezTo>
                  <a:pt x="210507" y="264292"/>
                  <a:pt x="209389" y="263406"/>
                  <a:pt x="209389" y="262669"/>
                </a:cubicBezTo>
                <a:cubicBezTo>
                  <a:pt x="209389" y="261144"/>
                  <a:pt x="214251" y="259181"/>
                  <a:pt x="218029" y="259181"/>
                </a:cubicBezTo>
                <a:lnTo>
                  <a:pt x="220538" y="259181"/>
                </a:lnTo>
                <a:lnTo>
                  <a:pt x="217532" y="256439"/>
                </a:lnTo>
                <a:cubicBezTo>
                  <a:pt x="213746" y="252977"/>
                  <a:pt x="211592" y="247096"/>
                  <a:pt x="213340" y="244992"/>
                </a:cubicBezTo>
                <a:cubicBezTo>
                  <a:pt x="214400" y="243716"/>
                  <a:pt x="214856" y="243815"/>
                  <a:pt x="216960" y="245754"/>
                </a:cubicBezTo>
                <a:cubicBezTo>
                  <a:pt x="218294" y="246980"/>
                  <a:pt x="219959" y="249299"/>
                  <a:pt x="220679" y="250906"/>
                </a:cubicBezTo>
                <a:cubicBezTo>
                  <a:pt x="221483" y="252712"/>
                  <a:pt x="221988" y="253176"/>
                  <a:pt x="222013" y="252124"/>
                </a:cubicBezTo>
                <a:cubicBezTo>
                  <a:pt x="222071" y="249399"/>
                  <a:pt x="225517" y="250111"/>
                  <a:pt x="228292" y="253416"/>
                </a:cubicBezTo>
                <a:cubicBezTo>
                  <a:pt x="230661" y="256224"/>
                  <a:pt x="231265" y="257972"/>
                  <a:pt x="230884" y="260888"/>
                </a:cubicBezTo>
                <a:cubicBezTo>
                  <a:pt x="230802" y="261559"/>
                  <a:pt x="231406" y="262105"/>
                  <a:pt x="232235" y="262105"/>
                </a:cubicBezTo>
                <a:cubicBezTo>
                  <a:pt x="234264" y="262105"/>
                  <a:pt x="234140" y="261128"/>
                  <a:pt x="231323" y="254758"/>
                </a:cubicBezTo>
                <a:cubicBezTo>
                  <a:pt x="229998" y="251751"/>
                  <a:pt x="228474" y="249572"/>
                  <a:pt x="227936" y="249904"/>
                </a:cubicBezTo>
                <a:cubicBezTo>
                  <a:pt x="227397" y="250235"/>
                  <a:pt x="225964" y="250011"/>
                  <a:pt x="224746" y="249399"/>
                </a:cubicBezTo>
                <a:cubicBezTo>
                  <a:pt x="221922" y="247982"/>
                  <a:pt x="213282" y="238680"/>
                  <a:pt x="213282" y="237048"/>
                </a:cubicBezTo>
                <a:cubicBezTo>
                  <a:pt x="213282" y="236327"/>
                  <a:pt x="212098" y="235805"/>
                  <a:pt x="210474" y="235805"/>
                </a:cubicBezTo>
                <a:cubicBezTo>
                  <a:pt x="207782" y="235805"/>
                  <a:pt x="207525" y="236203"/>
                  <a:pt x="204742" y="244818"/>
                </a:cubicBezTo>
                <a:cubicBezTo>
                  <a:pt x="202340" y="252223"/>
                  <a:pt x="202058" y="253963"/>
                  <a:pt x="203168" y="254601"/>
                </a:cubicBezTo>
                <a:cubicBezTo>
                  <a:pt x="204717" y="255495"/>
                  <a:pt x="204932" y="260192"/>
                  <a:pt x="203632" y="264715"/>
                </a:cubicBezTo>
                <a:cubicBezTo>
                  <a:pt x="202944" y="267117"/>
                  <a:pt x="203069" y="267929"/>
                  <a:pt x="204170" y="268351"/>
                </a:cubicBezTo>
                <a:cubicBezTo>
                  <a:pt x="204949" y="268649"/>
                  <a:pt x="206067" y="270281"/>
                  <a:pt x="206655" y="271971"/>
                </a:cubicBezTo>
                <a:lnTo>
                  <a:pt x="207732" y="275044"/>
                </a:lnTo>
                <a:lnTo>
                  <a:pt x="209165" y="272228"/>
                </a:lnTo>
                <a:cubicBezTo>
                  <a:pt x="209952" y="270670"/>
                  <a:pt x="211451" y="268475"/>
                  <a:pt x="212487" y="267332"/>
                </a:cubicBezTo>
                <a:close/>
                <a:moveTo>
                  <a:pt x="149011" y="269892"/>
                </a:moveTo>
                <a:cubicBezTo>
                  <a:pt x="149011" y="267639"/>
                  <a:pt x="147338" y="267423"/>
                  <a:pt x="144795" y="269353"/>
                </a:cubicBezTo>
                <a:cubicBezTo>
                  <a:pt x="143080" y="270654"/>
                  <a:pt x="143080" y="270712"/>
                  <a:pt x="144795" y="271159"/>
                </a:cubicBezTo>
                <a:cubicBezTo>
                  <a:pt x="148249" y="272046"/>
                  <a:pt x="149011" y="271822"/>
                  <a:pt x="149011" y="269892"/>
                </a:cubicBezTo>
                <a:close/>
                <a:moveTo>
                  <a:pt x="152979" y="266239"/>
                </a:moveTo>
                <a:cubicBezTo>
                  <a:pt x="152175" y="264847"/>
                  <a:pt x="151985" y="265162"/>
                  <a:pt x="151985" y="267945"/>
                </a:cubicBezTo>
                <a:cubicBezTo>
                  <a:pt x="151985" y="270728"/>
                  <a:pt x="152175" y="271043"/>
                  <a:pt x="152979" y="269652"/>
                </a:cubicBezTo>
                <a:cubicBezTo>
                  <a:pt x="153658" y="268492"/>
                  <a:pt x="153658" y="267398"/>
                  <a:pt x="152979" y="266239"/>
                </a:cubicBezTo>
                <a:close/>
                <a:moveTo>
                  <a:pt x="239565" y="264292"/>
                </a:moveTo>
                <a:cubicBezTo>
                  <a:pt x="239574" y="263621"/>
                  <a:pt x="239143" y="263075"/>
                  <a:pt x="238605" y="263075"/>
                </a:cubicBezTo>
                <a:cubicBezTo>
                  <a:pt x="238074" y="263075"/>
                  <a:pt x="237635" y="264284"/>
                  <a:pt x="237644" y="265758"/>
                </a:cubicBezTo>
                <a:cubicBezTo>
                  <a:pt x="237660" y="267838"/>
                  <a:pt x="237867" y="268111"/>
                  <a:pt x="238605" y="266976"/>
                </a:cubicBezTo>
                <a:cubicBezTo>
                  <a:pt x="239126" y="266173"/>
                  <a:pt x="239557" y="264963"/>
                  <a:pt x="239565" y="264292"/>
                </a:cubicBezTo>
                <a:close/>
                <a:moveTo>
                  <a:pt x="140239" y="264483"/>
                </a:moveTo>
                <a:cubicBezTo>
                  <a:pt x="140239" y="264242"/>
                  <a:pt x="139559" y="264052"/>
                  <a:pt x="138723" y="264052"/>
                </a:cubicBezTo>
                <a:cubicBezTo>
                  <a:pt x="137886" y="264052"/>
                  <a:pt x="137480" y="264499"/>
                  <a:pt x="137820" y="265038"/>
                </a:cubicBezTo>
                <a:cubicBezTo>
                  <a:pt x="138375" y="265941"/>
                  <a:pt x="140239" y="265510"/>
                  <a:pt x="140239" y="264483"/>
                </a:cubicBezTo>
                <a:close/>
                <a:moveTo>
                  <a:pt x="147561" y="258900"/>
                </a:moveTo>
                <a:cubicBezTo>
                  <a:pt x="146484" y="255189"/>
                  <a:pt x="145424" y="253391"/>
                  <a:pt x="144099" y="253043"/>
                </a:cubicBezTo>
                <a:cubicBezTo>
                  <a:pt x="142235" y="252555"/>
                  <a:pt x="142235" y="252613"/>
                  <a:pt x="144198" y="255363"/>
                </a:cubicBezTo>
                <a:cubicBezTo>
                  <a:pt x="145300" y="256920"/>
                  <a:pt x="146286" y="259397"/>
                  <a:pt x="146385" y="260871"/>
                </a:cubicBezTo>
                <a:cubicBezTo>
                  <a:pt x="146551" y="263290"/>
                  <a:pt x="147942" y="265435"/>
                  <a:pt x="148796" y="264590"/>
                </a:cubicBezTo>
                <a:cubicBezTo>
                  <a:pt x="148978" y="264408"/>
                  <a:pt x="148423" y="261849"/>
                  <a:pt x="147561" y="258900"/>
                </a:cubicBezTo>
                <a:close/>
                <a:moveTo>
                  <a:pt x="156309" y="255777"/>
                </a:moveTo>
                <a:cubicBezTo>
                  <a:pt x="156309" y="252828"/>
                  <a:pt x="155986" y="250417"/>
                  <a:pt x="155580" y="250417"/>
                </a:cubicBezTo>
                <a:cubicBezTo>
                  <a:pt x="155182" y="250417"/>
                  <a:pt x="154851" y="250972"/>
                  <a:pt x="154851" y="251643"/>
                </a:cubicBezTo>
                <a:cubicBezTo>
                  <a:pt x="154851" y="252323"/>
                  <a:pt x="153923" y="254617"/>
                  <a:pt x="152788" y="256738"/>
                </a:cubicBezTo>
                <a:cubicBezTo>
                  <a:pt x="151040" y="259993"/>
                  <a:pt x="150982" y="260366"/>
                  <a:pt x="152440" y="259165"/>
                </a:cubicBezTo>
                <a:cubicBezTo>
                  <a:pt x="153964" y="257897"/>
                  <a:pt x="154279" y="257922"/>
                  <a:pt x="155232" y="259430"/>
                </a:cubicBezTo>
                <a:cubicBezTo>
                  <a:pt x="155820" y="260366"/>
                  <a:pt x="156300" y="261128"/>
                  <a:pt x="156309" y="261128"/>
                </a:cubicBezTo>
                <a:cubicBezTo>
                  <a:pt x="156309" y="261128"/>
                  <a:pt x="156317" y="258717"/>
                  <a:pt x="156317" y="255777"/>
                </a:cubicBezTo>
                <a:close/>
                <a:moveTo>
                  <a:pt x="246010" y="256522"/>
                </a:moveTo>
                <a:cubicBezTo>
                  <a:pt x="245231" y="255744"/>
                  <a:pt x="244825" y="256274"/>
                  <a:pt x="243997" y="259181"/>
                </a:cubicBezTo>
                <a:lnTo>
                  <a:pt x="243293" y="261617"/>
                </a:lnTo>
                <a:lnTo>
                  <a:pt x="244950" y="259364"/>
                </a:lnTo>
                <a:cubicBezTo>
                  <a:pt x="245853" y="258121"/>
                  <a:pt x="246333" y="256845"/>
                  <a:pt x="246010" y="256522"/>
                </a:cubicBezTo>
                <a:close/>
                <a:moveTo>
                  <a:pt x="139535" y="256257"/>
                </a:moveTo>
                <a:cubicBezTo>
                  <a:pt x="139195" y="253756"/>
                  <a:pt x="139394" y="252364"/>
                  <a:pt x="140081" y="252364"/>
                </a:cubicBezTo>
                <a:cubicBezTo>
                  <a:pt x="140678" y="252364"/>
                  <a:pt x="140073" y="250765"/>
                  <a:pt x="138756" y="248819"/>
                </a:cubicBezTo>
                <a:cubicBezTo>
                  <a:pt x="136163" y="245008"/>
                  <a:pt x="135782" y="243600"/>
                  <a:pt x="137323" y="243600"/>
                </a:cubicBezTo>
                <a:cubicBezTo>
                  <a:pt x="139245" y="243600"/>
                  <a:pt x="138251" y="240891"/>
                  <a:pt x="136122" y="240336"/>
                </a:cubicBezTo>
                <a:cubicBezTo>
                  <a:pt x="133405" y="239624"/>
                  <a:pt x="133446" y="239583"/>
                  <a:pt x="129503" y="248728"/>
                </a:cubicBezTo>
                <a:cubicBezTo>
                  <a:pt x="125776" y="257367"/>
                  <a:pt x="126074" y="258320"/>
                  <a:pt x="132668" y="258933"/>
                </a:cubicBezTo>
                <a:lnTo>
                  <a:pt x="136818" y="259322"/>
                </a:lnTo>
                <a:lnTo>
                  <a:pt x="134523" y="256878"/>
                </a:lnTo>
                <a:cubicBezTo>
                  <a:pt x="131574" y="253739"/>
                  <a:pt x="130348" y="245547"/>
                  <a:pt x="132825" y="245547"/>
                </a:cubicBezTo>
                <a:cubicBezTo>
                  <a:pt x="134888" y="245547"/>
                  <a:pt x="138284" y="251105"/>
                  <a:pt x="138292" y="254476"/>
                </a:cubicBezTo>
                <a:cubicBezTo>
                  <a:pt x="138292" y="256928"/>
                  <a:pt x="139129" y="260159"/>
                  <a:pt x="139767" y="260159"/>
                </a:cubicBezTo>
                <a:cubicBezTo>
                  <a:pt x="139924" y="260159"/>
                  <a:pt x="139825" y="258403"/>
                  <a:pt x="139535" y="256257"/>
                </a:cubicBezTo>
                <a:close/>
                <a:moveTo>
                  <a:pt x="223023" y="256257"/>
                </a:moveTo>
                <a:cubicBezTo>
                  <a:pt x="222402" y="255098"/>
                  <a:pt x="221682" y="254360"/>
                  <a:pt x="221416" y="254617"/>
                </a:cubicBezTo>
                <a:cubicBezTo>
                  <a:pt x="221151" y="254882"/>
                  <a:pt x="221499" y="255992"/>
                  <a:pt x="222187" y="257094"/>
                </a:cubicBezTo>
                <a:cubicBezTo>
                  <a:pt x="223810" y="259695"/>
                  <a:pt x="224498" y="259007"/>
                  <a:pt x="223023" y="256257"/>
                </a:cubicBezTo>
                <a:close/>
                <a:moveTo>
                  <a:pt x="238141" y="253341"/>
                </a:moveTo>
                <a:cubicBezTo>
                  <a:pt x="238878" y="253341"/>
                  <a:pt x="239980" y="254104"/>
                  <a:pt x="240576" y="255040"/>
                </a:cubicBezTo>
                <a:cubicBezTo>
                  <a:pt x="241554" y="256564"/>
                  <a:pt x="241595" y="256531"/>
                  <a:pt x="240965" y="254799"/>
                </a:cubicBezTo>
                <a:cubicBezTo>
                  <a:pt x="240576" y="253731"/>
                  <a:pt x="239963" y="250881"/>
                  <a:pt x="239599" y="248471"/>
                </a:cubicBezTo>
                <a:cubicBezTo>
                  <a:pt x="238961" y="244188"/>
                  <a:pt x="238340" y="244445"/>
                  <a:pt x="237271" y="249440"/>
                </a:cubicBezTo>
                <a:cubicBezTo>
                  <a:pt x="236550" y="252828"/>
                  <a:pt x="235863" y="257119"/>
                  <a:pt x="236376" y="255040"/>
                </a:cubicBezTo>
                <a:cubicBezTo>
                  <a:pt x="236608" y="254104"/>
                  <a:pt x="237404" y="253341"/>
                  <a:pt x="238141" y="253341"/>
                </a:cubicBezTo>
                <a:close/>
                <a:moveTo>
                  <a:pt x="103717" y="253341"/>
                </a:moveTo>
                <a:cubicBezTo>
                  <a:pt x="103386" y="252803"/>
                  <a:pt x="102160" y="252405"/>
                  <a:pt x="100983" y="252463"/>
                </a:cubicBezTo>
                <a:cubicBezTo>
                  <a:pt x="98995" y="252555"/>
                  <a:pt x="99020" y="252613"/>
                  <a:pt x="101290" y="253341"/>
                </a:cubicBezTo>
                <a:cubicBezTo>
                  <a:pt x="102624" y="253764"/>
                  <a:pt x="103858" y="254162"/>
                  <a:pt x="104023" y="254211"/>
                </a:cubicBezTo>
                <a:cubicBezTo>
                  <a:pt x="104189" y="254269"/>
                  <a:pt x="104048" y="253872"/>
                  <a:pt x="103717" y="253341"/>
                </a:cubicBezTo>
                <a:close/>
                <a:moveTo>
                  <a:pt x="96171" y="251312"/>
                </a:moveTo>
                <a:cubicBezTo>
                  <a:pt x="93586" y="249804"/>
                  <a:pt x="94067" y="247493"/>
                  <a:pt x="96958" y="247493"/>
                </a:cubicBezTo>
                <a:cubicBezTo>
                  <a:pt x="98333" y="247493"/>
                  <a:pt x="99211" y="247096"/>
                  <a:pt x="98904" y="246615"/>
                </a:cubicBezTo>
                <a:cubicBezTo>
                  <a:pt x="98606" y="246127"/>
                  <a:pt x="97496" y="245953"/>
                  <a:pt x="96436" y="246234"/>
                </a:cubicBezTo>
                <a:cubicBezTo>
                  <a:pt x="95376" y="246508"/>
                  <a:pt x="92750" y="245820"/>
                  <a:pt x="90596" y="244694"/>
                </a:cubicBezTo>
                <a:cubicBezTo>
                  <a:pt x="87399" y="243029"/>
                  <a:pt x="86678" y="242921"/>
                  <a:pt x="86678" y="244097"/>
                </a:cubicBezTo>
                <a:cubicBezTo>
                  <a:pt x="86678" y="244892"/>
                  <a:pt x="87084" y="245547"/>
                  <a:pt x="87573" y="245547"/>
                </a:cubicBezTo>
                <a:cubicBezTo>
                  <a:pt x="88061" y="245547"/>
                  <a:pt x="89917" y="247079"/>
                  <a:pt x="91681" y="248951"/>
                </a:cubicBezTo>
                <a:cubicBezTo>
                  <a:pt x="93454" y="250832"/>
                  <a:pt x="95566" y="252347"/>
                  <a:pt x="96386" y="252331"/>
                </a:cubicBezTo>
                <a:cubicBezTo>
                  <a:pt x="97596" y="252306"/>
                  <a:pt x="97554" y="252115"/>
                  <a:pt x="96171" y="251312"/>
                </a:cubicBezTo>
                <a:close/>
                <a:moveTo>
                  <a:pt x="122454" y="242871"/>
                </a:moveTo>
                <a:cubicBezTo>
                  <a:pt x="125610" y="236725"/>
                  <a:pt x="127913" y="230620"/>
                  <a:pt x="128965" y="225584"/>
                </a:cubicBezTo>
                <a:cubicBezTo>
                  <a:pt x="129860" y="221293"/>
                  <a:pt x="132179" y="214591"/>
                  <a:pt x="134109" y="210690"/>
                </a:cubicBezTo>
                <a:cubicBezTo>
                  <a:pt x="136776" y="205306"/>
                  <a:pt x="137356" y="203309"/>
                  <a:pt x="136503" y="202456"/>
                </a:cubicBezTo>
                <a:cubicBezTo>
                  <a:pt x="135650" y="201603"/>
                  <a:pt x="135086" y="201611"/>
                  <a:pt x="134200" y="202498"/>
                </a:cubicBezTo>
                <a:cubicBezTo>
                  <a:pt x="133562" y="203144"/>
                  <a:pt x="132220" y="203666"/>
                  <a:pt x="131226" y="203666"/>
                </a:cubicBezTo>
                <a:cubicBezTo>
                  <a:pt x="130216" y="203666"/>
                  <a:pt x="129694" y="204121"/>
                  <a:pt x="130042" y="204684"/>
                </a:cubicBezTo>
                <a:cubicBezTo>
                  <a:pt x="131185" y="206532"/>
                  <a:pt x="128485" y="208412"/>
                  <a:pt x="123117" y="209530"/>
                </a:cubicBezTo>
                <a:cubicBezTo>
                  <a:pt x="118793" y="210425"/>
                  <a:pt x="117318" y="210367"/>
                  <a:pt x="114958" y="209191"/>
                </a:cubicBezTo>
                <a:cubicBezTo>
                  <a:pt x="111793" y="207608"/>
                  <a:pt x="111329" y="207907"/>
                  <a:pt x="109234" y="212794"/>
                </a:cubicBezTo>
                <a:cubicBezTo>
                  <a:pt x="108149" y="215337"/>
                  <a:pt x="108198" y="215519"/>
                  <a:pt x="109772" y="214848"/>
                </a:cubicBezTo>
                <a:cubicBezTo>
                  <a:pt x="112878" y="213531"/>
                  <a:pt x="122794" y="213100"/>
                  <a:pt x="123929" y="214235"/>
                </a:cubicBezTo>
                <a:cubicBezTo>
                  <a:pt x="126861" y="217168"/>
                  <a:pt x="112854" y="223786"/>
                  <a:pt x="108927" y="221326"/>
                </a:cubicBezTo>
                <a:cubicBezTo>
                  <a:pt x="107453" y="220415"/>
                  <a:pt x="106807" y="220804"/>
                  <a:pt x="104719" y="223869"/>
                </a:cubicBezTo>
                <a:cubicBezTo>
                  <a:pt x="102209" y="227563"/>
                  <a:pt x="101688" y="229079"/>
                  <a:pt x="102988" y="228872"/>
                </a:cubicBezTo>
                <a:cubicBezTo>
                  <a:pt x="105498" y="228474"/>
                  <a:pt x="106152" y="229303"/>
                  <a:pt x="106152" y="232832"/>
                </a:cubicBezTo>
                <a:cubicBezTo>
                  <a:pt x="106152" y="234936"/>
                  <a:pt x="106591" y="236940"/>
                  <a:pt x="107130" y="237272"/>
                </a:cubicBezTo>
                <a:cubicBezTo>
                  <a:pt x="107668" y="237603"/>
                  <a:pt x="108107" y="237404"/>
                  <a:pt x="108107" y="236841"/>
                </a:cubicBezTo>
                <a:cubicBezTo>
                  <a:pt x="108107" y="235226"/>
                  <a:pt x="110750" y="235631"/>
                  <a:pt x="111404" y="237346"/>
                </a:cubicBezTo>
                <a:cubicBezTo>
                  <a:pt x="111735" y="238191"/>
                  <a:pt x="112000" y="240204"/>
                  <a:pt x="112000" y="241819"/>
                </a:cubicBezTo>
                <a:cubicBezTo>
                  <a:pt x="112000" y="243451"/>
                  <a:pt x="113185" y="246433"/>
                  <a:pt x="114676" y="248537"/>
                </a:cubicBezTo>
                <a:cubicBezTo>
                  <a:pt x="116150" y="250616"/>
                  <a:pt x="117410" y="252331"/>
                  <a:pt x="117468" y="252339"/>
                </a:cubicBezTo>
                <a:cubicBezTo>
                  <a:pt x="117526" y="252356"/>
                  <a:pt x="119770" y="248090"/>
                  <a:pt x="122454" y="242871"/>
                </a:cubicBezTo>
                <a:close/>
                <a:moveTo>
                  <a:pt x="80838" y="251006"/>
                </a:moveTo>
                <a:cubicBezTo>
                  <a:pt x="80838" y="250798"/>
                  <a:pt x="80151" y="250359"/>
                  <a:pt x="79322" y="250045"/>
                </a:cubicBezTo>
                <a:cubicBezTo>
                  <a:pt x="78452" y="249713"/>
                  <a:pt x="78063" y="249871"/>
                  <a:pt x="78403" y="250426"/>
                </a:cubicBezTo>
                <a:cubicBezTo>
                  <a:pt x="78974" y="251353"/>
                  <a:pt x="80838" y="251792"/>
                  <a:pt x="80838" y="251006"/>
                </a:cubicBezTo>
                <a:close/>
                <a:moveTo>
                  <a:pt x="250425" y="250417"/>
                </a:moveTo>
                <a:cubicBezTo>
                  <a:pt x="252040" y="250417"/>
                  <a:pt x="258477" y="235665"/>
                  <a:pt x="258460" y="231970"/>
                </a:cubicBezTo>
                <a:cubicBezTo>
                  <a:pt x="258452" y="230065"/>
                  <a:pt x="259015" y="228060"/>
                  <a:pt x="259703" y="227530"/>
                </a:cubicBezTo>
                <a:cubicBezTo>
                  <a:pt x="261252" y="226329"/>
                  <a:pt x="264084" y="209356"/>
                  <a:pt x="262933" y="208163"/>
                </a:cubicBezTo>
                <a:cubicBezTo>
                  <a:pt x="262461" y="207666"/>
                  <a:pt x="261392" y="208014"/>
                  <a:pt x="260431" y="208975"/>
                </a:cubicBezTo>
                <a:cubicBezTo>
                  <a:pt x="259164" y="210243"/>
                  <a:pt x="257491" y="210566"/>
                  <a:pt x="253556" y="210325"/>
                </a:cubicBezTo>
                <a:cubicBezTo>
                  <a:pt x="250500" y="210135"/>
                  <a:pt x="248205" y="210425"/>
                  <a:pt x="247973" y="211030"/>
                </a:cubicBezTo>
                <a:cubicBezTo>
                  <a:pt x="247750" y="211601"/>
                  <a:pt x="245861" y="212579"/>
                  <a:pt x="243765" y="213208"/>
                </a:cubicBezTo>
                <a:cubicBezTo>
                  <a:pt x="241669" y="213838"/>
                  <a:pt x="238911" y="215453"/>
                  <a:pt x="237652" y="216803"/>
                </a:cubicBezTo>
                <a:lnTo>
                  <a:pt x="235349" y="219247"/>
                </a:lnTo>
                <a:lnTo>
                  <a:pt x="238497" y="219247"/>
                </a:lnTo>
                <a:cubicBezTo>
                  <a:pt x="245049" y="219247"/>
                  <a:pt x="248023" y="223397"/>
                  <a:pt x="242365" y="224639"/>
                </a:cubicBezTo>
                <a:cubicBezTo>
                  <a:pt x="236269" y="225973"/>
                  <a:pt x="232326" y="233842"/>
                  <a:pt x="235084" y="239160"/>
                </a:cubicBezTo>
                <a:cubicBezTo>
                  <a:pt x="236343" y="241579"/>
                  <a:pt x="236525" y="241653"/>
                  <a:pt x="237072" y="239947"/>
                </a:cubicBezTo>
                <a:cubicBezTo>
                  <a:pt x="237395" y="238912"/>
                  <a:pt x="238762" y="237031"/>
                  <a:pt x="240096" y="235781"/>
                </a:cubicBezTo>
                <a:cubicBezTo>
                  <a:pt x="243136" y="232923"/>
                  <a:pt x="245438" y="234331"/>
                  <a:pt x="243757" y="238017"/>
                </a:cubicBezTo>
                <a:cubicBezTo>
                  <a:pt x="242978" y="239723"/>
                  <a:pt x="243061" y="240734"/>
                  <a:pt x="244072" y="242126"/>
                </a:cubicBezTo>
                <a:cubicBezTo>
                  <a:pt x="244817" y="243136"/>
                  <a:pt x="245422" y="244959"/>
                  <a:pt x="245422" y="246160"/>
                </a:cubicBezTo>
                <a:cubicBezTo>
                  <a:pt x="245422" y="247369"/>
                  <a:pt x="245869" y="248628"/>
                  <a:pt x="246416" y="248968"/>
                </a:cubicBezTo>
                <a:cubicBezTo>
                  <a:pt x="246954" y="249299"/>
                  <a:pt x="247103" y="250061"/>
                  <a:pt x="246739" y="250649"/>
                </a:cubicBezTo>
                <a:cubicBezTo>
                  <a:pt x="246308" y="251345"/>
                  <a:pt x="246664" y="251494"/>
                  <a:pt x="247783" y="251072"/>
                </a:cubicBezTo>
                <a:cubicBezTo>
                  <a:pt x="248710" y="250707"/>
                  <a:pt x="249903" y="250417"/>
                  <a:pt x="250425" y="250417"/>
                </a:cubicBezTo>
                <a:close/>
                <a:moveTo>
                  <a:pt x="40970" y="240850"/>
                </a:moveTo>
                <a:cubicBezTo>
                  <a:pt x="38791" y="238779"/>
                  <a:pt x="37010" y="236360"/>
                  <a:pt x="37010" y="235474"/>
                </a:cubicBezTo>
                <a:cubicBezTo>
                  <a:pt x="37010" y="233594"/>
                  <a:pt x="39968" y="233312"/>
                  <a:pt x="41682" y="235027"/>
                </a:cubicBezTo>
                <a:cubicBezTo>
                  <a:pt x="42519" y="235863"/>
                  <a:pt x="42850" y="235880"/>
                  <a:pt x="42850" y="235093"/>
                </a:cubicBezTo>
                <a:cubicBezTo>
                  <a:pt x="42850" y="234488"/>
                  <a:pt x="42005" y="233718"/>
                  <a:pt x="40962" y="233387"/>
                </a:cubicBezTo>
                <a:cubicBezTo>
                  <a:pt x="39918" y="233064"/>
                  <a:pt x="38278" y="231067"/>
                  <a:pt x="37309" y="228971"/>
                </a:cubicBezTo>
                <a:cubicBezTo>
                  <a:pt x="36339" y="226867"/>
                  <a:pt x="35254" y="225136"/>
                  <a:pt x="34890" y="225120"/>
                </a:cubicBezTo>
                <a:cubicBezTo>
                  <a:pt x="34525" y="225103"/>
                  <a:pt x="34484" y="227613"/>
                  <a:pt x="34799" y="230694"/>
                </a:cubicBezTo>
                <a:cubicBezTo>
                  <a:pt x="35287" y="235507"/>
                  <a:pt x="35958" y="236973"/>
                  <a:pt x="39595" y="241148"/>
                </a:cubicBezTo>
                <a:cubicBezTo>
                  <a:pt x="41923" y="243815"/>
                  <a:pt x="43877" y="246441"/>
                  <a:pt x="43935" y="246988"/>
                </a:cubicBezTo>
                <a:cubicBezTo>
                  <a:pt x="44002" y="247535"/>
                  <a:pt x="44250" y="247228"/>
                  <a:pt x="44490" y="246301"/>
                </a:cubicBezTo>
                <a:cubicBezTo>
                  <a:pt x="44772" y="245240"/>
                  <a:pt x="43480" y="243236"/>
                  <a:pt x="40970" y="240850"/>
                </a:cubicBezTo>
                <a:close/>
                <a:moveTo>
                  <a:pt x="160732" y="241140"/>
                </a:moveTo>
                <a:cubicBezTo>
                  <a:pt x="163623" y="239276"/>
                  <a:pt x="166398" y="237752"/>
                  <a:pt x="166911" y="237752"/>
                </a:cubicBezTo>
                <a:cubicBezTo>
                  <a:pt x="169015" y="237752"/>
                  <a:pt x="166390" y="236509"/>
                  <a:pt x="163598" y="236186"/>
                </a:cubicBezTo>
                <a:cubicBezTo>
                  <a:pt x="161602" y="235954"/>
                  <a:pt x="159539" y="236567"/>
                  <a:pt x="157501" y="238009"/>
                </a:cubicBezTo>
                <a:cubicBezTo>
                  <a:pt x="152391" y="241620"/>
                  <a:pt x="152142" y="241993"/>
                  <a:pt x="153095" y="244578"/>
                </a:cubicBezTo>
                <a:cubicBezTo>
                  <a:pt x="153716" y="246251"/>
                  <a:pt x="154205" y="246599"/>
                  <a:pt x="154735" y="245737"/>
                </a:cubicBezTo>
                <a:cubicBezTo>
                  <a:pt x="155149" y="245066"/>
                  <a:pt x="157849" y="242995"/>
                  <a:pt x="160732" y="241140"/>
                </a:cubicBezTo>
                <a:close/>
                <a:moveTo>
                  <a:pt x="273097" y="242971"/>
                </a:moveTo>
                <a:cubicBezTo>
                  <a:pt x="273635" y="241579"/>
                  <a:pt x="273486" y="241546"/>
                  <a:pt x="271987" y="242697"/>
                </a:cubicBezTo>
                <a:cubicBezTo>
                  <a:pt x="271034" y="243426"/>
                  <a:pt x="270073" y="244147"/>
                  <a:pt x="269850" y="244296"/>
                </a:cubicBezTo>
                <a:cubicBezTo>
                  <a:pt x="269626" y="244445"/>
                  <a:pt x="270131" y="244569"/>
                  <a:pt x="270968" y="244569"/>
                </a:cubicBezTo>
                <a:cubicBezTo>
                  <a:pt x="271805" y="244569"/>
                  <a:pt x="272757" y="243857"/>
                  <a:pt x="273097" y="242971"/>
                </a:cubicBezTo>
                <a:close/>
                <a:moveTo>
                  <a:pt x="226966" y="241736"/>
                </a:moveTo>
                <a:cubicBezTo>
                  <a:pt x="225964" y="239864"/>
                  <a:pt x="220306" y="233859"/>
                  <a:pt x="219544" y="233859"/>
                </a:cubicBezTo>
                <a:cubicBezTo>
                  <a:pt x="218376" y="233859"/>
                  <a:pt x="219536" y="235731"/>
                  <a:pt x="222999" y="239458"/>
                </a:cubicBezTo>
                <a:cubicBezTo>
                  <a:pt x="227124" y="243898"/>
                  <a:pt x="228565" y="244727"/>
                  <a:pt x="226966" y="241736"/>
                </a:cubicBezTo>
                <a:close/>
                <a:moveTo>
                  <a:pt x="268798" y="239102"/>
                </a:moveTo>
                <a:cubicBezTo>
                  <a:pt x="268798" y="238365"/>
                  <a:pt x="267969" y="237752"/>
                  <a:pt x="266959" y="237752"/>
                </a:cubicBezTo>
                <a:cubicBezTo>
                  <a:pt x="265675" y="237752"/>
                  <a:pt x="264996" y="238605"/>
                  <a:pt x="264706" y="240577"/>
                </a:cubicBezTo>
                <a:cubicBezTo>
                  <a:pt x="264308" y="243327"/>
                  <a:pt x="264358" y="243368"/>
                  <a:pt x="266545" y="241927"/>
                </a:cubicBezTo>
                <a:cubicBezTo>
                  <a:pt x="267787" y="241115"/>
                  <a:pt x="268798" y="239848"/>
                  <a:pt x="268798" y="239102"/>
                </a:cubicBezTo>
                <a:close/>
                <a:moveTo>
                  <a:pt x="287320" y="237860"/>
                </a:moveTo>
                <a:cubicBezTo>
                  <a:pt x="289556" y="236857"/>
                  <a:pt x="290915" y="235747"/>
                  <a:pt x="290335" y="235391"/>
                </a:cubicBezTo>
                <a:cubicBezTo>
                  <a:pt x="289763" y="235035"/>
                  <a:pt x="288430" y="235201"/>
                  <a:pt x="287386" y="235764"/>
                </a:cubicBezTo>
                <a:cubicBezTo>
                  <a:pt x="286342" y="236319"/>
                  <a:pt x="283948" y="236783"/>
                  <a:pt x="282068" y="236783"/>
                </a:cubicBezTo>
                <a:cubicBezTo>
                  <a:pt x="280187" y="236783"/>
                  <a:pt x="278382" y="237214"/>
                  <a:pt x="278059" y="237744"/>
                </a:cubicBezTo>
                <a:cubicBezTo>
                  <a:pt x="277719" y="238290"/>
                  <a:pt x="278100" y="238464"/>
                  <a:pt x="278928" y="238141"/>
                </a:cubicBezTo>
                <a:cubicBezTo>
                  <a:pt x="281662" y="237098"/>
                  <a:pt x="282656" y="238721"/>
                  <a:pt x="280966" y="241496"/>
                </a:cubicBezTo>
                <a:lnTo>
                  <a:pt x="279392" y="244089"/>
                </a:lnTo>
                <a:lnTo>
                  <a:pt x="281322" y="241877"/>
                </a:lnTo>
                <a:cubicBezTo>
                  <a:pt x="282383" y="240668"/>
                  <a:pt x="285083" y="238854"/>
                  <a:pt x="287320" y="237860"/>
                </a:cubicBezTo>
                <a:close/>
                <a:moveTo>
                  <a:pt x="52534" y="234364"/>
                </a:moveTo>
                <a:cubicBezTo>
                  <a:pt x="56253" y="231647"/>
                  <a:pt x="55474" y="231307"/>
                  <a:pt x="49651" y="233122"/>
                </a:cubicBezTo>
                <a:cubicBezTo>
                  <a:pt x="45791" y="234331"/>
                  <a:pt x="45228" y="235201"/>
                  <a:pt x="46379" y="238191"/>
                </a:cubicBezTo>
                <a:cubicBezTo>
                  <a:pt x="46909" y="239583"/>
                  <a:pt x="47108" y="239591"/>
                  <a:pt x="48077" y="238290"/>
                </a:cubicBezTo>
                <a:cubicBezTo>
                  <a:pt x="48690" y="237479"/>
                  <a:pt x="50695" y="235714"/>
                  <a:pt x="52534" y="234364"/>
                </a:cubicBezTo>
                <a:close/>
                <a:moveTo>
                  <a:pt x="150957" y="233710"/>
                </a:moveTo>
                <a:cubicBezTo>
                  <a:pt x="150957" y="233254"/>
                  <a:pt x="149748" y="232939"/>
                  <a:pt x="148274" y="232997"/>
                </a:cubicBezTo>
                <a:cubicBezTo>
                  <a:pt x="146625" y="233072"/>
                  <a:pt x="146252" y="233279"/>
                  <a:pt x="147304" y="233561"/>
                </a:cubicBezTo>
                <a:cubicBezTo>
                  <a:pt x="149317" y="234082"/>
                  <a:pt x="149442" y="234919"/>
                  <a:pt x="147793" y="236808"/>
                </a:cubicBezTo>
                <a:cubicBezTo>
                  <a:pt x="147122" y="237570"/>
                  <a:pt x="147561" y="237371"/>
                  <a:pt x="148762" y="236360"/>
                </a:cubicBezTo>
                <a:cubicBezTo>
                  <a:pt x="149972" y="235358"/>
                  <a:pt x="150957" y="234157"/>
                  <a:pt x="150957" y="233710"/>
                </a:cubicBezTo>
                <a:close/>
                <a:moveTo>
                  <a:pt x="187819" y="233751"/>
                </a:moveTo>
                <a:cubicBezTo>
                  <a:pt x="185408" y="232219"/>
                  <a:pt x="184928" y="232856"/>
                  <a:pt x="186701" y="235234"/>
                </a:cubicBezTo>
                <a:cubicBezTo>
                  <a:pt x="188059" y="237048"/>
                  <a:pt x="188523" y="237238"/>
                  <a:pt x="188788" y="236079"/>
                </a:cubicBezTo>
                <a:cubicBezTo>
                  <a:pt x="188978" y="235250"/>
                  <a:pt x="188539" y="234207"/>
                  <a:pt x="187819" y="233751"/>
                </a:cubicBezTo>
                <a:close/>
                <a:moveTo>
                  <a:pt x="277694" y="233237"/>
                </a:moveTo>
                <a:cubicBezTo>
                  <a:pt x="281563" y="229435"/>
                  <a:pt x="282109" y="228450"/>
                  <a:pt x="281198" y="226983"/>
                </a:cubicBezTo>
                <a:cubicBezTo>
                  <a:pt x="280229" y="225426"/>
                  <a:pt x="279922" y="225650"/>
                  <a:pt x="278431" y="228988"/>
                </a:cubicBezTo>
                <a:cubicBezTo>
                  <a:pt x="277504" y="231051"/>
                  <a:pt x="275623" y="233478"/>
                  <a:pt x="274232" y="234381"/>
                </a:cubicBezTo>
                <a:cubicBezTo>
                  <a:pt x="271863" y="235938"/>
                  <a:pt x="270885" y="237752"/>
                  <a:pt x="272418" y="237752"/>
                </a:cubicBezTo>
                <a:cubicBezTo>
                  <a:pt x="272799" y="237752"/>
                  <a:pt x="275176" y="235723"/>
                  <a:pt x="277694" y="233237"/>
                </a:cubicBezTo>
                <a:close/>
                <a:moveTo>
                  <a:pt x="168055" y="232939"/>
                </a:moveTo>
                <a:cubicBezTo>
                  <a:pt x="164600" y="229344"/>
                  <a:pt x="165213" y="226503"/>
                  <a:pt x="169222" y="227489"/>
                </a:cubicBezTo>
                <a:cubicBezTo>
                  <a:pt x="172743" y="228350"/>
                  <a:pt x="178210" y="232078"/>
                  <a:pt x="178218" y="233619"/>
                </a:cubicBezTo>
                <a:cubicBezTo>
                  <a:pt x="178218" y="234281"/>
                  <a:pt x="178922" y="234836"/>
                  <a:pt x="179767" y="234836"/>
                </a:cubicBezTo>
                <a:cubicBezTo>
                  <a:pt x="182136" y="234836"/>
                  <a:pt x="180960" y="232865"/>
                  <a:pt x="176214" y="228922"/>
                </a:cubicBezTo>
                <a:cubicBezTo>
                  <a:pt x="171906" y="225335"/>
                  <a:pt x="171873" y="225327"/>
                  <a:pt x="166539" y="226337"/>
                </a:cubicBezTo>
                <a:lnTo>
                  <a:pt x="161179" y="227356"/>
                </a:lnTo>
                <a:lnTo>
                  <a:pt x="165362" y="231581"/>
                </a:lnTo>
                <a:cubicBezTo>
                  <a:pt x="167665" y="233908"/>
                  <a:pt x="169827" y="235805"/>
                  <a:pt x="170175" y="235805"/>
                </a:cubicBezTo>
                <a:cubicBezTo>
                  <a:pt x="170515" y="235805"/>
                  <a:pt x="169562" y="234521"/>
                  <a:pt x="168055" y="232939"/>
                </a:cubicBezTo>
                <a:close/>
                <a:moveTo>
                  <a:pt x="138292" y="232881"/>
                </a:moveTo>
                <a:cubicBezTo>
                  <a:pt x="138292" y="232467"/>
                  <a:pt x="137638" y="231871"/>
                  <a:pt x="136834" y="231556"/>
                </a:cubicBezTo>
                <a:cubicBezTo>
                  <a:pt x="135848" y="231183"/>
                  <a:pt x="135376" y="231606"/>
                  <a:pt x="135376" y="232881"/>
                </a:cubicBezTo>
                <a:cubicBezTo>
                  <a:pt x="135376" y="234165"/>
                  <a:pt x="135848" y="234588"/>
                  <a:pt x="136834" y="234215"/>
                </a:cubicBezTo>
                <a:cubicBezTo>
                  <a:pt x="137638" y="233900"/>
                  <a:pt x="138292" y="233304"/>
                  <a:pt x="138292" y="232881"/>
                </a:cubicBezTo>
                <a:close/>
                <a:moveTo>
                  <a:pt x="155828" y="233271"/>
                </a:moveTo>
                <a:cubicBezTo>
                  <a:pt x="155828" y="233055"/>
                  <a:pt x="155165" y="232881"/>
                  <a:pt x="154362" y="232881"/>
                </a:cubicBezTo>
                <a:cubicBezTo>
                  <a:pt x="153558" y="232881"/>
                  <a:pt x="152904" y="233312"/>
                  <a:pt x="152904" y="233826"/>
                </a:cubicBezTo>
                <a:cubicBezTo>
                  <a:pt x="152904" y="234347"/>
                  <a:pt x="153558" y="234521"/>
                  <a:pt x="154362" y="234215"/>
                </a:cubicBezTo>
                <a:cubicBezTo>
                  <a:pt x="155165" y="233900"/>
                  <a:pt x="155828" y="233478"/>
                  <a:pt x="155828" y="233271"/>
                </a:cubicBezTo>
                <a:close/>
                <a:moveTo>
                  <a:pt x="59790" y="231357"/>
                </a:moveTo>
                <a:cubicBezTo>
                  <a:pt x="60196" y="230289"/>
                  <a:pt x="59881" y="229916"/>
                  <a:pt x="58754" y="230139"/>
                </a:cubicBezTo>
                <a:cubicBezTo>
                  <a:pt x="57860" y="230305"/>
                  <a:pt x="56949" y="231001"/>
                  <a:pt x="56733" y="231672"/>
                </a:cubicBezTo>
                <a:cubicBezTo>
                  <a:pt x="56137" y="233461"/>
                  <a:pt x="59094" y="233155"/>
                  <a:pt x="59790" y="231357"/>
                </a:cubicBezTo>
                <a:close/>
                <a:moveTo>
                  <a:pt x="146360" y="228914"/>
                </a:moveTo>
                <a:cubicBezTo>
                  <a:pt x="148365" y="227265"/>
                  <a:pt x="149748" y="225509"/>
                  <a:pt x="149442" y="225012"/>
                </a:cubicBezTo>
                <a:cubicBezTo>
                  <a:pt x="149135" y="224515"/>
                  <a:pt x="147777" y="225426"/>
                  <a:pt x="146426" y="227041"/>
                </a:cubicBezTo>
                <a:cubicBezTo>
                  <a:pt x="145076" y="228648"/>
                  <a:pt x="143345" y="229966"/>
                  <a:pt x="142591" y="229966"/>
                </a:cubicBezTo>
                <a:cubicBezTo>
                  <a:pt x="141837" y="229966"/>
                  <a:pt x="141216" y="230405"/>
                  <a:pt x="141216" y="230935"/>
                </a:cubicBezTo>
                <a:cubicBezTo>
                  <a:pt x="141216" y="232575"/>
                  <a:pt x="142558" y="232045"/>
                  <a:pt x="146360" y="228914"/>
                </a:cubicBezTo>
                <a:close/>
                <a:moveTo>
                  <a:pt x="215759" y="230877"/>
                </a:moveTo>
                <a:cubicBezTo>
                  <a:pt x="216794" y="229203"/>
                  <a:pt x="215867" y="229038"/>
                  <a:pt x="213829" y="230529"/>
                </a:cubicBezTo>
                <a:cubicBezTo>
                  <a:pt x="212247" y="231688"/>
                  <a:pt x="212197" y="231912"/>
                  <a:pt x="213531" y="231912"/>
                </a:cubicBezTo>
                <a:cubicBezTo>
                  <a:pt x="214400" y="231912"/>
                  <a:pt x="215403" y="231440"/>
                  <a:pt x="215759" y="230877"/>
                </a:cubicBezTo>
                <a:close/>
                <a:moveTo>
                  <a:pt x="182319" y="228798"/>
                </a:moveTo>
                <a:cubicBezTo>
                  <a:pt x="180869" y="227348"/>
                  <a:pt x="180778" y="224117"/>
                  <a:pt x="182186" y="224117"/>
                </a:cubicBezTo>
                <a:cubicBezTo>
                  <a:pt x="182758" y="224117"/>
                  <a:pt x="184182" y="224606"/>
                  <a:pt x="185350" y="225203"/>
                </a:cubicBezTo>
                <a:cubicBezTo>
                  <a:pt x="186759" y="225915"/>
                  <a:pt x="186444" y="225343"/>
                  <a:pt x="184389" y="223496"/>
                </a:cubicBezTo>
                <a:cubicBezTo>
                  <a:pt x="182691" y="221964"/>
                  <a:pt x="180587" y="219396"/>
                  <a:pt x="179718" y="217789"/>
                </a:cubicBezTo>
                <a:lnTo>
                  <a:pt x="178127" y="214865"/>
                </a:lnTo>
                <a:lnTo>
                  <a:pt x="178666" y="217789"/>
                </a:lnTo>
                <a:cubicBezTo>
                  <a:pt x="178964" y="219396"/>
                  <a:pt x="179486" y="222245"/>
                  <a:pt x="179825" y="224117"/>
                </a:cubicBezTo>
                <a:cubicBezTo>
                  <a:pt x="180422" y="227422"/>
                  <a:pt x="181772" y="229966"/>
                  <a:pt x="182923" y="229966"/>
                </a:cubicBezTo>
                <a:cubicBezTo>
                  <a:pt x="183230" y="229966"/>
                  <a:pt x="182956" y="229435"/>
                  <a:pt x="182319" y="228798"/>
                </a:cubicBezTo>
                <a:close/>
                <a:moveTo>
                  <a:pt x="192830" y="226495"/>
                </a:moveTo>
                <a:cubicBezTo>
                  <a:pt x="192830" y="225037"/>
                  <a:pt x="192275" y="224117"/>
                  <a:pt x="191372" y="224117"/>
                </a:cubicBezTo>
                <a:cubicBezTo>
                  <a:pt x="189915" y="224117"/>
                  <a:pt x="189277" y="228035"/>
                  <a:pt x="190536" y="229286"/>
                </a:cubicBezTo>
                <a:cubicBezTo>
                  <a:pt x="191637" y="230388"/>
                  <a:pt x="192830" y="228938"/>
                  <a:pt x="192830" y="226495"/>
                </a:cubicBezTo>
                <a:close/>
                <a:moveTo>
                  <a:pt x="230760" y="225227"/>
                </a:moveTo>
                <a:cubicBezTo>
                  <a:pt x="235126" y="223272"/>
                  <a:pt x="234769" y="221458"/>
                  <a:pt x="230346" y="223140"/>
                </a:cubicBezTo>
                <a:cubicBezTo>
                  <a:pt x="228930" y="223678"/>
                  <a:pt x="226502" y="224117"/>
                  <a:pt x="224970" y="224117"/>
                </a:cubicBezTo>
                <a:cubicBezTo>
                  <a:pt x="223429" y="224117"/>
                  <a:pt x="221922" y="224515"/>
                  <a:pt x="221624" y="225004"/>
                </a:cubicBezTo>
                <a:cubicBezTo>
                  <a:pt x="221317" y="225492"/>
                  <a:pt x="222013" y="225642"/>
                  <a:pt x="223164" y="225343"/>
                </a:cubicBezTo>
                <a:cubicBezTo>
                  <a:pt x="225028" y="224855"/>
                  <a:pt x="225194" y="225103"/>
                  <a:pt x="224722" y="227605"/>
                </a:cubicBezTo>
                <a:cubicBezTo>
                  <a:pt x="224258" y="230032"/>
                  <a:pt x="224349" y="230189"/>
                  <a:pt x="225401" y="228748"/>
                </a:cubicBezTo>
                <a:cubicBezTo>
                  <a:pt x="226072" y="227828"/>
                  <a:pt x="228482" y="226246"/>
                  <a:pt x="230760" y="225227"/>
                </a:cubicBezTo>
                <a:close/>
                <a:moveTo>
                  <a:pt x="211683" y="225575"/>
                </a:moveTo>
                <a:cubicBezTo>
                  <a:pt x="210996" y="223769"/>
                  <a:pt x="209787" y="224449"/>
                  <a:pt x="209116" y="227008"/>
                </a:cubicBezTo>
                <a:cubicBezTo>
                  <a:pt x="208685" y="228657"/>
                  <a:pt x="208884" y="228806"/>
                  <a:pt x="210424" y="227986"/>
                </a:cubicBezTo>
                <a:cubicBezTo>
                  <a:pt x="211468" y="227422"/>
                  <a:pt x="212006" y="226404"/>
                  <a:pt x="211683" y="225575"/>
                </a:cubicBezTo>
                <a:close/>
                <a:moveTo>
                  <a:pt x="56112" y="222080"/>
                </a:moveTo>
                <a:cubicBezTo>
                  <a:pt x="57065" y="221284"/>
                  <a:pt x="60254" y="220647"/>
                  <a:pt x="63700" y="220547"/>
                </a:cubicBezTo>
                <a:cubicBezTo>
                  <a:pt x="71262" y="220340"/>
                  <a:pt x="71445" y="218857"/>
                  <a:pt x="63956" y="218468"/>
                </a:cubicBezTo>
                <a:cubicBezTo>
                  <a:pt x="59011" y="218211"/>
                  <a:pt x="57959" y="218485"/>
                  <a:pt x="55897" y="220547"/>
                </a:cubicBezTo>
                <a:cubicBezTo>
                  <a:pt x="52890" y="223554"/>
                  <a:pt x="46271" y="225401"/>
                  <a:pt x="44805" y="223645"/>
                </a:cubicBezTo>
                <a:cubicBezTo>
                  <a:pt x="44051" y="222726"/>
                  <a:pt x="44681" y="221624"/>
                  <a:pt x="47249" y="219371"/>
                </a:cubicBezTo>
                <a:cubicBezTo>
                  <a:pt x="50612" y="216414"/>
                  <a:pt x="50637" y="216331"/>
                  <a:pt x="48301" y="216331"/>
                </a:cubicBezTo>
                <a:cubicBezTo>
                  <a:pt x="46975" y="216331"/>
                  <a:pt x="45617" y="216770"/>
                  <a:pt x="45286" y="217300"/>
                </a:cubicBezTo>
                <a:cubicBezTo>
                  <a:pt x="44954" y="217839"/>
                  <a:pt x="42734" y="218278"/>
                  <a:pt x="40357" y="218278"/>
                </a:cubicBezTo>
                <a:cubicBezTo>
                  <a:pt x="37980" y="218278"/>
                  <a:pt x="36033" y="218717"/>
                  <a:pt x="36033" y="219247"/>
                </a:cubicBezTo>
                <a:cubicBezTo>
                  <a:pt x="36033" y="219785"/>
                  <a:pt x="36364" y="220224"/>
                  <a:pt x="36762" y="220232"/>
                </a:cubicBezTo>
                <a:cubicBezTo>
                  <a:pt x="37168" y="220232"/>
                  <a:pt x="39239" y="221922"/>
                  <a:pt x="41376" y="223977"/>
                </a:cubicBezTo>
                <a:lnTo>
                  <a:pt x="45261" y="227712"/>
                </a:lnTo>
                <a:lnTo>
                  <a:pt x="49858" y="225584"/>
                </a:lnTo>
                <a:cubicBezTo>
                  <a:pt x="52393" y="224407"/>
                  <a:pt x="55201" y="222833"/>
                  <a:pt x="56112" y="222080"/>
                </a:cubicBezTo>
                <a:close/>
                <a:moveTo>
                  <a:pt x="62084" y="226370"/>
                </a:moveTo>
                <a:cubicBezTo>
                  <a:pt x="61148" y="226122"/>
                  <a:pt x="59616" y="226122"/>
                  <a:pt x="58680" y="226370"/>
                </a:cubicBezTo>
                <a:cubicBezTo>
                  <a:pt x="57744" y="226619"/>
                  <a:pt x="58506" y="226818"/>
                  <a:pt x="60378" y="226818"/>
                </a:cubicBezTo>
                <a:cubicBezTo>
                  <a:pt x="62258" y="226818"/>
                  <a:pt x="63020" y="226619"/>
                  <a:pt x="62084" y="226370"/>
                </a:cubicBezTo>
                <a:close/>
                <a:moveTo>
                  <a:pt x="138292" y="224117"/>
                </a:moveTo>
                <a:cubicBezTo>
                  <a:pt x="138292" y="223587"/>
                  <a:pt x="137828" y="223148"/>
                  <a:pt x="137265" y="223148"/>
                </a:cubicBezTo>
                <a:cubicBezTo>
                  <a:pt x="136693" y="223148"/>
                  <a:pt x="136503" y="223587"/>
                  <a:pt x="136834" y="224117"/>
                </a:cubicBezTo>
                <a:cubicBezTo>
                  <a:pt x="137166" y="224656"/>
                  <a:pt x="137629" y="225095"/>
                  <a:pt x="137861" y="225095"/>
                </a:cubicBezTo>
                <a:cubicBezTo>
                  <a:pt x="138102" y="225095"/>
                  <a:pt x="138292" y="224656"/>
                  <a:pt x="138292" y="224117"/>
                </a:cubicBezTo>
                <a:close/>
                <a:moveTo>
                  <a:pt x="223048" y="218236"/>
                </a:moveTo>
                <a:cubicBezTo>
                  <a:pt x="224407" y="216331"/>
                  <a:pt x="224879" y="214658"/>
                  <a:pt x="224448" y="213291"/>
                </a:cubicBezTo>
                <a:cubicBezTo>
                  <a:pt x="223868" y="211452"/>
                  <a:pt x="223603" y="211651"/>
                  <a:pt x="222071" y="215072"/>
                </a:cubicBezTo>
                <a:cubicBezTo>
                  <a:pt x="221118" y="217184"/>
                  <a:pt x="219196" y="219818"/>
                  <a:pt x="217788" y="220928"/>
                </a:cubicBezTo>
                <a:cubicBezTo>
                  <a:pt x="216380" y="222038"/>
                  <a:pt x="215229" y="223455"/>
                  <a:pt x="215229" y="224084"/>
                </a:cubicBezTo>
                <a:cubicBezTo>
                  <a:pt x="215229" y="225708"/>
                  <a:pt x="220572" y="221715"/>
                  <a:pt x="223048" y="218236"/>
                </a:cubicBezTo>
                <a:close/>
                <a:moveTo>
                  <a:pt x="97007" y="217706"/>
                </a:moveTo>
                <a:cubicBezTo>
                  <a:pt x="96353" y="216008"/>
                  <a:pt x="92849" y="215884"/>
                  <a:pt x="92236" y="217549"/>
                </a:cubicBezTo>
                <a:cubicBezTo>
                  <a:pt x="91988" y="218220"/>
                  <a:pt x="92940" y="220001"/>
                  <a:pt x="94348" y="221516"/>
                </a:cubicBezTo>
                <a:lnTo>
                  <a:pt x="96900" y="224275"/>
                </a:lnTo>
                <a:lnTo>
                  <a:pt x="97223" y="221682"/>
                </a:lnTo>
                <a:cubicBezTo>
                  <a:pt x="97397" y="220257"/>
                  <a:pt x="97297" y="218468"/>
                  <a:pt x="97007" y="217706"/>
                </a:cubicBezTo>
                <a:close/>
                <a:moveTo>
                  <a:pt x="271722" y="221276"/>
                </a:moveTo>
                <a:cubicBezTo>
                  <a:pt x="271722" y="220307"/>
                  <a:pt x="272592" y="218410"/>
                  <a:pt x="273652" y="217060"/>
                </a:cubicBezTo>
                <a:lnTo>
                  <a:pt x="275582" y="214600"/>
                </a:lnTo>
                <a:lnTo>
                  <a:pt x="272923" y="214078"/>
                </a:lnTo>
                <a:cubicBezTo>
                  <a:pt x="268657" y="213233"/>
                  <a:pt x="267199" y="215370"/>
                  <a:pt x="268773" y="220150"/>
                </a:cubicBezTo>
                <a:cubicBezTo>
                  <a:pt x="270049" y="224018"/>
                  <a:pt x="271722" y="224656"/>
                  <a:pt x="271722" y="221276"/>
                </a:cubicBezTo>
                <a:close/>
                <a:moveTo>
                  <a:pt x="145532" y="220315"/>
                </a:moveTo>
                <a:cubicBezTo>
                  <a:pt x="145275" y="220067"/>
                  <a:pt x="144306" y="220647"/>
                  <a:pt x="143386" y="221607"/>
                </a:cubicBezTo>
                <a:cubicBezTo>
                  <a:pt x="141779" y="223289"/>
                  <a:pt x="141796" y="223306"/>
                  <a:pt x="143850" y="222071"/>
                </a:cubicBezTo>
                <a:cubicBezTo>
                  <a:pt x="145035" y="221367"/>
                  <a:pt x="145789" y="220572"/>
                  <a:pt x="145532" y="220315"/>
                </a:cubicBezTo>
                <a:close/>
                <a:moveTo>
                  <a:pt x="157808" y="219686"/>
                </a:moveTo>
                <a:cubicBezTo>
                  <a:pt x="158984" y="217781"/>
                  <a:pt x="159779" y="216140"/>
                  <a:pt x="159589" y="216033"/>
                </a:cubicBezTo>
                <a:cubicBezTo>
                  <a:pt x="159390" y="215925"/>
                  <a:pt x="157808" y="214840"/>
                  <a:pt x="156068" y="213622"/>
                </a:cubicBezTo>
                <a:cubicBezTo>
                  <a:pt x="154329" y="212396"/>
                  <a:pt x="152904" y="211833"/>
                  <a:pt x="152904" y="212371"/>
                </a:cubicBezTo>
                <a:cubicBezTo>
                  <a:pt x="152904" y="212902"/>
                  <a:pt x="151637" y="214782"/>
                  <a:pt x="150096" y="216538"/>
                </a:cubicBezTo>
                <a:cubicBezTo>
                  <a:pt x="147727" y="219238"/>
                  <a:pt x="147503" y="219934"/>
                  <a:pt x="148638" y="220995"/>
                </a:cubicBezTo>
                <a:cubicBezTo>
                  <a:pt x="149740" y="222022"/>
                  <a:pt x="149980" y="222005"/>
                  <a:pt x="149980" y="220879"/>
                </a:cubicBezTo>
                <a:cubicBezTo>
                  <a:pt x="149980" y="219296"/>
                  <a:pt x="153633" y="214384"/>
                  <a:pt x="154818" y="214384"/>
                </a:cubicBezTo>
                <a:cubicBezTo>
                  <a:pt x="156234" y="214384"/>
                  <a:pt x="156714" y="217110"/>
                  <a:pt x="155845" y="220166"/>
                </a:cubicBezTo>
                <a:cubicBezTo>
                  <a:pt x="154735" y="224035"/>
                  <a:pt x="155182" y="223927"/>
                  <a:pt x="157808" y="219686"/>
                </a:cubicBezTo>
                <a:close/>
                <a:moveTo>
                  <a:pt x="102864" y="214310"/>
                </a:moveTo>
                <a:cubicBezTo>
                  <a:pt x="100586" y="210466"/>
                  <a:pt x="100917" y="202696"/>
                  <a:pt x="103353" y="202696"/>
                </a:cubicBezTo>
                <a:cubicBezTo>
                  <a:pt x="103841" y="202696"/>
                  <a:pt x="105109" y="204121"/>
                  <a:pt x="106169" y="205861"/>
                </a:cubicBezTo>
                <a:cubicBezTo>
                  <a:pt x="107842" y="208602"/>
                  <a:pt x="108099" y="208743"/>
                  <a:pt x="108099" y="206888"/>
                </a:cubicBezTo>
                <a:cubicBezTo>
                  <a:pt x="108099" y="205720"/>
                  <a:pt x="107610" y="204452"/>
                  <a:pt x="107006" y="204080"/>
                </a:cubicBezTo>
                <a:cubicBezTo>
                  <a:pt x="106293" y="203641"/>
                  <a:pt x="106086" y="201255"/>
                  <a:pt x="106409" y="197229"/>
                </a:cubicBezTo>
                <a:cubicBezTo>
                  <a:pt x="106873" y="191423"/>
                  <a:pt x="106798" y="191116"/>
                  <a:pt x="105067" y="192044"/>
                </a:cubicBezTo>
                <a:cubicBezTo>
                  <a:pt x="104057" y="192582"/>
                  <a:pt x="103228" y="193990"/>
                  <a:pt x="103228" y="195183"/>
                </a:cubicBezTo>
                <a:cubicBezTo>
                  <a:pt x="103228" y="196368"/>
                  <a:pt x="102383" y="198720"/>
                  <a:pt x="101356" y="200402"/>
                </a:cubicBezTo>
                <a:cubicBezTo>
                  <a:pt x="99625" y="203243"/>
                  <a:pt x="99567" y="204179"/>
                  <a:pt x="100602" y="212827"/>
                </a:cubicBezTo>
                <a:cubicBezTo>
                  <a:pt x="101654" y="221723"/>
                  <a:pt x="101779" y="222055"/>
                  <a:pt x="103071" y="219586"/>
                </a:cubicBezTo>
                <a:cubicBezTo>
                  <a:pt x="104264" y="217308"/>
                  <a:pt x="104239" y="216646"/>
                  <a:pt x="102864" y="214310"/>
                </a:cubicBezTo>
                <a:close/>
                <a:moveTo>
                  <a:pt x="145855" y="213738"/>
                </a:moveTo>
                <a:cubicBezTo>
                  <a:pt x="148207" y="211742"/>
                  <a:pt x="148249" y="211535"/>
                  <a:pt x="146667" y="209953"/>
                </a:cubicBezTo>
                <a:cubicBezTo>
                  <a:pt x="145085" y="208379"/>
                  <a:pt x="144844" y="208429"/>
                  <a:pt x="142243" y="210922"/>
                </a:cubicBezTo>
                <a:cubicBezTo>
                  <a:pt x="139775" y="213283"/>
                  <a:pt x="139601" y="213846"/>
                  <a:pt x="140562" y="216397"/>
                </a:cubicBezTo>
                <a:cubicBezTo>
                  <a:pt x="141490" y="218849"/>
                  <a:pt x="141755" y="219006"/>
                  <a:pt x="142500" y="217540"/>
                </a:cubicBezTo>
                <a:cubicBezTo>
                  <a:pt x="142981" y="216604"/>
                  <a:pt x="144488" y="214890"/>
                  <a:pt x="145855" y="213738"/>
                </a:cubicBezTo>
                <a:close/>
                <a:moveTo>
                  <a:pt x="166042" y="218261"/>
                </a:moveTo>
                <a:cubicBezTo>
                  <a:pt x="165702" y="217714"/>
                  <a:pt x="165023" y="217524"/>
                  <a:pt x="164526" y="217830"/>
                </a:cubicBezTo>
                <a:cubicBezTo>
                  <a:pt x="163176" y="218667"/>
                  <a:pt x="163424" y="219247"/>
                  <a:pt x="165130" y="219247"/>
                </a:cubicBezTo>
                <a:cubicBezTo>
                  <a:pt x="165967" y="219247"/>
                  <a:pt x="166381" y="218808"/>
                  <a:pt x="166042" y="218261"/>
                </a:cubicBezTo>
                <a:close/>
                <a:moveTo>
                  <a:pt x="194727" y="213697"/>
                </a:moveTo>
                <a:cubicBezTo>
                  <a:pt x="194760" y="213051"/>
                  <a:pt x="190726" y="208445"/>
                  <a:pt x="185773" y="203450"/>
                </a:cubicBezTo>
                <a:cubicBezTo>
                  <a:pt x="178541" y="196169"/>
                  <a:pt x="174938" y="193411"/>
                  <a:pt x="167508" y="189451"/>
                </a:cubicBezTo>
                <a:lnTo>
                  <a:pt x="158263" y="184522"/>
                </a:lnTo>
                <a:lnTo>
                  <a:pt x="157559" y="187521"/>
                </a:lnTo>
                <a:cubicBezTo>
                  <a:pt x="157178" y="189169"/>
                  <a:pt x="157079" y="191124"/>
                  <a:pt x="157336" y="191862"/>
                </a:cubicBezTo>
                <a:cubicBezTo>
                  <a:pt x="157593" y="192599"/>
                  <a:pt x="157311" y="193800"/>
                  <a:pt x="156698" y="194537"/>
                </a:cubicBezTo>
                <a:cubicBezTo>
                  <a:pt x="155803" y="195614"/>
                  <a:pt x="156093" y="195879"/>
                  <a:pt x="158181" y="195879"/>
                </a:cubicBezTo>
                <a:cubicBezTo>
                  <a:pt x="160980" y="195879"/>
                  <a:pt x="167930" y="199052"/>
                  <a:pt x="169032" y="200841"/>
                </a:cubicBezTo>
                <a:cubicBezTo>
                  <a:pt x="169405" y="201446"/>
                  <a:pt x="169181" y="202266"/>
                  <a:pt x="168543" y="202663"/>
                </a:cubicBezTo>
                <a:cubicBezTo>
                  <a:pt x="166348" y="204013"/>
                  <a:pt x="168378" y="210383"/>
                  <a:pt x="171525" y="212007"/>
                </a:cubicBezTo>
                <a:cubicBezTo>
                  <a:pt x="174292" y="213440"/>
                  <a:pt x="174325" y="213423"/>
                  <a:pt x="174325" y="210723"/>
                </a:cubicBezTo>
                <a:cubicBezTo>
                  <a:pt x="174325" y="207749"/>
                  <a:pt x="176901" y="203342"/>
                  <a:pt x="178185" y="204129"/>
                </a:cubicBezTo>
                <a:cubicBezTo>
                  <a:pt x="178624" y="204403"/>
                  <a:pt x="179245" y="205678"/>
                  <a:pt x="179568" y="206962"/>
                </a:cubicBezTo>
                <a:cubicBezTo>
                  <a:pt x="180173" y="209365"/>
                  <a:pt x="186485" y="216331"/>
                  <a:pt x="188059" y="216331"/>
                </a:cubicBezTo>
                <a:cubicBezTo>
                  <a:pt x="188539" y="216331"/>
                  <a:pt x="188937" y="217018"/>
                  <a:pt x="188937" y="217863"/>
                </a:cubicBezTo>
                <a:cubicBezTo>
                  <a:pt x="188937" y="219098"/>
                  <a:pt x="189500" y="218949"/>
                  <a:pt x="191803" y="217134"/>
                </a:cubicBezTo>
                <a:cubicBezTo>
                  <a:pt x="193385" y="215884"/>
                  <a:pt x="194694" y="214343"/>
                  <a:pt x="194727" y="213697"/>
                </a:cubicBezTo>
                <a:close/>
                <a:moveTo>
                  <a:pt x="76448" y="216331"/>
                </a:moveTo>
                <a:cubicBezTo>
                  <a:pt x="76117" y="215793"/>
                  <a:pt x="74667" y="215395"/>
                  <a:pt x="73226" y="215453"/>
                </a:cubicBezTo>
                <a:lnTo>
                  <a:pt x="70608" y="215552"/>
                </a:lnTo>
                <a:lnTo>
                  <a:pt x="73043" y="216331"/>
                </a:lnTo>
                <a:cubicBezTo>
                  <a:pt x="76498" y="217433"/>
                  <a:pt x="77135" y="217433"/>
                  <a:pt x="76448" y="216331"/>
                </a:cubicBezTo>
                <a:close/>
                <a:moveTo>
                  <a:pt x="67378" y="214326"/>
                </a:moveTo>
                <a:cubicBezTo>
                  <a:pt x="65845" y="213713"/>
                  <a:pt x="65282" y="212868"/>
                  <a:pt x="65630" y="211709"/>
                </a:cubicBezTo>
                <a:cubicBezTo>
                  <a:pt x="66002" y="210458"/>
                  <a:pt x="65182" y="209547"/>
                  <a:pt x="62581" y="208321"/>
                </a:cubicBezTo>
                <a:cubicBezTo>
                  <a:pt x="60627" y="207401"/>
                  <a:pt x="58837" y="206830"/>
                  <a:pt x="58614" y="207053"/>
                </a:cubicBezTo>
                <a:cubicBezTo>
                  <a:pt x="57777" y="207898"/>
                  <a:pt x="65812" y="215064"/>
                  <a:pt x="67684" y="215146"/>
                </a:cubicBezTo>
                <a:cubicBezTo>
                  <a:pt x="69374" y="215221"/>
                  <a:pt x="69332" y="215113"/>
                  <a:pt x="67378" y="214326"/>
                </a:cubicBezTo>
                <a:close/>
                <a:moveTo>
                  <a:pt x="222576" y="209920"/>
                </a:moveTo>
                <a:cubicBezTo>
                  <a:pt x="224357" y="210367"/>
                  <a:pt x="224887" y="209969"/>
                  <a:pt x="225417" y="207799"/>
                </a:cubicBezTo>
                <a:cubicBezTo>
                  <a:pt x="227422" y="199665"/>
                  <a:pt x="232185" y="198795"/>
                  <a:pt x="231630" y="206672"/>
                </a:cubicBezTo>
                <a:lnTo>
                  <a:pt x="231299" y="211344"/>
                </a:lnTo>
                <a:lnTo>
                  <a:pt x="233494" y="209290"/>
                </a:lnTo>
                <a:cubicBezTo>
                  <a:pt x="234695" y="208155"/>
                  <a:pt x="235490" y="207045"/>
                  <a:pt x="235258" y="206813"/>
                </a:cubicBezTo>
                <a:cubicBezTo>
                  <a:pt x="235026" y="206581"/>
                  <a:pt x="235225" y="205372"/>
                  <a:pt x="235697" y="204129"/>
                </a:cubicBezTo>
                <a:cubicBezTo>
                  <a:pt x="236443" y="202158"/>
                  <a:pt x="236169" y="201744"/>
                  <a:pt x="233527" y="200816"/>
                </a:cubicBezTo>
                <a:cubicBezTo>
                  <a:pt x="229493" y="199416"/>
                  <a:pt x="224001" y="195142"/>
                  <a:pt x="224001" y="193419"/>
                </a:cubicBezTo>
                <a:cubicBezTo>
                  <a:pt x="224001" y="192334"/>
                  <a:pt x="223454" y="192234"/>
                  <a:pt x="221499" y="192980"/>
                </a:cubicBezTo>
                <a:cubicBezTo>
                  <a:pt x="220124" y="193502"/>
                  <a:pt x="217714" y="193932"/>
                  <a:pt x="216140" y="193932"/>
                </a:cubicBezTo>
                <a:cubicBezTo>
                  <a:pt x="212023" y="193932"/>
                  <a:pt x="212619" y="195705"/>
                  <a:pt x="216861" y="196061"/>
                </a:cubicBezTo>
                <a:cubicBezTo>
                  <a:pt x="221947" y="196492"/>
                  <a:pt x="221938" y="198406"/>
                  <a:pt x="216836" y="200882"/>
                </a:cubicBezTo>
                <a:cubicBezTo>
                  <a:pt x="212048" y="203210"/>
                  <a:pt x="210988" y="205157"/>
                  <a:pt x="212735" y="208420"/>
                </a:cubicBezTo>
                <a:cubicBezTo>
                  <a:pt x="214036" y="210856"/>
                  <a:pt x="215237" y="210193"/>
                  <a:pt x="215237" y="207029"/>
                </a:cubicBezTo>
                <a:cubicBezTo>
                  <a:pt x="215237" y="204643"/>
                  <a:pt x="222096" y="197826"/>
                  <a:pt x="224490" y="197826"/>
                </a:cubicBezTo>
                <a:cubicBezTo>
                  <a:pt x="228126" y="197826"/>
                  <a:pt x="224473" y="205612"/>
                  <a:pt x="218807" y="209936"/>
                </a:cubicBezTo>
                <a:cubicBezTo>
                  <a:pt x="216935" y="211369"/>
                  <a:pt x="215146" y="213200"/>
                  <a:pt x="214831" y="214020"/>
                </a:cubicBezTo>
                <a:cubicBezTo>
                  <a:pt x="214525" y="214832"/>
                  <a:pt x="215643" y="214119"/>
                  <a:pt x="217324" y="212438"/>
                </a:cubicBezTo>
                <a:cubicBezTo>
                  <a:pt x="219569" y="210193"/>
                  <a:pt x="220977" y="209522"/>
                  <a:pt x="222576" y="209920"/>
                </a:cubicBezTo>
                <a:close/>
                <a:moveTo>
                  <a:pt x="235225" y="212620"/>
                </a:moveTo>
                <a:cubicBezTo>
                  <a:pt x="234927" y="212322"/>
                  <a:pt x="234140" y="212620"/>
                  <a:pt x="233477" y="213283"/>
                </a:cubicBezTo>
                <a:cubicBezTo>
                  <a:pt x="232525" y="214252"/>
                  <a:pt x="232632" y="214359"/>
                  <a:pt x="234024" y="213829"/>
                </a:cubicBezTo>
                <a:cubicBezTo>
                  <a:pt x="234985" y="213465"/>
                  <a:pt x="235523" y="212918"/>
                  <a:pt x="235225" y="212620"/>
                </a:cubicBezTo>
                <a:close/>
                <a:moveTo>
                  <a:pt x="162645" y="207642"/>
                </a:moveTo>
                <a:cubicBezTo>
                  <a:pt x="162645" y="204121"/>
                  <a:pt x="162397" y="203773"/>
                  <a:pt x="159473" y="203152"/>
                </a:cubicBezTo>
                <a:cubicBezTo>
                  <a:pt x="157733" y="202779"/>
                  <a:pt x="155530" y="201785"/>
                  <a:pt x="154569" y="200940"/>
                </a:cubicBezTo>
                <a:cubicBezTo>
                  <a:pt x="152962" y="199524"/>
                  <a:pt x="152622" y="199607"/>
                  <a:pt x="150212" y="202025"/>
                </a:cubicBezTo>
                <a:lnTo>
                  <a:pt x="147594" y="204643"/>
                </a:lnTo>
                <a:lnTo>
                  <a:pt x="152150" y="204643"/>
                </a:lnTo>
                <a:cubicBezTo>
                  <a:pt x="157584" y="204643"/>
                  <a:pt x="161784" y="206341"/>
                  <a:pt x="161585" y="208462"/>
                </a:cubicBezTo>
                <a:cubicBezTo>
                  <a:pt x="161395" y="210533"/>
                  <a:pt x="161569" y="211460"/>
                  <a:pt x="162157" y="211460"/>
                </a:cubicBezTo>
                <a:cubicBezTo>
                  <a:pt x="162422" y="211460"/>
                  <a:pt x="162645" y="209737"/>
                  <a:pt x="162645" y="207642"/>
                </a:cubicBezTo>
                <a:close/>
                <a:moveTo>
                  <a:pt x="268408" y="207824"/>
                </a:moveTo>
                <a:cubicBezTo>
                  <a:pt x="268085" y="207501"/>
                  <a:pt x="267862" y="208081"/>
                  <a:pt x="267903" y="209108"/>
                </a:cubicBezTo>
                <a:cubicBezTo>
                  <a:pt x="267945" y="210243"/>
                  <a:pt x="268176" y="210475"/>
                  <a:pt x="268491" y="209696"/>
                </a:cubicBezTo>
                <a:cubicBezTo>
                  <a:pt x="268773" y="208992"/>
                  <a:pt x="268740" y="208155"/>
                  <a:pt x="268408" y="207824"/>
                </a:cubicBezTo>
                <a:close/>
                <a:moveTo>
                  <a:pt x="250516" y="206590"/>
                </a:moveTo>
                <a:cubicBezTo>
                  <a:pt x="252264" y="205521"/>
                  <a:pt x="254492" y="204651"/>
                  <a:pt x="255461" y="204643"/>
                </a:cubicBezTo>
                <a:cubicBezTo>
                  <a:pt x="256431" y="204643"/>
                  <a:pt x="256944" y="204187"/>
                  <a:pt x="256605" y="203641"/>
                </a:cubicBezTo>
                <a:cubicBezTo>
                  <a:pt x="256257" y="203077"/>
                  <a:pt x="254617" y="202895"/>
                  <a:pt x="252885" y="203218"/>
                </a:cubicBezTo>
                <a:cubicBezTo>
                  <a:pt x="250524" y="203657"/>
                  <a:pt x="248909" y="203210"/>
                  <a:pt x="246143" y="201330"/>
                </a:cubicBezTo>
                <a:cubicBezTo>
                  <a:pt x="243003" y="199201"/>
                  <a:pt x="242498" y="199093"/>
                  <a:pt x="242498" y="200534"/>
                </a:cubicBezTo>
                <a:cubicBezTo>
                  <a:pt x="242498" y="201454"/>
                  <a:pt x="241877" y="203392"/>
                  <a:pt x="241123" y="204833"/>
                </a:cubicBezTo>
                <a:cubicBezTo>
                  <a:pt x="239764" y="207434"/>
                  <a:pt x="239781" y="207459"/>
                  <a:pt x="243318" y="207832"/>
                </a:cubicBezTo>
                <a:cubicBezTo>
                  <a:pt x="245281" y="208039"/>
                  <a:pt x="246987" y="208288"/>
                  <a:pt x="247103" y="208371"/>
                </a:cubicBezTo>
                <a:cubicBezTo>
                  <a:pt x="247228" y="208462"/>
                  <a:pt x="248760" y="207666"/>
                  <a:pt x="250516" y="206590"/>
                </a:cubicBezTo>
                <a:close/>
                <a:moveTo>
                  <a:pt x="270736" y="199076"/>
                </a:moveTo>
                <a:cubicBezTo>
                  <a:pt x="272028" y="199416"/>
                  <a:pt x="272633" y="198861"/>
                  <a:pt x="273014" y="196981"/>
                </a:cubicBezTo>
                <a:cubicBezTo>
                  <a:pt x="273296" y="195573"/>
                  <a:pt x="273826" y="193651"/>
                  <a:pt x="274190" y="192715"/>
                </a:cubicBezTo>
                <a:cubicBezTo>
                  <a:pt x="274571" y="191721"/>
                  <a:pt x="274397" y="191008"/>
                  <a:pt x="273768" y="191008"/>
                </a:cubicBezTo>
                <a:cubicBezTo>
                  <a:pt x="273180" y="191008"/>
                  <a:pt x="272691" y="191630"/>
                  <a:pt x="272691" y="192392"/>
                </a:cubicBezTo>
                <a:cubicBezTo>
                  <a:pt x="272691" y="193154"/>
                  <a:pt x="271598" y="195084"/>
                  <a:pt x="270256" y="196674"/>
                </a:cubicBezTo>
                <a:cubicBezTo>
                  <a:pt x="268922" y="198265"/>
                  <a:pt x="267878" y="200162"/>
                  <a:pt x="267936" y="200891"/>
                </a:cubicBezTo>
                <a:cubicBezTo>
                  <a:pt x="268003" y="201611"/>
                  <a:pt x="268259" y="201396"/>
                  <a:pt x="268516" y="200410"/>
                </a:cubicBezTo>
                <a:cubicBezTo>
                  <a:pt x="268814" y="199250"/>
                  <a:pt x="269593" y="198778"/>
                  <a:pt x="270736" y="199076"/>
                </a:cubicBezTo>
                <a:close/>
                <a:moveTo>
                  <a:pt x="242200" y="197826"/>
                </a:moveTo>
                <a:cubicBezTo>
                  <a:pt x="242473" y="197826"/>
                  <a:pt x="241346" y="196277"/>
                  <a:pt x="239681" y="194380"/>
                </a:cubicBezTo>
                <a:cubicBezTo>
                  <a:pt x="238016" y="192491"/>
                  <a:pt x="236658" y="190105"/>
                  <a:pt x="236658" y="189087"/>
                </a:cubicBezTo>
                <a:cubicBezTo>
                  <a:pt x="236658" y="186494"/>
                  <a:pt x="235772" y="186229"/>
                  <a:pt x="231332" y="187504"/>
                </a:cubicBezTo>
                <a:lnTo>
                  <a:pt x="227472" y="188614"/>
                </a:lnTo>
                <a:lnTo>
                  <a:pt x="230893" y="190636"/>
                </a:lnTo>
                <a:cubicBezTo>
                  <a:pt x="232773" y="191746"/>
                  <a:pt x="235391" y="194015"/>
                  <a:pt x="236708" y="195672"/>
                </a:cubicBezTo>
                <a:cubicBezTo>
                  <a:pt x="238016" y="197337"/>
                  <a:pt x="239673" y="198497"/>
                  <a:pt x="240394" y="198256"/>
                </a:cubicBezTo>
                <a:cubicBezTo>
                  <a:pt x="241106" y="198024"/>
                  <a:pt x="241918" y="197826"/>
                  <a:pt x="242200" y="197826"/>
                </a:cubicBezTo>
                <a:close/>
                <a:moveTo>
                  <a:pt x="256257" y="196194"/>
                </a:moveTo>
                <a:cubicBezTo>
                  <a:pt x="255105" y="194222"/>
                  <a:pt x="254832" y="194852"/>
                  <a:pt x="255768" y="197304"/>
                </a:cubicBezTo>
                <a:cubicBezTo>
                  <a:pt x="256108" y="198174"/>
                  <a:pt x="256580" y="198679"/>
                  <a:pt x="256836" y="198430"/>
                </a:cubicBezTo>
                <a:cubicBezTo>
                  <a:pt x="257085" y="198174"/>
                  <a:pt x="256828" y="197171"/>
                  <a:pt x="256257" y="196194"/>
                </a:cubicBezTo>
                <a:close/>
                <a:moveTo>
                  <a:pt x="149574" y="195349"/>
                </a:moveTo>
                <a:cubicBezTo>
                  <a:pt x="149185" y="193808"/>
                  <a:pt x="149665" y="191265"/>
                  <a:pt x="150842" y="188606"/>
                </a:cubicBezTo>
                <a:cubicBezTo>
                  <a:pt x="152333" y="185227"/>
                  <a:pt x="152457" y="184233"/>
                  <a:pt x="151446" y="183843"/>
                </a:cubicBezTo>
                <a:cubicBezTo>
                  <a:pt x="150684" y="183545"/>
                  <a:pt x="149682" y="184514"/>
                  <a:pt x="148969" y="186237"/>
                </a:cubicBezTo>
                <a:cubicBezTo>
                  <a:pt x="148307" y="187828"/>
                  <a:pt x="146733" y="189940"/>
                  <a:pt x="145466" y="190934"/>
                </a:cubicBezTo>
                <a:cubicBezTo>
                  <a:pt x="144198" y="191936"/>
                  <a:pt x="143163" y="193319"/>
                  <a:pt x="143163" y="194024"/>
                </a:cubicBezTo>
                <a:cubicBezTo>
                  <a:pt x="143163" y="195009"/>
                  <a:pt x="143428" y="195034"/>
                  <a:pt x="144331" y="194123"/>
                </a:cubicBezTo>
                <a:cubicBezTo>
                  <a:pt x="146070" y="192383"/>
                  <a:pt x="148033" y="192706"/>
                  <a:pt x="148033" y="194744"/>
                </a:cubicBezTo>
                <a:cubicBezTo>
                  <a:pt x="148033" y="196434"/>
                  <a:pt x="148812" y="197826"/>
                  <a:pt x="149765" y="197826"/>
                </a:cubicBezTo>
                <a:cubicBezTo>
                  <a:pt x="149997" y="197826"/>
                  <a:pt x="149914" y="196707"/>
                  <a:pt x="149574" y="195349"/>
                </a:cubicBezTo>
                <a:close/>
                <a:moveTo>
                  <a:pt x="190884" y="191008"/>
                </a:moveTo>
                <a:cubicBezTo>
                  <a:pt x="190312" y="189940"/>
                  <a:pt x="189625" y="189062"/>
                  <a:pt x="189360" y="189062"/>
                </a:cubicBezTo>
                <a:cubicBezTo>
                  <a:pt x="189086" y="189062"/>
                  <a:pt x="189335" y="189940"/>
                  <a:pt x="189915" y="191008"/>
                </a:cubicBezTo>
                <a:cubicBezTo>
                  <a:pt x="190486" y="192077"/>
                  <a:pt x="191174" y="192955"/>
                  <a:pt x="191439" y="192955"/>
                </a:cubicBezTo>
                <a:cubicBezTo>
                  <a:pt x="191712" y="192955"/>
                  <a:pt x="191455" y="192077"/>
                  <a:pt x="190884" y="191008"/>
                </a:cubicBezTo>
                <a:close/>
                <a:moveTo>
                  <a:pt x="197800" y="188325"/>
                </a:moveTo>
                <a:cubicBezTo>
                  <a:pt x="197129" y="186693"/>
                  <a:pt x="195920" y="185583"/>
                  <a:pt x="194835" y="185583"/>
                </a:cubicBezTo>
                <a:cubicBezTo>
                  <a:pt x="193211" y="185583"/>
                  <a:pt x="193294" y="185914"/>
                  <a:pt x="195597" y="188631"/>
                </a:cubicBezTo>
                <a:cubicBezTo>
                  <a:pt x="198654" y="192218"/>
                  <a:pt x="199374" y="192118"/>
                  <a:pt x="197800" y="188325"/>
                </a:cubicBezTo>
                <a:close/>
                <a:moveTo>
                  <a:pt x="95740" y="186080"/>
                </a:moveTo>
                <a:cubicBezTo>
                  <a:pt x="96071" y="184804"/>
                  <a:pt x="95848" y="184216"/>
                  <a:pt x="95119" y="184456"/>
                </a:cubicBezTo>
                <a:cubicBezTo>
                  <a:pt x="93719" y="184928"/>
                  <a:pt x="92990" y="188084"/>
                  <a:pt x="94282" y="188084"/>
                </a:cubicBezTo>
                <a:cubicBezTo>
                  <a:pt x="94796" y="188084"/>
                  <a:pt x="95450" y="187181"/>
                  <a:pt x="95740" y="186080"/>
                </a:cubicBezTo>
                <a:close/>
                <a:moveTo>
                  <a:pt x="222601" y="187115"/>
                </a:moveTo>
                <a:cubicBezTo>
                  <a:pt x="223355" y="187115"/>
                  <a:pt x="224581" y="185649"/>
                  <a:pt x="225326" y="183868"/>
                </a:cubicBezTo>
                <a:cubicBezTo>
                  <a:pt x="227720" y="178136"/>
                  <a:pt x="235540" y="173621"/>
                  <a:pt x="234463" y="178591"/>
                </a:cubicBezTo>
                <a:cubicBezTo>
                  <a:pt x="234198" y="179793"/>
                  <a:pt x="233659" y="181557"/>
                  <a:pt x="233270" y="182493"/>
                </a:cubicBezTo>
                <a:cubicBezTo>
                  <a:pt x="232723" y="183802"/>
                  <a:pt x="232914" y="184075"/>
                  <a:pt x="234057" y="183628"/>
                </a:cubicBezTo>
                <a:cubicBezTo>
                  <a:pt x="234894" y="183313"/>
                  <a:pt x="235705" y="182112"/>
                  <a:pt x="235871" y="180952"/>
                </a:cubicBezTo>
                <a:cubicBezTo>
                  <a:pt x="236037" y="179801"/>
                  <a:pt x="238240" y="177332"/>
                  <a:pt x="240775" y="175460"/>
                </a:cubicBezTo>
                <a:cubicBezTo>
                  <a:pt x="243782" y="173232"/>
                  <a:pt x="245041" y="171733"/>
                  <a:pt x="244411" y="171103"/>
                </a:cubicBezTo>
                <a:cubicBezTo>
                  <a:pt x="243790" y="170474"/>
                  <a:pt x="242506" y="170706"/>
                  <a:pt x="240700" y="171774"/>
                </a:cubicBezTo>
                <a:cubicBezTo>
                  <a:pt x="239184" y="172669"/>
                  <a:pt x="236120" y="173696"/>
                  <a:pt x="233891" y="174052"/>
                </a:cubicBezTo>
                <a:cubicBezTo>
                  <a:pt x="231663" y="174408"/>
                  <a:pt x="229841" y="175088"/>
                  <a:pt x="229841" y="175560"/>
                </a:cubicBezTo>
                <a:cubicBezTo>
                  <a:pt x="229841" y="176024"/>
                  <a:pt x="227099" y="179122"/>
                  <a:pt x="223752" y="182427"/>
                </a:cubicBezTo>
                <a:cubicBezTo>
                  <a:pt x="220406" y="185740"/>
                  <a:pt x="218468" y="188151"/>
                  <a:pt x="219453" y="187778"/>
                </a:cubicBezTo>
                <a:cubicBezTo>
                  <a:pt x="220431" y="187413"/>
                  <a:pt x="221847" y="187115"/>
                  <a:pt x="222601" y="187115"/>
                </a:cubicBezTo>
                <a:close/>
                <a:moveTo>
                  <a:pt x="188805" y="181449"/>
                </a:moveTo>
                <a:cubicBezTo>
                  <a:pt x="184630" y="176703"/>
                  <a:pt x="186850" y="174765"/>
                  <a:pt x="192880" y="177887"/>
                </a:cubicBezTo>
                <a:cubicBezTo>
                  <a:pt x="196458" y="179735"/>
                  <a:pt x="196508" y="179188"/>
                  <a:pt x="193079" y="175659"/>
                </a:cubicBezTo>
                <a:cubicBezTo>
                  <a:pt x="191604" y="174152"/>
                  <a:pt x="189741" y="171956"/>
                  <a:pt x="188937" y="170797"/>
                </a:cubicBezTo>
                <a:lnTo>
                  <a:pt x="187479" y="168676"/>
                </a:lnTo>
                <a:lnTo>
                  <a:pt x="182186" y="170499"/>
                </a:lnTo>
                <a:cubicBezTo>
                  <a:pt x="178558" y="171749"/>
                  <a:pt x="176205" y="172056"/>
                  <a:pt x="174681" y="171476"/>
                </a:cubicBezTo>
                <a:cubicBezTo>
                  <a:pt x="172842" y="170780"/>
                  <a:pt x="172113" y="171120"/>
                  <a:pt x="170473" y="173423"/>
                </a:cubicBezTo>
                <a:cubicBezTo>
                  <a:pt x="169380" y="174955"/>
                  <a:pt x="168485" y="176637"/>
                  <a:pt x="168485" y="177150"/>
                </a:cubicBezTo>
                <a:cubicBezTo>
                  <a:pt x="168485" y="177672"/>
                  <a:pt x="171600" y="179900"/>
                  <a:pt x="175410" y="182104"/>
                </a:cubicBezTo>
                <a:lnTo>
                  <a:pt x="182335" y="186113"/>
                </a:lnTo>
                <a:lnTo>
                  <a:pt x="181706" y="182791"/>
                </a:lnTo>
                <a:cubicBezTo>
                  <a:pt x="181341" y="180828"/>
                  <a:pt x="181507" y="179213"/>
                  <a:pt x="182120" y="178832"/>
                </a:cubicBezTo>
                <a:cubicBezTo>
                  <a:pt x="183346" y="178078"/>
                  <a:pt x="188937" y="183785"/>
                  <a:pt x="188937" y="185790"/>
                </a:cubicBezTo>
                <a:cubicBezTo>
                  <a:pt x="188937" y="186933"/>
                  <a:pt x="189177" y="186966"/>
                  <a:pt x="190287" y="185931"/>
                </a:cubicBezTo>
                <a:cubicBezTo>
                  <a:pt x="191422" y="184870"/>
                  <a:pt x="191182" y="184175"/>
                  <a:pt x="188805" y="181449"/>
                </a:cubicBezTo>
                <a:close/>
                <a:moveTo>
                  <a:pt x="218559" y="178973"/>
                </a:moveTo>
                <a:cubicBezTo>
                  <a:pt x="217548" y="176330"/>
                  <a:pt x="215751" y="177680"/>
                  <a:pt x="215411" y="181342"/>
                </a:cubicBezTo>
                <a:lnTo>
                  <a:pt x="215104" y="184680"/>
                </a:lnTo>
                <a:lnTo>
                  <a:pt x="217159" y="182667"/>
                </a:lnTo>
                <a:cubicBezTo>
                  <a:pt x="218459" y="181383"/>
                  <a:pt x="218973" y="180041"/>
                  <a:pt x="218559" y="178973"/>
                </a:cubicBezTo>
                <a:close/>
                <a:moveTo>
                  <a:pt x="58009" y="178094"/>
                </a:moveTo>
                <a:cubicBezTo>
                  <a:pt x="57098" y="176703"/>
                  <a:pt x="56882" y="175386"/>
                  <a:pt x="57421" y="174516"/>
                </a:cubicBezTo>
                <a:cubicBezTo>
                  <a:pt x="58141" y="173356"/>
                  <a:pt x="58655" y="173398"/>
                  <a:pt x="60784" y="174798"/>
                </a:cubicBezTo>
                <a:cubicBezTo>
                  <a:pt x="62308" y="175792"/>
                  <a:pt x="63302" y="176015"/>
                  <a:pt x="63302" y="175353"/>
                </a:cubicBezTo>
                <a:cubicBezTo>
                  <a:pt x="63302" y="174756"/>
                  <a:pt x="62441" y="174044"/>
                  <a:pt x="61389" y="173770"/>
                </a:cubicBezTo>
                <a:cubicBezTo>
                  <a:pt x="60345" y="173497"/>
                  <a:pt x="58547" y="171343"/>
                  <a:pt x="57413" y="168991"/>
                </a:cubicBezTo>
                <a:cubicBezTo>
                  <a:pt x="55251" y="164526"/>
                  <a:pt x="52931" y="163897"/>
                  <a:pt x="54580" y="168221"/>
                </a:cubicBezTo>
                <a:cubicBezTo>
                  <a:pt x="55093" y="169571"/>
                  <a:pt x="55516" y="172039"/>
                  <a:pt x="55516" y="173704"/>
                </a:cubicBezTo>
                <a:cubicBezTo>
                  <a:pt x="55516" y="175369"/>
                  <a:pt x="56236" y="177531"/>
                  <a:pt x="57123" y="178517"/>
                </a:cubicBezTo>
                <a:cubicBezTo>
                  <a:pt x="59326" y="180952"/>
                  <a:pt x="59748" y="180753"/>
                  <a:pt x="58009" y="178094"/>
                </a:cubicBezTo>
                <a:close/>
                <a:moveTo>
                  <a:pt x="150957" y="178774"/>
                </a:moveTo>
                <a:cubicBezTo>
                  <a:pt x="150957" y="178542"/>
                  <a:pt x="150518" y="178343"/>
                  <a:pt x="149980" y="178343"/>
                </a:cubicBezTo>
                <a:cubicBezTo>
                  <a:pt x="149442" y="178343"/>
                  <a:pt x="149011" y="178807"/>
                  <a:pt x="149011" y="179378"/>
                </a:cubicBezTo>
                <a:cubicBezTo>
                  <a:pt x="149011" y="179942"/>
                  <a:pt x="149442" y="180140"/>
                  <a:pt x="149980" y="179809"/>
                </a:cubicBezTo>
                <a:cubicBezTo>
                  <a:pt x="150518" y="179478"/>
                  <a:pt x="150957" y="179014"/>
                  <a:pt x="150957" y="178774"/>
                </a:cubicBezTo>
                <a:close/>
                <a:moveTo>
                  <a:pt x="228830" y="169778"/>
                </a:moveTo>
                <a:cubicBezTo>
                  <a:pt x="232110" y="164302"/>
                  <a:pt x="232433" y="163267"/>
                  <a:pt x="231232" y="162066"/>
                </a:cubicBezTo>
                <a:cubicBezTo>
                  <a:pt x="229427" y="160260"/>
                  <a:pt x="229443" y="152946"/>
                  <a:pt x="231249" y="148614"/>
                </a:cubicBezTo>
                <a:cubicBezTo>
                  <a:pt x="233560" y="143080"/>
                  <a:pt x="235780" y="144687"/>
                  <a:pt x="237138" y="152888"/>
                </a:cubicBezTo>
                <a:cubicBezTo>
                  <a:pt x="237776" y="156756"/>
                  <a:pt x="237975" y="156996"/>
                  <a:pt x="239383" y="155588"/>
                </a:cubicBezTo>
                <a:cubicBezTo>
                  <a:pt x="240228" y="154743"/>
                  <a:pt x="241015" y="152283"/>
                  <a:pt x="241123" y="150129"/>
                </a:cubicBezTo>
                <a:cubicBezTo>
                  <a:pt x="241239" y="147984"/>
                  <a:pt x="242241" y="144455"/>
                  <a:pt x="243368" y="142302"/>
                </a:cubicBezTo>
                <a:cubicBezTo>
                  <a:pt x="246325" y="136627"/>
                  <a:pt x="244999" y="134904"/>
                  <a:pt x="238033" y="135344"/>
                </a:cubicBezTo>
                <a:cubicBezTo>
                  <a:pt x="234040" y="135592"/>
                  <a:pt x="231928" y="135194"/>
                  <a:pt x="229418" y="133712"/>
                </a:cubicBezTo>
                <a:cubicBezTo>
                  <a:pt x="226577" y="132038"/>
                  <a:pt x="226014" y="131964"/>
                  <a:pt x="225533" y="133215"/>
                </a:cubicBezTo>
                <a:cubicBezTo>
                  <a:pt x="224514" y="135865"/>
                  <a:pt x="224929" y="136371"/>
                  <a:pt x="228623" y="137042"/>
                </a:cubicBezTo>
                <a:cubicBezTo>
                  <a:pt x="236501" y="138458"/>
                  <a:pt x="238149" y="141573"/>
                  <a:pt x="231920" y="143254"/>
                </a:cubicBezTo>
                <a:cubicBezTo>
                  <a:pt x="228623" y="144141"/>
                  <a:pt x="228076" y="144704"/>
                  <a:pt x="227588" y="147711"/>
                </a:cubicBezTo>
                <a:cubicBezTo>
                  <a:pt x="226908" y="151919"/>
                  <a:pt x="223355" y="157891"/>
                  <a:pt x="221532" y="157891"/>
                </a:cubicBezTo>
                <a:cubicBezTo>
                  <a:pt x="220795" y="157891"/>
                  <a:pt x="219735" y="159540"/>
                  <a:pt x="219180" y="161544"/>
                </a:cubicBezTo>
                <a:cubicBezTo>
                  <a:pt x="217565" y="167359"/>
                  <a:pt x="217987" y="168461"/>
                  <a:pt x="220149" y="164087"/>
                </a:cubicBezTo>
                <a:cubicBezTo>
                  <a:pt x="222485" y="159374"/>
                  <a:pt x="225393" y="156466"/>
                  <a:pt x="226859" y="157369"/>
                </a:cubicBezTo>
                <a:cubicBezTo>
                  <a:pt x="229534" y="159026"/>
                  <a:pt x="226213" y="171169"/>
                  <a:pt x="222518" y="173232"/>
                </a:cubicBezTo>
                <a:cubicBezTo>
                  <a:pt x="221342" y="173895"/>
                  <a:pt x="221052" y="174798"/>
                  <a:pt x="221532" y="176305"/>
                </a:cubicBezTo>
                <a:cubicBezTo>
                  <a:pt x="222460" y="179221"/>
                  <a:pt x="224009" y="177829"/>
                  <a:pt x="228830" y="169778"/>
                </a:cubicBezTo>
                <a:close/>
                <a:moveTo>
                  <a:pt x="145109" y="175858"/>
                </a:moveTo>
                <a:cubicBezTo>
                  <a:pt x="145109" y="175618"/>
                  <a:pt x="144670" y="175427"/>
                  <a:pt x="144140" y="175427"/>
                </a:cubicBezTo>
                <a:cubicBezTo>
                  <a:pt x="143602" y="175427"/>
                  <a:pt x="143163" y="175891"/>
                  <a:pt x="143163" y="176454"/>
                </a:cubicBezTo>
                <a:cubicBezTo>
                  <a:pt x="143163" y="177026"/>
                  <a:pt x="143602" y="177216"/>
                  <a:pt x="144140" y="176885"/>
                </a:cubicBezTo>
                <a:cubicBezTo>
                  <a:pt x="144670" y="176554"/>
                  <a:pt x="145109" y="176090"/>
                  <a:pt x="145109" y="175858"/>
                </a:cubicBezTo>
                <a:close/>
                <a:moveTo>
                  <a:pt x="163764" y="171285"/>
                </a:moveTo>
                <a:cubicBezTo>
                  <a:pt x="163350" y="166837"/>
                  <a:pt x="161784" y="164940"/>
                  <a:pt x="160210" y="166995"/>
                </a:cubicBezTo>
                <a:cubicBezTo>
                  <a:pt x="159672" y="167690"/>
                  <a:pt x="158404" y="168718"/>
                  <a:pt x="157394" y="169281"/>
                </a:cubicBezTo>
                <a:cubicBezTo>
                  <a:pt x="155704" y="170209"/>
                  <a:pt x="155870" y="170515"/>
                  <a:pt x="159324" y="172859"/>
                </a:cubicBezTo>
                <a:cubicBezTo>
                  <a:pt x="161395" y="174268"/>
                  <a:pt x="163333" y="175427"/>
                  <a:pt x="163623" y="175427"/>
                </a:cubicBezTo>
                <a:cubicBezTo>
                  <a:pt x="163913" y="175427"/>
                  <a:pt x="163979" y="173563"/>
                  <a:pt x="163764" y="171285"/>
                </a:cubicBezTo>
                <a:close/>
                <a:moveTo>
                  <a:pt x="169471" y="165702"/>
                </a:moveTo>
                <a:cubicBezTo>
                  <a:pt x="168692" y="164245"/>
                  <a:pt x="168179" y="160003"/>
                  <a:pt x="168386" y="156673"/>
                </a:cubicBezTo>
                <a:cubicBezTo>
                  <a:pt x="168527" y="154296"/>
                  <a:pt x="170854" y="154553"/>
                  <a:pt x="172801" y="157162"/>
                </a:cubicBezTo>
                <a:cubicBezTo>
                  <a:pt x="174226" y="159076"/>
                  <a:pt x="174350" y="159109"/>
                  <a:pt x="173745" y="157411"/>
                </a:cubicBezTo>
                <a:cubicBezTo>
                  <a:pt x="173372" y="156334"/>
                  <a:pt x="172859" y="154039"/>
                  <a:pt x="172610" y="152291"/>
                </a:cubicBezTo>
                <a:cubicBezTo>
                  <a:pt x="172047" y="148291"/>
                  <a:pt x="171111" y="148299"/>
                  <a:pt x="168734" y="152341"/>
                </a:cubicBezTo>
                <a:cubicBezTo>
                  <a:pt x="167135" y="155050"/>
                  <a:pt x="166911" y="156823"/>
                  <a:pt x="167309" y="163681"/>
                </a:cubicBezTo>
                <a:cubicBezTo>
                  <a:pt x="167731" y="170971"/>
                  <a:pt x="167905" y="171575"/>
                  <a:pt x="169015" y="169496"/>
                </a:cubicBezTo>
                <a:cubicBezTo>
                  <a:pt x="169736" y="168154"/>
                  <a:pt x="169927" y="166556"/>
                  <a:pt x="169471" y="165702"/>
                </a:cubicBezTo>
                <a:close/>
                <a:moveTo>
                  <a:pt x="197958" y="168502"/>
                </a:moveTo>
                <a:cubicBezTo>
                  <a:pt x="199151" y="166398"/>
                  <a:pt x="200153" y="165669"/>
                  <a:pt x="201263" y="166092"/>
                </a:cubicBezTo>
                <a:cubicBezTo>
                  <a:pt x="202671" y="166638"/>
                  <a:pt x="202770" y="165885"/>
                  <a:pt x="202182" y="159134"/>
                </a:cubicBezTo>
                <a:cubicBezTo>
                  <a:pt x="201818" y="154967"/>
                  <a:pt x="200625" y="148216"/>
                  <a:pt x="199532" y="144124"/>
                </a:cubicBezTo>
                <a:cubicBezTo>
                  <a:pt x="197684" y="137207"/>
                  <a:pt x="197336" y="136636"/>
                  <a:pt x="194578" y="136089"/>
                </a:cubicBezTo>
                <a:cubicBezTo>
                  <a:pt x="190105" y="135194"/>
                  <a:pt x="189915" y="135277"/>
                  <a:pt x="189915" y="138276"/>
                </a:cubicBezTo>
                <a:cubicBezTo>
                  <a:pt x="189915" y="141540"/>
                  <a:pt x="186071" y="147669"/>
                  <a:pt x="184025" y="147669"/>
                </a:cubicBezTo>
                <a:cubicBezTo>
                  <a:pt x="182211" y="147669"/>
                  <a:pt x="181681" y="144000"/>
                  <a:pt x="182965" y="140305"/>
                </a:cubicBezTo>
                <a:cubicBezTo>
                  <a:pt x="183959" y="137464"/>
                  <a:pt x="182932" y="136329"/>
                  <a:pt x="181474" y="138657"/>
                </a:cubicBezTo>
                <a:cubicBezTo>
                  <a:pt x="180165" y="140753"/>
                  <a:pt x="179867" y="142600"/>
                  <a:pt x="179776" y="149127"/>
                </a:cubicBezTo>
                <a:lnTo>
                  <a:pt x="179684" y="155456"/>
                </a:lnTo>
                <a:lnTo>
                  <a:pt x="184704" y="155133"/>
                </a:lnTo>
                <a:cubicBezTo>
                  <a:pt x="190014" y="154785"/>
                  <a:pt x="193808" y="156110"/>
                  <a:pt x="193808" y="158322"/>
                </a:cubicBezTo>
                <a:cubicBezTo>
                  <a:pt x="193808" y="161138"/>
                  <a:pt x="181855" y="163085"/>
                  <a:pt x="179436" y="160666"/>
                </a:cubicBezTo>
                <a:cubicBezTo>
                  <a:pt x="178036" y="159266"/>
                  <a:pt x="175766" y="160881"/>
                  <a:pt x="175004" y="163814"/>
                </a:cubicBezTo>
                <a:cubicBezTo>
                  <a:pt x="174615" y="165288"/>
                  <a:pt x="174888" y="165653"/>
                  <a:pt x="176114" y="165313"/>
                </a:cubicBezTo>
                <a:cubicBezTo>
                  <a:pt x="182020" y="163656"/>
                  <a:pt x="184133" y="163714"/>
                  <a:pt x="188382" y="165653"/>
                </a:cubicBezTo>
                <a:cubicBezTo>
                  <a:pt x="190842" y="166771"/>
                  <a:pt x="193394" y="168552"/>
                  <a:pt x="194048" y="169612"/>
                </a:cubicBezTo>
                <a:cubicBezTo>
                  <a:pt x="195630" y="172139"/>
                  <a:pt x="195937" y="172056"/>
                  <a:pt x="197958" y="168502"/>
                </a:cubicBezTo>
                <a:close/>
                <a:moveTo>
                  <a:pt x="45136" y="166133"/>
                </a:moveTo>
                <a:cubicBezTo>
                  <a:pt x="44822" y="165305"/>
                  <a:pt x="44350" y="164833"/>
                  <a:pt x="44093" y="165089"/>
                </a:cubicBezTo>
                <a:cubicBezTo>
                  <a:pt x="43836" y="165346"/>
                  <a:pt x="43919" y="166025"/>
                  <a:pt x="44275" y="166597"/>
                </a:cubicBezTo>
                <a:cubicBezTo>
                  <a:pt x="45236" y="168146"/>
                  <a:pt x="45791" y="167848"/>
                  <a:pt x="45136" y="166133"/>
                </a:cubicBezTo>
                <a:close/>
                <a:moveTo>
                  <a:pt x="153310" y="162464"/>
                </a:moveTo>
                <a:cubicBezTo>
                  <a:pt x="152366" y="161933"/>
                  <a:pt x="150933" y="161933"/>
                  <a:pt x="149748" y="162464"/>
                </a:cubicBezTo>
                <a:cubicBezTo>
                  <a:pt x="148116" y="163193"/>
                  <a:pt x="148390" y="163350"/>
                  <a:pt x="151330" y="163350"/>
                </a:cubicBezTo>
                <a:cubicBezTo>
                  <a:pt x="153964" y="163350"/>
                  <a:pt x="154478" y="163118"/>
                  <a:pt x="153310" y="162464"/>
                </a:cubicBezTo>
                <a:close/>
                <a:moveTo>
                  <a:pt x="163615" y="161262"/>
                </a:moveTo>
                <a:cubicBezTo>
                  <a:pt x="163615" y="160434"/>
                  <a:pt x="162853" y="157146"/>
                  <a:pt x="161908" y="153956"/>
                </a:cubicBezTo>
                <a:cubicBezTo>
                  <a:pt x="160550" y="149309"/>
                  <a:pt x="159812" y="148158"/>
                  <a:pt x="158205" y="148158"/>
                </a:cubicBezTo>
                <a:cubicBezTo>
                  <a:pt x="156151" y="148158"/>
                  <a:pt x="151024" y="143403"/>
                  <a:pt x="149168" y="139783"/>
                </a:cubicBezTo>
                <a:cubicBezTo>
                  <a:pt x="148423" y="138326"/>
                  <a:pt x="148423" y="137439"/>
                  <a:pt x="149168" y="136694"/>
                </a:cubicBezTo>
                <a:cubicBezTo>
                  <a:pt x="150460" y="135410"/>
                  <a:pt x="152432" y="136048"/>
                  <a:pt x="156557" y="139096"/>
                </a:cubicBezTo>
                <a:cubicBezTo>
                  <a:pt x="158297" y="140388"/>
                  <a:pt x="159721" y="141258"/>
                  <a:pt x="159721" y="141043"/>
                </a:cubicBezTo>
                <a:cubicBezTo>
                  <a:pt x="159721" y="139494"/>
                  <a:pt x="157410" y="134523"/>
                  <a:pt x="156690" y="134523"/>
                </a:cubicBezTo>
                <a:cubicBezTo>
                  <a:pt x="155315" y="134523"/>
                  <a:pt x="151935" y="128460"/>
                  <a:pt x="151935" y="126000"/>
                </a:cubicBezTo>
                <a:cubicBezTo>
                  <a:pt x="151935" y="124757"/>
                  <a:pt x="152523" y="123805"/>
                  <a:pt x="153302" y="123805"/>
                </a:cubicBezTo>
                <a:cubicBezTo>
                  <a:pt x="154660" y="123805"/>
                  <a:pt x="159050" y="128394"/>
                  <a:pt x="160036" y="130829"/>
                </a:cubicBezTo>
                <a:cubicBezTo>
                  <a:pt x="160434" y="131806"/>
                  <a:pt x="160773" y="131757"/>
                  <a:pt x="161560" y="130622"/>
                </a:cubicBezTo>
                <a:cubicBezTo>
                  <a:pt x="162198" y="129711"/>
                  <a:pt x="162223" y="129040"/>
                  <a:pt x="161635" y="128841"/>
                </a:cubicBezTo>
                <a:cubicBezTo>
                  <a:pt x="161113" y="128659"/>
                  <a:pt x="160691" y="127913"/>
                  <a:pt x="160691" y="127168"/>
                </a:cubicBezTo>
                <a:cubicBezTo>
                  <a:pt x="160691" y="125735"/>
                  <a:pt x="163399" y="123987"/>
                  <a:pt x="167450" y="122819"/>
                </a:cubicBezTo>
                <a:lnTo>
                  <a:pt x="169943" y="122107"/>
                </a:lnTo>
                <a:lnTo>
                  <a:pt x="167185" y="121005"/>
                </a:lnTo>
                <a:cubicBezTo>
                  <a:pt x="165669" y="120392"/>
                  <a:pt x="163929" y="120210"/>
                  <a:pt x="163316" y="120582"/>
                </a:cubicBezTo>
                <a:cubicBezTo>
                  <a:pt x="160831" y="122115"/>
                  <a:pt x="152904" y="120110"/>
                  <a:pt x="152904" y="117948"/>
                </a:cubicBezTo>
                <a:cubicBezTo>
                  <a:pt x="152904" y="117443"/>
                  <a:pt x="153890" y="116780"/>
                  <a:pt x="155091" y="116474"/>
                </a:cubicBezTo>
                <a:cubicBezTo>
                  <a:pt x="157079" y="115977"/>
                  <a:pt x="157286" y="115347"/>
                  <a:pt x="157286" y="109665"/>
                </a:cubicBezTo>
                <a:cubicBezTo>
                  <a:pt x="157286" y="103560"/>
                  <a:pt x="157245" y="103452"/>
                  <a:pt x="155464" y="105233"/>
                </a:cubicBezTo>
                <a:cubicBezTo>
                  <a:pt x="154461" y="106235"/>
                  <a:pt x="153476" y="108464"/>
                  <a:pt x="153277" y="110195"/>
                </a:cubicBezTo>
                <a:cubicBezTo>
                  <a:pt x="152631" y="115770"/>
                  <a:pt x="146062" y="123805"/>
                  <a:pt x="142152" y="123805"/>
                </a:cubicBezTo>
                <a:cubicBezTo>
                  <a:pt x="140189" y="123805"/>
                  <a:pt x="141713" y="116341"/>
                  <a:pt x="144554" y="112050"/>
                </a:cubicBezTo>
                <a:lnTo>
                  <a:pt x="147089" y="108223"/>
                </a:lnTo>
                <a:lnTo>
                  <a:pt x="144828" y="108223"/>
                </a:lnTo>
                <a:cubicBezTo>
                  <a:pt x="143594" y="108223"/>
                  <a:pt x="142094" y="108704"/>
                  <a:pt x="141506" y="109300"/>
                </a:cubicBezTo>
                <a:cubicBezTo>
                  <a:pt x="140918" y="109888"/>
                  <a:pt x="138764" y="110369"/>
                  <a:pt x="136727" y="110369"/>
                </a:cubicBezTo>
                <a:cubicBezTo>
                  <a:pt x="133794" y="110369"/>
                  <a:pt x="132104" y="111172"/>
                  <a:pt x="128700" y="114163"/>
                </a:cubicBezTo>
                <a:cubicBezTo>
                  <a:pt x="124716" y="117667"/>
                  <a:pt x="123084" y="118412"/>
                  <a:pt x="120151" y="118064"/>
                </a:cubicBezTo>
                <a:cubicBezTo>
                  <a:pt x="119017" y="117932"/>
                  <a:pt x="117873" y="120955"/>
                  <a:pt x="117857" y="124153"/>
                </a:cubicBezTo>
                <a:cubicBezTo>
                  <a:pt x="117849" y="125147"/>
                  <a:pt x="119207" y="128833"/>
                  <a:pt x="120880" y="132345"/>
                </a:cubicBezTo>
                <a:lnTo>
                  <a:pt x="123929" y="138715"/>
                </a:lnTo>
                <a:lnTo>
                  <a:pt x="125221" y="135650"/>
                </a:lnTo>
                <a:cubicBezTo>
                  <a:pt x="126795" y="131906"/>
                  <a:pt x="130845" y="127706"/>
                  <a:pt x="132891" y="127706"/>
                </a:cubicBezTo>
                <a:cubicBezTo>
                  <a:pt x="136072" y="127706"/>
                  <a:pt x="133869" y="136031"/>
                  <a:pt x="129379" y="140951"/>
                </a:cubicBezTo>
                <a:cubicBezTo>
                  <a:pt x="127631" y="142865"/>
                  <a:pt x="127623" y="143080"/>
                  <a:pt x="129164" y="144356"/>
                </a:cubicBezTo>
                <a:cubicBezTo>
                  <a:pt x="130191" y="145209"/>
                  <a:pt x="130945" y="145342"/>
                  <a:pt x="131160" y="144704"/>
                </a:cubicBezTo>
                <a:cubicBezTo>
                  <a:pt x="131351" y="144149"/>
                  <a:pt x="132311" y="142177"/>
                  <a:pt x="133305" y="140322"/>
                </a:cubicBezTo>
                <a:cubicBezTo>
                  <a:pt x="137248" y="132958"/>
                  <a:pt x="140752" y="137481"/>
                  <a:pt x="137886" y="146245"/>
                </a:cubicBezTo>
                <a:lnTo>
                  <a:pt x="136288" y="151124"/>
                </a:lnTo>
                <a:lnTo>
                  <a:pt x="138996" y="153501"/>
                </a:lnTo>
                <a:cubicBezTo>
                  <a:pt x="140653" y="154959"/>
                  <a:pt x="142931" y="155895"/>
                  <a:pt x="144869" y="155920"/>
                </a:cubicBezTo>
                <a:cubicBezTo>
                  <a:pt x="148141" y="155944"/>
                  <a:pt x="149168" y="154371"/>
                  <a:pt x="146534" y="153360"/>
                </a:cubicBezTo>
                <a:cubicBezTo>
                  <a:pt x="145714" y="153045"/>
                  <a:pt x="144422" y="151587"/>
                  <a:pt x="143660" y="150129"/>
                </a:cubicBezTo>
                <a:cubicBezTo>
                  <a:pt x="142194" y="147280"/>
                  <a:pt x="141390" y="139858"/>
                  <a:pt x="142442" y="138806"/>
                </a:cubicBezTo>
                <a:cubicBezTo>
                  <a:pt x="144670" y="136586"/>
                  <a:pt x="150171" y="145002"/>
                  <a:pt x="150171" y="150627"/>
                </a:cubicBezTo>
                <a:cubicBezTo>
                  <a:pt x="150171" y="152349"/>
                  <a:pt x="151057" y="155017"/>
                  <a:pt x="152125" y="156557"/>
                </a:cubicBezTo>
                <a:cubicBezTo>
                  <a:pt x="153244" y="158156"/>
                  <a:pt x="153766" y="158521"/>
                  <a:pt x="153351" y="157411"/>
                </a:cubicBezTo>
                <a:cubicBezTo>
                  <a:pt x="151198" y="151637"/>
                  <a:pt x="151703" y="146783"/>
                  <a:pt x="154354" y="147802"/>
                </a:cubicBezTo>
                <a:cubicBezTo>
                  <a:pt x="156673" y="148688"/>
                  <a:pt x="160691" y="156218"/>
                  <a:pt x="160691" y="159680"/>
                </a:cubicBezTo>
                <a:cubicBezTo>
                  <a:pt x="160691" y="161776"/>
                  <a:pt x="161163" y="162762"/>
                  <a:pt x="162157" y="162762"/>
                </a:cubicBezTo>
                <a:cubicBezTo>
                  <a:pt x="162960" y="162762"/>
                  <a:pt x="163615" y="162091"/>
                  <a:pt x="163615" y="161262"/>
                </a:cubicBezTo>
                <a:close/>
                <a:moveTo>
                  <a:pt x="243426" y="159664"/>
                </a:moveTo>
                <a:cubicBezTo>
                  <a:pt x="244594" y="159299"/>
                  <a:pt x="244569" y="159125"/>
                  <a:pt x="243276" y="158628"/>
                </a:cubicBezTo>
                <a:cubicBezTo>
                  <a:pt x="242332" y="158264"/>
                  <a:pt x="240999" y="158835"/>
                  <a:pt x="239913" y="160053"/>
                </a:cubicBezTo>
                <a:cubicBezTo>
                  <a:pt x="238157" y="162025"/>
                  <a:pt x="238166" y="162049"/>
                  <a:pt x="240071" y="161089"/>
                </a:cubicBezTo>
                <a:cubicBezTo>
                  <a:pt x="241139" y="160550"/>
                  <a:pt x="242647" y="159904"/>
                  <a:pt x="243426" y="159664"/>
                </a:cubicBezTo>
                <a:close/>
                <a:moveTo>
                  <a:pt x="218136" y="156624"/>
                </a:moveTo>
                <a:cubicBezTo>
                  <a:pt x="218144" y="156185"/>
                  <a:pt x="217714" y="156102"/>
                  <a:pt x="217184" y="156433"/>
                </a:cubicBezTo>
                <a:cubicBezTo>
                  <a:pt x="216645" y="156765"/>
                  <a:pt x="216214" y="157775"/>
                  <a:pt x="216223" y="158686"/>
                </a:cubicBezTo>
                <a:cubicBezTo>
                  <a:pt x="216231" y="160103"/>
                  <a:pt x="216364" y="160128"/>
                  <a:pt x="217184" y="158869"/>
                </a:cubicBezTo>
                <a:cubicBezTo>
                  <a:pt x="217697" y="158065"/>
                  <a:pt x="218128" y="157054"/>
                  <a:pt x="218136" y="156624"/>
                </a:cubicBezTo>
                <a:close/>
                <a:moveTo>
                  <a:pt x="127714" y="153965"/>
                </a:moveTo>
                <a:cubicBezTo>
                  <a:pt x="126455" y="152913"/>
                  <a:pt x="124923" y="152051"/>
                  <a:pt x="124310" y="152060"/>
                </a:cubicBezTo>
                <a:cubicBezTo>
                  <a:pt x="123697" y="152060"/>
                  <a:pt x="124517" y="152938"/>
                  <a:pt x="126124" y="153998"/>
                </a:cubicBezTo>
                <a:cubicBezTo>
                  <a:pt x="129843" y="156466"/>
                  <a:pt x="130696" y="156450"/>
                  <a:pt x="127714" y="153965"/>
                </a:cubicBezTo>
                <a:close/>
                <a:moveTo>
                  <a:pt x="120284" y="149939"/>
                </a:moveTo>
                <a:cubicBezTo>
                  <a:pt x="117832" y="148009"/>
                  <a:pt x="117741" y="147719"/>
                  <a:pt x="119240" y="146617"/>
                </a:cubicBezTo>
                <a:cubicBezTo>
                  <a:pt x="120715" y="145540"/>
                  <a:pt x="120425" y="145093"/>
                  <a:pt x="116531" y="142418"/>
                </a:cubicBezTo>
                <a:cubicBezTo>
                  <a:pt x="114129" y="140761"/>
                  <a:pt x="111942" y="138864"/>
                  <a:pt x="111677" y="138185"/>
                </a:cubicBezTo>
                <a:cubicBezTo>
                  <a:pt x="111387" y="137481"/>
                  <a:pt x="111147" y="137729"/>
                  <a:pt x="111106" y="138773"/>
                </a:cubicBezTo>
                <a:cubicBezTo>
                  <a:pt x="111056" y="139775"/>
                  <a:pt x="112340" y="142095"/>
                  <a:pt x="113947" y="143925"/>
                </a:cubicBezTo>
                <a:cubicBezTo>
                  <a:pt x="115554" y="145756"/>
                  <a:pt x="116871" y="147910"/>
                  <a:pt x="116871" y="148705"/>
                </a:cubicBezTo>
                <a:cubicBezTo>
                  <a:pt x="116871" y="149508"/>
                  <a:pt x="117857" y="150560"/>
                  <a:pt x="119058" y="151049"/>
                </a:cubicBezTo>
                <a:cubicBezTo>
                  <a:pt x="122719" y="152515"/>
                  <a:pt x="123109" y="152159"/>
                  <a:pt x="120284" y="149939"/>
                </a:cubicBezTo>
                <a:close/>
                <a:moveTo>
                  <a:pt x="102243" y="144720"/>
                </a:moveTo>
                <a:cubicBezTo>
                  <a:pt x="101563" y="143909"/>
                  <a:pt x="100752" y="143494"/>
                  <a:pt x="100445" y="143801"/>
                </a:cubicBezTo>
                <a:cubicBezTo>
                  <a:pt x="100139" y="144116"/>
                  <a:pt x="100528" y="144770"/>
                  <a:pt x="101315" y="145275"/>
                </a:cubicBezTo>
                <a:cubicBezTo>
                  <a:pt x="103377" y="146576"/>
                  <a:pt x="103642" y="146419"/>
                  <a:pt x="102243" y="144720"/>
                </a:cubicBezTo>
                <a:close/>
                <a:moveTo>
                  <a:pt x="163234" y="138682"/>
                </a:moveTo>
                <a:cubicBezTo>
                  <a:pt x="162910" y="138359"/>
                  <a:pt x="162679" y="138930"/>
                  <a:pt x="162720" y="139957"/>
                </a:cubicBezTo>
                <a:cubicBezTo>
                  <a:pt x="162770" y="141092"/>
                  <a:pt x="162993" y="141324"/>
                  <a:pt x="163308" y="140546"/>
                </a:cubicBezTo>
                <a:cubicBezTo>
                  <a:pt x="163590" y="139841"/>
                  <a:pt x="163557" y="139005"/>
                  <a:pt x="163234" y="138682"/>
                </a:cubicBezTo>
                <a:close/>
                <a:moveTo>
                  <a:pt x="170821" y="139552"/>
                </a:moveTo>
                <a:cubicBezTo>
                  <a:pt x="171095" y="139104"/>
                  <a:pt x="170705" y="138740"/>
                  <a:pt x="169943" y="138740"/>
                </a:cubicBezTo>
                <a:cubicBezTo>
                  <a:pt x="169189" y="138740"/>
                  <a:pt x="168800" y="139104"/>
                  <a:pt x="169073" y="139552"/>
                </a:cubicBezTo>
                <a:cubicBezTo>
                  <a:pt x="169347" y="139999"/>
                  <a:pt x="169744" y="140363"/>
                  <a:pt x="169943" y="140363"/>
                </a:cubicBezTo>
                <a:cubicBezTo>
                  <a:pt x="170150" y="140363"/>
                  <a:pt x="170548" y="139999"/>
                  <a:pt x="170821" y="139552"/>
                </a:cubicBezTo>
                <a:close/>
                <a:moveTo>
                  <a:pt x="215196" y="132395"/>
                </a:moveTo>
                <a:cubicBezTo>
                  <a:pt x="215245" y="127358"/>
                  <a:pt x="216869" y="123482"/>
                  <a:pt x="218642" y="124161"/>
                </a:cubicBezTo>
                <a:cubicBezTo>
                  <a:pt x="220108" y="124724"/>
                  <a:pt x="221093" y="123415"/>
                  <a:pt x="224117" y="116863"/>
                </a:cubicBezTo>
                <a:cubicBezTo>
                  <a:pt x="225691" y="113442"/>
                  <a:pt x="225682" y="113343"/>
                  <a:pt x="223868" y="113823"/>
                </a:cubicBezTo>
                <a:cubicBezTo>
                  <a:pt x="222833" y="114088"/>
                  <a:pt x="221508" y="115240"/>
                  <a:pt x="220928" y="116383"/>
                </a:cubicBezTo>
                <a:cubicBezTo>
                  <a:pt x="220348" y="117517"/>
                  <a:pt x="218658" y="119762"/>
                  <a:pt x="217184" y="121369"/>
                </a:cubicBezTo>
                <a:cubicBezTo>
                  <a:pt x="215295" y="123432"/>
                  <a:pt x="214342" y="125726"/>
                  <a:pt x="213945" y="129164"/>
                </a:cubicBezTo>
                <a:cubicBezTo>
                  <a:pt x="213638" y="131840"/>
                  <a:pt x="213116" y="135567"/>
                  <a:pt x="212785" y="137439"/>
                </a:cubicBezTo>
                <a:cubicBezTo>
                  <a:pt x="212197" y="140844"/>
                  <a:pt x="212197" y="140844"/>
                  <a:pt x="213680" y="138417"/>
                </a:cubicBezTo>
                <a:cubicBezTo>
                  <a:pt x="214491" y="137075"/>
                  <a:pt x="215179" y="134366"/>
                  <a:pt x="215196" y="132395"/>
                </a:cubicBezTo>
                <a:close/>
                <a:moveTo>
                  <a:pt x="176280" y="135029"/>
                </a:moveTo>
                <a:cubicBezTo>
                  <a:pt x="176280" y="134780"/>
                  <a:pt x="174930" y="133877"/>
                  <a:pt x="173290" y="133024"/>
                </a:cubicBezTo>
                <a:cubicBezTo>
                  <a:pt x="166555" y="129545"/>
                  <a:pt x="176595" y="126886"/>
                  <a:pt x="183710" y="130266"/>
                </a:cubicBezTo>
                <a:cubicBezTo>
                  <a:pt x="187065" y="131856"/>
                  <a:pt x="189649" y="131326"/>
                  <a:pt x="186957" y="129603"/>
                </a:cubicBezTo>
                <a:cubicBezTo>
                  <a:pt x="183661" y="127483"/>
                  <a:pt x="175178" y="125354"/>
                  <a:pt x="174491" y="126472"/>
                </a:cubicBezTo>
                <a:cubicBezTo>
                  <a:pt x="174110" y="127085"/>
                  <a:pt x="172602" y="128037"/>
                  <a:pt x="171144" y="128592"/>
                </a:cubicBezTo>
                <a:cubicBezTo>
                  <a:pt x="168411" y="129636"/>
                  <a:pt x="167433" y="132577"/>
                  <a:pt x="169827" y="132577"/>
                </a:cubicBezTo>
                <a:cubicBezTo>
                  <a:pt x="170564" y="132577"/>
                  <a:pt x="171716" y="133231"/>
                  <a:pt x="172378" y="134035"/>
                </a:cubicBezTo>
                <a:cubicBezTo>
                  <a:pt x="173497" y="135385"/>
                  <a:pt x="176280" y="136097"/>
                  <a:pt x="176280" y="135029"/>
                </a:cubicBezTo>
                <a:close/>
                <a:moveTo>
                  <a:pt x="210366" y="123067"/>
                </a:moveTo>
                <a:cubicBezTo>
                  <a:pt x="210366" y="115182"/>
                  <a:pt x="210201" y="114461"/>
                  <a:pt x="208196" y="113566"/>
                </a:cubicBezTo>
                <a:cubicBezTo>
                  <a:pt x="207003" y="113044"/>
                  <a:pt x="205106" y="111230"/>
                  <a:pt x="203972" y="109541"/>
                </a:cubicBezTo>
                <a:lnTo>
                  <a:pt x="201917" y="106467"/>
                </a:lnTo>
                <a:lnTo>
                  <a:pt x="200700" y="109855"/>
                </a:lnTo>
                <a:cubicBezTo>
                  <a:pt x="200020" y="111719"/>
                  <a:pt x="199730" y="113500"/>
                  <a:pt x="200045" y="113815"/>
                </a:cubicBezTo>
                <a:cubicBezTo>
                  <a:pt x="200368" y="114138"/>
                  <a:pt x="200625" y="113881"/>
                  <a:pt x="200625" y="113260"/>
                </a:cubicBezTo>
                <a:cubicBezTo>
                  <a:pt x="200625" y="112630"/>
                  <a:pt x="201437" y="112125"/>
                  <a:pt x="202423" y="112125"/>
                </a:cubicBezTo>
                <a:cubicBezTo>
                  <a:pt x="204916" y="112125"/>
                  <a:pt x="207774" y="118826"/>
                  <a:pt x="207740" y="124567"/>
                </a:cubicBezTo>
                <a:cubicBezTo>
                  <a:pt x="207707" y="128510"/>
                  <a:pt x="208701" y="131599"/>
                  <a:pt x="209994" y="131599"/>
                </a:cubicBezTo>
                <a:cubicBezTo>
                  <a:pt x="210201" y="131599"/>
                  <a:pt x="210366" y="127756"/>
                  <a:pt x="210366" y="123067"/>
                </a:cubicBezTo>
                <a:close/>
                <a:moveTo>
                  <a:pt x="241810" y="127159"/>
                </a:moveTo>
                <a:cubicBezTo>
                  <a:pt x="242307" y="124534"/>
                  <a:pt x="241993" y="123979"/>
                  <a:pt x="239143" y="122438"/>
                </a:cubicBezTo>
                <a:cubicBezTo>
                  <a:pt x="235026" y="120226"/>
                  <a:pt x="233129" y="120649"/>
                  <a:pt x="230826" y="124293"/>
                </a:cubicBezTo>
                <a:lnTo>
                  <a:pt x="228988" y="127217"/>
                </a:lnTo>
                <a:lnTo>
                  <a:pt x="232409" y="127466"/>
                </a:lnTo>
                <a:cubicBezTo>
                  <a:pt x="234281" y="127598"/>
                  <a:pt x="236998" y="128327"/>
                  <a:pt x="238431" y="129081"/>
                </a:cubicBezTo>
                <a:cubicBezTo>
                  <a:pt x="239864" y="129835"/>
                  <a:pt x="241090" y="130382"/>
                  <a:pt x="241148" y="130299"/>
                </a:cubicBezTo>
                <a:cubicBezTo>
                  <a:pt x="241206" y="130208"/>
                  <a:pt x="241504" y="128800"/>
                  <a:pt x="241810" y="127159"/>
                </a:cubicBezTo>
                <a:close/>
                <a:moveTo>
                  <a:pt x="193377" y="128162"/>
                </a:moveTo>
                <a:cubicBezTo>
                  <a:pt x="192342" y="127375"/>
                  <a:pt x="191049" y="126729"/>
                  <a:pt x="190511" y="126729"/>
                </a:cubicBezTo>
                <a:cubicBezTo>
                  <a:pt x="189981" y="126729"/>
                  <a:pt x="190387" y="127375"/>
                  <a:pt x="191430" y="128162"/>
                </a:cubicBezTo>
                <a:cubicBezTo>
                  <a:pt x="192466" y="128949"/>
                  <a:pt x="193758" y="129587"/>
                  <a:pt x="194296" y="129587"/>
                </a:cubicBezTo>
                <a:cubicBezTo>
                  <a:pt x="194827" y="129587"/>
                  <a:pt x="194421" y="128949"/>
                  <a:pt x="193377" y="128162"/>
                </a:cubicBezTo>
                <a:close/>
                <a:moveTo>
                  <a:pt x="186576" y="124277"/>
                </a:moveTo>
                <a:cubicBezTo>
                  <a:pt x="185541" y="123490"/>
                  <a:pt x="184456" y="123092"/>
                  <a:pt x="184166" y="123382"/>
                </a:cubicBezTo>
                <a:cubicBezTo>
                  <a:pt x="183553" y="123995"/>
                  <a:pt x="186030" y="125735"/>
                  <a:pt x="187479" y="125710"/>
                </a:cubicBezTo>
                <a:cubicBezTo>
                  <a:pt x="188009" y="125702"/>
                  <a:pt x="187603" y="125055"/>
                  <a:pt x="186576" y="124277"/>
                </a:cubicBezTo>
                <a:close/>
                <a:moveTo>
                  <a:pt x="257665" y="123697"/>
                </a:moveTo>
                <a:cubicBezTo>
                  <a:pt x="258079" y="123026"/>
                  <a:pt x="260307" y="122777"/>
                  <a:pt x="263472" y="123043"/>
                </a:cubicBezTo>
                <a:cubicBezTo>
                  <a:pt x="267456" y="123366"/>
                  <a:pt x="268491" y="123175"/>
                  <a:pt x="268110" y="122173"/>
                </a:cubicBezTo>
                <a:cubicBezTo>
                  <a:pt x="267837" y="121469"/>
                  <a:pt x="266768" y="120889"/>
                  <a:pt x="265733" y="120889"/>
                </a:cubicBezTo>
                <a:cubicBezTo>
                  <a:pt x="264697" y="120889"/>
                  <a:pt x="262212" y="120052"/>
                  <a:pt x="260216" y="119033"/>
                </a:cubicBezTo>
                <a:cubicBezTo>
                  <a:pt x="257797" y="117799"/>
                  <a:pt x="255611" y="117377"/>
                  <a:pt x="253680" y="117783"/>
                </a:cubicBezTo>
                <a:lnTo>
                  <a:pt x="250781" y="118387"/>
                </a:lnTo>
                <a:lnTo>
                  <a:pt x="254186" y="118901"/>
                </a:lnTo>
                <a:cubicBezTo>
                  <a:pt x="258245" y="119522"/>
                  <a:pt x="258709" y="121725"/>
                  <a:pt x="255163" y="123523"/>
                </a:cubicBezTo>
                <a:cubicBezTo>
                  <a:pt x="252836" y="124699"/>
                  <a:pt x="252819" y="124757"/>
                  <a:pt x="254865" y="124766"/>
                </a:cubicBezTo>
                <a:cubicBezTo>
                  <a:pt x="256033" y="124774"/>
                  <a:pt x="257300" y="124293"/>
                  <a:pt x="257665" y="123697"/>
                </a:cubicBezTo>
                <a:close/>
                <a:moveTo>
                  <a:pt x="247990" y="120408"/>
                </a:moveTo>
                <a:lnTo>
                  <a:pt x="250781" y="118951"/>
                </a:lnTo>
                <a:lnTo>
                  <a:pt x="248180" y="118942"/>
                </a:lnTo>
                <a:cubicBezTo>
                  <a:pt x="244295" y="118934"/>
                  <a:pt x="242009" y="119969"/>
                  <a:pt x="243641" y="121005"/>
                </a:cubicBezTo>
                <a:cubicBezTo>
                  <a:pt x="245256" y="122032"/>
                  <a:pt x="244734" y="122107"/>
                  <a:pt x="247990" y="120408"/>
                </a:cubicBezTo>
                <a:close/>
                <a:moveTo>
                  <a:pt x="170771" y="118412"/>
                </a:moveTo>
                <a:cubicBezTo>
                  <a:pt x="170448" y="117584"/>
                  <a:pt x="169985" y="117112"/>
                  <a:pt x="169728" y="117368"/>
                </a:cubicBezTo>
                <a:cubicBezTo>
                  <a:pt x="169471" y="117625"/>
                  <a:pt x="169554" y="118304"/>
                  <a:pt x="169910" y="118876"/>
                </a:cubicBezTo>
                <a:cubicBezTo>
                  <a:pt x="170863" y="120425"/>
                  <a:pt x="171426" y="120127"/>
                  <a:pt x="170771" y="118412"/>
                </a:cubicBezTo>
                <a:close/>
                <a:moveTo>
                  <a:pt x="113243" y="114535"/>
                </a:moveTo>
                <a:cubicBezTo>
                  <a:pt x="110493" y="112614"/>
                  <a:pt x="107503" y="105515"/>
                  <a:pt x="108861" y="104156"/>
                </a:cubicBezTo>
                <a:cubicBezTo>
                  <a:pt x="109665" y="103353"/>
                  <a:pt x="110609" y="103494"/>
                  <a:pt x="112439" y="104695"/>
                </a:cubicBezTo>
                <a:cubicBezTo>
                  <a:pt x="114601" y="106111"/>
                  <a:pt x="114925" y="106128"/>
                  <a:pt x="114925" y="104836"/>
                </a:cubicBezTo>
                <a:cubicBezTo>
                  <a:pt x="114925" y="104024"/>
                  <a:pt x="114312" y="103353"/>
                  <a:pt x="113566" y="103353"/>
                </a:cubicBezTo>
                <a:cubicBezTo>
                  <a:pt x="111992" y="103353"/>
                  <a:pt x="109076" y="96660"/>
                  <a:pt x="109076" y="93040"/>
                </a:cubicBezTo>
                <a:cubicBezTo>
                  <a:pt x="109076" y="90977"/>
                  <a:pt x="108861" y="90778"/>
                  <a:pt x="107792" y="91847"/>
                </a:cubicBezTo>
                <a:cubicBezTo>
                  <a:pt x="106948" y="92692"/>
                  <a:pt x="106533" y="95475"/>
                  <a:pt x="106600" y="99948"/>
                </a:cubicBezTo>
                <a:cubicBezTo>
                  <a:pt x="106682" y="105581"/>
                  <a:pt x="107188" y="107610"/>
                  <a:pt x="109515" y="111636"/>
                </a:cubicBezTo>
                <a:cubicBezTo>
                  <a:pt x="113690" y="118843"/>
                  <a:pt x="114361" y="119605"/>
                  <a:pt x="114767" y="117542"/>
                </a:cubicBezTo>
                <a:cubicBezTo>
                  <a:pt x="114949" y="116606"/>
                  <a:pt x="114262" y="115248"/>
                  <a:pt x="113243" y="114535"/>
                </a:cubicBezTo>
                <a:close/>
                <a:moveTo>
                  <a:pt x="181863" y="115347"/>
                </a:moveTo>
                <a:cubicBezTo>
                  <a:pt x="180960" y="114436"/>
                  <a:pt x="179941" y="113972"/>
                  <a:pt x="179610" y="114304"/>
                </a:cubicBezTo>
                <a:cubicBezTo>
                  <a:pt x="178649" y="115264"/>
                  <a:pt x="180123" y="116987"/>
                  <a:pt x="181896" y="116987"/>
                </a:cubicBezTo>
                <a:cubicBezTo>
                  <a:pt x="183387" y="116987"/>
                  <a:pt x="183387" y="116863"/>
                  <a:pt x="181863" y="115347"/>
                </a:cubicBezTo>
                <a:close/>
                <a:moveTo>
                  <a:pt x="244991" y="114635"/>
                </a:moveTo>
                <a:cubicBezTo>
                  <a:pt x="246813" y="113301"/>
                  <a:pt x="246797" y="113202"/>
                  <a:pt x="244204" y="111156"/>
                </a:cubicBezTo>
                <a:cubicBezTo>
                  <a:pt x="242730" y="110004"/>
                  <a:pt x="241496" y="108323"/>
                  <a:pt x="241462" y="107428"/>
                </a:cubicBezTo>
                <a:cubicBezTo>
                  <a:pt x="241421" y="106525"/>
                  <a:pt x="240767" y="107495"/>
                  <a:pt x="240005" y="109582"/>
                </a:cubicBezTo>
                <a:cubicBezTo>
                  <a:pt x="239234" y="111669"/>
                  <a:pt x="238116" y="113972"/>
                  <a:pt x="237519" y="114693"/>
                </a:cubicBezTo>
                <a:cubicBezTo>
                  <a:pt x="236633" y="115761"/>
                  <a:pt x="237064" y="116018"/>
                  <a:pt x="239764" y="116018"/>
                </a:cubicBezTo>
                <a:cubicBezTo>
                  <a:pt x="241603" y="116018"/>
                  <a:pt x="243956" y="115397"/>
                  <a:pt x="244991" y="114635"/>
                </a:cubicBezTo>
                <a:close/>
                <a:moveTo>
                  <a:pt x="173812" y="109855"/>
                </a:moveTo>
                <a:cubicBezTo>
                  <a:pt x="173389" y="106716"/>
                  <a:pt x="173621" y="105316"/>
                  <a:pt x="174739" y="104388"/>
                </a:cubicBezTo>
                <a:cubicBezTo>
                  <a:pt x="176015" y="103336"/>
                  <a:pt x="176504" y="103601"/>
                  <a:pt x="177962" y="106169"/>
                </a:cubicBezTo>
                <a:cubicBezTo>
                  <a:pt x="178914" y="107826"/>
                  <a:pt x="180413" y="109193"/>
                  <a:pt x="181308" y="109193"/>
                </a:cubicBezTo>
                <a:cubicBezTo>
                  <a:pt x="182203" y="109193"/>
                  <a:pt x="183652" y="109474"/>
                  <a:pt x="184522" y="109806"/>
                </a:cubicBezTo>
                <a:cubicBezTo>
                  <a:pt x="185856" y="110319"/>
                  <a:pt x="185781" y="109739"/>
                  <a:pt x="184017" y="106111"/>
                </a:cubicBezTo>
                <a:cubicBezTo>
                  <a:pt x="182029" y="102011"/>
                  <a:pt x="181523" y="101663"/>
                  <a:pt x="173696" y="99012"/>
                </a:cubicBezTo>
                <a:cubicBezTo>
                  <a:pt x="165810" y="96328"/>
                  <a:pt x="165404" y="96287"/>
                  <a:pt x="163813" y="97952"/>
                </a:cubicBezTo>
                <a:cubicBezTo>
                  <a:pt x="162587" y="99236"/>
                  <a:pt x="162471" y="99816"/>
                  <a:pt x="163374" y="100147"/>
                </a:cubicBezTo>
                <a:cubicBezTo>
                  <a:pt x="164045" y="100396"/>
                  <a:pt x="164600" y="102201"/>
                  <a:pt x="164617" y="104165"/>
                </a:cubicBezTo>
                <a:cubicBezTo>
                  <a:pt x="164667" y="109193"/>
                  <a:pt x="168320" y="113169"/>
                  <a:pt x="173629" y="113956"/>
                </a:cubicBezTo>
                <a:cubicBezTo>
                  <a:pt x="174043" y="114022"/>
                  <a:pt x="174126" y="112175"/>
                  <a:pt x="173812" y="109855"/>
                </a:cubicBezTo>
                <a:close/>
                <a:moveTo>
                  <a:pt x="272939" y="112448"/>
                </a:moveTo>
                <a:cubicBezTo>
                  <a:pt x="272269" y="112183"/>
                  <a:pt x="271175" y="112183"/>
                  <a:pt x="270504" y="112448"/>
                </a:cubicBezTo>
                <a:cubicBezTo>
                  <a:pt x="269833" y="112721"/>
                  <a:pt x="270380" y="112945"/>
                  <a:pt x="271722" y="112945"/>
                </a:cubicBezTo>
                <a:cubicBezTo>
                  <a:pt x="273055" y="112945"/>
                  <a:pt x="273602" y="112721"/>
                  <a:pt x="272939" y="112448"/>
                </a:cubicBezTo>
                <a:close/>
                <a:moveTo>
                  <a:pt x="124061" y="106832"/>
                </a:moveTo>
                <a:cubicBezTo>
                  <a:pt x="123788" y="106103"/>
                  <a:pt x="122529" y="105308"/>
                  <a:pt x="121278" y="105067"/>
                </a:cubicBezTo>
                <a:cubicBezTo>
                  <a:pt x="119389" y="104711"/>
                  <a:pt x="118901" y="105125"/>
                  <a:pt x="118428" y="107503"/>
                </a:cubicBezTo>
                <a:cubicBezTo>
                  <a:pt x="118105" y="109085"/>
                  <a:pt x="118097" y="110775"/>
                  <a:pt x="118404" y="111263"/>
                </a:cubicBezTo>
                <a:cubicBezTo>
                  <a:pt x="119232" y="112614"/>
                  <a:pt x="124649" y="108364"/>
                  <a:pt x="124061" y="106832"/>
                </a:cubicBezTo>
                <a:close/>
                <a:moveTo>
                  <a:pt x="227588" y="105424"/>
                </a:moveTo>
                <a:cubicBezTo>
                  <a:pt x="230363" y="103999"/>
                  <a:pt x="233477" y="104024"/>
                  <a:pt x="233966" y="105490"/>
                </a:cubicBezTo>
                <a:cubicBezTo>
                  <a:pt x="234711" y="107743"/>
                  <a:pt x="237867" y="97911"/>
                  <a:pt x="238696" y="90762"/>
                </a:cubicBezTo>
                <a:cubicBezTo>
                  <a:pt x="239706" y="81948"/>
                  <a:pt x="238745" y="79935"/>
                  <a:pt x="234960" y="82917"/>
                </a:cubicBezTo>
                <a:cubicBezTo>
                  <a:pt x="232003" y="85245"/>
                  <a:pt x="222941" y="85643"/>
                  <a:pt x="221185" y="83522"/>
                </a:cubicBezTo>
                <a:cubicBezTo>
                  <a:pt x="219743" y="81791"/>
                  <a:pt x="221193" y="80582"/>
                  <a:pt x="226643" y="78966"/>
                </a:cubicBezTo>
                <a:cubicBezTo>
                  <a:pt x="231820" y="77426"/>
                  <a:pt x="231174" y="76200"/>
                  <a:pt x="225194" y="76191"/>
                </a:cubicBezTo>
                <a:cubicBezTo>
                  <a:pt x="222659" y="76183"/>
                  <a:pt x="219710" y="76050"/>
                  <a:pt x="218642" y="75893"/>
                </a:cubicBezTo>
                <a:cubicBezTo>
                  <a:pt x="217291" y="75686"/>
                  <a:pt x="216778" y="76092"/>
                  <a:pt x="216952" y="77194"/>
                </a:cubicBezTo>
                <a:cubicBezTo>
                  <a:pt x="217101" y="78072"/>
                  <a:pt x="216463" y="79074"/>
                  <a:pt x="215552" y="79430"/>
                </a:cubicBezTo>
                <a:cubicBezTo>
                  <a:pt x="214177" y="79952"/>
                  <a:pt x="214483" y="80424"/>
                  <a:pt x="217233" y="82073"/>
                </a:cubicBezTo>
                <a:cubicBezTo>
                  <a:pt x="219081" y="83174"/>
                  <a:pt x="221806" y="85220"/>
                  <a:pt x="223297" y="86620"/>
                </a:cubicBezTo>
                <a:cubicBezTo>
                  <a:pt x="226420" y="89553"/>
                  <a:pt x="226254" y="92626"/>
                  <a:pt x="222684" y="98482"/>
                </a:cubicBezTo>
                <a:cubicBezTo>
                  <a:pt x="221541" y="100362"/>
                  <a:pt x="220745" y="102334"/>
                  <a:pt x="220928" y="102872"/>
                </a:cubicBezTo>
                <a:cubicBezTo>
                  <a:pt x="221110" y="103402"/>
                  <a:pt x="221259" y="105299"/>
                  <a:pt x="221267" y="107089"/>
                </a:cubicBezTo>
                <a:lnTo>
                  <a:pt x="221267" y="110327"/>
                </a:lnTo>
                <a:lnTo>
                  <a:pt x="223363" y="108422"/>
                </a:lnTo>
                <a:cubicBezTo>
                  <a:pt x="224514" y="107379"/>
                  <a:pt x="226420" y="106028"/>
                  <a:pt x="227588" y="105424"/>
                </a:cubicBezTo>
                <a:close/>
                <a:moveTo>
                  <a:pt x="216190" y="105059"/>
                </a:moveTo>
                <a:cubicBezTo>
                  <a:pt x="216198" y="104662"/>
                  <a:pt x="215767" y="104330"/>
                  <a:pt x="215229" y="104330"/>
                </a:cubicBezTo>
                <a:cubicBezTo>
                  <a:pt x="214699" y="104330"/>
                  <a:pt x="214268" y="105316"/>
                  <a:pt x="214276" y="106517"/>
                </a:cubicBezTo>
                <a:cubicBezTo>
                  <a:pt x="214284" y="108290"/>
                  <a:pt x="214467" y="108431"/>
                  <a:pt x="215229" y="107254"/>
                </a:cubicBezTo>
                <a:cubicBezTo>
                  <a:pt x="215751" y="106451"/>
                  <a:pt x="216181" y="105465"/>
                  <a:pt x="216190" y="105059"/>
                </a:cubicBezTo>
                <a:close/>
                <a:moveTo>
                  <a:pt x="210192" y="98772"/>
                </a:moveTo>
                <a:cubicBezTo>
                  <a:pt x="209497" y="97935"/>
                  <a:pt x="206978" y="96411"/>
                  <a:pt x="204593" y="95384"/>
                </a:cubicBezTo>
                <a:cubicBezTo>
                  <a:pt x="202207" y="94365"/>
                  <a:pt x="199681" y="92709"/>
                  <a:pt x="198985" y="91706"/>
                </a:cubicBezTo>
                <a:cubicBezTo>
                  <a:pt x="197784" y="89992"/>
                  <a:pt x="197469" y="89967"/>
                  <a:pt x="193866" y="91383"/>
                </a:cubicBezTo>
                <a:cubicBezTo>
                  <a:pt x="189061" y="93272"/>
                  <a:pt x="188374" y="94986"/>
                  <a:pt x="190851" y="98855"/>
                </a:cubicBezTo>
                <a:cubicBezTo>
                  <a:pt x="191927" y="100528"/>
                  <a:pt x="192805" y="101348"/>
                  <a:pt x="192814" y="100677"/>
                </a:cubicBezTo>
                <a:cubicBezTo>
                  <a:pt x="192847" y="98408"/>
                  <a:pt x="195845" y="99443"/>
                  <a:pt x="197022" y="102135"/>
                </a:cubicBezTo>
                <a:cubicBezTo>
                  <a:pt x="198761" y="106128"/>
                  <a:pt x="201271" y="105871"/>
                  <a:pt x="200791" y="101754"/>
                </a:cubicBezTo>
                <a:cubicBezTo>
                  <a:pt x="200492" y="99153"/>
                  <a:pt x="200758" y="98482"/>
                  <a:pt x="202108" y="98482"/>
                </a:cubicBezTo>
                <a:cubicBezTo>
                  <a:pt x="203880" y="98482"/>
                  <a:pt x="210242" y="104612"/>
                  <a:pt x="210524" y="106592"/>
                </a:cubicBezTo>
                <a:cubicBezTo>
                  <a:pt x="210615" y="107221"/>
                  <a:pt x="210863" y="106061"/>
                  <a:pt x="211079" y="104015"/>
                </a:cubicBezTo>
                <a:cubicBezTo>
                  <a:pt x="211302" y="101853"/>
                  <a:pt x="210938" y="99658"/>
                  <a:pt x="210192" y="98772"/>
                </a:cubicBezTo>
                <a:close/>
                <a:moveTo>
                  <a:pt x="150444" y="104413"/>
                </a:moveTo>
                <a:cubicBezTo>
                  <a:pt x="151877" y="103858"/>
                  <a:pt x="151032" y="103485"/>
                  <a:pt x="147106" y="102963"/>
                </a:cubicBezTo>
                <a:cubicBezTo>
                  <a:pt x="141415" y="102210"/>
                  <a:pt x="138292" y="100942"/>
                  <a:pt x="138292" y="99377"/>
                </a:cubicBezTo>
                <a:cubicBezTo>
                  <a:pt x="138292" y="96411"/>
                  <a:pt x="153973" y="94100"/>
                  <a:pt x="156565" y="96693"/>
                </a:cubicBezTo>
                <a:cubicBezTo>
                  <a:pt x="157419" y="97546"/>
                  <a:pt x="158056" y="97513"/>
                  <a:pt x="159191" y="96569"/>
                </a:cubicBezTo>
                <a:cubicBezTo>
                  <a:pt x="160020" y="95889"/>
                  <a:pt x="160691" y="94995"/>
                  <a:pt x="160691" y="94589"/>
                </a:cubicBezTo>
                <a:cubicBezTo>
                  <a:pt x="160691" y="93429"/>
                  <a:pt x="152540" y="91665"/>
                  <a:pt x="147147" y="91665"/>
                </a:cubicBezTo>
                <a:cubicBezTo>
                  <a:pt x="143262" y="91665"/>
                  <a:pt x="142044" y="92071"/>
                  <a:pt x="141224" y="93603"/>
                </a:cubicBezTo>
                <a:cubicBezTo>
                  <a:pt x="140653" y="94672"/>
                  <a:pt x="138996" y="96196"/>
                  <a:pt x="137538" y="96999"/>
                </a:cubicBezTo>
                <a:cubicBezTo>
                  <a:pt x="136080" y="97795"/>
                  <a:pt x="133703" y="99443"/>
                  <a:pt x="132253" y="100661"/>
                </a:cubicBezTo>
                <a:lnTo>
                  <a:pt x="129628" y="102872"/>
                </a:lnTo>
                <a:lnTo>
                  <a:pt x="134937" y="102922"/>
                </a:lnTo>
                <a:cubicBezTo>
                  <a:pt x="137861" y="102947"/>
                  <a:pt x="140769" y="103494"/>
                  <a:pt x="141415" y="104140"/>
                </a:cubicBezTo>
                <a:cubicBezTo>
                  <a:pt x="142707" y="105432"/>
                  <a:pt x="147470" y="105573"/>
                  <a:pt x="150444" y="104413"/>
                </a:cubicBezTo>
                <a:close/>
                <a:moveTo>
                  <a:pt x="248570" y="100280"/>
                </a:moveTo>
                <a:cubicBezTo>
                  <a:pt x="248081" y="98383"/>
                  <a:pt x="248097" y="95260"/>
                  <a:pt x="248619" y="92791"/>
                </a:cubicBezTo>
                <a:cubicBezTo>
                  <a:pt x="249787" y="87275"/>
                  <a:pt x="248338" y="85610"/>
                  <a:pt x="245679" y="89403"/>
                </a:cubicBezTo>
                <a:cubicBezTo>
                  <a:pt x="243086" y="93106"/>
                  <a:pt x="242415" y="97206"/>
                  <a:pt x="244163" y="98656"/>
                </a:cubicBezTo>
                <a:cubicBezTo>
                  <a:pt x="244925" y="99286"/>
                  <a:pt x="246250" y="101149"/>
                  <a:pt x="247103" y="102798"/>
                </a:cubicBezTo>
                <a:cubicBezTo>
                  <a:pt x="248942" y="106335"/>
                  <a:pt x="249779" y="104902"/>
                  <a:pt x="248570" y="100280"/>
                </a:cubicBezTo>
                <a:close/>
                <a:moveTo>
                  <a:pt x="125668" y="94879"/>
                </a:moveTo>
                <a:cubicBezTo>
                  <a:pt x="127027" y="93669"/>
                  <a:pt x="129876" y="91830"/>
                  <a:pt x="131997" y="90803"/>
                </a:cubicBezTo>
                <a:lnTo>
                  <a:pt x="135848" y="88923"/>
                </a:lnTo>
                <a:lnTo>
                  <a:pt x="132195" y="88244"/>
                </a:lnTo>
                <a:cubicBezTo>
                  <a:pt x="129652" y="87763"/>
                  <a:pt x="127540" y="88028"/>
                  <a:pt x="125237" y="89122"/>
                </a:cubicBezTo>
                <a:cubicBezTo>
                  <a:pt x="123423" y="89992"/>
                  <a:pt x="120350" y="90696"/>
                  <a:pt x="118428" y="90696"/>
                </a:cubicBezTo>
                <a:cubicBezTo>
                  <a:pt x="114461" y="90696"/>
                  <a:pt x="114038" y="91756"/>
                  <a:pt x="116871" y="94589"/>
                </a:cubicBezTo>
                <a:cubicBezTo>
                  <a:pt x="117940" y="95666"/>
                  <a:pt x="118818" y="97480"/>
                  <a:pt x="118818" y="98639"/>
                </a:cubicBezTo>
                <a:cubicBezTo>
                  <a:pt x="118818" y="100959"/>
                  <a:pt x="118909" y="100909"/>
                  <a:pt x="125668" y="94879"/>
                </a:cubicBezTo>
                <a:close/>
                <a:moveTo>
                  <a:pt x="217382" y="90828"/>
                </a:moveTo>
                <a:cubicBezTo>
                  <a:pt x="213787" y="88998"/>
                  <a:pt x="210366" y="85759"/>
                  <a:pt x="210366" y="84193"/>
                </a:cubicBezTo>
                <a:cubicBezTo>
                  <a:pt x="210366" y="82371"/>
                  <a:pt x="208345" y="82628"/>
                  <a:pt x="205504" y="84814"/>
                </a:cubicBezTo>
                <a:cubicBezTo>
                  <a:pt x="203334" y="86479"/>
                  <a:pt x="203251" y="86744"/>
                  <a:pt x="204783" y="87333"/>
                </a:cubicBezTo>
                <a:cubicBezTo>
                  <a:pt x="205719" y="87697"/>
                  <a:pt x="207094" y="87490"/>
                  <a:pt x="207832" y="86877"/>
                </a:cubicBezTo>
                <a:cubicBezTo>
                  <a:pt x="208900" y="85991"/>
                  <a:pt x="209803" y="86554"/>
                  <a:pt x="212205" y="89586"/>
                </a:cubicBezTo>
                <a:cubicBezTo>
                  <a:pt x="215502" y="93752"/>
                  <a:pt x="215883" y="95409"/>
                  <a:pt x="214019" y="97529"/>
                </a:cubicBezTo>
                <a:cubicBezTo>
                  <a:pt x="213348" y="98292"/>
                  <a:pt x="214425" y="97397"/>
                  <a:pt x="216413" y="95541"/>
                </a:cubicBezTo>
                <a:lnTo>
                  <a:pt x="220025" y="92170"/>
                </a:lnTo>
                <a:lnTo>
                  <a:pt x="217382" y="90828"/>
                </a:lnTo>
                <a:close/>
                <a:moveTo>
                  <a:pt x="176189" y="90547"/>
                </a:moveTo>
                <a:cubicBezTo>
                  <a:pt x="174996" y="88219"/>
                  <a:pt x="173845" y="86827"/>
                  <a:pt x="173629" y="87457"/>
                </a:cubicBezTo>
                <a:cubicBezTo>
                  <a:pt x="173257" y="88567"/>
                  <a:pt x="177390" y="95749"/>
                  <a:pt x="178036" y="95102"/>
                </a:cubicBezTo>
                <a:cubicBezTo>
                  <a:pt x="178218" y="94928"/>
                  <a:pt x="177382" y="92874"/>
                  <a:pt x="176189" y="90547"/>
                </a:cubicBezTo>
                <a:close/>
                <a:moveTo>
                  <a:pt x="96419" y="90986"/>
                </a:moveTo>
                <a:cubicBezTo>
                  <a:pt x="96419" y="89031"/>
                  <a:pt x="96138" y="88641"/>
                  <a:pt x="95309" y="89461"/>
                </a:cubicBezTo>
                <a:cubicBezTo>
                  <a:pt x="94705" y="90066"/>
                  <a:pt x="94473" y="91251"/>
                  <a:pt x="94796" y="92087"/>
                </a:cubicBezTo>
                <a:cubicBezTo>
                  <a:pt x="95690" y="94415"/>
                  <a:pt x="96419" y="93918"/>
                  <a:pt x="96419" y="90986"/>
                </a:cubicBezTo>
                <a:close/>
                <a:moveTo>
                  <a:pt x="170457" y="90986"/>
                </a:moveTo>
                <a:cubicBezTo>
                  <a:pt x="168725" y="88790"/>
                  <a:pt x="167723" y="88401"/>
                  <a:pt x="164294" y="88583"/>
                </a:cubicBezTo>
                <a:cubicBezTo>
                  <a:pt x="159017" y="88873"/>
                  <a:pt x="153053" y="85552"/>
                  <a:pt x="154884" y="83348"/>
                </a:cubicBezTo>
                <a:cubicBezTo>
                  <a:pt x="155530" y="82570"/>
                  <a:pt x="157410" y="81932"/>
                  <a:pt x="159059" y="81932"/>
                </a:cubicBezTo>
                <a:cubicBezTo>
                  <a:pt x="161419" y="81932"/>
                  <a:pt x="161809" y="81675"/>
                  <a:pt x="160864" y="80739"/>
                </a:cubicBezTo>
                <a:cubicBezTo>
                  <a:pt x="160210" y="80085"/>
                  <a:pt x="158263" y="79662"/>
                  <a:pt x="156532" y="79811"/>
                </a:cubicBezTo>
                <a:cubicBezTo>
                  <a:pt x="154379" y="79993"/>
                  <a:pt x="151935" y="79148"/>
                  <a:pt x="148762" y="77127"/>
                </a:cubicBezTo>
                <a:cubicBezTo>
                  <a:pt x="144662" y="74518"/>
                  <a:pt x="144140" y="74386"/>
                  <a:pt x="144140" y="75992"/>
                </a:cubicBezTo>
                <a:cubicBezTo>
                  <a:pt x="144140" y="76987"/>
                  <a:pt x="145673" y="78975"/>
                  <a:pt x="147545" y="80399"/>
                </a:cubicBezTo>
                <a:cubicBezTo>
                  <a:pt x="149425" y="81832"/>
                  <a:pt x="151628" y="84293"/>
                  <a:pt x="152440" y="85875"/>
                </a:cubicBezTo>
                <a:cubicBezTo>
                  <a:pt x="153401" y="87730"/>
                  <a:pt x="154693" y="88757"/>
                  <a:pt x="156093" y="88774"/>
                </a:cubicBezTo>
                <a:cubicBezTo>
                  <a:pt x="157286" y="88790"/>
                  <a:pt x="161105" y="89842"/>
                  <a:pt x="164592" y="91110"/>
                </a:cubicBezTo>
                <a:cubicBezTo>
                  <a:pt x="172760" y="94100"/>
                  <a:pt x="172900" y="94100"/>
                  <a:pt x="170457" y="90986"/>
                </a:cubicBezTo>
                <a:close/>
                <a:moveTo>
                  <a:pt x="189268" y="86322"/>
                </a:moveTo>
                <a:cubicBezTo>
                  <a:pt x="190784" y="83911"/>
                  <a:pt x="191845" y="81393"/>
                  <a:pt x="191621" y="80722"/>
                </a:cubicBezTo>
                <a:cubicBezTo>
                  <a:pt x="191372" y="79993"/>
                  <a:pt x="189467" y="79480"/>
                  <a:pt x="186908" y="79455"/>
                </a:cubicBezTo>
                <a:cubicBezTo>
                  <a:pt x="184539" y="79430"/>
                  <a:pt x="181358" y="79041"/>
                  <a:pt x="179834" y="78594"/>
                </a:cubicBezTo>
                <a:lnTo>
                  <a:pt x="177067" y="77773"/>
                </a:lnTo>
                <a:lnTo>
                  <a:pt x="181300" y="84218"/>
                </a:lnTo>
                <a:cubicBezTo>
                  <a:pt x="183627" y="87755"/>
                  <a:pt x="185748" y="90663"/>
                  <a:pt x="186013" y="90671"/>
                </a:cubicBezTo>
                <a:cubicBezTo>
                  <a:pt x="186286" y="90679"/>
                  <a:pt x="187744" y="88724"/>
                  <a:pt x="189268" y="86322"/>
                </a:cubicBezTo>
                <a:close/>
                <a:moveTo>
                  <a:pt x="196765" y="86521"/>
                </a:moveTo>
                <a:cubicBezTo>
                  <a:pt x="197593" y="85875"/>
                  <a:pt x="198331" y="84334"/>
                  <a:pt x="198413" y="83108"/>
                </a:cubicBezTo>
                <a:cubicBezTo>
                  <a:pt x="198596" y="80366"/>
                  <a:pt x="202108" y="74526"/>
                  <a:pt x="204021" y="73789"/>
                </a:cubicBezTo>
                <a:cubicBezTo>
                  <a:pt x="206026" y="73019"/>
                  <a:pt x="206722" y="74659"/>
                  <a:pt x="205926" y="78279"/>
                </a:cubicBezTo>
                <a:cubicBezTo>
                  <a:pt x="205313" y="81087"/>
                  <a:pt x="205405" y="81269"/>
                  <a:pt x="206821" y="80093"/>
                </a:cubicBezTo>
                <a:cubicBezTo>
                  <a:pt x="207683" y="79372"/>
                  <a:pt x="208163" y="78411"/>
                  <a:pt x="207873" y="77947"/>
                </a:cubicBezTo>
                <a:cubicBezTo>
                  <a:pt x="207144" y="76763"/>
                  <a:pt x="209116" y="73218"/>
                  <a:pt x="212495" y="69639"/>
                </a:cubicBezTo>
                <a:cubicBezTo>
                  <a:pt x="214748" y="67262"/>
                  <a:pt x="215055" y="66483"/>
                  <a:pt x="213928" y="66052"/>
                </a:cubicBezTo>
                <a:cubicBezTo>
                  <a:pt x="213141" y="65754"/>
                  <a:pt x="211683" y="66417"/>
                  <a:pt x="210698" y="67527"/>
                </a:cubicBezTo>
                <a:cubicBezTo>
                  <a:pt x="209712" y="68637"/>
                  <a:pt x="207036" y="70385"/>
                  <a:pt x="204767" y="71403"/>
                </a:cubicBezTo>
                <a:cubicBezTo>
                  <a:pt x="202489" y="72422"/>
                  <a:pt x="200625" y="73781"/>
                  <a:pt x="200625" y="74427"/>
                </a:cubicBezTo>
                <a:cubicBezTo>
                  <a:pt x="200625" y="75073"/>
                  <a:pt x="199084" y="78138"/>
                  <a:pt x="197212" y="81244"/>
                </a:cubicBezTo>
                <a:cubicBezTo>
                  <a:pt x="195340" y="84351"/>
                  <a:pt x="193808" y="87092"/>
                  <a:pt x="193808" y="87333"/>
                </a:cubicBezTo>
                <a:cubicBezTo>
                  <a:pt x="193808" y="88128"/>
                  <a:pt x="195241" y="87730"/>
                  <a:pt x="196765" y="86521"/>
                </a:cubicBezTo>
                <a:close/>
                <a:moveTo>
                  <a:pt x="138292" y="86496"/>
                </a:moveTo>
                <a:cubicBezTo>
                  <a:pt x="138292" y="86330"/>
                  <a:pt x="136942" y="85187"/>
                  <a:pt x="135285" y="83961"/>
                </a:cubicBezTo>
                <a:cubicBezTo>
                  <a:pt x="132618" y="81998"/>
                  <a:pt x="132311" y="81940"/>
                  <a:pt x="132610" y="83497"/>
                </a:cubicBezTo>
                <a:cubicBezTo>
                  <a:pt x="132792" y="84458"/>
                  <a:pt x="134043" y="85560"/>
                  <a:pt x="135376" y="85933"/>
                </a:cubicBezTo>
                <a:cubicBezTo>
                  <a:pt x="136718" y="86297"/>
                  <a:pt x="137919" y="86645"/>
                  <a:pt x="138052" y="86703"/>
                </a:cubicBezTo>
                <a:cubicBezTo>
                  <a:pt x="138184" y="86753"/>
                  <a:pt x="138292" y="86662"/>
                  <a:pt x="138292" y="86496"/>
                </a:cubicBezTo>
                <a:close/>
                <a:moveTo>
                  <a:pt x="245140" y="80987"/>
                </a:moveTo>
                <a:cubicBezTo>
                  <a:pt x="243732" y="77268"/>
                  <a:pt x="245074" y="71006"/>
                  <a:pt x="247186" y="71412"/>
                </a:cubicBezTo>
                <a:cubicBezTo>
                  <a:pt x="248089" y="71586"/>
                  <a:pt x="248975" y="72704"/>
                  <a:pt x="249141" y="73905"/>
                </a:cubicBezTo>
                <a:cubicBezTo>
                  <a:pt x="249315" y="75106"/>
                  <a:pt x="249862" y="76084"/>
                  <a:pt x="250359" y="76084"/>
                </a:cubicBezTo>
                <a:cubicBezTo>
                  <a:pt x="251502" y="76084"/>
                  <a:pt x="251527" y="74501"/>
                  <a:pt x="250409" y="72373"/>
                </a:cubicBezTo>
                <a:cubicBezTo>
                  <a:pt x="249887" y="71370"/>
                  <a:pt x="250019" y="68918"/>
                  <a:pt x="250748" y="66102"/>
                </a:cubicBezTo>
                <a:cubicBezTo>
                  <a:pt x="251701" y="62391"/>
                  <a:pt x="251692" y="61480"/>
                  <a:pt x="250707" y="61480"/>
                </a:cubicBezTo>
                <a:cubicBezTo>
                  <a:pt x="250027" y="61480"/>
                  <a:pt x="248984" y="62954"/>
                  <a:pt x="248387" y="64768"/>
                </a:cubicBezTo>
                <a:cubicBezTo>
                  <a:pt x="247791" y="66582"/>
                  <a:pt x="246441" y="68836"/>
                  <a:pt x="245389" y="69788"/>
                </a:cubicBezTo>
                <a:cubicBezTo>
                  <a:pt x="243790" y="71238"/>
                  <a:pt x="243475" y="72803"/>
                  <a:pt x="243475" y="79347"/>
                </a:cubicBezTo>
                <a:cubicBezTo>
                  <a:pt x="243475" y="86165"/>
                  <a:pt x="243649" y="86935"/>
                  <a:pt x="244792" y="85369"/>
                </a:cubicBezTo>
                <a:cubicBezTo>
                  <a:pt x="245770" y="84036"/>
                  <a:pt x="245853" y="82893"/>
                  <a:pt x="245140" y="80987"/>
                </a:cubicBezTo>
                <a:close/>
                <a:moveTo>
                  <a:pt x="169446" y="80225"/>
                </a:moveTo>
                <a:cubicBezTo>
                  <a:pt x="169421" y="74717"/>
                  <a:pt x="168336" y="73557"/>
                  <a:pt x="165147" y="75645"/>
                </a:cubicBezTo>
                <a:lnTo>
                  <a:pt x="162538" y="77351"/>
                </a:lnTo>
                <a:lnTo>
                  <a:pt x="165702" y="80615"/>
                </a:lnTo>
                <a:cubicBezTo>
                  <a:pt x="167442" y="82412"/>
                  <a:pt x="168999" y="83878"/>
                  <a:pt x="169164" y="83878"/>
                </a:cubicBezTo>
                <a:cubicBezTo>
                  <a:pt x="169330" y="83878"/>
                  <a:pt x="169454" y="82230"/>
                  <a:pt x="169446" y="80225"/>
                </a:cubicBezTo>
                <a:close/>
                <a:moveTo>
                  <a:pt x="223968" y="66798"/>
                </a:moveTo>
                <a:cubicBezTo>
                  <a:pt x="222286" y="64777"/>
                  <a:pt x="220099" y="65033"/>
                  <a:pt x="220099" y="67253"/>
                </a:cubicBezTo>
                <a:cubicBezTo>
                  <a:pt x="220099" y="68463"/>
                  <a:pt x="220886" y="69241"/>
                  <a:pt x="222295" y="69449"/>
                </a:cubicBezTo>
                <a:cubicBezTo>
                  <a:pt x="224920" y="69821"/>
                  <a:pt x="225591" y="68753"/>
                  <a:pt x="223968" y="66798"/>
                </a:cubicBezTo>
                <a:close/>
                <a:moveTo>
                  <a:pt x="210366" y="54977"/>
                </a:moveTo>
                <a:cubicBezTo>
                  <a:pt x="210366" y="54803"/>
                  <a:pt x="209778" y="54663"/>
                  <a:pt x="209058" y="54663"/>
                </a:cubicBezTo>
                <a:cubicBezTo>
                  <a:pt x="208345" y="54663"/>
                  <a:pt x="207210" y="55864"/>
                  <a:pt x="206539" y="57338"/>
                </a:cubicBezTo>
                <a:lnTo>
                  <a:pt x="205322" y="60014"/>
                </a:lnTo>
                <a:lnTo>
                  <a:pt x="207840" y="57653"/>
                </a:lnTo>
                <a:cubicBezTo>
                  <a:pt x="209232" y="56361"/>
                  <a:pt x="210366" y="55151"/>
                  <a:pt x="210366" y="54977"/>
                </a:cubicBezTo>
                <a:close/>
                <a:moveTo>
                  <a:pt x="242788" y="55632"/>
                </a:moveTo>
                <a:cubicBezTo>
                  <a:pt x="243061" y="54563"/>
                  <a:pt x="242895" y="53685"/>
                  <a:pt x="242415" y="53685"/>
                </a:cubicBezTo>
                <a:cubicBezTo>
                  <a:pt x="241926" y="53685"/>
                  <a:pt x="241529" y="54563"/>
                  <a:pt x="241529" y="55632"/>
                </a:cubicBezTo>
                <a:cubicBezTo>
                  <a:pt x="241529" y="56709"/>
                  <a:pt x="241694" y="57578"/>
                  <a:pt x="241901" y="57578"/>
                </a:cubicBezTo>
                <a:cubicBezTo>
                  <a:pt x="242109" y="57578"/>
                  <a:pt x="242506" y="56709"/>
                  <a:pt x="242788" y="55632"/>
                </a:cubicBezTo>
                <a:close/>
                <a:moveTo>
                  <a:pt x="160334" y="45045"/>
                </a:moveTo>
                <a:cubicBezTo>
                  <a:pt x="157874" y="42461"/>
                  <a:pt x="155828" y="38178"/>
                  <a:pt x="155828" y="35602"/>
                </a:cubicBezTo>
                <a:cubicBezTo>
                  <a:pt x="155828" y="33531"/>
                  <a:pt x="158794" y="33912"/>
                  <a:pt x="161361" y="36323"/>
                </a:cubicBezTo>
                <a:cubicBezTo>
                  <a:pt x="163217" y="38071"/>
                  <a:pt x="163615" y="38162"/>
                  <a:pt x="163615" y="36870"/>
                </a:cubicBezTo>
                <a:cubicBezTo>
                  <a:pt x="163615" y="36000"/>
                  <a:pt x="162811" y="34716"/>
                  <a:pt x="161825" y="34020"/>
                </a:cubicBezTo>
                <a:cubicBezTo>
                  <a:pt x="159415" y="32314"/>
                  <a:pt x="158139" y="29680"/>
                  <a:pt x="157319" y="24776"/>
                </a:cubicBezTo>
                <a:cubicBezTo>
                  <a:pt x="156839" y="21843"/>
                  <a:pt x="156267" y="20841"/>
                  <a:pt x="155290" y="21214"/>
                </a:cubicBezTo>
                <a:cubicBezTo>
                  <a:pt x="154321" y="21587"/>
                  <a:pt x="153940" y="23467"/>
                  <a:pt x="153973" y="27725"/>
                </a:cubicBezTo>
                <a:cubicBezTo>
                  <a:pt x="153998" y="31022"/>
                  <a:pt x="153890" y="34376"/>
                  <a:pt x="153741" y="35180"/>
                </a:cubicBezTo>
                <a:cubicBezTo>
                  <a:pt x="153592" y="35983"/>
                  <a:pt x="155422" y="40589"/>
                  <a:pt x="157808" y="45410"/>
                </a:cubicBezTo>
                <a:cubicBezTo>
                  <a:pt x="161925" y="53702"/>
                  <a:pt x="162173" y="54000"/>
                  <a:pt x="162463" y="50885"/>
                </a:cubicBezTo>
                <a:cubicBezTo>
                  <a:pt x="162695" y="48433"/>
                  <a:pt x="162157" y="46951"/>
                  <a:pt x="160334" y="45045"/>
                </a:cubicBezTo>
                <a:close/>
                <a:moveTo>
                  <a:pt x="143337" y="20982"/>
                </a:moveTo>
                <a:cubicBezTo>
                  <a:pt x="143055" y="18538"/>
                  <a:pt x="142624" y="17801"/>
                  <a:pt x="141904" y="18522"/>
                </a:cubicBezTo>
                <a:cubicBezTo>
                  <a:pt x="141183" y="19242"/>
                  <a:pt x="141216" y="20286"/>
                  <a:pt x="142003" y="22009"/>
                </a:cubicBezTo>
                <a:cubicBezTo>
                  <a:pt x="143519" y="25339"/>
                  <a:pt x="143817" y="25107"/>
                  <a:pt x="143337" y="20982"/>
                </a:cubicBezTo>
                <a:close/>
              </a:path>
            </a:pathLst>
          </a:custGeom>
          <a:solidFill>
            <a:srgbClr val="8D8D8D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12" name="PANEL_01-DEM-grounded-tree-7_228">
            <a:extLst>
              <a:ext uri="{FF2B5EF4-FFF2-40B4-BE49-F238E27FC236}">
                <a16:creationId xmlns:a16="http://schemas.microsoft.com/office/drawing/2014/main" id="{E361612B-B3FF-4A8E-8AF1-43FD492142F6}"/>
              </a:ext>
            </a:extLst>
          </p:cNvPr>
          <p:cNvSpPr>
            <a:spLocks/>
          </p:cNvSpPr>
          <p:nvPr/>
        </p:nvSpPr>
        <p:spPr>
          <a:xfrm>
            <a:off x="1787622" y="4432491"/>
            <a:ext cx="227139" cy="323850"/>
          </a:xfrm>
          <a:custGeom>
            <a:pathLst>
              <a:path w="238466" h="340000">
                <a:moveTo>
                  <a:pt x="116806" y="307684"/>
                </a:moveTo>
                <a:lnTo>
                  <a:pt x="117044" y="275367"/>
                </a:lnTo>
                <a:lnTo>
                  <a:pt x="111738" y="273163"/>
                </a:lnTo>
                <a:cubicBezTo>
                  <a:pt x="108824" y="271951"/>
                  <a:pt x="103348" y="269320"/>
                  <a:pt x="99574" y="267316"/>
                </a:cubicBezTo>
                <a:cubicBezTo>
                  <a:pt x="93897" y="264308"/>
                  <a:pt x="92578" y="263837"/>
                  <a:pt x="91937" y="264610"/>
                </a:cubicBezTo>
                <a:cubicBezTo>
                  <a:pt x="91479" y="265156"/>
                  <a:pt x="91422" y="265703"/>
                  <a:pt x="91793" y="265929"/>
                </a:cubicBezTo>
                <a:cubicBezTo>
                  <a:pt x="93639" y="267072"/>
                  <a:pt x="92760" y="275801"/>
                  <a:pt x="90794" y="275801"/>
                </a:cubicBezTo>
                <a:cubicBezTo>
                  <a:pt x="89695" y="275801"/>
                  <a:pt x="88527" y="273119"/>
                  <a:pt x="88527" y="270607"/>
                </a:cubicBezTo>
                <a:cubicBezTo>
                  <a:pt x="88527" y="269226"/>
                  <a:pt x="88339" y="269031"/>
                  <a:pt x="87604" y="269640"/>
                </a:cubicBezTo>
                <a:cubicBezTo>
                  <a:pt x="87102" y="270061"/>
                  <a:pt x="86807" y="271084"/>
                  <a:pt x="86945" y="271920"/>
                </a:cubicBezTo>
                <a:cubicBezTo>
                  <a:pt x="87240" y="273640"/>
                  <a:pt x="84734" y="278338"/>
                  <a:pt x="82932" y="279449"/>
                </a:cubicBezTo>
                <a:cubicBezTo>
                  <a:pt x="82021" y="280014"/>
                  <a:pt x="81588" y="279970"/>
                  <a:pt x="81149" y="279261"/>
                </a:cubicBezTo>
                <a:cubicBezTo>
                  <a:pt x="80527" y="278262"/>
                  <a:pt x="81450" y="273992"/>
                  <a:pt x="82599" y="272592"/>
                </a:cubicBezTo>
                <a:cubicBezTo>
                  <a:pt x="83095" y="271982"/>
                  <a:pt x="82989" y="271744"/>
                  <a:pt x="82229" y="271744"/>
                </a:cubicBezTo>
                <a:cubicBezTo>
                  <a:pt x="81645" y="271744"/>
                  <a:pt x="81004" y="272014"/>
                  <a:pt x="80803" y="272347"/>
                </a:cubicBezTo>
                <a:cubicBezTo>
                  <a:pt x="79761" y="274030"/>
                  <a:pt x="71704" y="273647"/>
                  <a:pt x="71113" y="271888"/>
                </a:cubicBezTo>
                <a:cubicBezTo>
                  <a:pt x="70605" y="270362"/>
                  <a:pt x="75616" y="268861"/>
                  <a:pt x="79717" y="269307"/>
                </a:cubicBezTo>
                <a:cubicBezTo>
                  <a:pt x="81777" y="269527"/>
                  <a:pt x="83849" y="269458"/>
                  <a:pt x="84332" y="269150"/>
                </a:cubicBezTo>
                <a:cubicBezTo>
                  <a:pt x="84879" y="268799"/>
                  <a:pt x="84175" y="268547"/>
                  <a:pt x="82411" y="268478"/>
                </a:cubicBezTo>
                <a:cubicBezTo>
                  <a:pt x="79428" y="268365"/>
                  <a:pt x="78392" y="267982"/>
                  <a:pt x="78392" y="266990"/>
                </a:cubicBezTo>
                <a:cubicBezTo>
                  <a:pt x="78392" y="265370"/>
                  <a:pt x="86675" y="262952"/>
                  <a:pt x="87523" y="264321"/>
                </a:cubicBezTo>
                <a:cubicBezTo>
                  <a:pt x="87830" y="264830"/>
                  <a:pt x="88289" y="264786"/>
                  <a:pt x="89011" y="264189"/>
                </a:cubicBezTo>
                <a:cubicBezTo>
                  <a:pt x="89915" y="263435"/>
                  <a:pt x="89771" y="263260"/>
                  <a:pt x="87931" y="262883"/>
                </a:cubicBezTo>
                <a:cubicBezTo>
                  <a:pt x="84452" y="262173"/>
                  <a:pt x="79836" y="262958"/>
                  <a:pt x="79396" y="264333"/>
                </a:cubicBezTo>
                <a:cubicBezTo>
                  <a:pt x="79007" y="265564"/>
                  <a:pt x="76056" y="267241"/>
                  <a:pt x="72891" y="268032"/>
                </a:cubicBezTo>
                <a:cubicBezTo>
                  <a:pt x="70090" y="268729"/>
                  <a:pt x="69851" y="267185"/>
                  <a:pt x="72357" y="264604"/>
                </a:cubicBezTo>
                <a:cubicBezTo>
                  <a:pt x="75176" y="261690"/>
                  <a:pt x="74492" y="260955"/>
                  <a:pt x="70705" y="262839"/>
                </a:cubicBezTo>
                <a:cubicBezTo>
                  <a:pt x="67553" y="264415"/>
                  <a:pt x="64551" y="264748"/>
                  <a:pt x="63841" y="263605"/>
                </a:cubicBezTo>
                <a:cubicBezTo>
                  <a:pt x="63106" y="262412"/>
                  <a:pt x="64915" y="260942"/>
                  <a:pt x="67659" y="260503"/>
                </a:cubicBezTo>
                <a:lnTo>
                  <a:pt x="70272" y="260088"/>
                </a:lnTo>
                <a:lnTo>
                  <a:pt x="68250" y="257784"/>
                </a:lnTo>
                <a:cubicBezTo>
                  <a:pt x="64827" y="253884"/>
                  <a:pt x="66008" y="252245"/>
                  <a:pt x="70485" y="254675"/>
                </a:cubicBezTo>
                <a:cubicBezTo>
                  <a:pt x="71672" y="255316"/>
                  <a:pt x="73594" y="255849"/>
                  <a:pt x="74749" y="255856"/>
                </a:cubicBezTo>
                <a:lnTo>
                  <a:pt x="76859" y="255862"/>
                </a:lnTo>
                <a:lnTo>
                  <a:pt x="75597" y="253507"/>
                </a:lnTo>
                <a:cubicBezTo>
                  <a:pt x="74900" y="252213"/>
                  <a:pt x="74335" y="250618"/>
                  <a:pt x="74335" y="249959"/>
                </a:cubicBezTo>
                <a:cubicBezTo>
                  <a:pt x="74335" y="248427"/>
                  <a:pt x="76024" y="248427"/>
                  <a:pt x="77550" y="249959"/>
                </a:cubicBezTo>
                <a:cubicBezTo>
                  <a:pt x="78210" y="250612"/>
                  <a:pt x="79271" y="251045"/>
                  <a:pt x="79924" y="250920"/>
                </a:cubicBezTo>
                <a:cubicBezTo>
                  <a:pt x="80904" y="250731"/>
                  <a:pt x="80521" y="249846"/>
                  <a:pt x="77688" y="245751"/>
                </a:cubicBezTo>
                <a:cubicBezTo>
                  <a:pt x="73117" y="239145"/>
                  <a:pt x="72652" y="238799"/>
                  <a:pt x="67936" y="238529"/>
                </a:cubicBezTo>
                <a:cubicBezTo>
                  <a:pt x="64519" y="238328"/>
                  <a:pt x="63860" y="238479"/>
                  <a:pt x="63659" y="239478"/>
                </a:cubicBezTo>
                <a:cubicBezTo>
                  <a:pt x="63533" y="240124"/>
                  <a:pt x="63866" y="241098"/>
                  <a:pt x="64406" y="241638"/>
                </a:cubicBezTo>
                <a:cubicBezTo>
                  <a:pt x="65669" y="242900"/>
                  <a:pt x="66341" y="247755"/>
                  <a:pt x="65675" y="250794"/>
                </a:cubicBezTo>
                <a:cubicBezTo>
                  <a:pt x="65298" y="252515"/>
                  <a:pt x="64796" y="253162"/>
                  <a:pt x="63835" y="253162"/>
                </a:cubicBezTo>
                <a:cubicBezTo>
                  <a:pt x="62799" y="253162"/>
                  <a:pt x="62196" y="252201"/>
                  <a:pt x="61097" y="248778"/>
                </a:cubicBezTo>
                <a:cubicBezTo>
                  <a:pt x="59791" y="244734"/>
                  <a:pt x="59621" y="244514"/>
                  <a:pt x="58880" y="245896"/>
                </a:cubicBezTo>
                <a:cubicBezTo>
                  <a:pt x="58441" y="246718"/>
                  <a:pt x="58271" y="248138"/>
                  <a:pt x="58503" y="249055"/>
                </a:cubicBezTo>
                <a:cubicBezTo>
                  <a:pt x="59590" y="253394"/>
                  <a:pt x="53291" y="262487"/>
                  <a:pt x="51834" y="258682"/>
                </a:cubicBezTo>
                <a:cubicBezTo>
                  <a:pt x="51401" y="257557"/>
                  <a:pt x="52431" y="251906"/>
                  <a:pt x="53391" y="250110"/>
                </a:cubicBezTo>
                <a:cubicBezTo>
                  <a:pt x="53957" y="249055"/>
                  <a:pt x="53900" y="248766"/>
                  <a:pt x="53121" y="248766"/>
                </a:cubicBezTo>
                <a:cubicBezTo>
                  <a:pt x="52575" y="248766"/>
                  <a:pt x="51721" y="249174"/>
                  <a:pt x="51225" y="249676"/>
                </a:cubicBezTo>
                <a:cubicBezTo>
                  <a:pt x="49366" y="251535"/>
                  <a:pt x="47074" y="252257"/>
                  <a:pt x="43093" y="252238"/>
                </a:cubicBezTo>
                <a:cubicBezTo>
                  <a:pt x="38590" y="252213"/>
                  <a:pt x="37127" y="251460"/>
                  <a:pt x="38464" y="249846"/>
                </a:cubicBezTo>
                <a:cubicBezTo>
                  <a:pt x="40066" y="247918"/>
                  <a:pt x="45039" y="246530"/>
                  <a:pt x="48826" y="246951"/>
                </a:cubicBezTo>
                <a:cubicBezTo>
                  <a:pt x="51526" y="247252"/>
                  <a:pt x="52927" y="247051"/>
                  <a:pt x="54704" y="246109"/>
                </a:cubicBezTo>
                <a:lnTo>
                  <a:pt x="57040" y="244872"/>
                </a:lnTo>
                <a:lnTo>
                  <a:pt x="52173" y="245224"/>
                </a:lnTo>
                <a:cubicBezTo>
                  <a:pt x="47507" y="245557"/>
                  <a:pt x="47306" y="245506"/>
                  <a:pt x="47306" y="244093"/>
                </a:cubicBezTo>
                <a:cubicBezTo>
                  <a:pt x="47306" y="241977"/>
                  <a:pt x="53844" y="239007"/>
                  <a:pt x="57442" y="239490"/>
                </a:cubicBezTo>
                <a:cubicBezTo>
                  <a:pt x="59835" y="239810"/>
                  <a:pt x="61493" y="239126"/>
                  <a:pt x="61493" y="237820"/>
                </a:cubicBezTo>
                <a:cubicBezTo>
                  <a:pt x="61493" y="237167"/>
                  <a:pt x="56142" y="237110"/>
                  <a:pt x="51721" y="237719"/>
                </a:cubicBezTo>
                <a:cubicBezTo>
                  <a:pt x="48964" y="238096"/>
                  <a:pt x="48418" y="238435"/>
                  <a:pt x="47834" y="240112"/>
                </a:cubicBezTo>
                <a:cubicBezTo>
                  <a:pt x="46754" y="243214"/>
                  <a:pt x="38659" y="247334"/>
                  <a:pt x="36970" y="245645"/>
                </a:cubicBezTo>
                <a:cubicBezTo>
                  <a:pt x="36285" y="244954"/>
                  <a:pt x="38307" y="241638"/>
                  <a:pt x="40574" y="239723"/>
                </a:cubicBezTo>
                <a:lnTo>
                  <a:pt x="42678" y="237958"/>
                </a:lnTo>
                <a:lnTo>
                  <a:pt x="39959" y="237958"/>
                </a:lnTo>
                <a:cubicBezTo>
                  <a:pt x="38194" y="237958"/>
                  <a:pt x="37026" y="238328"/>
                  <a:pt x="36643" y="239007"/>
                </a:cubicBezTo>
                <a:cubicBezTo>
                  <a:pt x="36053" y="240068"/>
                  <a:pt x="31682" y="241927"/>
                  <a:pt x="29647" y="241983"/>
                </a:cubicBezTo>
                <a:cubicBezTo>
                  <a:pt x="29044" y="241996"/>
                  <a:pt x="28197" y="241588"/>
                  <a:pt x="27763" y="241066"/>
                </a:cubicBezTo>
                <a:cubicBezTo>
                  <a:pt x="27142" y="240319"/>
                  <a:pt x="27349" y="239836"/>
                  <a:pt x="28737" y="238737"/>
                </a:cubicBezTo>
                <a:cubicBezTo>
                  <a:pt x="29704" y="237977"/>
                  <a:pt x="31556" y="237003"/>
                  <a:pt x="32856" y="236576"/>
                </a:cubicBezTo>
                <a:lnTo>
                  <a:pt x="35211" y="235798"/>
                </a:lnTo>
                <a:lnTo>
                  <a:pt x="32812" y="233468"/>
                </a:lnTo>
                <a:cubicBezTo>
                  <a:pt x="31494" y="232180"/>
                  <a:pt x="30407" y="230811"/>
                  <a:pt x="30407" y="230416"/>
                </a:cubicBezTo>
                <a:cubicBezTo>
                  <a:pt x="30407" y="230020"/>
                  <a:pt x="29848" y="230384"/>
                  <a:pt x="29170" y="231232"/>
                </a:cubicBezTo>
                <a:cubicBezTo>
                  <a:pt x="28486" y="232074"/>
                  <a:pt x="27606" y="232570"/>
                  <a:pt x="27217" y="232325"/>
                </a:cubicBezTo>
                <a:cubicBezTo>
                  <a:pt x="25955" y="231546"/>
                  <a:pt x="25641" y="227489"/>
                  <a:pt x="26595" y="224318"/>
                </a:cubicBezTo>
                <a:cubicBezTo>
                  <a:pt x="27474" y="221392"/>
                  <a:pt x="27456" y="221253"/>
                  <a:pt x="26244" y="221574"/>
                </a:cubicBezTo>
                <a:cubicBezTo>
                  <a:pt x="25540" y="221756"/>
                  <a:pt x="24567" y="222472"/>
                  <a:pt x="24083" y="223162"/>
                </a:cubicBezTo>
                <a:cubicBezTo>
                  <a:pt x="22224" y="225813"/>
                  <a:pt x="12761" y="227646"/>
                  <a:pt x="11944" y="225517"/>
                </a:cubicBezTo>
                <a:cubicBezTo>
                  <a:pt x="11140" y="223426"/>
                  <a:pt x="18978" y="219282"/>
                  <a:pt x="22432" y="219972"/>
                </a:cubicBezTo>
                <a:cubicBezTo>
                  <a:pt x="24498" y="220387"/>
                  <a:pt x="27487" y="219238"/>
                  <a:pt x="28963" y="217460"/>
                </a:cubicBezTo>
                <a:cubicBezTo>
                  <a:pt x="29679" y="216600"/>
                  <a:pt x="29459" y="216587"/>
                  <a:pt x="27223" y="217385"/>
                </a:cubicBezTo>
                <a:cubicBezTo>
                  <a:pt x="24121" y="218497"/>
                  <a:pt x="20516" y="218616"/>
                  <a:pt x="19907" y="217642"/>
                </a:cubicBezTo>
                <a:cubicBezTo>
                  <a:pt x="18714" y="215702"/>
                  <a:pt x="26068" y="211331"/>
                  <a:pt x="29855" y="211721"/>
                </a:cubicBezTo>
                <a:cubicBezTo>
                  <a:pt x="31443" y="211890"/>
                  <a:pt x="32191" y="211557"/>
                  <a:pt x="33020" y="210308"/>
                </a:cubicBezTo>
                <a:lnTo>
                  <a:pt x="34106" y="208675"/>
                </a:lnTo>
                <a:lnTo>
                  <a:pt x="30062" y="209096"/>
                </a:lnTo>
                <a:cubicBezTo>
                  <a:pt x="24504" y="209680"/>
                  <a:pt x="20667" y="211105"/>
                  <a:pt x="20378" y="212681"/>
                </a:cubicBezTo>
                <a:cubicBezTo>
                  <a:pt x="19800" y="215853"/>
                  <a:pt x="11838" y="221819"/>
                  <a:pt x="10268" y="220249"/>
                </a:cubicBezTo>
                <a:cubicBezTo>
                  <a:pt x="9370" y="219344"/>
                  <a:pt x="10776" y="216261"/>
                  <a:pt x="13426" y="213366"/>
                </a:cubicBezTo>
                <a:lnTo>
                  <a:pt x="15204" y="211419"/>
                </a:lnTo>
                <a:lnTo>
                  <a:pt x="12547" y="211827"/>
                </a:lnTo>
                <a:cubicBezTo>
                  <a:pt x="10877" y="212078"/>
                  <a:pt x="9363" y="212863"/>
                  <a:pt x="8490" y="213925"/>
                </a:cubicBezTo>
                <a:cubicBezTo>
                  <a:pt x="6230" y="216663"/>
                  <a:pt x="0" y="218226"/>
                  <a:pt x="0" y="216054"/>
                </a:cubicBezTo>
                <a:cubicBezTo>
                  <a:pt x="0" y="214691"/>
                  <a:pt x="3894" y="211601"/>
                  <a:pt x="6173" y="211143"/>
                </a:cubicBezTo>
                <a:lnTo>
                  <a:pt x="8107" y="210753"/>
                </a:lnTo>
                <a:lnTo>
                  <a:pt x="5118" y="208857"/>
                </a:lnTo>
                <a:cubicBezTo>
                  <a:pt x="1532" y="206584"/>
                  <a:pt x="270" y="204668"/>
                  <a:pt x="1633" y="203538"/>
                </a:cubicBezTo>
                <a:cubicBezTo>
                  <a:pt x="2330" y="202960"/>
                  <a:pt x="3278" y="203035"/>
                  <a:pt x="5501" y="203852"/>
                </a:cubicBezTo>
                <a:cubicBezTo>
                  <a:pt x="10242" y="205591"/>
                  <a:pt x="10814" y="205711"/>
                  <a:pt x="10814" y="204995"/>
                </a:cubicBezTo>
                <a:cubicBezTo>
                  <a:pt x="10814" y="204624"/>
                  <a:pt x="11882" y="204116"/>
                  <a:pt x="13188" y="203871"/>
                </a:cubicBezTo>
                <a:lnTo>
                  <a:pt x="15568" y="203425"/>
                </a:lnTo>
                <a:lnTo>
                  <a:pt x="13502" y="201692"/>
                </a:lnTo>
                <a:cubicBezTo>
                  <a:pt x="8955" y="197861"/>
                  <a:pt x="8446" y="192988"/>
                  <a:pt x="12861" y="195518"/>
                </a:cubicBezTo>
                <a:cubicBezTo>
                  <a:pt x="14557" y="196492"/>
                  <a:pt x="15442" y="196555"/>
                  <a:pt x="18745" y="195945"/>
                </a:cubicBezTo>
                <a:cubicBezTo>
                  <a:pt x="20887" y="195556"/>
                  <a:pt x="23122" y="194991"/>
                  <a:pt x="23713" y="194696"/>
                </a:cubicBezTo>
                <a:cubicBezTo>
                  <a:pt x="24303" y="194394"/>
                  <a:pt x="25214" y="194426"/>
                  <a:pt x="25741" y="194759"/>
                </a:cubicBezTo>
                <a:cubicBezTo>
                  <a:pt x="27273" y="195726"/>
                  <a:pt x="27449" y="195512"/>
                  <a:pt x="27160" y="193038"/>
                </a:cubicBezTo>
                <a:cubicBezTo>
                  <a:pt x="27010" y="191744"/>
                  <a:pt x="27248" y="189182"/>
                  <a:pt x="27688" y="187342"/>
                </a:cubicBezTo>
                <a:cubicBezTo>
                  <a:pt x="29183" y="181131"/>
                  <a:pt x="31908" y="182663"/>
                  <a:pt x="32323" y="189942"/>
                </a:cubicBezTo>
                <a:cubicBezTo>
                  <a:pt x="32517" y="193446"/>
                  <a:pt x="32329" y="194715"/>
                  <a:pt x="31494" y="195556"/>
                </a:cubicBezTo>
                <a:cubicBezTo>
                  <a:pt x="29867" y="197183"/>
                  <a:pt x="30131" y="197679"/>
                  <a:pt x="33478" y="199305"/>
                </a:cubicBezTo>
                <a:cubicBezTo>
                  <a:pt x="36474" y="200762"/>
                  <a:pt x="36524" y="200762"/>
                  <a:pt x="35808" y="199431"/>
                </a:cubicBezTo>
                <a:cubicBezTo>
                  <a:pt x="35406" y="198677"/>
                  <a:pt x="35167" y="196014"/>
                  <a:pt x="35280" y="193515"/>
                </a:cubicBezTo>
                <a:cubicBezTo>
                  <a:pt x="35437" y="189892"/>
                  <a:pt x="35707" y="188931"/>
                  <a:pt x="36618" y="188761"/>
                </a:cubicBezTo>
                <a:cubicBezTo>
                  <a:pt x="37309" y="188629"/>
                  <a:pt x="38163" y="189289"/>
                  <a:pt x="38785" y="190444"/>
                </a:cubicBezTo>
                <a:cubicBezTo>
                  <a:pt x="39356" y="191487"/>
                  <a:pt x="39827" y="192083"/>
                  <a:pt x="39846" y="191763"/>
                </a:cubicBezTo>
                <a:cubicBezTo>
                  <a:pt x="39965" y="189201"/>
                  <a:pt x="27707" y="170719"/>
                  <a:pt x="26218" y="171215"/>
                </a:cubicBezTo>
                <a:cubicBezTo>
                  <a:pt x="25804" y="171353"/>
                  <a:pt x="25358" y="172207"/>
                  <a:pt x="25233" y="173118"/>
                </a:cubicBezTo>
                <a:cubicBezTo>
                  <a:pt x="24944" y="175165"/>
                  <a:pt x="20774" y="179166"/>
                  <a:pt x="18934" y="179166"/>
                </a:cubicBezTo>
                <a:cubicBezTo>
                  <a:pt x="17207" y="179166"/>
                  <a:pt x="17213" y="178067"/>
                  <a:pt x="18959" y="175203"/>
                </a:cubicBezTo>
                <a:cubicBezTo>
                  <a:pt x="20730" y="172295"/>
                  <a:pt x="20114" y="171661"/>
                  <a:pt x="17734" y="173928"/>
                </a:cubicBezTo>
                <a:cubicBezTo>
                  <a:pt x="15379" y="176170"/>
                  <a:pt x="9596" y="177771"/>
                  <a:pt x="8754" y="176415"/>
                </a:cubicBezTo>
                <a:cubicBezTo>
                  <a:pt x="8007" y="175197"/>
                  <a:pt x="9081" y="173978"/>
                  <a:pt x="12390" y="172289"/>
                </a:cubicBezTo>
                <a:cubicBezTo>
                  <a:pt x="14350" y="171291"/>
                  <a:pt x="14827" y="170769"/>
                  <a:pt x="14155" y="170355"/>
                </a:cubicBezTo>
                <a:cubicBezTo>
                  <a:pt x="13652" y="170047"/>
                  <a:pt x="12987" y="169953"/>
                  <a:pt x="12673" y="170141"/>
                </a:cubicBezTo>
                <a:cubicBezTo>
                  <a:pt x="11473" y="170882"/>
                  <a:pt x="5407" y="165588"/>
                  <a:pt x="5407" y="163799"/>
                </a:cubicBezTo>
                <a:cubicBezTo>
                  <a:pt x="5407" y="163328"/>
                  <a:pt x="6066" y="162945"/>
                  <a:pt x="6870" y="162945"/>
                </a:cubicBezTo>
                <a:cubicBezTo>
                  <a:pt x="8861" y="162945"/>
                  <a:pt x="14193" y="166154"/>
                  <a:pt x="14193" y="167347"/>
                </a:cubicBezTo>
                <a:cubicBezTo>
                  <a:pt x="14193" y="167881"/>
                  <a:pt x="15091" y="168779"/>
                  <a:pt x="16183" y="169350"/>
                </a:cubicBezTo>
                <a:cubicBezTo>
                  <a:pt x="19141" y="170876"/>
                  <a:pt x="19242" y="170619"/>
                  <a:pt x="16579" y="168282"/>
                </a:cubicBezTo>
                <a:cubicBezTo>
                  <a:pt x="13747" y="165789"/>
                  <a:pt x="13495" y="164295"/>
                  <a:pt x="15913" y="164295"/>
                </a:cubicBezTo>
                <a:cubicBezTo>
                  <a:pt x="18218" y="164295"/>
                  <a:pt x="21195" y="165902"/>
                  <a:pt x="22890" y="168056"/>
                </a:cubicBezTo>
                <a:cubicBezTo>
                  <a:pt x="23738" y="169137"/>
                  <a:pt x="24592" y="169620"/>
                  <a:pt x="25101" y="169306"/>
                </a:cubicBezTo>
                <a:cubicBezTo>
                  <a:pt x="25672" y="168954"/>
                  <a:pt x="24780" y="167774"/>
                  <a:pt x="22294" y="165582"/>
                </a:cubicBezTo>
                <a:cubicBezTo>
                  <a:pt x="19298" y="162938"/>
                  <a:pt x="18425" y="162486"/>
                  <a:pt x="17376" y="163051"/>
                </a:cubicBezTo>
                <a:cubicBezTo>
                  <a:pt x="16510" y="163516"/>
                  <a:pt x="15065" y="163478"/>
                  <a:pt x="12817" y="162938"/>
                </a:cubicBezTo>
                <a:cubicBezTo>
                  <a:pt x="7159" y="161582"/>
                  <a:pt x="6531" y="158888"/>
                  <a:pt x="11869" y="158888"/>
                </a:cubicBezTo>
                <a:cubicBezTo>
                  <a:pt x="13514" y="158888"/>
                  <a:pt x="14864" y="158662"/>
                  <a:pt x="14864" y="158379"/>
                </a:cubicBezTo>
                <a:cubicBezTo>
                  <a:pt x="14864" y="157644"/>
                  <a:pt x="12208" y="156081"/>
                  <a:pt x="11599" y="156457"/>
                </a:cubicBezTo>
                <a:cubicBezTo>
                  <a:pt x="10745" y="156985"/>
                  <a:pt x="5746" y="153851"/>
                  <a:pt x="5746" y="152790"/>
                </a:cubicBezTo>
                <a:cubicBezTo>
                  <a:pt x="5746" y="151371"/>
                  <a:pt x="8340" y="151195"/>
                  <a:pt x="10764" y="152445"/>
                </a:cubicBezTo>
                <a:lnTo>
                  <a:pt x="12842" y="153518"/>
                </a:lnTo>
                <a:lnTo>
                  <a:pt x="12849" y="150969"/>
                </a:lnTo>
                <a:cubicBezTo>
                  <a:pt x="12855" y="149562"/>
                  <a:pt x="13169" y="147961"/>
                  <a:pt x="13539" y="147402"/>
                </a:cubicBezTo>
                <a:cubicBezTo>
                  <a:pt x="14117" y="146535"/>
                  <a:pt x="14412" y="146623"/>
                  <a:pt x="15555" y="147986"/>
                </a:cubicBezTo>
                <a:cubicBezTo>
                  <a:pt x="16290" y="148859"/>
                  <a:pt x="16893" y="150510"/>
                  <a:pt x="16893" y="151647"/>
                </a:cubicBezTo>
                <a:cubicBezTo>
                  <a:pt x="16893" y="152777"/>
                  <a:pt x="17100" y="153506"/>
                  <a:pt x="17345" y="153255"/>
                </a:cubicBezTo>
                <a:cubicBezTo>
                  <a:pt x="17596" y="153010"/>
                  <a:pt x="18475" y="153248"/>
                  <a:pt x="19304" y="153788"/>
                </a:cubicBezTo>
                <a:cubicBezTo>
                  <a:pt x="20742" y="154730"/>
                  <a:pt x="20830" y="154674"/>
                  <a:pt x="21226" y="152558"/>
                </a:cubicBezTo>
                <a:cubicBezTo>
                  <a:pt x="21804" y="149493"/>
                  <a:pt x="23323" y="147509"/>
                  <a:pt x="24335" y="148507"/>
                </a:cubicBezTo>
                <a:cubicBezTo>
                  <a:pt x="24900" y="149060"/>
                  <a:pt x="25785" y="149072"/>
                  <a:pt x="27594" y="148545"/>
                </a:cubicBezTo>
                <a:cubicBezTo>
                  <a:pt x="30847" y="147596"/>
                  <a:pt x="30771" y="147741"/>
                  <a:pt x="29132" y="145656"/>
                </a:cubicBezTo>
                <a:cubicBezTo>
                  <a:pt x="28347" y="144657"/>
                  <a:pt x="27707" y="143427"/>
                  <a:pt x="27707" y="142918"/>
                </a:cubicBezTo>
                <a:cubicBezTo>
                  <a:pt x="27707" y="141568"/>
                  <a:pt x="29974" y="141794"/>
                  <a:pt x="31946" y="143345"/>
                </a:cubicBezTo>
                <a:cubicBezTo>
                  <a:pt x="32888" y="144092"/>
                  <a:pt x="34608" y="144701"/>
                  <a:pt x="35770" y="144701"/>
                </a:cubicBezTo>
                <a:cubicBezTo>
                  <a:pt x="37786" y="144701"/>
                  <a:pt x="37836" y="144632"/>
                  <a:pt x="36913" y="143182"/>
                </a:cubicBezTo>
                <a:cubicBezTo>
                  <a:pt x="36386" y="142340"/>
                  <a:pt x="35751" y="140971"/>
                  <a:pt x="35500" y="140136"/>
                </a:cubicBezTo>
                <a:cubicBezTo>
                  <a:pt x="34910" y="138158"/>
                  <a:pt x="36750" y="137354"/>
                  <a:pt x="38414" y="138861"/>
                </a:cubicBezTo>
                <a:cubicBezTo>
                  <a:pt x="39067" y="139451"/>
                  <a:pt x="41152" y="140061"/>
                  <a:pt x="43049" y="140211"/>
                </a:cubicBezTo>
                <a:cubicBezTo>
                  <a:pt x="44939" y="140356"/>
                  <a:pt x="46823" y="140682"/>
                  <a:pt x="47231" y="140940"/>
                </a:cubicBezTo>
                <a:cubicBezTo>
                  <a:pt x="49002" y="142032"/>
                  <a:pt x="47407" y="138993"/>
                  <a:pt x="42910" y="132701"/>
                </a:cubicBezTo>
                <a:cubicBezTo>
                  <a:pt x="41089" y="130145"/>
                  <a:pt x="38872" y="129096"/>
                  <a:pt x="39004" y="130848"/>
                </a:cubicBezTo>
                <a:cubicBezTo>
                  <a:pt x="39174" y="133121"/>
                  <a:pt x="34313" y="137944"/>
                  <a:pt x="31852" y="137944"/>
                </a:cubicBezTo>
                <a:cubicBezTo>
                  <a:pt x="30564" y="137944"/>
                  <a:pt x="30997" y="135558"/>
                  <a:pt x="32756" y="132971"/>
                </a:cubicBezTo>
                <a:cubicBezTo>
                  <a:pt x="34684" y="130126"/>
                  <a:pt x="33999" y="129749"/>
                  <a:pt x="31368" y="132192"/>
                </a:cubicBezTo>
                <a:cubicBezTo>
                  <a:pt x="29628" y="133800"/>
                  <a:pt x="25955" y="135225"/>
                  <a:pt x="23524" y="135238"/>
                </a:cubicBezTo>
                <a:cubicBezTo>
                  <a:pt x="20309" y="135244"/>
                  <a:pt x="22124" y="131821"/>
                  <a:pt x="26093" y="130390"/>
                </a:cubicBezTo>
                <a:cubicBezTo>
                  <a:pt x="27820" y="129762"/>
                  <a:pt x="28172" y="129378"/>
                  <a:pt x="27606" y="128700"/>
                </a:cubicBezTo>
                <a:cubicBezTo>
                  <a:pt x="27204" y="128217"/>
                  <a:pt x="26602" y="127991"/>
                  <a:pt x="26269" y="128198"/>
                </a:cubicBezTo>
                <a:cubicBezTo>
                  <a:pt x="25276" y="128807"/>
                  <a:pt x="21389" y="126044"/>
                  <a:pt x="20064" y="123789"/>
                </a:cubicBezTo>
                <a:cubicBezTo>
                  <a:pt x="18934" y="121868"/>
                  <a:pt x="18928" y="121679"/>
                  <a:pt x="19964" y="121277"/>
                </a:cubicBezTo>
                <a:cubicBezTo>
                  <a:pt x="21640" y="120637"/>
                  <a:pt x="26790" y="123413"/>
                  <a:pt x="27820" y="125504"/>
                </a:cubicBezTo>
                <a:cubicBezTo>
                  <a:pt x="28316" y="126509"/>
                  <a:pt x="29427" y="127589"/>
                  <a:pt x="30288" y="127903"/>
                </a:cubicBezTo>
                <a:cubicBezTo>
                  <a:pt x="31695" y="128411"/>
                  <a:pt x="31638" y="128254"/>
                  <a:pt x="29779" y="126396"/>
                </a:cubicBezTo>
                <a:cubicBezTo>
                  <a:pt x="28643" y="125259"/>
                  <a:pt x="27707" y="124034"/>
                  <a:pt x="27707" y="123676"/>
                </a:cubicBezTo>
                <a:cubicBezTo>
                  <a:pt x="27707" y="121390"/>
                  <a:pt x="34131" y="123268"/>
                  <a:pt x="36467" y="126239"/>
                </a:cubicBezTo>
                <a:cubicBezTo>
                  <a:pt x="37711" y="127821"/>
                  <a:pt x="39193" y="128330"/>
                  <a:pt x="39193" y="127181"/>
                </a:cubicBezTo>
                <a:cubicBezTo>
                  <a:pt x="39193" y="126841"/>
                  <a:pt x="37748" y="125315"/>
                  <a:pt x="35984" y="123796"/>
                </a:cubicBezTo>
                <a:cubicBezTo>
                  <a:pt x="33334" y="121516"/>
                  <a:pt x="32442" y="121108"/>
                  <a:pt x="30847" y="121447"/>
                </a:cubicBezTo>
                <a:cubicBezTo>
                  <a:pt x="28329" y="121987"/>
                  <a:pt x="23091" y="120499"/>
                  <a:pt x="22300" y="119010"/>
                </a:cubicBezTo>
                <a:cubicBezTo>
                  <a:pt x="21414" y="117359"/>
                  <a:pt x="22061" y="116995"/>
                  <a:pt x="25898" y="116995"/>
                </a:cubicBezTo>
                <a:cubicBezTo>
                  <a:pt x="29151" y="116995"/>
                  <a:pt x="29227" y="116951"/>
                  <a:pt x="28121" y="115726"/>
                </a:cubicBezTo>
                <a:cubicBezTo>
                  <a:pt x="27493" y="115029"/>
                  <a:pt x="26250" y="114457"/>
                  <a:pt x="25364" y="114457"/>
                </a:cubicBezTo>
                <a:cubicBezTo>
                  <a:pt x="23411" y="114457"/>
                  <a:pt x="19599" y="111864"/>
                  <a:pt x="19599" y="110526"/>
                </a:cubicBezTo>
                <a:cubicBezTo>
                  <a:pt x="19599" y="109239"/>
                  <a:pt x="22495" y="109277"/>
                  <a:pt x="25038" y="110589"/>
                </a:cubicBezTo>
                <a:lnTo>
                  <a:pt x="27029" y="111619"/>
                </a:lnTo>
                <a:lnTo>
                  <a:pt x="27029" y="109371"/>
                </a:lnTo>
                <a:cubicBezTo>
                  <a:pt x="27029" y="108127"/>
                  <a:pt x="27437" y="106557"/>
                  <a:pt x="27939" y="105873"/>
                </a:cubicBezTo>
                <a:cubicBezTo>
                  <a:pt x="28806" y="104692"/>
                  <a:pt x="28894" y="104705"/>
                  <a:pt x="29968" y="106231"/>
                </a:cubicBezTo>
                <a:cubicBezTo>
                  <a:pt x="30583" y="107110"/>
                  <a:pt x="31085" y="108680"/>
                  <a:pt x="31085" y="109710"/>
                </a:cubicBezTo>
                <a:cubicBezTo>
                  <a:pt x="31085" y="110853"/>
                  <a:pt x="31450" y="111588"/>
                  <a:pt x="32015" y="111588"/>
                </a:cubicBezTo>
                <a:cubicBezTo>
                  <a:pt x="32530" y="111588"/>
                  <a:pt x="33340" y="112059"/>
                  <a:pt x="33811" y="112630"/>
                </a:cubicBezTo>
                <a:cubicBezTo>
                  <a:pt x="34558" y="113528"/>
                  <a:pt x="34828" y="113214"/>
                  <a:pt x="35758" y="110438"/>
                </a:cubicBezTo>
                <a:cubicBezTo>
                  <a:pt x="37127" y="106306"/>
                  <a:pt x="39193" y="105546"/>
                  <a:pt x="39193" y="109170"/>
                </a:cubicBezTo>
                <a:cubicBezTo>
                  <a:pt x="39193" y="110815"/>
                  <a:pt x="39507" y="111588"/>
                  <a:pt x="40160" y="111588"/>
                </a:cubicBezTo>
                <a:cubicBezTo>
                  <a:pt x="40687" y="111588"/>
                  <a:pt x="41723" y="112347"/>
                  <a:pt x="42452" y="113277"/>
                </a:cubicBezTo>
                <a:cubicBezTo>
                  <a:pt x="43187" y="114206"/>
                  <a:pt x="44116" y="114966"/>
                  <a:pt x="44531" y="114966"/>
                </a:cubicBezTo>
                <a:cubicBezTo>
                  <a:pt x="44939" y="114966"/>
                  <a:pt x="45278" y="115594"/>
                  <a:pt x="45278" y="116360"/>
                </a:cubicBezTo>
                <a:cubicBezTo>
                  <a:pt x="45278" y="117748"/>
                  <a:pt x="45290" y="117754"/>
                  <a:pt x="47137" y="116467"/>
                </a:cubicBezTo>
                <a:cubicBezTo>
                  <a:pt x="49416" y="114878"/>
                  <a:pt x="53329" y="113497"/>
                  <a:pt x="54139" y="113999"/>
                </a:cubicBezTo>
                <a:cubicBezTo>
                  <a:pt x="55351" y="114746"/>
                  <a:pt x="54673" y="116272"/>
                  <a:pt x="52249" y="118269"/>
                </a:cubicBezTo>
                <a:cubicBezTo>
                  <a:pt x="50886" y="119393"/>
                  <a:pt x="48908" y="120505"/>
                  <a:pt x="47859" y="120737"/>
                </a:cubicBezTo>
                <a:cubicBezTo>
                  <a:pt x="46201" y="121102"/>
                  <a:pt x="45950" y="121472"/>
                  <a:pt x="45950" y="123557"/>
                </a:cubicBezTo>
                <a:lnTo>
                  <a:pt x="45950" y="125962"/>
                </a:lnTo>
                <a:lnTo>
                  <a:pt x="47363" y="124166"/>
                </a:lnTo>
                <a:cubicBezTo>
                  <a:pt x="49705" y="121189"/>
                  <a:pt x="54735" y="119186"/>
                  <a:pt x="54735" y="121227"/>
                </a:cubicBezTo>
                <a:cubicBezTo>
                  <a:pt x="54735" y="122973"/>
                  <a:pt x="51150" y="127287"/>
                  <a:pt x="48927" y="128217"/>
                </a:cubicBezTo>
                <a:cubicBezTo>
                  <a:pt x="47658" y="128744"/>
                  <a:pt x="46628" y="129661"/>
                  <a:pt x="46628" y="130270"/>
                </a:cubicBezTo>
                <a:cubicBezTo>
                  <a:pt x="46628" y="131218"/>
                  <a:pt x="49121" y="135916"/>
                  <a:pt x="49624" y="135916"/>
                </a:cubicBezTo>
                <a:cubicBezTo>
                  <a:pt x="49724" y="135916"/>
                  <a:pt x="49661" y="134396"/>
                  <a:pt x="49485" y="132537"/>
                </a:cubicBezTo>
                <a:cubicBezTo>
                  <a:pt x="49228" y="129881"/>
                  <a:pt x="49372" y="129159"/>
                  <a:pt x="50139" y="129159"/>
                </a:cubicBezTo>
                <a:cubicBezTo>
                  <a:pt x="52437" y="129159"/>
                  <a:pt x="55690" y="134459"/>
                  <a:pt x="56431" y="139433"/>
                </a:cubicBezTo>
                <a:cubicBezTo>
                  <a:pt x="56695" y="141191"/>
                  <a:pt x="57480" y="143113"/>
                  <a:pt x="58202" y="143766"/>
                </a:cubicBezTo>
                <a:cubicBezTo>
                  <a:pt x="59470" y="144915"/>
                  <a:pt x="59477" y="144884"/>
                  <a:pt x="58472" y="142472"/>
                </a:cubicBezTo>
                <a:cubicBezTo>
                  <a:pt x="57191" y="139414"/>
                  <a:pt x="57115" y="135916"/>
                  <a:pt x="58327" y="135916"/>
                </a:cubicBezTo>
                <a:cubicBezTo>
                  <a:pt x="60494" y="135916"/>
                  <a:pt x="65009" y="142686"/>
                  <a:pt x="64702" y="145480"/>
                </a:cubicBezTo>
                <a:cubicBezTo>
                  <a:pt x="64595" y="146479"/>
                  <a:pt x="64946" y="147094"/>
                  <a:pt x="65719" y="147257"/>
                </a:cubicBezTo>
                <a:cubicBezTo>
                  <a:pt x="67352" y="147596"/>
                  <a:pt x="67251" y="145625"/>
                  <a:pt x="65386" y="140262"/>
                </a:cubicBezTo>
                <a:cubicBezTo>
                  <a:pt x="64130" y="136676"/>
                  <a:pt x="63603" y="135916"/>
                  <a:pt x="62365" y="135916"/>
                </a:cubicBezTo>
                <a:cubicBezTo>
                  <a:pt x="60595" y="135916"/>
                  <a:pt x="56418" y="132431"/>
                  <a:pt x="55075" y="129831"/>
                </a:cubicBezTo>
                <a:cubicBezTo>
                  <a:pt x="53216" y="126232"/>
                  <a:pt x="56261" y="125912"/>
                  <a:pt x="60909" y="129221"/>
                </a:cubicBezTo>
                <a:lnTo>
                  <a:pt x="62849" y="130603"/>
                </a:lnTo>
                <a:lnTo>
                  <a:pt x="62849" y="129228"/>
                </a:lnTo>
                <a:cubicBezTo>
                  <a:pt x="62849" y="128474"/>
                  <a:pt x="61668" y="126691"/>
                  <a:pt x="60224" y="125265"/>
                </a:cubicBezTo>
                <a:cubicBezTo>
                  <a:pt x="57486" y="122552"/>
                  <a:pt x="56086" y="118753"/>
                  <a:pt x="57354" y="117484"/>
                </a:cubicBezTo>
                <a:cubicBezTo>
                  <a:pt x="58428" y="116410"/>
                  <a:pt x="62836" y="121321"/>
                  <a:pt x="62874" y="123632"/>
                </a:cubicBezTo>
                <a:cubicBezTo>
                  <a:pt x="62899" y="125359"/>
                  <a:pt x="62943" y="125340"/>
                  <a:pt x="63923" y="123080"/>
                </a:cubicBezTo>
                <a:cubicBezTo>
                  <a:pt x="65775" y="118816"/>
                  <a:pt x="69123" y="116297"/>
                  <a:pt x="69977" y="118527"/>
                </a:cubicBezTo>
                <a:cubicBezTo>
                  <a:pt x="70159" y="119004"/>
                  <a:pt x="69889" y="120781"/>
                  <a:pt x="69380" y="122477"/>
                </a:cubicBezTo>
                <a:cubicBezTo>
                  <a:pt x="68595" y="125070"/>
                  <a:pt x="68595" y="125761"/>
                  <a:pt x="69367" y="126810"/>
                </a:cubicBezTo>
                <a:cubicBezTo>
                  <a:pt x="69870" y="127501"/>
                  <a:pt x="70284" y="128688"/>
                  <a:pt x="70291" y="129454"/>
                </a:cubicBezTo>
                <a:cubicBezTo>
                  <a:pt x="70297" y="130647"/>
                  <a:pt x="70542" y="130534"/>
                  <a:pt x="72036" y="128637"/>
                </a:cubicBezTo>
                <a:cubicBezTo>
                  <a:pt x="72997" y="127419"/>
                  <a:pt x="74668" y="125968"/>
                  <a:pt x="75760" y="125403"/>
                </a:cubicBezTo>
                <a:cubicBezTo>
                  <a:pt x="77563" y="124468"/>
                  <a:pt x="77776" y="124480"/>
                  <a:pt x="78178" y="125523"/>
                </a:cubicBezTo>
                <a:cubicBezTo>
                  <a:pt x="78417" y="126151"/>
                  <a:pt x="78172" y="127457"/>
                  <a:pt x="77626" y="128418"/>
                </a:cubicBezTo>
                <a:cubicBezTo>
                  <a:pt x="76822" y="129843"/>
                  <a:pt x="76790" y="130484"/>
                  <a:pt x="77462" y="131859"/>
                </a:cubicBezTo>
                <a:cubicBezTo>
                  <a:pt x="78812" y="134622"/>
                  <a:pt x="79949" y="139125"/>
                  <a:pt x="79553" y="140149"/>
                </a:cubicBezTo>
                <a:cubicBezTo>
                  <a:pt x="79283" y="140858"/>
                  <a:pt x="79616" y="141028"/>
                  <a:pt x="80816" y="140795"/>
                </a:cubicBezTo>
                <a:cubicBezTo>
                  <a:pt x="81714" y="140626"/>
                  <a:pt x="82442" y="140061"/>
                  <a:pt x="82442" y="139533"/>
                </a:cubicBezTo>
                <a:cubicBezTo>
                  <a:pt x="82442" y="138384"/>
                  <a:pt x="85161" y="137266"/>
                  <a:pt x="87975" y="137266"/>
                </a:cubicBezTo>
                <a:cubicBezTo>
                  <a:pt x="89670" y="137266"/>
                  <a:pt x="89903" y="137096"/>
                  <a:pt x="89256" y="136318"/>
                </a:cubicBezTo>
                <a:cubicBezTo>
                  <a:pt x="88829" y="135797"/>
                  <a:pt x="87384" y="135376"/>
                  <a:pt x="86047" y="135376"/>
                </a:cubicBezTo>
                <a:cubicBezTo>
                  <a:pt x="83346" y="135376"/>
                  <a:pt x="78053" y="132129"/>
                  <a:pt x="78053" y="130477"/>
                </a:cubicBezTo>
                <a:cubicBezTo>
                  <a:pt x="78053" y="129046"/>
                  <a:pt x="81952" y="128870"/>
                  <a:pt x="84489" y="130182"/>
                </a:cubicBezTo>
                <a:cubicBezTo>
                  <a:pt x="87158" y="131564"/>
                  <a:pt x="87623" y="131149"/>
                  <a:pt x="86072" y="128776"/>
                </a:cubicBezTo>
                <a:cubicBezTo>
                  <a:pt x="84653" y="126615"/>
                  <a:pt x="84402" y="120172"/>
                  <a:pt x="85683" y="118891"/>
                </a:cubicBezTo>
                <a:cubicBezTo>
                  <a:pt x="87730" y="116844"/>
                  <a:pt x="90675" y="124643"/>
                  <a:pt x="89130" y="128028"/>
                </a:cubicBezTo>
                <a:cubicBezTo>
                  <a:pt x="88603" y="129184"/>
                  <a:pt x="88672" y="130182"/>
                  <a:pt x="89400" y="131903"/>
                </a:cubicBezTo>
                <a:lnTo>
                  <a:pt x="90374" y="134227"/>
                </a:lnTo>
                <a:lnTo>
                  <a:pt x="90097" y="131181"/>
                </a:lnTo>
                <a:cubicBezTo>
                  <a:pt x="89545" y="125114"/>
                  <a:pt x="92810" y="124857"/>
                  <a:pt x="94500" y="130842"/>
                </a:cubicBezTo>
                <a:cubicBezTo>
                  <a:pt x="95172" y="133209"/>
                  <a:pt x="95222" y="134497"/>
                  <a:pt x="94701" y="135646"/>
                </a:cubicBezTo>
                <a:cubicBezTo>
                  <a:pt x="94248" y="136638"/>
                  <a:pt x="94223" y="137367"/>
                  <a:pt x="94631" y="137618"/>
                </a:cubicBezTo>
                <a:cubicBezTo>
                  <a:pt x="96038" y="138491"/>
                  <a:pt x="96635" y="136990"/>
                  <a:pt x="96635" y="132606"/>
                </a:cubicBezTo>
                <a:cubicBezTo>
                  <a:pt x="96635" y="128393"/>
                  <a:pt x="96503" y="127959"/>
                  <a:pt x="94971" y="127262"/>
                </a:cubicBezTo>
                <a:cubicBezTo>
                  <a:pt x="91962" y="125893"/>
                  <a:pt x="88973" y="117666"/>
                  <a:pt x="91485" y="117666"/>
                </a:cubicBezTo>
                <a:cubicBezTo>
                  <a:pt x="92000" y="117666"/>
                  <a:pt x="93526" y="118885"/>
                  <a:pt x="94870" y="120373"/>
                </a:cubicBezTo>
                <a:lnTo>
                  <a:pt x="97313" y="123080"/>
                </a:lnTo>
                <a:lnTo>
                  <a:pt x="97313" y="120712"/>
                </a:lnTo>
                <a:cubicBezTo>
                  <a:pt x="97313" y="119412"/>
                  <a:pt x="97024" y="118345"/>
                  <a:pt x="96679" y="118345"/>
                </a:cubicBezTo>
                <a:cubicBezTo>
                  <a:pt x="96333" y="118345"/>
                  <a:pt x="95649" y="117246"/>
                  <a:pt x="95165" y="115908"/>
                </a:cubicBezTo>
                <a:cubicBezTo>
                  <a:pt x="94493" y="114049"/>
                  <a:pt x="93507" y="113082"/>
                  <a:pt x="91002" y="111807"/>
                </a:cubicBezTo>
                <a:cubicBezTo>
                  <a:pt x="86939" y="109754"/>
                  <a:pt x="85777" y="110062"/>
                  <a:pt x="86235" y="113070"/>
                </a:cubicBezTo>
                <a:cubicBezTo>
                  <a:pt x="86637" y="115701"/>
                  <a:pt x="84044" y="121384"/>
                  <a:pt x="82442" y="121384"/>
                </a:cubicBezTo>
                <a:cubicBezTo>
                  <a:pt x="81663" y="121384"/>
                  <a:pt x="81431" y="120518"/>
                  <a:pt x="81444" y="117579"/>
                </a:cubicBezTo>
                <a:cubicBezTo>
                  <a:pt x="81456" y="114778"/>
                  <a:pt x="81230" y="113861"/>
                  <a:pt x="80596" y="114106"/>
                </a:cubicBezTo>
                <a:cubicBezTo>
                  <a:pt x="79867" y="114388"/>
                  <a:pt x="79491" y="115236"/>
                  <a:pt x="79849" y="115808"/>
                </a:cubicBezTo>
                <a:cubicBezTo>
                  <a:pt x="80232" y="116429"/>
                  <a:pt x="77387" y="120511"/>
                  <a:pt x="75760" y="121667"/>
                </a:cubicBezTo>
                <a:cubicBezTo>
                  <a:pt x="73663" y="123168"/>
                  <a:pt x="70956" y="123551"/>
                  <a:pt x="70956" y="122351"/>
                </a:cubicBezTo>
                <a:cubicBezTo>
                  <a:pt x="70956" y="121183"/>
                  <a:pt x="72350" y="118809"/>
                  <a:pt x="74228" y="116800"/>
                </a:cubicBezTo>
                <a:lnTo>
                  <a:pt x="75986" y="114916"/>
                </a:lnTo>
                <a:lnTo>
                  <a:pt x="72244" y="115355"/>
                </a:lnTo>
                <a:cubicBezTo>
                  <a:pt x="69167" y="115720"/>
                  <a:pt x="67998" y="115538"/>
                  <a:pt x="65631" y="114332"/>
                </a:cubicBezTo>
                <a:cubicBezTo>
                  <a:pt x="64048" y="113528"/>
                  <a:pt x="62880" y="112504"/>
                  <a:pt x="63025" y="112059"/>
                </a:cubicBezTo>
                <a:cubicBezTo>
                  <a:pt x="63452" y="110771"/>
                  <a:pt x="70780" y="110639"/>
                  <a:pt x="72683" y="111889"/>
                </a:cubicBezTo>
                <a:cubicBezTo>
                  <a:pt x="73569" y="112467"/>
                  <a:pt x="75440" y="112900"/>
                  <a:pt x="76847" y="112862"/>
                </a:cubicBezTo>
                <a:lnTo>
                  <a:pt x="79403" y="112781"/>
                </a:lnTo>
                <a:lnTo>
                  <a:pt x="77035" y="112310"/>
                </a:lnTo>
                <a:cubicBezTo>
                  <a:pt x="74165" y="111738"/>
                  <a:pt x="71635" y="110426"/>
                  <a:pt x="71635" y="109521"/>
                </a:cubicBezTo>
                <a:cubicBezTo>
                  <a:pt x="71635" y="107568"/>
                  <a:pt x="80006" y="107160"/>
                  <a:pt x="82241" y="109000"/>
                </a:cubicBezTo>
                <a:cubicBezTo>
                  <a:pt x="82744" y="109415"/>
                  <a:pt x="83466" y="109434"/>
                  <a:pt x="84169" y="109038"/>
                </a:cubicBezTo>
                <a:cubicBezTo>
                  <a:pt x="85092" y="108523"/>
                  <a:pt x="84822" y="108228"/>
                  <a:pt x="82637" y="107349"/>
                </a:cubicBezTo>
                <a:cubicBezTo>
                  <a:pt x="78115" y="105540"/>
                  <a:pt x="75189" y="105226"/>
                  <a:pt x="73996" y="106419"/>
                </a:cubicBezTo>
                <a:cubicBezTo>
                  <a:pt x="72036" y="108385"/>
                  <a:pt x="66177" y="109471"/>
                  <a:pt x="64224" y="108240"/>
                </a:cubicBezTo>
                <a:cubicBezTo>
                  <a:pt x="63376" y="107707"/>
                  <a:pt x="63414" y="107418"/>
                  <a:pt x="64475" y="106250"/>
                </a:cubicBezTo>
                <a:cubicBezTo>
                  <a:pt x="65154" y="105496"/>
                  <a:pt x="66812" y="104516"/>
                  <a:pt x="68155" y="104077"/>
                </a:cubicBezTo>
                <a:cubicBezTo>
                  <a:pt x="70266" y="103380"/>
                  <a:pt x="70416" y="103198"/>
                  <a:pt x="69254" y="102758"/>
                </a:cubicBezTo>
                <a:cubicBezTo>
                  <a:pt x="68520" y="102482"/>
                  <a:pt x="66215" y="102413"/>
                  <a:pt x="64143" y="102614"/>
                </a:cubicBezTo>
                <a:cubicBezTo>
                  <a:pt x="59715" y="103034"/>
                  <a:pt x="56845" y="101967"/>
                  <a:pt x="58158" y="100390"/>
                </a:cubicBezTo>
                <a:cubicBezTo>
                  <a:pt x="58648" y="99794"/>
                  <a:pt x="60211" y="99423"/>
                  <a:pt x="62202" y="99423"/>
                </a:cubicBezTo>
                <a:lnTo>
                  <a:pt x="65449" y="99423"/>
                </a:lnTo>
                <a:lnTo>
                  <a:pt x="64551" y="97565"/>
                </a:lnTo>
                <a:cubicBezTo>
                  <a:pt x="62830" y="93972"/>
                  <a:pt x="62673" y="92685"/>
                  <a:pt x="63917" y="92214"/>
                </a:cubicBezTo>
                <a:cubicBezTo>
                  <a:pt x="64733" y="91900"/>
                  <a:pt x="65738" y="92484"/>
                  <a:pt x="67257" y="94142"/>
                </a:cubicBezTo>
                <a:cubicBezTo>
                  <a:pt x="68702" y="95712"/>
                  <a:pt x="70266" y="96648"/>
                  <a:pt x="71898" y="96918"/>
                </a:cubicBezTo>
                <a:cubicBezTo>
                  <a:pt x="73550" y="97181"/>
                  <a:pt x="74222" y="97081"/>
                  <a:pt x="73920" y="96597"/>
                </a:cubicBezTo>
                <a:cubicBezTo>
                  <a:pt x="73154" y="95354"/>
                  <a:pt x="72401" y="91184"/>
                  <a:pt x="72771" y="90217"/>
                </a:cubicBezTo>
                <a:cubicBezTo>
                  <a:pt x="73330" y="88754"/>
                  <a:pt x="74969" y="89131"/>
                  <a:pt x="75779" y="90908"/>
                </a:cubicBezTo>
                <a:cubicBezTo>
                  <a:pt x="76244" y="91925"/>
                  <a:pt x="77236" y="92641"/>
                  <a:pt x="78423" y="92817"/>
                </a:cubicBezTo>
                <a:cubicBezTo>
                  <a:pt x="80313" y="93093"/>
                  <a:pt x="80326" y="93074"/>
                  <a:pt x="79453" y="91021"/>
                </a:cubicBezTo>
                <a:cubicBezTo>
                  <a:pt x="76677" y="84502"/>
                  <a:pt x="75365" y="82474"/>
                  <a:pt x="74046" y="82669"/>
                </a:cubicBezTo>
                <a:cubicBezTo>
                  <a:pt x="73255" y="82788"/>
                  <a:pt x="72539" y="83560"/>
                  <a:pt x="72306" y="84553"/>
                </a:cubicBezTo>
                <a:cubicBezTo>
                  <a:pt x="71911" y="86286"/>
                  <a:pt x="65292" y="90889"/>
                  <a:pt x="63879" y="90418"/>
                </a:cubicBezTo>
                <a:cubicBezTo>
                  <a:pt x="62365" y="89916"/>
                  <a:pt x="62880" y="87900"/>
                  <a:pt x="65179" y="85356"/>
                </a:cubicBezTo>
                <a:cubicBezTo>
                  <a:pt x="67107" y="83221"/>
                  <a:pt x="67389" y="82600"/>
                  <a:pt x="66560" y="82279"/>
                </a:cubicBezTo>
                <a:cubicBezTo>
                  <a:pt x="65983" y="82059"/>
                  <a:pt x="64940" y="82461"/>
                  <a:pt x="64224" y="83177"/>
                </a:cubicBezTo>
                <a:cubicBezTo>
                  <a:pt x="61744" y="85658"/>
                  <a:pt x="53718" y="86876"/>
                  <a:pt x="52952" y="84885"/>
                </a:cubicBezTo>
                <a:cubicBezTo>
                  <a:pt x="52393" y="83435"/>
                  <a:pt x="53775" y="82047"/>
                  <a:pt x="56651" y="81161"/>
                </a:cubicBezTo>
                <a:cubicBezTo>
                  <a:pt x="58013" y="80741"/>
                  <a:pt x="59546" y="80263"/>
                  <a:pt x="60048" y="80106"/>
                </a:cubicBezTo>
                <a:cubicBezTo>
                  <a:pt x="60783" y="79868"/>
                  <a:pt x="60802" y="79604"/>
                  <a:pt x="60142" y="78813"/>
                </a:cubicBezTo>
                <a:cubicBezTo>
                  <a:pt x="59690" y="78260"/>
                  <a:pt x="59062" y="77971"/>
                  <a:pt x="58755" y="78160"/>
                </a:cubicBezTo>
                <a:cubicBezTo>
                  <a:pt x="57900" y="78687"/>
                  <a:pt x="53806" y="74806"/>
                  <a:pt x="52336" y="72074"/>
                </a:cubicBezTo>
                <a:cubicBezTo>
                  <a:pt x="51219" y="70002"/>
                  <a:pt x="51168" y="69550"/>
                  <a:pt x="51997" y="69035"/>
                </a:cubicBezTo>
                <a:cubicBezTo>
                  <a:pt x="53888" y="67867"/>
                  <a:pt x="60481" y="72859"/>
                  <a:pt x="60940" y="75811"/>
                </a:cubicBezTo>
                <a:cubicBezTo>
                  <a:pt x="61059" y="76571"/>
                  <a:pt x="62221" y="77839"/>
                  <a:pt x="63521" y="78631"/>
                </a:cubicBezTo>
                <a:lnTo>
                  <a:pt x="65888" y="80075"/>
                </a:lnTo>
                <a:lnTo>
                  <a:pt x="64450" y="78430"/>
                </a:lnTo>
                <a:cubicBezTo>
                  <a:pt x="62397" y="76075"/>
                  <a:pt x="61336" y="73789"/>
                  <a:pt x="61769" y="72658"/>
                </a:cubicBezTo>
                <a:cubicBezTo>
                  <a:pt x="62610" y="70460"/>
                  <a:pt x="70956" y="75855"/>
                  <a:pt x="70956" y="78599"/>
                </a:cubicBezTo>
                <a:cubicBezTo>
                  <a:pt x="70956" y="79460"/>
                  <a:pt x="71465" y="79824"/>
                  <a:pt x="72671" y="79824"/>
                </a:cubicBezTo>
                <a:lnTo>
                  <a:pt x="74385" y="79824"/>
                </a:lnTo>
                <a:lnTo>
                  <a:pt x="72840" y="77563"/>
                </a:lnTo>
                <a:cubicBezTo>
                  <a:pt x="69003" y="71949"/>
                  <a:pt x="67427" y="70705"/>
                  <a:pt x="64124" y="70687"/>
                </a:cubicBezTo>
                <a:cubicBezTo>
                  <a:pt x="60645" y="70668"/>
                  <a:pt x="55414" y="67785"/>
                  <a:pt x="55414" y="65882"/>
                </a:cubicBezTo>
                <a:cubicBezTo>
                  <a:pt x="55414" y="64972"/>
                  <a:pt x="56111" y="64846"/>
                  <a:pt x="59753" y="65079"/>
                </a:cubicBezTo>
                <a:lnTo>
                  <a:pt x="64092" y="65355"/>
                </a:lnTo>
                <a:lnTo>
                  <a:pt x="62742" y="63458"/>
                </a:lnTo>
                <a:cubicBezTo>
                  <a:pt x="62001" y="62416"/>
                  <a:pt x="61097" y="61744"/>
                  <a:pt x="60739" y="61970"/>
                </a:cubicBezTo>
                <a:cubicBezTo>
                  <a:pt x="59401" y="62793"/>
                  <a:pt x="54114" y="58328"/>
                  <a:pt x="54076" y="56343"/>
                </a:cubicBezTo>
                <a:cubicBezTo>
                  <a:pt x="54051" y="54949"/>
                  <a:pt x="56965" y="55382"/>
                  <a:pt x="59583" y="57166"/>
                </a:cubicBezTo>
                <a:lnTo>
                  <a:pt x="62045" y="58836"/>
                </a:lnTo>
                <a:lnTo>
                  <a:pt x="62849" y="55477"/>
                </a:lnTo>
                <a:cubicBezTo>
                  <a:pt x="63295" y="53630"/>
                  <a:pt x="63961" y="51928"/>
                  <a:pt x="64331" y="51696"/>
                </a:cubicBezTo>
                <a:cubicBezTo>
                  <a:pt x="65593" y="50917"/>
                  <a:pt x="66950" y="53222"/>
                  <a:pt x="67094" y="56387"/>
                </a:cubicBezTo>
                <a:cubicBezTo>
                  <a:pt x="67182" y="58347"/>
                  <a:pt x="67553" y="59546"/>
                  <a:pt x="68068" y="59546"/>
                </a:cubicBezTo>
                <a:cubicBezTo>
                  <a:pt x="68526" y="59552"/>
                  <a:pt x="69418" y="60344"/>
                  <a:pt x="70052" y="61317"/>
                </a:cubicBezTo>
                <a:lnTo>
                  <a:pt x="71208" y="63075"/>
                </a:lnTo>
                <a:lnTo>
                  <a:pt x="72080" y="60080"/>
                </a:lnTo>
                <a:cubicBezTo>
                  <a:pt x="73154" y="56406"/>
                  <a:pt x="75428" y="54020"/>
                  <a:pt x="76420" y="55527"/>
                </a:cubicBezTo>
                <a:cubicBezTo>
                  <a:pt x="76771" y="56067"/>
                  <a:pt x="76897" y="57499"/>
                  <a:pt x="76684" y="58704"/>
                </a:cubicBezTo>
                <a:cubicBezTo>
                  <a:pt x="76250" y="61198"/>
                  <a:pt x="76910" y="61461"/>
                  <a:pt x="79440" y="59803"/>
                </a:cubicBezTo>
                <a:cubicBezTo>
                  <a:pt x="80364" y="59201"/>
                  <a:pt x="82448" y="58667"/>
                  <a:pt x="84075" y="58623"/>
                </a:cubicBezTo>
                <a:cubicBezTo>
                  <a:pt x="85852" y="58573"/>
                  <a:pt x="86870" y="58271"/>
                  <a:pt x="86625" y="57863"/>
                </a:cubicBezTo>
                <a:cubicBezTo>
                  <a:pt x="86405" y="57492"/>
                  <a:pt x="85519" y="56155"/>
                  <a:pt x="84672" y="54899"/>
                </a:cubicBezTo>
                <a:cubicBezTo>
                  <a:pt x="82957" y="52362"/>
                  <a:pt x="82612" y="49417"/>
                  <a:pt x="84031" y="49417"/>
                </a:cubicBezTo>
                <a:cubicBezTo>
                  <a:pt x="85256" y="49417"/>
                  <a:pt x="90556" y="53291"/>
                  <a:pt x="90556" y="54189"/>
                </a:cubicBezTo>
                <a:cubicBezTo>
                  <a:pt x="90556" y="54579"/>
                  <a:pt x="90920" y="54673"/>
                  <a:pt x="91372" y="54396"/>
                </a:cubicBezTo>
                <a:cubicBezTo>
                  <a:pt x="91824" y="54114"/>
                  <a:pt x="93181" y="53957"/>
                  <a:pt x="94387" y="54039"/>
                </a:cubicBezTo>
                <a:lnTo>
                  <a:pt x="96584" y="54183"/>
                </a:lnTo>
                <a:lnTo>
                  <a:pt x="95272" y="51294"/>
                </a:lnTo>
                <a:cubicBezTo>
                  <a:pt x="93532" y="47451"/>
                  <a:pt x="93507" y="44688"/>
                  <a:pt x="95215" y="44688"/>
                </a:cubicBezTo>
                <a:cubicBezTo>
                  <a:pt x="95925" y="44688"/>
                  <a:pt x="97062" y="45523"/>
                  <a:pt x="97753" y="46547"/>
                </a:cubicBezTo>
                <a:cubicBezTo>
                  <a:pt x="98770" y="48060"/>
                  <a:pt x="99555" y="48424"/>
                  <a:pt x="102042" y="48537"/>
                </a:cubicBezTo>
                <a:cubicBezTo>
                  <a:pt x="106657" y="48738"/>
                  <a:pt x="108623" y="49103"/>
                  <a:pt x="109621" y="49931"/>
                </a:cubicBezTo>
                <a:cubicBezTo>
                  <a:pt x="110344" y="50528"/>
                  <a:pt x="110739" y="50095"/>
                  <a:pt x="111556" y="47834"/>
                </a:cubicBezTo>
                <a:cubicBezTo>
                  <a:pt x="112554" y="45046"/>
                  <a:pt x="112529" y="44889"/>
                  <a:pt x="110331" y="40103"/>
                </a:cubicBezTo>
                <a:cubicBezTo>
                  <a:pt x="108428" y="35965"/>
                  <a:pt x="107838" y="35224"/>
                  <a:pt x="106419" y="35224"/>
                </a:cubicBezTo>
                <a:cubicBezTo>
                  <a:pt x="105251" y="35224"/>
                  <a:pt x="104742" y="35594"/>
                  <a:pt x="104742" y="36449"/>
                </a:cubicBezTo>
                <a:cubicBezTo>
                  <a:pt x="104742" y="38596"/>
                  <a:pt x="98519" y="43331"/>
                  <a:pt x="95693" y="43331"/>
                </a:cubicBezTo>
                <a:cubicBezTo>
                  <a:pt x="92967" y="43331"/>
                  <a:pt x="94230" y="39890"/>
                  <a:pt x="98230" y="36423"/>
                </a:cubicBezTo>
                <a:lnTo>
                  <a:pt x="100352" y="34583"/>
                </a:lnTo>
                <a:lnTo>
                  <a:pt x="98136" y="34565"/>
                </a:lnTo>
                <a:cubicBezTo>
                  <a:pt x="96804" y="34558"/>
                  <a:pt x="95768" y="34941"/>
                  <a:pt x="95542" y="35532"/>
                </a:cubicBezTo>
                <a:cubicBezTo>
                  <a:pt x="94920" y="37139"/>
                  <a:pt x="90612" y="38182"/>
                  <a:pt x="85318" y="38000"/>
                </a:cubicBezTo>
                <a:cubicBezTo>
                  <a:pt x="83579" y="37943"/>
                  <a:pt x="83120" y="37642"/>
                  <a:pt x="83120" y="36543"/>
                </a:cubicBezTo>
                <a:cubicBezTo>
                  <a:pt x="83120" y="35061"/>
                  <a:pt x="87579" y="32568"/>
                  <a:pt x="90273" y="32536"/>
                </a:cubicBezTo>
                <a:cubicBezTo>
                  <a:pt x="91046" y="32530"/>
                  <a:pt x="91881" y="32323"/>
                  <a:pt x="92126" y="32078"/>
                </a:cubicBezTo>
                <a:cubicBezTo>
                  <a:pt x="92785" y="31418"/>
                  <a:pt x="91234" y="29817"/>
                  <a:pt x="89934" y="29817"/>
                </a:cubicBezTo>
                <a:cubicBezTo>
                  <a:pt x="88703" y="29817"/>
                  <a:pt x="84420" y="25653"/>
                  <a:pt x="83202" y="23273"/>
                </a:cubicBezTo>
                <a:cubicBezTo>
                  <a:pt x="81959" y="20856"/>
                  <a:pt x="82266" y="19681"/>
                  <a:pt x="84138" y="19681"/>
                </a:cubicBezTo>
                <a:cubicBezTo>
                  <a:pt x="86323" y="19681"/>
                  <a:pt x="92936" y="25886"/>
                  <a:pt x="92358" y="27399"/>
                </a:cubicBezTo>
                <a:cubicBezTo>
                  <a:pt x="92101" y="28071"/>
                  <a:pt x="92747" y="29038"/>
                  <a:pt x="94192" y="30144"/>
                </a:cubicBezTo>
                <a:cubicBezTo>
                  <a:pt x="97464" y="32637"/>
                  <a:pt x="97614" y="32260"/>
                  <a:pt x="94927" y="28347"/>
                </a:cubicBezTo>
                <a:cubicBezTo>
                  <a:pt x="92854" y="25339"/>
                  <a:pt x="92660" y="24724"/>
                  <a:pt x="93482" y="23901"/>
                </a:cubicBezTo>
                <a:cubicBezTo>
                  <a:pt x="94305" y="23079"/>
                  <a:pt x="94807" y="23135"/>
                  <a:pt x="97137" y="24322"/>
                </a:cubicBezTo>
                <a:cubicBezTo>
                  <a:pt x="100290" y="25930"/>
                  <a:pt x="103392" y="29352"/>
                  <a:pt x="103392" y="31224"/>
                </a:cubicBezTo>
                <a:cubicBezTo>
                  <a:pt x="103392" y="32159"/>
                  <a:pt x="103863" y="32524"/>
                  <a:pt x="105081" y="32524"/>
                </a:cubicBezTo>
                <a:cubicBezTo>
                  <a:pt x="107223" y="32524"/>
                  <a:pt x="107204" y="32002"/>
                  <a:pt x="104912" y="28661"/>
                </a:cubicBezTo>
                <a:cubicBezTo>
                  <a:pt x="101131" y="23135"/>
                  <a:pt x="99423" y="21540"/>
                  <a:pt x="97727" y="21967"/>
                </a:cubicBezTo>
                <a:cubicBezTo>
                  <a:pt x="94657" y="22740"/>
                  <a:pt x="86499" y="18632"/>
                  <a:pt x="86499" y="16321"/>
                </a:cubicBezTo>
                <a:cubicBezTo>
                  <a:pt x="86499" y="14751"/>
                  <a:pt x="92383" y="14833"/>
                  <a:pt x="95504" y="16441"/>
                </a:cubicBezTo>
                <a:cubicBezTo>
                  <a:pt x="96616" y="17019"/>
                  <a:pt x="96660" y="16931"/>
                  <a:pt x="95925" y="15511"/>
                </a:cubicBezTo>
                <a:cubicBezTo>
                  <a:pt x="94619" y="12987"/>
                  <a:pt x="93200" y="11637"/>
                  <a:pt x="92239" y="12007"/>
                </a:cubicBezTo>
                <a:cubicBezTo>
                  <a:pt x="91021" y="12472"/>
                  <a:pt x="85821" y="7674"/>
                  <a:pt x="85821" y="6085"/>
                </a:cubicBezTo>
                <a:cubicBezTo>
                  <a:pt x="85821" y="3667"/>
                  <a:pt x="90593" y="5294"/>
                  <a:pt x="93200" y="8610"/>
                </a:cubicBezTo>
                <a:lnTo>
                  <a:pt x="94606" y="10406"/>
                </a:lnTo>
                <a:lnTo>
                  <a:pt x="94606" y="8723"/>
                </a:lnTo>
                <a:cubicBezTo>
                  <a:pt x="94606" y="6525"/>
                  <a:pt x="95894" y="2707"/>
                  <a:pt x="97055" y="1463"/>
                </a:cubicBezTo>
                <a:cubicBezTo>
                  <a:pt x="98424" y="0"/>
                  <a:pt x="99304" y="1300"/>
                  <a:pt x="99806" y="5520"/>
                </a:cubicBezTo>
                <a:cubicBezTo>
                  <a:pt x="100139" y="8352"/>
                  <a:pt x="100710" y="9652"/>
                  <a:pt x="102362" y="11354"/>
                </a:cubicBezTo>
                <a:lnTo>
                  <a:pt x="104478" y="13533"/>
                </a:lnTo>
                <a:lnTo>
                  <a:pt x="105244" y="10695"/>
                </a:lnTo>
                <a:cubicBezTo>
                  <a:pt x="106136" y="7366"/>
                  <a:pt x="108617" y="4358"/>
                  <a:pt x="109628" y="5376"/>
                </a:cubicBezTo>
                <a:cubicBezTo>
                  <a:pt x="109998" y="5746"/>
                  <a:pt x="110187" y="7266"/>
                  <a:pt x="110049" y="8754"/>
                </a:cubicBezTo>
                <a:cubicBezTo>
                  <a:pt x="109904" y="10243"/>
                  <a:pt x="109998" y="11329"/>
                  <a:pt x="110262" y="11166"/>
                </a:cubicBezTo>
                <a:cubicBezTo>
                  <a:pt x="110796" y="10839"/>
                  <a:pt x="113779" y="14645"/>
                  <a:pt x="114419" y="16472"/>
                </a:cubicBezTo>
                <a:cubicBezTo>
                  <a:pt x="114652" y="17119"/>
                  <a:pt x="115154" y="17653"/>
                  <a:pt x="115537" y="17653"/>
                </a:cubicBezTo>
                <a:cubicBezTo>
                  <a:pt x="115920" y="17653"/>
                  <a:pt x="116234" y="18645"/>
                  <a:pt x="116240" y="19851"/>
                </a:cubicBezTo>
                <a:cubicBezTo>
                  <a:pt x="116247" y="21119"/>
                  <a:pt x="116473" y="21703"/>
                  <a:pt x="116768" y="21239"/>
                </a:cubicBezTo>
                <a:cubicBezTo>
                  <a:pt x="117647" y="19851"/>
                  <a:pt x="123199" y="17684"/>
                  <a:pt x="125911" y="17672"/>
                </a:cubicBezTo>
                <a:cubicBezTo>
                  <a:pt x="128191" y="17659"/>
                  <a:pt x="128467" y="17829"/>
                  <a:pt x="128273" y="19147"/>
                </a:cubicBezTo>
                <a:cubicBezTo>
                  <a:pt x="127959" y="21320"/>
                  <a:pt x="122250" y="24661"/>
                  <a:pt x="118708" y="24749"/>
                </a:cubicBezTo>
                <a:lnTo>
                  <a:pt x="115895" y="24812"/>
                </a:lnTo>
                <a:lnTo>
                  <a:pt x="115682" y="28159"/>
                </a:lnTo>
                <a:lnTo>
                  <a:pt x="115468" y="31506"/>
                </a:lnTo>
                <a:lnTo>
                  <a:pt x="117371" y="29704"/>
                </a:lnTo>
                <a:cubicBezTo>
                  <a:pt x="120762" y="26482"/>
                  <a:pt x="127042" y="24787"/>
                  <a:pt x="127042" y="27091"/>
                </a:cubicBezTo>
                <a:cubicBezTo>
                  <a:pt x="127042" y="29472"/>
                  <a:pt x="118627" y="35952"/>
                  <a:pt x="116912" y="34891"/>
                </a:cubicBezTo>
                <a:cubicBezTo>
                  <a:pt x="116159" y="34420"/>
                  <a:pt x="115204" y="36197"/>
                  <a:pt x="114658" y="39111"/>
                </a:cubicBezTo>
                <a:cubicBezTo>
                  <a:pt x="114225" y="41366"/>
                  <a:pt x="114714" y="41874"/>
                  <a:pt x="116040" y="40556"/>
                </a:cubicBezTo>
                <a:cubicBezTo>
                  <a:pt x="117484" y="39111"/>
                  <a:pt x="118426" y="40687"/>
                  <a:pt x="118106" y="44003"/>
                </a:cubicBezTo>
                <a:cubicBezTo>
                  <a:pt x="117785" y="47369"/>
                  <a:pt x="119035" y="50547"/>
                  <a:pt x="119845" y="48424"/>
                </a:cubicBezTo>
                <a:cubicBezTo>
                  <a:pt x="120341" y="47137"/>
                  <a:pt x="122068" y="47074"/>
                  <a:pt x="122790" y="48324"/>
                </a:cubicBezTo>
                <a:cubicBezTo>
                  <a:pt x="123086" y="48832"/>
                  <a:pt x="124649" y="49473"/>
                  <a:pt x="126263" y="49743"/>
                </a:cubicBezTo>
                <a:cubicBezTo>
                  <a:pt x="129089" y="50214"/>
                  <a:pt x="129164" y="50183"/>
                  <a:pt x="128436" y="48807"/>
                </a:cubicBezTo>
                <a:cubicBezTo>
                  <a:pt x="127990" y="47985"/>
                  <a:pt x="127004" y="47388"/>
                  <a:pt x="126087" y="47388"/>
                </a:cubicBezTo>
                <a:cubicBezTo>
                  <a:pt x="125101" y="47388"/>
                  <a:pt x="123600" y="46396"/>
                  <a:pt x="122125" y="44757"/>
                </a:cubicBezTo>
                <a:cubicBezTo>
                  <a:pt x="116165" y="38163"/>
                  <a:pt x="119996" y="35714"/>
                  <a:pt x="126345" y="42056"/>
                </a:cubicBezTo>
                <a:lnTo>
                  <a:pt x="128486" y="44204"/>
                </a:lnTo>
                <a:lnTo>
                  <a:pt x="128059" y="40223"/>
                </a:lnTo>
                <a:cubicBezTo>
                  <a:pt x="127701" y="36857"/>
                  <a:pt x="127877" y="35764"/>
                  <a:pt x="129196" y="33196"/>
                </a:cubicBezTo>
                <a:cubicBezTo>
                  <a:pt x="130056" y="31525"/>
                  <a:pt x="131218" y="30156"/>
                  <a:pt x="131777" y="30156"/>
                </a:cubicBezTo>
                <a:cubicBezTo>
                  <a:pt x="133303" y="30156"/>
                  <a:pt x="133202" y="38678"/>
                  <a:pt x="131658" y="40392"/>
                </a:cubicBezTo>
                <a:cubicBezTo>
                  <a:pt x="130282" y="41918"/>
                  <a:pt x="129441" y="44995"/>
                  <a:pt x="130113" y="46082"/>
                </a:cubicBezTo>
                <a:cubicBezTo>
                  <a:pt x="130408" y="46553"/>
                  <a:pt x="131048" y="45542"/>
                  <a:pt x="131695" y="43582"/>
                </a:cubicBezTo>
                <a:cubicBezTo>
                  <a:pt x="132518" y="41108"/>
                  <a:pt x="133121" y="40292"/>
                  <a:pt x="134138" y="40292"/>
                </a:cubicBezTo>
                <a:cubicBezTo>
                  <a:pt x="135369" y="40292"/>
                  <a:pt x="135495" y="40744"/>
                  <a:pt x="135495" y="45247"/>
                </a:cubicBezTo>
                <a:cubicBezTo>
                  <a:pt x="135495" y="49159"/>
                  <a:pt x="135243" y="50377"/>
                  <a:pt x="134327" y="51056"/>
                </a:cubicBezTo>
                <a:cubicBezTo>
                  <a:pt x="133322" y="51784"/>
                  <a:pt x="133290" y="52079"/>
                  <a:pt x="134075" y="53153"/>
                </a:cubicBezTo>
                <a:cubicBezTo>
                  <a:pt x="134936" y="54334"/>
                  <a:pt x="135042" y="54290"/>
                  <a:pt x="135991" y="52418"/>
                </a:cubicBezTo>
                <a:cubicBezTo>
                  <a:pt x="136543" y="51326"/>
                  <a:pt x="137523" y="48826"/>
                  <a:pt x="138164" y="46867"/>
                </a:cubicBezTo>
                <a:cubicBezTo>
                  <a:pt x="139313" y="43350"/>
                  <a:pt x="139306" y="43294"/>
                  <a:pt x="137868" y="42126"/>
                </a:cubicBezTo>
                <a:cubicBezTo>
                  <a:pt x="136757" y="41228"/>
                  <a:pt x="136317" y="39940"/>
                  <a:pt x="136028" y="36775"/>
                </a:cubicBezTo>
                <a:cubicBezTo>
                  <a:pt x="135821" y="34489"/>
                  <a:pt x="135840" y="32122"/>
                  <a:pt x="136066" y="31525"/>
                </a:cubicBezTo>
                <a:cubicBezTo>
                  <a:pt x="136795" y="29622"/>
                  <a:pt x="138999" y="31538"/>
                  <a:pt x="140399" y="35293"/>
                </a:cubicBezTo>
                <a:lnTo>
                  <a:pt x="141687" y="38747"/>
                </a:lnTo>
                <a:lnTo>
                  <a:pt x="142591" y="36568"/>
                </a:lnTo>
                <a:cubicBezTo>
                  <a:pt x="143313" y="34828"/>
                  <a:pt x="143326" y="34125"/>
                  <a:pt x="142654" y="33051"/>
                </a:cubicBezTo>
                <a:cubicBezTo>
                  <a:pt x="141153" y="30646"/>
                  <a:pt x="143257" y="23493"/>
                  <a:pt x="145128" y="24649"/>
                </a:cubicBezTo>
                <a:cubicBezTo>
                  <a:pt x="146208" y="25321"/>
                  <a:pt x="146805" y="29980"/>
                  <a:pt x="146057" y="31946"/>
                </a:cubicBezTo>
                <a:lnTo>
                  <a:pt x="145398" y="33673"/>
                </a:lnTo>
                <a:lnTo>
                  <a:pt x="147853" y="32423"/>
                </a:lnTo>
                <a:cubicBezTo>
                  <a:pt x="153643" y="29465"/>
                  <a:pt x="156538" y="32178"/>
                  <a:pt x="151395" y="35739"/>
                </a:cubicBezTo>
                <a:cubicBezTo>
                  <a:pt x="149612" y="36976"/>
                  <a:pt x="148714" y="38106"/>
                  <a:pt x="148695" y="39155"/>
                </a:cubicBezTo>
                <a:cubicBezTo>
                  <a:pt x="148682" y="40016"/>
                  <a:pt x="148375" y="41265"/>
                  <a:pt x="148017" y="41931"/>
                </a:cubicBezTo>
                <a:cubicBezTo>
                  <a:pt x="147401" y="43086"/>
                  <a:pt x="147514" y="43093"/>
                  <a:pt x="150334" y="42082"/>
                </a:cubicBezTo>
                <a:cubicBezTo>
                  <a:pt x="152915" y="41152"/>
                  <a:pt x="153292" y="40769"/>
                  <a:pt x="153248" y="39099"/>
                </a:cubicBezTo>
                <a:cubicBezTo>
                  <a:pt x="153160" y="36103"/>
                  <a:pt x="154554" y="35205"/>
                  <a:pt x="156118" y="37252"/>
                </a:cubicBezTo>
                <a:cubicBezTo>
                  <a:pt x="157663" y="39262"/>
                  <a:pt x="158787" y="43928"/>
                  <a:pt x="158077" y="45372"/>
                </a:cubicBezTo>
                <a:cubicBezTo>
                  <a:pt x="157801" y="45937"/>
                  <a:pt x="157995" y="47149"/>
                  <a:pt x="158504" y="48073"/>
                </a:cubicBezTo>
                <a:cubicBezTo>
                  <a:pt x="159396" y="49687"/>
                  <a:pt x="159433" y="49630"/>
                  <a:pt x="159459" y="46496"/>
                </a:cubicBezTo>
                <a:cubicBezTo>
                  <a:pt x="159477" y="43840"/>
                  <a:pt x="159685" y="43275"/>
                  <a:pt x="160595" y="43451"/>
                </a:cubicBezTo>
                <a:cubicBezTo>
                  <a:pt x="162567" y="43840"/>
                  <a:pt x="164489" y="47225"/>
                  <a:pt x="164621" y="50547"/>
                </a:cubicBezTo>
                <a:cubicBezTo>
                  <a:pt x="164696" y="52456"/>
                  <a:pt x="165123" y="53888"/>
                  <a:pt x="165720" y="54221"/>
                </a:cubicBezTo>
                <a:cubicBezTo>
                  <a:pt x="166938" y="54905"/>
                  <a:pt x="167013" y="53819"/>
                  <a:pt x="166115" y="48274"/>
                </a:cubicBezTo>
                <a:cubicBezTo>
                  <a:pt x="165563" y="44838"/>
                  <a:pt x="165186" y="44047"/>
                  <a:pt x="164049" y="43878"/>
                </a:cubicBezTo>
                <a:cubicBezTo>
                  <a:pt x="160985" y="43419"/>
                  <a:pt x="156884" y="35594"/>
                  <a:pt x="159264" y="34753"/>
                </a:cubicBezTo>
                <a:cubicBezTo>
                  <a:pt x="159703" y="34596"/>
                  <a:pt x="161299" y="35588"/>
                  <a:pt x="162812" y="36951"/>
                </a:cubicBezTo>
                <a:cubicBezTo>
                  <a:pt x="165519" y="39394"/>
                  <a:pt x="165563" y="39406"/>
                  <a:pt x="165563" y="37767"/>
                </a:cubicBezTo>
                <a:cubicBezTo>
                  <a:pt x="165563" y="36850"/>
                  <a:pt x="164815" y="35293"/>
                  <a:pt x="163905" y="34307"/>
                </a:cubicBezTo>
                <a:cubicBezTo>
                  <a:pt x="162222" y="32486"/>
                  <a:pt x="161022" y="28448"/>
                  <a:pt x="161801" y="27186"/>
                </a:cubicBezTo>
                <a:cubicBezTo>
                  <a:pt x="162548" y="25980"/>
                  <a:pt x="164225" y="27198"/>
                  <a:pt x="165644" y="29980"/>
                </a:cubicBezTo>
                <a:lnTo>
                  <a:pt x="167026" y="32681"/>
                </a:lnTo>
                <a:lnTo>
                  <a:pt x="169199" y="30577"/>
                </a:lnTo>
                <a:cubicBezTo>
                  <a:pt x="172847" y="27035"/>
                  <a:pt x="174493" y="28090"/>
                  <a:pt x="172483" y="32681"/>
                </a:cubicBezTo>
                <a:cubicBezTo>
                  <a:pt x="171503" y="34935"/>
                  <a:pt x="171372" y="36047"/>
                  <a:pt x="171880" y="37786"/>
                </a:cubicBezTo>
                <a:lnTo>
                  <a:pt x="172533" y="40009"/>
                </a:lnTo>
                <a:lnTo>
                  <a:pt x="174285" y="38339"/>
                </a:lnTo>
                <a:cubicBezTo>
                  <a:pt x="176427" y="36304"/>
                  <a:pt x="179755" y="35299"/>
                  <a:pt x="179755" y="36687"/>
                </a:cubicBezTo>
                <a:cubicBezTo>
                  <a:pt x="179755" y="37202"/>
                  <a:pt x="179284" y="38301"/>
                  <a:pt x="178700" y="39130"/>
                </a:cubicBezTo>
                <a:cubicBezTo>
                  <a:pt x="178122" y="39959"/>
                  <a:pt x="177808" y="40888"/>
                  <a:pt x="177997" y="41196"/>
                </a:cubicBezTo>
                <a:cubicBezTo>
                  <a:pt x="178191" y="41510"/>
                  <a:pt x="178424" y="43714"/>
                  <a:pt x="178512" y="46094"/>
                </a:cubicBezTo>
                <a:lnTo>
                  <a:pt x="178675" y="50428"/>
                </a:lnTo>
                <a:lnTo>
                  <a:pt x="181413" y="50591"/>
                </a:lnTo>
                <a:cubicBezTo>
                  <a:pt x="187322" y="50943"/>
                  <a:pt x="189910" y="53706"/>
                  <a:pt x="185501" y="54968"/>
                </a:cubicBezTo>
                <a:cubicBezTo>
                  <a:pt x="183127" y="55646"/>
                  <a:pt x="178543" y="55100"/>
                  <a:pt x="177193" y="53982"/>
                </a:cubicBezTo>
                <a:cubicBezTo>
                  <a:pt x="176446" y="53367"/>
                  <a:pt x="175981" y="53549"/>
                  <a:pt x="174976" y="54855"/>
                </a:cubicBezTo>
                <a:cubicBezTo>
                  <a:pt x="174273" y="55766"/>
                  <a:pt x="173695" y="56664"/>
                  <a:pt x="173689" y="56852"/>
                </a:cubicBezTo>
                <a:cubicBezTo>
                  <a:pt x="173676" y="57034"/>
                  <a:pt x="175422" y="57103"/>
                  <a:pt x="177557" y="56996"/>
                </a:cubicBezTo>
                <a:cubicBezTo>
                  <a:pt x="179692" y="56896"/>
                  <a:pt x="181871" y="57091"/>
                  <a:pt x="182386" y="57436"/>
                </a:cubicBezTo>
                <a:cubicBezTo>
                  <a:pt x="183975" y="58491"/>
                  <a:pt x="182656" y="60180"/>
                  <a:pt x="179611" y="60997"/>
                </a:cubicBezTo>
                <a:lnTo>
                  <a:pt x="176716" y="61769"/>
                </a:lnTo>
                <a:lnTo>
                  <a:pt x="176716" y="65393"/>
                </a:lnTo>
                <a:cubicBezTo>
                  <a:pt x="176716" y="67383"/>
                  <a:pt x="176810" y="69010"/>
                  <a:pt x="176923" y="69010"/>
                </a:cubicBezTo>
                <a:cubicBezTo>
                  <a:pt x="177036" y="69010"/>
                  <a:pt x="177997" y="68062"/>
                  <a:pt x="179064" y="66893"/>
                </a:cubicBezTo>
                <a:cubicBezTo>
                  <a:pt x="181143" y="64614"/>
                  <a:pt x="186983" y="62567"/>
                  <a:pt x="188189" y="63697"/>
                </a:cubicBezTo>
                <a:cubicBezTo>
                  <a:pt x="189797" y="65210"/>
                  <a:pt x="184302" y="69688"/>
                  <a:pt x="180835" y="69694"/>
                </a:cubicBezTo>
                <a:cubicBezTo>
                  <a:pt x="179604" y="69694"/>
                  <a:pt x="177909" y="70385"/>
                  <a:pt x="176716" y="71377"/>
                </a:cubicBezTo>
                <a:lnTo>
                  <a:pt x="174687" y="73054"/>
                </a:lnTo>
                <a:lnTo>
                  <a:pt x="177199" y="72049"/>
                </a:lnTo>
                <a:cubicBezTo>
                  <a:pt x="180641" y="70668"/>
                  <a:pt x="183297" y="70712"/>
                  <a:pt x="183014" y="72150"/>
                </a:cubicBezTo>
                <a:cubicBezTo>
                  <a:pt x="182656" y="73958"/>
                  <a:pt x="178034" y="77255"/>
                  <a:pt x="175585" y="77444"/>
                </a:cubicBezTo>
                <a:cubicBezTo>
                  <a:pt x="174084" y="77563"/>
                  <a:pt x="173255" y="78009"/>
                  <a:pt x="173105" y="78794"/>
                </a:cubicBezTo>
                <a:cubicBezTo>
                  <a:pt x="172904" y="79786"/>
                  <a:pt x="173205" y="79887"/>
                  <a:pt x="175102" y="79472"/>
                </a:cubicBezTo>
                <a:cubicBezTo>
                  <a:pt x="176333" y="79202"/>
                  <a:pt x="178637" y="78423"/>
                  <a:pt x="180232" y="77739"/>
                </a:cubicBezTo>
                <a:cubicBezTo>
                  <a:pt x="182449" y="76791"/>
                  <a:pt x="183134" y="76125"/>
                  <a:pt x="183134" y="74944"/>
                </a:cubicBezTo>
                <a:cubicBezTo>
                  <a:pt x="183134" y="72181"/>
                  <a:pt x="189244" y="66743"/>
                  <a:pt x="190707" y="68206"/>
                </a:cubicBezTo>
                <a:cubicBezTo>
                  <a:pt x="191247" y="68746"/>
                  <a:pt x="190984" y="69883"/>
                  <a:pt x="189753" y="72376"/>
                </a:cubicBezTo>
                <a:cubicBezTo>
                  <a:pt x="188120" y="75667"/>
                  <a:pt x="188107" y="75786"/>
                  <a:pt x="189439" y="75365"/>
                </a:cubicBezTo>
                <a:cubicBezTo>
                  <a:pt x="190199" y="75120"/>
                  <a:pt x="191769" y="73921"/>
                  <a:pt x="192924" y="72690"/>
                </a:cubicBezTo>
                <a:cubicBezTo>
                  <a:pt x="194946" y="70542"/>
                  <a:pt x="198287" y="69073"/>
                  <a:pt x="199154" y="69946"/>
                </a:cubicBezTo>
                <a:cubicBezTo>
                  <a:pt x="199920" y="70705"/>
                  <a:pt x="198042" y="73751"/>
                  <a:pt x="196321" y="74536"/>
                </a:cubicBezTo>
                <a:cubicBezTo>
                  <a:pt x="194306" y="75453"/>
                  <a:pt x="194155" y="76207"/>
                  <a:pt x="195869" y="76753"/>
                </a:cubicBezTo>
                <a:cubicBezTo>
                  <a:pt x="196554" y="76966"/>
                  <a:pt x="197835" y="77915"/>
                  <a:pt x="198720" y="78857"/>
                </a:cubicBezTo>
                <a:cubicBezTo>
                  <a:pt x="200045" y="80270"/>
                  <a:pt x="200158" y="80678"/>
                  <a:pt x="199367" y="81168"/>
                </a:cubicBezTo>
                <a:cubicBezTo>
                  <a:pt x="198344" y="81802"/>
                  <a:pt x="195072" y="81387"/>
                  <a:pt x="193100" y="80383"/>
                </a:cubicBezTo>
                <a:cubicBezTo>
                  <a:pt x="192340" y="79993"/>
                  <a:pt x="191919" y="80031"/>
                  <a:pt x="191919" y="80496"/>
                </a:cubicBezTo>
                <a:cubicBezTo>
                  <a:pt x="191919" y="80885"/>
                  <a:pt x="191178" y="81494"/>
                  <a:pt x="190274" y="81833"/>
                </a:cubicBezTo>
                <a:lnTo>
                  <a:pt x="188629" y="82461"/>
                </a:lnTo>
                <a:lnTo>
                  <a:pt x="191398" y="85225"/>
                </a:lnTo>
                <a:cubicBezTo>
                  <a:pt x="194475" y="88302"/>
                  <a:pt x="194230" y="89947"/>
                  <a:pt x="190864" y="88823"/>
                </a:cubicBezTo>
                <a:cubicBezTo>
                  <a:pt x="189137" y="88245"/>
                  <a:pt x="184402" y="89319"/>
                  <a:pt x="182010" y="90826"/>
                </a:cubicBezTo>
                <a:cubicBezTo>
                  <a:pt x="181583" y="91096"/>
                  <a:pt x="180823" y="91159"/>
                  <a:pt x="180320" y="90971"/>
                </a:cubicBezTo>
                <a:cubicBezTo>
                  <a:pt x="179611" y="90694"/>
                  <a:pt x="179460" y="91536"/>
                  <a:pt x="179604" y="94852"/>
                </a:cubicBezTo>
                <a:cubicBezTo>
                  <a:pt x="179799" y="99279"/>
                  <a:pt x="179127" y="101301"/>
                  <a:pt x="177733" y="100441"/>
                </a:cubicBezTo>
                <a:cubicBezTo>
                  <a:pt x="175654" y="99153"/>
                  <a:pt x="174078" y="91303"/>
                  <a:pt x="175698" y="90299"/>
                </a:cubicBezTo>
                <a:cubicBezTo>
                  <a:pt x="176917" y="89545"/>
                  <a:pt x="176414" y="88848"/>
                  <a:pt x="174141" y="88151"/>
                </a:cubicBezTo>
                <a:lnTo>
                  <a:pt x="171905" y="87466"/>
                </a:lnTo>
                <a:lnTo>
                  <a:pt x="172866" y="91222"/>
                </a:lnTo>
                <a:cubicBezTo>
                  <a:pt x="173576" y="94023"/>
                  <a:pt x="173632" y="95285"/>
                  <a:pt x="173073" y="96177"/>
                </a:cubicBezTo>
                <a:cubicBezTo>
                  <a:pt x="172659" y="96836"/>
                  <a:pt x="172320" y="98230"/>
                  <a:pt x="172320" y="99273"/>
                </a:cubicBezTo>
                <a:cubicBezTo>
                  <a:pt x="172320" y="100315"/>
                  <a:pt x="171761" y="102268"/>
                  <a:pt x="171070" y="103618"/>
                </a:cubicBezTo>
                <a:lnTo>
                  <a:pt x="169820" y="106067"/>
                </a:lnTo>
                <a:lnTo>
                  <a:pt x="171453" y="105452"/>
                </a:lnTo>
                <a:cubicBezTo>
                  <a:pt x="173676" y="104604"/>
                  <a:pt x="178223" y="104667"/>
                  <a:pt x="178769" y="105546"/>
                </a:cubicBezTo>
                <a:cubicBezTo>
                  <a:pt x="179447" y="106645"/>
                  <a:pt x="177118" y="108812"/>
                  <a:pt x="174380" y="109628"/>
                </a:cubicBezTo>
                <a:cubicBezTo>
                  <a:pt x="172678" y="110137"/>
                  <a:pt x="171893" y="110784"/>
                  <a:pt x="171824" y="111726"/>
                </a:cubicBezTo>
                <a:cubicBezTo>
                  <a:pt x="171767" y="112479"/>
                  <a:pt x="171252" y="113603"/>
                  <a:pt x="170687" y="114225"/>
                </a:cubicBezTo>
                <a:cubicBezTo>
                  <a:pt x="169739" y="115280"/>
                  <a:pt x="169940" y="115368"/>
                  <a:pt x="173450" y="115456"/>
                </a:cubicBezTo>
                <a:cubicBezTo>
                  <a:pt x="179272" y="115588"/>
                  <a:pt x="181137" y="118357"/>
                  <a:pt x="176044" y="119312"/>
                </a:cubicBezTo>
                <a:cubicBezTo>
                  <a:pt x="174656" y="119576"/>
                  <a:pt x="173670" y="120153"/>
                  <a:pt x="173670" y="120718"/>
                </a:cubicBezTo>
                <a:cubicBezTo>
                  <a:pt x="173670" y="121246"/>
                  <a:pt x="172759" y="122716"/>
                  <a:pt x="171648" y="123984"/>
                </a:cubicBezTo>
                <a:cubicBezTo>
                  <a:pt x="170530" y="125253"/>
                  <a:pt x="169619" y="126615"/>
                  <a:pt x="169619" y="127005"/>
                </a:cubicBezTo>
                <a:cubicBezTo>
                  <a:pt x="169619" y="127394"/>
                  <a:pt x="169054" y="127890"/>
                  <a:pt x="168370" y="128110"/>
                </a:cubicBezTo>
                <a:cubicBezTo>
                  <a:pt x="167277" y="128455"/>
                  <a:pt x="167484" y="128901"/>
                  <a:pt x="169996" y="131595"/>
                </a:cubicBezTo>
                <a:cubicBezTo>
                  <a:pt x="171579" y="133297"/>
                  <a:pt x="173381" y="135294"/>
                  <a:pt x="174003" y="136035"/>
                </a:cubicBezTo>
                <a:cubicBezTo>
                  <a:pt x="175516" y="137831"/>
                  <a:pt x="176132" y="137090"/>
                  <a:pt x="174756" y="135131"/>
                </a:cubicBezTo>
                <a:cubicBezTo>
                  <a:pt x="173356" y="133134"/>
                  <a:pt x="173243" y="126452"/>
                  <a:pt x="174606" y="126452"/>
                </a:cubicBezTo>
                <a:cubicBezTo>
                  <a:pt x="176031" y="126452"/>
                  <a:pt x="177042" y="128041"/>
                  <a:pt x="177677" y="131281"/>
                </a:cubicBezTo>
                <a:cubicBezTo>
                  <a:pt x="177997" y="132901"/>
                  <a:pt x="178286" y="133843"/>
                  <a:pt x="178330" y="133379"/>
                </a:cubicBezTo>
                <a:cubicBezTo>
                  <a:pt x="178367" y="132914"/>
                  <a:pt x="178851" y="132537"/>
                  <a:pt x="179397" y="132537"/>
                </a:cubicBezTo>
                <a:cubicBezTo>
                  <a:pt x="180842" y="132537"/>
                  <a:pt x="182455" y="136085"/>
                  <a:pt x="182455" y="139257"/>
                </a:cubicBezTo>
                <a:cubicBezTo>
                  <a:pt x="182455" y="140764"/>
                  <a:pt x="182763" y="141995"/>
                  <a:pt x="183134" y="141995"/>
                </a:cubicBezTo>
                <a:cubicBezTo>
                  <a:pt x="183894" y="141995"/>
                  <a:pt x="183994" y="139495"/>
                  <a:pt x="183385" y="135803"/>
                </a:cubicBezTo>
                <a:cubicBezTo>
                  <a:pt x="183121" y="134195"/>
                  <a:pt x="182543" y="133215"/>
                  <a:pt x="181740" y="133002"/>
                </a:cubicBezTo>
                <a:cubicBezTo>
                  <a:pt x="180170" y="132594"/>
                  <a:pt x="177645" y="128562"/>
                  <a:pt x="177884" y="126841"/>
                </a:cubicBezTo>
                <a:cubicBezTo>
                  <a:pt x="178173" y="124769"/>
                  <a:pt x="179592" y="124832"/>
                  <a:pt x="181777" y="127024"/>
                </a:cubicBezTo>
                <a:cubicBezTo>
                  <a:pt x="183473" y="128719"/>
                  <a:pt x="183812" y="128845"/>
                  <a:pt x="183812" y="127802"/>
                </a:cubicBezTo>
                <a:cubicBezTo>
                  <a:pt x="183812" y="127111"/>
                  <a:pt x="183316" y="126056"/>
                  <a:pt x="182707" y="125447"/>
                </a:cubicBezTo>
                <a:cubicBezTo>
                  <a:pt x="182104" y="124844"/>
                  <a:pt x="181457" y="122998"/>
                  <a:pt x="181269" y="121346"/>
                </a:cubicBezTo>
                <a:cubicBezTo>
                  <a:pt x="180992" y="118872"/>
                  <a:pt x="181124" y="118345"/>
                  <a:pt x="182041" y="118345"/>
                </a:cubicBezTo>
                <a:cubicBezTo>
                  <a:pt x="182656" y="118345"/>
                  <a:pt x="183655" y="119393"/>
                  <a:pt x="184270" y="120675"/>
                </a:cubicBezTo>
                <a:lnTo>
                  <a:pt x="185382" y="123011"/>
                </a:lnTo>
                <a:lnTo>
                  <a:pt x="187354" y="121346"/>
                </a:lnTo>
                <a:cubicBezTo>
                  <a:pt x="190381" y="118803"/>
                  <a:pt x="191605" y="120455"/>
                  <a:pt x="189589" y="124355"/>
                </a:cubicBezTo>
                <a:cubicBezTo>
                  <a:pt x="189049" y="125397"/>
                  <a:pt x="188773" y="126860"/>
                  <a:pt x="188968" y="127614"/>
                </a:cubicBezTo>
                <a:cubicBezTo>
                  <a:pt x="189326" y="128983"/>
                  <a:pt x="189332" y="128983"/>
                  <a:pt x="191926" y="127557"/>
                </a:cubicBezTo>
                <a:cubicBezTo>
                  <a:pt x="194965" y="125893"/>
                  <a:pt x="195882" y="126377"/>
                  <a:pt x="194613" y="128983"/>
                </a:cubicBezTo>
                <a:cubicBezTo>
                  <a:pt x="194117" y="130006"/>
                  <a:pt x="193747" y="131024"/>
                  <a:pt x="193791" y="131237"/>
                </a:cubicBezTo>
                <a:cubicBezTo>
                  <a:pt x="193835" y="131451"/>
                  <a:pt x="193941" y="133209"/>
                  <a:pt x="194029" y="135137"/>
                </a:cubicBezTo>
                <a:cubicBezTo>
                  <a:pt x="194174" y="138308"/>
                  <a:pt x="194356" y="138685"/>
                  <a:pt x="195926" y="139018"/>
                </a:cubicBezTo>
                <a:cubicBezTo>
                  <a:pt x="198972" y="139665"/>
                  <a:pt x="200705" y="140588"/>
                  <a:pt x="200705" y="141574"/>
                </a:cubicBezTo>
                <a:cubicBezTo>
                  <a:pt x="200705" y="143533"/>
                  <a:pt x="194538" y="144092"/>
                  <a:pt x="192572" y="142315"/>
                </a:cubicBezTo>
                <a:cubicBezTo>
                  <a:pt x="191530" y="141373"/>
                  <a:pt x="191329" y="141423"/>
                  <a:pt x="190387" y="142861"/>
                </a:cubicBezTo>
                <a:lnTo>
                  <a:pt x="189351" y="144444"/>
                </a:lnTo>
                <a:lnTo>
                  <a:pt x="192698" y="144494"/>
                </a:lnTo>
                <a:cubicBezTo>
                  <a:pt x="194538" y="144519"/>
                  <a:pt x="196227" y="144727"/>
                  <a:pt x="196453" y="144953"/>
                </a:cubicBezTo>
                <a:cubicBezTo>
                  <a:pt x="197533" y="146033"/>
                  <a:pt x="194978" y="151295"/>
                  <a:pt x="192020" y="154090"/>
                </a:cubicBezTo>
                <a:cubicBezTo>
                  <a:pt x="190293" y="155729"/>
                  <a:pt x="189690" y="156545"/>
                  <a:pt x="190682" y="155911"/>
                </a:cubicBezTo>
                <a:cubicBezTo>
                  <a:pt x="191674" y="155270"/>
                  <a:pt x="193012" y="154850"/>
                  <a:pt x="193646" y="154963"/>
                </a:cubicBezTo>
                <a:cubicBezTo>
                  <a:pt x="194444" y="155107"/>
                  <a:pt x="195047" y="154486"/>
                  <a:pt x="195562" y="152997"/>
                </a:cubicBezTo>
                <a:cubicBezTo>
                  <a:pt x="195976" y="151804"/>
                  <a:pt x="196811" y="150322"/>
                  <a:pt x="197427" y="149713"/>
                </a:cubicBezTo>
                <a:cubicBezTo>
                  <a:pt x="198463" y="148677"/>
                  <a:pt x="198601" y="148702"/>
                  <a:pt x="199348" y="150102"/>
                </a:cubicBezTo>
                <a:cubicBezTo>
                  <a:pt x="199794" y="150931"/>
                  <a:pt x="200033" y="152489"/>
                  <a:pt x="199870" y="153562"/>
                </a:cubicBezTo>
                <a:cubicBezTo>
                  <a:pt x="199600" y="155409"/>
                  <a:pt x="199650" y="155453"/>
                  <a:pt x="200818" y="154391"/>
                </a:cubicBezTo>
                <a:cubicBezTo>
                  <a:pt x="201502" y="153776"/>
                  <a:pt x="202055" y="152608"/>
                  <a:pt x="202055" y="151791"/>
                </a:cubicBezTo>
                <a:cubicBezTo>
                  <a:pt x="202055" y="150240"/>
                  <a:pt x="204850" y="146724"/>
                  <a:pt x="206080" y="146724"/>
                </a:cubicBezTo>
                <a:cubicBezTo>
                  <a:pt x="207154" y="146724"/>
                  <a:pt x="206922" y="150284"/>
                  <a:pt x="205735" y="151980"/>
                </a:cubicBezTo>
                <a:cubicBezTo>
                  <a:pt x="204693" y="153468"/>
                  <a:pt x="204711" y="153487"/>
                  <a:pt x="207763" y="153487"/>
                </a:cubicBezTo>
                <a:cubicBezTo>
                  <a:pt x="210319" y="153487"/>
                  <a:pt x="210841" y="153701"/>
                  <a:pt x="210841" y="154749"/>
                </a:cubicBezTo>
                <a:cubicBezTo>
                  <a:pt x="210841" y="155654"/>
                  <a:pt x="210030" y="156244"/>
                  <a:pt x="207971" y="156828"/>
                </a:cubicBezTo>
                <a:cubicBezTo>
                  <a:pt x="206388" y="157274"/>
                  <a:pt x="204548" y="158379"/>
                  <a:pt x="203882" y="159277"/>
                </a:cubicBezTo>
                <a:cubicBezTo>
                  <a:pt x="202670" y="160916"/>
                  <a:pt x="202670" y="160916"/>
                  <a:pt x="204655" y="160916"/>
                </a:cubicBezTo>
                <a:cubicBezTo>
                  <a:pt x="205741" y="160916"/>
                  <a:pt x="207355" y="161500"/>
                  <a:pt x="208228" y="162216"/>
                </a:cubicBezTo>
                <a:lnTo>
                  <a:pt x="209829" y="163516"/>
                </a:lnTo>
                <a:lnTo>
                  <a:pt x="208140" y="164150"/>
                </a:lnTo>
                <a:cubicBezTo>
                  <a:pt x="207211" y="164496"/>
                  <a:pt x="206105" y="164898"/>
                  <a:pt x="205691" y="165042"/>
                </a:cubicBezTo>
                <a:cubicBezTo>
                  <a:pt x="205277" y="165193"/>
                  <a:pt x="203587" y="166518"/>
                  <a:pt x="201936" y="167987"/>
                </a:cubicBezTo>
                <a:lnTo>
                  <a:pt x="198934" y="170669"/>
                </a:lnTo>
                <a:lnTo>
                  <a:pt x="200560" y="173583"/>
                </a:lnTo>
                <a:cubicBezTo>
                  <a:pt x="202225" y="176553"/>
                  <a:pt x="202181" y="178487"/>
                  <a:pt x="200460" y="178487"/>
                </a:cubicBezTo>
                <a:cubicBezTo>
                  <a:pt x="199103" y="178487"/>
                  <a:pt x="195298" y="173985"/>
                  <a:pt x="195298" y="172383"/>
                </a:cubicBezTo>
                <a:cubicBezTo>
                  <a:pt x="195298" y="171341"/>
                  <a:pt x="194833" y="171052"/>
                  <a:pt x="193144" y="171052"/>
                </a:cubicBezTo>
                <a:lnTo>
                  <a:pt x="190990" y="171052"/>
                </a:lnTo>
                <a:lnTo>
                  <a:pt x="192723" y="172911"/>
                </a:lnTo>
                <a:cubicBezTo>
                  <a:pt x="196064" y="176497"/>
                  <a:pt x="196466" y="178487"/>
                  <a:pt x="193860" y="178487"/>
                </a:cubicBezTo>
                <a:cubicBezTo>
                  <a:pt x="192334" y="178487"/>
                  <a:pt x="187862" y="174631"/>
                  <a:pt x="187862" y="173313"/>
                </a:cubicBezTo>
                <a:cubicBezTo>
                  <a:pt x="187862" y="172578"/>
                  <a:pt x="187165" y="172383"/>
                  <a:pt x="185124" y="172534"/>
                </a:cubicBezTo>
                <a:cubicBezTo>
                  <a:pt x="182468" y="172735"/>
                  <a:pt x="182330" y="172867"/>
                  <a:pt x="180785" y="176679"/>
                </a:cubicBezTo>
                <a:cubicBezTo>
                  <a:pt x="179529" y="179781"/>
                  <a:pt x="179403" y="180535"/>
                  <a:pt x="180207" y="180227"/>
                </a:cubicBezTo>
                <a:cubicBezTo>
                  <a:pt x="182650" y="179291"/>
                  <a:pt x="184365" y="179103"/>
                  <a:pt x="184754" y="179724"/>
                </a:cubicBezTo>
                <a:cubicBezTo>
                  <a:pt x="185482" y="180911"/>
                  <a:pt x="181790" y="184516"/>
                  <a:pt x="179108" y="185238"/>
                </a:cubicBezTo>
                <a:cubicBezTo>
                  <a:pt x="177689" y="185621"/>
                  <a:pt x="176138" y="186406"/>
                  <a:pt x="175654" y="186984"/>
                </a:cubicBezTo>
                <a:cubicBezTo>
                  <a:pt x="174926" y="187869"/>
                  <a:pt x="175183" y="187851"/>
                  <a:pt x="177275" y="186852"/>
                </a:cubicBezTo>
                <a:cubicBezTo>
                  <a:pt x="179058" y="186004"/>
                  <a:pt x="179975" y="185872"/>
                  <a:pt x="180496" y="186394"/>
                </a:cubicBezTo>
                <a:cubicBezTo>
                  <a:pt x="181017" y="186915"/>
                  <a:pt x="181871" y="186425"/>
                  <a:pt x="183485" y="184660"/>
                </a:cubicBezTo>
                <a:cubicBezTo>
                  <a:pt x="185269" y="182726"/>
                  <a:pt x="185928" y="182381"/>
                  <a:pt x="186581" y="183028"/>
                </a:cubicBezTo>
                <a:cubicBezTo>
                  <a:pt x="187241" y="183674"/>
                  <a:pt x="187191" y="184409"/>
                  <a:pt x="186355" y="186538"/>
                </a:cubicBezTo>
                <a:cubicBezTo>
                  <a:pt x="185332" y="189138"/>
                  <a:pt x="185338" y="189201"/>
                  <a:pt x="186581" y="188422"/>
                </a:cubicBezTo>
                <a:cubicBezTo>
                  <a:pt x="187285" y="187982"/>
                  <a:pt x="187862" y="187436"/>
                  <a:pt x="187862" y="187204"/>
                </a:cubicBezTo>
                <a:cubicBezTo>
                  <a:pt x="187862" y="186243"/>
                  <a:pt x="191524" y="183216"/>
                  <a:pt x="192685" y="183216"/>
                </a:cubicBezTo>
                <a:cubicBezTo>
                  <a:pt x="194331" y="183216"/>
                  <a:pt x="194287" y="184629"/>
                  <a:pt x="192572" y="186808"/>
                </a:cubicBezTo>
                <a:cubicBezTo>
                  <a:pt x="191254" y="188485"/>
                  <a:pt x="191247" y="188579"/>
                  <a:pt x="192440" y="189220"/>
                </a:cubicBezTo>
                <a:cubicBezTo>
                  <a:pt x="193408" y="189735"/>
                  <a:pt x="193879" y="189571"/>
                  <a:pt x="194576" y="188447"/>
                </a:cubicBezTo>
                <a:cubicBezTo>
                  <a:pt x="195442" y="187059"/>
                  <a:pt x="195493" y="187053"/>
                  <a:pt x="196397" y="188290"/>
                </a:cubicBezTo>
                <a:cubicBezTo>
                  <a:pt x="196905" y="188987"/>
                  <a:pt x="197326" y="190256"/>
                  <a:pt x="197326" y="191110"/>
                </a:cubicBezTo>
                <a:cubicBezTo>
                  <a:pt x="197326" y="192642"/>
                  <a:pt x="197345" y="192648"/>
                  <a:pt x="199694" y="191524"/>
                </a:cubicBezTo>
                <a:cubicBezTo>
                  <a:pt x="203097" y="189904"/>
                  <a:pt x="204058" y="191129"/>
                  <a:pt x="201634" y="194005"/>
                </a:cubicBezTo>
                <a:cubicBezTo>
                  <a:pt x="200623" y="195211"/>
                  <a:pt x="199713" y="196894"/>
                  <a:pt x="199625" y="197741"/>
                </a:cubicBezTo>
                <a:cubicBezTo>
                  <a:pt x="199461" y="199274"/>
                  <a:pt x="199487" y="199274"/>
                  <a:pt x="202130" y="198238"/>
                </a:cubicBezTo>
                <a:cubicBezTo>
                  <a:pt x="204253" y="197402"/>
                  <a:pt x="204975" y="197358"/>
                  <a:pt x="205628" y="198024"/>
                </a:cubicBezTo>
                <a:cubicBezTo>
                  <a:pt x="206275" y="198677"/>
                  <a:pt x="206149" y="199098"/>
                  <a:pt x="205063" y="199990"/>
                </a:cubicBezTo>
                <a:cubicBezTo>
                  <a:pt x="204297" y="200618"/>
                  <a:pt x="203217" y="202772"/>
                  <a:pt x="202658" y="204781"/>
                </a:cubicBezTo>
                <a:lnTo>
                  <a:pt x="201641" y="208430"/>
                </a:lnTo>
                <a:lnTo>
                  <a:pt x="205321" y="210370"/>
                </a:lnTo>
                <a:lnTo>
                  <a:pt x="209001" y="212305"/>
                </a:lnTo>
                <a:lnTo>
                  <a:pt x="212348" y="210634"/>
                </a:lnTo>
                <a:lnTo>
                  <a:pt x="215695" y="208970"/>
                </a:lnTo>
                <a:lnTo>
                  <a:pt x="213384" y="208003"/>
                </a:lnTo>
                <a:cubicBezTo>
                  <a:pt x="210960" y="206992"/>
                  <a:pt x="208140" y="203965"/>
                  <a:pt x="208140" y="202389"/>
                </a:cubicBezTo>
                <a:cubicBezTo>
                  <a:pt x="208140" y="201189"/>
                  <a:pt x="209352" y="201227"/>
                  <a:pt x="211783" y="202495"/>
                </a:cubicBezTo>
                <a:cubicBezTo>
                  <a:pt x="214238" y="203776"/>
                  <a:pt x="214910" y="203249"/>
                  <a:pt x="212894" y="201622"/>
                </a:cubicBezTo>
                <a:cubicBezTo>
                  <a:pt x="211858" y="200781"/>
                  <a:pt x="211268" y="199399"/>
                  <a:pt x="211023" y="197214"/>
                </a:cubicBezTo>
                <a:cubicBezTo>
                  <a:pt x="210828" y="195462"/>
                  <a:pt x="210878" y="194030"/>
                  <a:pt x="211136" y="194030"/>
                </a:cubicBezTo>
                <a:cubicBezTo>
                  <a:pt x="212423" y="194030"/>
                  <a:pt x="214125" y="195543"/>
                  <a:pt x="214878" y="197377"/>
                </a:cubicBezTo>
                <a:cubicBezTo>
                  <a:pt x="215758" y="199494"/>
                  <a:pt x="216919" y="199563"/>
                  <a:pt x="216919" y="197503"/>
                </a:cubicBezTo>
                <a:cubicBezTo>
                  <a:pt x="216919" y="195757"/>
                  <a:pt x="221322" y="191732"/>
                  <a:pt x="222666" y="192247"/>
                </a:cubicBezTo>
                <a:cubicBezTo>
                  <a:pt x="223940" y="192736"/>
                  <a:pt x="223520" y="194953"/>
                  <a:pt x="221786" y="196925"/>
                </a:cubicBezTo>
                <a:cubicBezTo>
                  <a:pt x="220832" y="198011"/>
                  <a:pt x="220832" y="198225"/>
                  <a:pt x="221780" y="199180"/>
                </a:cubicBezTo>
                <a:cubicBezTo>
                  <a:pt x="222735" y="200128"/>
                  <a:pt x="222873" y="200008"/>
                  <a:pt x="223275" y="197873"/>
                </a:cubicBezTo>
                <a:cubicBezTo>
                  <a:pt x="224116" y="193396"/>
                  <a:pt x="227061" y="192849"/>
                  <a:pt x="227061" y="197170"/>
                </a:cubicBezTo>
                <a:cubicBezTo>
                  <a:pt x="227061" y="200253"/>
                  <a:pt x="228273" y="199858"/>
                  <a:pt x="229473" y="196379"/>
                </a:cubicBezTo>
                <a:cubicBezTo>
                  <a:pt x="230427" y="193590"/>
                  <a:pt x="232211" y="191763"/>
                  <a:pt x="233304" y="192441"/>
                </a:cubicBezTo>
                <a:cubicBezTo>
                  <a:pt x="233944" y="192837"/>
                  <a:pt x="233743" y="194702"/>
                  <a:pt x="232833" y="196856"/>
                </a:cubicBezTo>
                <a:cubicBezTo>
                  <a:pt x="232437" y="197792"/>
                  <a:pt x="232814" y="198037"/>
                  <a:pt x="234943" y="198212"/>
                </a:cubicBezTo>
                <a:cubicBezTo>
                  <a:pt x="238466" y="198501"/>
                  <a:pt x="238365" y="200165"/>
                  <a:pt x="234748" y="201415"/>
                </a:cubicBezTo>
                <a:cubicBezTo>
                  <a:pt x="233222" y="201943"/>
                  <a:pt x="231621" y="202929"/>
                  <a:pt x="231200" y="203607"/>
                </a:cubicBezTo>
                <a:cubicBezTo>
                  <a:pt x="230522" y="204693"/>
                  <a:pt x="230654" y="204844"/>
                  <a:pt x="232330" y="204844"/>
                </a:cubicBezTo>
                <a:cubicBezTo>
                  <a:pt x="234622" y="204844"/>
                  <a:pt x="236915" y="206364"/>
                  <a:pt x="236243" y="207444"/>
                </a:cubicBezTo>
                <a:cubicBezTo>
                  <a:pt x="235979" y="207871"/>
                  <a:pt x="235100" y="208229"/>
                  <a:pt x="234283" y="208241"/>
                </a:cubicBezTo>
                <a:cubicBezTo>
                  <a:pt x="233467" y="208248"/>
                  <a:pt x="231533" y="209422"/>
                  <a:pt x="229988" y="210841"/>
                </a:cubicBezTo>
                <a:lnTo>
                  <a:pt x="227168" y="213422"/>
                </a:lnTo>
                <a:lnTo>
                  <a:pt x="228462" y="215382"/>
                </a:lnTo>
                <a:cubicBezTo>
                  <a:pt x="230051" y="217793"/>
                  <a:pt x="230170" y="220387"/>
                  <a:pt x="228694" y="220387"/>
                </a:cubicBezTo>
                <a:cubicBezTo>
                  <a:pt x="227156" y="220387"/>
                  <a:pt x="223683" y="216675"/>
                  <a:pt x="223683" y="215030"/>
                </a:cubicBezTo>
                <a:cubicBezTo>
                  <a:pt x="223683" y="213969"/>
                  <a:pt x="223250" y="213630"/>
                  <a:pt x="221918" y="213630"/>
                </a:cubicBezTo>
                <a:lnTo>
                  <a:pt x="220160" y="213630"/>
                </a:lnTo>
                <a:lnTo>
                  <a:pt x="222257" y="216016"/>
                </a:lnTo>
                <a:cubicBezTo>
                  <a:pt x="223413" y="217328"/>
                  <a:pt x="224355" y="218710"/>
                  <a:pt x="224355" y="219081"/>
                </a:cubicBezTo>
                <a:cubicBezTo>
                  <a:pt x="224355" y="221197"/>
                  <a:pt x="219318" y="219740"/>
                  <a:pt x="217460" y="217084"/>
                </a:cubicBezTo>
                <a:cubicBezTo>
                  <a:pt x="216587" y="215840"/>
                  <a:pt x="216499" y="215853"/>
                  <a:pt x="214546" y="217416"/>
                </a:cubicBezTo>
                <a:cubicBezTo>
                  <a:pt x="212524" y="219037"/>
                  <a:pt x="212781" y="219325"/>
                  <a:pt x="216021" y="219068"/>
                </a:cubicBezTo>
                <a:cubicBezTo>
                  <a:pt x="218339" y="218886"/>
                  <a:pt x="223130" y="221611"/>
                  <a:pt x="222854" y="222955"/>
                </a:cubicBezTo>
                <a:cubicBezTo>
                  <a:pt x="222477" y="224820"/>
                  <a:pt x="217529" y="224368"/>
                  <a:pt x="214382" y="222189"/>
                </a:cubicBezTo>
                <a:cubicBezTo>
                  <a:pt x="212951" y="221197"/>
                  <a:pt x="211192" y="220393"/>
                  <a:pt x="210464" y="220399"/>
                </a:cubicBezTo>
                <a:cubicBezTo>
                  <a:pt x="209559" y="220406"/>
                  <a:pt x="209993" y="220889"/>
                  <a:pt x="211852" y="221938"/>
                </a:cubicBezTo>
                <a:cubicBezTo>
                  <a:pt x="215218" y="223841"/>
                  <a:pt x="215387" y="225373"/>
                  <a:pt x="212266" y="225674"/>
                </a:cubicBezTo>
                <a:cubicBezTo>
                  <a:pt x="209327" y="225951"/>
                  <a:pt x="207167" y="225398"/>
                  <a:pt x="205773" y="224010"/>
                </a:cubicBezTo>
                <a:cubicBezTo>
                  <a:pt x="205057" y="223288"/>
                  <a:pt x="204441" y="223137"/>
                  <a:pt x="204008" y="223564"/>
                </a:cubicBezTo>
                <a:cubicBezTo>
                  <a:pt x="203154" y="224425"/>
                  <a:pt x="204272" y="225342"/>
                  <a:pt x="208247" y="227043"/>
                </a:cubicBezTo>
                <a:cubicBezTo>
                  <a:pt x="211048" y="228243"/>
                  <a:pt x="211450" y="228274"/>
                  <a:pt x="212392" y="227326"/>
                </a:cubicBezTo>
                <a:cubicBezTo>
                  <a:pt x="213616" y="226101"/>
                  <a:pt x="219532" y="225442"/>
                  <a:pt x="220907" y="226372"/>
                </a:cubicBezTo>
                <a:cubicBezTo>
                  <a:pt x="222527" y="227464"/>
                  <a:pt x="221152" y="229128"/>
                  <a:pt x="217918" y="229995"/>
                </a:cubicBezTo>
                <a:cubicBezTo>
                  <a:pt x="215331" y="230686"/>
                  <a:pt x="214992" y="230950"/>
                  <a:pt x="215883" y="231603"/>
                </a:cubicBezTo>
                <a:cubicBezTo>
                  <a:pt x="216486" y="232042"/>
                  <a:pt x="218194" y="232243"/>
                  <a:pt x="219814" y="232055"/>
                </a:cubicBezTo>
                <a:cubicBezTo>
                  <a:pt x="222019" y="231810"/>
                  <a:pt x="223074" y="232049"/>
                  <a:pt x="224361" y="233097"/>
                </a:cubicBezTo>
                <a:cubicBezTo>
                  <a:pt x="226521" y="234849"/>
                  <a:pt x="225730" y="235590"/>
                  <a:pt x="221705" y="235590"/>
                </a:cubicBezTo>
                <a:lnTo>
                  <a:pt x="218496" y="235590"/>
                </a:lnTo>
                <a:lnTo>
                  <a:pt x="219086" y="238241"/>
                </a:lnTo>
                <a:cubicBezTo>
                  <a:pt x="219538" y="240244"/>
                  <a:pt x="219450" y="241123"/>
                  <a:pt x="218734" y="241839"/>
                </a:cubicBezTo>
                <a:cubicBezTo>
                  <a:pt x="217767" y="242806"/>
                  <a:pt x="217076" y="242241"/>
                  <a:pt x="214558" y="238429"/>
                </a:cubicBezTo>
                <a:cubicBezTo>
                  <a:pt x="214188" y="237864"/>
                  <a:pt x="213195" y="237204"/>
                  <a:pt x="212360" y="236959"/>
                </a:cubicBezTo>
                <a:cubicBezTo>
                  <a:pt x="210991" y="236558"/>
                  <a:pt x="210841" y="236746"/>
                  <a:pt x="210841" y="238869"/>
                </a:cubicBezTo>
                <a:cubicBezTo>
                  <a:pt x="210841" y="243164"/>
                  <a:pt x="209063" y="244960"/>
                  <a:pt x="207732" y="242002"/>
                </a:cubicBezTo>
                <a:cubicBezTo>
                  <a:pt x="207399" y="241255"/>
                  <a:pt x="205478" y="239653"/>
                  <a:pt x="203462" y="238448"/>
                </a:cubicBezTo>
                <a:lnTo>
                  <a:pt x="199801" y="236250"/>
                </a:lnTo>
                <a:lnTo>
                  <a:pt x="196975" y="239239"/>
                </a:lnTo>
                <a:cubicBezTo>
                  <a:pt x="194965" y="241368"/>
                  <a:pt x="193809" y="242103"/>
                  <a:pt x="192987" y="241789"/>
                </a:cubicBezTo>
                <a:cubicBezTo>
                  <a:pt x="192152" y="241468"/>
                  <a:pt x="191951" y="240916"/>
                  <a:pt x="192277" y="239817"/>
                </a:cubicBezTo>
                <a:cubicBezTo>
                  <a:pt x="193012" y="237317"/>
                  <a:pt x="195920" y="233223"/>
                  <a:pt x="196956" y="233223"/>
                </a:cubicBezTo>
                <a:cubicBezTo>
                  <a:pt x="198337" y="233223"/>
                  <a:pt x="198764" y="232224"/>
                  <a:pt x="198117" y="230485"/>
                </a:cubicBezTo>
                <a:cubicBezTo>
                  <a:pt x="197577" y="229015"/>
                  <a:pt x="197515" y="229047"/>
                  <a:pt x="196114" y="231314"/>
                </a:cubicBezTo>
                <a:cubicBezTo>
                  <a:pt x="193966" y="234787"/>
                  <a:pt x="192057" y="236338"/>
                  <a:pt x="191115" y="235396"/>
                </a:cubicBezTo>
                <a:cubicBezTo>
                  <a:pt x="189972" y="234253"/>
                  <a:pt x="191612" y="229380"/>
                  <a:pt x="193897" y="227087"/>
                </a:cubicBezTo>
                <a:cubicBezTo>
                  <a:pt x="195310" y="225674"/>
                  <a:pt x="195687" y="224751"/>
                  <a:pt x="195461" y="223225"/>
                </a:cubicBezTo>
                <a:cubicBezTo>
                  <a:pt x="195172" y="221266"/>
                  <a:pt x="195078" y="221222"/>
                  <a:pt x="191348" y="221260"/>
                </a:cubicBezTo>
                <a:cubicBezTo>
                  <a:pt x="189244" y="221285"/>
                  <a:pt x="184484" y="221209"/>
                  <a:pt x="180766" y="221090"/>
                </a:cubicBezTo>
                <a:cubicBezTo>
                  <a:pt x="177055" y="220971"/>
                  <a:pt x="173306" y="221159"/>
                  <a:pt x="172445" y="221505"/>
                </a:cubicBezTo>
                <a:cubicBezTo>
                  <a:pt x="171579" y="221856"/>
                  <a:pt x="170310" y="223407"/>
                  <a:pt x="169607" y="224977"/>
                </a:cubicBezTo>
                <a:cubicBezTo>
                  <a:pt x="168357" y="227766"/>
                  <a:pt x="168357" y="227822"/>
                  <a:pt x="169613" y="227822"/>
                </a:cubicBezTo>
                <a:cubicBezTo>
                  <a:pt x="170316" y="227822"/>
                  <a:pt x="171076" y="227514"/>
                  <a:pt x="171309" y="227144"/>
                </a:cubicBezTo>
                <a:cubicBezTo>
                  <a:pt x="171773" y="226390"/>
                  <a:pt x="177143" y="226346"/>
                  <a:pt x="179749" y="227069"/>
                </a:cubicBezTo>
                <a:cubicBezTo>
                  <a:pt x="182116" y="227728"/>
                  <a:pt x="182311" y="229681"/>
                  <a:pt x="180101" y="230523"/>
                </a:cubicBezTo>
                <a:cubicBezTo>
                  <a:pt x="177695" y="231433"/>
                  <a:pt x="172100" y="231383"/>
                  <a:pt x="171158" y="230435"/>
                </a:cubicBezTo>
                <a:cubicBezTo>
                  <a:pt x="170662" y="229945"/>
                  <a:pt x="169488" y="229857"/>
                  <a:pt x="167811" y="230196"/>
                </a:cubicBezTo>
                <a:lnTo>
                  <a:pt x="165224" y="230717"/>
                </a:lnTo>
                <a:lnTo>
                  <a:pt x="168935" y="231465"/>
                </a:lnTo>
                <a:cubicBezTo>
                  <a:pt x="173168" y="232319"/>
                  <a:pt x="174122" y="233845"/>
                  <a:pt x="171246" y="235157"/>
                </a:cubicBezTo>
                <a:cubicBezTo>
                  <a:pt x="168351" y="236476"/>
                  <a:pt x="163691" y="236897"/>
                  <a:pt x="162542" y="235942"/>
                </a:cubicBezTo>
                <a:cubicBezTo>
                  <a:pt x="161468" y="235050"/>
                  <a:pt x="159484" y="235440"/>
                  <a:pt x="159484" y="236539"/>
                </a:cubicBezTo>
                <a:cubicBezTo>
                  <a:pt x="159484" y="237399"/>
                  <a:pt x="160947" y="237782"/>
                  <a:pt x="166341" y="238322"/>
                </a:cubicBezTo>
                <a:cubicBezTo>
                  <a:pt x="170568" y="238749"/>
                  <a:pt x="170863" y="238686"/>
                  <a:pt x="171302" y="237286"/>
                </a:cubicBezTo>
                <a:cubicBezTo>
                  <a:pt x="171868" y="235521"/>
                  <a:pt x="176471" y="233261"/>
                  <a:pt x="179548" y="233242"/>
                </a:cubicBezTo>
                <a:cubicBezTo>
                  <a:pt x="183404" y="233217"/>
                  <a:pt x="182920" y="235057"/>
                  <a:pt x="178254" y="238153"/>
                </a:cubicBezTo>
                <a:lnTo>
                  <a:pt x="175749" y="239823"/>
                </a:lnTo>
                <a:lnTo>
                  <a:pt x="177790" y="240231"/>
                </a:lnTo>
                <a:cubicBezTo>
                  <a:pt x="179127" y="240501"/>
                  <a:pt x="180408" y="240263"/>
                  <a:pt x="181501" y="239547"/>
                </a:cubicBezTo>
                <a:cubicBezTo>
                  <a:pt x="184057" y="237870"/>
                  <a:pt x="189891" y="238165"/>
                  <a:pt x="189891" y="239967"/>
                </a:cubicBezTo>
                <a:cubicBezTo>
                  <a:pt x="189891" y="240909"/>
                  <a:pt x="183975" y="242888"/>
                  <a:pt x="182399" y="242473"/>
                </a:cubicBezTo>
                <a:lnTo>
                  <a:pt x="180948" y="242096"/>
                </a:lnTo>
                <a:lnTo>
                  <a:pt x="182336" y="243572"/>
                </a:lnTo>
                <a:cubicBezTo>
                  <a:pt x="186205" y="247704"/>
                  <a:pt x="186349" y="251793"/>
                  <a:pt x="182556" y="249833"/>
                </a:cubicBezTo>
                <a:cubicBezTo>
                  <a:pt x="181570" y="249325"/>
                  <a:pt x="180245" y="248332"/>
                  <a:pt x="179611" y="247635"/>
                </a:cubicBezTo>
                <a:cubicBezTo>
                  <a:pt x="178757" y="246687"/>
                  <a:pt x="177777" y="246430"/>
                  <a:pt x="175780" y="246618"/>
                </a:cubicBezTo>
                <a:lnTo>
                  <a:pt x="173098" y="246875"/>
                </a:lnTo>
                <a:lnTo>
                  <a:pt x="174398" y="249004"/>
                </a:lnTo>
                <a:cubicBezTo>
                  <a:pt x="175780" y="251278"/>
                  <a:pt x="176169" y="255523"/>
                  <a:pt x="174995" y="255523"/>
                </a:cubicBezTo>
                <a:cubicBezTo>
                  <a:pt x="174599" y="255523"/>
                  <a:pt x="173613" y="254813"/>
                  <a:pt x="172797" y="253940"/>
                </a:cubicBezTo>
                <a:cubicBezTo>
                  <a:pt x="171767" y="252848"/>
                  <a:pt x="170486" y="252333"/>
                  <a:pt x="168659" y="252270"/>
                </a:cubicBezTo>
                <a:lnTo>
                  <a:pt x="166008" y="252182"/>
                </a:lnTo>
                <a:lnTo>
                  <a:pt x="168238" y="254487"/>
                </a:lnTo>
                <a:cubicBezTo>
                  <a:pt x="170612" y="256936"/>
                  <a:pt x="170668" y="258908"/>
                  <a:pt x="168357" y="258908"/>
                </a:cubicBezTo>
                <a:cubicBezTo>
                  <a:pt x="167641" y="258908"/>
                  <a:pt x="165337" y="258003"/>
                  <a:pt x="163245" y="256898"/>
                </a:cubicBezTo>
                <a:cubicBezTo>
                  <a:pt x="161035" y="255743"/>
                  <a:pt x="159477" y="255240"/>
                  <a:pt x="159540" y="255717"/>
                </a:cubicBezTo>
                <a:cubicBezTo>
                  <a:pt x="159760" y="257482"/>
                  <a:pt x="159427" y="258091"/>
                  <a:pt x="157964" y="258575"/>
                </a:cubicBezTo>
                <a:cubicBezTo>
                  <a:pt x="156840" y="258952"/>
                  <a:pt x="157631" y="259209"/>
                  <a:pt x="160959" y="259554"/>
                </a:cubicBezTo>
                <a:cubicBezTo>
                  <a:pt x="165468" y="260019"/>
                  <a:pt x="167591" y="261005"/>
                  <a:pt x="167591" y="262638"/>
                </a:cubicBezTo>
                <a:cubicBezTo>
                  <a:pt x="167591" y="263680"/>
                  <a:pt x="161286" y="265307"/>
                  <a:pt x="159660" y="264679"/>
                </a:cubicBezTo>
                <a:cubicBezTo>
                  <a:pt x="158824" y="264359"/>
                  <a:pt x="158956" y="264723"/>
                  <a:pt x="160124" y="265960"/>
                </a:cubicBezTo>
                <a:cubicBezTo>
                  <a:pt x="161242" y="267153"/>
                  <a:pt x="162454" y="267687"/>
                  <a:pt x="164024" y="267687"/>
                </a:cubicBezTo>
                <a:cubicBezTo>
                  <a:pt x="166530" y="267687"/>
                  <a:pt x="169544" y="269012"/>
                  <a:pt x="170976" y="270739"/>
                </a:cubicBezTo>
                <a:cubicBezTo>
                  <a:pt x="172885" y="273037"/>
                  <a:pt x="168502" y="273490"/>
                  <a:pt x="164168" y="271436"/>
                </a:cubicBezTo>
                <a:lnTo>
                  <a:pt x="162429" y="270620"/>
                </a:lnTo>
                <a:lnTo>
                  <a:pt x="162674" y="274055"/>
                </a:lnTo>
                <a:cubicBezTo>
                  <a:pt x="163120" y="280310"/>
                  <a:pt x="160426" y="281000"/>
                  <a:pt x="158347" y="275160"/>
                </a:cubicBezTo>
                <a:cubicBezTo>
                  <a:pt x="157681" y="273282"/>
                  <a:pt x="156739" y="271744"/>
                  <a:pt x="156256" y="271744"/>
                </a:cubicBezTo>
                <a:cubicBezTo>
                  <a:pt x="155772" y="271744"/>
                  <a:pt x="154629" y="271254"/>
                  <a:pt x="153712" y="270651"/>
                </a:cubicBezTo>
                <a:lnTo>
                  <a:pt x="152048" y="269565"/>
                </a:lnTo>
                <a:lnTo>
                  <a:pt x="152048" y="272296"/>
                </a:lnTo>
                <a:cubicBezTo>
                  <a:pt x="152048" y="275719"/>
                  <a:pt x="151025" y="278501"/>
                  <a:pt x="149769" y="278501"/>
                </a:cubicBezTo>
                <a:cubicBezTo>
                  <a:pt x="148670" y="278501"/>
                  <a:pt x="147992" y="277075"/>
                  <a:pt x="147992" y="274733"/>
                </a:cubicBezTo>
                <a:cubicBezTo>
                  <a:pt x="147992" y="273603"/>
                  <a:pt x="147615" y="273094"/>
                  <a:pt x="146767" y="273094"/>
                </a:cubicBezTo>
                <a:cubicBezTo>
                  <a:pt x="146095" y="273094"/>
                  <a:pt x="144669" y="272183"/>
                  <a:pt x="143602" y="271066"/>
                </a:cubicBezTo>
                <a:cubicBezTo>
                  <a:pt x="142534" y="269954"/>
                  <a:pt x="141278" y="269043"/>
                  <a:pt x="140820" y="269043"/>
                </a:cubicBezTo>
                <a:cubicBezTo>
                  <a:pt x="140355" y="269043"/>
                  <a:pt x="139777" y="268422"/>
                  <a:pt x="139539" y="267662"/>
                </a:cubicBezTo>
                <a:cubicBezTo>
                  <a:pt x="139118" y="266349"/>
                  <a:pt x="139005" y="266374"/>
                  <a:pt x="137052" y="268290"/>
                </a:cubicBezTo>
                <a:cubicBezTo>
                  <a:pt x="135922" y="269389"/>
                  <a:pt x="134119" y="270657"/>
                  <a:pt x="133052" y="271103"/>
                </a:cubicBezTo>
                <a:cubicBezTo>
                  <a:pt x="130615" y="272108"/>
                  <a:pt x="130609" y="272353"/>
                  <a:pt x="132788" y="287148"/>
                </a:cubicBezTo>
                <a:cubicBezTo>
                  <a:pt x="134452" y="298458"/>
                  <a:pt x="135809" y="317920"/>
                  <a:pt x="135821" y="330662"/>
                </a:cubicBezTo>
                <a:cubicBezTo>
                  <a:pt x="135827" y="336307"/>
                  <a:pt x="135670" y="337256"/>
                  <a:pt x="134647" y="337570"/>
                </a:cubicBezTo>
                <a:cubicBezTo>
                  <a:pt x="132612" y="338191"/>
                  <a:pt x="120724" y="339994"/>
                  <a:pt x="118595" y="339994"/>
                </a:cubicBezTo>
                <a:lnTo>
                  <a:pt x="116567" y="340000"/>
                </a:lnTo>
                <a:lnTo>
                  <a:pt x="116806" y="307684"/>
                </a:lnTo>
                <a:close/>
                <a:moveTo>
                  <a:pt x="148387" y="265608"/>
                </a:moveTo>
                <a:cubicBezTo>
                  <a:pt x="147797" y="264139"/>
                  <a:pt x="147320" y="262217"/>
                  <a:pt x="147320" y="261344"/>
                </a:cubicBezTo>
                <a:cubicBezTo>
                  <a:pt x="147320" y="260308"/>
                  <a:pt x="145794" y="258179"/>
                  <a:pt x="142924" y="255215"/>
                </a:cubicBezTo>
                <a:cubicBezTo>
                  <a:pt x="139865" y="252050"/>
                  <a:pt x="138534" y="251045"/>
                  <a:pt x="138540" y="251912"/>
                </a:cubicBezTo>
                <a:cubicBezTo>
                  <a:pt x="138559" y="253563"/>
                  <a:pt x="139143" y="254292"/>
                  <a:pt x="141574" y="255636"/>
                </a:cubicBezTo>
                <a:cubicBezTo>
                  <a:pt x="144073" y="257024"/>
                  <a:pt x="146440" y="260729"/>
                  <a:pt x="145454" y="261709"/>
                </a:cubicBezTo>
                <a:cubicBezTo>
                  <a:pt x="144990" y="262179"/>
                  <a:pt x="144092" y="262048"/>
                  <a:pt x="142666" y="261313"/>
                </a:cubicBezTo>
                <a:cubicBezTo>
                  <a:pt x="141504" y="260710"/>
                  <a:pt x="140562" y="260459"/>
                  <a:pt x="140569" y="260748"/>
                </a:cubicBezTo>
                <a:cubicBezTo>
                  <a:pt x="140594" y="261809"/>
                  <a:pt x="141611" y="262807"/>
                  <a:pt x="142924" y="263059"/>
                </a:cubicBezTo>
                <a:cubicBezTo>
                  <a:pt x="143690" y="263197"/>
                  <a:pt x="145159" y="264811"/>
                  <a:pt x="146302" y="266770"/>
                </a:cubicBezTo>
                <a:cubicBezTo>
                  <a:pt x="147828" y="269370"/>
                  <a:pt x="148469" y="269992"/>
                  <a:pt x="148896" y="269257"/>
                </a:cubicBezTo>
                <a:cubicBezTo>
                  <a:pt x="149235" y="268673"/>
                  <a:pt x="149028" y="267210"/>
                  <a:pt x="148387" y="265608"/>
                </a:cubicBezTo>
                <a:close/>
                <a:moveTo>
                  <a:pt x="156790" y="266098"/>
                </a:moveTo>
                <a:lnTo>
                  <a:pt x="155282" y="264647"/>
                </a:lnTo>
                <a:lnTo>
                  <a:pt x="156476" y="267015"/>
                </a:lnTo>
                <a:cubicBezTo>
                  <a:pt x="157198" y="268441"/>
                  <a:pt x="157794" y="269018"/>
                  <a:pt x="157983" y="268466"/>
                </a:cubicBezTo>
                <a:cubicBezTo>
                  <a:pt x="158152" y="267963"/>
                  <a:pt x="157612" y="266896"/>
                  <a:pt x="156790" y="266098"/>
                </a:cubicBezTo>
                <a:close/>
                <a:moveTo>
                  <a:pt x="133529" y="264647"/>
                </a:moveTo>
                <a:cubicBezTo>
                  <a:pt x="134898" y="263718"/>
                  <a:pt x="136625" y="262958"/>
                  <a:pt x="137366" y="262958"/>
                </a:cubicBezTo>
                <a:cubicBezTo>
                  <a:pt x="138534" y="262958"/>
                  <a:pt x="138660" y="262638"/>
                  <a:pt x="138314" y="260509"/>
                </a:cubicBezTo>
                <a:cubicBezTo>
                  <a:pt x="138094" y="259165"/>
                  <a:pt x="137799" y="257941"/>
                  <a:pt x="137655" y="257802"/>
                </a:cubicBezTo>
                <a:cubicBezTo>
                  <a:pt x="137190" y="257338"/>
                  <a:pt x="130420" y="264472"/>
                  <a:pt x="130420" y="265420"/>
                </a:cubicBezTo>
                <a:cubicBezTo>
                  <a:pt x="130420" y="266657"/>
                  <a:pt x="130653" y="266601"/>
                  <a:pt x="133529" y="264647"/>
                </a:cubicBezTo>
                <a:close/>
                <a:moveTo>
                  <a:pt x="116215" y="261099"/>
                </a:moveTo>
                <a:cubicBezTo>
                  <a:pt x="116203" y="260823"/>
                  <a:pt x="115292" y="257099"/>
                  <a:pt x="114187" y="252822"/>
                </a:cubicBezTo>
                <a:cubicBezTo>
                  <a:pt x="113082" y="248546"/>
                  <a:pt x="111819" y="242379"/>
                  <a:pt x="111374" y="239107"/>
                </a:cubicBezTo>
                <a:cubicBezTo>
                  <a:pt x="110645" y="233700"/>
                  <a:pt x="110450" y="233185"/>
                  <a:pt x="109182" y="233361"/>
                </a:cubicBezTo>
                <a:cubicBezTo>
                  <a:pt x="108271" y="233493"/>
                  <a:pt x="107706" y="234152"/>
                  <a:pt x="107562" y="235251"/>
                </a:cubicBezTo>
                <a:cubicBezTo>
                  <a:pt x="107097" y="238737"/>
                  <a:pt x="99310" y="244828"/>
                  <a:pt x="98010" y="242718"/>
                </a:cubicBezTo>
                <a:cubicBezTo>
                  <a:pt x="97194" y="241399"/>
                  <a:pt x="97903" y="239653"/>
                  <a:pt x="100472" y="236645"/>
                </a:cubicBezTo>
                <a:cubicBezTo>
                  <a:pt x="102532" y="234240"/>
                  <a:pt x="102657" y="233901"/>
                  <a:pt x="101470" y="233901"/>
                </a:cubicBezTo>
                <a:cubicBezTo>
                  <a:pt x="99436" y="233901"/>
                  <a:pt x="97985" y="234617"/>
                  <a:pt x="97985" y="235622"/>
                </a:cubicBezTo>
                <a:cubicBezTo>
                  <a:pt x="97985" y="236112"/>
                  <a:pt x="96924" y="236903"/>
                  <a:pt x="95624" y="237374"/>
                </a:cubicBezTo>
                <a:cubicBezTo>
                  <a:pt x="93332" y="238197"/>
                  <a:pt x="93256" y="238341"/>
                  <a:pt x="93256" y="241726"/>
                </a:cubicBezTo>
                <a:cubicBezTo>
                  <a:pt x="93256" y="247026"/>
                  <a:pt x="93903" y="249632"/>
                  <a:pt x="95002" y="248722"/>
                </a:cubicBezTo>
                <a:cubicBezTo>
                  <a:pt x="96289" y="247654"/>
                  <a:pt x="97194" y="248470"/>
                  <a:pt x="97696" y="251146"/>
                </a:cubicBezTo>
                <a:cubicBezTo>
                  <a:pt x="98211" y="253877"/>
                  <a:pt x="100038" y="255177"/>
                  <a:pt x="108742" y="258996"/>
                </a:cubicBezTo>
                <a:cubicBezTo>
                  <a:pt x="114601" y="261564"/>
                  <a:pt x="116247" y="262029"/>
                  <a:pt x="116215" y="261099"/>
                </a:cubicBezTo>
                <a:close/>
                <a:moveTo>
                  <a:pt x="155584" y="260553"/>
                </a:moveTo>
                <a:cubicBezTo>
                  <a:pt x="156162" y="259975"/>
                  <a:pt x="153336" y="257212"/>
                  <a:pt x="150868" y="255944"/>
                </a:cubicBezTo>
                <a:cubicBezTo>
                  <a:pt x="149656" y="255322"/>
                  <a:pt x="148670" y="254367"/>
                  <a:pt x="148670" y="253821"/>
                </a:cubicBezTo>
                <a:cubicBezTo>
                  <a:pt x="148670" y="253206"/>
                  <a:pt x="148017" y="252822"/>
                  <a:pt x="146980" y="252822"/>
                </a:cubicBezTo>
                <a:cubicBezTo>
                  <a:pt x="143954" y="252822"/>
                  <a:pt x="145115" y="254424"/>
                  <a:pt x="151207" y="258638"/>
                </a:cubicBezTo>
                <a:cubicBezTo>
                  <a:pt x="154604" y="260993"/>
                  <a:pt x="154981" y="261156"/>
                  <a:pt x="155584" y="260553"/>
                </a:cubicBezTo>
                <a:close/>
                <a:moveTo>
                  <a:pt x="76363" y="259988"/>
                </a:moveTo>
                <a:cubicBezTo>
                  <a:pt x="76363" y="259843"/>
                  <a:pt x="75905" y="259548"/>
                  <a:pt x="75346" y="259335"/>
                </a:cubicBezTo>
                <a:cubicBezTo>
                  <a:pt x="74793" y="259121"/>
                  <a:pt x="74335" y="259241"/>
                  <a:pt x="74335" y="259605"/>
                </a:cubicBezTo>
                <a:cubicBezTo>
                  <a:pt x="74335" y="259963"/>
                  <a:pt x="74793" y="260258"/>
                  <a:pt x="75346" y="260258"/>
                </a:cubicBezTo>
                <a:cubicBezTo>
                  <a:pt x="75905" y="260258"/>
                  <a:pt x="76363" y="260139"/>
                  <a:pt x="76363" y="259988"/>
                </a:cubicBezTo>
                <a:close/>
                <a:moveTo>
                  <a:pt x="87341" y="259561"/>
                </a:moveTo>
                <a:cubicBezTo>
                  <a:pt x="86505" y="259222"/>
                  <a:pt x="85821" y="258405"/>
                  <a:pt x="85821" y="257746"/>
                </a:cubicBezTo>
                <a:cubicBezTo>
                  <a:pt x="85821" y="256986"/>
                  <a:pt x="84747" y="256038"/>
                  <a:pt x="82894" y="255184"/>
                </a:cubicBezTo>
                <a:cubicBezTo>
                  <a:pt x="80709" y="254173"/>
                  <a:pt x="79968" y="254053"/>
                  <a:pt x="79968" y="254719"/>
                </a:cubicBezTo>
                <a:cubicBezTo>
                  <a:pt x="79968" y="255209"/>
                  <a:pt x="80753" y="256013"/>
                  <a:pt x="81714" y="256509"/>
                </a:cubicBezTo>
                <a:cubicBezTo>
                  <a:pt x="82675" y="257011"/>
                  <a:pt x="84037" y="258054"/>
                  <a:pt x="84747" y="258839"/>
                </a:cubicBezTo>
                <a:cubicBezTo>
                  <a:pt x="85457" y="259617"/>
                  <a:pt x="86669" y="260239"/>
                  <a:pt x="87447" y="260214"/>
                </a:cubicBezTo>
                <a:cubicBezTo>
                  <a:pt x="88816" y="260170"/>
                  <a:pt x="88810" y="260151"/>
                  <a:pt x="87341" y="259561"/>
                </a:cubicBezTo>
                <a:close/>
                <a:moveTo>
                  <a:pt x="134264" y="254173"/>
                </a:moveTo>
                <a:cubicBezTo>
                  <a:pt x="135595" y="254173"/>
                  <a:pt x="136223" y="252508"/>
                  <a:pt x="135859" y="249953"/>
                </a:cubicBezTo>
                <a:lnTo>
                  <a:pt x="135495" y="247415"/>
                </a:lnTo>
                <a:lnTo>
                  <a:pt x="132449" y="249444"/>
                </a:lnTo>
                <a:cubicBezTo>
                  <a:pt x="130778" y="250555"/>
                  <a:pt x="129196" y="251541"/>
                  <a:pt x="128932" y="251636"/>
                </a:cubicBezTo>
                <a:cubicBezTo>
                  <a:pt x="128662" y="251730"/>
                  <a:pt x="128781" y="253118"/>
                  <a:pt x="129190" y="254719"/>
                </a:cubicBezTo>
                <a:lnTo>
                  <a:pt x="129931" y="257633"/>
                </a:lnTo>
                <a:lnTo>
                  <a:pt x="131733" y="255900"/>
                </a:lnTo>
                <a:cubicBezTo>
                  <a:pt x="132725" y="254951"/>
                  <a:pt x="133862" y="254173"/>
                  <a:pt x="134264" y="254173"/>
                </a:cubicBezTo>
                <a:close/>
                <a:moveTo>
                  <a:pt x="155088" y="251472"/>
                </a:moveTo>
                <a:cubicBezTo>
                  <a:pt x="154862" y="251102"/>
                  <a:pt x="154366" y="250794"/>
                  <a:pt x="153995" y="250794"/>
                </a:cubicBezTo>
                <a:cubicBezTo>
                  <a:pt x="153625" y="250794"/>
                  <a:pt x="153505" y="251102"/>
                  <a:pt x="153738" y="251472"/>
                </a:cubicBezTo>
                <a:cubicBezTo>
                  <a:pt x="153970" y="251843"/>
                  <a:pt x="154460" y="252144"/>
                  <a:pt x="154830" y="252144"/>
                </a:cubicBezTo>
                <a:cubicBezTo>
                  <a:pt x="155201" y="252144"/>
                  <a:pt x="155320" y="251843"/>
                  <a:pt x="155088" y="251472"/>
                </a:cubicBezTo>
                <a:close/>
                <a:moveTo>
                  <a:pt x="145436" y="249293"/>
                </a:moveTo>
                <a:cubicBezTo>
                  <a:pt x="145166" y="247685"/>
                  <a:pt x="146792" y="244759"/>
                  <a:pt x="149260" y="242410"/>
                </a:cubicBezTo>
                <a:cubicBezTo>
                  <a:pt x="151263" y="240508"/>
                  <a:pt x="151295" y="240395"/>
                  <a:pt x="150240" y="238611"/>
                </a:cubicBezTo>
                <a:lnTo>
                  <a:pt x="149153" y="236777"/>
                </a:lnTo>
                <a:lnTo>
                  <a:pt x="143866" y="241180"/>
                </a:lnTo>
                <a:lnTo>
                  <a:pt x="138578" y="245588"/>
                </a:lnTo>
                <a:lnTo>
                  <a:pt x="140669" y="248226"/>
                </a:lnTo>
                <a:cubicBezTo>
                  <a:pt x="142126" y="250066"/>
                  <a:pt x="143194" y="250807"/>
                  <a:pt x="144192" y="250662"/>
                </a:cubicBezTo>
                <a:cubicBezTo>
                  <a:pt x="145122" y="250530"/>
                  <a:pt x="145561" y="250047"/>
                  <a:pt x="145436" y="249293"/>
                </a:cubicBezTo>
                <a:close/>
                <a:moveTo>
                  <a:pt x="170034" y="248188"/>
                </a:moveTo>
                <a:cubicBezTo>
                  <a:pt x="169990" y="247497"/>
                  <a:pt x="169029" y="246153"/>
                  <a:pt x="167892" y="245199"/>
                </a:cubicBezTo>
                <a:cubicBezTo>
                  <a:pt x="165933" y="243553"/>
                  <a:pt x="165782" y="243528"/>
                  <a:pt x="165054" y="244696"/>
                </a:cubicBezTo>
                <a:cubicBezTo>
                  <a:pt x="164395" y="245751"/>
                  <a:pt x="164570" y="246046"/>
                  <a:pt x="166253" y="246744"/>
                </a:cubicBezTo>
                <a:cubicBezTo>
                  <a:pt x="167334" y="247196"/>
                  <a:pt x="168571" y="247987"/>
                  <a:pt x="169004" y="248502"/>
                </a:cubicBezTo>
                <a:cubicBezTo>
                  <a:pt x="170015" y="249726"/>
                  <a:pt x="170122" y="249695"/>
                  <a:pt x="170034" y="248188"/>
                </a:cubicBezTo>
                <a:close/>
                <a:moveTo>
                  <a:pt x="155735" y="244665"/>
                </a:moveTo>
                <a:cubicBezTo>
                  <a:pt x="155157" y="243729"/>
                  <a:pt x="154749" y="243905"/>
                  <a:pt x="154749" y="245092"/>
                </a:cubicBezTo>
                <a:cubicBezTo>
                  <a:pt x="154749" y="245670"/>
                  <a:pt x="155063" y="245952"/>
                  <a:pt x="155439" y="245720"/>
                </a:cubicBezTo>
                <a:cubicBezTo>
                  <a:pt x="155816" y="245488"/>
                  <a:pt x="155948" y="245010"/>
                  <a:pt x="155735" y="244665"/>
                </a:cubicBezTo>
                <a:close/>
                <a:moveTo>
                  <a:pt x="177049" y="243026"/>
                </a:moveTo>
                <a:cubicBezTo>
                  <a:pt x="177049" y="242467"/>
                  <a:pt x="176559" y="242008"/>
                  <a:pt x="175956" y="242008"/>
                </a:cubicBezTo>
                <a:cubicBezTo>
                  <a:pt x="175058" y="242008"/>
                  <a:pt x="175014" y="242197"/>
                  <a:pt x="175698" y="243026"/>
                </a:cubicBezTo>
                <a:cubicBezTo>
                  <a:pt x="176163" y="243585"/>
                  <a:pt x="176653" y="244037"/>
                  <a:pt x="176797" y="244037"/>
                </a:cubicBezTo>
                <a:cubicBezTo>
                  <a:pt x="176935" y="244037"/>
                  <a:pt x="177049" y="243585"/>
                  <a:pt x="177049" y="243026"/>
                </a:cubicBezTo>
                <a:close/>
                <a:moveTo>
                  <a:pt x="86386" y="238561"/>
                </a:moveTo>
                <a:cubicBezTo>
                  <a:pt x="85657" y="238102"/>
                  <a:pt x="85645" y="237738"/>
                  <a:pt x="86329" y="236633"/>
                </a:cubicBezTo>
                <a:cubicBezTo>
                  <a:pt x="87020" y="235521"/>
                  <a:pt x="86970" y="234749"/>
                  <a:pt x="86059" y="232394"/>
                </a:cubicBezTo>
                <a:cubicBezTo>
                  <a:pt x="85444" y="230805"/>
                  <a:pt x="84326" y="228827"/>
                  <a:pt x="83573" y="227985"/>
                </a:cubicBezTo>
                <a:cubicBezTo>
                  <a:pt x="81927" y="226158"/>
                  <a:pt x="80169" y="225951"/>
                  <a:pt x="80678" y="227653"/>
                </a:cubicBezTo>
                <a:cubicBezTo>
                  <a:pt x="80872" y="228299"/>
                  <a:pt x="80627" y="229574"/>
                  <a:pt x="80125" y="230485"/>
                </a:cubicBezTo>
                <a:cubicBezTo>
                  <a:pt x="79277" y="232030"/>
                  <a:pt x="79459" y="232444"/>
                  <a:pt x="83026" y="237072"/>
                </a:cubicBezTo>
                <a:cubicBezTo>
                  <a:pt x="86154" y="241129"/>
                  <a:pt x="86876" y="241751"/>
                  <a:pt x="87064" y="240564"/>
                </a:cubicBezTo>
                <a:cubicBezTo>
                  <a:pt x="87190" y="239773"/>
                  <a:pt x="86888" y="238869"/>
                  <a:pt x="86386" y="238561"/>
                </a:cubicBezTo>
                <a:close/>
                <a:moveTo>
                  <a:pt x="164212" y="241475"/>
                </a:moveTo>
                <a:cubicBezTo>
                  <a:pt x="164212" y="241180"/>
                  <a:pt x="162159" y="240451"/>
                  <a:pt x="159653" y="239848"/>
                </a:cubicBezTo>
                <a:cubicBezTo>
                  <a:pt x="157141" y="239252"/>
                  <a:pt x="154479" y="238529"/>
                  <a:pt x="153738" y="238247"/>
                </a:cubicBezTo>
                <a:cubicBezTo>
                  <a:pt x="152394" y="237732"/>
                  <a:pt x="152394" y="237738"/>
                  <a:pt x="153706" y="239233"/>
                </a:cubicBezTo>
                <a:cubicBezTo>
                  <a:pt x="154548" y="240187"/>
                  <a:pt x="155534" y="240621"/>
                  <a:pt x="156413" y="240413"/>
                </a:cubicBezTo>
                <a:cubicBezTo>
                  <a:pt x="157173" y="240238"/>
                  <a:pt x="158856" y="240489"/>
                  <a:pt x="160156" y="240972"/>
                </a:cubicBezTo>
                <a:cubicBezTo>
                  <a:pt x="163032" y="242040"/>
                  <a:pt x="164212" y="242184"/>
                  <a:pt x="164212" y="241475"/>
                </a:cubicBezTo>
                <a:close/>
                <a:moveTo>
                  <a:pt x="130508" y="236112"/>
                </a:moveTo>
                <a:cubicBezTo>
                  <a:pt x="134973" y="233449"/>
                  <a:pt x="141687" y="227602"/>
                  <a:pt x="143985" y="224375"/>
                </a:cubicBezTo>
                <a:cubicBezTo>
                  <a:pt x="145297" y="222534"/>
                  <a:pt x="145310" y="222246"/>
                  <a:pt x="144349" y="217598"/>
                </a:cubicBezTo>
                <a:cubicBezTo>
                  <a:pt x="143470" y="213353"/>
                  <a:pt x="142572" y="211651"/>
                  <a:pt x="141197" y="211614"/>
                </a:cubicBezTo>
                <a:cubicBezTo>
                  <a:pt x="140983" y="211607"/>
                  <a:pt x="140161" y="212487"/>
                  <a:pt x="139363" y="213567"/>
                </a:cubicBezTo>
                <a:cubicBezTo>
                  <a:pt x="137780" y="215702"/>
                  <a:pt x="132273" y="217931"/>
                  <a:pt x="129491" y="217567"/>
                </a:cubicBezTo>
                <a:cubicBezTo>
                  <a:pt x="128574" y="217448"/>
                  <a:pt x="127230" y="217919"/>
                  <a:pt x="126433" y="218635"/>
                </a:cubicBezTo>
                <a:cubicBezTo>
                  <a:pt x="124888" y="220035"/>
                  <a:pt x="124505" y="222541"/>
                  <a:pt x="125861" y="222365"/>
                </a:cubicBezTo>
                <a:cubicBezTo>
                  <a:pt x="128976" y="221957"/>
                  <a:pt x="129208" y="223583"/>
                  <a:pt x="126546" y="227075"/>
                </a:cubicBezTo>
                <a:cubicBezTo>
                  <a:pt x="124913" y="229216"/>
                  <a:pt x="124718" y="229989"/>
                  <a:pt x="124926" y="233562"/>
                </a:cubicBezTo>
                <a:cubicBezTo>
                  <a:pt x="125139" y="237349"/>
                  <a:pt x="125415" y="238630"/>
                  <a:pt x="126025" y="238630"/>
                </a:cubicBezTo>
                <a:cubicBezTo>
                  <a:pt x="126163" y="238630"/>
                  <a:pt x="128179" y="237499"/>
                  <a:pt x="130508" y="236112"/>
                </a:cubicBezTo>
                <a:close/>
                <a:moveTo>
                  <a:pt x="206514" y="232928"/>
                </a:moveTo>
                <a:cubicBezTo>
                  <a:pt x="205917" y="231678"/>
                  <a:pt x="205434" y="230202"/>
                  <a:pt x="205434" y="229656"/>
                </a:cubicBezTo>
                <a:cubicBezTo>
                  <a:pt x="205434" y="229103"/>
                  <a:pt x="204598" y="228117"/>
                  <a:pt x="203575" y="227464"/>
                </a:cubicBezTo>
                <a:lnTo>
                  <a:pt x="201716" y="226271"/>
                </a:lnTo>
                <a:lnTo>
                  <a:pt x="203311" y="228011"/>
                </a:lnTo>
                <a:cubicBezTo>
                  <a:pt x="205145" y="230014"/>
                  <a:pt x="204661" y="231465"/>
                  <a:pt x="202312" y="231019"/>
                </a:cubicBezTo>
                <a:cubicBezTo>
                  <a:pt x="201427" y="230849"/>
                  <a:pt x="200705" y="230975"/>
                  <a:pt x="200705" y="231295"/>
                </a:cubicBezTo>
                <a:cubicBezTo>
                  <a:pt x="200705" y="231609"/>
                  <a:pt x="201283" y="231873"/>
                  <a:pt x="201986" y="231873"/>
                </a:cubicBezTo>
                <a:cubicBezTo>
                  <a:pt x="202696" y="231873"/>
                  <a:pt x="204140" y="232877"/>
                  <a:pt x="205201" y="234108"/>
                </a:cubicBezTo>
                <a:cubicBezTo>
                  <a:pt x="207443" y="236715"/>
                  <a:pt x="208052" y="236168"/>
                  <a:pt x="206514" y="232928"/>
                </a:cubicBezTo>
                <a:close/>
                <a:moveTo>
                  <a:pt x="44600" y="235659"/>
                </a:moveTo>
                <a:cubicBezTo>
                  <a:pt x="44600" y="235509"/>
                  <a:pt x="43689" y="235069"/>
                  <a:pt x="42571" y="234680"/>
                </a:cubicBezTo>
                <a:cubicBezTo>
                  <a:pt x="41460" y="234290"/>
                  <a:pt x="40549" y="234240"/>
                  <a:pt x="40549" y="234567"/>
                </a:cubicBezTo>
                <a:cubicBezTo>
                  <a:pt x="40549" y="235075"/>
                  <a:pt x="41209" y="235314"/>
                  <a:pt x="44091" y="235835"/>
                </a:cubicBezTo>
                <a:cubicBezTo>
                  <a:pt x="44374" y="235886"/>
                  <a:pt x="44600" y="235804"/>
                  <a:pt x="44600" y="235659"/>
                </a:cubicBezTo>
                <a:close/>
                <a:moveTo>
                  <a:pt x="68225" y="234881"/>
                </a:moveTo>
                <a:cubicBezTo>
                  <a:pt x="66667" y="233003"/>
                  <a:pt x="65009" y="232450"/>
                  <a:pt x="63596" y="233336"/>
                </a:cubicBezTo>
                <a:cubicBezTo>
                  <a:pt x="62661" y="233920"/>
                  <a:pt x="61373" y="233970"/>
                  <a:pt x="59025" y="233518"/>
                </a:cubicBezTo>
                <a:cubicBezTo>
                  <a:pt x="54968" y="232733"/>
                  <a:pt x="54290" y="231044"/>
                  <a:pt x="57574" y="229901"/>
                </a:cubicBezTo>
                <a:cubicBezTo>
                  <a:pt x="59257" y="229317"/>
                  <a:pt x="59571" y="228978"/>
                  <a:pt x="58855" y="228532"/>
                </a:cubicBezTo>
                <a:cubicBezTo>
                  <a:pt x="58284" y="228180"/>
                  <a:pt x="57436" y="228237"/>
                  <a:pt x="56751" y="228664"/>
                </a:cubicBezTo>
                <a:cubicBezTo>
                  <a:pt x="55671" y="229336"/>
                  <a:pt x="51947" y="228783"/>
                  <a:pt x="48405" y="227420"/>
                </a:cubicBezTo>
                <a:cubicBezTo>
                  <a:pt x="47677" y="227144"/>
                  <a:pt x="47306" y="227357"/>
                  <a:pt x="47306" y="228055"/>
                </a:cubicBezTo>
                <a:cubicBezTo>
                  <a:pt x="47306" y="228639"/>
                  <a:pt x="48575" y="229675"/>
                  <a:pt x="50176" y="230391"/>
                </a:cubicBezTo>
                <a:cubicBezTo>
                  <a:pt x="51752" y="231100"/>
                  <a:pt x="53630" y="232331"/>
                  <a:pt x="54333" y="233129"/>
                </a:cubicBezTo>
                <a:cubicBezTo>
                  <a:pt x="55319" y="234234"/>
                  <a:pt x="56437" y="234592"/>
                  <a:pt x="59069" y="234630"/>
                </a:cubicBezTo>
                <a:cubicBezTo>
                  <a:pt x="61800" y="234667"/>
                  <a:pt x="67421" y="235364"/>
                  <a:pt x="68840" y="235842"/>
                </a:cubicBezTo>
                <a:cubicBezTo>
                  <a:pt x="68978" y="235892"/>
                  <a:pt x="68702" y="235459"/>
                  <a:pt x="68225" y="234881"/>
                </a:cubicBezTo>
                <a:close/>
                <a:moveTo>
                  <a:pt x="157499" y="234862"/>
                </a:moveTo>
                <a:cubicBezTo>
                  <a:pt x="158215" y="233995"/>
                  <a:pt x="158221" y="233700"/>
                  <a:pt x="157512" y="233261"/>
                </a:cubicBezTo>
                <a:cubicBezTo>
                  <a:pt x="156922" y="232896"/>
                  <a:pt x="156714" y="231578"/>
                  <a:pt x="156878" y="229254"/>
                </a:cubicBezTo>
                <a:cubicBezTo>
                  <a:pt x="157166" y="225084"/>
                  <a:pt x="156137" y="224682"/>
                  <a:pt x="154485" y="228325"/>
                </a:cubicBezTo>
                <a:cubicBezTo>
                  <a:pt x="153851" y="229719"/>
                  <a:pt x="152758" y="231622"/>
                  <a:pt x="152055" y="232545"/>
                </a:cubicBezTo>
                <a:lnTo>
                  <a:pt x="150780" y="234234"/>
                </a:lnTo>
                <a:lnTo>
                  <a:pt x="153273" y="235013"/>
                </a:lnTo>
                <a:cubicBezTo>
                  <a:pt x="156645" y="236061"/>
                  <a:pt x="156501" y="236068"/>
                  <a:pt x="157499" y="234862"/>
                </a:cubicBezTo>
                <a:close/>
                <a:moveTo>
                  <a:pt x="214558" y="233223"/>
                </a:moveTo>
                <a:cubicBezTo>
                  <a:pt x="214326" y="232852"/>
                  <a:pt x="214006" y="232551"/>
                  <a:pt x="213842" y="232551"/>
                </a:cubicBezTo>
                <a:cubicBezTo>
                  <a:pt x="213679" y="232551"/>
                  <a:pt x="213541" y="232852"/>
                  <a:pt x="213541" y="233223"/>
                </a:cubicBezTo>
                <a:cubicBezTo>
                  <a:pt x="213541" y="233600"/>
                  <a:pt x="213867" y="233901"/>
                  <a:pt x="214257" y="233901"/>
                </a:cubicBezTo>
                <a:cubicBezTo>
                  <a:pt x="214652" y="233901"/>
                  <a:pt x="214784" y="233600"/>
                  <a:pt x="214558" y="233223"/>
                </a:cubicBezTo>
                <a:close/>
                <a:moveTo>
                  <a:pt x="94255" y="231182"/>
                </a:moveTo>
                <a:cubicBezTo>
                  <a:pt x="93488" y="230334"/>
                  <a:pt x="92779" y="230052"/>
                  <a:pt x="92383" y="230447"/>
                </a:cubicBezTo>
                <a:cubicBezTo>
                  <a:pt x="91473" y="231364"/>
                  <a:pt x="92427" y="232551"/>
                  <a:pt x="94079" y="232551"/>
                </a:cubicBezTo>
                <a:cubicBezTo>
                  <a:pt x="95454" y="232551"/>
                  <a:pt x="95460" y="232513"/>
                  <a:pt x="94255" y="231182"/>
                </a:cubicBezTo>
                <a:close/>
                <a:moveTo>
                  <a:pt x="41604" y="230133"/>
                </a:moveTo>
                <a:lnTo>
                  <a:pt x="43921" y="229700"/>
                </a:lnTo>
                <a:lnTo>
                  <a:pt x="42282" y="227747"/>
                </a:lnTo>
                <a:cubicBezTo>
                  <a:pt x="41378" y="226679"/>
                  <a:pt x="40436" y="225166"/>
                  <a:pt x="40191" y="224393"/>
                </a:cubicBezTo>
                <a:cubicBezTo>
                  <a:pt x="39777" y="223087"/>
                  <a:pt x="39664" y="223068"/>
                  <a:pt x="38533" y="224086"/>
                </a:cubicBezTo>
                <a:cubicBezTo>
                  <a:pt x="37403" y="225109"/>
                  <a:pt x="37221" y="225065"/>
                  <a:pt x="35889" y="223370"/>
                </a:cubicBezTo>
                <a:cubicBezTo>
                  <a:pt x="35105" y="222371"/>
                  <a:pt x="34112" y="220380"/>
                  <a:pt x="33679" y="218942"/>
                </a:cubicBezTo>
                <a:cubicBezTo>
                  <a:pt x="32925" y="216430"/>
                  <a:pt x="32863" y="216386"/>
                  <a:pt x="31927" y="217724"/>
                </a:cubicBezTo>
                <a:cubicBezTo>
                  <a:pt x="31167" y="218811"/>
                  <a:pt x="31117" y="219508"/>
                  <a:pt x="31701" y="220933"/>
                </a:cubicBezTo>
                <a:cubicBezTo>
                  <a:pt x="32216" y="222177"/>
                  <a:pt x="32241" y="223470"/>
                  <a:pt x="31789" y="225046"/>
                </a:cubicBezTo>
                <a:cubicBezTo>
                  <a:pt x="31035" y="227646"/>
                  <a:pt x="31330" y="228494"/>
                  <a:pt x="33001" y="228494"/>
                </a:cubicBezTo>
                <a:cubicBezTo>
                  <a:pt x="33641" y="228494"/>
                  <a:pt x="35218" y="229223"/>
                  <a:pt x="36511" y="230114"/>
                </a:cubicBezTo>
                <a:cubicBezTo>
                  <a:pt x="37799" y="231006"/>
                  <a:pt x="38954" y="231471"/>
                  <a:pt x="39073" y="231151"/>
                </a:cubicBezTo>
                <a:cubicBezTo>
                  <a:pt x="39193" y="230830"/>
                  <a:pt x="40336" y="230372"/>
                  <a:pt x="41604" y="230133"/>
                </a:cubicBezTo>
                <a:close/>
                <a:moveTo>
                  <a:pt x="98016" y="229455"/>
                </a:moveTo>
                <a:cubicBezTo>
                  <a:pt x="93507" y="225379"/>
                  <a:pt x="93570" y="222484"/>
                  <a:pt x="98148" y="223885"/>
                </a:cubicBezTo>
                <a:cubicBezTo>
                  <a:pt x="101363" y="224877"/>
                  <a:pt x="105420" y="228224"/>
                  <a:pt x="105420" y="229895"/>
                </a:cubicBezTo>
                <a:cubicBezTo>
                  <a:pt x="105420" y="230899"/>
                  <a:pt x="105898" y="231201"/>
                  <a:pt x="107505" y="231201"/>
                </a:cubicBezTo>
                <a:lnTo>
                  <a:pt x="109590" y="231201"/>
                </a:lnTo>
                <a:lnTo>
                  <a:pt x="107675" y="228626"/>
                </a:lnTo>
                <a:cubicBezTo>
                  <a:pt x="104403" y="224236"/>
                  <a:pt x="100239" y="220870"/>
                  <a:pt x="98965" y="221586"/>
                </a:cubicBezTo>
                <a:cubicBezTo>
                  <a:pt x="97897" y="222177"/>
                  <a:pt x="94154" y="221750"/>
                  <a:pt x="91824" y="220770"/>
                </a:cubicBezTo>
                <a:cubicBezTo>
                  <a:pt x="89922" y="219972"/>
                  <a:pt x="89551" y="222547"/>
                  <a:pt x="91353" y="223991"/>
                </a:cubicBezTo>
                <a:cubicBezTo>
                  <a:pt x="92214" y="224682"/>
                  <a:pt x="93375" y="226177"/>
                  <a:pt x="93934" y="227313"/>
                </a:cubicBezTo>
                <a:cubicBezTo>
                  <a:pt x="94487" y="228444"/>
                  <a:pt x="96007" y="229938"/>
                  <a:pt x="97300" y="230623"/>
                </a:cubicBezTo>
                <a:cubicBezTo>
                  <a:pt x="100798" y="232482"/>
                  <a:pt x="101006" y="232155"/>
                  <a:pt x="98016" y="229455"/>
                </a:cubicBezTo>
                <a:close/>
                <a:moveTo>
                  <a:pt x="163848" y="226277"/>
                </a:moveTo>
                <a:cubicBezTo>
                  <a:pt x="163968" y="224318"/>
                  <a:pt x="163798" y="223998"/>
                  <a:pt x="162749" y="224274"/>
                </a:cubicBezTo>
                <a:cubicBezTo>
                  <a:pt x="161770" y="224532"/>
                  <a:pt x="161506" y="225260"/>
                  <a:pt x="161506" y="227703"/>
                </a:cubicBezTo>
                <a:cubicBezTo>
                  <a:pt x="161506" y="230573"/>
                  <a:pt x="161594" y="230730"/>
                  <a:pt x="162611" y="229712"/>
                </a:cubicBezTo>
                <a:cubicBezTo>
                  <a:pt x="163214" y="229110"/>
                  <a:pt x="163773" y="227565"/>
                  <a:pt x="163848" y="226277"/>
                </a:cubicBezTo>
                <a:close/>
                <a:moveTo>
                  <a:pt x="62516" y="227150"/>
                </a:moveTo>
                <a:cubicBezTo>
                  <a:pt x="61449" y="226039"/>
                  <a:pt x="60406" y="225304"/>
                  <a:pt x="60193" y="225524"/>
                </a:cubicBezTo>
                <a:cubicBezTo>
                  <a:pt x="59847" y="225869"/>
                  <a:pt x="63420" y="229160"/>
                  <a:pt x="64155" y="229166"/>
                </a:cubicBezTo>
                <a:cubicBezTo>
                  <a:pt x="64318" y="229172"/>
                  <a:pt x="63577" y="228262"/>
                  <a:pt x="62516" y="227150"/>
                </a:cubicBezTo>
                <a:close/>
                <a:moveTo>
                  <a:pt x="110206" y="225216"/>
                </a:moveTo>
                <a:cubicBezTo>
                  <a:pt x="109176" y="223288"/>
                  <a:pt x="109301" y="221737"/>
                  <a:pt x="110488" y="221737"/>
                </a:cubicBezTo>
                <a:cubicBezTo>
                  <a:pt x="111882" y="221737"/>
                  <a:pt x="111763" y="220468"/>
                  <a:pt x="109979" y="216443"/>
                </a:cubicBezTo>
                <a:cubicBezTo>
                  <a:pt x="108950" y="214107"/>
                  <a:pt x="108196" y="213165"/>
                  <a:pt x="107631" y="213510"/>
                </a:cubicBezTo>
                <a:cubicBezTo>
                  <a:pt x="107003" y="213900"/>
                  <a:pt x="106978" y="214653"/>
                  <a:pt x="107524" y="216638"/>
                </a:cubicBezTo>
                <a:cubicBezTo>
                  <a:pt x="107920" y="218076"/>
                  <a:pt x="108108" y="220343"/>
                  <a:pt x="107938" y="221674"/>
                </a:cubicBezTo>
                <a:cubicBezTo>
                  <a:pt x="107706" y="223476"/>
                  <a:pt x="107982" y="224494"/>
                  <a:pt x="109006" y="225618"/>
                </a:cubicBezTo>
                <a:cubicBezTo>
                  <a:pt x="110614" y="227395"/>
                  <a:pt x="111254" y="227175"/>
                  <a:pt x="110206" y="225216"/>
                </a:cubicBezTo>
                <a:close/>
                <a:moveTo>
                  <a:pt x="201377" y="226246"/>
                </a:moveTo>
                <a:cubicBezTo>
                  <a:pt x="201377" y="226127"/>
                  <a:pt x="200617" y="225316"/>
                  <a:pt x="199687" y="224437"/>
                </a:cubicBezTo>
                <a:cubicBezTo>
                  <a:pt x="198268" y="223106"/>
                  <a:pt x="197998" y="223037"/>
                  <a:pt x="197998" y="224004"/>
                </a:cubicBezTo>
                <a:cubicBezTo>
                  <a:pt x="197998" y="224638"/>
                  <a:pt x="198683" y="225436"/>
                  <a:pt x="199518" y="225769"/>
                </a:cubicBezTo>
                <a:cubicBezTo>
                  <a:pt x="201383" y="226522"/>
                  <a:pt x="201377" y="226516"/>
                  <a:pt x="201377" y="226246"/>
                </a:cubicBezTo>
                <a:close/>
                <a:moveTo>
                  <a:pt x="79359" y="223690"/>
                </a:moveTo>
                <a:cubicBezTo>
                  <a:pt x="79133" y="223332"/>
                  <a:pt x="77757" y="222283"/>
                  <a:pt x="76300" y="221360"/>
                </a:cubicBezTo>
                <a:cubicBezTo>
                  <a:pt x="73713" y="219727"/>
                  <a:pt x="70831" y="219621"/>
                  <a:pt x="69901" y="221128"/>
                </a:cubicBezTo>
                <a:cubicBezTo>
                  <a:pt x="69700" y="221454"/>
                  <a:pt x="69977" y="221555"/>
                  <a:pt x="70510" y="221348"/>
                </a:cubicBezTo>
                <a:cubicBezTo>
                  <a:pt x="72074" y="220745"/>
                  <a:pt x="76991" y="222352"/>
                  <a:pt x="77864" y="223753"/>
                </a:cubicBezTo>
                <a:cubicBezTo>
                  <a:pt x="78297" y="224456"/>
                  <a:pt x="78907" y="224877"/>
                  <a:pt x="79214" y="224688"/>
                </a:cubicBezTo>
                <a:cubicBezTo>
                  <a:pt x="79516" y="224500"/>
                  <a:pt x="79579" y="224054"/>
                  <a:pt x="79359" y="223690"/>
                </a:cubicBezTo>
                <a:close/>
                <a:moveTo>
                  <a:pt x="51357" y="222974"/>
                </a:moveTo>
                <a:cubicBezTo>
                  <a:pt x="53775" y="222880"/>
                  <a:pt x="56130" y="223031"/>
                  <a:pt x="56588" y="223319"/>
                </a:cubicBezTo>
                <a:cubicBezTo>
                  <a:pt x="57178" y="223684"/>
                  <a:pt x="57298" y="223476"/>
                  <a:pt x="56996" y="222616"/>
                </a:cubicBezTo>
                <a:cubicBezTo>
                  <a:pt x="56374" y="220833"/>
                  <a:pt x="51947" y="216299"/>
                  <a:pt x="50132" y="215595"/>
                </a:cubicBezTo>
                <a:cubicBezTo>
                  <a:pt x="49178" y="215218"/>
                  <a:pt x="48644" y="214521"/>
                  <a:pt x="48763" y="213799"/>
                </a:cubicBezTo>
                <a:cubicBezTo>
                  <a:pt x="49027" y="212191"/>
                  <a:pt x="48142" y="210923"/>
                  <a:pt x="46760" y="210923"/>
                </a:cubicBezTo>
                <a:cubicBezTo>
                  <a:pt x="46126" y="210917"/>
                  <a:pt x="44744" y="210465"/>
                  <a:pt x="43677" y="209906"/>
                </a:cubicBezTo>
                <a:cubicBezTo>
                  <a:pt x="39048" y="207494"/>
                  <a:pt x="33258" y="209692"/>
                  <a:pt x="36511" y="212631"/>
                </a:cubicBezTo>
                <a:cubicBezTo>
                  <a:pt x="37949" y="213931"/>
                  <a:pt x="39155" y="217498"/>
                  <a:pt x="39243" y="220726"/>
                </a:cubicBezTo>
                <a:cubicBezTo>
                  <a:pt x="39274" y="221837"/>
                  <a:pt x="39456" y="222371"/>
                  <a:pt x="39645" y="221907"/>
                </a:cubicBezTo>
                <a:cubicBezTo>
                  <a:pt x="40135" y="220688"/>
                  <a:pt x="41510" y="220864"/>
                  <a:pt x="43344" y="222384"/>
                </a:cubicBezTo>
                <a:cubicBezTo>
                  <a:pt x="44223" y="223112"/>
                  <a:pt x="45397" y="223583"/>
                  <a:pt x="45950" y="223426"/>
                </a:cubicBezTo>
                <a:cubicBezTo>
                  <a:pt x="46509" y="223276"/>
                  <a:pt x="48945" y="223068"/>
                  <a:pt x="51357" y="222974"/>
                </a:cubicBezTo>
                <a:close/>
                <a:moveTo>
                  <a:pt x="202614" y="220437"/>
                </a:moveTo>
                <a:cubicBezTo>
                  <a:pt x="202809" y="219118"/>
                  <a:pt x="202626" y="218974"/>
                  <a:pt x="201264" y="219395"/>
                </a:cubicBezTo>
                <a:cubicBezTo>
                  <a:pt x="199116" y="220054"/>
                  <a:pt x="199028" y="220198"/>
                  <a:pt x="200033" y="221404"/>
                </a:cubicBezTo>
                <a:cubicBezTo>
                  <a:pt x="201176" y="222786"/>
                  <a:pt x="202338" y="222352"/>
                  <a:pt x="202614" y="220437"/>
                </a:cubicBezTo>
                <a:close/>
                <a:moveTo>
                  <a:pt x="79371" y="218528"/>
                </a:moveTo>
                <a:cubicBezTo>
                  <a:pt x="79352" y="217504"/>
                  <a:pt x="78668" y="215608"/>
                  <a:pt x="77852" y="214302"/>
                </a:cubicBezTo>
                <a:cubicBezTo>
                  <a:pt x="76169" y="211626"/>
                  <a:pt x="75873" y="212468"/>
                  <a:pt x="77324" y="215802"/>
                </a:cubicBezTo>
                <a:cubicBezTo>
                  <a:pt x="77858" y="217021"/>
                  <a:pt x="78454" y="218553"/>
                  <a:pt x="78655" y="219206"/>
                </a:cubicBezTo>
                <a:cubicBezTo>
                  <a:pt x="79177" y="220889"/>
                  <a:pt x="79409" y="220669"/>
                  <a:pt x="79371" y="218528"/>
                </a:cubicBezTo>
                <a:close/>
                <a:moveTo>
                  <a:pt x="87177" y="217642"/>
                </a:moveTo>
                <a:cubicBezTo>
                  <a:pt x="87177" y="216920"/>
                  <a:pt x="87529" y="216330"/>
                  <a:pt x="87962" y="216330"/>
                </a:cubicBezTo>
                <a:cubicBezTo>
                  <a:pt x="88396" y="216330"/>
                  <a:pt x="88596" y="216173"/>
                  <a:pt x="88402" y="215978"/>
                </a:cubicBezTo>
                <a:cubicBezTo>
                  <a:pt x="88207" y="215790"/>
                  <a:pt x="87278" y="216035"/>
                  <a:pt x="86329" y="216525"/>
                </a:cubicBezTo>
                <a:cubicBezTo>
                  <a:pt x="84973" y="217228"/>
                  <a:pt x="84747" y="217668"/>
                  <a:pt x="85256" y="218578"/>
                </a:cubicBezTo>
                <a:cubicBezTo>
                  <a:pt x="86047" y="219991"/>
                  <a:pt x="87177" y="219439"/>
                  <a:pt x="87177" y="217642"/>
                </a:cubicBezTo>
                <a:close/>
                <a:moveTo>
                  <a:pt x="209465" y="216418"/>
                </a:moveTo>
                <a:cubicBezTo>
                  <a:pt x="209446" y="215495"/>
                  <a:pt x="209289" y="215526"/>
                  <a:pt x="208454" y="216631"/>
                </a:cubicBezTo>
                <a:cubicBezTo>
                  <a:pt x="207161" y="218340"/>
                  <a:pt x="207173" y="219439"/>
                  <a:pt x="208473" y="218358"/>
                </a:cubicBezTo>
                <a:cubicBezTo>
                  <a:pt x="209032" y="217894"/>
                  <a:pt x="209478" y="217021"/>
                  <a:pt x="209465" y="216418"/>
                </a:cubicBezTo>
                <a:close/>
                <a:moveTo>
                  <a:pt x="166002" y="216355"/>
                </a:moveTo>
                <a:cubicBezTo>
                  <a:pt x="172596" y="214773"/>
                  <a:pt x="176464" y="214515"/>
                  <a:pt x="182832" y="215231"/>
                </a:cubicBezTo>
                <a:cubicBezTo>
                  <a:pt x="187542" y="215758"/>
                  <a:pt x="187605" y="215746"/>
                  <a:pt x="188409" y="213988"/>
                </a:cubicBezTo>
                <a:cubicBezTo>
                  <a:pt x="189633" y="211300"/>
                  <a:pt x="189489" y="211155"/>
                  <a:pt x="185665" y="211155"/>
                </a:cubicBezTo>
                <a:cubicBezTo>
                  <a:pt x="183718" y="211155"/>
                  <a:pt x="181526" y="210998"/>
                  <a:pt x="180798" y="210810"/>
                </a:cubicBezTo>
                <a:cubicBezTo>
                  <a:pt x="178650" y="210251"/>
                  <a:pt x="176791" y="207155"/>
                  <a:pt x="176716" y="203996"/>
                </a:cubicBezTo>
                <a:cubicBezTo>
                  <a:pt x="176659" y="201591"/>
                  <a:pt x="176408" y="201089"/>
                  <a:pt x="175177" y="200913"/>
                </a:cubicBezTo>
                <a:cubicBezTo>
                  <a:pt x="173770" y="200706"/>
                  <a:pt x="173752" y="200781"/>
                  <a:pt x="174700" y="202602"/>
                </a:cubicBezTo>
                <a:cubicBezTo>
                  <a:pt x="175811" y="204737"/>
                  <a:pt x="176019" y="207946"/>
                  <a:pt x="175083" y="208524"/>
                </a:cubicBezTo>
                <a:cubicBezTo>
                  <a:pt x="174229" y="209052"/>
                  <a:pt x="171051" y="205114"/>
                  <a:pt x="170574" y="202935"/>
                </a:cubicBezTo>
                <a:cubicBezTo>
                  <a:pt x="169871" y="199713"/>
                  <a:pt x="169638" y="199337"/>
                  <a:pt x="168489" y="199556"/>
                </a:cubicBezTo>
                <a:cubicBezTo>
                  <a:pt x="166605" y="199921"/>
                  <a:pt x="158221" y="217693"/>
                  <a:pt x="159942" y="217680"/>
                </a:cubicBezTo>
                <a:cubicBezTo>
                  <a:pt x="160244" y="217674"/>
                  <a:pt x="162975" y="217077"/>
                  <a:pt x="166002" y="216355"/>
                </a:cubicBezTo>
                <a:close/>
                <a:moveTo>
                  <a:pt x="67571" y="216405"/>
                </a:moveTo>
                <a:cubicBezTo>
                  <a:pt x="69631" y="215834"/>
                  <a:pt x="68488" y="214911"/>
                  <a:pt x="65461" y="214697"/>
                </a:cubicBezTo>
                <a:cubicBezTo>
                  <a:pt x="63351" y="214553"/>
                  <a:pt x="62472" y="215181"/>
                  <a:pt x="63182" y="216330"/>
                </a:cubicBezTo>
                <a:cubicBezTo>
                  <a:pt x="63647" y="217084"/>
                  <a:pt x="65047" y="217109"/>
                  <a:pt x="67571" y="216405"/>
                </a:cubicBezTo>
                <a:close/>
                <a:moveTo>
                  <a:pt x="96635" y="215865"/>
                </a:moveTo>
                <a:cubicBezTo>
                  <a:pt x="96635" y="214936"/>
                  <a:pt x="93664" y="212279"/>
                  <a:pt x="92634" y="212279"/>
                </a:cubicBezTo>
                <a:cubicBezTo>
                  <a:pt x="92044" y="212286"/>
                  <a:pt x="91247" y="212983"/>
                  <a:pt x="90851" y="213837"/>
                </a:cubicBezTo>
                <a:cubicBezTo>
                  <a:pt x="90192" y="215256"/>
                  <a:pt x="90298" y="215401"/>
                  <a:pt x="92163" y="215545"/>
                </a:cubicBezTo>
                <a:cubicBezTo>
                  <a:pt x="93281" y="215627"/>
                  <a:pt x="94343" y="215840"/>
                  <a:pt x="94518" y="216016"/>
                </a:cubicBezTo>
                <a:cubicBezTo>
                  <a:pt x="95002" y="216500"/>
                  <a:pt x="96635" y="216386"/>
                  <a:pt x="96635" y="215865"/>
                </a:cubicBezTo>
                <a:close/>
                <a:moveTo>
                  <a:pt x="193602" y="215645"/>
                </a:moveTo>
                <a:cubicBezTo>
                  <a:pt x="193370" y="215269"/>
                  <a:pt x="192893" y="215130"/>
                  <a:pt x="192547" y="215344"/>
                </a:cubicBezTo>
                <a:cubicBezTo>
                  <a:pt x="191612" y="215928"/>
                  <a:pt x="191787" y="216330"/>
                  <a:pt x="192974" y="216330"/>
                </a:cubicBezTo>
                <a:cubicBezTo>
                  <a:pt x="193552" y="216330"/>
                  <a:pt x="193835" y="216022"/>
                  <a:pt x="193602" y="215645"/>
                </a:cubicBezTo>
                <a:close/>
                <a:moveTo>
                  <a:pt x="99486" y="213636"/>
                </a:moveTo>
                <a:cubicBezTo>
                  <a:pt x="99203" y="211733"/>
                  <a:pt x="97985" y="211375"/>
                  <a:pt x="97985" y="213196"/>
                </a:cubicBezTo>
                <a:cubicBezTo>
                  <a:pt x="97985" y="213849"/>
                  <a:pt x="99241" y="215658"/>
                  <a:pt x="99693" y="215658"/>
                </a:cubicBezTo>
                <a:cubicBezTo>
                  <a:pt x="99743" y="215658"/>
                  <a:pt x="99649" y="214747"/>
                  <a:pt x="99486" y="213636"/>
                </a:cubicBezTo>
                <a:close/>
                <a:moveTo>
                  <a:pt x="148645" y="211432"/>
                </a:moveTo>
                <a:cubicBezTo>
                  <a:pt x="148657" y="210779"/>
                  <a:pt x="148375" y="210251"/>
                  <a:pt x="148017" y="210251"/>
                </a:cubicBezTo>
                <a:cubicBezTo>
                  <a:pt x="147075" y="210251"/>
                  <a:pt x="146189" y="208304"/>
                  <a:pt x="145649" y="205014"/>
                </a:cubicBezTo>
                <a:cubicBezTo>
                  <a:pt x="145015" y="201202"/>
                  <a:pt x="146679" y="200329"/>
                  <a:pt x="149047" y="203224"/>
                </a:cubicBezTo>
                <a:cubicBezTo>
                  <a:pt x="150585" y="205101"/>
                  <a:pt x="150648" y="205120"/>
                  <a:pt x="150673" y="203663"/>
                </a:cubicBezTo>
                <a:cubicBezTo>
                  <a:pt x="150686" y="202822"/>
                  <a:pt x="150441" y="202137"/>
                  <a:pt x="150127" y="202137"/>
                </a:cubicBezTo>
                <a:cubicBezTo>
                  <a:pt x="149040" y="202137"/>
                  <a:pt x="148155" y="199035"/>
                  <a:pt x="148243" y="195531"/>
                </a:cubicBezTo>
                <a:cubicBezTo>
                  <a:pt x="148293" y="193590"/>
                  <a:pt x="148280" y="192002"/>
                  <a:pt x="148218" y="192002"/>
                </a:cubicBezTo>
                <a:cubicBezTo>
                  <a:pt x="146893" y="192008"/>
                  <a:pt x="145963" y="193214"/>
                  <a:pt x="145951" y="194947"/>
                </a:cubicBezTo>
                <a:cubicBezTo>
                  <a:pt x="145938" y="196115"/>
                  <a:pt x="145379" y="198288"/>
                  <a:pt x="144707" y="199776"/>
                </a:cubicBezTo>
                <a:cubicBezTo>
                  <a:pt x="143665" y="202093"/>
                  <a:pt x="143608" y="202772"/>
                  <a:pt x="144349" y="204555"/>
                </a:cubicBezTo>
                <a:cubicBezTo>
                  <a:pt x="144820" y="205698"/>
                  <a:pt x="145574" y="208712"/>
                  <a:pt x="146013" y="211250"/>
                </a:cubicBezTo>
                <a:cubicBezTo>
                  <a:pt x="146773" y="215620"/>
                  <a:pt x="146867" y="215784"/>
                  <a:pt x="147721" y="214239"/>
                </a:cubicBezTo>
                <a:cubicBezTo>
                  <a:pt x="148218" y="213347"/>
                  <a:pt x="148632" y="212085"/>
                  <a:pt x="148645" y="211432"/>
                </a:cubicBezTo>
                <a:close/>
                <a:moveTo>
                  <a:pt x="204755" y="214302"/>
                </a:moveTo>
                <a:cubicBezTo>
                  <a:pt x="205578" y="213774"/>
                  <a:pt x="205490" y="213648"/>
                  <a:pt x="204284" y="213636"/>
                </a:cubicBezTo>
                <a:cubicBezTo>
                  <a:pt x="202463" y="213623"/>
                  <a:pt x="199355" y="212273"/>
                  <a:pt x="199355" y="211494"/>
                </a:cubicBezTo>
                <a:cubicBezTo>
                  <a:pt x="199355" y="210552"/>
                  <a:pt x="197552" y="210854"/>
                  <a:pt x="196648" y="211940"/>
                </a:cubicBezTo>
                <a:cubicBezTo>
                  <a:pt x="195938" y="212788"/>
                  <a:pt x="196064" y="212951"/>
                  <a:pt x="197408" y="212964"/>
                </a:cubicBezTo>
                <a:cubicBezTo>
                  <a:pt x="198293" y="212970"/>
                  <a:pt x="199775" y="213391"/>
                  <a:pt x="200705" y="213912"/>
                </a:cubicBezTo>
                <a:cubicBezTo>
                  <a:pt x="202796" y="215068"/>
                  <a:pt x="203468" y="215137"/>
                  <a:pt x="204755" y="214302"/>
                </a:cubicBezTo>
                <a:close/>
                <a:moveTo>
                  <a:pt x="130364" y="213366"/>
                </a:moveTo>
                <a:cubicBezTo>
                  <a:pt x="130791" y="212845"/>
                  <a:pt x="132041" y="212047"/>
                  <a:pt x="133140" y="211595"/>
                </a:cubicBezTo>
                <a:cubicBezTo>
                  <a:pt x="134239" y="211143"/>
                  <a:pt x="134973" y="210502"/>
                  <a:pt x="134766" y="210169"/>
                </a:cubicBezTo>
                <a:cubicBezTo>
                  <a:pt x="134283" y="209384"/>
                  <a:pt x="131287" y="209403"/>
                  <a:pt x="130791" y="210194"/>
                </a:cubicBezTo>
                <a:cubicBezTo>
                  <a:pt x="130584" y="210540"/>
                  <a:pt x="129497" y="211023"/>
                  <a:pt x="128386" y="211262"/>
                </a:cubicBezTo>
                <a:cubicBezTo>
                  <a:pt x="125340" y="211934"/>
                  <a:pt x="125773" y="213598"/>
                  <a:pt x="129158" y="214226"/>
                </a:cubicBezTo>
                <a:cubicBezTo>
                  <a:pt x="129391" y="214270"/>
                  <a:pt x="129931" y="213881"/>
                  <a:pt x="130364" y="213366"/>
                </a:cubicBezTo>
                <a:close/>
                <a:moveTo>
                  <a:pt x="85469" y="211896"/>
                </a:moveTo>
                <a:cubicBezTo>
                  <a:pt x="87899" y="209460"/>
                  <a:pt x="87039" y="208800"/>
                  <a:pt x="83635" y="210483"/>
                </a:cubicBezTo>
                <a:cubicBezTo>
                  <a:pt x="81645" y="211476"/>
                  <a:pt x="81123" y="211984"/>
                  <a:pt x="81940" y="212148"/>
                </a:cubicBezTo>
                <a:cubicBezTo>
                  <a:pt x="82587" y="212273"/>
                  <a:pt x="83120" y="212656"/>
                  <a:pt x="83120" y="213002"/>
                </a:cubicBezTo>
                <a:cubicBezTo>
                  <a:pt x="83120" y="213988"/>
                  <a:pt x="83604" y="213755"/>
                  <a:pt x="85469" y="211896"/>
                </a:cubicBezTo>
                <a:close/>
                <a:moveTo>
                  <a:pt x="192466" y="211921"/>
                </a:moveTo>
                <a:cubicBezTo>
                  <a:pt x="192258" y="211714"/>
                  <a:pt x="191875" y="212085"/>
                  <a:pt x="191624" y="212757"/>
                </a:cubicBezTo>
                <a:cubicBezTo>
                  <a:pt x="191260" y="213718"/>
                  <a:pt x="191335" y="213793"/>
                  <a:pt x="192001" y="213133"/>
                </a:cubicBezTo>
                <a:cubicBezTo>
                  <a:pt x="192466" y="212675"/>
                  <a:pt x="192673" y="212129"/>
                  <a:pt x="192466" y="211921"/>
                </a:cubicBezTo>
                <a:close/>
                <a:moveTo>
                  <a:pt x="106406" y="205572"/>
                </a:moveTo>
                <a:cubicBezTo>
                  <a:pt x="106997" y="204430"/>
                  <a:pt x="107895" y="203494"/>
                  <a:pt x="108397" y="203494"/>
                </a:cubicBezTo>
                <a:cubicBezTo>
                  <a:pt x="109414" y="203494"/>
                  <a:pt x="110325" y="206973"/>
                  <a:pt x="109722" y="208555"/>
                </a:cubicBezTo>
                <a:cubicBezTo>
                  <a:pt x="109496" y="209133"/>
                  <a:pt x="109703" y="209573"/>
                  <a:pt x="110193" y="209573"/>
                </a:cubicBezTo>
                <a:cubicBezTo>
                  <a:pt x="110670" y="209573"/>
                  <a:pt x="111581" y="210044"/>
                  <a:pt x="112215" y="210622"/>
                </a:cubicBezTo>
                <a:cubicBezTo>
                  <a:pt x="113295" y="211595"/>
                  <a:pt x="113484" y="211344"/>
                  <a:pt x="114846" y="207073"/>
                </a:cubicBezTo>
                <a:cubicBezTo>
                  <a:pt x="115650" y="204549"/>
                  <a:pt x="116454" y="202156"/>
                  <a:pt x="116624" y="201761"/>
                </a:cubicBezTo>
                <a:cubicBezTo>
                  <a:pt x="116818" y="201308"/>
                  <a:pt x="113559" y="200454"/>
                  <a:pt x="107970" y="199487"/>
                </a:cubicBezTo>
                <a:cubicBezTo>
                  <a:pt x="94186" y="197095"/>
                  <a:pt x="94851" y="197145"/>
                  <a:pt x="94368" y="198420"/>
                </a:cubicBezTo>
                <a:cubicBezTo>
                  <a:pt x="94041" y="199255"/>
                  <a:pt x="94468" y="199757"/>
                  <a:pt x="95969" y="200322"/>
                </a:cubicBezTo>
                <a:cubicBezTo>
                  <a:pt x="98098" y="201126"/>
                  <a:pt x="99329" y="203827"/>
                  <a:pt x="99335" y="207714"/>
                </a:cubicBezTo>
                <a:cubicBezTo>
                  <a:pt x="99341" y="209108"/>
                  <a:pt x="99668" y="209573"/>
                  <a:pt x="100660" y="209573"/>
                </a:cubicBezTo>
                <a:cubicBezTo>
                  <a:pt x="101382" y="209573"/>
                  <a:pt x="102525" y="210301"/>
                  <a:pt x="103191" y="211193"/>
                </a:cubicBezTo>
                <a:lnTo>
                  <a:pt x="104409" y="212813"/>
                </a:lnTo>
                <a:lnTo>
                  <a:pt x="104868" y="210232"/>
                </a:lnTo>
                <a:cubicBezTo>
                  <a:pt x="105125" y="208813"/>
                  <a:pt x="105816" y="206715"/>
                  <a:pt x="106406" y="205572"/>
                </a:cubicBezTo>
                <a:close/>
                <a:moveTo>
                  <a:pt x="73537" y="209623"/>
                </a:moveTo>
                <a:cubicBezTo>
                  <a:pt x="73500" y="206954"/>
                  <a:pt x="73399" y="206891"/>
                  <a:pt x="70617" y="207915"/>
                </a:cubicBezTo>
                <a:cubicBezTo>
                  <a:pt x="69355" y="208373"/>
                  <a:pt x="69380" y="208436"/>
                  <a:pt x="70956" y="208857"/>
                </a:cubicBezTo>
                <a:cubicBezTo>
                  <a:pt x="71886" y="209102"/>
                  <a:pt x="72683" y="209742"/>
                  <a:pt x="72734" y="210282"/>
                </a:cubicBezTo>
                <a:cubicBezTo>
                  <a:pt x="72891" y="211978"/>
                  <a:pt x="72972" y="212279"/>
                  <a:pt x="73280" y="212279"/>
                </a:cubicBezTo>
                <a:cubicBezTo>
                  <a:pt x="73443" y="212279"/>
                  <a:pt x="73556" y="211086"/>
                  <a:pt x="73537" y="209623"/>
                </a:cubicBezTo>
                <a:close/>
                <a:moveTo>
                  <a:pt x="223909" y="210622"/>
                </a:moveTo>
                <a:cubicBezTo>
                  <a:pt x="224116" y="210081"/>
                  <a:pt x="225441" y="209033"/>
                  <a:pt x="226854" y="208292"/>
                </a:cubicBezTo>
                <a:lnTo>
                  <a:pt x="229423" y="206942"/>
                </a:lnTo>
                <a:lnTo>
                  <a:pt x="225705" y="207331"/>
                </a:lnTo>
                <a:cubicBezTo>
                  <a:pt x="223664" y="207544"/>
                  <a:pt x="221717" y="207965"/>
                  <a:pt x="221384" y="208273"/>
                </a:cubicBezTo>
                <a:cubicBezTo>
                  <a:pt x="221052" y="208574"/>
                  <a:pt x="221435" y="208650"/>
                  <a:pt x="222232" y="208442"/>
                </a:cubicBezTo>
                <a:cubicBezTo>
                  <a:pt x="223852" y="208015"/>
                  <a:pt x="224235" y="209422"/>
                  <a:pt x="222866" y="210791"/>
                </a:cubicBezTo>
                <a:cubicBezTo>
                  <a:pt x="222326" y="211331"/>
                  <a:pt x="222301" y="211601"/>
                  <a:pt x="222797" y="211601"/>
                </a:cubicBezTo>
                <a:cubicBezTo>
                  <a:pt x="223206" y="211601"/>
                  <a:pt x="223702" y="211162"/>
                  <a:pt x="223909" y="210622"/>
                </a:cubicBezTo>
                <a:close/>
                <a:moveTo>
                  <a:pt x="14864" y="208976"/>
                </a:moveTo>
                <a:cubicBezTo>
                  <a:pt x="14864" y="208650"/>
                  <a:pt x="14262" y="208223"/>
                  <a:pt x="13514" y="208028"/>
                </a:cubicBezTo>
                <a:cubicBezTo>
                  <a:pt x="12635" y="207796"/>
                  <a:pt x="12164" y="208003"/>
                  <a:pt x="12164" y="208625"/>
                </a:cubicBezTo>
                <a:cubicBezTo>
                  <a:pt x="12164" y="209146"/>
                  <a:pt x="12773" y="209573"/>
                  <a:pt x="13514" y="209573"/>
                </a:cubicBezTo>
                <a:cubicBezTo>
                  <a:pt x="14262" y="209573"/>
                  <a:pt x="14864" y="209303"/>
                  <a:pt x="14864" y="208976"/>
                </a:cubicBezTo>
                <a:close/>
                <a:moveTo>
                  <a:pt x="57429" y="206169"/>
                </a:moveTo>
                <a:cubicBezTo>
                  <a:pt x="56695" y="204298"/>
                  <a:pt x="56092" y="202659"/>
                  <a:pt x="56092" y="202533"/>
                </a:cubicBezTo>
                <a:cubicBezTo>
                  <a:pt x="56092" y="202401"/>
                  <a:pt x="55338" y="202156"/>
                  <a:pt x="54415" y="201980"/>
                </a:cubicBezTo>
                <a:lnTo>
                  <a:pt x="52738" y="201660"/>
                </a:lnTo>
                <a:lnTo>
                  <a:pt x="54754" y="203952"/>
                </a:lnTo>
                <a:cubicBezTo>
                  <a:pt x="55859" y="205208"/>
                  <a:pt x="56764" y="206992"/>
                  <a:pt x="56764" y="207909"/>
                </a:cubicBezTo>
                <a:cubicBezTo>
                  <a:pt x="56764" y="208932"/>
                  <a:pt x="57153" y="209573"/>
                  <a:pt x="57769" y="209573"/>
                </a:cubicBezTo>
                <a:cubicBezTo>
                  <a:pt x="58610" y="209573"/>
                  <a:pt x="58560" y="209026"/>
                  <a:pt x="57429" y="206169"/>
                </a:cubicBezTo>
                <a:close/>
                <a:moveTo>
                  <a:pt x="93419" y="206540"/>
                </a:moveTo>
                <a:cubicBezTo>
                  <a:pt x="92572" y="204260"/>
                  <a:pt x="92151" y="203751"/>
                  <a:pt x="91724" y="204511"/>
                </a:cubicBezTo>
                <a:cubicBezTo>
                  <a:pt x="91366" y="205158"/>
                  <a:pt x="91592" y="206270"/>
                  <a:pt x="92352" y="207551"/>
                </a:cubicBezTo>
                <a:cubicBezTo>
                  <a:pt x="94123" y="210552"/>
                  <a:pt x="94701" y="210000"/>
                  <a:pt x="93419" y="206540"/>
                </a:cubicBezTo>
                <a:close/>
                <a:moveTo>
                  <a:pt x="140117" y="202232"/>
                </a:moveTo>
                <a:cubicBezTo>
                  <a:pt x="137937" y="197905"/>
                  <a:pt x="137278" y="197107"/>
                  <a:pt x="136022" y="197277"/>
                </a:cubicBezTo>
                <a:cubicBezTo>
                  <a:pt x="135206" y="197390"/>
                  <a:pt x="133874" y="197132"/>
                  <a:pt x="133064" y="196699"/>
                </a:cubicBezTo>
                <a:cubicBezTo>
                  <a:pt x="131915" y="196084"/>
                  <a:pt x="131482" y="196115"/>
                  <a:pt x="131023" y="196831"/>
                </a:cubicBezTo>
                <a:cubicBezTo>
                  <a:pt x="130113" y="198269"/>
                  <a:pt x="130326" y="199010"/>
                  <a:pt x="131388" y="198125"/>
                </a:cubicBezTo>
                <a:cubicBezTo>
                  <a:pt x="133315" y="196529"/>
                  <a:pt x="140902" y="205346"/>
                  <a:pt x="139526" y="207582"/>
                </a:cubicBezTo>
                <a:cubicBezTo>
                  <a:pt x="139300" y="207940"/>
                  <a:pt x="139828" y="208499"/>
                  <a:pt x="140688" y="208819"/>
                </a:cubicBezTo>
                <a:cubicBezTo>
                  <a:pt x="143169" y="209749"/>
                  <a:pt x="143012" y="207984"/>
                  <a:pt x="140117" y="202232"/>
                </a:cubicBezTo>
                <a:close/>
                <a:moveTo>
                  <a:pt x="191882" y="205397"/>
                </a:moveTo>
                <a:cubicBezTo>
                  <a:pt x="192510" y="202476"/>
                  <a:pt x="192466" y="201723"/>
                  <a:pt x="191624" y="200881"/>
                </a:cubicBezTo>
                <a:cubicBezTo>
                  <a:pt x="190726" y="199983"/>
                  <a:pt x="190632" y="200209"/>
                  <a:pt x="190757" y="202866"/>
                </a:cubicBezTo>
                <a:cubicBezTo>
                  <a:pt x="190833" y="204511"/>
                  <a:pt x="190651" y="206540"/>
                  <a:pt x="190349" y="207375"/>
                </a:cubicBezTo>
                <a:cubicBezTo>
                  <a:pt x="190016" y="208298"/>
                  <a:pt x="190060" y="208901"/>
                  <a:pt x="190462" y="208901"/>
                </a:cubicBezTo>
                <a:cubicBezTo>
                  <a:pt x="190833" y="208901"/>
                  <a:pt x="191467" y="207318"/>
                  <a:pt x="191882" y="205397"/>
                </a:cubicBezTo>
                <a:close/>
                <a:moveTo>
                  <a:pt x="198789" y="204009"/>
                </a:moveTo>
                <a:cubicBezTo>
                  <a:pt x="200529" y="201566"/>
                  <a:pt x="199964" y="201635"/>
                  <a:pt x="197427" y="204166"/>
                </a:cubicBezTo>
                <a:cubicBezTo>
                  <a:pt x="196315" y="205284"/>
                  <a:pt x="195681" y="206194"/>
                  <a:pt x="196026" y="206194"/>
                </a:cubicBezTo>
                <a:cubicBezTo>
                  <a:pt x="196365" y="206194"/>
                  <a:pt x="196692" y="206879"/>
                  <a:pt x="196742" y="207714"/>
                </a:cubicBezTo>
                <a:cubicBezTo>
                  <a:pt x="196824" y="209127"/>
                  <a:pt x="196855" y="209121"/>
                  <a:pt x="197144" y="207557"/>
                </a:cubicBezTo>
                <a:cubicBezTo>
                  <a:pt x="197320" y="206634"/>
                  <a:pt x="198061" y="205032"/>
                  <a:pt x="198789" y="204009"/>
                </a:cubicBezTo>
                <a:close/>
                <a:moveTo>
                  <a:pt x="83924" y="206169"/>
                </a:moveTo>
                <a:cubicBezTo>
                  <a:pt x="85871" y="205799"/>
                  <a:pt x="87730" y="205233"/>
                  <a:pt x="88050" y="204913"/>
                </a:cubicBezTo>
                <a:cubicBezTo>
                  <a:pt x="88377" y="204587"/>
                  <a:pt x="87397" y="204656"/>
                  <a:pt x="85884" y="205058"/>
                </a:cubicBezTo>
                <a:cubicBezTo>
                  <a:pt x="83817" y="205610"/>
                  <a:pt x="82926" y="205598"/>
                  <a:pt x="82329" y="204995"/>
                </a:cubicBezTo>
                <a:cubicBezTo>
                  <a:pt x="80671" y="203343"/>
                  <a:pt x="86198" y="199437"/>
                  <a:pt x="90192" y="199437"/>
                </a:cubicBezTo>
                <a:cubicBezTo>
                  <a:pt x="91190" y="199437"/>
                  <a:pt x="91906" y="199054"/>
                  <a:pt x="91906" y="198508"/>
                </a:cubicBezTo>
                <a:cubicBezTo>
                  <a:pt x="91906" y="197785"/>
                  <a:pt x="91278" y="197704"/>
                  <a:pt x="89030" y="198125"/>
                </a:cubicBezTo>
                <a:cubicBezTo>
                  <a:pt x="84609" y="198953"/>
                  <a:pt x="82442" y="199971"/>
                  <a:pt x="82442" y="201214"/>
                </a:cubicBezTo>
                <a:cubicBezTo>
                  <a:pt x="82442" y="201836"/>
                  <a:pt x="81249" y="203488"/>
                  <a:pt x="79786" y="204882"/>
                </a:cubicBezTo>
                <a:cubicBezTo>
                  <a:pt x="77123" y="207406"/>
                  <a:pt x="76790" y="208763"/>
                  <a:pt x="79133" y="207507"/>
                </a:cubicBezTo>
                <a:cubicBezTo>
                  <a:pt x="79817" y="207142"/>
                  <a:pt x="81971" y="206540"/>
                  <a:pt x="83924" y="206169"/>
                </a:cubicBezTo>
                <a:close/>
                <a:moveTo>
                  <a:pt x="61882" y="204844"/>
                </a:moveTo>
                <a:cubicBezTo>
                  <a:pt x="62560" y="204844"/>
                  <a:pt x="62849" y="204034"/>
                  <a:pt x="62849" y="202137"/>
                </a:cubicBezTo>
                <a:cubicBezTo>
                  <a:pt x="62849" y="198884"/>
                  <a:pt x="61819" y="198570"/>
                  <a:pt x="61210" y="201635"/>
                </a:cubicBezTo>
                <a:cubicBezTo>
                  <a:pt x="60651" y="204411"/>
                  <a:pt x="60224" y="207601"/>
                  <a:pt x="60620" y="206025"/>
                </a:cubicBezTo>
                <a:cubicBezTo>
                  <a:pt x="60783" y="205378"/>
                  <a:pt x="61348" y="204844"/>
                  <a:pt x="61882" y="204844"/>
                </a:cubicBezTo>
                <a:close/>
                <a:moveTo>
                  <a:pt x="132330" y="203701"/>
                </a:moveTo>
                <a:cubicBezTo>
                  <a:pt x="129937" y="198960"/>
                  <a:pt x="129987" y="199004"/>
                  <a:pt x="129591" y="201095"/>
                </a:cubicBezTo>
                <a:cubicBezTo>
                  <a:pt x="129340" y="202382"/>
                  <a:pt x="129824" y="203387"/>
                  <a:pt x="131563" y="205177"/>
                </a:cubicBezTo>
                <a:cubicBezTo>
                  <a:pt x="132832" y="206477"/>
                  <a:pt x="133956" y="207544"/>
                  <a:pt x="134069" y="207544"/>
                </a:cubicBezTo>
                <a:cubicBezTo>
                  <a:pt x="134176" y="207544"/>
                  <a:pt x="133397" y="205817"/>
                  <a:pt x="132330" y="203701"/>
                </a:cubicBezTo>
                <a:close/>
                <a:moveTo>
                  <a:pt x="153323" y="205353"/>
                </a:moveTo>
                <a:cubicBezTo>
                  <a:pt x="153995" y="203343"/>
                  <a:pt x="153970" y="203268"/>
                  <a:pt x="153053" y="204467"/>
                </a:cubicBezTo>
                <a:cubicBezTo>
                  <a:pt x="152500" y="205189"/>
                  <a:pt x="152048" y="206175"/>
                  <a:pt x="152048" y="206659"/>
                </a:cubicBezTo>
                <a:cubicBezTo>
                  <a:pt x="152048" y="208166"/>
                  <a:pt x="152557" y="207645"/>
                  <a:pt x="153323" y="205353"/>
                </a:cubicBezTo>
                <a:close/>
                <a:moveTo>
                  <a:pt x="185476" y="206835"/>
                </a:moveTo>
                <a:cubicBezTo>
                  <a:pt x="185237" y="206445"/>
                  <a:pt x="184685" y="206251"/>
                  <a:pt x="184252" y="206408"/>
                </a:cubicBezTo>
                <a:cubicBezTo>
                  <a:pt x="183824" y="206558"/>
                  <a:pt x="182939" y="206414"/>
                  <a:pt x="182286" y="206081"/>
                </a:cubicBezTo>
                <a:cubicBezTo>
                  <a:pt x="181413" y="205629"/>
                  <a:pt x="181105" y="205742"/>
                  <a:pt x="181105" y="206508"/>
                </a:cubicBezTo>
                <a:cubicBezTo>
                  <a:pt x="181105" y="207249"/>
                  <a:pt x="181802" y="207544"/>
                  <a:pt x="183511" y="207544"/>
                </a:cubicBezTo>
                <a:cubicBezTo>
                  <a:pt x="185024" y="207544"/>
                  <a:pt x="185752" y="207281"/>
                  <a:pt x="185476" y="206835"/>
                </a:cubicBezTo>
                <a:close/>
                <a:moveTo>
                  <a:pt x="221209" y="204951"/>
                </a:moveTo>
                <a:cubicBezTo>
                  <a:pt x="223438" y="202671"/>
                  <a:pt x="223614" y="202250"/>
                  <a:pt x="222697" y="201491"/>
                </a:cubicBezTo>
                <a:cubicBezTo>
                  <a:pt x="221824" y="200762"/>
                  <a:pt x="221654" y="200812"/>
                  <a:pt x="221654" y="201786"/>
                </a:cubicBezTo>
                <a:cubicBezTo>
                  <a:pt x="221654" y="202426"/>
                  <a:pt x="220618" y="203984"/>
                  <a:pt x="219356" y="205246"/>
                </a:cubicBezTo>
                <a:cubicBezTo>
                  <a:pt x="218094" y="206514"/>
                  <a:pt x="217422" y="207544"/>
                  <a:pt x="217868" y="207544"/>
                </a:cubicBezTo>
                <a:cubicBezTo>
                  <a:pt x="218314" y="207544"/>
                  <a:pt x="219814" y="206376"/>
                  <a:pt x="221209" y="204951"/>
                </a:cubicBezTo>
                <a:close/>
                <a:moveTo>
                  <a:pt x="35029" y="206182"/>
                </a:moveTo>
                <a:lnTo>
                  <a:pt x="40882" y="206169"/>
                </a:lnTo>
                <a:lnTo>
                  <a:pt x="38678" y="204756"/>
                </a:lnTo>
                <a:cubicBezTo>
                  <a:pt x="37171" y="203795"/>
                  <a:pt x="36203" y="203550"/>
                  <a:pt x="35638" y="204003"/>
                </a:cubicBezTo>
                <a:cubicBezTo>
                  <a:pt x="34269" y="205076"/>
                  <a:pt x="31575" y="205472"/>
                  <a:pt x="29107" y="204957"/>
                </a:cubicBezTo>
                <a:cubicBezTo>
                  <a:pt x="26055" y="204317"/>
                  <a:pt x="25691" y="202947"/>
                  <a:pt x="28316" y="201962"/>
                </a:cubicBezTo>
                <a:cubicBezTo>
                  <a:pt x="29465" y="201522"/>
                  <a:pt x="30407" y="200950"/>
                  <a:pt x="30407" y="200680"/>
                </a:cubicBezTo>
                <a:cubicBezTo>
                  <a:pt x="30407" y="199657"/>
                  <a:pt x="28957" y="199355"/>
                  <a:pt x="27964" y="200178"/>
                </a:cubicBezTo>
                <a:cubicBezTo>
                  <a:pt x="26834" y="201120"/>
                  <a:pt x="21804" y="201082"/>
                  <a:pt x="19260" y="200115"/>
                </a:cubicBezTo>
                <a:cubicBezTo>
                  <a:pt x="17923" y="199607"/>
                  <a:pt x="17672" y="199707"/>
                  <a:pt x="17753" y="200756"/>
                </a:cubicBezTo>
                <a:cubicBezTo>
                  <a:pt x="17816" y="201572"/>
                  <a:pt x="18689" y="202263"/>
                  <a:pt x="20253" y="202728"/>
                </a:cubicBezTo>
                <a:cubicBezTo>
                  <a:pt x="21578" y="203123"/>
                  <a:pt x="23707" y="204229"/>
                  <a:pt x="24994" y="205177"/>
                </a:cubicBezTo>
                <a:cubicBezTo>
                  <a:pt x="26281" y="206125"/>
                  <a:pt x="27744" y="206741"/>
                  <a:pt x="28253" y="206546"/>
                </a:cubicBezTo>
                <a:cubicBezTo>
                  <a:pt x="28756" y="206351"/>
                  <a:pt x="31808" y="206188"/>
                  <a:pt x="35029" y="206182"/>
                </a:cubicBezTo>
                <a:close/>
                <a:moveTo>
                  <a:pt x="42822" y="199186"/>
                </a:moveTo>
                <a:cubicBezTo>
                  <a:pt x="41466" y="195594"/>
                  <a:pt x="40273" y="192730"/>
                  <a:pt x="40172" y="192831"/>
                </a:cubicBezTo>
                <a:cubicBezTo>
                  <a:pt x="40072" y="192931"/>
                  <a:pt x="40235" y="194382"/>
                  <a:pt x="40543" y="196046"/>
                </a:cubicBezTo>
                <a:cubicBezTo>
                  <a:pt x="40857" y="197773"/>
                  <a:pt x="40832" y="199575"/>
                  <a:pt x="40486" y="200228"/>
                </a:cubicBezTo>
                <a:cubicBezTo>
                  <a:pt x="40147" y="200856"/>
                  <a:pt x="39871" y="201654"/>
                  <a:pt x="39871" y="201987"/>
                </a:cubicBezTo>
                <a:cubicBezTo>
                  <a:pt x="39871" y="202633"/>
                  <a:pt x="44713" y="206307"/>
                  <a:pt x="45083" y="205937"/>
                </a:cubicBezTo>
                <a:cubicBezTo>
                  <a:pt x="45196" y="205824"/>
                  <a:pt x="44185" y="202784"/>
                  <a:pt x="42822" y="199186"/>
                </a:cubicBezTo>
                <a:close/>
                <a:moveTo>
                  <a:pt x="129070" y="205478"/>
                </a:moveTo>
                <a:cubicBezTo>
                  <a:pt x="129070" y="205083"/>
                  <a:pt x="128769" y="204951"/>
                  <a:pt x="128398" y="205183"/>
                </a:cubicBezTo>
                <a:cubicBezTo>
                  <a:pt x="128022" y="205409"/>
                  <a:pt x="127720" y="205736"/>
                  <a:pt x="127720" y="205899"/>
                </a:cubicBezTo>
                <a:cubicBezTo>
                  <a:pt x="127720" y="206062"/>
                  <a:pt x="128022" y="206194"/>
                  <a:pt x="128398" y="206194"/>
                </a:cubicBezTo>
                <a:cubicBezTo>
                  <a:pt x="128769" y="206194"/>
                  <a:pt x="129070" y="205874"/>
                  <a:pt x="129070" y="205478"/>
                </a:cubicBezTo>
                <a:close/>
                <a:moveTo>
                  <a:pt x="75961" y="202476"/>
                </a:moveTo>
                <a:cubicBezTo>
                  <a:pt x="77016" y="200869"/>
                  <a:pt x="77004" y="200787"/>
                  <a:pt x="75723" y="200787"/>
                </a:cubicBezTo>
                <a:cubicBezTo>
                  <a:pt x="74580" y="200787"/>
                  <a:pt x="72985" y="202533"/>
                  <a:pt x="72985" y="203783"/>
                </a:cubicBezTo>
                <a:cubicBezTo>
                  <a:pt x="72985" y="204838"/>
                  <a:pt x="74988" y="203959"/>
                  <a:pt x="75961" y="202476"/>
                </a:cubicBezTo>
                <a:close/>
                <a:moveTo>
                  <a:pt x="187348" y="202495"/>
                </a:moveTo>
                <a:cubicBezTo>
                  <a:pt x="187523" y="201578"/>
                  <a:pt x="187410" y="200988"/>
                  <a:pt x="187090" y="201189"/>
                </a:cubicBezTo>
                <a:cubicBezTo>
                  <a:pt x="186531" y="201535"/>
                  <a:pt x="186249" y="204166"/>
                  <a:pt x="186770" y="204166"/>
                </a:cubicBezTo>
                <a:cubicBezTo>
                  <a:pt x="186914" y="204166"/>
                  <a:pt x="187172" y="203418"/>
                  <a:pt x="187348" y="202495"/>
                </a:cubicBezTo>
                <a:close/>
                <a:moveTo>
                  <a:pt x="50478" y="199575"/>
                </a:moveTo>
                <a:cubicBezTo>
                  <a:pt x="48569" y="197584"/>
                  <a:pt x="48054" y="195380"/>
                  <a:pt x="49498" y="195386"/>
                </a:cubicBezTo>
                <a:cubicBezTo>
                  <a:pt x="49963" y="195386"/>
                  <a:pt x="51225" y="195851"/>
                  <a:pt x="52305" y="196410"/>
                </a:cubicBezTo>
                <a:cubicBezTo>
                  <a:pt x="55024" y="197829"/>
                  <a:pt x="55275" y="197157"/>
                  <a:pt x="52877" y="194909"/>
                </a:cubicBezTo>
                <a:cubicBezTo>
                  <a:pt x="50503" y="192692"/>
                  <a:pt x="49102" y="190224"/>
                  <a:pt x="49680" y="189289"/>
                </a:cubicBezTo>
                <a:cubicBezTo>
                  <a:pt x="50377" y="188152"/>
                  <a:pt x="51420" y="188548"/>
                  <a:pt x="53454" y="190721"/>
                </a:cubicBezTo>
                <a:cubicBezTo>
                  <a:pt x="54610" y="191958"/>
                  <a:pt x="55414" y="192429"/>
                  <a:pt x="55414" y="191863"/>
                </a:cubicBezTo>
                <a:cubicBezTo>
                  <a:pt x="55414" y="191336"/>
                  <a:pt x="56073" y="190199"/>
                  <a:pt x="56877" y="189339"/>
                </a:cubicBezTo>
                <a:cubicBezTo>
                  <a:pt x="58196" y="187920"/>
                  <a:pt x="58415" y="187876"/>
                  <a:pt x="59138" y="188862"/>
                </a:cubicBezTo>
                <a:cubicBezTo>
                  <a:pt x="59847" y="189829"/>
                  <a:pt x="60029" y="189753"/>
                  <a:pt x="60739" y="188190"/>
                </a:cubicBezTo>
                <a:cubicBezTo>
                  <a:pt x="61719" y="186042"/>
                  <a:pt x="61210" y="185351"/>
                  <a:pt x="59445" y="186456"/>
                </a:cubicBezTo>
                <a:cubicBezTo>
                  <a:pt x="58070" y="187311"/>
                  <a:pt x="52908" y="187568"/>
                  <a:pt x="51074" y="186865"/>
                </a:cubicBezTo>
                <a:cubicBezTo>
                  <a:pt x="50490" y="186639"/>
                  <a:pt x="50007" y="186023"/>
                  <a:pt x="50007" y="185496"/>
                </a:cubicBezTo>
                <a:cubicBezTo>
                  <a:pt x="50007" y="183863"/>
                  <a:pt x="53429" y="183072"/>
                  <a:pt x="58792" y="183461"/>
                </a:cubicBezTo>
                <a:cubicBezTo>
                  <a:pt x="63665" y="183813"/>
                  <a:pt x="63741" y="183800"/>
                  <a:pt x="60821" y="183015"/>
                </a:cubicBezTo>
                <a:cubicBezTo>
                  <a:pt x="56977" y="181991"/>
                  <a:pt x="56839" y="180491"/>
                  <a:pt x="60481" y="179291"/>
                </a:cubicBezTo>
                <a:cubicBezTo>
                  <a:pt x="62931" y="178481"/>
                  <a:pt x="64852" y="178468"/>
                  <a:pt x="67490" y="179235"/>
                </a:cubicBezTo>
                <a:cubicBezTo>
                  <a:pt x="68005" y="179379"/>
                  <a:pt x="68551" y="179159"/>
                  <a:pt x="68702" y="178745"/>
                </a:cubicBezTo>
                <a:cubicBezTo>
                  <a:pt x="69054" y="177790"/>
                  <a:pt x="66768" y="177156"/>
                  <a:pt x="62924" y="177143"/>
                </a:cubicBezTo>
                <a:cubicBezTo>
                  <a:pt x="60651" y="177137"/>
                  <a:pt x="59609" y="177514"/>
                  <a:pt x="58441" y="178776"/>
                </a:cubicBezTo>
                <a:cubicBezTo>
                  <a:pt x="55734" y="181696"/>
                  <a:pt x="48292" y="182927"/>
                  <a:pt x="49818" y="180195"/>
                </a:cubicBezTo>
                <a:cubicBezTo>
                  <a:pt x="50132" y="179643"/>
                  <a:pt x="51420" y="178424"/>
                  <a:pt x="52694" y="177489"/>
                </a:cubicBezTo>
                <a:lnTo>
                  <a:pt x="54999" y="175787"/>
                </a:lnTo>
                <a:lnTo>
                  <a:pt x="52977" y="175787"/>
                </a:lnTo>
                <a:cubicBezTo>
                  <a:pt x="51865" y="175787"/>
                  <a:pt x="50666" y="176076"/>
                  <a:pt x="50308" y="176427"/>
                </a:cubicBezTo>
                <a:cubicBezTo>
                  <a:pt x="49956" y="176779"/>
                  <a:pt x="48380" y="177275"/>
                  <a:pt x="46810" y="177526"/>
                </a:cubicBezTo>
                <a:cubicBezTo>
                  <a:pt x="44455" y="177903"/>
                  <a:pt x="43865" y="177771"/>
                  <a:pt x="43501" y="176817"/>
                </a:cubicBezTo>
                <a:cubicBezTo>
                  <a:pt x="42948" y="175385"/>
                  <a:pt x="44097" y="174575"/>
                  <a:pt x="47463" y="174010"/>
                </a:cubicBezTo>
                <a:lnTo>
                  <a:pt x="49988" y="173589"/>
                </a:lnTo>
                <a:lnTo>
                  <a:pt x="48305" y="171592"/>
                </a:lnTo>
                <a:cubicBezTo>
                  <a:pt x="46565" y="169526"/>
                  <a:pt x="46063" y="167001"/>
                  <a:pt x="47394" y="167001"/>
                </a:cubicBezTo>
                <a:cubicBezTo>
                  <a:pt x="47815" y="167001"/>
                  <a:pt x="49259" y="167680"/>
                  <a:pt x="50603" y="168509"/>
                </a:cubicBezTo>
                <a:cubicBezTo>
                  <a:pt x="51947" y="169344"/>
                  <a:pt x="53982" y="170028"/>
                  <a:pt x="55131" y="170028"/>
                </a:cubicBezTo>
                <a:lnTo>
                  <a:pt x="57216" y="170041"/>
                </a:lnTo>
                <a:lnTo>
                  <a:pt x="55979" y="168012"/>
                </a:lnTo>
                <a:cubicBezTo>
                  <a:pt x="53630" y="164163"/>
                  <a:pt x="54980" y="161205"/>
                  <a:pt x="57712" y="164226"/>
                </a:cubicBezTo>
                <a:cubicBezTo>
                  <a:pt x="58390" y="164973"/>
                  <a:pt x="59401" y="165362"/>
                  <a:pt x="60161" y="165161"/>
                </a:cubicBezTo>
                <a:cubicBezTo>
                  <a:pt x="60871" y="164979"/>
                  <a:pt x="62378" y="165149"/>
                  <a:pt x="63502" y="165538"/>
                </a:cubicBezTo>
                <a:cubicBezTo>
                  <a:pt x="66454" y="166568"/>
                  <a:pt x="66165" y="165570"/>
                  <a:pt x="61825" y="159805"/>
                </a:cubicBezTo>
                <a:cubicBezTo>
                  <a:pt x="59244" y="156376"/>
                  <a:pt x="57530" y="154737"/>
                  <a:pt x="56249" y="154460"/>
                </a:cubicBezTo>
                <a:cubicBezTo>
                  <a:pt x="55231" y="154247"/>
                  <a:pt x="53737" y="153801"/>
                  <a:pt x="52933" y="153474"/>
                </a:cubicBezTo>
                <a:cubicBezTo>
                  <a:pt x="51307" y="152821"/>
                  <a:pt x="49284" y="154310"/>
                  <a:pt x="50647" y="155151"/>
                </a:cubicBezTo>
                <a:cubicBezTo>
                  <a:pt x="52355" y="156206"/>
                  <a:pt x="50930" y="163623"/>
                  <a:pt x="49021" y="163623"/>
                </a:cubicBezTo>
                <a:cubicBezTo>
                  <a:pt x="48047" y="163623"/>
                  <a:pt x="47627" y="162587"/>
                  <a:pt x="47105" y="158888"/>
                </a:cubicBezTo>
                <a:cubicBezTo>
                  <a:pt x="46848" y="157073"/>
                  <a:pt x="46383" y="157757"/>
                  <a:pt x="45674" y="161035"/>
                </a:cubicBezTo>
                <a:cubicBezTo>
                  <a:pt x="44876" y="164672"/>
                  <a:pt x="39871" y="168898"/>
                  <a:pt x="39871" y="165934"/>
                </a:cubicBezTo>
                <a:cubicBezTo>
                  <a:pt x="39871" y="165230"/>
                  <a:pt x="39255" y="165601"/>
                  <a:pt x="38075" y="167008"/>
                </a:cubicBezTo>
                <a:cubicBezTo>
                  <a:pt x="37083" y="168182"/>
                  <a:pt x="35563" y="169413"/>
                  <a:pt x="34690" y="169746"/>
                </a:cubicBezTo>
                <a:cubicBezTo>
                  <a:pt x="32448" y="170600"/>
                  <a:pt x="32505" y="174299"/>
                  <a:pt x="34797" y="176453"/>
                </a:cubicBezTo>
                <a:cubicBezTo>
                  <a:pt x="37692" y="179178"/>
                  <a:pt x="42929" y="187311"/>
                  <a:pt x="46930" y="195299"/>
                </a:cubicBezTo>
                <a:cubicBezTo>
                  <a:pt x="49774" y="200982"/>
                  <a:pt x="50980" y="202790"/>
                  <a:pt x="51539" y="202232"/>
                </a:cubicBezTo>
                <a:cubicBezTo>
                  <a:pt x="52098" y="201673"/>
                  <a:pt x="51822" y="200976"/>
                  <a:pt x="50478" y="199575"/>
                </a:cubicBezTo>
                <a:close/>
                <a:moveTo>
                  <a:pt x="69324" y="198508"/>
                </a:moveTo>
                <a:cubicBezTo>
                  <a:pt x="65656" y="196278"/>
                  <a:pt x="65530" y="194708"/>
                  <a:pt x="69016" y="194708"/>
                </a:cubicBezTo>
                <a:cubicBezTo>
                  <a:pt x="70127" y="194708"/>
                  <a:pt x="71616" y="195010"/>
                  <a:pt x="72313" y="195386"/>
                </a:cubicBezTo>
                <a:cubicBezTo>
                  <a:pt x="73154" y="195839"/>
                  <a:pt x="73713" y="195839"/>
                  <a:pt x="73996" y="195386"/>
                </a:cubicBezTo>
                <a:cubicBezTo>
                  <a:pt x="74228" y="195010"/>
                  <a:pt x="75038" y="194708"/>
                  <a:pt x="75804" y="194708"/>
                </a:cubicBezTo>
                <a:cubicBezTo>
                  <a:pt x="77029" y="194708"/>
                  <a:pt x="76891" y="194369"/>
                  <a:pt x="74687" y="191933"/>
                </a:cubicBezTo>
                <a:cubicBezTo>
                  <a:pt x="72853" y="189904"/>
                  <a:pt x="72382" y="188956"/>
                  <a:pt x="72928" y="188410"/>
                </a:cubicBezTo>
                <a:cubicBezTo>
                  <a:pt x="73462" y="187876"/>
                  <a:pt x="74216" y="187863"/>
                  <a:pt x="75541" y="188366"/>
                </a:cubicBezTo>
                <a:cubicBezTo>
                  <a:pt x="76728" y="188811"/>
                  <a:pt x="78078" y="188843"/>
                  <a:pt x="79258" y="188447"/>
                </a:cubicBezTo>
                <a:lnTo>
                  <a:pt x="81111" y="187832"/>
                </a:lnTo>
                <a:lnTo>
                  <a:pt x="78907" y="185113"/>
                </a:lnTo>
                <a:cubicBezTo>
                  <a:pt x="77695" y="183618"/>
                  <a:pt x="76244" y="181834"/>
                  <a:pt x="75685" y="181156"/>
                </a:cubicBezTo>
                <a:cubicBezTo>
                  <a:pt x="75126" y="180478"/>
                  <a:pt x="73858" y="179724"/>
                  <a:pt x="72859" y="179480"/>
                </a:cubicBezTo>
                <a:lnTo>
                  <a:pt x="71038" y="179040"/>
                </a:lnTo>
                <a:lnTo>
                  <a:pt x="71427" y="182795"/>
                </a:lnTo>
                <a:cubicBezTo>
                  <a:pt x="71842" y="186827"/>
                  <a:pt x="70774" y="190651"/>
                  <a:pt x="69229" y="190651"/>
                </a:cubicBezTo>
                <a:cubicBezTo>
                  <a:pt x="68231" y="190651"/>
                  <a:pt x="67678" y="189270"/>
                  <a:pt x="67452" y="186168"/>
                </a:cubicBezTo>
                <a:cubicBezTo>
                  <a:pt x="67257" y="183430"/>
                  <a:pt x="65618" y="183901"/>
                  <a:pt x="65700" y="186670"/>
                </a:cubicBezTo>
                <a:cubicBezTo>
                  <a:pt x="65769" y="189213"/>
                  <a:pt x="62234" y="193716"/>
                  <a:pt x="60218" y="193641"/>
                </a:cubicBezTo>
                <a:cubicBezTo>
                  <a:pt x="58522" y="193578"/>
                  <a:pt x="58554" y="193415"/>
                  <a:pt x="59803" y="195814"/>
                </a:cubicBezTo>
                <a:cubicBezTo>
                  <a:pt x="60356" y="196875"/>
                  <a:pt x="60814" y="197409"/>
                  <a:pt x="60814" y="196994"/>
                </a:cubicBezTo>
                <a:cubicBezTo>
                  <a:pt x="60821" y="196077"/>
                  <a:pt x="64130" y="192680"/>
                  <a:pt x="65022" y="192680"/>
                </a:cubicBezTo>
                <a:cubicBezTo>
                  <a:pt x="65367" y="192680"/>
                  <a:pt x="65568" y="193666"/>
                  <a:pt x="65468" y="194878"/>
                </a:cubicBezTo>
                <a:cubicBezTo>
                  <a:pt x="65361" y="196084"/>
                  <a:pt x="65650" y="198344"/>
                  <a:pt x="66102" y="199902"/>
                </a:cubicBezTo>
                <a:lnTo>
                  <a:pt x="66931" y="202734"/>
                </a:lnTo>
                <a:lnTo>
                  <a:pt x="69173" y="201252"/>
                </a:lnTo>
                <a:lnTo>
                  <a:pt x="71408" y="199776"/>
                </a:lnTo>
                <a:lnTo>
                  <a:pt x="69324" y="198508"/>
                </a:lnTo>
                <a:close/>
                <a:moveTo>
                  <a:pt x="184484" y="201761"/>
                </a:moveTo>
                <a:cubicBezTo>
                  <a:pt x="184484" y="201183"/>
                  <a:pt x="184176" y="200900"/>
                  <a:pt x="183799" y="201133"/>
                </a:cubicBezTo>
                <a:cubicBezTo>
                  <a:pt x="183423" y="201365"/>
                  <a:pt x="183284" y="201842"/>
                  <a:pt x="183498" y="202188"/>
                </a:cubicBezTo>
                <a:cubicBezTo>
                  <a:pt x="184082" y="203123"/>
                  <a:pt x="184484" y="202947"/>
                  <a:pt x="184484" y="201761"/>
                </a:cubicBezTo>
                <a:close/>
                <a:moveTo>
                  <a:pt x="218276" y="200448"/>
                </a:moveTo>
                <a:cubicBezTo>
                  <a:pt x="218734" y="199895"/>
                  <a:pt x="218960" y="199437"/>
                  <a:pt x="218778" y="199437"/>
                </a:cubicBezTo>
                <a:cubicBezTo>
                  <a:pt x="218590" y="199437"/>
                  <a:pt x="218062" y="199895"/>
                  <a:pt x="217598" y="200448"/>
                </a:cubicBezTo>
                <a:cubicBezTo>
                  <a:pt x="217133" y="201007"/>
                  <a:pt x="216907" y="201465"/>
                  <a:pt x="217095" y="201465"/>
                </a:cubicBezTo>
                <a:cubicBezTo>
                  <a:pt x="217277" y="201465"/>
                  <a:pt x="217811" y="201007"/>
                  <a:pt x="218276" y="200448"/>
                </a:cubicBezTo>
                <a:close/>
                <a:moveTo>
                  <a:pt x="159314" y="194614"/>
                </a:moveTo>
                <a:cubicBezTo>
                  <a:pt x="161814" y="190790"/>
                  <a:pt x="162862" y="188529"/>
                  <a:pt x="162862" y="186921"/>
                </a:cubicBezTo>
                <a:cubicBezTo>
                  <a:pt x="162862" y="183769"/>
                  <a:pt x="161845" y="183455"/>
                  <a:pt x="159446" y="185854"/>
                </a:cubicBezTo>
                <a:cubicBezTo>
                  <a:pt x="157311" y="187989"/>
                  <a:pt x="153097" y="189270"/>
                  <a:pt x="151960" y="188133"/>
                </a:cubicBezTo>
                <a:cubicBezTo>
                  <a:pt x="151533" y="187706"/>
                  <a:pt x="152168" y="186714"/>
                  <a:pt x="153775" y="185307"/>
                </a:cubicBezTo>
                <a:cubicBezTo>
                  <a:pt x="156463" y="182940"/>
                  <a:pt x="156438" y="181772"/>
                  <a:pt x="153725" y="183222"/>
                </a:cubicBezTo>
                <a:cubicBezTo>
                  <a:pt x="152733" y="183756"/>
                  <a:pt x="151728" y="185144"/>
                  <a:pt x="151295" y="186588"/>
                </a:cubicBezTo>
                <a:cubicBezTo>
                  <a:pt x="150660" y="188698"/>
                  <a:pt x="150761" y="189370"/>
                  <a:pt x="151979" y="191367"/>
                </a:cubicBezTo>
                <a:cubicBezTo>
                  <a:pt x="152758" y="192648"/>
                  <a:pt x="153399" y="194375"/>
                  <a:pt x="153399" y="195211"/>
                </a:cubicBezTo>
                <a:cubicBezTo>
                  <a:pt x="153399" y="196052"/>
                  <a:pt x="153738" y="196737"/>
                  <a:pt x="154152" y="196737"/>
                </a:cubicBezTo>
                <a:cubicBezTo>
                  <a:pt x="154598" y="196737"/>
                  <a:pt x="154786" y="197534"/>
                  <a:pt x="154617" y="198690"/>
                </a:cubicBezTo>
                <a:cubicBezTo>
                  <a:pt x="154177" y="201673"/>
                  <a:pt x="155364" y="200643"/>
                  <a:pt x="159314" y="194614"/>
                </a:cubicBezTo>
                <a:close/>
                <a:moveTo>
                  <a:pt x="77167" y="198300"/>
                </a:moveTo>
                <a:cubicBezTo>
                  <a:pt x="76677" y="198106"/>
                  <a:pt x="76093" y="198131"/>
                  <a:pt x="75867" y="198351"/>
                </a:cubicBezTo>
                <a:cubicBezTo>
                  <a:pt x="75647" y="198577"/>
                  <a:pt x="76043" y="198740"/>
                  <a:pt x="76759" y="198709"/>
                </a:cubicBezTo>
                <a:cubicBezTo>
                  <a:pt x="77544" y="198677"/>
                  <a:pt x="77701" y="198514"/>
                  <a:pt x="77167" y="198300"/>
                </a:cubicBezTo>
                <a:close/>
                <a:moveTo>
                  <a:pt x="173337" y="197409"/>
                </a:moveTo>
                <a:cubicBezTo>
                  <a:pt x="173865" y="196548"/>
                  <a:pt x="172301" y="196548"/>
                  <a:pt x="170970" y="197409"/>
                </a:cubicBezTo>
                <a:cubicBezTo>
                  <a:pt x="170147" y="197942"/>
                  <a:pt x="170235" y="198068"/>
                  <a:pt x="171434" y="198074"/>
                </a:cubicBezTo>
                <a:cubicBezTo>
                  <a:pt x="172251" y="198081"/>
                  <a:pt x="173105" y="197779"/>
                  <a:pt x="173337" y="197409"/>
                </a:cubicBezTo>
                <a:close/>
                <a:moveTo>
                  <a:pt x="184113" y="196642"/>
                </a:moveTo>
                <a:cubicBezTo>
                  <a:pt x="184490" y="196303"/>
                  <a:pt x="183837" y="196058"/>
                  <a:pt x="182550" y="196058"/>
                </a:cubicBezTo>
                <a:cubicBezTo>
                  <a:pt x="181331" y="196058"/>
                  <a:pt x="179812" y="195776"/>
                  <a:pt x="179165" y="195430"/>
                </a:cubicBezTo>
                <a:cubicBezTo>
                  <a:pt x="178455" y="195047"/>
                  <a:pt x="177607" y="195041"/>
                  <a:pt x="177017" y="195418"/>
                </a:cubicBezTo>
                <a:cubicBezTo>
                  <a:pt x="176257" y="195901"/>
                  <a:pt x="176377" y="196040"/>
                  <a:pt x="177557" y="196046"/>
                </a:cubicBezTo>
                <a:cubicBezTo>
                  <a:pt x="178443" y="196052"/>
                  <a:pt x="179077" y="196473"/>
                  <a:pt x="179077" y="197057"/>
                </a:cubicBezTo>
                <a:cubicBezTo>
                  <a:pt x="179077" y="197811"/>
                  <a:pt x="179604" y="197955"/>
                  <a:pt x="181275" y="197641"/>
                </a:cubicBezTo>
                <a:cubicBezTo>
                  <a:pt x="182481" y="197415"/>
                  <a:pt x="183762" y="196969"/>
                  <a:pt x="184113" y="196642"/>
                </a:cubicBezTo>
                <a:close/>
                <a:moveTo>
                  <a:pt x="193546" y="193559"/>
                </a:moveTo>
                <a:cubicBezTo>
                  <a:pt x="191505" y="192071"/>
                  <a:pt x="191235" y="192573"/>
                  <a:pt x="192792" y="194947"/>
                </a:cubicBezTo>
                <a:cubicBezTo>
                  <a:pt x="194105" y="196938"/>
                  <a:pt x="194312" y="197044"/>
                  <a:pt x="194519" y="195826"/>
                </a:cubicBezTo>
                <a:cubicBezTo>
                  <a:pt x="194645" y="195060"/>
                  <a:pt x="194211" y="194049"/>
                  <a:pt x="193546" y="193559"/>
                </a:cubicBezTo>
                <a:close/>
                <a:moveTo>
                  <a:pt x="87529" y="195142"/>
                </a:moveTo>
                <a:cubicBezTo>
                  <a:pt x="86844" y="194639"/>
                  <a:pt x="86442" y="193804"/>
                  <a:pt x="86643" y="193283"/>
                </a:cubicBezTo>
                <a:cubicBezTo>
                  <a:pt x="86920" y="192561"/>
                  <a:pt x="86160" y="192303"/>
                  <a:pt x="83372" y="192177"/>
                </a:cubicBezTo>
                <a:cubicBezTo>
                  <a:pt x="81324" y="192090"/>
                  <a:pt x="79742" y="192309"/>
                  <a:pt x="79742" y="192686"/>
                </a:cubicBezTo>
                <a:cubicBezTo>
                  <a:pt x="79742" y="193057"/>
                  <a:pt x="80426" y="193358"/>
                  <a:pt x="81262" y="193358"/>
                </a:cubicBezTo>
                <a:cubicBezTo>
                  <a:pt x="82097" y="193358"/>
                  <a:pt x="83692" y="193948"/>
                  <a:pt x="84810" y="194658"/>
                </a:cubicBezTo>
                <a:cubicBezTo>
                  <a:pt x="87184" y="196184"/>
                  <a:pt x="89520" y="196592"/>
                  <a:pt x="87529" y="195142"/>
                </a:cubicBezTo>
                <a:close/>
                <a:moveTo>
                  <a:pt x="189395" y="194306"/>
                </a:moveTo>
                <a:cubicBezTo>
                  <a:pt x="189690" y="192749"/>
                  <a:pt x="189615" y="192667"/>
                  <a:pt x="188717" y="193565"/>
                </a:cubicBezTo>
                <a:cubicBezTo>
                  <a:pt x="188158" y="194124"/>
                  <a:pt x="187913" y="194909"/>
                  <a:pt x="188164" y="195317"/>
                </a:cubicBezTo>
                <a:cubicBezTo>
                  <a:pt x="188836" y="196404"/>
                  <a:pt x="189024" y="196247"/>
                  <a:pt x="189395" y="194306"/>
                </a:cubicBezTo>
                <a:close/>
                <a:moveTo>
                  <a:pt x="178116" y="192278"/>
                </a:moveTo>
                <a:cubicBezTo>
                  <a:pt x="180057" y="191141"/>
                  <a:pt x="181105" y="190055"/>
                  <a:pt x="181105" y="189182"/>
                </a:cubicBezTo>
                <a:cubicBezTo>
                  <a:pt x="181105" y="188008"/>
                  <a:pt x="180848" y="188102"/>
                  <a:pt x="179027" y="189923"/>
                </a:cubicBezTo>
                <a:cubicBezTo>
                  <a:pt x="177884" y="191066"/>
                  <a:pt x="176213" y="192190"/>
                  <a:pt x="175309" y="192416"/>
                </a:cubicBezTo>
                <a:cubicBezTo>
                  <a:pt x="174411" y="192642"/>
                  <a:pt x="173670" y="193094"/>
                  <a:pt x="173670" y="193427"/>
                </a:cubicBezTo>
                <a:cubicBezTo>
                  <a:pt x="173670" y="194451"/>
                  <a:pt x="174995" y="194105"/>
                  <a:pt x="178116" y="192278"/>
                </a:cubicBezTo>
                <a:close/>
                <a:moveTo>
                  <a:pt x="139206" y="190180"/>
                </a:moveTo>
                <a:cubicBezTo>
                  <a:pt x="139206" y="188422"/>
                  <a:pt x="138992" y="187888"/>
                  <a:pt x="138496" y="188391"/>
                </a:cubicBezTo>
                <a:cubicBezTo>
                  <a:pt x="137868" y="189019"/>
                  <a:pt x="138251" y="192680"/>
                  <a:pt x="138942" y="192680"/>
                </a:cubicBezTo>
                <a:cubicBezTo>
                  <a:pt x="139087" y="192680"/>
                  <a:pt x="139206" y="191556"/>
                  <a:pt x="139206" y="190180"/>
                </a:cubicBezTo>
                <a:close/>
                <a:moveTo>
                  <a:pt x="124656" y="183725"/>
                </a:moveTo>
                <a:cubicBezTo>
                  <a:pt x="126634" y="179542"/>
                  <a:pt x="128794" y="174575"/>
                  <a:pt x="129460" y="172678"/>
                </a:cubicBezTo>
                <a:cubicBezTo>
                  <a:pt x="130659" y="169256"/>
                  <a:pt x="130659" y="169231"/>
                  <a:pt x="129121" y="167070"/>
                </a:cubicBezTo>
                <a:cubicBezTo>
                  <a:pt x="127306" y="164515"/>
                  <a:pt x="126295" y="164634"/>
                  <a:pt x="125554" y="167485"/>
                </a:cubicBezTo>
                <a:cubicBezTo>
                  <a:pt x="124970" y="169733"/>
                  <a:pt x="120611" y="174035"/>
                  <a:pt x="119569" y="173394"/>
                </a:cubicBezTo>
                <a:cubicBezTo>
                  <a:pt x="118639" y="172823"/>
                  <a:pt x="118790" y="171265"/>
                  <a:pt x="119996" y="168929"/>
                </a:cubicBezTo>
                <a:cubicBezTo>
                  <a:pt x="121403" y="166210"/>
                  <a:pt x="120712" y="165670"/>
                  <a:pt x="118658" y="167887"/>
                </a:cubicBezTo>
                <a:cubicBezTo>
                  <a:pt x="117754" y="168860"/>
                  <a:pt x="115631" y="170003"/>
                  <a:pt x="113923" y="170436"/>
                </a:cubicBezTo>
                <a:cubicBezTo>
                  <a:pt x="112221" y="170863"/>
                  <a:pt x="110827" y="171284"/>
                  <a:pt x="110827" y="171372"/>
                </a:cubicBezTo>
                <a:cubicBezTo>
                  <a:pt x="110827" y="171460"/>
                  <a:pt x="111104" y="172408"/>
                  <a:pt x="111449" y="173488"/>
                </a:cubicBezTo>
                <a:cubicBezTo>
                  <a:pt x="111788" y="174562"/>
                  <a:pt x="112246" y="176283"/>
                  <a:pt x="112473" y="177307"/>
                </a:cubicBezTo>
                <a:cubicBezTo>
                  <a:pt x="112831" y="178933"/>
                  <a:pt x="113195" y="179166"/>
                  <a:pt x="115443" y="179166"/>
                </a:cubicBezTo>
                <a:cubicBezTo>
                  <a:pt x="118545" y="179166"/>
                  <a:pt x="121019" y="180698"/>
                  <a:pt x="119839" y="181897"/>
                </a:cubicBezTo>
                <a:cubicBezTo>
                  <a:pt x="118683" y="183065"/>
                  <a:pt x="113057" y="183555"/>
                  <a:pt x="111895" y="182588"/>
                </a:cubicBezTo>
                <a:cubicBezTo>
                  <a:pt x="111116" y="181941"/>
                  <a:pt x="110777" y="182048"/>
                  <a:pt x="110199" y="183128"/>
                </a:cubicBezTo>
                <a:cubicBezTo>
                  <a:pt x="109797" y="183875"/>
                  <a:pt x="109477" y="184579"/>
                  <a:pt x="109471" y="184692"/>
                </a:cubicBezTo>
                <a:cubicBezTo>
                  <a:pt x="109471" y="184811"/>
                  <a:pt x="111148" y="184805"/>
                  <a:pt x="113188" y="184679"/>
                </a:cubicBezTo>
                <a:cubicBezTo>
                  <a:pt x="116215" y="184491"/>
                  <a:pt x="116906" y="184642"/>
                  <a:pt x="116906" y="185502"/>
                </a:cubicBezTo>
                <a:cubicBezTo>
                  <a:pt x="116906" y="187034"/>
                  <a:pt x="113138" y="188755"/>
                  <a:pt x="110319" y="188510"/>
                </a:cubicBezTo>
                <a:cubicBezTo>
                  <a:pt x="107172" y="188240"/>
                  <a:pt x="106551" y="189766"/>
                  <a:pt x="109603" y="190262"/>
                </a:cubicBezTo>
                <a:cubicBezTo>
                  <a:pt x="114432" y="191047"/>
                  <a:pt x="115317" y="191148"/>
                  <a:pt x="118137" y="191235"/>
                </a:cubicBezTo>
                <a:lnTo>
                  <a:pt x="121057" y="191330"/>
                </a:lnTo>
                <a:lnTo>
                  <a:pt x="124656" y="183725"/>
                </a:lnTo>
                <a:close/>
                <a:moveTo>
                  <a:pt x="135564" y="190256"/>
                </a:moveTo>
                <a:cubicBezTo>
                  <a:pt x="135338" y="189672"/>
                  <a:pt x="135143" y="188837"/>
                  <a:pt x="135130" y="188403"/>
                </a:cubicBezTo>
                <a:cubicBezTo>
                  <a:pt x="135124" y="187964"/>
                  <a:pt x="134804" y="188146"/>
                  <a:pt x="134421" y="188799"/>
                </a:cubicBezTo>
                <a:cubicBezTo>
                  <a:pt x="133680" y="190067"/>
                  <a:pt x="134100" y="191330"/>
                  <a:pt x="135269" y="191330"/>
                </a:cubicBezTo>
                <a:cubicBezTo>
                  <a:pt x="135658" y="191330"/>
                  <a:pt x="135790" y="190846"/>
                  <a:pt x="135564" y="190256"/>
                </a:cubicBezTo>
                <a:close/>
                <a:moveTo>
                  <a:pt x="147439" y="185496"/>
                </a:moveTo>
                <a:cubicBezTo>
                  <a:pt x="148745" y="184070"/>
                  <a:pt x="148739" y="184058"/>
                  <a:pt x="147018" y="183624"/>
                </a:cubicBezTo>
                <a:cubicBezTo>
                  <a:pt x="146070" y="183386"/>
                  <a:pt x="145291" y="182770"/>
                  <a:pt x="145291" y="182255"/>
                </a:cubicBezTo>
                <a:cubicBezTo>
                  <a:pt x="145291" y="181200"/>
                  <a:pt x="148663" y="179837"/>
                  <a:pt x="151288" y="179837"/>
                </a:cubicBezTo>
                <a:lnTo>
                  <a:pt x="153028" y="179837"/>
                </a:lnTo>
                <a:lnTo>
                  <a:pt x="150943" y="177935"/>
                </a:lnTo>
                <a:cubicBezTo>
                  <a:pt x="148312" y="175536"/>
                  <a:pt x="146817" y="171454"/>
                  <a:pt x="148035" y="169991"/>
                </a:cubicBezTo>
                <a:cubicBezTo>
                  <a:pt x="148764" y="169111"/>
                  <a:pt x="149084" y="169174"/>
                  <a:pt x="150547" y="170524"/>
                </a:cubicBezTo>
                <a:cubicBezTo>
                  <a:pt x="151464" y="171372"/>
                  <a:pt x="152626" y="172980"/>
                  <a:pt x="153122" y="174098"/>
                </a:cubicBezTo>
                <a:cubicBezTo>
                  <a:pt x="153681" y="175354"/>
                  <a:pt x="154033" y="175674"/>
                  <a:pt x="154052" y="174939"/>
                </a:cubicBezTo>
                <a:cubicBezTo>
                  <a:pt x="154089" y="173055"/>
                  <a:pt x="156482" y="173545"/>
                  <a:pt x="158410" y="175837"/>
                </a:cubicBezTo>
                <a:cubicBezTo>
                  <a:pt x="160049" y="177784"/>
                  <a:pt x="160470" y="179002"/>
                  <a:pt x="160206" y="181024"/>
                </a:cubicBezTo>
                <a:cubicBezTo>
                  <a:pt x="160149" y="181489"/>
                  <a:pt x="160570" y="181866"/>
                  <a:pt x="161142" y="181866"/>
                </a:cubicBezTo>
                <a:cubicBezTo>
                  <a:pt x="162548" y="181866"/>
                  <a:pt x="162467" y="181188"/>
                  <a:pt x="160507" y="176767"/>
                </a:cubicBezTo>
                <a:cubicBezTo>
                  <a:pt x="159590" y="174688"/>
                  <a:pt x="158529" y="173174"/>
                  <a:pt x="158159" y="173401"/>
                </a:cubicBezTo>
                <a:cubicBezTo>
                  <a:pt x="157788" y="173633"/>
                  <a:pt x="156790" y="173476"/>
                  <a:pt x="155948" y="173055"/>
                </a:cubicBezTo>
                <a:cubicBezTo>
                  <a:pt x="153983" y="172069"/>
                  <a:pt x="147992" y="165613"/>
                  <a:pt x="147992" y="164483"/>
                </a:cubicBezTo>
                <a:cubicBezTo>
                  <a:pt x="147992" y="163981"/>
                  <a:pt x="147169" y="163623"/>
                  <a:pt x="146038" y="163623"/>
                </a:cubicBezTo>
                <a:cubicBezTo>
                  <a:pt x="144173" y="163623"/>
                  <a:pt x="143998" y="163899"/>
                  <a:pt x="142063" y="169871"/>
                </a:cubicBezTo>
                <a:cubicBezTo>
                  <a:pt x="140399" y="175014"/>
                  <a:pt x="140204" y="176220"/>
                  <a:pt x="140977" y="176666"/>
                </a:cubicBezTo>
                <a:cubicBezTo>
                  <a:pt x="142044" y="177282"/>
                  <a:pt x="142195" y="180541"/>
                  <a:pt x="141297" y="183681"/>
                </a:cubicBezTo>
                <a:cubicBezTo>
                  <a:pt x="140820" y="185345"/>
                  <a:pt x="140902" y="185910"/>
                  <a:pt x="141668" y="186199"/>
                </a:cubicBezTo>
                <a:cubicBezTo>
                  <a:pt x="142208" y="186413"/>
                  <a:pt x="142986" y="187537"/>
                  <a:pt x="143395" y="188711"/>
                </a:cubicBezTo>
                <a:lnTo>
                  <a:pt x="144136" y="190846"/>
                </a:lnTo>
                <a:lnTo>
                  <a:pt x="145134" y="188887"/>
                </a:lnTo>
                <a:cubicBezTo>
                  <a:pt x="145681" y="187813"/>
                  <a:pt x="146717" y="186287"/>
                  <a:pt x="147439" y="185496"/>
                </a:cubicBezTo>
                <a:close/>
                <a:moveTo>
                  <a:pt x="103392" y="187273"/>
                </a:moveTo>
                <a:cubicBezTo>
                  <a:pt x="103392" y="185709"/>
                  <a:pt x="102236" y="185558"/>
                  <a:pt x="100472" y="186896"/>
                </a:cubicBezTo>
                <a:cubicBezTo>
                  <a:pt x="99279" y="187800"/>
                  <a:pt x="99279" y="187844"/>
                  <a:pt x="100472" y="188152"/>
                </a:cubicBezTo>
                <a:cubicBezTo>
                  <a:pt x="102864" y="188767"/>
                  <a:pt x="103392" y="188610"/>
                  <a:pt x="103392" y="187273"/>
                </a:cubicBezTo>
                <a:close/>
                <a:moveTo>
                  <a:pt x="106149" y="184736"/>
                </a:moveTo>
                <a:cubicBezTo>
                  <a:pt x="105590" y="183775"/>
                  <a:pt x="105458" y="183995"/>
                  <a:pt x="105458" y="185923"/>
                </a:cubicBezTo>
                <a:cubicBezTo>
                  <a:pt x="105458" y="187851"/>
                  <a:pt x="105590" y="188070"/>
                  <a:pt x="106149" y="187103"/>
                </a:cubicBezTo>
                <a:cubicBezTo>
                  <a:pt x="106620" y="186299"/>
                  <a:pt x="106620" y="185540"/>
                  <a:pt x="106149" y="184736"/>
                </a:cubicBezTo>
                <a:close/>
                <a:moveTo>
                  <a:pt x="166228" y="183386"/>
                </a:moveTo>
                <a:cubicBezTo>
                  <a:pt x="166235" y="182921"/>
                  <a:pt x="165933" y="182544"/>
                  <a:pt x="165563" y="182544"/>
                </a:cubicBezTo>
                <a:cubicBezTo>
                  <a:pt x="165192" y="182544"/>
                  <a:pt x="164891" y="183379"/>
                  <a:pt x="164897" y="184403"/>
                </a:cubicBezTo>
                <a:cubicBezTo>
                  <a:pt x="164903" y="185847"/>
                  <a:pt x="165054" y="186036"/>
                  <a:pt x="165563" y="185244"/>
                </a:cubicBezTo>
                <a:cubicBezTo>
                  <a:pt x="165921" y="184686"/>
                  <a:pt x="166222" y="183850"/>
                  <a:pt x="166228" y="183386"/>
                </a:cubicBezTo>
                <a:close/>
                <a:moveTo>
                  <a:pt x="97313" y="183517"/>
                </a:moveTo>
                <a:cubicBezTo>
                  <a:pt x="97313" y="183354"/>
                  <a:pt x="96836" y="183216"/>
                  <a:pt x="96258" y="183216"/>
                </a:cubicBezTo>
                <a:cubicBezTo>
                  <a:pt x="95680" y="183216"/>
                  <a:pt x="95398" y="183530"/>
                  <a:pt x="95630" y="183907"/>
                </a:cubicBezTo>
                <a:cubicBezTo>
                  <a:pt x="96013" y="184529"/>
                  <a:pt x="97313" y="184227"/>
                  <a:pt x="97313" y="183517"/>
                </a:cubicBezTo>
                <a:close/>
                <a:moveTo>
                  <a:pt x="102393" y="179649"/>
                </a:moveTo>
                <a:cubicBezTo>
                  <a:pt x="101640" y="177068"/>
                  <a:pt x="100905" y="175825"/>
                  <a:pt x="99988" y="175580"/>
                </a:cubicBezTo>
                <a:cubicBezTo>
                  <a:pt x="98695" y="175241"/>
                  <a:pt x="98695" y="175285"/>
                  <a:pt x="100051" y="177194"/>
                </a:cubicBezTo>
                <a:cubicBezTo>
                  <a:pt x="100817" y="178267"/>
                  <a:pt x="101502" y="179988"/>
                  <a:pt x="101577" y="181012"/>
                </a:cubicBezTo>
                <a:cubicBezTo>
                  <a:pt x="101690" y="182695"/>
                  <a:pt x="102657" y="184183"/>
                  <a:pt x="103241" y="183593"/>
                </a:cubicBezTo>
                <a:cubicBezTo>
                  <a:pt x="103367" y="183467"/>
                  <a:pt x="102984" y="181690"/>
                  <a:pt x="102393" y="179649"/>
                </a:cubicBezTo>
                <a:close/>
                <a:moveTo>
                  <a:pt x="108460" y="177476"/>
                </a:moveTo>
                <a:cubicBezTo>
                  <a:pt x="108460" y="175435"/>
                  <a:pt x="108234" y="173759"/>
                  <a:pt x="107951" y="173759"/>
                </a:cubicBezTo>
                <a:cubicBezTo>
                  <a:pt x="107675" y="173759"/>
                  <a:pt x="107449" y="174142"/>
                  <a:pt x="107449" y="174613"/>
                </a:cubicBezTo>
                <a:cubicBezTo>
                  <a:pt x="107449" y="175084"/>
                  <a:pt x="106802" y="176672"/>
                  <a:pt x="106011" y="178142"/>
                </a:cubicBezTo>
                <a:cubicBezTo>
                  <a:pt x="104805" y="180403"/>
                  <a:pt x="104767" y="180666"/>
                  <a:pt x="105772" y="179825"/>
                </a:cubicBezTo>
                <a:cubicBezTo>
                  <a:pt x="106833" y="178946"/>
                  <a:pt x="107053" y="178971"/>
                  <a:pt x="107712" y="180013"/>
                </a:cubicBezTo>
                <a:cubicBezTo>
                  <a:pt x="108121" y="180660"/>
                  <a:pt x="108453" y="181194"/>
                  <a:pt x="108460" y="181194"/>
                </a:cubicBezTo>
                <a:cubicBezTo>
                  <a:pt x="108460" y="181194"/>
                  <a:pt x="108460" y="179517"/>
                  <a:pt x="108460" y="177476"/>
                </a:cubicBezTo>
                <a:close/>
                <a:moveTo>
                  <a:pt x="170700" y="177991"/>
                </a:moveTo>
                <a:cubicBezTo>
                  <a:pt x="170159" y="177451"/>
                  <a:pt x="169883" y="177822"/>
                  <a:pt x="169299" y="179837"/>
                </a:cubicBezTo>
                <a:lnTo>
                  <a:pt x="168816" y="181527"/>
                </a:lnTo>
                <a:lnTo>
                  <a:pt x="169965" y="179963"/>
                </a:lnTo>
                <a:cubicBezTo>
                  <a:pt x="170593" y="179103"/>
                  <a:pt x="170926" y="178217"/>
                  <a:pt x="170700" y="177991"/>
                </a:cubicBezTo>
                <a:close/>
                <a:moveTo>
                  <a:pt x="96817" y="177815"/>
                </a:moveTo>
                <a:cubicBezTo>
                  <a:pt x="96584" y="176076"/>
                  <a:pt x="96723" y="175109"/>
                  <a:pt x="97200" y="175109"/>
                </a:cubicBezTo>
                <a:cubicBezTo>
                  <a:pt x="97608" y="175109"/>
                  <a:pt x="97194" y="174003"/>
                  <a:pt x="96277" y="172647"/>
                </a:cubicBezTo>
                <a:cubicBezTo>
                  <a:pt x="94481" y="170003"/>
                  <a:pt x="94211" y="169030"/>
                  <a:pt x="95285" y="169030"/>
                </a:cubicBezTo>
                <a:cubicBezTo>
                  <a:pt x="96616" y="169030"/>
                  <a:pt x="95925" y="167152"/>
                  <a:pt x="94449" y="166763"/>
                </a:cubicBezTo>
                <a:cubicBezTo>
                  <a:pt x="92572" y="166273"/>
                  <a:pt x="92597" y="166235"/>
                  <a:pt x="89859" y="172584"/>
                </a:cubicBezTo>
                <a:cubicBezTo>
                  <a:pt x="87271" y="178581"/>
                  <a:pt x="87479" y="179241"/>
                  <a:pt x="92050" y="179668"/>
                </a:cubicBezTo>
                <a:lnTo>
                  <a:pt x="94939" y="179938"/>
                </a:lnTo>
                <a:lnTo>
                  <a:pt x="93344" y="178242"/>
                </a:lnTo>
                <a:cubicBezTo>
                  <a:pt x="91297" y="176063"/>
                  <a:pt x="90443" y="170380"/>
                  <a:pt x="92163" y="170380"/>
                </a:cubicBezTo>
                <a:cubicBezTo>
                  <a:pt x="93595" y="170380"/>
                  <a:pt x="95956" y="174236"/>
                  <a:pt x="95956" y="176572"/>
                </a:cubicBezTo>
                <a:cubicBezTo>
                  <a:pt x="95956" y="178280"/>
                  <a:pt x="96541" y="180516"/>
                  <a:pt x="96980" y="180516"/>
                </a:cubicBezTo>
                <a:cubicBezTo>
                  <a:pt x="97093" y="180516"/>
                  <a:pt x="97018" y="179297"/>
                  <a:pt x="96817" y="177815"/>
                </a:cubicBezTo>
                <a:close/>
                <a:moveTo>
                  <a:pt x="154749" y="177815"/>
                </a:moveTo>
                <a:cubicBezTo>
                  <a:pt x="154322" y="177005"/>
                  <a:pt x="153819" y="176490"/>
                  <a:pt x="153637" y="176672"/>
                </a:cubicBezTo>
                <a:cubicBezTo>
                  <a:pt x="153455" y="176855"/>
                  <a:pt x="153694" y="177627"/>
                  <a:pt x="154171" y="178393"/>
                </a:cubicBezTo>
                <a:cubicBezTo>
                  <a:pt x="155295" y="180195"/>
                  <a:pt x="155772" y="179718"/>
                  <a:pt x="154749" y="177815"/>
                </a:cubicBezTo>
                <a:close/>
                <a:moveTo>
                  <a:pt x="165236" y="175787"/>
                </a:moveTo>
                <a:cubicBezTo>
                  <a:pt x="165751" y="175787"/>
                  <a:pt x="166517" y="176314"/>
                  <a:pt x="166932" y="176968"/>
                </a:cubicBezTo>
                <a:cubicBezTo>
                  <a:pt x="167610" y="178023"/>
                  <a:pt x="167641" y="178004"/>
                  <a:pt x="167202" y="176798"/>
                </a:cubicBezTo>
                <a:cubicBezTo>
                  <a:pt x="166932" y="176057"/>
                  <a:pt x="166505" y="174079"/>
                  <a:pt x="166253" y="172408"/>
                </a:cubicBezTo>
                <a:cubicBezTo>
                  <a:pt x="165808" y="169438"/>
                  <a:pt x="165374" y="169614"/>
                  <a:pt x="164639" y="173080"/>
                </a:cubicBezTo>
                <a:cubicBezTo>
                  <a:pt x="164137" y="175429"/>
                  <a:pt x="163660" y="178406"/>
                  <a:pt x="164011" y="176968"/>
                </a:cubicBezTo>
                <a:cubicBezTo>
                  <a:pt x="164175" y="176314"/>
                  <a:pt x="164727" y="175787"/>
                  <a:pt x="165236" y="175787"/>
                </a:cubicBezTo>
                <a:close/>
                <a:moveTo>
                  <a:pt x="71967" y="175787"/>
                </a:moveTo>
                <a:cubicBezTo>
                  <a:pt x="71741" y="175410"/>
                  <a:pt x="70887" y="175140"/>
                  <a:pt x="70071" y="175178"/>
                </a:cubicBezTo>
                <a:cubicBezTo>
                  <a:pt x="68696" y="175241"/>
                  <a:pt x="68708" y="175278"/>
                  <a:pt x="70278" y="175787"/>
                </a:cubicBezTo>
                <a:cubicBezTo>
                  <a:pt x="71208" y="176082"/>
                  <a:pt x="72062" y="176358"/>
                  <a:pt x="72181" y="176396"/>
                </a:cubicBezTo>
                <a:cubicBezTo>
                  <a:pt x="72294" y="176427"/>
                  <a:pt x="72200" y="176157"/>
                  <a:pt x="71967" y="175787"/>
                </a:cubicBezTo>
                <a:close/>
                <a:moveTo>
                  <a:pt x="66730" y="174380"/>
                </a:moveTo>
                <a:cubicBezTo>
                  <a:pt x="64940" y="173331"/>
                  <a:pt x="65267" y="171730"/>
                  <a:pt x="67276" y="171730"/>
                </a:cubicBezTo>
                <a:cubicBezTo>
                  <a:pt x="68231" y="171730"/>
                  <a:pt x="68840" y="171454"/>
                  <a:pt x="68633" y="171121"/>
                </a:cubicBezTo>
                <a:cubicBezTo>
                  <a:pt x="68419" y="170782"/>
                  <a:pt x="67647" y="170663"/>
                  <a:pt x="66912" y="170857"/>
                </a:cubicBezTo>
                <a:cubicBezTo>
                  <a:pt x="66177" y="171046"/>
                  <a:pt x="64356" y="170568"/>
                  <a:pt x="62862" y="169790"/>
                </a:cubicBezTo>
                <a:cubicBezTo>
                  <a:pt x="60645" y="168634"/>
                  <a:pt x="60142" y="168559"/>
                  <a:pt x="60142" y="169375"/>
                </a:cubicBezTo>
                <a:cubicBezTo>
                  <a:pt x="60142" y="169928"/>
                  <a:pt x="60425" y="170380"/>
                  <a:pt x="60764" y="170380"/>
                </a:cubicBezTo>
                <a:cubicBezTo>
                  <a:pt x="61103" y="170380"/>
                  <a:pt x="62391" y="171441"/>
                  <a:pt x="63615" y="172741"/>
                </a:cubicBezTo>
                <a:cubicBezTo>
                  <a:pt x="64846" y="174047"/>
                  <a:pt x="66309" y="175102"/>
                  <a:pt x="66881" y="175090"/>
                </a:cubicBezTo>
                <a:cubicBezTo>
                  <a:pt x="67716" y="175071"/>
                  <a:pt x="67691" y="174939"/>
                  <a:pt x="66730" y="174380"/>
                </a:cubicBezTo>
                <a:close/>
                <a:moveTo>
                  <a:pt x="84967" y="168521"/>
                </a:moveTo>
                <a:cubicBezTo>
                  <a:pt x="87158" y="164257"/>
                  <a:pt x="88753" y="160024"/>
                  <a:pt x="89488" y="156526"/>
                </a:cubicBezTo>
                <a:cubicBezTo>
                  <a:pt x="90110" y="153550"/>
                  <a:pt x="91718" y="148903"/>
                  <a:pt x="93055" y="146190"/>
                </a:cubicBezTo>
                <a:cubicBezTo>
                  <a:pt x="94908" y="142460"/>
                  <a:pt x="95310" y="141072"/>
                  <a:pt x="94713" y="140481"/>
                </a:cubicBezTo>
                <a:cubicBezTo>
                  <a:pt x="94123" y="139891"/>
                  <a:pt x="93733" y="139897"/>
                  <a:pt x="93118" y="140513"/>
                </a:cubicBezTo>
                <a:cubicBezTo>
                  <a:pt x="92672" y="140959"/>
                  <a:pt x="91743" y="141323"/>
                  <a:pt x="91052" y="141323"/>
                </a:cubicBezTo>
                <a:cubicBezTo>
                  <a:pt x="90355" y="141323"/>
                  <a:pt x="89991" y="141631"/>
                  <a:pt x="90236" y="142026"/>
                </a:cubicBezTo>
                <a:cubicBezTo>
                  <a:pt x="91027" y="143307"/>
                  <a:pt x="89155" y="144614"/>
                  <a:pt x="85431" y="145386"/>
                </a:cubicBezTo>
                <a:cubicBezTo>
                  <a:pt x="82423" y="146008"/>
                  <a:pt x="81406" y="145970"/>
                  <a:pt x="79767" y="145154"/>
                </a:cubicBezTo>
                <a:cubicBezTo>
                  <a:pt x="77575" y="144055"/>
                  <a:pt x="77249" y="144262"/>
                  <a:pt x="75798" y="147653"/>
                </a:cubicBezTo>
                <a:cubicBezTo>
                  <a:pt x="75045" y="149418"/>
                  <a:pt x="75076" y="149543"/>
                  <a:pt x="76169" y="149079"/>
                </a:cubicBezTo>
                <a:cubicBezTo>
                  <a:pt x="78323" y="148162"/>
                  <a:pt x="85205" y="147866"/>
                  <a:pt x="85990" y="148651"/>
                </a:cubicBezTo>
                <a:cubicBezTo>
                  <a:pt x="88025" y="150686"/>
                  <a:pt x="78310" y="155277"/>
                  <a:pt x="75578" y="153575"/>
                </a:cubicBezTo>
                <a:cubicBezTo>
                  <a:pt x="74561" y="152941"/>
                  <a:pt x="74109" y="153211"/>
                  <a:pt x="72664" y="155340"/>
                </a:cubicBezTo>
                <a:cubicBezTo>
                  <a:pt x="70919" y="157902"/>
                  <a:pt x="70561" y="158951"/>
                  <a:pt x="71465" y="158812"/>
                </a:cubicBezTo>
                <a:cubicBezTo>
                  <a:pt x="73205" y="158536"/>
                  <a:pt x="73657" y="159108"/>
                  <a:pt x="73657" y="161557"/>
                </a:cubicBezTo>
                <a:cubicBezTo>
                  <a:pt x="73657" y="163020"/>
                  <a:pt x="73964" y="164408"/>
                  <a:pt x="74335" y="164634"/>
                </a:cubicBezTo>
                <a:cubicBezTo>
                  <a:pt x="74705" y="164866"/>
                  <a:pt x="75013" y="164728"/>
                  <a:pt x="75013" y="164339"/>
                </a:cubicBezTo>
                <a:cubicBezTo>
                  <a:pt x="75013" y="163215"/>
                  <a:pt x="76847" y="163497"/>
                  <a:pt x="77305" y="164690"/>
                </a:cubicBezTo>
                <a:cubicBezTo>
                  <a:pt x="77531" y="165281"/>
                  <a:pt x="77713" y="166675"/>
                  <a:pt x="77713" y="167793"/>
                </a:cubicBezTo>
                <a:cubicBezTo>
                  <a:pt x="77713" y="168923"/>
                  <a:pt x="78536" y="170989"/>
                  <a:pt x="79572" y="172452"/>
                </a:cubicBezTo>
                <a:cubicBezTo>
                  <a:pt x="80596" y="173897"/>
                  <a:pt x="81463" y="175090"/>
                  <a:pt x="81506" y="175096"/>
                </a:cubicBezTo>
                <a:cubicBezTo>
                  <a:pt x="81550" y="175102"/>
                  <a:pt x="83108" y="172145"/>
                  <a:pt x="84967" y="168521"/>
                </a:cubicBezTo>
                <a:close/>
                <a:moveTo>
                  <a:pt x="56092" y="174167"/>
                </a:moveTo>
                <a:cubicBezTo>
                  <a:pt x="56092" y="174022"/>
                  <a:pt x="55615" y="173721"/>
                  <a:pt x="55043" y="173501"/>
                </a:cubicBezTo>
                <a:cubicBezTo>
                  <a:pt x="54440" y="173269"/>
                  <a:pt x="54170" y="173382"/>
                  <a:pt x="54403" y="173765"/>
                </a:cubicBezTo>
                <a:cubicBezTo>
                  <a:pt x="54798" y="174405"/>
                  <a:pt x="56092" y="174713"/>
                  <a:pt x="56092" y="174167"/>
                </a:cubicBezTo>
                <a:close/>
                <a:moveTo>
                  <a:pt x="173764" y="173759"/>
                </a:moveTo>
                <a:cubicBezTo>
                  <a:pt x="174888" y="173759"/>
                  <a:pt x="179347" y="163522"/>
                  <a:pt x="179341" y="160960"/>
                </a:cubicBezTo>
                <a:cubicBezTo>
                  <a:pt x="179334" y="159635"/>
                  <a:pt x="179724" y="158247"/>
                  <a:pt x="180201" y="157877"/>
                </a:cubicBezTo>
                <a:cubicBezTo>
                  <a:pt x="181275" y="157041"/>
                  <a:pt x="183240" y="145267"/>
                  <a:pt x="182443" y="144438"/>
                </a:cubicBezTo>
                <a:cubicBezTo>
                  <a:pt x="182116" y="144092"/>
                  <a:pt x="181375" y="144337"/>
                  <a:pt x="180710" y="145003"/>
                </a:cubicBezTo>
                <a:cubicBezTo>
                  <a:pt x="179830" y="145882"/>
                  <a:pt x="178662" y="146108"/>
                  <a:pt x="175937" y="145939"/>
                </a:cubicBezTo>
                <a:cubicBezTo>
                  <a:pt x="173814" y="145807"/>
                  <a:pt x="172219" y="146008"/>
                  <a:pt x="172062" y="146428"/>
                </a:cubicBezTo>
                <a:cubicBezTo>
                  <a:pt x="171912" y="146824"/>
                  <a:pt x="170593" y="147502"/>
                  <a:pt x="169142" y="147942"/>
                </a:cubicBezTo>
                <a:cubicBezTo>
                  <a:pt x="167685" y="148375"/>
                  <a:pt x="165776" y="149499"/>
                  <a:pt x="164897" y="150435"/>
                </a:cubicBezTo>
                <a:lnTo>
                  <a:pt x="163302" y="152131"/>
                </a:lnTo>
                <a:lnTo>
                  <a:pt x="165487" y="152131"/>
                </a:lnTo>
                <a:cubicBezTo>
                  <a:pt x="170034" y="152131"/>
                  <a:pt x="172094" y="155007"/>
                  <a:pt x="168169" y="155873"/>
                </a:cubicBezTo>
                <a:cubicBezTo>
                  <a:pt x="163942" y="156803"/>
                  <a:pt x="161204" y="162254"/>
                  <a:pt x="163120" y="165946"/>
                </a:cubicBezTo>
                <a:cubicBezTo>
                  <a:pt x="163993" y="167623"/>
                  <a:pt x="164118" y="167673"/>
                  <a:pt x="164495" y="166493"/>
                </a:cubicBezTo>
                <a:cubicBezTo>
                  <a:pt x="164721" y="165777"/>
                  <a:pt x="165669" y="164471"/>
                  <a:pt x="166599" y="163604"/>
                </a:cubicBezTo>
                <a:cubicBezTo>
                  <a:pt x="168703" y="161619"/>
                  <a:pt x="170304" y="162599"/>
                  <a:pt x="169136" y="165155"/>
                </a:cubicBezTo>
                <a:cubicBezTo>
                  <a:pt x="168596" y="166336"/>
                  <a:pt x="168652" y="167039"/>
                  <a:pt x="169356" y="168006"/>
                </a:cubicBezTo>
                <a:cubicBezTo>
                  <a:pt x="169871" y="168709"/>
                  <a:pt x="170291" y="169972"/>
                  <a:pt x="170291" y="170807"/>
                </a:cubicBezTo>
                <a:cubicBezTo>
                  <a:pt x="170291" y="171642"/>
                  <a:pt x="170605" y="172515"/>
                  <a:pt x="170982" y="172754"/>
                </a:cubicBezTo>
                <a:cubicBezTo>
                  <a:pt x="171359" y="172986"/>
                  <a:pt x="171459" y="173507"/>
                  <a:pt x="171208" y="173922"/>
                </a:cubicBezTo>
                <a:cubicBezTo>
                  <a:pt x="170907" y="174405"/>
                  <a:pt x="171158" y="174506"/>
                  <a:pt x="171930" y="174211"/>
                </a:cubicBezTo>
                <a:cubicBezTo>
                  <a:pt x="172577" y="173959"/>
                  <a:pt x="173400" y="173759"/>
                  <a:pt x="173764" y="173759"/>
                </a:cubicBezTo>
                <a:close/>
                <a:moveTo>
                  <a:pt x="28429" y="167121"/>
                </a:moveTo>
                <a:cubicBezTo>
                  <a:pt x="26916" y="165683"/>
                  <a:pt x="25678" y="164006"/>
                  <a:pt x="25678" y="163390"/>
                </a:cubicBezTo>
                <a:cubicBezTo>
                  <a:pt x="25678" y="162084"/>
                  <a:pt x="27732" y="161890"/>
                  <a:pt x="28925" y="163083"/>
                </a:cubicBezTo>
                <a:cubicBezTo>
                  <a:pt x="29503" y="163660"/>
                  <a:pt x="29735" y="163673"/>
                  <a:pt x="29735" y="163127"/>
                </a:cubicBezTo>
                <a:cubicBezTo>
                  <a:pt x="29735" y="162706"/>
                  <a:pt x="29145" y="162172"/>
                  <a:pt x="28423" y="161946"/>
                </a:cubicBezTo>
                <a:cubicBezTo>
                  <a:pt x="27701" y="161714"/>
                  <a:pt x="26558" y="160332"/>
                  <a:pt x="25886" y="158875"/>
                </a:cubicBezTo>
                <a:cubicBezTo>
                  <a:pt x="25214" y="157418"/>
                  <a:pt x="24460" y="156212"/>
                  <a:pt x="24209" y="156206"/>
                </a:cubicBezTo>
                <a:cubicBezTo>
                  <a:pt x="23958" y="156194"/>
                  <a:pt x="23926" y="157933"/>
                  <a:pt x="24146" y="160075"/>
                </a:cubicBezTo>
                <a:cubicBezTo>
                  <a:pt x="24485" y="163416"/>
                  <a:pt x="24950" y="164433"/>
                  <a:pt x="27474" y="167328"/>
                </a:cubicBezTo>
                <a:cubicBezTo>
                  <a:pt x="29088" y="169180"/>
                  <a:pt x="30445" y="171002"/>
                  <a:pt x="30489" y="171378"/>
                </a:cubicBezTo>
                <a:cubicBezTo>
                  <a:pt x="30533" y="171762"/>
                  <a:pt x="30702" y="171542"/>
                  <a:pt x="30872" y="170901"/>
                </a:cubicBezTo>
                <a:cubicBezTo>
                  <a:pt x="31067" y="170166"/>
                  <a:pt x="30169" y="168779"/>
                  <a:pt x="28429" y="167121"/>
                </a:cubicBezTo>
                <a:close/>
                <a:moveTo>
                  <a:pt x="111531" y="167322"/>
                </a:moveTo>
                <a:cubicBezTo>
                  <a:pt x="113534" y="166028"/>
                  <a:pt x="115462" y="164973"/>
                  <a:pt x="115813" y="164973"/>
                </a:cubicBezTo>
                <a:cubicBezTo>
                  <a:pt x="117277" y="164973"/>
                  <a:pt x="115449" y="164106"/>
                  <a:pt x="113515" y="163880"/>
                </a:cubicBezTo>
                <a:cubicBezTo>
                  <a:pt x="112133" y="163723"/>
                  <a:pt x="110702" y="164150"/>
                  <a:pt x="109282" y="165149"/>
                </a:cubicBezTo>
                <a:cubicBezTo>
                  <a:pt x="105741" y="167654"/>
                  <a:pt x="105565" y="167912"/>
                  <a:pt x="106230" y="169708"/>
                </a:cubicBezTo>
                <a:cubicBezTo>
                  <a:pt x="106657" y="170863"/>
                  <a:pt x="106997" y="171108"/>
                  <a:pt x="107367" y="170512"/>
                </a:cubicBezTo>
                <a:cubicBezTo>
                  <a:pt x="107650" y="170047"/>
                  <a:pt x="109527" y="168609"/>
                  <a:pt x="111531" y="167322"/>
                </a:cubicBezTo>
                <a:close/>
                <a:moveTo>
                  <a:pt x="189495" y="168596"/>
                </a:moveTo>
                <a:cubicBezTo>
                  <a:pt x="189866" y="167629"/>
                  <a:pt x="189765" y="167604"/>
                  <a:pt x="188723" y="168402"/>
                </a:cubicBezTo>
                <a:cubicBezTo>
                  <a:pt x="188063" y="168910"/>
                  <a:pt x="187398" y="169407"/>
                  <a:pt x="187247" y="169513"/>
                </a:cubicBezTo>
                <a:cubicBezTo>
                  <a:pt x="187090" y="169614"/>
                  <a:pt x="187435" y="169702"/>
                  <a:pt x="188019" y="169702"/>
                </a:cubicBezTo>
                <a:cubicBezTo>
                  <a:pt x="188597" y="169702"/>
                  <a:pt x="189263" y="169206"/>
                  <a:pt x="189495" y="168596"/>
                </a:cubicBezTo>
                <a:close/>
                <a:moveTo>
                  <a:pt x="157487" y="167736"/>
                </a:moveTo>
                <a:cubicBezTo>
                  <a:pt x="156790" y="166436"/>
                  <a:pt x="152865" y="162273"/>
                  <a:pt x="152331" y="162273"/>
                </a:cubicBezTo>
                <a:cubicBezTo>
                  <a:pt x="151527" y="162273"/>
                  <a:pt x="152331" y="163566"/>
                  <a:pt x="154730" y="166154"/>
                </a:cubicBezTo>
                <a:cubicBezTo>
                  <a:pt x="157593" y="169237"/>
                  <a:pt x="158598" y="169815"/>
                  <a:pt x="157487" y="167736"/>
                </a:cubicBezTo>
                <a:close/>
                <a:moveTo>
                  <a:pt x="186512" y="165909"/>
                </a:moveTo>
                <a:cubicBezTo>
                  <a:pt x="186512" y="165394"/>
                  <a:pt x="185941" y="164973"/>
                  <a:pt x="185237" y="164973"/>
                </a:cubicBezTo>
                <a:cubicBezTo>
                  <a:pt x="184346" y="164973"/>
                  <a:pt x="183875" y="165563"/>
                  <a:pt x="183674" y="166932"/>
                </a:cubicBezTo>
                <a:cubicBezTo>
                  <a:pt x="183397" y="168841"/>
                  <a:pt x="183429" y="168866"/>
                  <a:pt x="184949" y="167868"/>
                </a:cubicBezTo>
                <a:cubicBezTo>
                  <a:pt x="185809" y="167303"/>
                  <a:pt x="186512" y="166424"/>
                  <a:pt x="186512" y="165909"/>
                </a:cubicBezTo>
                <a:close/>
                <a:moveTo>
                  <a:pt x="199361" y="165042"/>
                </a:moveTo>
                <a:cubicBezTo>
                  <a:pt x="200912" y="164351"/>
                  <a:pt x="201854" y="163579"/>
                  <a:pt x="201458" y="163334"/>
                </a:cubicBezTo>
                <a:cubicBezTo>
                  <a:pt x="201056" y="163083"/>
                  <a:pt x="200140" y="163202"/>
                  <a:pt x="199411" y="163591"/>
                </a:cubicBezTo>
                <a:cubicBezTo>
                  <a:pt x="198683" y="163981"/>
                  <a:pt x="197025" y="164295"/>
                  <a:pt x="195719" y="164295"/>
                </a:cubicBezTo>
                <a:cubicBezTo>
                  <a:pt x="194419" y="164295"/>
                  <a:pt x="193163" y="164596"/>
                  <a:pt x="192937" y="164967"/>
                </a:cubicBezTo>
                <a:cubicBezTo>
                  <a:pt x="192704" y="165343"/>
                  <a:pt x="192962" y="165463"/>
                  <a:pt x="193539" y="165243"/>
                </a:cubicBezTo>
                <a:cubicBezTo>
                  <a:pt x="195442" y="164515"/>
                  <a:pt x="196127" y="165645"/>
                  <a:pt x="194959" y="167567"/>
                </a:cubicBezTo>
                <a:lnTo>
                  <a:pt x="193866" y="169363"/>
                </a:lnTo>
                <a:lnTo>
                  <a:pt x="195204" y="167837"/>
                </a:lnTo>
                <a:cubicBezTo>
                  <a:pt x="195938" y="166995"/>
                  <a:pt x="197810" y="165739"/>
                  <a:pt x="199361" y="165042"/>
                </a:cubicBezTo>
                <a:close/>
                <a:moveTo>
                  <a:pt x="36455" y="162618"/>
                </a:moveTo>
                <a:cubicBezTo>
                  <a:pt x="39036" y="160734"/>
                  <a:pt x="38489" y="160495"/>
                  <a:pt x="34451" y="161758"/>
                </a:cubicBezTo>
                <a:cubicBezTo>
                  <a:pt x="31776" y="162593"/>
                  <a:pt x="31381" y="163202"/>
                  <a:pt x="32178" y="165274"/>
                </a:cubicBezTo>
                <a:cubicBezTo>
                  <a:pt x="32549" y="166241"/>
                  <a:pt x="32687" y="166248"/>
                  <a:pt x="33359" y="165343"/>
                </a:cubicBezTo>
                <a:cubicBezTo>
                  <a:pt x="33779" y="164785"/>
                  <a:pt x="35174" y="163560"/>
                  <a:pt x="36455" y="162618"/>
                </a:cubicBezTo>
                <a:close/>
                <a:moveTo>
                  <a:pt x="104742" y="162166"/>
                </a:moveTo>
                <a:cubicBezTo>
                  <a:pt x="104742" y="161852"/>
                  <a:pt x="103907" y="161632"/>
                  <a:pt x="102883" y="161670"/>
                </a:cubicBezTo>
                <a:cubicBezTo>
                  <a:pt x="101740" y="161720"/>
                  <a:pt x="101483" y="161871"/>
                  <a:pt x="102211" y="162059"/>
                </a:cubicBezTo>
                <a:cubicBezTo>
                  <a:pt x="103612" y="162423"/>
                  <a:pt x="103700" y="163007"/>
                  <a:pt x="102550" y="164314"/>
                </a:cubicBezTo>
                <a:cubicBezTo>
                  <a:pt x="102086" y="164841"/>
                  <a:pt x="102387" y="164703"/>
                  <a:pt x="103222" y="164006"/>
                </a:cubicBezTo>
                <a:cubicBezTo>
                  <a:pt x="104058" y="163309"/>
                  <a:pt x="104742" y="162480"/>
                  <a:pt x="104742" y="162166"/>
                </a:cubicBezTo>
                <a:close/>
                <a:moveTo>
                  <a:pt x="130320" y="162191"/>
                </a:moveTo>
                <a:cubicBezTo>
                  <a:pt x="128650" y="161136"/>
                  <a:pt x="128317" y="161576"/>
                  <a:pt x="129548" y="163221"/>
                </a:cubicBezTo>
                <a:cubicBezTo>
                  <a:pt x="130490" y="164483"/>
                  <a:pt x="130816" y="164615"/>
                  <a:pt x="130998" y="163811"/>
                </a:cubicBezTo>
                <a:cubicBezTo>
                  <a:pt x="131124" y="163240"/>
                  <a:pt x="130822" y="162511"/>
                  <a:pt x="130320" y="162191"/>
                </a:cubicBezTo>
                <a:close/>
                <a:moveTo>
                  <a:pt x="192685" y="161839"/>
                </a:moveTo>
                <a:cubicBezTo>
                  <a:pt x="195367" y="159202"/>
                  <a:pt x="195750" y="158517"/>
                  <a:pt x="195116" y="157500"/>
                </a:cubicBezTo>
                <a:cubicBezTo>
                  <a:pt x="194444" y="156420"/>
                  <a:pt x="194230" y="156570"/>
                  <a:pt x="193194" y="158888"/>
                </a:cubicBezTo>
                <a:cubicBezTo>
                  <a:pt x="192554" y="160320"/>
                  <a:pt x="191247" y="162003"/>
                  <a:pt x="190286" y="162631"/>
                </a:cubicBezTo>
                <a:cubicBezTo>
                  <a:pt x="188641" y="163711"/>
                  <a:pt x="187957" y="164973"/>
                  <a:pt x="189024" y="164973"/>
                </a:cubicBezTo>
                <a:cubicBezTo>
                  <a:pt x="189288" y="164973"/>
                  <a:pt x="190940" y="163560"/>
                  <a:pt x="192685" y="161839"/>
                </a:cubicBezTo>
                <a:close/>
                <a:moveTo>
                  <a:pt x="116611" y="161632"/>
                </a:moveTo>
                <a:cubicBezTo>
                  <a:pt x="114212" y="159133"/>
                  <a:pt x="114639" y="157167"/>
                  <a:pt x="117421" y="157852"/>
                </a:cubicBezTo>
                <a:cubicBezTo>
                  <a:pt x="119858" y="158448"/>
                  <a:pt x="123657" y="161035"/>
                  <a:pt x="123663" y="162103"/>
                </a:cubicBezTo>
                <a:cubicBezTo>
                  <a:pt x="123663" y="162568"/>
                  <a:pt x="124147" y="162945"/>
                  <a:pt x="124737" y="162945"/>
                </a:cubicBezTo>
                <a:cubicBezTo>
                  <a:pt x="126382" y="162945"/>
                  <a:pt x="125560" y="161576"/>
                  <a:pt x="122269" y="158844"/>
                </a:cubicBezTo>
                <a:cubicBezTo>
                  <a:pt x="119286" y="156357"/>
                  <a:pt x="119261" y="156351"/>
                  <a:pt x="115556" y="157054"/>
                </a:cubicBezTo>
                <a:lnTo>
                  <a:pt x="111838" y="157757"/>
                </a:lnTo>
                <a:lnTo>
                  <a:pt x="114746" y="160690"/>
                </a:lnTo>
                <a:cubicBezTo>
                  <a:pt x="116341" y="162304"/>
                  <a:pt x="117842" y="163623"/>
                  <a:pt x="118080" y="163623"/>
                </a:cubicBezTo>
                <a:cubicBezTo>
                  <a:pt x="118319" y="163623"/>
                  <a:pt x="117653" y="162725"/>
                  <a:pt x="116611" y="161632"/>
                </a:cubicBezTo>
                <a:close/>
                <a:moveTo>
                  <a:pt x="95956" y="161594"/>
                </a:moveTo>
                <a:cubicBezTo>
                  <a:pt x="95956" y="161299"/>
                  <a:pt x="95504" y="160885"/>
                  <a:pt x="94945" y="160671"/>
                </a:cubicBezTo>
                <a:cubicBezTo>
                  <a:pt x="94261" y="160407"/>
                  <a:pt x="93934" y="160709"/>
                  <a:pt x="93934" y="161594"/>
                </a:cubicBezTo>
                <a:cubicBezTo>
                  <a:pt x="93934" y="162480"/>
                  <a:pt x="94261" y="162775"/>
                  <a:pt x="94945" y="162511"/>
                </a:cubicBezTo>
                <a:cubicBezTo>
                  <a:pt x="95504" y="162298"/>
                  <a:pt x="95956" y="161883"/>
                  <a:pt x="95956" y="161594"/>
                </a:cubicBezTo>
                <a:close/>
                <a:moveTo>
                  <a:pt x="108121" y="161858"/>
                </a:moveTo>
                <a:cubicBezTo>
                  <a:pt x="108121" y="161714"/>
                  <a:pt x="107668" y="161594"/>
                  <a:pt x="107110" y="161594"/>
                </a:cubicBezTo>
                <a:cubicBezTo>
                  <a:pt x="106551" y="161594"/>
                  <a:pt x="106098" y="161890"/>
                  <a:pt x="106098" y="162247"/>
                </a:cubicBezTo>
                <a:cubicBezTo>
                  <a:pt x="106098" y="162605"/>
                  <a:pt x="106551" y="162725"/>
                  <a:pt x="107110" y="162511"/>
                </a:cubicBezTo>
                <a:cubicBezTo>
                  <a:pt x="107668" y="162298"/>
                  <a:pt x="108121" y="162003"/>
                  <a:pt x="108121" y="161858"/>
                </a:cubicBezTo>
                <a:close/>
                <a:moveTo>
                  <a:pt x="41485" y="160533"/>
                </a:moveTo>
                <a:cubicBezTo>
                  <a:pt x="41767" y="159792"/>
                  <a:pt x="41554" y="159535"/>
                  <a:pt x="40769" y="159685"/>
                </a:cubicBezTo>
                <a:cubicBezTo>
                  <a:pt x="40154" y="159805"/>
                  <a:pt x="39519" y="160282"/>
                  <a:pt x="39362" y="160747"/>
                </a:cubicBezTo>
                <a:cubicBezTo>
                  <a:pt x="38948" y="161990"/>
                  <a:pt x="41008" y="161783"/>
                  <a:pt x="41485" y="160533"/>
                </a:cubicBezTo>
                <a:close/>
                <a:moveTo>
                  <a:pt x="101558" y="158837"/>
                </a:moveTo>
                <a:cubicBezTo>
                  <a:pt x="102946" y="157688"/>
                  <a:pt x="103907" y="156476"/>
                  <a:pt x="103693" y="156131"/>
                </a:cubicBezTo>
                <a:cubicBezTo>
                  <a:pt x="103486" y="155785"/>
                  <a:pt x="102544" y="156420"/>
                  <a:pt x="101602" y="157538"/>
                </a:cubicBezTo>
                <a:cubicBezTo>
                  <a:pt x="100660" y="158655"/>
                  <a:pt x="99467" y="159566"/>
                  <a:pt x="98939" y="159566"/>
                </a:cubicBezTo>
                <a:cubicBezTo>
                  <a:pt x="98418" y="159566"/>
                  <a:pt x="97985" y="159867"/>
                  <a:pt x="97985" y="160244"/>
                </a:cubicBezTo>
                <a:cubicBezTo>
                  <a:pt x="97985" y="161381"/>
                  <a:pt x="98914" y="161010"/>
                  <a:pt x="101558" y="158837"/>
                </a:cubicBezTo>
                <a:close/>
                <a:moveTo>
                  <a:pt x="149712" y="160200"/>
                </a:moveTo>
                <a:cubicBezTo>
                  <a:pt x="150428" y="159038"/>
                  <a:pt x="149788" y="158925"/>
                  <a:pt x="148368" y="159962"/>
                </a:cubicBezTo>
                <a:cubicBezTo>
                  <a:pt x="147276" y="160759"/>
                  <a:pt x="147238" y="160916"/>
                  <a:pt x="148161" y="160916"/>
                </a:cubicBezTo>
                <a:cubicBezTo>
                  <a:pt x="148770" y="160916"/>
                  <a:pt x="149467" y="160596"/>
                  <a:pt x="149712" y="160200"/>
                </a:cubicBezTo>
                <a:close/>
                <a:moveTo>
                  <a:pt x="126502" y="158756"/>
                </a:moveTo>
                <a:cubicBezTo>
                  <a:pt x="125497" y="157751"/>
                  <a:pt x="125434" y="155509"/>
                  <a:pt x="126414" y="155509"/>
                </a:cubicBezTo>
                <a:cubicBezTo>
                  <a:pt x="126810" y="155509"/>
                  <a:pt x="127795" y="155848"/>
                  <a:pt x="128612" y="156263"/>
                </a:cubicBezTo>
                <a:cubicBezTo>
                  <a:pt x="129591" y="156759"/>
                  <a:pt x="129365" y="156363"/>
                  <a:pt x="127940" y="155082"/>
                </a:cubicBezTo>
                <a:cubicBezTo>
                  <a:pt x="126766" y="154015"/>
                  <a:pt x="125302" y="152237"/>
                  <a:pt x="124699" y="151119"/>
                </a:cubicBezTo>
                <a:lnTo>
                  <a:pt x="123600" y="149091"/>
                </a:lnTo>
                <a:lnTo>
                  <a:pt x="123977" y="151119"/>
                </a:lnTo>
                <a:cubicBezTo>
                  <a:pt x="124178" y="152237"/>
                  <a:pt x="124542" y="154209"/>
                  <a:pt x="124775" y="155509"/>
                </a:cubicBezTo>
                <a:cubicBezTo>
                  <a:pt x="125189" y="157801"/>
                  <a:pt x="126125" y="159566"/>
                  <a:pt x="126923" y="159566"/>
                </a:cubicBezTo>
                <a:cubicBezTo>
                  <a:pt x="127136" y="159566"/>
                  <a:pt x="126948" y="159202"/>
                  <a:pt x="126502" y="158756"/>
                </a:cubicBezTo>
                <a:close/>
                <a:moveTo>
                  <a:pt x="133805" y="157161"/>
                </a:moveTo>
                <a:cubicBezTo>
                  <a:pt x="133805" y="156143"/>
                  <a:pt x="133410" y="155509"/>
                  <a:pt x="132788" y="155509"/>
                </a:cubicBezTo>
                <a:cubicBezTo>
                  <a:pt x="131777" y="155509"/>
                  <a:pt x="131337" y="158228"/>
                  <a:pt x="132210" y="159095"/>
                </a:cubicBezTo>
                <a:cubicBezTo>
                  <a:pt x="132970" y="159861"/>
                  <a:pt x="133805" y="158856"/>
                  <a:pt x="133805" y="157161"/>
                </a:cubicBezTo>
                <a:close/>
                <a:moveTo>
                  <a:pt x="160118" y="156282"/>
                </a:moveTo>
                <a:cubicBezTo>
                  <a:pt x="163145" y="154925"/>
                  <a:pt x="162900" y="153663"/>
                  <a:pt x="159829" y="154831"/>
                </a:cubicBezTo>
                <a:cubicBezTo>
                  <a:pt x="158849" y="155208"/>
                  <a:pt x="157166" y="155509"/>
                  <a:pt x="156099" y="155509"/>
                </a:cubicBezTo>
                <a:cubicBezTo>
                  <a:pt x="155031" y="155509"/>
                  <a:pt x="153983" y="155785"/>
                  <a:pt x="153775" y="156125"/>
                </a:cubicBezTo>
                <a:cubicBezTo>
                  <a:pt x="153568" y="156464"/>
                  <a:pt x="154052" y="156564"/>
                  <a:pt x="154849" y="156357"/>
                </a:cubicBezTo>
                <a:cubicBezTo>
                  <a:pt x="156143" y="156018"/>
                  <a:pt x="156256" y="156194"/>
                  <a:pt x="155929" y="157927"/>
                </a:cubicBezTo>
                <a:cubicBezTo>
                  <a:pt x="155603" y="159616"/>
                  <a:pt x="155672" y="159723"/>
                  <a:pt x="156400" y="158724"/>
                </a:cubicBezTo>
                <a:cubicBezTo>
                  <a:pt x="156865" y="158084"/>
                  <a:pt x="158535" y="156985"/>
                  <a:pt x="160118" y="156282"/>
                </a:cubicBezTo>
                <a:close/>
                <a:moveTo>
                  <a:pt x="146886" y="156520"/>
                </a:moveTo>
                <a:cubicBezTo>
                  <a:pt x="146403" y="155270"/>
                  <a:pt x="145568" y="155741"/>
                  <a:pt x="145103" y="157519"/>
                </a:cubicBezTo>
                <a:cubicBezTo>
                  <a:pt x="144801" y="158662"/>
                  <a:pt x="144940" y="158762"/>
                  <a:pt x="146007" y="158191"/>
                </a:cubicBezTo>
                <a:cubicBezTo>
                  <a:pt x="146736" y="157801"/>
                  <a:pt x="147106" y="157098"/>
                  <a:pt x="146886" y="156520"/>
                </a:cubicBezTo>
                <a:close/>
                <a:moveTo>
                  <a:pt x="38935" y="154096"/>
                </a:moveTo>
                <a:cubicBezTo>
                  <a:pt x="39595" y="153544"/>
                  <a:pt x="41805" y="153098"/>
                  <a:pt x="44198" y="153035"/>
                </a:cubicBezTo>
                <a:cubicBezTo>
                  <a:pt x="49448" y="152890"/>
                  <a:pt x="49573" y="151861"/>
                  <a:pt x="44374" y="151590"/>
                </a:cubicBezTo>
                <a:cubicBezTo>
                  <a:pt x="40945" y="151415"/>
                  <a:pt x="40216" y="151603"/>
                  <a:pt x="38785" y="153035"/>
                </a:cubicBezTo>
                <a:cubicBezTo>
                  <a:pt x="36700" y="155120"/>
                  <a:pt x="32103" y="156401"/>
                  <a:pt x="31092" y="155183"/>
                </a:cubicBezTo>
                <a:cubicBezTo>
                  <a:pt x="30564" y="154548"/>
                  <a:pt x="31004" y="153782"/>
                  <a:pt x="32781" y="152218"/>
                </a:cubicBezTo>
                <a:cubicBezTo>
                  <a:pt x="35117" y="150165"/>
                  <a:pt x="35136" y="150108"/>
                  <a:pt x="33516" y="150108"/>
                </a:cubicBezTo>
                <a:cubicBezTo>
                  <a:pt x="32593" y="150108"/>
                  <a:pt x="31651" y="150410"/>
                  <a:pt x="31424" y="150780"/>
                </a:cubicBezTo>
                <a:cubicBezTo>
                  <a:pt x="31192" y="151151"/>
                  <a:pt x="29654" y="151459"/>
                  <a:pt x="28002" y="151459"/>
                </a:cubicBezTo>
                <a:cubicBezTo>
                  <a:pt x="26357" y="151459"/>
                  <a:pt x="25006" y="151760"/>
                  <a:pt x="25006" y="152131"/>
                </a:cubicBezTo>
                <a:cubicBezTo>
                  <a:pt x="25006" y="152507"/>
                  <a:pt x="25233" y="152809"/>
                  <a:pt x="25509" y="152815"/>
                </a:cubicBezTo>
                <a:cubicBezTo>
                  <a:pt x="25791" y="152815"/>
                  <a:pt x="27230" y="153983"/>
                  <a:pt x="28712" y="155409"/>
                </a:cubicBezTo>
                <a:lnTo>
                  <a:pt x="31406" y="158002"/>
                </a:lnTo>
                <a:lnTo>
                  <a:pt x="34596" y="156526"/>
                </a:lnTo>
                <a:cubicBezTo>
                  <a:pt x="36354" y="155710"/>
                  <a:pt x="38301" y="154617"/>
                  <a:pt x="38935" y="154096"/>
                </a:cubicBezTo>
                <a:close/>
                <a:moveTo>
                  <a:pt x="43080" y="157073"/>
                </a:moveTo>
                <a:cubicBezTo>
                  <a:pt x="42427" y="156903"/>
                  <a:pt x="41366" y="156903"/>
                  <a:pt x="40712" y="157073"/>
                </a:cubicBezTo>
                <a:cubicBezTo>
                  <a:pt x="40066" y="157242"/>
                  <a:pt x="40599" y="157381"/>
                  <a:pt x="41899" y="157381"/>
                </a:cubicBezTo>
                <a:cubicBezTo>
                  <a:pt x="43199" y="157381"/>
                  <a:pt x="43733" y="157242"/>
                  <a:pt x="43080" y="157073"/>
                </a:cubicBezTo>
                <a:close/>
                <a:moveTo>
                  <a:pt x="95956" y="155509"/>
                </a:moveTo>
                <a:cubicBezTo>
                  <a:pt x="95956" y="155139"/>
                  <a:pt x="95636" y="154837"/>
                  <a:pt x="95241" y="154837"/>
                </a:cubicBezTo>
                <a:cubicBezTo>
                  <a:pt x="94851" y="154837"/>
                  <a:pt x="94713" y="155139"/>
                  <a:pt x="94945" y="155509"/>
                </a:cubicBezTo>
                <a:cubicBezTo>
                  <a:pt x="95178" y="155886"/>
                  <a:pt x="95498" y="156187"/>
                  <a:pt x="95661" y="156187"/>
                </a:cubicBezTo>
                <a:cubicBezTo>
                  <a:pt x="95825" y="156187"/>
                  <a:pt x="95956" y="155886"/>
                  <a:pt x="95956" y="155509"/>
                </a:cubicBezTo>
                <a:close/>
                <a:moveTo>
                  <a:pt x="154768" y="151433"/>
                </a:moveTo>
                <a:cubicBezTo>
                  <a:pt x="155709" y="150108"/>
                  <a:pt x="156042" y="148947"/>
                  <a:pt x="155741" y="147998"/>
                </a:cubicBezTo>
                <a:cubicBezTo>
                  <a:pt x="155333" y="146724"/>
                  <a:pt x="155151" y="146855"/>
                  <a:pt x="154089" y="149229"/>
                </a:cubicBezTo>
                <a:cubicBezTo>
                  <a:pt x="153430" y="150699"/>
                  <a:pt x="152092" y="152532"/>
                  <a:pt x="151119" y="153299"/>
                </a:cubicBezTo>
                <a:cubicBezTo>
                  <a:pt x="150146" y="154065"/>
                  <a:pt x="149348" y="155051"/>
                  <a:pt x="149348" y="155484"/>
                </a:cubicBezTo>
                <a:cubicBezTo>
                  <a:pt x="149348" y="156614"/>
                  <a:pt x="153053" y="153845"/>
                  <a:pt x="154768" y="151433"/>
                </a:cubicBezTo>
                <a:close/>
                <a:moveTo>
                  <a:pt x="67308" y="151063"/>
                </a:moveTo>
                <a:cubicBezTo>
                  <a:pt x="66856" y="149882"/>
                  <a:pt x="64425" y="149801"/>
                  <a:pt x="63998" y="150950"/>
                </a:cubicBezTo>
                <a:cubicBezTo>
                  <a:pt x="63829" y="151415"/>
                  <a:pt x="64488" y="152658"/>
                  <a:pt x="65468" y="153707"/>
                </a:cubicBezTo>
                <a:lnTo>
                  <a:pt x="67239" y="155616"/>
                </a:lnTo>
                <a:lnTo>
                  <a:pt x="67458" y="153820"/>
                </a:lnTo>
                <a:cubicBezTo>
                  <a:pt x="67578" y="152828"/>
                  <a:pt x="67515" y="151590"/>
                  <a:pt x="67308" y="151063"/>
                </a:cubicBezTo>
                <a:close/>
                <a:moveTo>
                  <a:pt x="188541" y="153537"/>
                </a:moveTo>
                <a:cubicBezTo>
                  <a:pt x="188541" y="152865"/>
                  <a:pt x="189144" y="151547"/>
                  <a:pt x="189878" y="150611"/>
                </a:cubicBezTo>
                <a:lnTo>
                  <a:pt x="191222" y="148909"/>
                </a:lnTo>
                <a:lnTo>
                  <a:pt x="189376" y="148538"/>
                </a:lnTo>
                <a:cubicBezTo>
                  <a:pt x="186418" y="147954"/>
                  <a:pt x="185401" y="149443"/>
                  <a:pt x="186493" y="152759"/>
                </a:cubicBezTo>
                <a:cubicBezTo>
                  <a:pt x="187379" y="155446"/>
                  <a:pt x="188541" y="155886"/>
                  <a:pt x="188541" y="153537"/>
                </a:cubicBezTo>
                <a:close/>
                <a:moveTo>
                  <a:pt x="100980" y="152872"/>
                </a:moveTo>
                <a:cubicBezTo>
                  <a:pt x="100805" y="152696"/>
                  <a:pt x="100133" y="153098"/>
                  <a:pt x="99492" y="153770"/>
                </a:cubicBezTo>
                <a:cubicBezTo>
                  <a:pt x="98374" y="154931"/>
                  <a:pt x="98393" y="154950"/>
                  <a:pt x="99812" y="154090"/>
                </a:cubicBezTo>
                <a:cubicBezTo>
                  <a:pt x="100635" y="153600"/>
                  <a:pt x="101156" y="153054"/>
                  <a:pt x="100980" y="152872"/>
                </a:cubicBezTo>
                <a:close/>
                <a:moveTo>
                  <a:pt x="109496" y="152438"/>
                </a:moveTo>
                <a:cubicBezTo>
                  <a:pt x="110312" y="151113"/>
                  <a:pt x="110871" y="149977"/>
                  <a:pt x="110733" y="149901"/>
                </a:cubicBezTo>
                <a:cubicBezTo>
                  <a:pt x="110601" y="149826"/>
                  <a:pt x="109502" y="149072"/>
                  <a:pt x="108290" y="148224"/>
                </a:cubicBezTo>
                <a:cubicBezTo>
                  <a:pt x="107084" y="147377"/>
                  <a:pt x="106098" y="146987"/>
                  <a:pt x="106098" y="147358"/>
                </a:cubicBezTo>
                <a:cubicBezTo>
                  <a:pt x="106098" y="147728"/>
                  <a:pt x="105219" y="149028"/>
                  <a:pt x="104145" y="150253"/>
                </a:cubicBezTo>
                <a:cubicBezTo>
                  <a:pt x="102506" y="152124"/>
                  <a:pt x="102349" y="152608"/>
                  <a:pt x="103134" y="153343"/>
                </a:cubicBezTo>
                <a:cubicBezTo>
                  <a:pt x="103901" y="154058"/>
                  <a:pt x="104070" y="154040"/>
                  <a:pt x="104070" y="153267"/>
                </a:cubicBezTo>
                <a:cubicBezTo>
                  <a:pt x="104070" y="152162"/>
                  <a:pt x="106607" y="148752"/>
                  <a:pt x="107424" y="148752"/>
                </a:cubicBezTo>
                <a:cubicBezTo>
                  <a:pt x="108409" y="148752"/>
                  <a:pt x="108742" y="150648"/>
                  <a:pt x="108133" y="152771"/>
                </a:cubicBezTo>
                <a:cubicBezTo>
                  <a:pt x="107367" y="155453"/>
                  <a:pt x="107681" y="155377"/>
                  <a:pt x="109496" y="152438"/>
                </a:cubicBezTo>
                <a:close/>
                <a:moveTo>
                  <a:pt x="71371" y="148708"/>
                </a:moveTo>
                <a:cubicBezTo>
                  <a:pt x="69795" y="146039"/>
                  <a:pt x="70027" y="140645"/>
                  <a:pt x="71716" y="140645"/>
                </a:cubicBezTo>
                <a:cubicBezTo>
                  <a:pt x="72049" y="140645"/>
                  <a:pt x="72928" y="141631"/>
                  <a:pt x="73669" y="142843"/>
                </a:cubicBezTo>
                <a:cubicBezTo>
                  <a:pt x="74825" y="144745"/>
                  <a:pt x="75007" y="144840"/>
                  <a:pt x="75007" y="143558"/>
                </a:cubicBezTo>
                <a:cubicBezTo>
                  <a:pt x="75007" y="142742"/>
                  <a:pt x="74668" y="141863"/>
                  <a:pt x="74247" y="141605"/>
                </a:cubicBezTo>
                <a:cubicBezTo>
                  <a:pt x="73751" y="141298"/>
                  <a:pt x="73606" y="139646"/>
                  <a:pt x="73832" y="136852"/>
                </a:cubicBezTo>
                <a:cubicBezTo>
                  <a:pt x="74159" y="132820"/>
                  <a:pt x="74103" y="132613"/>
                  <a:pt x="72903" y="133253"/>
                </a:cubicBezTo>
                <a:cubicBezTo>
                  <a:pt x="72206" y="133630"/>
                  <a:pt x="71628" y="134610"/>
                  <a:pt x="71628" y="135432"/>
                </a:cubicBezTo>
                <a:cubicBezTo>
                  <a:pt x="71628" y="136255"/>
                  <a:pt x="71044" y="137888"/>
                  <a:pt x="70328" y="139056"/>
                </a:cubicBezTo>
                <a:cubicBezTo>
                  <a:pt x="69129" y="141021"/>
                  <a:pt x="69091" y="141675"/>
                  <a:pt x="69801" y="147678"/>
                </a:cubicBezTo>
                <a:cubicBezTo>
                  <a:pt x="70536" y="153851"/>
                  <a:pt x="70623" y="154084"/>
                  <a:pt x="71521" y="152363"/>
                </a:cubicBezTo>
                <a:cubicBezTo>
                  <a:pt x="72350" y="150787"/>
                  <a:pt x="72332" y="150322"/>
                  <a:pt x="71371" y="148708"/>
                </a:cubicBezTo>
                <a:close/>
                <a:moveTo>
                  <a:pt x="101206" y="148306"/>
                </a:moveTo>
                <a:cubicBezTo>
                  <a:pt x="102833" y="146925"/>
                  <a:pt x="102864" y="146780"/>
                  <a:pt x="101772" y="145681"/>
                </a:cubicBezTo>
                <a:cubicBezTo>
                  <a:pt x="100673" y="144588"/>
                  <a:pt x="100503" y="144626"/>
                  <a:pt x="98701" y="146353"/>
                </a:cubicBezTo>
                <a:cubicBezTo>
                  <a:pt x="96986" y="147992"/>
                  <a:pt x="96867" y="148388"/>
                  <a:pt x="97533" y="150152"/>
                </a:cubicBezTo>
                <a:cubicBezTo>
                  <a:pt x="98180" y="151854"/>
                  <a:pt x="98362" y="151961"/>
                  <a:pt x="98883" y="150944"/>
                </a:cubicBezTo>
                <a:cubicBezTo>
                  <a:pt x="99209" y="150297"/>
                  <a:pt x="100258" y="149110"/>
                  <a:pt x="101206" y="148306"/>
                </a:cubicBezTo>
                <a:close/>
                <a:moveTo>
                  <a:pt x="115211" y="151446"/>
                </a:moveTo>
                <a:cubicBezTo>
                  <a:pt x="114978" y="151069"/>
                  <a:pt x="114507" y="150937"/>
                  <a:pt x="114156" y="151151"/>
                </a:cubicBezTo>
                <a:cubicBezTo>
                  <a:pt x="113220" y="151729"/>
                  <a:pt x="113396" y="152131"/>
                  <a:pt x="114583" y="152131"/>
                </a:cubicBezTo>
                <a:cubicBezTo>
                  <a:pt x="115160" y="152131"/>
                  <a:pt x="115443" y="151823"/>
                  <a:pt x="115211" y="151446"/>
                </a:cubicBezTo>
                <a:close/>
                <a:moveTo>
                  <a:pt x="135118" y="148281"/>
                </a:moveTo>
                <a:cubicBezTo>
                  <a:pt x="135137" y="147829"/>
                  <a:pt x="132342" y="144632"/>
                  <a:pt x="128901" y="141172"/>
                </a:cubicBezTo>
                <a:cubicBezTo>
                  <a:pt x="123883" y="136117"/>
                  <a:pt x="121390" y="134201"/>
                  <a:pt x="116234" y="131457"/>
                </a:cubicBezTo>
                <a:lnTo>
                  <a:pt x="109810" y="128035"/>
                </a:lnTo>
                <a:lnTo>
                  <a:pt x="109326" y="130113"/>
                </a:lnTo>
                <a:cubicBezTo>
                  <a:pt x="109063" y="131262"/>
                  <a:pt x="108994" y="132619"/>
                  <a:pt x="109169" y="133128"/>
                </a:cubicBezTo>
                <a:cubicBezTo>
                  <a:pt x="109351" y="133643"/>
                  <a:pt x="109151" y="134478"/>
                  <a:pt x="108730" y="134986"/>
                </a:cubicBezTo>
                <a:cubicBezTo>
                  <a:pt x="108108" y="135734"/>
                  <a:pt x="108309" y="135916"/>
                  <a:pt x="109760" y="135916"/>
                </a:cubicBezTo>
                <a:cubicBezTo>
                  <a:pt x="111700" y="135916"/>
                  <a:pt x="116523" y="138120"/>
                  <a:pt x="117289" y="139357"/>
                </a:cubicBezTo>
                <a:cubicBezTo>
                  <a:pt x="117547" y="139778"/>
                  <a:pt x="117390" y="140343"/>
                  <a:pt x="116944" y="140619"/>
                </a:cubicBezTo>
                <a:cubicBezTo>
                  <a:pt x="115424" y="141561"/>
                  <a:pt x="116837" y="145976"/>
                  <a:pt x="119016" y="147107"/>
                </a:cubicBezTo>
                <a:cubicBezTo>
                  <a:pt x="120938" y="148099"/>
                  <a:pt x="120963" y="148086"/>
                  <a:pt x="120963" y="146221"/>
                </a:cubicBezTo>
                <a:cubicBezTo>
                  <a:pt x="120963" y="144149"/>
                  <a:pt x="122746" y="141090"/>
                  <a:pt x="123638" y="141643"/>
                </a:cubicBezTo>
                <a:cubicBezTo>
                  <a:pt x="123940" y="141832"/>
                  <a:pt x="124373" y="142711"/>
                  <a:pt x="124599" y="143609"/>
                </a:cubicBezTo>
                <a:cubicBezTo>
                  <a:pt x="125020" y="145273"/>
                  <a:pt x="129397" y="150108"/>
                  <a:pt x="130490" y="150108"/>
                </a:cubicBezTo>
                <a:cubicBezTo>
                  <a:pt x="130822" y="150108"/>
                  <a:pt x="131099" y="150586"/>
                  <a:pt x="131099" y="151170"/>
                </a:cubicBezTo>
                <a:cubicBezTo>
                  <a:pt x="131099" y="152024"/>
                  <a:pt x="131494" y="151923"/>
                  <a:pt x="133089" y="150661"/>
                </a:cubicBezTo>
                <a:cubicBezTo>
                  <a:pt x="134182" y="149801"/>
                  <a:pt x="135093" y="148727"/>
                  <a:pt x="135118" y="148281"/>
                </a:cubicBezTo>
                <a:close/>
                <a:moveTo>
                  <a:pt x="53046" y="150108"/>
                </a:moveTo>
                <a:cubicBezTo>
                  <a:pt x="52820" y="149732"/>
                  <a:pt x="51809" y="149462"/>
                  <a:pt x="50810" y="149499"/>
                </a:cubicBezTo>
                <a:lnTo>
                  <a:pt x="48996" y="149562"/>
                </a:lnTo>
                <a:lnTo>
                  <a:pt x="50685" y="150108"/>
                </a:lnTo>
                <a:cubicBezTo>
                  <a:pt x="53084" y="150875"/>
                  <a:pt x="53523" y="150875"/>
                  <a:pt x="53046" y="150108"/>
                </a:cubicBezTo>
                <a:close/>
                <a:moveTo>
                  <a:pt x="46747" y="148714"/>
                </a:moveTo>
                <a:cubicBezTo>
                  <a:pt x="45686" y="148287"/>
                  <a:pt x="45297" y="147703"/>
                  <a:pt x="45535" y="146899"/>
                </a:cubicBezTo>
                <a:cubicBezTo>
                  <a:pt x="45799" y="146033"/>
                  <a:pt x="45228" y="145398"/>
                  <a:pt x="43425" y="144551"/>
                </a:cubicBezTo>
                <a:cubicBezTo>
                  <a:pt x="42069" y="143910"/>
                  <a:pt x="40825" y="143515"/>
                  <a:pt x="40675" y="143672"/>
                </a:cubicBezTo>
                <a:cubicBezTo>
                  <a:pt x="40091" y="144256"/>
                  <a:pt x="45667" y="149229"/>
                  <a:pt x="46967" y="149286"/>
                </a:cubicBezTo>
                <a:cubicBezTo>
                  <a:pt x="48135" y="149336"/>
                  <a:pt x="48110" y="149261"/>
                  <a:pt x="46747" y="148714"/>
                </a:cubicBezTo>
                <a:close/>
                <a:moveTo>
                  <a:pt x="154441" y="145662"/>
                </a:moveTo>
                <a:cubicBezTo>
                  <a:pt x="155678" y="145970"/>
                  <a:pt x="156042" y="145694"/>
                  <a:pt x="156413" y="144186"/>
                </a:cubicBezTo>
                <a:cubicBezTo>
                  <a:pt x="157801" y="138541"/>
                  <a:pt x="161104" y="137938"/>
                  <a:pt x="160721" y="143401"/>
                </a:cubicBezTo>
                <a:lnTo>
                  <a:pt x="160495" y="146648"/>
                </a:lnTo>
                <a:lnTo>
                  <a:pt x="162014" y="145223"/>
                </a:lnTo>
                <a:cubicBezTo>
                  <a:pt x="162850" y="144438"/>
                  <a:pt x="163402" y="143659"/>
                  <a:pt x="163239" y="143502"/>
                </a:cubicBezTo>
                <a:cubicBezTo>
                  <a:pt x="163076" y="143339"/>
                  <a:pt x="163214" y="142503"/>
                  <a:pt x="163541" y="141643"/>
                </a:cubicBezTo>
                <a:cubicBezTo>
                  <a:pt x="164062" y="140274"/>
                  <a:pt x="163873" y="139985"/>
                  <a:pt x="162040" y="139345"/>
                </a:cubicBezTo>
                <a:cubicBezTo>
                  <a:pt x="159239" y="138365"/>
                  <a:pt x="155427" y="135407"/>
                  <a:pt x="155427" y="134208"/>
                </a:cubicBezTo>
                <a:cubicBezTo>
                  <a:pt x="155427" y="133454"/>
                  <a:pt x="155050" y="133385"/>
                  <a:pt x="153694" y="133906"/>
                </a:cubicBezTo>
                <a:cubicBezTo>
                  <a:pt x="152739" y="134264"/>
                  <a:pt x="151069" y="134566"/>
                  <a:pt x="149976" y="134566"/>
                </a:cubicBezTo>
                <a:cubicBezTo>
                  <a:pt x="147119" y="134566"/>
                  <a:pt x="147533" y="135797"/>
                  <a:pt x="150478" y="136041"/>
                </a:cubicBezTo>
                <a:cubicBezTo>
                  <a:pt x="154001" y="136343"/>
                  <a:pt x="153995" y="137668"/>
                  <a:pt x="150460" y="139389"/>
                </a:cubicBezTo>
                <a:cubicBezTo>
                  <a:pt x="147137" y="141003"/>
                  <a:pt x="146403" y="142353"/>
                  <a:pt x="147615" y="144620"/>
                </a:cubicBezTo>
                <a:cubicBezTo>
                  <a:pt x="148519" y="146309"/>
                  <a:pt x="149348" y="145844"/>
                  <a:pt x="149348" y="143653"/>
                </a:cubicBezTo>
                <a:cubicBezTo>
                  <a:pt x="149348" y="142001"/>
                  <a:pt x="154108" y="137266"/>
                  <a:pt x="155766" y="137266"/>
                </a:cubicBezTo>
                <a:cubicBezTo>
                  <a:pt x="158291" y="137266"/>
                  <a:pt x="155760" y="142673"/>
                  <a:pt x="151829" y="145669"/>
                </a:cubicBezTo>
                <a:cubicBezTo>
                  <a:pt x="150529" y="146661"/>
                  <a:pt x="149285" y="147936"/>
                  <a:pt x="149065" y="148501"/>
                </a:cubicBezTo>
                <a:cubicBezTo>
                  <a:pt x="148852" y="149066"/>
                  <a:pt x="149631" y="148576"/>
                  <a:pt x="150799" y="147402"/>
                </a:cubicBezTo>
                <a:cubicBezTo>
                  <a:pt x="152356" y="145851"/>
                  <a:pt x="153329" y="145380"/>
                  <a:pt x="154441" y="145662"/>
                </a:cubicBezTo>
                <a:close/>
                <a:moveTo>
                  <a:pt x="163214" y="147534"/>
                </a:moveTo>
                <a:cubicBezTo>
                  <a:pt x="163007" y="147326"/>
                  <a:pt x="162460" y="147534"/>
                  <a:pt x="162002" y="147992"/>
                </a:cubicBezTo>
                <a:cubicBezTo>
                  <a:pt x="161343" y="148664"/>
                  <a:pt x="161418" y="148739"/>
                  <a:pt x="162385" y="148375"/>
                </a:cubicBezTo>
                <a:cubicBezTo>
                  <a:pt x="163051" y="148118"/>
                  <a:pt x="163421" y="147741"/>
                  <a:pt x="163214" y="147534"/>
                </a:cubicBezTo>
                <a:close/>
                <a:moveTo>
                  <a:pt x="112856" y="144080"/>
                </a:moveTo>
                <a:cubicBezTo>
                  <a:pt x="112856" y="141637"/>
                  <a:pt x="112680" y="141392"/>
                  <a:pt x="110658" y="140959"/>
                </a:cubicBezTo>
                <a:cubicBezTo>
                  <a:pt x="109452" y="140707"/>
                  <a:pt x="107920" y="140017"/>
                  <a:pt x="107254" y="139426"/>
                </a:cubicBezTo>
                <a:cubicBezTo>
                  <a:pt x="106136" y="138447"/>
                  <a:pt x="105904" y="138503"/>
                  <a:pt x="104227" y="140180"/>
                </a:cubicBezTo>
                <a:lnTo>
                  <a:pt x="102412" y="141995"/>
                </a:lnTo>
                <a:lnTo>
                  <a:pt x="105571" y="141995"/>
                </a:lnTo>
                <a:cubicBezTo>
                  <a:pt x="109345" y="141995"/>
                  <a:pt x="112259" y="143175"/>
                  <a:pt x="112121" y="144651"/>
                </a:cubicBezTo>
                <a:cubicBezTo>
                  <a:pt x="111989" y="146083"/>
                  <a:pt x="112108" y="146730"/>
                  <a:pt x="112517" y="146730"/>
                </a:cubicBezTo>
                <a:cubicBezTo>
                  <a:pt x="112699" y="146730"/>
                  <a:pt x="112856" y="145537"/>
                  <a:pt x="112856" y="144080"/>
                </a:cubicBezTo>
                <a:close/>
                <a:moveTo>
                  <a:pt x="186242" y="144205"/>
                </a:moveTo>
                <a:cubicBezTo>
                  <a:pt x="186022" y="143979"/>
                  <a:pt x="185859" y="144381"/>
                  <a:pt x="185891" y="145091"/>
                </a:cubicBezTo>
                <a:cubicBezTo>
                  <a:pt x="185922" y="145882"/>
                  <a:pt x="186085" y="146039"/>
                  <a:pt x="186299" y="145499"/>
                </a:cubicBezTo>
                <a:cubicBezTo>
                  <a:pt x="186493" y="145015"/>
                  <a:pt x="186468" y="144431"/>
                  <a:pt x="186242" y="144205"/>
                </a:cubicBezTo>
                <a:close/>
                <a:moveTo>
                  <a:pt x="173827" y="143351"/>
                </a:moveTo>
                <a:cubicBezTo>
                  <a:pt x="175045" y="142610"/>
                  <a:pt x="176590" y="142001"/>
                  <a:pt x="177262" y="142001"/>
                </a:cubicBezTo>
                <a:cubicBezTo>
                  <a:pt x="177934" y="141995"/>
                  <a:pt x="178292" y="141681"/>
                  <a:pt x="178053" y="141298"/>
                </a:cubicBezTo>
                <a:cubicBezTo>
                  <a:pt x="177815" y="140908"/>
                  <a:pt x="176672" y="140783"/>
                  <a:pt x="175472" y="141009"/>
                </a:cubicBezTo>
                <a:cubicBezTo>
                  <a:pt x="173833" y="141317"/>
                  <a:pt x="172715" y="141003"/>
                  <a:pt x="170794" y="139696"/>
                </a:cubicBezTo>
                <a:cubicBezTo>
                  <a:pt x="168615" y="138221"/>
                  <a:pt x="168263" y="138145"/>
                  <a:pt x="168263" y="139144"/>
                </a:cubicBezTo>
                <a:cubicBezTo>
                  <a:pt x="168263" y="139784"/>
                  <a:pt x="167830" y="141128"/>
                  <a:pt x="167308" y="142127"/>
                </a:cubicBezTo>
                <a:cubicBezTo>
                  <a:pt x="166366" y="143935"/>
                  <a:pt x="166379" y="143954"/>
                  <a:pt x="168834" y="144212"/>
                </a:cubicBezTo>
                <a:cubicBezTo>
                  <a:pt x="170191" y="144356"/>
                  <a:pt x="171378" y="144526"/>
                  <a:pt x="171459" y="144588"/>
                </a:cubicBezTo>
                <a:cubicBezTo>
                  <a:pt x="171541" y="144651"/>
                  <a:pt x="172609" y="144092"/>
                  <a:pt x="173827" y="143351"/>
                </a:cubicBezTo>
                <a:close/>
                <a:moveTo>
                  <a:pt x="187856" y="138133"/>
                </a:moveTo>
                <a:cubicBezTo>
                  <a:pt x="188754" y="138371"/>
                  <a:pt x="189175" y="137982"/>
                  <a:pt x="189439" y="136676"/>
                </a:cubicBezTo>
                <a:cubicBezTo>
                  <a:pt x="189633" y="135702"/>
                  <a:pt x="190004" y="134371"/>
                  <a:pt x="190255" y="133718"/>
                </a:cubicBezTo>
                <a:cubicBezTo>
                  <a:pt x="190519" y="133027"/>
                  <a:pt x="190400" y="132537"/>
                  <a:pt x="189966" y="132537"/>
                </a:cubicBezTo>
                <a:cubicBezTo>
                  <a:pt x="189552" y="132537"/>
                  <a:pt x="189213" y="132971"/>
                  <a:pt x="189213" y="133498"/>
                </a:cubicBezTo>
                <a:cubicBezTo>
                  <a:pt x="189213" y="134026"/>
                  <a:pt x="188453" y="135363"/>
                  <a:pt x="187523" y="136468"/>
                </a:cubicBezTo>
                <a:cubicBezTo>
                  <a:pt x="186594" y="137574"/>
                  <a:pt x="185872" y="138886"/>
                  <a:pt x="185916" y="139389"/>
                </a:cubicBezTo>
                <a:cubicBezTo>
                  <a:pt x="185960" y="139897"/>
                  <a:pt x="186135" y="139747"/>
                  <a:pt x="186311" y="139062"/>
                </a:cubicBezTo>
                <a:cubicBezTo>
                  <a:pt x="186525" y="138252"/>
                  <a:pt x="187065" y="137932"/>
                  <a:pt x="187856" y="138133"/>
                </a:cubicBezTo>
                <a:close/>
                <a:moveTo>
                  <a:pt x="168056" y="137266"/>
                </a:moveTo>
                <a:cubicBezTo>
                  <a:pt x="168250" y="137266"/>
                  <a:pt x="167465" y="136192"/>
                  <a:pt x="166310" y="134880"/>
                </a:cubicBezTo>
                <a:cubicBezTo>
                  <a:pt x="165154" y="133561"/>
                  <a:pt x="164212" y="131909"/>
                  <a:pt x="164212" y="131200"/>
                </a:cubicBezTo>
                <a:cubicBezTo>
                  <a:pt x="164212" y="129404"/>
                  <a:pt x="163591" y="129221"/>
                  <a:pt x="160520" y="130107"/>
                </a:cubicBezTo>
                <a:lnTo>
                  <a:pt x="157838" y="130879"/>
                </a:lnTo>
                <a:lnTo>
                  <a:pt x="160212" y="132280"/>
                </a:lnTo>
                <a:cubicBezTo>
                  <a:pt x="161518" y="133046"/>
                  <a:pt x="163333" y="134622"/>
                  <a:pt x="164244" y="135771"/>
                </a:cubicBezTo>
                <a:cubicBezTo>
                  <a:pt x="165154" y="136927"/>
                  <a:pt x="166304" y="137731"/>
                  <a:pt x="166800" y="137567"/>
                </a:cubicBezTo>
                <a:cubicBezTo>
                  <a:pt x="167296" y="137404"/>
                  <a:pt x="167861" y="137266"/>
                  <a:pt x="168056" y="137266"/>
                </a:cubicBezTo>
                <a:close/>
                <a:moveTo>
                  <a:pt x="177808" y="136136"/>
                </a:moveTo>
                <a:cubicBezTo>
                  <a:pt x="177011" y="134767"/>
                  <a:pt x="176822" y="135200"/>
                  <a:pt x="177476" y="136902"/>
                </a:cubicBezTo>
                <a:cubicBezTo>
                  <a:pt x="177702" y="137505"/>
                  <a:pt x="178034" y="137856"/>
                  <a:pt x="178210" y="137687"/>
                </a:cubicBezTo>
                <a:cubicBezTo>
                  <a:pt x="178386" y="137511"/>
                  <a:pt x="178204" y="136814"/>
                  <a:pt x="177808" y="136136"/>
                </a:cubicBezTo>
                <a:close/>
                <a:moveTo>
                  <a:pt x="103781" y="135552"/>
                </a:moveTo>
                <a:cubicBezTo>
                  <a:pt x="103517" y="134478"/>
                  <a:pt x="103850" y="132713"/>
                  <a:pt x="104667" y="130867"/>
                </a:cubicBezTo>
                <a:cubicBezTo>
                  <a:pt x="105703" y="128524"/>
                  <a:pt x="105791" y="127834"/>
                  <a:pt x="105087" y="127564"/>
                </a:cubicBezTo>
                <a:cubicBezTo>
                  <a:pt x="104554" y="127356"/>
                  <a:pt x="103863" y="128028"/>
                  <a:pt x="103367" y="129228"/>
                </a:cubicBezTo>
                <a:cubicBezTo>
                  <a:pt x="102908" y="130327"/>
                  <a:pt x="101816" y="131796"/>
                  <a:pt x="100936" y="132487"/>
                </a:cubicBezTo>
                <a:cubicBezTo>
                  <a:pt x="100057" y="133178"/>
                  <a:pt x="99335" y="134139"/>
                  <a:pt x="99335" y="134628"/>
                </a:cubicBezTo>
                <a:cubicBezTo>
                  <a:pt x="99335" y="135313"/>
                  <a:pt x="99517" y="135332"/>
                  <a:pt x="100151" y="134698"/>
                </a:cubicBezTo>
                <a:cubicBezTo>
                  <a:pt x="101357" y="133492"/>
                  <a:pt x="102720" y="133718"/>
                  <a:pt x="102720" y="135125"/>
                </a:cubicBezTo>
                <a:cubicBezTo>
                  <a:pt x="102720" y="136299"/>
                  <a:pt x="103260" y="137266"/>
                  <a:pt x="103919" y="137266"/>
                </a:cubicBezTo>
                <a:cubicBezTo>
                  <a:pt x="104083" y="137266"/>
                  <a:pt x="104020" y="136494"/>
                  <a:pt x="103781" y="135552"/>
                </a:cubicBezTo>
                <a:close/>
                <a:moveTo>
                  <a:pt x="132449" y="132537"/>
                </a:moveTo>
                <a:cubicBezTo>
                  <a:pt x="132053" y="131790"/>
                  <a:pt x="131576" y="131187"/>
                  <a:pt x="131388" y="131187"/>
                </a:cubicBezTo>
                <a:cubicBezTo>
                  <a:pt x="131205" y="131187"/>
                  <a:pt x="131375" y="131790"/>
                  <a:pt x="131777" y="132537"/>
                </a:cubicBezTo>
                <a:cubicBezTo>
                  <a:pt x="132173" y="133278"/>
                  <a:pt x="132650" y="133887"/>
                  <a:pt x="132838" y="133887"/>
                </a:cubicBezTo>
                <a:cubicBezTo>
                  <a:pt x="133020" y="133887"/>
                  <a:pt x="132851" y="133278"/>
                  <a:pt x="132449" y="132537"/>
                </a:cubicBezTo>
                <a:close/>
                <a:moveTo>
                  <a:pt x="137253" y="130672"/>
                </a:moveTo>
                <a:cubicBezTo>
                  <a:pt x="136782" y="129542"/>
                  <a:pt x="135947" y="128769"/>
                  <a:pt x="135193" y="128769"/>
                </a:cubicBezTo>
                <a:cubicBezTo>
                  <a:pt x="134063" y="128769"/>
                  <a:pt x="134119" y="129002"/>
                  <a:pt x="135721" y="130886"/>
                </a:cubicBezTo>
                <a:cubicBezTo>
                  <a:pt x="137837" y="133379"/>
                  <a:pt x="138339" y="133310"/>
                  <a:pt x="137253" y="130672"/>
                </a:cubicBezTo>
                <a:close/>
                <a:moveTo>
                  <a:pt x="66429" y="129121"/>
                </a:moveTo>
                <a:cubicBezTo>
                  <a:pt x="66661" y="128236"/>
                  <a:pt x="66504" y="127821"/>
                  <a:pt x="66001" y="127991"/>
                </a:cubicBezTo>
                <a:cubicBezTo>
                  <a:pt x="65028" y="128317"/>
                  <a:pt x="64526" y="130509"/>
                  <a:pt x="65424" y="130509"/>
                </a:cubicBezTo>
                <a:cubicBezTo>
                  <a:pt x="65775" y="130509"/>
                  <a:pt x="66234" y="129881"/>
                  <a:pt x="66429" y="129121"/>
                </a:cubicBezTo>
                <a:close/>
                <a:moveTo>
                  <a:pt x="154460" y="129831"/>
                </a:moveTo>
                <a:cubicBezTo>
                  <a:pt x="154981" y="129831"/>
                  <a:pt x="155835" y="128820"/>
                  <a:pt x="156350" y="127582"/>
                </a:cubicBezTo>
                <a:cubicBezTo>
                  <a:pt x="158008" y="123607"/>
                  <a:pt x="163434" y="120474"/>
                  <a:pt x="162686" y="123921"/>
                </a:cubicBezTo>
                <a:cubicBezTo>
                  <a:pt x="162504" y="124756"/>
                  <a:pt x="162134" y="125975"/>
                  <a:pt x="161857" y="126628"/>
                </a:cubicBezTo>
                <a:cubicBezTo>
                  <a:pt x="161481" y="127532"/>
                  <a:pt x="161613" y="127721"/>
                  <a:pt x="162410" y="127419"/>
                </a:cubicBezTo>
                <a:cubicBezTo>
                  <a:pt x="162988" y="127199"/>
                  <a:pt x="163553" y="126358"/>
                  <a:pt x="163666" y="125560"/>
                </a:cubicBezTo>
                <a:cubicBezTo>
                  <a:pt x="163779" y="124756"/>
                  <a:pt x="165311" y="123048"/>
                  <a:pt x="167064" y="121748"/>
                </a:cubicBezTo>
                <a:cubicBezTo>
                  <a:pt x="169155" y="120204"/>
                  <a:pt x="170028" y="119161"/>
                  <a:pt x="169594" y="118721"/>
                </a:cubicBezTo>
                <a:cubicBezTo>
                  <a:pt x="169161" y="118288"/>
                  <a:pt x="168269" y="118451"/>
                  <a:pt x="167013" y="119192"/>
                </a:cubicBezTo>
                <a:cubicBezTo>
                  <a:pt x="165965" y="119814"/>
                  <a:pt x="163836" y="120524"/>
                  <a:pt x="162291" y="120769"/>
                </a:cubicBezTo>
                <a:cubicBezTo>
                  <a:pt x="160746" y="121020"/>
                  <a:pt x="159484" y="121485"/>
                  <a:pt x="159484" y="121811"/>
                </a:cubicBezTo>
                <a:cubicBezTo>
                  <a:pt x="159484" y="122138"/>
                  <a:pt x="157581" y="124285"/>
                  <a:pt x="155257" y="126584"/>
                </a:cubicBezTo>
                <a:cubicBezTo>
                  <a:pt x="152934" y="128882"/>
                  <a:pt x="151590" y="130553"/>
                  <a:pt x="152274" y="130295"/>
                </a:cubicBezTo>
                <a:cubicBezTo>
                  <a:pt x="152953" y="130044"/>
                  <a:pt x="153939" y="129831"/>
                  <a:pt x="154460" y="129831"/>
                </a:cubicBezTo>
                <a:close/>
                <a:moveTo>
                  <a:pt x="131004" y="125906"/>
                </a:moveTo>
                <a:cubicBezTo>
                  <a:pt x="128109" y="122609"/>
                  <a:pt x="129648" y="121265"/>
                  <a:pt x="133837" y="123431"/>
                </a:cubicBezTo>
                <a:cubicBezTo>
                  <a:pt x="136317" y="124713"/>
                  <a:pt x="136349" y="124336"/>
                  <a:pt x="133969" y="121887"/>
                </a:cubicBezTo>
                <a:cubicBezTo>
                  <a:pt x="132951" y="120838"/>
                  <a:pt x="131658" y="119318"/>
                  <a:pt x="131099" y="118508"/>
                </a:cubicBezTo>
                <a:lnTo>
                  <a:pt x="130088" y="117038"/>
                </a:lnTo>
                <a:lnTo>
                  <a:pt x="126414" y="118307"/>
                </a:lnTo>
                <a:cubicBezTo>
                  <a:pt x="123896" y="119174"/>
                  <a:pt x="122263" y="119387"/>
                  <a:pt x="121208" y="118985"/>
                </a:cubicBezTo>
                <a:cubicBezTo>
                  <a:pt x="119933" y="118502"/>
                  <a:pt x="119424" y="118734"/>
                  <a:pt x="118288" y="120335"/>
                </a:cubicBezTo>
                <a:cubicBezTo>
                  <a:pt x="117528" y="121397"/>
                  <a:pt x="116906" y="122565"/>
                  <a:pt x="116906" y="122923"/>
                </a:cubicBezTo>
                <a:cubicBezTo>
                  <a:pt x="116906" y="123281"/>
                  <a:pt x="119073" y="124826"/>
                  <a:pt x="121710" y="126358"/>
                </a:cubicBezTo>
                <a:lnTo>
                  <a:pt x="126514" y="129140"/>
                </a:lnTo>
                <a:lnTo>
                  <a:pt x="126081" y="126835"/>
                </a:lnTo>
                <a:cubicBezTo>
                  <a:pt x="125830" y="125472"/>
                  <a:pt x="125943" y="124348"/>
                  <a:pt x="126364" y="124091"/>
                </a:cubicBezTo>
                <a:cubicBezTo>
                  <a:pt x="127218" y="123563"/>
                  <a:pt x="131099" y="127526"/>
                  <a:pt x="131099" y="128920"/>
                </a:cubicBezTo>
                <a:cubicBezTo>
                  <a:pt x="131099" y="129711"/>
                  <a:pt x="131268" y="129730"/>
                  <a:pt x="132034" y="129014"/>
                </a:cubicBezTo>
                <a:cubicBezTo>
                  <a:pt x="132819" y="128279"/>
                  <a:pt x="132656" y="127790"/>
                  <a:pt x="131004" y="125906"/>
                </a:cubicBezTo>
                <a:close/>
                <a:moveTo>
                  <a:pt x="151653" y="124185"/>
                </a:moveTo>
                <a:cubicBezTo>
                  <a:pt x="150949" y="122351"/>
                  <a:pt x="149706" y="123287"/>
                  <a:pt x="149474" y="125830"/>
                </a:cubicBezTo>
                <a:lnTo>
                  <a:pt x="149260" y="128141"/>
                </a:lnTo>
                <a:lnTo>
                  <a:pt x="150679" y="126747"/>
                </a:lnTo>
                <a:cubicBezTo>
                  <a:pt x="151584" y="125862"/>
                  <a:pt x="151935" y="124926"/>
                  <a:pt x="151653" y="124185"/>
                </a:cubicBezTo>
                <a:close/>
                <a:moveTo>
                  <a:pt x="40254" y="123576"/>
                </a:moveTo>
                <a:cubicBezTo>
                  <a:pt x="39620" y="122615"/>
                  <a:pt x="39469" y="121698"/>
                  <a:pt x="39840" y="121095"/>
                </a:cubicBezTo>
                <a:cubicBezTo>
                  <a:pt x="40342" y="120285"/>
                  <a:pt x="40700" y="120317"/>
                  <a:pt x="42176" y="121284"/>
                </a:cubicBezTo>
                <a:cubicBezTo>
                  <a:pt x="43231" y="121974"/>
                  <a:pt x="43928" y="122131"/>
                  <a:pt x="43928" y="121673"/>
                </a:cubicBezTo>
                <a:cubicBezTo>
                  <a:pt x="43928" y="121259"/>
                  <a:pt x="43331" y="120762"/>
                  <a:pt x="42596" y="120574"/>
                </a:cubicBezTo>
                <a:cubicBezTo>
                  <a:pt x="41868" y="120386"/>
                  <a:pt x="40625" y="118891"/>
                  <a:pt x="39833" y="117258"/>
                </a:cubicBezTo>
                <a:cubicBezTo>
                  <a:pt x="38339" y="114162"/>
                  <a:pt x="36731" y="113723"/>
                  <a:pt x="37868" y="116724"/>
                </a:cubicBezTo>
                <a:cubicBezTo>
                  <a:pt x="38226" y="117660"/>
                  <a:pt x="38521" y="119375"/>
                  <a:pt x="38521" y="120530"/>
                </a:cubicBezTo>
                <a:cubicBezTo>
                  <a:pt x="38521" y="121686"/>
                  <a:pt x="39023" y="123186"/>
                  <a:pt x="39639" y="123865"/>
                </a:cubicBezTo>
                <a:cubicBezTo>
                  <a:pt x="41165" y="125560"/>
                  <a:pt x="41460" y="125416"/>
                  <a:pt x="40254" y="123576"/>
                </a:cubicBezTo>
                <a:close/>
                <a:moveTo>
                  <a:pt x="104742" y="124047"/>
                </a:moveTo>
                <a:cubicBezTo>
                  <a:pt x="104742" y="123884"/>
                  <a:pt x="104441" y="123752"/>
                  <a:pt x="104070" y="123752"/>
                </a:cubicBezTo>
                <a:cubicBezTo>
                  <a:pt x="103700" y="123752"/>
                  <a:pt x="103392" y="124072"/>
                  <a:pt x="103392" y="124468"/>
                </a:cubicBezTo>
                <a:cubicBezTo>
                  <a:pt x="103392" y="124857"/>
                  <a:pt x="103700" y="124995"/>
                  <a:pt x="104070" y="124763"/>
                </a:cubicBezTo>
                <a:cubicBezTo>
                  <a:pt x="104441" y="124537"/>
                  <a:pt x="104742" y="124210"/>
                  <a:pt x="104742" y="124047"/>
                </a:cubicBezTo>
                <a:close/>
                <a:moveTo>
                  <a:pt x="158780" y="117805"/>
                </a:moveTo>
                <a:cubicBezTo>
                  <a:pt x="161054" y="114005"/>
                  <a:pt x="161280" y="113289"/>
                  <a:pt x="160445" y="112454"/>
                </a:cubicBezTo>
                <a:cubicBezTo>
                  <a:pt x="159195" y="111204"/>
                  <a:pt x="159201" y="106130"/>
                  <a:pt x="160463" y="103116"/>
                </a:cubicBezTo>
                <a:cubicBezTo>
                  <a:pt x="162065" y="99279"/>
                  <a:pt x="163603" y="100397"/>
                  <a:pt x="164545" y="106086"/>
                </a:cubicBezTo>
                <a:cubicBezTo>
                  <a:pt x="164991" y="108774"/>
                  <a:pt x="165123" y="108937"/>
                  <a:pt x="166103" y="107958"/>
                </a:cubicBezTo>
                <a:cubicBezTo>
                  <a:pt x="166693" y="107367"/>
                  <a:pt x="167233" y="105666"/>
                  <a:pt x="167308" y="104171"/>
                </a:cubicBezTo>
                <a:cubicBezTo>
                  <a:pt x="167390" y="102683"/>
                  <a:pt x="168087" y="100233"/>
                  <a:pt x="168866" y="98739"/>
                </a:cubicBezTo>
                <a:cubicBezTo>
                  <a:pt x="170919" y="94801"/>
                  <a:pt x="170002" y="93602"/>
                  <a:pt x="165161" y="93910"/>
                </a:cubicBezTo>
                <a:cubicBezTo>
                  <a:pt x="162398" y="94085"/>
                  <a:pt x="160928" y="93809"/>
                  <a:pt x="159189" y="92779"/>
                </a:cubicBezTo>
                <a:cubicBezTo>
                  <a:pt x="157210" y="91617"/>
                  <a:pt x="156827" y="91567"/>
                  <a:pt x="156494" y="92434"/>
                </a:cubicBezTo>
                <a:cubicBezTo>
                  <a:pt x="155785" y="94274"/>
                  <a:pt x="156074" y="94626"/>
                  <a:pt x="158636" y="95090"/>
                </a:cubicBezTo>
                <a:cubicBezTo>
                  <a:pt x="164099" y="96076"/>
                  <a:pt x="165242" y="98236"/>
                  <a:pt x="160922" y="99398"/>
                </a:cubicBezTo>
                <a:cubicBezTo>
                  <a:pt x="158636" y="100014"/>
                  <a:pt x="158259" y="100403"/>
                  <a:pt x="157920" y="102494"/>
                </a:cubicBezTo>
                <a:cubicBezTo>
                  <a:pt x="157443" y="105414"/>
                  <a:pt x="154981" y="109559"/>
                  <a:pt x="153712" y="109559"/>
                </a:cubicBezTo>
                <a:cubicBezTo>
                  <a:pt x="153204" y="109559"/>
                  <a:pt x="152469" y="110702"/>
                  <a:pt x="152086" y="112096"/>
                </a:cubicBezTo>
                <a:cubicBezTo>
                  <a:pt x="150962" y="116122"/>
                  <a:pt x="151257" y="116888"/>
                  <a:pt x="152758" y="113855"/>
                </a:cubicBezTo>
                <a:cubicBezTo>
                  <a:pt x="154378" y="110583"/>
                  <a:pt x="156394" y="108567"/>
                  <a:pt x="157411" y="109195"/>
                </a:cubicBezTo>
                <a:cubicBezTo>
                  <a:pt x="159264" y="110344"/>
                  <a:pt x="156959" y="118772"/>
                  <a:pt x="154403" y="120204"/>
                </a:cubicBezTo>
                <a:cubicBezTo>
                  <a:pt x="153587" y="120662"/>
                  <a:pt x="153386" y="121284"/>
                  <a:pt x="153719" y="122332"/>
                </a:cubicBezTo>
                <a:cubicBezTo>
                  <a:pt x="154359" y="124355"/>
                  <a:pt x="155433" y="123394"/>
                  <a:pt x="158780" y="117805"/>
                </a:cubicBezTo>
                <a:close/>
                <a:moveTo>
                  <a:pt x="100692" y="122018"/>
                </a:moveTo>
                <a:cubicBezTo>
                  <a:pt x="100692" y="121855"/>
                  <a:pt x="100384" y="121723"/>
                  <a:pt x="100013" y="121723"/>
                </a:cubicBezTo>
                <a:cubicBezTo>
                  <a:pt x="99643" y="121723"/>
                  <a:pt x="99335" y="122044"/>
                  <a:pt x="99335" y="122439"/>
                </a:cubicBezTo>
                <a:cubicBezTo>
                  <a:pt x="99335" y="122835"/>
                  <a:pt x="99643" y="122967"/>
                  <a:pt x="100013" y="122734"/>
                </a:cubicBezTo>
                <a:cubicBezTo>
                  <a:pt x="100384" y="122508"/>
                  <a:pt x="100692" y="122188"/>
                  <a:pt x="100692" y="122018"/>
                </a:cubicBezTo>
                <a:close/>
                <a:moveTo>
                  <a:pt x="113634" y="118853"/>
                </a:moveTo>
                <a:cubicBezTo>
                  <a:pt x="113345" y="115764"/>
                  <a:pt x="112253" y="114451"/>
                  <a:pt x="111166" y="115870"/>
                </a:cubicBezTo>
                <a:cubicBezTo>
                  <a:pt x="110790" y="116354"/>
                  <a:pt x="109910" y="117070"/>
                  <a:pt x="109213" y="117459"/>
                </a:cubicBezTo>
                <a:cubicBezTo>
                  <a:pt x="108039" y="118106"/>
                  <a:pt x="108152" y="118320"/>
                  <a:pt x="110551" y="119946"/>
                </a:cubicBezTo>
                <a:cubicBezTo>
                  <a:pt x="111989" y="120926"/>
                  <a:pt x="113333" y="121723"/>
                  <a:pt x="113534" y="121723"/>
                </a:cubicBezTo>
                <a:cubicBezTo>
                  <a:pt x="113735" y="121723"/>
                  <a:pt x="113779" y="120430"/>
                  <a:pt x="113634" y="118853"/>
                </a:cubicBezTo>
                <a:close/>
                <a:moveTo>
                  <a:pt x="117591" y="114979"/>
                </a:moveTo>
                <a:cubicBezTo>
                  <a:pt x="117051" y="113968"/>
                  <a:pt x="116699" y="111022"/>
                  <a:pt x="116837" y="108718"/>
                </a:cubicBezTo>
                <a:cubicBezTo>
                  <a:pt x="116938" y="107060"/>
                  <a:pt x="118551" y="107242"/>
                  <a:pt x="119902" y="109050"/>
                </a:cubicBezTo>
                <a:cubicBezTo>
                  <a:pt x="120894" y="110376"/>
                  <a:pt x="120976" y="110401"/>
                  <a:pt x="120561" y="109220"/>
                </a:cubicBezTo>
                <a:cubicBezTo>
                  <a:pt x="120297" y="108479"/>
                  <a:pt x="119939" y="106884"/>
                  <a:pt x="119770" y="105672"/>
                </a:cubicBezTo>
                <a:cubicBezTo>
                  <a:pt x="119380" y="102896"/>
                  <a:pt x="118734" y="102902"/>
                  <a:pt x="117076" y="105703"/>
                </a:cubicBezTo>
                <a:cubicBezTo>
                  <a:pt x="115970" y="107587"/>
                  <a:pt x="115813" y="108818"/>
                  <a:pt x="116090" y="113572"/>
                </a:cubicBezTo>
                <a:cubicBezTo>
                  <a:pt x="116385" y="118634"/>
                  <a:pt x="116504" y="119048"/>
                  <a:pt x="117277" y="117610"/>
                </a:cubicBezTo>
                <a:cubicBezTo>
                  <a:pt x="117779" y="116674"/>
                  <a:pt x="117911" y="115569"/>
                  <a:pt x="117591" y="114979"/>
                </a:cubicBezTo>
                <a:close/>
                <a:moveTo>
                  <a:pt x="137360" y="116919"/>
                </a:moveTo>
                <a:cubicBezTo>
                  <a:pt x="138189" y="115462"/>
                  <a:pt x="138879" y="114954"/>
                  <a:pt x="139652" y="115249"/>
                </a:cubicBezTo>
                <a:cubicBezTo>
                  <a:pt x="140632" y="115625"/>
                  <a:pt x="140701" y="115104"/>
                  <a:pt x="140286" y="110419"/>
                </a:cubicBezTo>
                <a:cubicBezTo>
                  <a:pt x="140035" y="107531"/>
                  <a:pt x="139206" y="102846"/>
                  <a:pt x="138452" y="100001"/>
                </a:cubicBezTo>
                <a:cubicBezTo>
                  <a:pt x="137171" y="95203"/>
                  <a:pt x="136926" y="94808"/>
                  <a:pt x="135017" y="94431"/>
                </a:cubicBezTo>
                <a:cubicBezTo>
                  <a:pt x="131909" y="93809"/>
                  <a:pt x="131777" y="93866"/>
                  <a:pt x="131777" y="95944"/>
                </a:cubicBezTo>
                <a:cubicBezTo>
                  <a:pt x="131777" y="98211"/>
                  <a:pt x="129114" y="102463"/>
                  <a:pt x="127695" y="102463"/>
                </a:cubicBezTo>
                <a:cubicBezTo>
                  <a:pt x="126433" y="102463"/>
                  <a:pt x="126062" y="99913"/>
                  <a:pt x="126960" y="97357"/>
                </a:cubicBezTo>
                <a:cubicBezTo>
                  <a:pt x="127645" y="95379"/>
                  <a:pt x="126929" y="94594"/>
                  <a:pt x="125918" y="96214"/>
                </a:cubicBezTo>
                <a:cubicBezTo>
                  <a:pt x="125013" y="97665"/>
                  <a:pt x="124806" y="98946"/>
                  <a:pt x="124743" y="103480"/>
                </a:cubicBezTo>
                <a:lnTo>
                  <a:pt x="124681" y="107870"/>
                </a:lnTo>
                <a:lnTo>
                  <a:pt x="128160" y="107644"/>
                </a:lnTo>
                <a:cubicBezTo>
                  <a:pt x="131846" y="107399"/>
                  <a:pt x="134477" y="108322"/>
                  <a:pt x="134477" y="109854"/>
                </a:cubicBezTo>
                <a:cubicBezTo>
                  <a:pt x="134477" y="111814"/>
                  <a:pt x="126188" y="113164"/>
                  <a:pt x="124505" y="111481"/>
                </a:cubicBezTo>
                <a:cubicBezTo>
                  <a:pt x="123538" y="110514"/>
                  <a:pt x="121961" y="111631"/>
                  <a:pt x="121428" y="113666"/>
                </a:cubicBezTo>
                <a:cubicBezTo>
                  <a:pt x="121164" y="114690"/>
                  <a:pt x="121346" y="114947"/>
                  <a:pt x="122200" y="114709"/>
                </a:cubicBezTo>
                <a:cubicBezTo>
                  <a:pt x="126301" y="113559"/>
                  <a:pt x="127764" y="113597"/>
                  <a:pt x="130716" y="114941"/>
                </a:cubicBezTo>
                <a:cubicBezTo>
                  <a:pt x="132417" y="115720"/>
                  <a:pt x="134188" y="116957"/>
                  <a:pt x="134647" y="117692"/>
                </a:cubicBezTo>
                <a:cubicBezTo>
                  <a:pt x="135746" y="119444"/>
                  <a:pt x="135953" y="119381"/>
                  <a:pt x="137360" y="116919"/>
                </a:cubicBezTo>
                <a:close/>
                <a:moveTo>
                  <a:pt x="31318" y="115274"/>
                </a:moveTo>
                <a:cubicBezTo>
                  <a:pt x="31098" y="114702"/>
                  <a:pt x="30771" y="114376"/>
                  <a:pt x="30596" y="114552"/>
                </a:cubicBezTo>
                <a:cubicBezTo>
                  <a:pt x="30420" y="114734"/>
                  <a:pt x="30476" y="115198"/>
                  <a:pt x="30721" y="115594"/>
                </a:cubicBezTo>
                <a:cubicBezTo>
                  <a:pt x="31387" y="116674"/>
                  <a:pt x="31776" y="116467"/>
                  <a:pt x="31318" y="115274"/>
                </a:cubicBezTo>
                <a:close/>
                <a:moveTo>
                  <a:pt x="106375" y="112730"/>
                </a:moveTo>
                <a:cubicBezTo>
                  <a:pt x="105722" y="112366"/>
                  <a:pt x="104729" y="112366"/>
                  <a:pt x="103907" y="112730"/>
                </a:cubicBezTo>
                <a:cubicBezTo>
                  <a:pt x="102776" y="113239"/>
                  <a:pt x="102965" y="113346"/>
                  <a:pt x="105006" y="113346"/>
                </a:cubicBezTo>
                <a:cubicBezTo>
                  <a:pt x="106833" y="113346"/>
                  <a:pt x="107191" y="113183"/>
                  <a:pt x="106375" y="112730"/>
                </a:cubicBezTo>
                <a:close/>
                <a:moveTo>
                  <a:pt x="113528" y="111895"/>
                </a:moveTo>
                <a:cubicBezTo>
                  <a:pt x="113528" y="111324"/>
                  <a:pt x="113000" y="109044"/>
                  <a:pt x="112347" y="106827"/>
                </a:cubicBezTo>
                <a:cubicBezTo>
                  <a:pt x="111399" y="103606"/>
                  <a:pt x="110890" y="102802"/>
                  <a:pt x="109778" y="102802"/>
                </a:cubicBezTo>
                <a:cubicBezTo>
                  <a:pt x="108347" y="102802"/>
                  <a:pt x="104792" y="99505"/>
                  <a:pt x="103505" y="96993"/>
                </a:cubicBezTo>
                <a:cubicBezTo>
                  <a:pt x="102990" y="95982"/>
                  <a:pt x="102990" y="95367"/>
                  <a:pt x="103505" y="94852"/>
                </a:cubicBezTo>
                <a:cubicBezTo>
                  <a:pt x="104397" y="93954"/>
                  <a:pt x="105766" y="94399"/>
                  <a:pt x="108629" y="96516"/>
                </a:cubicBezTo>
                <a:cubicBezTo>
                  <a:pt x="109835" y="97408"/>
                  <a:pt x="110827" y="98017"/>
                  <a:pt x="110827" y="97866"/>
                </a:cubicBezTo>
                <a:cubicBezTo>
                  <a:pt x="110827" y="96792"/>
                  <a:pt x="109220" y="93338"/>
                  <a:pt x="108723" y="93338"/>
                </a:cubicBezTo>
                <a:cubicBezTo>
                  <a:pt x="107769" y="93338"/>
                  <a:pt x="105427" y="89137"/>
                  <a:pt x="105420" y="87429"/>
                </a:cubicBezTo>
                <a:cubicBezTo>
                  <a:pt x="105420" y="86568"/>
                  <a:pt x="105835" y="85909"/>
                  <a:pt x="106375" y="85909"/>
                </a:cubicBezTo>
                <a:cubicBezTo>
                  <a:pt x="107311" y="85909"/>
                  <a:pt x="110363" y="89087"/>
                  <a:pt x="111047" y="90782"/>
                </a:cubicBezTo>
                <a:cubicBezTo>
                  <a:pt x="111317" y="91454"/>
                  <a:pt x="111556" y="91423"/>
                  <a:pt x="112102" y="90638"/>
                </a:cubicBezTo>
                <a:cubicBezTo>
                  <a:pt x="112548" y="90004"/>
                  <a:pt x="112567" y="89539"/>
                  <a:pt x="112152" y="89401"/>
                </a:cubicBezTo>
                <a:cubicBezTo>
                  <a:pt x="111794" y="89275"/>
                  <a:pt x="111499" y="88754"/>
                  <a:pt x="111499" y="88239"/>
                </a:cubicBezTo>
                <a:cubicBezTo>
                  <a:pt x="111499" y="87240"/>
                  <a:pt x="113383" y="86035"/>
                  <a:pt x="116190" y="85225"/>
                </a:cubicBezTo>
                <a:lnTo>
                  <a:pt x="117917" y="84728"/>
                </a:lnTo>
                <a:lnTo>
                  <a:pt x="116008" y="83962"/>
                </a:lnTo>
                <a:cubicBezTo>
                  <a:pt x="114953" y="83541"/>
                  <a:pt x="113741" y="83410"/>
                  <a:pt x="113320" y="83667"/>
                </a:cubicBezTo>
                <a:cubicBezTo>
                  <a:pt x="111600" y="84735"/>
                  <a:pt x="106092" y="83347"/>
                  <a:pt x="106092" y="81840"/>
                </a:cubicBezTo>
                <a:cubicBezTo>
                  <a:pt x="106092" y="81488"/>
                  <a:pt x="106777" y="81030"/>
                  <a:pt x="107612" y="80822"/>
                </a:cubicBezTo>
                <a:cubicBezTo>
                  <a:pt x="108994" y="80477"/>
                  <a:pt x="109138" y="80037"/>
                  <a:pt x="109138" y="76094"/>
                </a:cubicBezTo>
                <a:cubicBezTo>
                  <a:pt x="109138" y="71855"/>
                  <a:pt x="109107" y="71786"/>
                  <a:pt x="107869" y="73016"/>
                </a:cubicBezTo>
                <a:cubicBezTo>
                  <a:pt x="107179" y="73713"/>
                  <a:pt x="106494" y="75258"/>
                  <a:pt x="106356" y="76458"/>
                </a:cubicBezTo>
                <a:cubicBezTo>
                  <a:pt x="105904" y="80332"/>
                  <a:pt x="101351" y="85909"/>
                  <a:pt x="98638" y="85909"/>
                </a:cubicBezTo>
                <a:cubicBezTo>
                  <a:pt x="97275" y="85909"/>
                  <a:pt x="98330" y="80722"/>
                  <a:pt x="100302" y="77751"/>
                </a:cubicBezTo>
                <a:lnTo>
                  <a:pt x="102061" y="75095"/>
                </a:lnTo>
                <a:lnTo>
                  <a:pt x="100497" y="75095"/>
                </a:lnTo>
                <a:cubicBezTo>
                  <a:pt x="99636" y="75095"/>
                  <a:pt x="98594" y="75428"/>
                  <a:pt x="98186" y="75836"/>
                </a:cubicBezTo>
                <a:cubicBezTo>
                  <a:pt x="97778" y="76244"/>
                  <a:pt x="96283" y="76583"/>
                  <a:pt x="94870" y="76583"/>
                </a:cubicBezTo>
                <a:cubicBezTo>
                  <a:pt x="92842" y="76583"/>
                  <a:pt x="91661" y="77136"/>
                  <a:pt x="89300" y="79215"/>
                </a:cubicBezTo>
                <a:cubicBezTo>
                  <a:pt x="86537" y="81651"/>
                  <a:pt x="85406" y="82166"/>
                  <a:pt x="83372" y="81921"/>
                </a:cubicBezTo>
                <a:cubicBezTo>
                  <a:pt x="82587" y="81827"/>
                  <a:pt x="81789" y="83931"/>
                  <a:pt x="81777" y="86148"/>
                </a:cubicBezTo>
                <a:cubicBezTo>
                  <a:pt x="81770" y="86838"/>
                  <a:pt x="82719" y="89394"/>
                  <a:pt x="83880" y="91831"/>
                </a:cubicBezTo>
                <a:lnTo>
                  <a:pt x="85990" y="96252"/>
                </a:lnTo>
                <a:lnTo>
                  <a:pt x="86888" y="94123"/>
                </a:lnTo>
                <a:cubicBezTo>
                  <a:pt x="87981" y="91523"/>
                  <a:pt x="90794" y="88609"/>
                  <a:pt x="92207" y="88609"/>
                </a:cubicBezTo>
                <a:cubicBezTo>
                  <a:pt x="94418" y="88609"/>
                  <a:pt x="92886" y="94387"/>
                  <a:pt x="89777" y="97803"/>
                </a:cubicBezTo>
                <a:cubicBezTo>
                  <a:pt x="88565" y="99128"/>
                  <a:pt x="88553" y="99279"/>
                  <a:pt x="89626" y="100164"/>
                </a:cubicBezTo>
                <a:cubicBezTo>
                  <a:pt x="90336" y="100755"/>
                  <a:pt x="90864" y="100849"/>
                  <a:pt x="91008" y="100409"/>
                </a:cubicBezTo>
                <a:cubicBezTo>
                  <a:pt x="91140" y="100020"/>
                  <a:pt x="91812" y="98651"/>
                  <a:pt x="92496" y="97370"/>
                </a:cubicBezTo>
                <a:cubicBezTo>
                  <a:pt x="95234" y="92258"/>
                  <a:pt x="97665" y="95398"/>
                  <a:pt x="95674" y="101477"/>
                </a:cubicBezTo>
                <a:lnTo>
                  <a:pt x="94569" y="104862"/>
                </a:lnTo>
                <a:lnTo>
                  <a:pt x="96446" y="106513"/>
                </a:lnTo>
                <a:cubicBezTo>
                  <a:pt x="97596" y="107524"/>
                  <a:pt x="99178" y="108171"/>
                  <a:pt x="100522" y="108184"/>
                </a:cubicBezTo>
                <a:cubicBezTo>
                  <a:pt x="102789" y="108209"/>
                  <a:pt x="103505" y="107116"/>
                  <a:pt x="101677" y="106413"/>
                </a:cubicBezTo>
                <a:cubicBezTo>
                  <a:pt x="101106" y="106193"/>
                  <a:pt x="100208" y="105188"/>
                  <a:pt x="99680" y="104171"/>
                </a:cubicBezTo>
                <a:cubicBezTo>
                  <a:pt x="98663" y="102193"/>
                  <a:pt x="98110" y="97050"/>
                  <a:pt x="98839" y="96315"/>
                </a:cubicBezTo>
                <a:cubicBezTo>
                  <a:pt x="100384" y="94770"/>
                  <a:pt x="104202" y="100610"/>
                  <a:pt x="104202" y="104516"/>
                </a:cubicBezTo>
                <a:cubicBezTo>
                  <a:pt x="104202" y="105710"/>
                  <a:pt x="104811" y="107562"/>
                  <a:pt x="105558" y="108630"/>
                </a:cubicBezTo>
                <a:cubicBezTo>
                  <a:pt x="106331" y="109741"/>
                  <a:pt x="106695" y="109992"/>
                  <a:pt x="106406" y="109220"/>
                </a:cubicBezTo>
                <a:cubicBezTo>
                  <a:pt x="104912" y="105220"/>
                  <a:pt x="105263" y="101847"/>
                  <a:pt x="107103" y="102557"/>
                </a:cubicBezTo>
                <a:cubicBezTo>
                  <a:pt x="108711" y="103172"/>
                  <a:pt x="111499" y="108397"/>
                  <a:pt x="111499" y="110803"/>
                </a:cubicBezTo>
                <a:cubicBezTo>
                  <a:pt x="111499" y="112253"/>
                  <a:pt x="111826" y="112938"/>
                  <a:pt x="112517" y="112938"/>
                </a:cubicBezTo>
                <a:cubicBezTo>
                  <a:pt x="113069" y="112938"/>
                  <a:pt x="113528" y="112467"/>
                  <a:pt x="113528" y="111895"/>
                </a:cubicBezTo>
                <a:close/>
                <a:moveTo>
                  <a:pt x="168910" y="110790"/>
                </a:moveTo>
                <a:cubicBezTo>
                  <a:pt x="169720" y="110532"/>
                  <a:pt x="169701" y="110413"/>
                  <a:pt x="168803" y="110068"/>
                </a:cubicBezTo>
                <a:cubicBezTo>
                  <a:pt x="168150" y="109817"/>
                  <a:pt x="167221" y="110212"/>
                  <a:pt x="166473" y="111054"/>
                </a:cubicBezTo>
                <a:cubicBezTo>
                  <a:pt x="165255" y="112429"/>
                  <a:pt x="165255" y="112442"/>
                  <a:pt x="166580" y="111776"/>
                </a:cubicBezTo>
                <a:cubicBezTo>
                  <a:pt x="167321" y="111399"/>
                  <a:pt x="168370" y="110953"/>
                  <a:pt x="168910" y="110790"/>
                </a:cubicBezTo>
                <a:close/>
                <a:moveTo>
                  <a:pt x="151364" y="108674"/>
                </a:moveTo>
                <a:cubicBezTo>
                  <a:pt x="151370" y="108372"/>
                  <a:pt x="151069" y="108316"/>
                  <a:pt x="150698" y="108548"/>
                </a:cubicBezTo>
                <a:cubicBezTo>
                  <a:pt x="150328" y="108774"/>
                  <a:pt x="150026" y="109477"/>
                  <a:pt x="150032" y="110105"/>
                </a:cubicBezTo>
                <a:cubicBezTo>
                  <a:pt x="150039" y="111091"/>
                  <a:pt x="150133" y="111110"/>
                  <a:pt x="150698" y="110237"/>
                </a:cubicBezTo>
                <a:cubicBezTo>
                  <a:pt x="151056" y="109678"/>
                  <a:pt x="151358" y="108975"/>
                  <a:pt x="151364" y="108674"/>
                </a:cubicBezTo>
                <a:close/>
                <a:moveTo>
                  <a:pt x="88622" y="106834"/>
                </a:moveTo>
                <a:cubicBezTo>
                  <a:pt x="87742" y="106105"/>
                  <a:pt x="86681" y="105509"/>
                  <a:pt x="86254" y="105509"/>
                </a:cubicBezTo>
                <a:cubicBezTo>
                  <a:pt x="85833" y="105515"/>
                  <a:pt x="86399" y="106118"/>
                  <a:pt x="87510" y="106859"/>
                </a:cubicBezTo>
                <a:cubicBezTo>
                  <a:pt x="90097" y="108567"/>
                  <a:pt x="90688" y="108554"/>
                  <a:pt x="88622" y="106834"/>
                </a:cubicBezTo>
                <a:close/>
                <a:moveTo>
                  <a:pt x="83466" y="104039"/>
                </a:moveTo>
                <a:cubicBezTo>
                  <a:pt x="81764" y="102701"/>
                  <a:pt x="81701" y="102494"/>
                  <a:pt x="82737" y="101734"/>
                </a:cubicBezTo>
                <a:cubicBezTo>
                  <a:pt x="83761" y="100987"/>
                  <a:pt x="83560" y="100673"/>
                  <a:pt x="80860" y="98820"/>
                </a:cubicBezTo>
                <a:cubicBezTo>
                  <a:pt x="79196" y="97671"/>
                  <a:pt x="77676" y="96352"/>
                  <a:pt x="77487" y="95881"/>
                </a:cubicBezTo>
                <a:cubicBezTo>
                  <a:pt x="77293" y="95392"/>
                  <a:pt x="77123" y="95567"/>
                  <a:pt x="77092" y="96290"/>
                </a:cubicBezTo>
                <a:cubicBezTo>
                  <a:pt x="77060" y="96987"/>
                  <a:pt x="77952" y="98594"/>
                  <a:pt x="79064" y="99863"/>
                </a:cubicBezTo>
                <a:cubicBezTo>
                  <a:pt x="80181" y="101131"/>
                  <a:pt x="81092" y="102626"/>
                  <a:pt x="81092" y="103185"/>
                </a:cubicBezTo>
                <a:cubicBezTo>
                  <a:pt x="81092" y="103744"/>
                  <a:pt x="81777" y="104472"/>
                  <a:pt x="82612" y="104805"/>
                </a:cubicBezTo>
                <a:cubicBezTo>
                  <a:pt x="85149" y="105829"/>
                  <a:pt x="85425" y="105578"/>
                  <a:pt x="83466" y="104039"/>
                </a:cubicBezTo>
                <a:close/>
                <a:moveTo>
                  <a:pt x="70944" y="100422"/>
                </a:moveTo>
                <a:cubicBezTo>
                  <a:pt x="70473" y="99857"/>
                  <a:pt x="69914" y="99568"/>
                  <a:pt x="69694" y="99781"/>
                </a:cubicBezTo>
                <a:cubicBezTo>
                  <a:pt x="69481" y="99995"/>
                  <a:pt x="69751" y="100453"/>
                  <a:pt x="70297" y="100799"/>
                </a:cubicBezTo>
                <a:cubicBezTo>
                  <a:pt x="71729" y="101703"/>
                  <a:pt x="71917" y="101596"/>
                  <a:pt x="70944" y="100422"/>
                </a:cubicBezTo>
                <a:close/>
                <a:moveTo>
                  <a:pt x="113264" y="96227"/>
                </a:moveTo>
                <a:cubicBezTo>
                  <a:pt x="113038" y="96001"/>
                  <a:pt x="112874" y="96403"/>
                  <a:pt x="112906" y="97112"/>
                </a:cubicBezTo>
                <a:cubicBezTo>
                  <a:pt x="112937" y="97904"/>
                  <a:pt x="113101" y="98061"/>
                  <a:pt x="113314" y="97521"/>
                </a:cubicBezTo>
                <a:cubicBezTo>
                  <a:pt x="113509" y="97037"/>
                  <a:pt x="113484" y="96453"/>
                  <a:pt x="113264" y="96227"/>
                </a:cubicBezTo>
                <a:close/>
                <a:moveTo>
                  <a:pt x="118526" y="96830"/>
                </a:moveTo>
                <a:cubicBezTo>
                  <a:pt x="118721" y="96522"/>
                  <a:pt x="118445" y="96271"/>
                  <a:pt x="117923" y="96271"/>
                </a:cubicBezTo>
                <a:cubicBezTo>
                  <a:pt x="117396" y="96271"/>
                  <a:pt x="117126" y="96522"/>
                  <a:pt x="117314" y="96830"/>
                </a:cubicBezTo>
                <a:cubicBezTo>
                  <a:pt x="117509" y="97144"/>
                  <a:pt x="117779" y="97395"/>
                  <a:pt x="117923" y="97395"/>
                </a:cubicBezTo>
                <a:cubicBezTo>
                  <a:pt x="118062" y="97395"/>
                  <a:pt x="118338" y="97144"/>
                  <a:pt x="118526" y="96830"/>
                </a:cubicBezTo>
                <a:close/>
                <a:moveTo>
                  <a:pt x="149323" y="91862"/>
                </a:moveTo>
                <a:cubicBezTo>
                  <a:pt x="149354" y="88371"/>
                  <a:pt x="150478" y="85677"/>
                  <a:pt x="151709" y="86154"/>
                </a:cubicBezTo>
                <a:cubicBezTo>
                  <a:pt x="152727" y="86543"/>
                  <a:pt x="153411" y="85633"/>
                  <a:pt x="155509" y="81092"/>
                </a:cubicBezTo>
                <a:cubicBezTo>
                  <a:pt x="156601" y="78719"/>
                  <a:pt x="156595" y="78649"/>
                  <a:pt x="155339" y="78976"/>
                </a:cubicBezTo>
                <a:cubicBezTo>
                  <a:pt x="154617" y="79164"/>
                  <a:pt x="153700" y="79962"/>
                  <a:pt x="153298" y="80753"/>
                </a:cubicBezTo>
                <a:cubicBezTo>
                  <a:pt x="152890" y="81544"/>
                  <a:pt x="151722" y="83102"/>
                  <a:pt x="150698" y="84220"/>
                </a:cubicBezTo>
                <a:cubicBezTo>
                  <a:pt x="149386" y="85652"/>
                  <a:pt x="148726" y="87240"/>
                  <a:pt x="148450" y="89627"/>
                </a:cubicBezTo>
                <a:cubicBezTo>
                  <a:pt x="148236" y="91486"/>
                  <a:pt x="147878" y="94067"/>
                  <a:pt x="147646" y="95367"/>
                </a:cubicBezTo>
                <a:cubicBezTo>
                  <a:pt x="147238" y="97728"/>
                  <a:pt x="147238" y="97728"/>
                  <a:pt x="148268" y="96045"/>
                </a:cubicBezTo>
                <a:cubicBezTo>
                  <a:pt x="148833" y="95115"/>
                  <a:pt x="149310" y="93231"/>
                  <a:pt x="149323" y="91862"/>
                </a:cubicBezTo>
                <a:close/>
                <a:moveTo>
                  <a:pt x="122313" y="93696"/>
                </a:moveTo>
                <a:cubicBezTo>
                  <a:pt x="122313" y="93520"/>
                  <a:pt x="121377" y="92892"/>
                  <a:pt x="120241" y="92302"/>
                </a:cubicBezTo>
                <a:cubicBezTo>
                  <a:pt x="115569" y="89890"/>
                  <a:pt x="122539" y="88044"/>
                  <a:pt x="127475" y="90387"/>
                </a:cubicBezTo>
                <a:cubicBezTo>
                  <a:pt x="129799" y="91492"/>
                  <a:pt x="131595" y="91128"/>
                  <a:pt x="129730" y="89928"/>
                </a:cubicBezTo>
                <a:cubicBezTo>
                  <a:pt x="127438" y="88452"/>
                  <a:pt x="121553" y="86977"/>
                  <a:pt x="121076" y="87755"/>
                </a:cubicBezTo>
                <a:cubicBezTo>
                  <a:pt x="120812" y="88176"/>
                  <a:pt x="119770" y="88842"/>
                  <a:pt x="118752" y="89225"/>
                </a:cubicBezTo>
                <a:cubicBezTo>
                  <a:pt x="116856" y="89947"/>
                  <a:pt x="116178" y="91988"/>
                  <a:pt x="117842" y="91988"/>
                </a:cubicBezTo>
                <a:cubicBezTo>
                  <a:pt x="118351" y="91988"/>
                  <a:pt x="119148" y="92446"/>
                  <a:pt x="119613" y="93005"/>
                </a:cubicBezTo>
                <a:cubicBezTo>
                  <a:pt x="120385" y="93941"/>
                  <a:pt x="122313" y="94431"/>
                  <a:pt x="122313" y="93696"/>
                </a:cubicBezTo>
                <a:close/>
                <a:moveTo>
                  <a:pt x="145963" y="85394"/>
                </a:moveTo>
                <a:cubicBezTo>
                  <a:pt x="145963" y="79918"/>
                  <a:pt x="145850" y="79422"/>
                  <a:pt x="144462" y="78800"/>
                </a:cubicBezTo>
                <a:cubicBezTo>
                  <a:pt x="143633" y="78436"/>
                  <a:pt x="142315" y="77180"/>
                  <a:pt x="141536" y="76006"/>
                </a:cubicBezTo>
                <a:lnTo>
                  <a:pt x="140110" y="73877"/>
                </a:lnTo>
                <a:lnTo>
                  <a:pt x="139256" y="76225"/>
                </a:lnTo>
                <a:cubicBezTo>
                  <a:pt x="138792" y="77519"/>
                  <a:pt x="138591" y="78756"/>
                  <a:pt x="138810" y="78976"/>
                </a:cubicBezTo>
                <a:cubicBezTo>
                  <a:pt x="139030" y="79196"/>
                  <a:pt x="139206" y="79020"/>
                  <a:pt x="139206" y="78587"/>
                </a:cubicBezTo>
                <a:cubicBezTo>
                  <a:pt x="139206" y="78153"/>
                  <a:pt x="139771" y="77795"/>
                  <a:pt x="140456" y="77795"/>
                </a:cubicBezTo>
                <a:cubicBezTo>
                  <a:pt x="142183" y="77795"/>
                  <a:pt x="144167" y="82449"/>
                  <a:pt x="144142" y="86437"/>
                </a:cubicBezTo>
                <a:cubicBezTo>
                  <a:pt x="144123" y="89175"/>
                  <a:pt x="144814" y="91316"/>
                  <a:pt x="145712" y="91316"/>
                </a:cubicBezTo>
                <a:cubicBezTo>
                  <a:pt x="145850" y="91316"/>
                  <a:pt x="145963" y="88647"/>
                  <a:pt x="145963" y="85394"/>
                </a:cubicBezTo>
                <a:close/>
                <a:moveTo>
                  <a:pt x="167786" y="88233"/>
                </a:moveTo>
                <a:cubicBezTo>
                  <a:pt x="168131" y="86411"/>
                  <a:pt x="167911" y="86022"/>
                  <a:pt x="165933" y="84961"/>
                </a:cubicBezTo>
                <a:cubicBezTo>
                  <a:pt x="163082" y="83422"/>
                  <a:pt x="161763" y="83717"/>
                  <a:pt x="160168" y="86248"/>
                </a:cubicBezTo>
                <a:lnTo>
                  <a:pt x="158887" y="88270"/>
                </a:lnTo>
                <a:lnTo>
                  <a:pt x="161261" y="88446"/>
                </a:lnTo>
                <a:cubicBezTo>
                  <a:pt x="162567" y="88540"/>
                  <a:pt x="164445" y="89043"/>
                  <a:pt x="165443" y="89570"/>
                </a:cubicBezTo>
                <a:cubicBezTo>
                  <a:pt x="166436" y="90091"/>
                  <a:pt x="167283" y="90468"/>
                  <a:pt x="167327" y="90412"/>
                </a:cubicBezTo>
                <a:cubicBezTo>
                  <a:pt x="167365" y="90349"/>
                  <a:pt x="167572" y="89369"/>
                  <a:pt x="167786" y="88233"/>
                </a:cubicBezTo>
                <a:close/>
                <a:moveTo>
                  <a:pt x="134182" y="88930"/>
                </a:moveTo>
                <a:cubicBezTo>
                  <a:pt x="133460" y="88383"/>
                  <a:pt x="132562" y="87937"/>
                  <a:pt x="132191" y="87937"/>
                </a:cubicBezTo>
                <a:cubicBezTo>
                  <a:pt x="131821" y="87937"/>
                  <a:pt x="132110" y="88383"/>
                  <a:pt x="132826" y="88930"/>
                </a:cubicBezTo>
                <a:cubicBezTo>
                  <a:pt x="133548" y="89470"/>
                  <a:pt x="134446" y="89922"/>
                  <a:pt x="134816" y="89922"/>
                </a:cubicBezTo>
                <a:cubicBezTo>
                  <a:pt x="135187" y="89922"/>
                  <a:pt x="134904" y="89470"/>
                  <a:pt x="134182" y="88930"/>
                </a:cubicBezTo>
                <a:close/>
                <a:moveTo>
                  <a:pt x="129460" y="86229"/>
                </a:moveTo>
                <a:cubicBezTo>
                  <a:pt x="128744" y="85689"/>
                  <a:pt x="127990" y="85413"/>
                  <a:pt x="127789" y="85614"/>
                </a:cubicBezTo>
                <a:cubicBezTo>
                  <a:pt x="127362" y="86035"/>
                  <a:pt x="129083" y="87247"/>
                  <a:pt x="130088" y="87228"/>
                </a:cubicBezTo>
                <a:cubicBezTo>
                  <a:pt x="130458" y="87222"/>
                  <a:pt x="130176" y="86776"/>
                  <a:pt x="129460" y="86229"/>
                </a:cubicBezTo>
                <a:close/>
                <a:moveTo>
                  <a:pt x="178788" y="85834"/>
                </a:moveTo>
                <a:cubicBezTo>
                  <a:pt x="179077" y="85369"/>
                  <a:pt x="180622" y="85193"/>
                  <a:pt x="182813" y="85375"/>
                </a:cubicBezTo>
                <a:cubicBezTo>
                  <a:pt x="185583" y="85601"/>
                  <a:pt x="186299" y="85469"/>
                  <a:pt x="186035" y="84772"/>
                </a:cubicBezTo>
                <a:cubicBezTo>
                  <a:pt x="185847" y="84283"/>
                  <a:pt x="185106" y="83881"/>
                  <a:pt x="184383" y="83881"/>
                </a:cubicBezTo>
                <a:cubicBezTo>
                  <a:pt x="183668" y="83881"/>
                  <a:pt x="181947" y="83303"/>
                  <a:pt x="180559" y="82593"/>
                </a:cubicBezTo>
                <a:cubicBezTo>
                  <a:pt x="178876" y="81733"/>
                  <a:pt x="177363" y="81444"/>
                  <a:pt x="176025" y="81727"/>
                </a:cubicBezTo>
                <a:lnTo>
                  <a:pt x="174009" y="82141"/>
                </a:lnTo>
                <a:lnTo>
                  <a:pt x="176377" y="82505"/>
                </a:lnTo>
                <a:cubicBezTo>
                  <a:pt x="179190" y="82932"/>
                  <a:pt x="179510" y="84465"/>
                  <a:pt x="177049" y="85708"/>
                </a:cubicBezTo>
                <a:cubicBezTo>
                  <a:pt x="175435" y="86524"/>
                  <a:pt x="175428" y="86562"/>
                  <a:pt x="176841" y="86575"/>
                </a:cubicBezTo>
                <a:cubicBezTo>
                  <a:pt x="177658" y="86581"/>
                  <a:pt x="178531" y="86242"/>
                  <a:pt x="178788" y="85834"/>
                </a:cubicBezTo>
                <a:close/>
                <a:moveTo>
                  <a:pt x="172075" y="83548"/>
                </a:moveTo>
                <a:lnTo>
                  <a:pt x="174009" y="82537"/>
                </a:lnTo>
                <a:lnTo>
                  <a:pt x="172207" y="82530"/>
                </a:lnTo>
                <a:cubicBezTo>
                  <a:pt x="169506" y="82524"/>
                  <a:pt x="167924" y="83246"/>
                  <a:pt x="169054" y="83962"/>
                </a:cubicBezTo>
                <a:cubicBezTo>
                  <a:pt x="170178" y="84672"/>
                  <a:pt x="169814" y="84722"/>
                  <a:pt x="172075" y="83548"/>
                </a:cubicBezTo>
                <a:close/>
                <a:moveTo>
                  <a:pt x="118495" y="82160"/>
                </a:moveTo>
                <a:cubicBezTo>
                  <a:pt x="118275" y="81588"/>
                  <a:pt x="117949" y="81262"/>
                  <a:pt x="117773" y="81438"/>
                </a:cubicBezTo>
                <a:cubicBezTo>
                  <a:pt x="117591" y="81620"/>
                  <a:pt x="117647" y="82085"/>
                  <a:pt x="117892" y="82486"/>
                </a:cubicBezTo>
                <a:cubicBezTo>
                  <a:pt x="118558" y="83560"/>
                  <a:pt x="118947" y="83353"/>
                  <a:pt x="118495" y="82160"/>
                </a:cubicBezTo>
                <a:close/>
                <a:moveTo>
                  <a:pt x="78574" y="79472"/>
                </a:moveTo>
                <a:cubicBezTo>
                  <a:pt x="76665" y="78135"/>
                  <a:pt x="74592" y="73217"/>
                  <a:pt x="75541" y="72269"/>
                </a:cubicBezTo>
                <a:cubicBezTo>
                  <a:pt x="76093" y="71716"/>
                  <a:pt x="76746" y="71817"/>
                  <a:pt x="78015" y="72646"/>
                </a:cubicBezTo>
                <a:cubicBezTo>
                  <a:pt x="79516" y="73626"/>
                  <a:pt x="79742" y="73638"/>
                  <a:pt x="79742" y="72746"/>
                </a:cubicBezTo>
                <a:cubicBezTo>
                  <a:pt x="79742" y="72181"/>
                  <a:pt x="79315" y="71716"/>
                  <a:pt x="78800" y="71716"/>
                </a:cubicBezTo>
                <a:cubicBezTo>
                  <a:pt x="77707" y="71716"/>
                  <a:pt x="75685" y="67076"/>
                  <a:pt x="75685" y="64557"/>
                </a:cubicBezTo>
                <a:cubicBezTo>
                  <a:pt x="75685" y="63132"/>
                  <a:pt x="75534" y="62987"/>
                  <a:pt x="74793" y="63728"/>
                </a:cubicBezTo>
                <a:cubicBezTo>
                  <a:pt x="74203" y="64312"/>
                  <a:pt x="73920" y="66247"/>
                  <a:pt x="73971" y="69349"/>
                </a:cubicBezTo>
                <a:cubicBezTo>
                  <a:pt x="74027" y="73261"/>
                  <a:pt x="74379" y="74668"/>
                  <a:pt x="75993" y="77463"/>
                </a:cubicBezTo>
                <a:cubicBezTo>
                  <a:pt x="78888" y="82468"/>
                  <a:pt x="79352" y="82989"/>
                  <a:pt x="79635" y="81557"/>
                </a:cubicBezTo>
                <a:cubicBezTo>
                  <a:pt x="79761" y="80910"/>
                  <a:pt x="79283" y="79968"/>
                  <a:pt x="78574" y="79472"/>
                </a:cubicBezTo>
                <a:close/>
                <a:moveTo>
                  <a:pt x="126194" y="80037"/>
                </a:moveTo>
                <a:cubicBezTo>
                  <a:pt x="125566" y="79409"/>
                  <a:pt x="124863" y="79083"/>
                  <a:pt x="124630" y="79315"/>
                </a:cubicBezTo>
                <a:cubicBezTo>
                  <a:pt x="123965" y="79981"/>
                  <a:pt x="124982" y="81174"/>
                  <a:pt x="126213" y="81174"/>
                </a:cubicBezTo>
                <a:cubicBezTo>
                  <a:pt x="127249" y="81174"/>
                  <a:pt x="127243" y="81086"/>
                  <a:pt x="126194" y="80037"/>
                </a:cubicBezTo>
                <a:close/>
                <a:moveTo>
                  <a:pt x="169990" y="79547"/>
                </a:moveTo>
                <a:cubicBezTo>
                  <a:pt x="171258" y="78618"/>
                  <a:pt x="171246" y="78549"/>
                  <a:pt x="169444" y="77130"/>
                </a:cubicBezTo>
                <a:cubicBezTo>
                  <a:pt x="168426" y="76326"/>
                  <a:pt x="167572" y="75164"/>
                  <a:pt x="167541" y="74536"/>
                </a:cubicBezTo>
                <a:cubicBezTo>
                  <a:pt x="167516" y="73914"/>
                  <a:pt x="167064" y="74593"/>
                  <a:pt x="166530" y="76037"/>
                </a:cubicBezTo>
                <a:cubicBezTo>
                  <a:pt x="166002" y="77488"/>
                  <a:pt x="165224" y="79083"/>
                  <a:pt x="164809" y="79585"/>
                </a:cubicBezTo>
                <a:cubicBezTo>
                  <a:pt x="164194" y="80326"/>
                  <a:pt x="164489" y="80502"/>
                  <a:pt x="166366" y="80502"/>
                </a:cubicBezTo>
                <a:cubicBezTo>
                  <a:pt x="167641" y="80502"/>
                  <a:pt x="169274" y="80069"/>
                  <a:pt x="169990" y="79547"/>
                </a:cubicBezTo>
                <a:close/>
                <a:moveTo>
                  <a:pt x="120605" y="76225"/>
                </a:moveTo>
                <a:cubicBezTo>
                  <a:pt x="120310" y="74046"/>
                  <a:pt x="120473" y="73079"/>
                  <a:pt x="121252" y="72432"/>
                </a:cubicBezTo>
                <a:cubicBezTo>
                  <a:pt x="122131" y="71698"/>
                  <a:pt x="122476" y="71886"/>
                  <a:pt x="123487" y="73663"/>
                </a:cubicBezTo>
                <a:cubicBezTo>
                  <a:pt x="124141" y="74819"/>
                  <a:pt x="125189" y="75767"/>
                  <a:pt x="125805" y="75767"/>
                </a:cubicBezTo>
                <a:cubicBezTo>
                  <a:pt x="126426" y="75767"/>
                  <a:pt x="127431" y="75962"/>
                  <a:pt x="128034" y="76194"/>
                </a:cubicBezTo>
                <a:cubicBezTo>
                  <a:pt x="128964" y="76552"/>
                  <a:pt x="128907" y="76144"/>
                  <a:pt x="127682" y="73626"/>
                </a:cubicBezTo>
                <a:cubicBezTo>
                  <a:pt x="126301" y="70787"/>
                  <a:pt x="125955" y="70542"/>
                  <a:pt x="120523" y="68702"/>
                </a:cubicBezTo>
                <a:cubicBezTo>
                  <a:pt x="115054" y="66843"/>
                  <a:pt x="114765" y="66812"/>
                  <a:pt x="113666" y="67967"/>
                </a:cubicBezTo>
                <a:cubicBezTo>
                  <a:pt x="112818" y="68859"/>
                  <a:pt x="112736" y="69255"/>
                  <a:pt x="113358" y="69487"/>
                </a:cubicBezTo>
                <a:cubicBezTo>
                  <a:pt x="113823" y="69663"/>
                  <a:pt x="114212" y="70919"/>
                  <a:pt x="114225" y="72282"/>
                </a:cubicBezTo>
                <a:cubicBezTo>
                  <a:pt x="114256" y="75767"/>
                  <a:pt x="116793" y="78524"/>
                  <a:pt x="120473" y="79070"/>
                </a:cubicBezTo>
                <a:cubicBezTo>
                  <a:pt x="120762" y="79114"/>
                  <a:pt x="120825" y="77833"/>
                  <a:pt x="120605" y="76225"/>
                </a:cubicBezTo>
                <a:close/>
                <a:moveTo>
                  <a:pt x="189382" y="78028"/>
                </a:moveTo>
                <a:cubicBezTo>
                  <a:pt x="188917" y="77839"/>
                  <a:pt x="188158" y="77839"/>
                  <a:pt x="187693" y="78028"/>
                </a:cubicBezTo>
                <a:cubicBezTo>
                  <a:pt x="187228" y="78216"/>
                  <a:pt x="187611" y="78367"/>
                  <a:pt x="188541" y="78367"/>
                </a:cubicBezTo>
                <a:cubicBezTo>
                  <a:pt x="189470" y="78367"/>
                  <a:pt x="189847" y="78216"/>
                  <a:pt x="189382" y="78028"/>
                </a:cubicBezTo>
                <a:close/>
                <a:moveTo>
                  <a:pt x="86085" y="74128"/>
                </a:moveTo>
                <a:cubicBezTo>
                  <a:pt x="85890" y="73619"/>
                  <a:pt x="85023" y="73073"/>
                  <a:pt x="84150" y="72903"/>
                </a:cubicBezTo>
                <a:cubicBezTo>
                  <a:pt x="82844" y="72658"/>
                  <a:pt x="82499" y="72947"/>
                  <a:pt x="82172" y="74593"/>
                </a:cubicBezTo>
                <a:cubicBezTo>
                  <a:pt x="81952" y="75692"/>
                  <a:pt x="81946" y="76866"/>
                  <a:pt x="82160" y="77205"/>
                </a:cubicBezTo>
                <a:cubicBezTo>
                  <a:pt x="82731" y="78141"/>
                  <a:pt x="86493" y="75196"/>
                  <a:pt x="86085" y="74128"/>
                </a:cubicBezTo>
                <a:close/>
                <a:moveTo>
                  <a:pt x="157914" y="73155"/>
                </a:moveTo>
                <a:cubicBezTo>
                  <a:pt x="159842" y="72162"/>
                  <a:pt x="162002" y="72181"/>
                  <a:pt x="162341" y="73199"/>
                </a:cubicBezTo>
                <a:cubicBezTo>
                  <a:pt x="162862" y="74762"/>
                  <a:pt x="165054" y="67936"/>
                  <a:pt x="165625" y="62975"/>
                </a:cubicBezTo>
                <a:cubicBezTo>
                  <a:pt x="166329" y="56864"/>
                  <a:pt x="165663" y="55464"/>
                  <a:pt x="163032" y="57536"/>
                </a:cubicBezTo>
                <a:cubicBezTo>
                  <a:pt x="160978" y="59150"/>
                  <a:pt x="154698" y="59427"/>
                  <a:pt x="153474" y="57951"/>
                </a:cubicBezTo>
                <a:cubicBezTo>
                  <a:pt x="152475" y="56751"/>
                  <a:pt x="153480" y="55916"/>
                  <a:pt x="157261" y="54792"/>
                </a:cubicBezTo>
                <a:cubicBezTo>
                  <a:pt x="160853" y="53725"/>
                  <a:pt x="160407" y="52870"/>
                  <a:pt x="156256" y="52864"/>
                </a:cubicBezTo>
                <a:cubicBezTo>
                  <a:pt x="154497" y="52864"/>
                  <a:pt x="152457" y="52770"/>
                  <a:pt x="151709" y="52657"/>
                </a:cubicBezTo>
                <a:cubicBezTo>
                  <a:pt x="150774" y="52519"/>
                  <a:pt x="150416" y="52795"/>
                  <a:pt x="150541" y="53561"/>
                </a:cubicBezTo>
                <a:cubicBezTo>
                  <a:pt x="150642" y="54170"/>
                  <a:pt x="150202" y="54867"/>
                  <a:pt x="149562" y="55112"/>
                </a:cubicBezTo>
                <a:cubicBezTo>
                  <a:pt x="148613" y="55477"/>
                  <a:pt x="148827" y="55803"/>
                  <a:pt x="150736" y="56946"/>
                </a:cubicBezTo>
                <a:cubicBezTo>
                  <a:pt x="152017" y="57712"/>
                  <a:pt x="153907" y="59132"/>
                  <a:pt x="154943" y="60105"/>
                </a:cubicBezTo>
                <a:cubicBezTo>
                  <a:pt x="157104" y="62140"/>
                  <a:pt x="156991" y="64275"/>
                  <a:pt x="154516" y="68338"/>
                </a:cubicBezTo>
                <a:cubicBezTo>
                  <a:pt x="153719" y="69638"/>
                  <a:pt x="153172" y="71007"/>
                  <a:pt x="153298" y="71377"/>
                </a:cubicBezTo>
                <a:cubicBezTo>
                  <a:pt x="153424" y="71748"/>
                  <a:pt x="153524" y="73067"/>
                  <a:pt x="153530" y="74304"/>
                </a:cubicBezTo>
                <a:lnTo>
                  <a:pt x="153537" y="76558"/>
                </a:lnTo>
                <a:lnTo>
                  <a:pt x="154987" y="75233"/>
                </a:lnTo>
                <a:cubicBezTo>
                  <a:pt x="155785" y="74505"/>
                  <a:pt x="157104" y="73569"/>
                  <a:pt x="157914" y="73155"/>
                </a:cubicBezTo>
                <a:close/>
                <a:moveTo>
                  <a:pt x="150007" y="72897"/>
                </a:moveTo>
                <a:cubicBezTo>
                  <a:pt x="150014" y="72621"/>
                  <a:pt x="149718" y="72395"/>
                  <a:pt x="149348" y="72395"/>
                </a:cubicBezTo>
                <a:cubicBezTo>
                  <a:pt x="148971" y="72395"/>
                  <a:pt x="148676" y="73079"/>
                  <a:pt x="148682" y="73914"/>
                </a:cubicBezTo>
                <a:cubicBezTo>
                  <a:pt x="148689" y="75139"/>
                  <a:pt x="148814" y="75239"/>
                  <a:pt x="149348" y="74417"/>
                </a:cubicBezTo>
                <a:cubicBezTo>
                  <a:pt x="149706" y="73864"/>
                  <a:pt x="150007" y="73180"/>
                  <a:pt x="150007" y="72897"/>
                </a:cubicBezTo>
                <a:close/>
                <a:moveTo>
                  <a:pt x="145850" y="68533"/>
                </a:moveTo>
                <a:cubicBezTo>
                  <a:pt x="145367" y="67955"/>
                  <a:pt x="143621" y="66893"/>
                  <a:pt x="141963" y="66190"/>
                </a:cubicBezTo>
                <a:cubicBezTo>
                  <a:pt x="140311" y="65481"/>
                  <a:pt x="138559" y="64325"/>
                  <a:pt x="138069" y="63634"/>
                </a:cubicBezTo>
                <a:cubicBezTo>
                  <a:pt x="137234" y="62441"/>
                  <a:pt x="137014" y="62428"/>
                  <a:pt x="134515" y="63408"/>
                </a:cubicBezTo>
                <a:cubicBezTo>
                  <a:pt x="131187" y="64721"/>
                  <a:pt x="130709" y="65908"/>
                  <a:pt x="132430" y="68595"/>
                </a:cubicBezTo>
                <a:cubicBezTo>
                  <a:pt x="133171" y="69751"/>
                  <a:pt x="133786" y="70322"/>
                  <a:pt x="133793" y="69858"/>
                </a:cubicBezTo>
                <a:cubicBezTo>
                  <a:pt x="133812" y="68281"/>
                  <a:pt x="135890" y="69004"/>
                  <a:pt x="136707" y="70869"/>
                </a:cubicBezTo>
                <a:cubicBezTo>
                  <a:pt x="137919" y="73638"/>
                  <a:pt x="139658" y="73462"/>
                  <a:pt x="139325" y="70605"/>
                </a:cubicBezTo>
                <a:cubicBezTo>
                  <a:pt x="139112" y="68796"/>
                  <a:pt x="139300" y="68338"/>
                  <a:pt x="140236" y="68338"/>
                </a:cubicBezTo>
                <a:cubicBezTo>
                  <a:pt x="141467" y="68338"/>
                  <a:pt x="145881" y="72583"/>
                  <a:pt x="146082" y="73958"/>
                </a:cubicBezTo>
                <a:cubicBezTo>
                  <a:pt x="146145" y="74398"/>
                  <a:pt x="146315" y="73594"/>
                  <a:pt x="146459" y="72175"/>
                </a:cubicBezTo>
                <a:cubicBezTo>
                  <a:pt x="146616" y="70674"/>
                  <a:pt x="146365" y="69154"/>
                  <a:pt x="145850" y="68533"/>
                </a:cubicBezTo>
                <a:close/>
                <a:moveTo>
                  <a:pt x="104390" y="72451"/>
                </a:moveTo>
                <a:cubicBezTo>
                  <a:pt x="105383" y="72062"/>
                  <a:pt x="104799" y="71811"/>
                  <a:pt x="102073" y="71446"/>
                </a:cubicBezTo>
                <a:cubicBezTo>
                  <a:pt x="98129" y="70925"/>
                  <a:pt x="95956" y="70040"/>
                  <a:pt x="95956" y="68953"/>
                </a:cubicBezTo>
                <a:cubicBezTo>
                  <a:pt x="95956" y="66893"/>
                  <a:pt x="106840" y="65298"/>
                  <a:pt x="108636" y="67094"/>
                </a:cubicBezTo>
                <a:cubicBezTo>
                  <a:pt x="109226" y="67685"/>
                  <a:pt x="109672" y="67666"/>
                  <a:pt x="110457" y="67007"/>
                </a:cubicBezTo>
                <a:cubicBezTo>
                  <a:pt x="111034" y="66536"/>
                  <a:pt x="111499" y="65914"/>
                  <a:pt x="111499" y="65631"/>
                </a:cubicBezTo>
                <a:cubicBezTo>
                  <a:pt x="111499" y="64827"/>
                  <a:pt x="105841" y="63609"/>
                  <a:pt x="102104" y="63609"/>
                </a:cubicBezTo>
                <a:cubicBezTo>
                  <a:pt x="99410" y="63609"/>
                  <a:pt x="98563" y="63885"/>
                  <a:pt x="97991" y="64953"/>
                </a:cubicBezTo>
                <a:cubicBezTo>
                  <a:pt x="97596" y="65694"/>
                  <a:pt x="96446" y="66749"/>
                  <a:pt x="95435" y="67308"/>
                </a:cubicBezTo>
                <a:cubicBezTo>
                  <a:pt x="94424" y="67861"/>
                  <a:pt x="92773" y="69004"/>
                  <a:pt x="91768" y="69845"/>
                </a:cubicBezTo>
                <a:lnTo>
                  <a:pt x="89947" y="71377"/>
                </a:lnTo>
                <a:lnTo>
                  <a:pt x="93627" y="71415"/>
                </a:lnTo>
                <a:cubicBezTo>
                  <a:pt x="95655" y="71434"/>
                  <a:pt x="97677" y="71817"/>
                  <a:pt x="98123" y="72257"/>
                </a:cubicBezTo>
                <a:cubicBezTo>
                  <a:pt x="99021" y="73155"/>
                  <a:pt x="102324" y="73255"/>
                  <a:pt x="104390" y="72451"/>
                </a:cubicBezTo>
                <a:close/>
                <a:moveTo>
                  <a:pt x="172477" y="69581"/>
                </a:moveTo>
                <a:cubicBezTo>
                  <a:pt x="172138" y="68269"/>
                  <a:pt x="172150" y="66096"/>
                  <a:pt x="172514" y="64388"/>
                </a:cubicBezTo>
                <a:cubicBezTo>
                  <a:pt x="173325" y="60557"/>
                  <a:pt x="172320" y="59402"/>
                  <a:pt x="170473" y="62033"/>
                </a:cubicBezTo>
                <a:cubicBezTo>
                  <a:pt x="168671" y="64601"/>
                  <a:pt x="168206" y="67446"/>
                  <a:pt x="169418" y="68451"/>
                </a:cubicBezTo>
                <a:cubicBezTo>
                  <a:pt x="169952" y="68890"/>
                  <a:pt x="170869" y="70184"/>
                  <a:pt x="171459" y="71327"/>
                </a:cubicBezTo>
                <a:cubicBezTo>
                  <a:pt x="172734" y="73783"/>
                  <a:pt x="173312" y="72790"/>
                  <a:pt x="172477" y="69581"/>
                </a:cubicBezTo>
                <a:close/>
                <a:moveTo>
                  <a:pt x="87202" y="65832"/>
                </a:moveTo>
                <a:cubicBezTo>
                  <a:pt x="88144" y="64991"/>
                  <a:pt x="90116" y="63722"/>
                  <a:pt x="91592" y="63006"/>
                </a:cubicBezTo>
                <a:lnTo>
                  <a:pt x="94261" y="61700"/>
                </a:lnTo>
                <a:lnTo>
                  <a:pt x="91730" y="61229"/>
                </a:lnTo>
                <a:cubicBezTo>
                  <a:pt x="89965" y="60896"/>
                  <a:pt x="88502" y="61085"/>
                  <a:pt x="86901" y="61844"/>
                </a:cubicBezTo>
                <a:cubicBezTo>
                  <a:pt x="85639" y="62441"/>
                  <a:pt x="83510" y="62931"/>
                  <a:pt x="82172" y="62931"/>
                </a:cubicBezTo>
                <a:cubicBezTo>
                  <a:pt x="79422" y="62931"/>
                  <a:pt x="79126" y="63672"/>
                  <a:pt x="81092" y="65631"/>
                </a:cubicBezTo>
                <a:cubicBezTo>
                  <a:pt x="81833" y="66379"/>
                  <a:pt x="82442" y="67641"/>
                  <a:pt x="82442" y="68445"/>
                </a:cubicBezTo>
                <a:cubicBezTo>
                  <a:pt x="82442" y="70052"/>
                  <a:pt x="82505" y="70015"/>
                  <a:pt x="87202" y="65832"/>
                </a:cubicBezTo>
                <a:close/>
                <a:moveTo>
                  <a:pt x="150836" y="63025"/>
                </a:moveTo>
                <a:cubicBezTo>
                  <a:pt x="148343" y="61757"/>
                  <a:pt x="145963" y="59508"/>
                  <a:pt x="145963" y="58422"/>
                </a:cubicBezTo>
                <a:cubicBezTo>
                  <a:pt x="145963" y="57153"/>
                  <a:pt x="144563" y="57335"/>
                  <a:pt x="142591" y="58849"/>
                </a:cubicBezTo>
                <a:cubicBezTo>
                  <a:pt x="141084" y="60004"/>
                  <a:pt x="141033" y="60193"/>
                  <a:pt x="142095" y="60601"/>
                </a:cubicBezTo>
                <a:cubicBezTo>
                  <a:pt x="142748" y="60852"/>
                  <a:pt x="143702" y="60708"/>
                  <a:pt x="144211" y="60281"/>
                </a:cubicBezTo>
                <a:cubicBezTo>
                  <a:pt x="144952" y="59672"/>
                  <a:pt x="145580" y="60061"/>
                  <a:pt x="147244" y="62165"/>
                </a:cubicBezTo>
                <a:cubicBezTo>
                  <a:pt x="149530" y="65053"/>
                  <a:pt x="149794" y="66203"/>
                  <a:pt x="148500" y="67672"/>
                </a:cubicBezTo>
                <a:cubicBezTo>
                  <a:pt x="148035" y="68200"/>
                  <a:pt x="148783" y="67578"/>
                  <a:pt x="150164" y="66297"/>
                </a:cubicBezTo>
                <a:lnTo>
                  <a:pt x="152670" y="63954"/>
                </a:lnTo>
                <a:lnTo>
                  <a:pt x="150836" y="63025"/>
                </a:lnTo>
                <a:close/>
                <a:moveTo>
                  <a:pt x="122257" y="62830"/>
                </a:moveTo>
                <a:cubicBezTo>
                  <a:pt x="121428" y="61210"/>
                  <a:pt x="120630" y="60249"/>
                  <a:pt x="120479" y="60683"/>
                </a:cubicBezTo>
                <a:cubicBezTo>
                  <a:pt x="120216" y="61455"/>
                  <a:pt x="123086" y="66435"/>
                  <a:pt x="123538" y="65989"/>
                </a:cubicBezTo>
                <a:cubicBezTo>
                  <a:pt x="123657" y="65864"/>
                  <a:pt x="123086" y="64444"/>
                  <a:pt x="122257" y="62830"/>
                </a:cubicBezTo>
                <a:close/>
                <a:moveTo>
                  <a:pt x="66900" y="63132"/>
                </a:moveTo>
                <a:cubicBezTo>
                  <a:pt x="66900" y="61775"/>
                  <a:pt x="66705" y="61505"/>
                  <a:pt x="66133" y="62077"/>
                </a:cubicBezTo>
                <a:cubicBezTo>
                  <a:pt x="65713" y="62498"/>
                  <a:pt x="65556" y="63314"/>
                  <a:pt x="65775" y="63898"/>
                </a:cubicBezTo>
                <a:cubicBezTo>
                  <a:pt x="66397" y="65512"/>
                  <a:pt x="66900" y="65167"/>
                  <a:pt x="66900" y="63132"/>
                </a:cubicBezTo>
                <a:close/>
                <a:moveTo>
                  <a:pt x="118275" y="63132"/>
                </a:moveTo>
                <a:cubicBezTo>
                  <a:pt x="117076" y="61606"/>
                  <a:pt x="116379" y="61336"/>
                  <a:pt x="114005" y="61468"/>
                </a:cubicBezTo>
                <a:cubicBezTo>
                  <a:pt x="110344" y="61669"/>
                  <a:pt x="106199" y="59364"/>
                  <a:pt x="107467" y="57838"/>
                </a:cubicBezTo>
                <a:cubicBezTo>
                  <a:pt x="107920" y="57292"/>
                  <a:pt x="109226" y="56852"/>
                  <a:pt x="110369" y="56852"/>
                </a:cubicBezTo>
                <a:cubicBezTo>
                  <a:pt x="112008" y="56852"/>
                  <a:pt x="112272" y="56676"/>
                  <a:pt x="111618" y="56023"/>
                </a:cubicBezTo>
                <a:cubicBezTo>
                  <a:pt x="111166" y="55571"/>
                  <a:pt x="109816" y="55276"/>
                  <a:pt x="108617" y="55376"/>
                </a:cubicBezTo>
                <a:cubicBezTo>
                  <a:pt x="107122" y="55502"/>
                  <a:pt x="105420" y="54918"/>
                  <a:pt x="103222" y="53517"/>
                </a:cubicBezTo>
                <a:cubicBezTo>
                  <a:pt x="100378" y="51702"/>
                  <a:pt x="100013" y="51614"/>
                  <a:pt x="100013" y="52726"/>
                </a:cubicBezTo>
                <a:cubicBezTo>
                  <a:pt x="100013" y="53423"/>
                  <a:pt x="101081" y="54798"/>
                  <a:pt x="102381" y="55791"/>
                </a:cubicBezTo>
                <a:cubicBezTo>
                  <a:pt x="103681" y="56783"/>
                  <a:pt x="105207" y="58491"/>
                  <a:pt x="105778" y="59590"/>
                </a:cubicBezTo>
                <a:cubicBezTo>
                  <a:pt x="106444" y="60871"/>
                  <a:pt x="107342" y="61587"/>
                  <a:pt x="108309" y="61600"/>
                </a:cubicBezTo>
                <a:cubicBezTo>
                  <a:pt x="109138" y="61606"/>
                  <a:pt x="111788" y="62341"/>
                  <a:pt x="114206" y="63220"/>
                </a:cubicBezTo>
                <a:cubicBezTo>
                  <a:pt x="119877" y="65292"/>
                  <a:pt x="119971" y="65292"/>
                  <a:pt x="118275" y="63132"/>
                </a:cubicBezTo>
                <a:close/>
                <a:moveTo>
                  <a:pt x="131325" y="59898"/>
                </a:moveTo>
                <a:cubicBezTo>
                  <a:pt x="132380" y="58227"/>
                  <a:pt x="133115" y="56475"/>
                  <a:pt x="132958" y="56010"/>
                </a:cubicBezTo>
                <a:cubicBezTo>
                  <a:pt x="132788" y="55502"/>
                  <a:pt x="131463" y="55150"/>
                  <a:pt x="129692" y="55131"/>
                </a:cubicBezTo>
                <a:cubicBezTo>
                  <a:pt x="128047" y="55112"/>
                  <a:pt x="125842" y="54842"/>
                  <a:pt x="124787" y="54535"/>
                </a:cubicBezTo>
                <a:lnTo>
                  <a:pt x="122866" y="53969"/>
                </a:lnTo>
                <a:lnTo>
                  <a:pt x="125798" y="58434"/>
                </a:lnTo>
                <a:cubicBezTo>
                  <a:pt x="127412" y="60890"/>
                  <a:pt x="128888" y="62906"/>
                  <a:pt x="129070" y="62918"/>
                </a:cubicBezTo>
                <a:cubicBezTo>
                  <a:pt x="129259" y="62925"/>
                  <a:pt x="130270" y="61562"/>
                  <a:pt x="131325" y="59898"/>
                </a:cubicBezTo>
                <a:close/>
                <a:moveTo>
                  <a:pt x="136531" y="60036"/>
                </a:moveTo>
                <a:cubicBezTo>
                  <a:pt x="137102" y="59584"/>
                  <a:pt x="137617" y="58516"/>
                  <a:pt x="137674" y="57668"/>
                </a:cubicBezTo>
                <a:cubicBezTo>
                  <a:pt x="137799" y="55766"/>
                  <a:pt x="140242" y="51709"/>
                  <a:pt x="141567" y="51200"/>
                </a:cubicBezTo>
                <a:cubicBezTo>
                  <a:pt x="142955" y="50666"/>
                  <a:pt x="143439" y="51809"/>
                  <a:pt x="142886" y="54321"/>
                </a:cubicBezTo>
                <a:cubicBezTo>
                  <a:pt x="142459" y="56262"/>
                  <a:pt x="142522" y="56393"/>
                  <a:pt x="143508" y="55577"/>
                </a:cubicBezTo>
                <a:cubicBezTo>
                  <a:pt x="144104" y="55075"/>
                  <a:pt x="144437" y="54403"/>
                  <a:pt x="144236" y="54082"/>
                </a:cubicBezTo>
                <a:cubicBezTo>
                  <a:pt x="143727" y="53260"/>
                  <a:pt x="145097" y="50804"/>
                  <a:pt x="147445" y="48324"/>
                </a:cubicBezTo>
                <a:cubicBezTo>
                  <a:pt x="149009" y="46672"/>
                  <a:pt x="149222" y="46132"/>
                  <a:pt x="148437" y="45837"/>
                </a:cubicBezTo>
                <a:cubicBezTo>
                  <a:pt x="147891" y="45623"/>
                  <a:pt x="146886" y="46082"/>
                  <a:pt x="146195" y="46854"/>
                </a:cubicBezTo>
                <a:cubicBezTo>
                  <a:pt x="145511" y="47627"/>
                  <a:pt x="143658" y="48839"/>
                  <a:pt x="142082" y="49542"/>
                </a:cubicBezTo>
                <a:cubicBezTo>
                  <a:pt x="140500" y="50252"/>
                  <a:pt x="139206" y="51194"/>
                  <a:pt x="139206" y="51646"/>
                </a:cubicBezTo>
                <a:cubicBezTo>
                  <a:pt x="139206" y="52092"/>
                  <a:pt x="138138" y="54221"/>
                  <a:pt x="136838" y="56375"/>
                </a:cubicBezTo>
                <a:cubicBezTo>
                  <a:pt x="135539" y="58529"/>
                  <a:pt x="134477" y="60431"/>
                  <a:pt x="134477" y="60601"/>
                </a:cubicBezTo>
                <a:cubicBezTo>
                  <a:pt x="134477" y="61147"/>
                  <a:pt x="135469" y="60877"/>
                  <a:pt x="136531" y="60036"/>
                </a:cubicBezTo>
                <a:close/>
                <a:moveTo>
                  <a:pt x="95956" y="60017"/>
                </a:moveTo>
                <a:cubicBezTo>
                  <a:pt x="95956" y="59904"/>
                  <a:pt x="95021" y="59113"/>
                  <a:pt x="93872" y="58259"/>
                </a:cubicBezTo>
                <a:cubicBezTo>
                  <a:pt x="92025" y="56896"/>
                  <a:pt x="91805" y="56858"/>
                  <a:pt x="92013" y="57938"/>
                </a:cubicBezTo>
                <a:cubicBezTo>
                  <a:pt x="92145" y="58604"/>
                  <a:pt x="93011" y="59364"/>
                  <a:pt x="93934" y="59621"/>
                </a:cubicBezTo>
                <a:cubicBezTo>
                  <a:pt x="94864" y="59885"/>
                  <a:pt x="95699" y="60124"/>
                  <a:pt x="95793" y="60161"/>
                </a:cubicBezTo>
                <a:cubicBezTo>
                  <a:pt x="95881" y="60199"/>
                  <a:pt x="95956" y="60130"/>
                  <a:pt x="95956" y="60017"/>
                </a:cubicBezTo>
                <a:close/>
                <a:moveTo>
                  <a:pt x="170097" y="56193"/>
                </a:moveTo>
                <a:cubicBezTo>
                  <a:pt x="169123" y="53611"/>
                  <a:pt x="170046" y="49272"/>
                  <a:pt x="171516" y="49548"/>
                </a:cubicBezTo>
                <a:cubicBezTo>
                  <a:pt x="172144" y="49668"/>
                  <a:pt x="172753" y="50446"/>
                  <a:pt x="172872" y="51282"/>
                </a:cubicBezTo>
                <a:cubicBezTo>
                  <a:pt x="172992" y="52111"/>
                  <a:pt x="173375" y="52795"/>
                  <a:pt x="173720" y="52795"/>
                </a:cubicBezTo>
                <a:cubicBezTo>
                  <a:pt x="174511" y="52795"/>
                  <a:pt x="174524" y="51696"/>
                  <a:pt x="173752" y="50214"/>
                </a:cubicBezTo>
                <a:cubicBezTo>
                  <a:pt x="173394" y="49523"/>
                  <a:pt x="173482" y="47821"/>
                  <a:pt x="173990" y="45868"/>
                </a:cubicBezTo>
                <a:cubicBezTo>
                  <a:pt x="174650" y="43294"/>
                  <a:pt x="174643" y="42659"/>
                  <a:pt x="173959" y="42659"/>
                </a:cubicBezTo>
                <a:cubicBezTo>
                  <a:pt x="173488" y="42659"/>
                  <a:pt x="172759" y="43683"/>
                  <a:pt x="172345" y="44939"/>
                </a:cubicBezTo>
                <a:cubicBezTo>
                  <a:pt x="171930" y="46195"/>
                  <a:pt x="170995" y="47765"/>
                  <a:pt x="170266" y="48424"/>
                </a:cubicBezTo>
                <a:cubicBezTo>
                  <a:pt x="169161" y="49429"/>
                  <a:pt x="168941" y="50516"/>
                  <a:pt x="168941" y="55056"/>
                </a:cubicBezTo>
                <a:cubicBezTo>
                  <a:pt x="168941" y="59785"/>
                  <a:pt x="169061" y="60325"/>
                  <a:pt x="169858" y="59238"/>
                </a:cubicBezTo>
                <a:cubicBezTo>
                  <a:pt x="170530" y="58315"/>
                  <a:pt x="170593" y="57518"/>
                  <a:pt x="170097" y="56193"/>
                </a:cubicBezTo>
                <a:close/>
                <a:moveTo>
                  <a:pt x="117572" y="55665"/>
                </a:moveTo>
                <a:cubicBezTo>
                  <a:pt x="117559" y="51841"/>
                  <a:pt x="116806" y="51037"/>
                  <a:pt x="114595" y="52487"/>
                </a:cubicBezTo>
                <a:lnTo>
                  <a:pt x="112780" y="53674"/>
                </a:lnTo>
                <a:lnTo>
                  <a:pt x="114978" y="55935"/>
                </a:lnTo>
                <a:cubicBezTo>
                  <a:pt x="116184" y="57178"/>
                  <a:pt x="117264" y="58202"/>
                  <a:pt x="117377" y="58202"/>
                </a:cubicBezTo>
                <a:cubicBezTo>
                  <a:pt x="117490" y="58202"/>
                  <a:pt x="117578" y="57059"/>
                  <a:pt x="117572" y="55665"/>
                </a:cubicBezTo>
                <a:close/>
                <a:moveTo>
                  <a:pt x="155408" y="46352"/>
                </a:moveTo>
                <a:cubicBezTo>
                  <a:pt x="154240" y="44945"/>
                  <a:pt x="152727" y="45121"/>
                  <a:pt x="152727" y="46666"/>
                </a:cubicBezTo>
                <a:cubicBezTo>
                  <a:pt x="152727" y="47501"/>
                  <a:pt x="153267" y="48048"/>
                  <a:pt x="154246" y="48186"/>
                </a:cubicBezTo>
                <a:cubicBezTo>
                  <a:pt x="156067" y="48443"/>
                  <a:pt x="156532" y="47708"/>
                  <a:pt x="155408" y="46352"/>
                </a:cubicBezTo>
                <a:close/>
                <a:moveTo>
                  <a:pt x="145963" y="38150"/>
                </a:moveTo>
                <a:cubicBezTo>
                  <a:pt x="145963" y="38025"/>
                  <a:pt x="145561" y="37931"/>
                  <a:pt x="145059" y="37931"/>
                </a:cubicBezTo>
                <a:cubicBezTo>
                  <a:pt x="144563" y="37931"/>
                  <a:pt x="143778" y="38766"/>
                  <a:pt x="143313" y="39783"/>
                </a:cubicBezTo>
                <a:lnTo>
                  <a:pt x="142465" y="41642"/>
                </a:lnTo>
                <a:lnTo>
                  <a:pt x="144217" y="40003"/>
                </a:lnTo>
                <a:cubicBezTo>
                  <a:pt x="145178" y="39105"/>
                  <a:pt x="145963" y="38270"/>
                  <a:pt x="145963" y="38150"/>
                </a:cubicBezTo>
                <a:close/>
                <a:moveTo>
                  <a:pt x="168464" y="38603"/>
                </a:moveTo>
                <a:cubicBezTo>
                  <a:pt x="168659" y="37862"/>
                  <a:pt x="168539" y="37252"/>
                  <a:pt x="168200" y="37252"/>
                </a:cubicBezTo>
                <a:cubicBezTo>
                  <a:pt x="167867" y="37252"/>
                  <a:pt x="167591" y="37862"/>
                  <a:pt x="167591" y="38603"/>
                </a:cubicBezTo>
                <a:cubicBezTo>
                  <a:pt x="167591" y="39344"/>
                  <a:pt x="167710" y="39953"/>
                  <a:pt x="167848" y="39953"/>
                </a:cubicBezTo>
                <a:cubicBezTo>
                  <a:pt x="167993" y="39953"/>
                  <a:pt x="168269" y="39344"/>
                  <a:pt x="168464" y="38603"/>
                </a:cubicBezTo>
                <a:close/>
                <a:moveTo>
                  <a:pt x="111254" y="31255"/>
                </a:moveTo>
                <a:cubicBezTo>
                  <a:pt x="109546" y="29465"/>
                  <a:pt x="108121" y="26489"/>
                  <a:pt x="108121" y="24705"/>
                </a:cubicBezTo>
                <a:cubicBezTo>
                  <a:pt x="108121" y="23267"/>
                  <a:pt x="110187" y="23531"/>
                  <a:pt x="111964" y="25208"/>
                </a:cubicBezTo>
                <a:cubicBezTo>
                  <a:pt x="113251" y="26413"/>
                  <a:pt x="113528" y="26482"/>
                  <a:pt x="113528" y="25584"/>
                </a:cubicBezTo>
                <a:cubicBezTo>
                  <a:pt x="113528" y="24981"/>
                  <a:pt x="112969" y="24090"/>
                  <a:pt x="112284" y="23606"/>
                </a:cubicBezTo>
                <a:cubicBezTo>
                  <a:pt x="110620" y="22419"/>
                  <a:pt x="109728" y="20592"/>
                  <a:pt x="109163" y="17188"/>
                </a:cubicBezTo>
                <a:cubicBezTo>
                  <a:pt x="108824" y="15160"/>
                  <a:pt x="108428" y="14463"/>
                  <a:pt x="107750" y="14720"/>
                </a:cubicBezTo>
                <a:cubicBezTo>
                  <a:pt x="107084" y="14978"/>
                  <a:pt x="106821" y="16284"/>
                  <a:pt x="106840" y="19242"/>
                </a:cubicBezTo>
                <a:cubicBezTo>
                  <a:pt x="106858" y="21527"/>
                  <a:pt x="106783" y="23857"/>
                  <a:pt x="106676" y="24410"/>
                </a:cubicBezTo>
                <a:cubicBezTo>
                  <a:pt x="106569" y="24969"/>
                  <a:pt x="107844" y="28165"/>
                  <a:pt x="109502" y="31506"/>
                </a:cubicBezTo>
                <a:cubicBezTo>
                  <a:pt x="112353" y="37265"/>
                  <a:pt x="112529" y="37466"/>
                  <a:pt x="112730" y="35312"/>
                </a:cubicBezTo>
                <a:cubicBezTo>
                  <a:pt x="112893" y="33610"/>
                  <a:pt x="112517" y="32580"/>
                  <a:pt x="111254" y="31255"/>
                </a:cubicBezTo>
                <a:close/>
                <a:moveTo>
                  <a:pt x="99461" y="14557"/>
                </a:moveTo>
                <a:cubicBezTo>
                  <a:pt x="99260" y="12861"/>
                  <a:pt x="98965" y="12353"/>
                  <a:pt x="98462" y="12849"/>
                </a:cubicBezTo>
                <a:cubicBezTo>
                  <a:pt x="97966" y="13351"/>
                  <a:pt x="97985" y="14073"/>
                  <a:pt x="98531" y="15273"/>
                </a:cubicBezTo>
                <a:cubicBezTo>
                  <a:pt x="99586" y="17584"/>
                  <a:pt x="99793" y="17420"/>
                  <a:pt x="99461" y="14557"/>
                </a:cubicBezTo>
                <a:close/>
              </a:path>
            </a:pathLst>
          </a:custGeom>
          <a:solidFill>
            <a:srgbClr val="8D8D8D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13" name="PANEL_01-DEM-grounded-tree-0_229">
            <a:extLst>
              <a:ext uri="{FF2B5EF4-FFF2-40B4-BE49-F238E27FC236}">
                <a16:creationId xmlns:a16="http://schemas.microsoft.com/office/drawing/2014/main" id="{2621A7FF-694B-4A41-9A23-43B298EC2A6D}"/>
              </a:ext>
            </a:extLst>
          </p:cNvPr>
          <p:cNvSpPr>
            <a:spLocks/>
          </p:cNvSpPr>
          <p:nvPr/>
        </p:nvSpPr>
        <p:spPr>
          <a:xfrm>
            <a:off x="274511" y="4387977"/>
            <a:ext cx="293945" cy="419100"/>
          </a:xfrm>
          <a:custGeom>
            <a:pathLst>
              <a:path w="308603" h="440000">
                <a:moveTo>
                  <a:pt x="151166" y="398175"/>
                </a:moveTo>
                <a:lnTo>
                  <a:pt x="151471" y="356357"/>
                </a:lnTo>
                <a:lnTo>
                  <a:pt x="144606" y="353508"/>
                </a:lnTo>
                <a:cubicBezTo>
                  <a:pt x="140827" y="351939"/>
                  <a:pt x="133739" y="348532"/>
                  <a:pt x="128859" y="345944"/>
                </a:cubicBezTo>
                <a:cubicBezTo>
                  <a:pt x="121510" y="342046"/>
                  <a:pt x="119807" y="341444"/>
                  <a:pt x="118974" y="342440"/>
                </a:cubicBezTo>
                <a:cubicBezTo>
                  <a:pt x="118386" y="343147"/>
                  <a:pt x="118312" y="343854"/>
                  <a:pt x="118788" y="344144"/>
                </a:cubicBezTo>
                <a:cubicBezTo>
                  <a:pt x="121183" y="345624"/>
                  <a:pt x="120038" y="356915"/>
                  <a:pt x="117501" y="356915"/>
                </a:cubicBezTo>
                <a:cubicBezTo>
                  <a:pt x="116080" y="356915"/>
                  <a:pt x="114563" y="353449"/>
                  <a:pt x="114563" y="350191"/>
                </a:cubicBezTo>
                <a:cubicBezTo>
                  <a:pt x="114563" y="348406"/>
                  <a:pt x="114325" y="348153"/>
                  <a:pt x="113373" y="348941"/>
                </a:cubicBezTo>
                <a:cubicBezTo>
                  <a:pt x="112718" y="349484"/>
                  <a:pt x="112332" y="350816"/>
                  <a:pt x="112518" y="351894"/>
                </a:cubicBezTo>
                <a:cubicBezTo>
                  <a:pt x="112897" y="354126"/>
                  <a:pt x="109661" y="360203"/>
                  <a:pt x="107326" y="361646"/>
                </a:cubicBezTo>
                <a:cubicBezTo>
                  <a:pt x="106143" y="362367"/>
                  <a:pt x="105585" y="362315"/>
                  <a:pt x="105020" y="361400"/>
                </a:cubicBezTo>
                <a:cubicBezTo>
                  <a:pt x="104209" y="360106"/>
                  <a:pt x="105407" y="354580"/>
                  <a:pt x="106887" y="352765"/>
                </a:cubicBezTo>
                <a:cubicBezTo>
                  <a:pt x="107534" y="351976"/>
                  <a:pt x="107400" y="351671"/>
                  <a:pt x="106411" y="351671"/>
                </a:cubicBezTo>
                <a:cubicBezTo>
                  <a:pt x="105660" y="351671"/>
                  <a:pt x="104834" y="352021"/>
                  <a:pt x="104566" y="352445"/>
                </a:cubicBezTo>
                <a:cubicBezTo>
                  <a:pt x="103220" y="354624"/>
                  <a:pt x="92791" y="354133"/>
                  <a:pt x="92033" y="351850"/>
                </a:cubicBezTo>
                <a:cubicBezTo>
                  <a:pt x="91371" y="349879"/>
                  <a:pt x="97857" y="347937"/>
                  <a:pt x="103168" y="348517"/>
                </a:cubicBezTo>
                <a:cubicBezTo>
                  <a:pt x="105831" y="348808"/>
                  <a:pt x="108516" y="348711"/>
                  <a:pt x="109133" y="348317"/>
                </a:cubicBezTo>
                <a:cubicBezTo>
                  <a:pt x="109847" y="347855"/>
                  <a:pt x="108932" y="347536"/>
                  <a:pt x="106649" y="347446"/>
                </a:cubicBezTo>
                <a:cubicBezTo>
                  <a:pt x="102788" y="347290"/>
                  <a:pt x="101442" y="346799"/>
                  <a:pt x="101442" y="345520"/>
                </a:cubicBezTo>
                <a:cubicBezTo>
                  <a:pt x="101442" y="343422"/>
                  <a:pt x="112161" y="340291"/>
                  <a:pt x="113261" y="342068"/>
                </a:cubicBezTo>
                <a:cubicBezTo>
                  <a:pt x="113663" y="342723"/>
                  <a:pt x="114258" y="342671"/>
                  <a:pt x="115195" y="341890"/>
                </a:cubicBezTo>
                <a:cubicBezTo>
                  <a:pt x="116363" y="340916"/>
                  <a:pt x="116177" y="340692"/>
                  <a:pt x="113797" y="340209"/>
                </a:cubicBezTo>
                <a:cubicBezTo>
                  <a:pt x="109289" y="339287"/>
                  <a:pt x="103317" y="340298"/>
                  <a:pt x="102751" y="342076"/>
                </a:cubicBezTo>
                <a:cubicBezTo>
                  <a:pt x="102245" y="343668"/>
                  <a:pt x="98422" y="345840"/>
                  <a:pt x="94324" y="346866"/>
                </a:cubicBezTo>
                <a:cubicBezTo>
                  <a:pt x="90701" y="347766"/>
                  <a:pt x="90396" y="345773"/>
                  <a:pt x="93632" y="342426"/>
                </a:cubicBezTo>
                <a:cubicBezTo>
                  <a:pt x="97292" y="338654"/>
                  <a:pt x="96399" y="337702"/>
                  <a:pt x="91505" y="340149"/>
                </a:cubicBezTo>
                <a:cubicBezTo>
                  <a:pt x="87421" y="342188"/>
                  <a:pt x="83538" y="342619"/>
                  <a:pt x="82616" y="341139"/>
                </a:cubicBezTo>
                <a:cubicBezTo>
                  <a:pt x="81664" y="339592"/>
                  <a:pt x="84007" y="337687"/>
                  <a:pt x="87562" y="337122"/>
                </a:cubicBezTo>
                <a:lnTo>
                  <a:pt x="90939" y="336579"/>
                </a:lnTo>
                <a:lnTo>
                  <a:pt x="88321" y="333604"/>
                </a:lnTo>
                <a:cubicBezTo>
                  <a:pt x="83888" y="328553"/>
                  <a:pt x="85420" y="326433"/>
                  <a:pt x="91215" y="329580"/>
                </a:cubicBezTo>
                <a:cubicBezTo>
                  <a:pt x="92754" y="330413"/>
                  <a:pt x="95239" y="331097"/>
                  <a:pt x="96741" y="331105"/>
                </a:cubicBezTo>
                <a:lnTo>
                  <a:pt x="99464" y="331119"/>
                </a:lnTo>
                <a:lnTo>
                  <a:pt x="97835" y="328070"/>
                </a:lnTo>
                <a:cubicBezTo>
                  <a:pt x="96935" y="326396"/>
                  <a:pt x="96198" y="324328"/>
                  <a:pt x="96198" y="323480"/>
                </a:cubicBezTo>
                <a:cubicBezTo>
                  <a:pt x="96198" y="321494"/>
                  <a:pt x="98385" y="321494"/>
                  <a:pt x="100364" y="323473"/>
                </a:cubicBezTo>
                <a:cubicBezTo>
                  <a:pt x="101212" y="324321"/>
                  <a:pt x="102588" y="324886"/>
                  <a:pt x="103428" y="324723"/>
                </a:cubicBezTo>
                <a:cubicBezTo>
                  <a:pt x="104693" y="324477"/>
                  <a:pt x="104202" y="323332"/>
                  <a:pt x="100535" y="318036"/>
                </a:cubicBezTo>
                <a:cubicBezTo>
                  <a:pt x="94621" y="309482"/>
                  <a:pt x="94026" y="309035"/>
                  <a:pt x="87912" y="308686"/>
                </a:cubicBezTo>
                <a:cubicBezTo>
                  <a:pt x="83501" y="308425"/>
                  <a:pt x="82646" y="308619"/>
                  <a:pt x="82385" y="309913"/>
                </a:cubicBezTo>
                <a:cubicBezTo>
                  <a:pt x="82214" y="310754"/>
                  <a:pt x="82646" y="312011"/>
                  <a:pt x="83345" y="312710"/>
                </a:cubicBezTo>
                <a:cubicBezTo>
                  <a:pt x="84981" y="314339"/>
                  <a:pt x="85852" y="320624"/>
                  <a:pt x="84989" y="324559"/>
                </a:cubicBezTo>
                <a:cubicBezTo>
                  <a:pt x="84505" y="326790"/>
                  <a:pt x="83851" y="327623"/>
                  <a:pt x="82609" y="327623"/>
                </a:cubicBezTo>
                <a:cubicBezTo>
                  <a:pt x="81270" y="327623"/>
                  <a:pt x="80489" y="326374"/>
                  <a:pt x="79068" y="321948"/>
                </a:cubicBezTo>
                <a:cubicBezTo>
                  <a:pt x="77372" y="316712"/>
                  <a:pt x="77156" y="316429"/>
                  <a:pt x="76204" y="318214"/>
                </a:cubicBezTo>
                <a:cubicBezTo>
                  <a:pt x="75632" y="319278"/>
                  <a:pt x="75408" y="321122"/>
                  <a:pt x="75706" y="322305"/>
                </a:cubicBezTo>
                <a:cubicBezTo>
                  <a:pt x="77119" y="327921"/>
                  <a:pt x="68967" y="339688"/>
                  <a:pt x="67078" y="334764"/>
                </a:cubicBezTo>
                <a:cubicBezTo>
                  <a:pt x="66520" y="333314"/>
                  <a:pt x="67851" y="325995"/>
                  <a:pt x="69093" y="323674"/>
                </a:cubicBezTo>
                <a:cubicBezTo>
                  <a:pt x="69822" y="322305"/>
                  <a:pt x="69748" y="321933"/>
                  <a:pt x="68744" y="321933"/>
                </a:cubicBezTo>
                <a:cubicBezTo>
                  <a:pt x="68037" y="321933"/>
                  <a:pt x="66936" y="322461"/>
                  <a:pt x="66289" y="323108"/>
                </a:cubicBezTo>
                <a:cubicBezTo>
                  <a:pt x="63887" y="325518"/>
                  <a:pt x="60919" y="326448"/>
                  <a:pt x="55764" y="326426"/>
                </a:cubicBezTo>
                <a:cubicBezTo>
                  <a:pt x="49940" y="326396"/>
                  <a:pt x="48043" y="325414"/>
                  <a:pt x="49776" y="323332"/>
                </a:cubicBezTo>
                <a:cubicBezTo>
                  <a:pt x="51844" y="320840"/>
                  <a:pt x="58293" y="319040"/>
                  <a:pt x="63187" y="319583"/>
                </a:cubicBezTo>
                <a:cubicBezTo>
                  <a:pt x="66683" y="319970"/>
                  <a:pt x="68498" y="319709"/>
                  <a:pt x="70797" y="318497"/>
                </a:cubicBezTo>
                <a:lnTo>
                  <a:pt x="73817" y="316898"/>
                </a:lnTo>
                <a:lnTo>
                  <a:pt x="67516" y="317344"/>
                </a:lnTo>
                <a:cubicBezTo>
                  <a:pt x="61484" y="317775"/>
                  <a:pt x="61216" y="317716"/>
                  <a:pt x="61216" y="315886"/>
                </a:cubicBezTo>
                <a:cubicBezTo>
                  <a:pt x="61216" y="313141"/>
                  <a:pt x="69681" y="309303"/>
                  <a:pt x="74337" y="309928"/>
                </a:cubicBezTo>
                <a:cubicBezTo>
                  <a:pt x="77432" y="310345"/>
                  <a:pt x="79581" y="309459"/>
                  <a:pt x="79581" y="307771"/>
                </a:cubicBezTo>
                <a:cubicBezTo>
                  <a:pt x="79581" y="306923"/>
                  <a:pt x="72656" y="306856"/>
                  <a:pt x="66929" y="307637"/>
                </a:cubicBezTo>
                <a:cubicBezTo>
                  <a:pt x="63366" y="308128"/>
                  <a:pt x="62659" y="308559"/>
                  <a:pt x="61901" y="310739"/>
                </a:cubicBezTo>
                <a:cubicBezTo>
                  <a:pt x="60502" y="314748"/>
                  <a:pt x="50029" y="320081"/>
                  <a:pt x="47842" y="317887"/>
                </a:cubicBezTo>
                <a:cubicBezTo>
                  <a:pt x="46950" y="317002"/>
                  <a:pt x="49568" y="312702"/>
                  <a:pt x="52506" y="310233"/>
                </a:cubicBezTo>
                <a:lnTo>
                  <a:pt x="55229" y="307942"/>
                </a:lnTo>
                <a:lnTo>
                  <a:pt x="51710" y="307942"/>
                </a:lnTo>
                <a:cubicBezTo>
                  <a:pt x="49427" y="307942"/>
                  <a:pt x="47917" y="308425"/>
                  <a:pt x="47426" y="309303"/>
                </a:cubicBezTo>
                <a:cubicBezTo>
                  <a:pt x="46652" y="310679"/>
                  <a:pt x="40999" y="313082"/>
                  <a:pt x="38366" y="313149"/>
                </a:cubicBezTo>
                <a:cubicBezTo>
                  <a:pt x="37585" y="313171"/>
                  <a:pt x="36484" y="312643"/>
                  <a:pt x="35926" y="311966"/>
                </a:cubicBezTo>
                <a:cubicBezTo>
                  <a:pt x="35123" y="310999"/>
                  <a:pt x="35391" y="310374"/>
                  <a:pt x="37191" y="308954"/>
                </a:cubicBezTo>
                <a:cubicBezTo>
                  <a:pt x="38441" y="307972"/>
                  <a:pt x="40836" y="306715"/>
                  <a:pt x="42517" y="306157"/>
                </a:cubicBezTo>
                <a:lnTo>
                  <a:pt x="45574" y="305153"/>
                </a:lnTo>
                <a:lnTo>
                  <a:pt x="42465" y="302133"/>
                </a:lnTo>
                <a:cubicBezTo>
                  <a:pt x="40754" y="300474"/>
                  <a:pt x="39355" y="298696"/>
                  <a:pt x="39355" y="298183"/>
                </a:cubicBezTo>
                <a:cubicBezTo>
                  <a:pt x="39355" y="297670"/>
                  <a:pt x="38634" y="298146"/>
                  <a:pt x="37749" y="299239"/>
                </a:cubicBezTo>
                <a:cubicBezTo>
                  <a:pt x="36864" y="300333"/>
                  <a:pt x="35726" y="300972"/>
                  <a:pt x="35220" y="300660"/>
                </a:cubicBezTo>
                <a:cubicBezTo>
                  <a:pt x="33591" y="299648"/>
                  <a:pt x="33182" y="294397"/>
                  <a:pt x="34417" y="290299"/>
                </a:cubicBezTo>
                <a:cubicBezTo>
                  <a:pt x="35555" y="286512"/>
                  <a:pt x="35532" y="286327"/>
                  <a:pt x="33963" y="286736"/>
                </a:cubicBezTo>
                <a:cubicBezTo>
                  <a:pt x="33048" y="286981"/>
                  <a:pt x="31791" y="287903"/>
                  <a:pt x="31166" y="288803"/>
                </a:cubicBezTo>
                <a:cubicBezTo>
                  <a:pt x="28763" y="292225"/>
                  <a:pt x="16513" y="294605"/>
                  <a:pt x="15457" y="291846"/>
                </a:cubicBezTo>
                <a:cubicBezTo>
                  <a:pt x="14415" y="289138"/>
                  <a:pt x="24561" y="283775"/>
                  <a:pt x="29031" y="284668"/>
                </a:cubicBezTo>
                <a:cubicBezTo>
                  <a:pt x="31702" y="285203"/>
                  <a:pt x="35577" y="283716"/>
                  <a:pt x="37481" y="281417"/>
                </a:cubicBezTo>
                <a:cubicBezTo>
                  <a:pt x="38403" y="280302"/>
                  <a:pt x="38121" y="280294"/>
                  <a:pt x="35227" y="281321"/>
                </a:cubicBezTo>
                <a:cubicBezTo>
                  <a:pt x="31211" y="282756"/>
                  <a:pt x="26547" y="282920"/>
                  <a:pt x="25766" y="281655"/>
                </a:cubicBezTo>
                <a:cubicBezTo>
                  <a:pt x="24219" y="279149"/>
                  <a:pt x="33732" y="273481"/>
                  <a:pt x="38634" y="273994"/>
                </a:cubicBezTo>
                <a:cubicBezTo>
                  <a:pt x="40694" y="274210"/>
                  <a:pt x="41654" y="273778"/>
                  <a:pt x="42732" y="272157"/>
                </a:cubicBezTo>
                <a:lnTo>
                  <a:pt x="44131" y="270044"/>
                </a:lnTo>
                <a:lnTo>
                  <a:pt x="38902" y="270595"/>
                </a:lnTo>
                <a:cubicBezTo>
                  <a:pt x="31709" y="271353"/>
                  <a:pt x="26740" y="273191"/>
                  <a:pt x="26368" y="275236"/>
                </a:cubicBezTo>
                <a:cubicBezTo>
                  <a:pt x="25625" y="279342"/>
                  <a:pt x="15315" y="287055"/>
                  <a:pt x="13292" y="285025"/>
                </a:cubicBezTo>
                <a:cubicBezTo>
                  <a:pt x="12124" y="283857"/>
                  <a:pt x="13947" y="279870"/>
                  <a:pt x="17368" y="276121"/>
                </a:cubicBezTo>
                <a:lnTo>
                  <a:pt x="19674" y="273600"/>
                </a:lnTo>
                <a:lnTo>
                  <a:pt x="16238" y="274128"/>
                </a:lnTo>
                <a:cubicBezTo>
                  <a:pt x="14073" y="274455"/>
                  <a:pt x="12117" y="275467"/>
                  <a:pt x="10986" y="276843"/>
                </a:cubicBezTo>
                <a:cubicBezTo>
                  <a:pt x="8063" y="280383"/>
                  <a:pt x="0" y="282407"/>
                  <a:pt x="0" y="279595"/>
                </a:cubicBezTo>
                <a:cubicBezTo>
                  <a:pt x="0" y="277840"/>
                  <a:pt x="5036" y="273838"/>
                  <a:pt x="7989" y="273243"/>
                </a:cubicBezTo>
                <a:lnTo>
                  <a:pt x="10495" y="272744"/>
                </a:lnTo>
                <a:lnTo>
                  <a:pt x="6620" y="270290"/>
                </a:lnTo>
                <a:cubicBezTo>
                  <a:pt x="1979" y="267344"/>
                  <a:pt x="350" y="264860"/>
                  <a:pt x="2112" y="263402"/>
                </a:cubicBezTo>
                <a:cubicBezTo>
                  <a:pt x="3012" y="262651"/>
                  <a:pt x="4240" y="262755"/>
                  <a:pt x="7118" y="263811"/>
                </a:cubicBezTo>
                <a:cubicBezTo>
                  <a:pt x="13255" y="266057"/>
                  <a:pt x="13991" y="266221"/>
                  <a:pt x="13991" y="265291"/>
                </a:cubicBezTo>
                <a:cubicBezTo>
                  <a:pt x="13991" y="264808"/>
                  <a:pt x="15375" y="264153"/>
                  <a:pt x="17071" y="263833"/>
                </a:cubicBezTo>
                <a:lnTo>
                  <a:pt x="20150" y="263253"/>
                </a:lnTo>
                <a:lnTo>
                  <a:pt x="17472" y="261007"/>
                </a:lnTo>
                <a:cubicBezTo>
                  <a:pt x="11589" y="256053"/>
                  <a:pt x="10934" y="249745"/>
                  <a:pt x="16647" y="253026"/>
                </a:cubicBezTo>
                <a:cubicBezTo>
                  <a:pt x="18841" y="254283"/>
                  <a:pt x="19986" y="254365"/>
                  <a:pt x="24263" y="253584"/>
                </a:cubicBezTo>
                <a:cubicBezTo>
                  <a:pt x="27030" y="253070"/>
                  <a:pt x="29924" y="252341"/>
                  <a:pt x="30690" y="251955"/>
                </a:cubicBezTo>
                <a:cubicBezTo>
                  <a:pt x="31449" y="251575"/>
                  <a:pt x="32631" y="251612"/>
                  <a:pt x="33308" y="252036"/>
                </a:cubicBezTo>
                <a:cubicBezTo>
                  <a:pt x="35294" y="253293"/>
                  <a:pt x="35525" y="253018"/>
                  <a:pt x="35153" y="249812"/>
                </a:cubicBezTo>
                <a:cubicBezTo>
                  <a:pt x="34952" y="248139"/>
                  <a:pt x="35264" y="244821"/>
                  <a:pt x="35837" y="242441"/>
                </a:cubicBezTo>
                <a:cubicBezTo>
                  <a:pt x="37764" y="234408"/>
                  <a:pt x="41297" y="236386"/>
                  <a:pt x="41825" y="245803"/>
                </a:cubicBezTo>
                <a:cubicBezTo>
                  <a:pt x="42085" y="250340"/>
                  <a:pt x="41840" y="251984"/>
                  <a:pt x="40754" y="253070"/>
                </a:cubicBezTo>
                <a:cubicBezTo>
                  <a:pt x="38649" y="255175"/>
                  <a:pt x="38991" y="255822"/>
                  <a:pt x="43320" y="257927"/>
                </a:cubicBezTo>
                <a:cubicBezTo>
                  <a:pt x="47203" y="259809"/>
                  <a:pt x="47270" y="259809"/>
                  <a:pt x="46347" y="258084"/>
                </a:cubicBezTo>
                <a:cubicBezTo>
                  <a:pt x="45819" y="257109"/>
                  <a:pt x="45514" y="253665"/>
                  <a:pt x="45656" y="250437"/>
                </a:cubicBezTo>
                <a:cubicBezTo>
                  <a:pt x="45864" y="245744"/>
                  <a:pt x="46214" y="244501"/>
                  <a:pt x="47389" y="244278"/>
                </a:cubicBezTo>
                <a:cubicBezTo>
                  <a:pt x="48281" y="244107"/>
                  <a:pt x="49382" y="244963"/>
                  <a:pt x="50193" y="246450"/>
                </a:cubicBezTo>
                <a:cubicBezTo>
                  <a:pt x="50929" y="247804"/>
                  <a:pt x="51539" y="248578"/>
                  <a:pt x="51562" y="248169"/>
                </a:cubicBezTo>
                <a:cubicBezTo>
                  <a:pt x="51718" y="244851"/>
                  <a:pt x="35852" y="220930"/>
                  <a:pt x="33926" y="221569"/>
                </a:cubicBezTo>
                <a:cubicBezTo>
                  <a:pt x="33390" y="221748"/>
                  <a:pt x="32817" y="222856"/>
                  <a:pt x="32654" y="224032"/>
                </a:cubicBezTo>
                <a:cubicBezTo>
                  <a:pt x="32282" y="226680"/>
                  <a:pt x="26889" y="231857"/>
                  <a:pt x="24501" y="231857"/>
                </a:cubicBezTo>
                <a:cubicBezTo>
                  <a:pt x="22263" y="231857"/>
                  <a:pt x="22277" y="230443"/>
                  <a:pt x="24539" y="226732"/>
                </a:cubicBezTo>
                <a:cubicBezTo>
                  <a:pt x="26830" y="222968"/>
                  <a:pt x="26034" y="222150"/>
                  <a:pt x="22947" y="225088"/>
                </a:cubicBezTo>
                <a:cubicBezTo>
                  <a:pt x="19905" y="227981"/>
                  <a:pt x="12414" y="230056"/>
                  <a:pt x="11328" y="228301"/>
                </a:cubicBezTo>
                <a:cubicBezTo>
                  <a:pt x="10361" y="226724"/>
                  <a:pt x="11752" y="225147"/>
                  <a:pt x="16037" y="222968"/>
                </a:cubicBezTo>
                <a:cubicBezTo>
                  <a:pt x="18573" y="221674"/>
                  <a:pt x="19183" y="220997"/>
                  <a:pt x="18320" y="220461"/>
                </a:cubicBezTo>
                <a:cubicBezTo>
                  <a:pt x="17673" y="220060"/>
                  <a:pt x="16803" y="219933"/>
                  <a:pt x="16401" y="220186"/>
                </a:cubicBezTo>
                <a:cubicBezTo>
                  <a:pt x="14847" y="221145"/>
                  <a:pt x="6999" y="214287"/>
                  <a:pt x="6999" y="211974"/>
                </a:cubicBezTo>
                <a:cubicBezTo>
                  <a:pt x="6999" y="211364"/>
                  <a:pt x="7847" y="210873"/>
                  <a:pt x="8889" y="210873"/>
                </a:cubicBezTo>
                <a:cubicBezTo>
                  <a:pt x="11462" y="210873"/>
                  <a:pt x="18365" y="215024"/>
                  <a:pt x="18365" y="216571"/>
                </a:cubicBezTo>
                <a:cubicBezTo>
                  <a:pt x="18365" y="217255"/>
                  <a:pt x="19525" y="218423"/>
                  <a:pt x="20946" y="219159"/>
                </a:cubicBezTo>
                <a:cubicBezTo>
                  <a:pt x="24769" y="221138"/>
                  <a:pt x="24896" y="220796"/>
                  <a:pt x="21459" y="217776"/>
                </a:cubicBezTo>
                <a:cubicBezTo>
                  <a:pt x="17785" y="214555"/>
                  <a:pt x="17465" y="212621"/>
                  <a:pt x="20596" y="212621"/>
                </a:cubicBezTo>
                <a:cubicBezTo>
                  <a:pt x="23579" y="212621"/>
                  <a:pt x="27425" y="214697"/>
                  <a:pt x="29619" y="217486"/>
                </a:cubicBezTo>
                <a:cubicBezTo>
                  <a:pt x="30720" y="218884"/>
                  <a:pt x="31828" y="219509"/>
                  <a:pt x="32490" y="219100"/>
                </a:cubicBezTo>
                <a:cubicBezTo>
                  <a:pt x="33219" y="218646"/>
                  <a:pt x="32066" y="217121"/>
                  <a:pt x="28845" y="214280"/>
                </a:cubicBezTo>
                <a:cubicBezTo>
                  <a:pt x="24970" y="210866"/>
                  <a:pt x="23839" y="210278"/>
                  <a:pt x="22486" y="211007"/>
                </a:cubicBezTo>
                <a:cubicBezTo>
                  <a:pt x="21362" y="211610"/>
                  <a:pt x="19503" y="211565"/>
                  <a:pt x="16587" y="210866"/>
                </a:cubicBezTo>
                <a:cubicBezTo>
                  <a:pt x="9268" y="209110"/>
                  <a:pt x="8450" y="205622"/>
                  <a:pt x="15352" y="205622"/>
                </a:cubicBezTo>
                <a:cubicBezTo>
                  <a:pt x="17495" y="205622"/>
                  <a:pt x="19243" y="205324"/>
                  <a:pt x="19243" y="204960"/>
                </a:cubicBezTo>
                <a:cubicBezTo>
                  <a:pt x="19243" y="204008"/>
                  <a:pt x="15799" y="201985"/>
                  <a:pt x="15010" y="202476"/>
                </a:cubicBezTo>
                <a:cubicBezTo>
                  <a:pt x="13902" y="203160"/>
                  <a:pt x="7431" y="199099"/>
                  <a:pt x="7431" y="197723"/>
                </a:cubicBezTo>
                <a:cubicBezTo>
                  <a:pt x="7431" y="195885"/>
                  <a:pt x="10793" y="195662"/>
                  <a:pt x="13932" y="197284"/>
                </a:cubicBezTo>
                <a:lnTo>
                  <a:pt x="16617" y="198675"/>
                </a:lnTo>
                <a:lnTo>
                  <a:pt x="16632" y="195372"/>
                </a:lnTo>
                <a:cubicBezTo>
                  <a:pt x="16639" y="193557"/>
                  <a:pt x="17041" y="191474"/>
                  <a:pt x="17524" y="190753"/>
                </a:cubicBezTo>
                <a:cubicBezTo>
                  <a:pt x="18276" y="189637"/>
                  <a:pt x="18655" y="189749"/>
                  <a:pt x="20135" y="191512"/>
                </a:cubicBezTo>
                <a:cubicBezTo>
                  <a:pt x="21087" y="192642"/>
                  <a:pt x="21861" y="194777"/>
                  <a:pt x="21861" y="196242"/>
                </a:cubicBezTo>
                <a:cubicBezTo>
                  <a:pt x="21861" y="197715"/>
                  <a:pt x="22129" y="198652"/>
                  <a:pt x="22448" y="198332"/>
                </a:cubicBezTo>
                <a:cubicBezTo>
                  <a:pt x="22768" y="198013"/>
                  <a:pt x="23914" y="198318"/>
                  <a:pt x="24985" y="199024"/>
                </a:cubicBezTo>
                <a:cubicBezTo>
                  <a:pt x="26844" y="200237"/>
                  <a:pt x="26956" y="200170"/>
                  <a:pt x="27469" y="197425"/>
                </a:cubicBezTo>
                <a:cubicBezTo>
                  <a:pt x="28213" y="193460"/>
                  <a:pt x="30184" y="190894"/>
                  <a:pt x="31493" y="192181"/>
                </a:cubicBezTo>
                <a:cubicBezTo>
                  <a:pt x="32230" y="192903"/>
                  <a:pt x="33368" y="192917"/>
                  <a:pt x="35711" y="192241"/>
                </a:cubicBezTo>
                <a:cubicBezTo>
                  <a:pt x="39921" y="191013"/>
                  <a:pt x="39824" y="191192"/>
                  <a:pt x="37704" y="188499"/>
                </a:cubicBezTo>
                <a:cubicBezTo>
                  <a:pt x="36685" y="187205"/>
                  <a:pt x="35852" y="185613"/>
                  <a:pt x="35852" y="184951"/>
                </a:cubicBezTo>
                <a:cubicBezTo>
                  <a:pt x="35852" y="183203"/>
                  <a:pt x="38783" y="183501"/>
                  <a:pt x="41341" y="185509"/>
                </a:cubicBezTo>
                <a:cubicBezTo>
                  <a:pt x="42561" y="186469"/>
                  <a:pt x="44793" y="187257"/>
                  <a:pt x="46288" y="187257"/>
                </a:cubicBezTo>
                <a:cubicBezTo>
                  <a:pt x="48899" y="187257"/>
                  <a:pt x="48958" y="187175"/>
                  <a:pt x="47776" y="185293"/>
                </a:cubicBezTo>
                <a:cubicBezTo>
                  <a:pt x="47091" y="184207"/>
                  <a:pt x="46266" y="182437"/>
                  <a:pt x="45946" y="181351"/>
                </a:cubicBezTo>
                <a:cubicBezTo>
                  <a:pt x="45180" y="178792"/>
                  <a:pt x="47560" y="177751"/>
                  <a:pt x="49709" y="179700"/>
                </a:cubicBezTo>
                <a:cubicBezTo>
                  <a:pt x="50557" y="180466"/>
                  <a:pt x="53257" y="181254"/>
                  <a:pt x="55705" y="181448"/>
                </a:cubicBezTo>
                <a:cubicBezTo>
                  <a:pt x="58159" y="181641"/>
                  <a:pt x="60592" y="182065"/>
                  <a:pt x="61127" y="182392"/>
                </a:cubicBezTo>
                <a:cubicBezTo>
                  <a:pt x="63411" y="183806"/>
                  <a:pt x="61350" y="179878"/>
                  <a:pt x="55534" y="171726"/>
                </a:cubicBezTo>
                <a:cubicBezTo>
                  <a:pt x="53176" y="168423"/>
                  <a:pt x="50305" y="167062"/>
                  <a:pt x="50476" y="169331"/>
                </a:cubicBezTo>
                <a:cubicBezTo>
                  <a:pt x="50699" y="172276"/>
                  <a:pt x="44406" y="178510"/>
                  <a:pt x="41215" y="178510"/>
                </a:cubicBezTo>
                <a:cubicBezTo>
                  <a:pt x="39549" y="178510"/>
                  <a:pt x="40114" y="175430"/>
                  <a:pt x="42390" y="172076"/>
                </a:cubicBezTo>
                <a:cubicBezTo>
                  <a:pt x="44882" y="168401"/>
                  <a:pt x="44004" y="167910"/>
                  <a:pt x="40590" y="171071"/>
                </a:cubicBezTo>
                <a:cubicBezTo>
                  <a:pt x="38344" y="173154"/>
                  <a:pt x="33591" y="174999"/>
                  <a:pt x="30445" y="175006"/>
                </a:cubicBezTo>
                <a:cubicBezTo>
                  <a:pt x="26287" y="175021"/>
                  <a:pt x="28630" y="170595"/>
                  <a:pt x="33762" y="168736"/>
                </a:cubicBezTo>
                <a:cubicBezTo>
                  <a:pt x="36001" y="167933"/>
                  <a:pt x="36455" y="167427"/>
                  <a:pt x="35726" y="166549"/>
                </a:cubicBezTo>
                <a:cubicBezTo>
                  <a:pt x="35205" y="165924"/>
                  <a:pt x="34424" y="165634"/>
                  <a:pt x="33993" y="165902"/>
                </a:cubicBezTo>
                <a:cubicBezTo>
                  <a:pt x="32713" y="166690"/>
                  <a:pt x="27685" y="163120"/>
                  <a:pt x="25967" y="160204"/>
                </a:cubicBezTo>
                <a:cubicBezTo>
                  <a:pt x="24501" y="157712"/>
                  <a:pt x="24494" y="157467"/>
                  <a:pt x="25840" y="156954"/>
                </a:cubicBezTo>
                <a:cubicBezTo>
                  <a:pt x="28005" y="156121"/>
                  <a:pt x="34669" y="159706"/>
                  <a:pt x="36008" y="162421"/>
                </a:cubicBezTo>
                <a:cubicBezTo>
                  <a:pt x="36648" y="163722"/>
                  <a:pt x="38084" y="165113"/>
                  <a:pt x="39199" y="165523"/>
                </a:cubicBezTo>
                <a:cubicBezTo>
                  <a:pt x="41014" y="166185"/>
                  <a:pt x="40947" y="165976"/>
                  <a:pt x="38545" y="163574"/>
                </a:cubicBezTo>
                <a:cubicBezTo>
                  <a:pt x="37065" y="162094"/>
                  <a:pt x="35852" y="160509"/>
                  <a:pt x="35852" y="160055"/>
                </a:cubicBezTo>
                <a:cubicBezTo>
                  <a:pt x="35852" y="157095"/>
                  <a:pt x="44175" y="159527"/>
                  <a:pt x="47195" y="163373"/>
                </a:cubicBezTo>
                <a:cubicBezTo>
                  <a:pt x="48802" y="165411"/>
                  <a:pt x="50721" y="166080"/>
                  <a:pt x="50721" y="164585"/>
                </a:cubicBezTo>
                <a:cubicBezTo>
                  <a:pt x="50721" y="164146"/>
                  <a:pt x="48854" y="162175"/>
                  <a:pt x="46571" y="160212"/>
                </a:cubicBezTo>
                <a:cubicBezTo>
                  <a:pt x="43142" y="157259"/>
                  <a:pt x="41981" y="156731"/>
                  <a:pt x="39921" y="157169"/>
                </a:cubicBezTo>
                <a:cubicBezTo>
                  <a:pt x="36655" y="157869"/>
                  <a:pt x="29887" y="155935"/>
                  <a:pt x="28853" y="154016"/>
                </a:cubicBezTo>
                <a:cubicBezTo>
                  <a:pt x="27707" y="151873"/>
                  <a:pt x="28555" y="151405"/>
                  <a:pt x="33517" y="151405"/>
                </a:cubicBezTo>
                <a:cubicBezTo>
                  <a:pt x="37727" y="151405"/>
                  <a:pt x="37823" y="151345"/>
                  <a:pt x="36395" y="149761"/>
                </a:cubicBezTo>
                <a:cubicBezTo>
                  <a:pt x="35577" y="148861"/>
                  <a:pt x="33970" y="148125"/>
                  <a:pt x="32825" y="148125"/>
                </a:cubicBezTo>
                <a:cubicBezTo>
                  <a:pt x="30296" y="148125"/>
                  <a:pt x="25364" y="144762"/>
                  <a:pt x="25364" y="143037"/>
                </a:cubicBezTo>
                <a:cubicBezTo>
                  <a:pt x="25364" y="141371"/>
                  <a:pt x="29106" y="141415"/>
                  <a:pt x="32401" y="143119"/>
                </a:cubicBezTo>
                <a:lnTo>
                  <a:pt x="34982" y="144450"/>
                </a:lnTo>
                <a:lnTo>
                  <a:pt x="34982" y="141534"/>
                </a:lnTo>
                <a:cubicBezTo>
                  <a:pt x="34982" y="139928"/>
                  <a:pt x="35510" y="137897"/>
                  <a:pt x="36157" y="137012"/>
                </a:cubicBezTo>
                <a:cubicBezTo>
                  <a:pt x="37273" y="135480"/>
                  <a:pt x="37392" y="135502"/>
                  <a:pt x="38775" y="137480"/>
                </a:cubicBezTo>
                <a:cubicBezTo>
                  <a:pt x="39579" y="138619"/>
                  <a:pt x="40226" y="140642"/>
                  <a:pt x="40226" y="141981"/>
                </a:cubicBezTo>
                <a:cubicBezTo>
                  <a:pt x="40226" y="143461"/>
                  <a:pt x="40702" y="144405"/>
                  <a:pt x="41431" y="144405"/>
                </a:cubicBezTo>
                <a:cubicBezTo>
                  <a:pt x="42093" y="144405"/>
                  <a:pt x="43142" y="145015"/>
                  <a:pt x="43759" y="145759"/>
                </a:cubicBezTo>
                <a:cubicBezTo>
                  <a:pt x="44718" y="146920"/>
                  <a:pt x="45075" y="146518"/>
                  <a:pt x="46273" y="142918"/>
                </a:cubicBezTo>
                <a:cubicBezTo>
                  <a:pt x="48043" y="137570"/>
                  <a:pt x="50721" y="136588"/>
                  <a:pt x="50721" y="141281"/>
                </a:cubicBezTo>
                <a:cubicBezTo>
                  <a:pt x="50721" y="143409"/>
                  <a:pt x="51123" y="144405"/>
                  <a:pt x="51971" y="144405"/>
                </a:cubicBezTo>
                <a:cubicBezTo>
                  <a:pt x="52655" y="144405"/>
                  <a:pt x="53994" y="145387"/>
                  <a:pt x="54939" y="146592"/>
                </a:cubicBezTo>
                <a:cubicBezTo>
                  <a:pt x="55883" y="147797"/>
                  <a:pt x="57096" y="148779"/>
                  <a:pt x="57624" y="148779"/>
                </a:cubicBezTo>
                <a:cubicBezTo>
                  <a:pt x="58159" y="148779"/>
                  <a:pt x="58591" y="149590"/>
                  <a:pt x="58591" y="150587"/>
                </a:cubicBezTo>
                <a:cubicBezTo>
                  <a:pt x="58591" y="152387"/>
                  <a:pt x="58613" y="152387"/>
                  <a:pt x="61001" y="150720"/>
                </a:cubicBezTo>
                <a:cubicBezTo>
                  <a:pt x="63954" y="148668"/>
                  <a:pt x="69012" y="146882"/>
                  <a:pt x="70060" y="147529"/>
                </a:cubicBezTo>
                <a:cubicBezTo>
                  <a:pt x="71630" y="148496"/>
                  <a:pt x="70760" y="150468"/>
                  <a:pt x="67621" y="153056"/>
                </a:cubicBezTo>
                <a:cubicBezTo>
                  <a:pt x="65850" y="154514"/>
                  <a:pt x="63292" y="155950"/>
                  <a:pt x="61938" y="156247"/>
                </a:cubicBezTo>
                <a:cubicBezTo>
                  <a:pt x="59796" y="156716"/>
                  <a:pt x="59468" y="157199"/>
                  <a:pt x="59468" y="159899"/>
                </a:cubicBezTo>
                <a:lnTo>
                  <a:pt x="59468" y="163008"/>
                </a:lnTo>
                <a:lnTo>
                  <a:pt x="61291" y="160688"/>
                </a:lnTo>
                <a:cubicBezTo>
                  <a:pt x="64326" y="156835"/>
                  <a:pt x="70834" y="154239"/>
                  <a:pt x="70834" y="156887"/>
                </a:cubicBezTo>
                <a:cubicBezTo>
                  <a:pt x="70834" y="159141"/>
                  <a:pt x="66200" y="164719"/>
                  <a:pt x="63314" y="165924"/>
                </a:cubicBezTo>
                <a:cubicBezTo>
                  <a:pt x="61670" y="166616"/>
                  <a:pt x="60346" y="167799"/>
                  <a:pt x="60346" y="168580"/>
                </a:cubicBezTo>
                <a:cubicBezTo>
                  <a:pt x="60346" y="169814"/>
                  <a:pt x="63567" y="175891"/>
                  <a:pt x="64221" y="175891"/>
                </a:cubicBezTo>
                <a:cubicBezTo>
                  <a:pt x="64348" y="175891"/>
                  <a:pt x="64266" y="173920"/>
                  <a:pt x="64035" y="171518"/>
                </a:cubicBezTo>
                <a:cubicBezTo>
                  <a:pt x="63708" y="168081"/>
                  <a:pt x="63894" y="167144"/>
                  <a:pt x="64891" y="167144"/>
                </a:cubicBezTo>
                <a:cubicBezTo>
                  <a:pt x="67859" y="167144"/>
                  <a:pt x="72069" y="174010"/>
                  <a:pt x="73028" y="180436"/>
                </a:cubicBezTo>
                <a:cubicBezTo>
                  <a:pt x="73370" y="182712"/>
                  <a:pt x="74389" y="185204"/>
                  <a:pt x="75319" y="186045"/>
                </a:cubicBezTo>
                <a:cubicBezTo>
                  <a:pt x="76963" y="187532"/>
                  <a:pt x="76970" y="187502"/>
                  <a:pt x="75669" y="184378"/>
                </a:cubicBezTo>
                <a:cubicBezTo>
                  <a:pt x="74010" y="180421"/>
                  <a:pt x="73913" y="175891"/>
                  <a:pt x="75483" y="175891"/>
                </a:cubicBezTo>
                <a:cubicBezTo>
                  <a:pt x="78287" y="175891"/>
                  <a:pt x="84133" y="184654"/>
                  <a:pt x="83732" y="188269"/>
                </a:cubicBezTo>
                <a:cubicBezTo>
                  <a:pt x="83590" y="189563"/>
                  <a:pt x="84044" y="190359"/>
                  <a:pt x="85048" y="190567"/>
                </a:cubicBezTo>
                <a:cubicBezTo>
                  <a:pt x="87161" y="191006"/>
                  <a:pt x="87034" y="188455"/>
                  <a:pt x="84617" y="181522"/>
                </a:cubicBezTo>
                <a:cubicBezTo>
                  <a:pt x="82995" y="176881"/>
                  <a:pt x="82311" y="175891"/>
                  <a:pt x="80712" y="175891"/>
                </a:cubicBezTo>
                <a:cubicBezTo>
                  <a:pt x="78421" y="175891"/>
                  <a:pt x="73013" y="171376"/>
                  <a:pt x="71273" y="168022"/>
                </a:cubicBezTo>
                <a:cubicBezTo>
                  <a:pt x="68863" y="163358"/>
                  <a:pt x="72812" y="162941"/>
                  <a:pt x="78823" y="167226"/>
                </a:cubicBezTo>
                <a:lnTo>
                  <a:pt x="81329" y="169011"/>
                </a:lnTo>
                <a:lnTo>
                  <a:pt x="81329" y="167241"/>
                </a:lnTo>
                <a:cubicBezTo>
                  <a:pt x="81329" y="166259"/>
                  <a:pt x="79804" y="163953"/>
                  <a:pt x="77937" y="162108"/>
                </a:cubicBezTo>
                <a:cubicBezTo>
                  <a:pt x="74397" y="158598"/>
                  <a:pt x="72582" y="153681"/>
                  <a:pt x="74218" y="152044"/>
                </a:cubicBezTo>
                <a:cubicBezTo>
                  <a:pt x="75617" y="150646"/>
                  <a:pt x="81322" y="156998"/>
                  <a:pt x="81366" y="159989"/>
                </a:cubicBezTo>
                <a:cubicBezTo>
                  <a:pt x="81396" y="162235"/>
                  <a:pt x="81456" y="162205"/>
                  <a:pt x="82728" y="159282"/>
                </a:cubicBezTo>
                <a:cubicBezTo>
                  <a:pt x="85115" y="153763"/>
                  <a:pt x="89452" y="150505"/>
                  <a:pt x="90560" y="153391"/>
                </a:cubicBezTo>
                <a:cubicBezTo>
                  <a:pt x="90791" y="154001"/>
                  <a:pt x="90448" y="156299"/>
                  <a:pt x="89786" y="158501"/>
                </a:cubicBezTo>
                <a:cubicBezTo>
                  <a:pt x="88775" y="161855"/>
                  <a:pt x="88767" y="162748"/>
                  <a:pt x="89764" y="164109"/>
                </a:cubicBezTo>
                <a:cubicBezTo>
                  <a:pt x="90419" y="165002"/>
                  <a:pt x="90954" y="166542"/>
                  <a:pt x="90962" y="167531"/>
                </a:cubicBezTo>
                <a:cubicBezTo>
                  <a:pt x="90969" y="169078"/>
                  <a:pt x="91289" y="168929"/>
                  <a:pt x="93223" y="166467"/>
                </a:cubicBezTo>
                <a:cubicBezTo>
                  <a:pt x="94465" y="164898"/>
                  <a:pt x="96630" y="163016"/>
                  <a:pt x="98043" y="162287"/>
                </a:cubicBezTo>
                <a:cubicBezTo>
                  <a:pt x="100378" y="161074"/>
                  <a:pt x="100654" y="161089"/>
                  <a:pt x="101167" y="162443"/>
                </a:cubicBezTo>
                <a:cubicBezTo>
                  <a:pt x="101479" y="163254"/>
                  <a:pt x="101159" y="164942"/>
                  <a:pt x="100453" y="166185"/>
                </a:cubicBezTo>
                <a:cubicBezTo>
                  <a:pt x="99411" y="168029"/>
                  <a:pt x="99374" y="168862"/>
                  <a:pt x="100245" y="170640"/>
                </a:cubicBezTo>
                <a:cubicBezTo>
                  <a:pt x="101993" y="174218"/>
                  <a:pt x="103465" y="180042"/>
                  <a:pt x="102952" y="181373"/>
                </a:cubicBezTo>
                <a:cubicBezTo>
                  <a:pt x="102602" y="182288"/>
                  <a:pt x="103026" y="182504"/>
                  <a:pt x="104588" y="182206"/>
                </a:cubicBezTo>
                <a:cubicBezTo>
                  <a:pt x="105741" y="181991"/>
                  <a:pt x="106693" y="181254"/>
                  <a:pt x="106693" y="180577"/>
                </a:cubicBezTo>
                <a:cubicBezTo>
                  <a:pt x="106693" y="179082"/>
                  <a:pt x="110212" y="177639"/>
                  <a:pt x="113856" y="177639"/>
                </a:cubicBezTo>
                <a:cubicBezTo>
                  <a:pt x="116043" y="177639"/>
                  <a:pt x="116341" y="177416"/>
                  <a:pt x="115508" y="176412"/>
                </a:cubicBezTo>
                <a:cubicBezTo>
                  <a:pt x="114950" y="175743"/>
                  <a:pt x="113083" y="175192"/>
                  <a:pt x="111357" y="175192"/>
                </a:cubicBezTo>
                <a:cubicBezTo>
                  <a:pt x="107861" y="175192"/>
                  <a:pt x="101011" y="170990"/>
                  <a:pt x="101011" y="168855"/>
                </a:cubicBezTo>
                <a:cubicBezTo>
                  <a:pt x="101011" y="167003"/>
                  <a:pt x="106054" y="166772"/>
                  <a:pt x="109341" y="168468"/>
                </a:cubicBezTo>
                <a:cubicBezTo>
                  <a:pt x="112800" y="170253"/>
                  <a:pt x="113395" y="169725"/>
                  <a:pt x="111387" y="166653"/>
                </a:cubicBezTo>
                <a:cubicBezTo>
                  <a:pt x="109557" y="163856"/>
                  <a:pt x="109230" y="155511"/>
                  <a:pt x="110881" y="153859"/>
                </a:cubicBezTo>
                <a:cubicBezTo>
                  <a:pt x="113537" y="151204"/>
                  <a:pt x="117345" y="161298"/>
                  <a:pt x="115344" y="165686"/>
                </a:cubicBezTo>
                <a:cubicBezTo>
                  <a:pt x="114660" y="167181"/>
                  <a:pt x="114749" y="168468"/>
                  <a:pt x="115694" y="170700"/>
                </a:cubicBezTo>
                <a:lnTo>
                  <a:pt x="116958" y="173705"/>
                </a:lnTo>
                <a:lnTo>
                  <a:pt x="116594" y="169770"/>
                </a:lnTo>
                <a:cubicBezTo>
                  <a:pt x="115880" y="161908"/>
                  <a:pt x="120112" y="161580"/>
                  <a:pt x="122299" y="169323"/>
                </a:cubicBezTo>
                <a:cubicBezTo>
                  <a:pt x="123162" y="172388"/>
                  <a:pt x="123229" y="174054"/>
                  <a:pt x="122552" y="175542"/>
                </a:cubicBezTo>
                <a:cubicBezTo>
                  <a:pt x="121964" y="176829"/>
                  <a:pt x="121934" y="177766"/>
                  <a:pt x="122470" y="178093"/>
                </a:cubicBezTo>
                <a:cubicBezTo>
                  <a:pt x="124285" y="179216"/>
                  <a:pt x="125058" y="177282"/>
                  <a:pt x="125058" y="171607"/>
                </a:cubicBezTo>
                <a:cubicBezTo>
                  <a:pt x="125058" y="166155"/>
                  <a:pt x="124887" y="165597"/>
                  <a:pt x="122909" y="164697"/>
                </a:cubicBezTo>
                <a:cubicBezTo>
                  <a:pt x="119011" y="162919"/>
                  <a:pt x="115143" y="152275"/>
                  <a:pt x="118394" y="152275"/>
                </a:cubicBezTo>
                <a:cubicBezTo>
                  <a:pt x="119063" y="152275"/>
                  <a:pt x="121027" y="153852"/>
                  <a:pt x="122767" y="155778"/>
                </a:cubicBezTo>
                <a:lnTo>
                  <a:pt x="125929" y="159282"/>
                </a:lnTo>
                <a:lnTo>
                  <a:pt x="125929" y="156217"/>
                </a:lnTo>
                <a:cubicBezTo>
                  <a:pt x="125929" y="154529"/>
                  <a:pt x="125564" y="153153"/>
                  <a:pt x="125118" y="153153"/>
                </a:cubicBezTo>
                <a:cubicBezTo>
                  <a:pt x="124664" y="153153"/>
                  <a:pt x="123786" y="151732"/>
                  <a:pt x="123154" y="149999"/>
                </a:cubicBezTo>
                <a:cubicBezTo>
                  <a:pt x="122284" y="147596"/>
                  <a:pt x="121012" y="146339"/>
                  <a:pt x="117761" y="144696"/>
                </a:cubicBezTo>
                <a:cubicBezTo>
                  <a:pt x="112510" y="142033"/>
                  <a:pt x="111008" y="142434"/>
                  <a:pt x="111603" y="146325"/>
                </a:cubicBezTo>
                <a:cubicBezTo>
                  <a:pt x="112116" y="149731"/>
                  <a:pt x="108761" y="157088"/>
                  <a:pt x="106693" y="157088"/>
                </a:cubicBezTo>
                <a:cubicBezTo>
                  <a:pt x="105682" y="157088"/>
                  <a:pt x="105384" y="155964"/>
                  <a:pt x="105399" y="152164"/>
                </a:cubicBezTo>
                <a:cubicBezTo>
                  <a:pt x="105414" y="148541"/>
                  <a:pt x="105124" y="147351"/>
                  <a:pt x="104306" y="147663"/>
                </a:cubicBezTo>
                <a:cubicBezTo>
                  <a:pt x="103354" y="148028"/>
                  <a:pt x="102870" y="149129"/>
                  <a:pt x="103331" y="149873"/>
                </a:cubicBezTo>
                <a:cubicBezTo>
                  <a:pt x="103830" y="150676"/>
                  <a:pt x="100148" y="155957"/>
                  <a:pt x="98043" y="157452"/>
                </a:cubicBezTo>
                <a:cubicBezTo>
                  <a:pt x="95328" y="159393"/>
                  <a:pt x="91825" y="159892"/>
                  <a:pt x="91825" y="158345"/>
                </a:cubicBezTo>
                <a:cubicBezTo>
                  <a:pt x="91825" y="156820"/>
                  <a:pt x="93632" y="153755"/>
                  <a:pt x="96057" y="151152"/>
                </a:cubicBezTo>
                <a:lnTo>
                  <a:pt x="98333" y="148720"/>
                </a:lnTo>
                <a:lnTo>
                  <a:pt x="93491" y="149285"/>
                </a:lnTo>
                <a:cubicBezTo>
                  <a:pt x="89511" y="149754"/>
                  <a:pt x="87994" y="149523"/>
                  <a:pt x="84937" y="147961"/>
                </a:cubicBezTo>
                <a:cubicBezTo>
                  <a:pt x="82891" y="146912"/>
                  <a:pt x="81374" y="145588"/>
                  <a:pt x="81560" y="145015"/>
                </a:cubicBezTo>
                <a:cubicBezTo>
                  <a:pt x="82110" y="143349"/>
                  <a:pt x="91601" y="143186"/>
                  <a:pt x="94063" y="144800"/>
                </a:cubicBezTo>
                <a:cubicBezTo>
                  <a:pt x="95201" y="145543"/>
                  <a:pt x="97626" y="146109"/>
                  <a:pt x="99449" y="146057"/>
                </a:cubicBezTo>
                <a:lnTo>
                  <a:pt x="102759" y="145953"/>
                </a:lnTo>
                <a:lnTo>
                  <a:pt x="99694" y="145343"/>
                </a:lnTo>
                <a:cubicBezTo>
                  <a:pt x="95982" y="144599"/>
                  <a:pt x="92702" y="142903"/>
                  <a:pt x="92702" y="141728"/>
                </a:cubicBezTo>
                <a:cubicBezTo>
                  <a:pt x="92702" y="139214"/>
                  <a:pt x="103540" y="138678"/>
                  <a:pt x="106426" y="141058"/>
                </a:cubicBezTo>
                <a:cubicBezTo>
                  <a:pt x="107080" y="141601"/>
                  <a:pt x="108017" y="141616"/>
                  <a:pt x="108925" y="141110"/>
                </a:cubicBezTo>
                <a:cubicBezTo>
                  <a:pt x="110122" y="140441"/>
                  <a:pt x="109773" y="140054"/>
                  <a:pt x="106939" y="138923"/>
                </a:cubicBezTo>
                <a:cubicBezTo>
                  <a:pt x="101093" y="136580"/>
                  <a:pt x="97306" y="136179"/>
                  <a:pt x="95759" y="137726"/>
                </a:cubicBezTo>
                <a:cubicBezTo>
                  <a:pt x="93223" y="140262"/>
                  <a:pt x="85636" y="141668"/>
                  <a:pt x="83114" y="140076"/>
                </a:cubicBezTo>
                <a:cubicBezTo>
                  <a:pt x="82021" y="139385"/>
                  <a:pt x="82066" y="139013"/>
                  <a:pt x="83442" y="137495"/>
                </a:cubicBezTo>
                <a:cubicBezTo>
                  <a:pt x="84319" y="136521"/>
                  <a:pt x="86462" y="135256"/>
                  <a:pt x="88202" y="134684"/>
                </a:cubicBezTo>
                <a:cubicBezTo>
                  <a:pt x="90932" y="133784"/>
                  <a:pt x="91125" y="133553"/>
                  <a:pt x="89623" y="132980"/>
                </a:cubicBezTo>
                <a:cubicBezTo>
                  <a:pt x="88671" y="132623"/>
                  <a:pt x="85695" y="132534"/>
                  <a:pt x="83010" y="132787"/>
                </a:cubicBezTo>
                <a:cubicBezTo>
                  <a:pt x="77275" y="133337"/>
                  <a:pt x="73564" y="131961"/>
                  <a:pt x="75260" y="129916"/>
                </a:cubicBezTo>
                <a:cubicBezTo>
                  <a:pt x="75899" y="129150"/>
                  <a:pt x="77923" y="128666"/>
                  <a:pt x="80496" y="128666"/>
                </a:cubicBezTo>
                <a:lnTo>
                  <a:pt x="84699" y="128666"/>
                </a:lnTo>
                <a:lnTo>
                  <a:pt x="83538" y="126256"/>
                </a:lnTo>
                <a:cubicBezTo>
                  <a:pt x="81307" y="121615"/>
                  <a:pt x="81114" y="119949"/>
                  <a:pt x="82720" y="119331"/>
                </a:cubicBezTo>
                <a:cubicBezTo>
                  <a:pt x="83769" y="118930"/>
                  <a:pt x="85071" y="119681"/>
                  <a:pt x="87042" y="121830"/>
                </a:cubicBezTo>
                <a:cubicBezTo>
                  <a:pt x="88909" y="123869"/>
                  <a:pt x="90932" y="125074"/>
                  <a:pt x="93044" y="125423"/>
                </a:cubicBezTo>
                <a:cubicBezTo>
                  <a:pt x="95187" y="125765"/>
                  <a:pt x="96049" y="125631"/>
                  <a:pt x="95663" y="125014"/>
                </a:cubicBezTo>
                <a:cubicBezTo>
                  <a:pt x="94666" y="123393"/>
                  <a:pt x="93691" y="118007"/>
                  <a:pt x="94175" y="116750"/>
                </a:cubicBezTo>
                <a:cubicBezTo>
                  <a:pt x="94904" y="114853"/>
                  <a:pt x="97016" y="115344"/>
                  <a:pt x="98065" y="117650"/>
                </a:cubicBezTo>
                <a:cubicBezTo>
                  <a:pt x="98668" y="118959"/>
                  <a:pt x="99954" y="119889"/>
                  <a:pt x="101494" y="120112"/>
                </a:cubicBezTo>
                <a:cubicBezTo>
                  <a:pt x="103934" y="120469"/>
                  <a:pt x="103949" y="120447"/>
                  <a:pt x="102818" y="117792"/>
                </a:cubicBezTo>
                <a:cubicBezTo>
                  <a:pt x="99233" y="109357"/>
                  <a:pt x="97537" y="106731"/>
                  <a:pt x="95826" y="106984"/>
                </a:cubicBezTo>
                <a:cubicBezTo>
                  <a:pt x="94800" y="107133"/>
                  <a:pt x="93877" y="108137"/>
                  <a:pt x="93580" y="109424"/>
                </a:cubicBezTo>
                <a:cubicBezTo>
                  <a:pt x="93059" y="111662"/>
                  <a:pt x="84490" y="117620"/>
                  <a:pt x="82668" y="117011"/>
                </a:cubicBezTo>
                <a:cubicBezTo>
                  <a:pt x="80704" y="116363"/>
                  <a:pt x="81381" y="113753"/>
                  <a:pt x="84349" y="110457"/>
                </a:cubicBezTo>
                <a:cubicBezTo>
                  <a:pt x="86848" y="107698"/>
                  <a:pt x="87205" y="106895"/>
                  <a:pt x="86134" y="106485"/>
                </a:cubicBezTo>
                <a:cubicBezTo>
                  <a:pt x="85390" y="106195"/>
                  <a:pt x="84037" y="106716"/>
                  <a:pt x="83114" y="107638"/>
                </a:cubicBezTo>
                <a:cubicBezTo>
                  <a:pt x="79901" y="110852"/>
                  <a:pt x="69517" y="112429"/>
                  <a:pt x="68528" y="109848"/>
                </a:cubicBezTo>
                <a:cubicBezTo>
                  <a:pt x="67807" y="107973"/>
                  <a:pt x="69592" y="106173"/>
                  <a:pt x="73311" y="105028"/>
                </a:cubicBezTo>
                <a:cubicBezTo>
                  <a:pt x="75074" y="104492"/>
                  <a:pt x="77060" y="103875"/>
                  <a:pt x="77714" y="103666"/>
                </a:cubicBezTo>
                <a:cubicBezTo>
                  <a:pt x="78666" y="103361"/>
                  <a:pt x="78689" y="103019"/>
                  <a:pt x="77833" y="101993"/>
                </a:cubicBezTo>
                <a:cubicBezTo>
                  <a:pt x="77246" y="101279"/>
                  <a:pt x="76435" y="100899"/>
                  <a:pt x="76041" y="101145"/>
                </a:cubicBezTo>
                <a:cubicBezTo>
                  <a:pt x="74932" y="101829"/>
                  <a:pt x="69636" y="96808"/>
                  <a:pt x="67725" y="93268"/>
                </a:cubicBezTo>
                <a:cubicBezTo>
                  <a:pt x="66282" y="90590"/>
                  <a:pt x="66215" y="90002"/>
                  <a:pt x="67286" y="89340"/>
                </a:cubicBezTo>
                <a:cubicBezTo>
                  <a:pt x="69733" y="87830"/>
                  <a:pt x="78272" y="94294"/>
                  <a:pt x="78867" y="98110"/>
                </a:cubicBezTo>
                <a:cubicBezTo>
                  <a:pt x="79023" y="99092"/>
                  <a:pt x="80526" y="100736"/>
                  <a:pt x="82207" y="101762"/>
                </a:cubicBezTo>
                <a:lnTo>
                  <a:pt x="85264" y="103629"/>
                </a:lnTo>
                <a:lnTo>
                  <a:pt x="83412" y="101502"/>
                </a:lnTo>
                <a:cubicBezTo>
                  <a:pt x="80749" y="98445"/>
                  <a:pt x="79373" y="95492"/>
                  <a:pt x="79931" y="94034"/>
                </a:cubicBezTo>
                <a:cubicBezTo>
                  <a:pt x="81024" y="91185"/>
                  <a:pt x="91825" y="98162"/>
                  <a:pt x="91825" y="101718"/>
                </a:cubicBezTo>
                <a:cubicBezTo>
                  <a:pt x="91825" y="102833"/>
                  <a:pt x="92487" y="103302"/>
                  <a:pt x="94041" y="103302"/>
                </a:cubicBezTo>
                <a:lnTo>
                  <a:pt x="96258" y="103302"/>
                </a:lnTo>
                <a:lnTo>
                  <a:pt x="94264" y="100379"/>
                </a:lnTo>
                <a:cubicBezTo>
                  <a:pt x="89296" y="93112"/>
                  <a:pt x="87257" y="91497"/>
                  <a:pt x="82980" y="91475"/>
                </a:cubicBezTo>
                <a:cubicBezTo>
                  <a:pt x="78480" y="91453"/>
                  <a:pt x="71712" y="87726"/>
                  <a:pt x="71712" y="85264"/>
                </a:cubicBezTo>
                <a:cubicBezTo>
                  <a:pt x="71712" y="84082"/>
                  <a:pt x="72612" y="83918"/>
                  <a:pt x="77327" y="84215"/>
                </a:cubicBezTo>
                <a:lnTo>
                  <a:pt x="82943" y="84572"/>
                </a:lnTo>
                <a:lnTo>
                  <a:pt x="81195" y="82125"/>
                </a:lnTo>
                <a:cubicBezTo>
                  <a:pt x="80236" y="80772"/>
                  <a:pt x="79068" y="79909"/>
                  <a:pt x="78599" y="80191"/>
                </a:cubicBezTo>
                <a:cubicBezTo>
                  <a:pt x="76866" y="81262"/>
                  <a:pt x="70031" y="75483"/>
                  <a:pt x="69979" y="72917"/>
                </a:cubicBezTo>
                <a:cubicBezTo>
                  <a:pt x="69949" y="71109"/>
                  <a:pt x="73713" y="71675"/>
                  <a:pt x="77112" y="73980"/>
                </a:cubicBezTo>
                <a:lnTo>
                  <a:pt x="80295" y="76145"/>
                </a:lnTo>
                <a:lnTo>
                  <a:pt x="81337" y="71794"/>
                </a:lnTo>
                <a:cubicBezTo>
                  <a:pt x="81909" y="69399"/>
                  <a:pt x="82772" y="67197"/>
                  <a:pt x="83256" y="66907"/>
                </a:cubicBezTo>
                <a:cubicBezTo>
                  <a:pt x="84885" y="65895"/>
                  <a:pt x="86640" y="68870"/>
                  <a:pt x="86826" y="72969"/>
                </a:cubicBezTo>
                <a:cubicBezTo>
                  <a:pt x="86945" y="75505"/>
                  <a:pt x="87421" y="77060"/>
                  <a:pt x="88091" y="77060"/>
                </a:cubicBezTo>
                <a:cubicBezTo>
                  <a:pt x="88678" y="77067"/>
                  <a:pt x="89831" y="78094"/>
                  <a:pt x="90657" y="79351"/>
                </a:cubicBezTo>
                <a:lnTo>
                  <a:pt x="92152" y="81627"/>
                </a:lnTo>
                <a:lnTo>
                  <a:pt x="93282" y="77752"/>
                </a:lnTo>
                <a:cubicBezTo>
                  <a:pt x="94666" y="72999"/>
                  <a:pt x="97611" y="69904"/>
                  <a:pt x="98891" y="71853"/>
                </a:cubicBezTo>
                <a:cubicBezTo>
                  <a:pt x="99352" y="72560"/>
                  <a:pt x="99508" y="74412"/>
                  <a:pt x="99240" y="75974"/>
                </a:cubicBezTo>
                <a:cubicBezTo>
                  <a:pt x="98675" y="79195"/>
                  <a:pt x="99530" y="79537"/>
                  <a:pt x="102803" y="77395"/>
                </a:cubicBezTo>
                <a:cubicBezTo>
                  <a:pt x="104001" y="76614"/>
                  <a:pt x="106701" y="75922"/>
                  <a:pt x="108806" y="75862"/>
                </a:cubicBezTo>
                <a:cubicBezTo>
                  <a:pt x="111104" y="75795"/>
                  <a:pt x="112421" y="75409"/>
                  <a:pt x="112108" y="74880"/>
                </a:cubicBezTo>
                <a:cubicBezTo>
                  <a:pt x="111818" y="74397"/>
                  <a:pt x="110673" y="72671"/>
                  <a:pt x="109572" y="71042"/>
                </a:cubicBezTo>
                <a:cubicBezTo>
                  <a:pt x="107355" y="67762"/>
                  <a:pt x="106909" y="63946"/>
                  <a:pt x="108746" y="63946"/>
                </a:cubicBezTo>
                <a:cubicBezTo>
                  <a:pt x="110331" y="63946"/>
                  <a:pt x="117189" y="68967"/>
                  <a:pt x="117189" y="70127"/>
                </a:cubicBezTo>
                <a:cubicBezTo>
                  <a:pt x="117189" y="70633"/>
                  <a:pt x="117665" y="70752"/>
                  <a:pt x="118245" y="70395"/>
                </a:cubicBezTo>
                <a:cubicBezTo>
                  <a:pt x="118833" y="70031"/>
                  <a:pt x="120588" y="69822"/>
                  <a:pt x="122150" y="69927"/>
                </a:cubicBezTo>
                <a:lnTo>
                  <a:pt x="124991" y="70120"/>
                </a:lnTo>
                <a:lnTo>
                  <a:pt x="123296" y="66379"/>
                </a:lnTo>
                <a:cubicBezTo>
                  <a:pt x="121042" y="61402"/>
                  <a:pt x="121005" y="57825"/>
                  <a:pt x="123221" y="57825"/>
                </a:cubicBezTo>
                <a:cubicBezTo>
                  <a:pt x="124136" y="57825"/>
                  <a:pt x="125616" y="58911"/>
                  <a:pt x="126501" y="60235"/>
                </a:cubicBezTo>
                <a:cubicBezTo>
                  <a:pt x="127825" y="62198"/>
                  <a:pt x="128837" y="62667"/>
                  <a:pt x="132050" y="62816"/>
                </a:cubicBezTo>
                <a:cubicBezTo>
                  <a:pt x="138031" y="63076"/>
                  <a:pt x="140567" y="63545"/>
                  <a:pt x="141861" y="64616"/>
                </a:cubicBezTo>
                <a:cubicBezTo>
                  <a:pt x="142791" y="65389"/>
                  <a:pt x="143312" y="64831"/>
                  <a:pt x="144360" y="61908"/>
                </a:cubicBezTo>
                <a:cubicBezTo>
                  <a:pt x="145662" y="58293"/>
                  <a:pt x="145632" y="58092"/>
                  <a:pt x="142784" y="51904"/>
                </a:cubicBezTo>
                <a:cubicBezTo>
                  <a:pt x="140322" y="46548"/>
                  <a:pt x="139555" y="45581"/>
                  <a:pt x="137718" y="45581"/>
                </a:cubicBezTo>
                <a:cubicBezTo>
                  <a:pt x="136208" y="45581"/>
                  <a:pt x="135554" y="46065"/>
                  <a:pt x="135554" y="47173"/>
                </a:cubicBezTo>
                <a:cubicBezTo>
                  <a:pt x="135554" y="49955"/>
                  <a:pt x="127498" y="56077"/>
                  <a:pt x="123839" y="56077"/>
                </a:cubicBezTo>
                <a:cubicBezTo>
                  <a:pt x="120313" y="56077"/>
                  <a:pt x="121949" y="51621"/>
                  <a:pt x="127119" y="47136"/>
                </a:cubicBezTo>
                <a:lnTo>
                  <a:pt x="129871" y="44756"/>
                </a:lnTo>
                <a:lnTo>
                  <a:pt x="127000" y="44733"/>
                </a:lnTo>
                <a:cubicBezTo>
                  <a:pt x="125282" y="44719"/>
                  <a:pt x="123935" y="45217"/>
                  <a:pt x="123638" y="45983"/>
                </a:cubicBezTo>
                <a:cubicBezTo>
                  <a:pt x="122842" y="48066"/>
                  <a:pt x="117263" y="49412"/>
                  <a:pt x="110413" y="49181"/>
                </a:cubicBezTo>
                <a:cubicBezTo>
                  <a:pt x="108159" y="49100"/>
                  <a:pt x="107564" y="48713"/>
                  <a:pt x="107564" y="47292"/>
                </a:cubicBezTo>
                <a:cubicBezTo>
                  <a:pt x="107564" y="45373"/>
                  <a:pt x="113336" y="42145"/>
                  <a:pt x="116824" y="42108"/>
                </a:cubicBezTo>
                <a:cubicBezTo>
                  <a:pt x="117821" y="42093"/>
                  <a:pt x="118907" y="41825"/>
                  <a:pt x="119219" y="41513"/>
                </a:cubicBezTo>
                <a:cubicBezTo>
                  <a:pt x="120075" y="40657"/>
                  <a:pt x="118066" y="38589"/>
                  <a:pt x="116385" y="38589"/>
                </a:cubicBezTo>
                <a:cubicBezTo>
                  <a:pt x="114794" y="38589"/>
                  <a:pt x="109245" y="33197"/>
                  <a:pt x="107668" y="30117"/>
                </a:cubicBezTo>
                <a:cubicBezTo>
                  <a:pt x="106069" y="26986"/>
                  <a:pt x="106463" y="25468"/>
                  <a:pt x="108880" y="25468"/>
                </a:cubicBezTo>
                <a:cubicBezTo>
                  <a:pt x="111714" y="25468"/>
                  <a:pt x="120268" y="33502"/>
                  <a:pt x="119524" y="35458"/>
                </a:cubicBezTo>
                <a:cubicBezTo>
                  <a:pt x="119190" y="36328"/>
                  <a:pt x="120030" y="37585"/>
                  <a:pt x="121897" y="39006"/>
                </a:cubicBezTo>
                <a:cubicBezTo>
                  <a:pt x="126129" y="42234"/>
                  <a:pt x="126330" y="41743"/>
                  <a:pt x="122849" y="36685"/>
                </a:cubicBezTo>
                <a:cubicBezTo>
                  <a:pt x="120171" y="32788"/>
                  <a:pt x="119911" y="31992"/>
                  <a:pt x="120975" y="30928"/>
                </a:cubicBezTo>
                <a:cubicBezTo>
                  <a:pt x="122038" y="29864"/>
                  <a:pt x="122693" y="29939"/>
                  <a:pt x="125713" y="31479"/>
                </a:cubicBezTo>
                <a:cubicBezTo>
                  <a:pt x="129782" y="33554"/>
                  <a:pt x="133806" y="37987"/>
                  <a:pt x="133806" y="40404"/>
                </a:cubicBezTo>
                <a:cubicBezTo>
                  <a:pt x="133806" y="41617"/>
                  <a:pt x="134416" y="42085"/>
                  <a:pt x="135993" y="42085"/>
                </a:cubicBezTo>
                <a:cubicBezTo>
                  <a:pt x="138760" y="42085"/>
                  <a:pt x="138730" y="41416"/>
                  <a:pt x="135769" y="37087"/>
                </a:cubicBezTo>
                <a:cubicBezTo>
                  <a:pt x="130875" y="29939"/>
                  <a:pt x="128658" y="27878"/>
                  <a:pt x="126472" y="28429"/>
                </a:cubicBezTo>
                <a:cubicBezTo>
                  <a:pt x="122500" y="29426"/>
                  <a:pt x="111937" y="24115"/>
                  <a:pt x="111937" y="21125"/>
                </a:cubicBezTo>
                <a:cubicBezTo>
                  <a:pt x="111937" y="19086"/>
                  <a:pt x="119554" y="19191"/>
                  <a:pt x="123593" y="21281"/>
                </a:cubicBezTo>
                <a:cubicBezTo>
                  <a:pt x="125036" y="22025"/>
                  <a:pt x="125088" y="21906"/>
                  <a:pt x="124136" y="20068"/>
                </a:cubicBezTo>
                <a:cubicBezTo>
                  <a:pt x="122448" y="16810"/>
                  <a:pt x="120610" y="15062"/>
                  <a:pt x="119368" y="15538"/>
                </a:cubicBezTo>
                <a:cubicBezTo>
                  <a:pt x="117791" y="16141"/>
                  <a:pt x="111067" y="9930"/>
                  <a:pt x="111067" y="7877"/>
                </a:cubicBezTo>
                <a:cubicBezTo>
                  <a:pt x="111067" y="4746"/>
                  <a:pt x="117233" y="6851"/>
                  <a:pt x="120610" y="11142"/>
                </a:cubicBezTo>
                <a:lnTo>
                  <a:pt x="122433" y="13463"/>
                </a:lnTo>
                <a:lnTo>
                  <a:pt x="122433" y="11291"/>
                </a:lnTo>
                <a:cubicBezTo>
                  <a:pt x="122433" y="8442"/>
                  <a:pt x="124099" y="3503"/>
                  <a:pt x="125601" y="1897"/>
                </a:cubicBezTo>
                <a:cubicBezTo>
                  <a:pt x="127372" y="0"/>
                  <a:pt x="128517" y="1681"/>
                  <a:pt x="129164" y="7148"/>
                </a:cubicBezTo>
                <a:cubicBezTo>
                  <a:pt x="129596" y="10808"/>
                  <a:pt x="130332" y="12489"/>
                  <a:pt x="132467" y="14690"/>
                </a:cubicBezTo>
                <a:lnTo>
                  <a:pt x="135212" y="17517"/>
                </a:lnTo>
                <a:lnTo>
                  <a:pt x="136201" y="13843"/>
                </a:lnTo>
                <a:cubicBezTo>
                  <a:pt x="137354" y="9528"/>
                  <a:pt x="140560" y="5646"/>
                  <a:pt x="141876" y="6955"/>
                </a:cubicBezTo>
                <a:cubicBezTo>
                  <a:pt x="142352" y="7438"/>
                  <a:pt x="142598" y="9402"/>
                  <a:pt x="142412" y="11328"/>
                </a:cubicBezTo>
                <a:cubicBezTo>
                  <a:pt x="142226" y="13255"/>
                  <a:pt x="142352" y="14661"/>
                  <a:pt x="142694" y="14452"/>
                </a:cubicBezTo>
                <a:cubicBezTo>
                  <a:pt x="143379" y="14021"/>
                  <a:pt x="147239" y="18945"/>
                  <a:pt x="148072" y="21318"/>
                </a:cubicBezTo>
                <a:cubicBezTo>
                  <a:pt x="148370" y="22158"/>
                  <a:pt x="149024" y="22850"/>
                  <a:pt x="149515" y="22850"/>
                </a:cubicBezTo>
                <a:cubicBezTo>
                  <a:pt x="150014" y="22850"/>
                  <a:pt x="150423" y="24122"/>
                  <a:pt x="150430" y="25692"/>
                </a:cubicBezTo>
                <a:cubicBezTo>
                  <a:pt x="150437" y="27328"/>
                  <a:pt x="150728" y="28087"/>
                  <a:pt x="151114" y="27484"/>
                </a:cubicBezTo>
                <a:cubicBezTo>
                  <a:pt x="152252" y="25692"/>
                  <a:pt x="159438" y="22887"/>
                  <a:pt x="162941" y="22865"/>
                </a:cubicBezTo>
                <a:cubicBezTo>
                  <a:pt x="165894" y="22850"/>
                  <a:pt x="166251" y="23073"/>
                  <a:pt x="166006" y="24784"/>
                </a:cubicBezTo>
                <a:cubicBezTo>
                  <a:pt x="165597" y="27588"/>
                  <a:pt x="158203" y="31917"/>
                  <a:pt x="153621" y="32029"/>
                </a:cubicBezTo>
                <a:lnTo>
                  <a:pt x="149984" y="32111"/>
                </a:lnTo>
                <a:lnTo>
                  <a:pt x="149709" y="36440"/>
                </a:lnTo>
                <a:lnTo>
                  <a:pt x="149433" y="40776"/>
                </a:lnTo>
                <a:lnTo>
                  <a:pt x="151895" y="38433"/>
                </a:lnTo>
                <a:cubicBezTo>
                  <a:pt x="156284" y="34268"/>
                  <a:pt x="164414" y="32074"/>
                  <a:pt x="164414" y="35064"/>
                </a:cubicBezTo>
                <a:cubicBezTo>
                  <a:pt x="164414" y="38143"/>
                  <a:pt x="153524" y="46526"/>
                  <a:pt x="151300" y="45150"/>
                </a:cubicBezTo>
                <a:cubicBezTo>
                  <a:pt x="150318" y="44547"/>
                  <a:pt x="149091" y="46846"/>
                  <a:pt x="148377" y="50610"/>
                </a:cubicBezTo>
                <a:cubicBezTo>
                  <a:pt x="147827" y="53533"/>
                  <a:pt x="148459" y="54195"/>
                  <a:pt x="150170" y="52484"/>
                </a:cubicBezTo>
                <a:cubicBezTo>
                  <a:pt x="152037" y="50617"/>
                  <a:pt x="153257" y="52648"/>
                  <a:pt x="152847" y="56947"/>
                </a:cubicBezTo>
                <a:cubicBezTo>
                  <a:pt x="152423" y="61306"/>
                  <a:pt x="154045" y="65412"/>
                  <a:pt x="155101" y="62667"/>
                </a:cubicBezTo>
                <a:cubicBezTo>
                  <a:pt x="155741" y="61001"/>
                  <a:pt x="157965" y="60919"/>
                  <a:pt x="158902" y="62533"/>
                </a:cubicBezTo>
                <a:cubicBezTo>
                  <a:pt x="159289" y="63195"/>
                  <a:pt x="161312" y="64028"/>
                  <a:pt x="163395" y="64370"/>
                </a:cubicBezTo>
                <a:cubicBezTo>
                  <a:pt x="167062" y="64980"/>
                  <a:pt x="167159" y="64943"/>
                  <a:pt x="166206" y="63165"/>
                </a:cubicBezTo>
                <a:cubicBezTo>
                  <a:pt x="165634" y="62094"/>
                  <a:pt x="164362" y="61328"/>
                  <a:pt x="163172" y="61328"/>
                </a:cubicBezTo>
                <a:cubicBezTo>
                  <a:pt x="161892" y="61328"/>
                  <a:pt x="159951" y="60041"/>
                  <a:pt x="158047" y="57921"/>
                </a:cubicBezTo>
                <a:cubicBezTo>
                  <a:pt x="150333" y="49390"/>
                  <a:pt x="155287" y="46214"/>
                  <a:pt x="163499" y="54425"/>
                </a:cubicBezTo>
                <a:lnTo>
                  <a:pt x="166273" y="57200"/>
                </a:lnTo>
                <a:lnTo>
                  <a:pt x="165723" y="52053"/>
                </a:lnTo>
                <a:cubicBezTo>
                  <a:pt x="165262" y="47701"/>
                  <a:pt x="165485" y="46288"/>
                  <a:pt x="167196" y="42963"/>
                </a:cubicBezTo>
                <a:cubicBezTo>
                  <a:pt x="168311" y="40799"/>
                  <a:pt x="169814" y="39028"/>
                  <a:pt x="170535" y="39028"/>
                </a:cubicBezTo>
                <a:cubicBezTo>
                  <a:pt x="172507" y="39028"/>
                  <a:pt x="172380" y="50052"/>
                  <a:pt x="170379" y="52268"/>
                </a:cubicBezTo>
                <a:cubicBezTo>
                  <a:pt x="168594" y="54247"/>
                  <a:pt x="167516" y="58234"/>
                  <a:pt x="168378" y="59632"/>
                </a:cubicBezTo>
                <a:cubicBezTo>
                  <a:pt x="168758" y="60250"/>
                  <a:pt x="169591" y="58940"/>
                  <a:pt x="170431" y="56404"/>
                </a:cubicBezTo>
                <a:cubicBezTo>
                  <a:pt x="171495" y="53198"/>
                  <a:pt x="172276" y="52142"/>
                  <a:pt x="173593" y="52142"/>
                </a:cubicBezTo>
                <a:cubicBezTo>
                  <a:pt x="175184" y="52142"/>
                  <a:pt x="175341" y="52729"/>
                  <a:pt x="175341" y="58554"/>
                </a:cubicBezTo>
                <a:cubicBezTo>
                  <a:pt x="175341" y="63619"/>
                  <a:pt x="175028" y="65196"/>
                  <a:pt x="173831" y="66066"/>
                </a:cubicBezTo>
                <a:cubicBezTo>
                  <a:pt x="172536" y="67018"/>
                  <a:pt x="172492" y="67398"/>
                  <a:pt x="173503" y="68789"/>
                </a:cubicBezTo>
                <a:cubicBezTo>
                  <a:pt x="174619" y="70313"/>
                  <a:pt x="174760" y="70261"/>
                  <a:pt x="175988" y="67836"/>
                </a:cubicBezTo>
                <a:cubicBezTo>
                  <a:pt x="176709" y="66416"/>
                  <a:pt x="177974" y="63188"/>
                  <a:pt x="178799" y="60651"/>
                </a:cubicBezTo>
                <a:cubicBezTo>
                  <a:pt x="180287" y="56099"/>
                  <a:pt x="180280" y="56025"/>
                  <a:pt x="178413" y="54515"/>
                </a:cubicBezTo>
                <a:cubicBezTo>
                  <a:pt x="176984" y="53354"/>
                  <a:pt x="176404" y="51688"/>
                  <a:pt x="176040" y="47597"/>
                </a:cubicBezTo>
                <a:cubicBezTo>
                  <a:pt x="175765" y="44629"/>
                  <a:pt x="175794" y="41572"/>
                  <a:pt x="176092" y="40799"/>
                </a:cubicBezTo>
                <a:cubicBezTo>
                  <a:pt x="177029" y="38337"/>
                  <a:pt x="179885" y="40821"/>
                  <a:pt x="181693" y="45678"/>
                </a:cubicBezTo>
                <a:lnTo>
                  <a:pt x="183359" y="50141"/>
                </a:lnTo>
                <a:lnTo>
                  <a:pt x="184527" y="47329"/>
                </a:lnTo>
                <a:cubicBezTo>
                  <a:pt x="185464" y="45068"/>
                  <a:pt x="185479" y="44161"/>
                  <a:pt x="184609" y="42770"/>
                </a:cubicBezTo>
                <a:cubicBezTo>
                  <a:pt x="182667" y="39661"/>
                  <a:pt x="185397" y="30407"/>
                  <a:pt x="187814" y="31902"/>
                </a:cubicBezTo>
                <a:cubicBezTo>
                  <a:pt x="189213" y="32765"/>
                  <a:pt x="189979" y="38798"/>
                  <a:pt x="189019" y="41342"/>
                </a:cubicBezTo>
                <a:lnTo>
                  <a:pt x="188164" y="43573"/>
                </a:lnTo>
                <a:lnTo>
                  <a:pt x="191340" y="41959"/>
                </a:lnTo>
                <a:cubicBezTo>
                  <a:pt x="198830" y="38136"/>
                  <a:pt x="202587" y="41647"/>
                  <a:pt x="195929" y="46251"/>
                </a:cubicBezTo>
                <a:cubicBezTo>
                  <a:pt x="193616" y="47850"/>
                  <a:pt x="192448" y="49315"/>
                  <a:pt x="192426" y="50669"/>
                </a:cubicBezTo>
                <a:cubicBezTo>
                  <a:pt x="192411" y="51785"/>
                  <a:pt x="192017" y="53406"/>
                  <a:pt x="191556" y="54269"/>
                </a:cubicBezTo>
                <a:cubicBezTo>
                  <a:pt x="190753" y="55764"/>
                  <a:pt x="190901" y="55772"/>
                  <a:pt x="194553" y="54455"/>
                </a:cubicBezTo>
                <a:cubicBezTo>
                  <a:pt x="197893" y="53258"/>
                  <a:pt x="198384" y="52759"/>
                  <a:pt x="198317" y="50602"/>
                </a:cubicBezTo>
                <a:cubicBezTo>
                  <a:pt x="198213" y="46719"/>
                  <a:pt x="200013" y="45566"/>
                  <a:pt x="202036" y="48207"/>
                </a:cubicBezTo>
                <a:cubicBezTo>
                  <a:pt x="204037" y="50810"/>
                  <a:pt x="205495" y="56850"/>
                  <a:pt x="204573" y="58717"/>
                </a:cubicBezTo>
                <a:cubicBezTo>
                  <a:pt x="204216" y="59446"/>
                  <a:pt x="204461" y="61023"/>
                  <a:pt x="205123" y="62213"/>
                </a:cubicBezTo>
                <a:cubicBezTo>
                  <a:pt x="206283" y="64303"/>
                  <a:pt x="206328" y="64222"/>
                  <a:pt x="206358" y="60168"/>
                </a:cubicBezTo>
                <a:cubicBezTo>
                  <a:pt x="206380" y="56731"/>
                  <a:pt x="206655" y="56002"/>
                  <a:pt x="207823" y="56233"/>
                </a:cubicBezTo>
                <a:cubicBezTo>
                  <a:pt x="210382" y="56739"/>
                  <a:pt x="212866" y="61112"/>
                  <a:pt x="213037" y="65412"/>
                </a:cubicBezTo>
                <a:cubicBezTo>
                  <a:pt x="213141" y="67889"/>
                  <a:pt x="213692" y="69733"/>
                  <a:pt x="214458" y="70165"/>
                </a:cubicBezTo>
                <a:cubicBezTo>
                  <a:pt x="216042" y="71050"/>
                  <a:pt x="216132" y="69651"/>
                  <a:pt x="214971" y="62466"/>
                </a:cubicBezTo>
                <a:cubicBezTo>
                  <a:pt x="214257" y="58025"/>
                  <a:pt x="213774" y="57006"/>
                  <a:pt x="212301" y="56783"/>
                </a:cubicBezTo>
                <a:cubicBezTo>
                  <a:pt x="208336" y="56188"/>
                  <a:pt x="203026" y="46065"/>
                  <a:pt x="206112" y="44971"/>
                </a:cubicBezTo>
                <a:cubicBezTo>
                  <a:pt x="206678" y="44771"/>
                  <a:pt x="208745" y="46050"/>
                  <a:pt x="210702" y="47820"/>
                </a:cubicBezTo>
                <a:cubicBezTo>
                  <a:pt x="214198" y="50982"/>
                  <a:pt x="214257" y="50996"/>
                  <a:pt x="214257" y="48876"/>
                </a:cubicBezTo>
                <a:cubicBezTo>
                  <a:pt x="214257" y="47686"/>
                  <a:pt x="213290" y="45671"/>
                  <a:pt x="212115" y="44399"/>
                </a:cubicBezTo>
                <a:cubicBezTo>
                  <a:pt x="209928" y="42041"/>
                  <a:pt x="208388" y="36812"/>
                  <a:pt x="209393" y="35183"/>
                </a:cubicBezTo>
                <a:cubicBezTo>
                  <a:pt x="210360" y="33621"/>
                  <a:pt x="212532" y="35198"/>
                  <a:pt x="214369" y="38798"/>
                </a:cubicBezTo>
                <a:lnTo>
                  <a:pt x="216146" y="42294"/>
                </a:lnTo>
                <a:lnTo>
                  <a:pt x="218966" y="39564"/>
                </a:lnTo>
                <a:cubicBezTo>
                  <a:pt x="223681" y="34989"/>
                  <a:pt x="225809" y="36351"/>
                  <a:pt x="223220" y="42294"/>
                </a:cubicBezTo>
                <a:cubicBezTo>
                  <a:pt x="221941" y="45209"/>
                  <a:pt x="221770" y="46645"/>
                  <a:pt x="222432" y="48899"/>
                </a:cubicBezTo>
                <a:lnTo>
                  <a:pt x="223280" y="51770"/>
                </a:lnTo>
                <a:lnTo>
                  <a:pt x="225548" y="49613"/>
                </a:lnTo>
                <a:cubicBezTo>
                  <a:pt x="228315" y="46987"/>
                  <a:pt x="232622" y="45685"/>
                  <a:pt x="232622" y="47478"/>
                </a:cubicBezTo>
                <a:cubicBezTo>
                  <a:pt x="232622" y="48148"/>
                  <a:pt x="232012" y="49568"/>
                  <a:pt x="231261" y="50639"/>
                </a:cubicBezTo>
                <a:cubicBezTo>
                  <a:pt x="230510" y="51710"/>
                  <a:pt x="230101" y="52915"/>
                  <a:pt x="230353" y="53317"/>
                </a:cubicBezTo>
                <a:cubicBezTo>
                  <a:pt x="230599" y="53719"/>
                  <a:pt x="230896" y="56575"/>
                  <a:pt x="231015" y="59654"/>
                </a:cubicBezTo>
                <a:lnTo>
                  <a:pt x="231224" y="65263"/>
                </a:lnTo>
                <a:lnTo>
                  <a:pt x="234764" y="65471"/>
                </a:lnTo>
                <a:cubicBezTo>
                  <a:pt x="242418" y="65925"/>
                  <a:pt x="245765" y="69503"/>
                  <a:pt x="240060" y="71132"/>
                </a:cubicBezTo>
                <a:cubicBezTo>
                  <a:pt x="236988" y="72009"/>
                  <a:pt x="231053" y="71310"/>
                  <a:pt x="229305" y="69860"/>
                </a:cubicBezTo>
                <a:cubicBezTo>
                  <a:pt x="228345" y="69056"/>
                  <a:pt x="227735" y="69302"/>
                  <a:pt x="226441" y="70990"/>
                </a:cubicBezTo>
                <a:cubicBezTo>
                  <a:pt x="225533" y="72166"/>
                  <a:pt x="224782" y="73326"/>
                  <a:pt x="224775" y="73571"/>
                </a:cubicBezTo>
                <a:cubicBezTo>
                  <a:pt x="224760" y="73809"/>
                  <a:pt x="227014" y="73899"/>
                  <a:pt x="229781" y="73765"/>
                </a:cubicBezTo>
                <a:cubicBezTo>
                  <a:pt x="232548" y="73631"/>
                  <a:pt x="235359" y="73884"/>
                  <a:pt x="236029" y="74330"/>
                </a:cubicBezTo>
                <a:cubicBezTo>
                  <a:pt x="238089" y="75699"/>
                  <a:pt x="236378" y="77878"/>
                  <a:pt x="232436" y="78934"/>
                </a:cubicBezTo>
                <a:lnTo>
                  <a:pt x="228687" y="79938"/>
                </a:lnTo>
                <a:lnTo>
                  <a:pt x="228687" y="84625"/>
                </a:lnTo>
                <a:cubicBezTo>
                  <a:pt x="228687" y="87198"/>
                  <a:pt x="228806" y="89311"/>
                  <a:pt x="228955" y="89311"/>
                </a:cubicBezTo>
                <a:cubicBezTo>
                  <a:pt x="229104" y="89311"/>
                  <a:pt x="230353" y="88076"/>
                  <a:pt x="231730" y="86573"/>
                </a:cubicBezTo>
                <a:cubicBezTo>
                  <a:pt x="234422" y="83620"/>
                  <a:pt x="241979" y="80972"/>
                  <a:pt x="243534" y="82430"/>
                </a:cubicBezTo>
                <a:cubicBezTo>
                  <a:pt x="245617" y="84387"/>
                  <a:pt x="238513" y="90181"/>
                  <a:pt x="234028" y="90188"/>
                </a:cubicBezTo>
                <a:cubicBezTo>
                  <a:pt x="232429" y="90196"/>
                  <a:pt x="230234" y="91088"/>
                  <a:pt x="228687" y="92368"/>
                </a:cubicBezTo>
                <a:lnTo>
                  <a:pt x="226069" y="94540"/>
                </a:lnTo>
                <a:lnTo>
                  <a:pt x="229320" y="93238"/>
                </a:lnTo>
                <a:cubicBezTo>
                  <a:pt x="233775" y="91453"/>
                  <a:pt x="237211" y="91512"/>
                  <a:pt x="236840" y="93372"/>
                </a:cubicBezTo>
                <a:cubicBezTo>
                  <a:pt x="236378" y="95715"/>
                  <a:pt x="230398" y="99977"/>
                  <a:pt x="227229" y="100222"/>
                </a:cubicBezTo>
                <a:cubicBezTo>
                  <a:pt x="225288" y="100379"/>
                  <a:pt x="224217" y="100959"/>
                  <a:pt x="224016" y="101963"/>
                </a:cubicBezTo>
                <a:cubicBezTo>
                  <a:pt x="223763" y="103250"/>
                  <a:pt x="224150" y="103384"/>
                  <a:pt x="226605" y="102841"/>
                </a:cubicBezTo>
                <a:cubicBezTo>
                  <a:pt x="228196" y="102491"/>
                  <a:pt x="231179" y="101487"/>
                  <a:pt x="233247" y="100602"/>
                </a:cubicBezTo>
                <a:cubicBezTo>
                  <a:pt x="236111" y="99375"/>
                  <a:pt x="236996" y="98519"/>
                  <a:pt x="236996" y="96987"/>
                </a:cubicBezTo>
                <a:cubicBezTo>
                  <a:pt x="236996" y="93409"/>
                  <a:pt x="244903" y="86373"/>
                  <a:pt x="246792" y="88262"/>
                </a:cubicBezTo>
                <a:cubicBezTo>
                  <a:pt x="247491" y="88961"/>
                  <a:pt x="247156" y="90434"/>
                  <a:pt x="245565" y="93662"/>
                </a:cubicBezTo>
                <a:cubicBezTo>
                  <a:pt x="243452" y="97924"/>
                  <a:pt x="243437" y="98073"/>
                  <a:pt x="245155" y="97530"/>
                </a:cubicBezTo>
                <a:cubicBezTo>
                  <a:pt x="246137" y="97217"/>
                  <a:pt x="248168" y="95663"/>
                  <a:pt x="249670" y="94071"/>
                </a:cubicBezTo>
                <a:cubicBezTo>
                  <a:pt x="252289" y="91297"/>
                  <a:pt x="256603" y="89392"/>
                  <a:pt x="257733" y="90516"/>
                </a:cubicBezTo>
                <a:cubicBezTo>
                  <a:pt x="258723" y="91505"/>
                  <a:pt x="256290" y="95447"/>
                  <a:pt x="254066" y="96459"/>
                </a:cubicBezTo>
                <a:cubicBezTo>
                  <a:pt x="251456" y="97649"/>
                  <a:pt x="251255" y="98623"/>
                  <a:pt x="253471" y="99322"/>
                </a:cubicBezTo>
                <a:cubicBezTo>
                  <a:pt x="254364" y="99605"/>
                  <a:pt x="256023" y="100832"/>
                  <a:pt x="257168" y="102052"/>
                </a:cubicBezTo>
                <a:cubicBezTo>
                  <a:pt x="258886" y="103882"/>
                  <a:pt x="259035" y="104403"/>
                  <a:pt x="258001" y="105042"/>
                </a:cubicBezTo>
                <a:cubicBezTo>
                  <a:pt x="256677" y="105861"/>
                  <a:pt x="252445" y="105325"/>
                  <a:pt x="249894" y="104023"/>
                </a:cubicBezTo>
                <a:cubicBezTo>
                  <a:pt x="248912" y="103518"/>
                  <a:pt x="248369" y="103570"/>
                  <a:pt x="248369" y="104172"/>
                </a:cubicBezTo>
                <a:cubicBezTo>
                  <a:pt x="248369" y="104678"/>
                  <a:pt x="247409" y="105459"/>
                  <a:pt x="246241" y="105905"/>
                </a:cubicBezTo>
                <a:lnTo>
                  <a:pt x="244114" y="106716"/>
                </a:lnTo>
                <a:lnTo>
                  <a:pt x="247692" y="110294"/>
                </a:lnTo>
                <a:cubicBezTo>
                  <a:pt x="251671" y="114273"/>
                  <a:pt x="251359" y="116401"/>
                  <a:pt x="247008" y="114950"/>
                </a:cubicBezTo>
                <a:cubicBezTo>
                  <a:pt x="244769" y="114199"/>
                  <a:pt x="238640" y="115590"/>
                  <a:pt x="235545" y="117539"/>
                </a:cubicBezTo>
                <a:cubicBezTo>
                  <a:pt x="234987" y="117888"/>
                  <a:pt x="234006" y="117970"/>
                  <a:pt x="233358" y="117725"/>
                </a:cubicBezTo>
                <a:cubicBezTo>
                  <a:pt x="232444" y="117368"/>
                  <a:pt x="232243" y="118461"/>
                  <a:pt x="232429" y="122753"/>
                </a:cubicBezTo>
                <a:cubicBezTo>
                  <a:pt x="232682" y="128480"/>
                  <a:pt x="231811" y="131091"/>
                  <a:pt x="230011" y="129983"/>
                </a:cubicBezTo>
                <a:cubicBezTo>
                  <a:pt x="227319" y="128317"/>
                  <a:pt x="225281" y="118156"/>
                  <a:pt x="227378" y="116862"/>
                </a:cubicBezTo>
                <a:cubicBezTo>
                  <a:pt x="228955" y="115887"/>
                  <a:pt x="228301" y="114980"/>
                  <a:pt x="225362" y="114080"/>
                </a:cubicBezTo>
                <a:lnTo>
                  <a:pt x="222469" y="113187"/>
                </a:lnTo>
                <a:lnTo>
                  <a:pt x="223704" y="118052"/>
                </a:lnTo>
                <a:cubicBezTo>
                  <a:pt x="224626" y="121682"/>
                  <a:pt x="224700" y="123303"/>
                  <a:pt x="223971" y="124464"/>
                </a:cubicBezTo>
                <a:cubicBezTo>
                  <a:pt x="223443" y="125319"/>
                  <a:pt x="223005" y="127119"/>
                  <a:pt x="223005" y="128465"/>
                </a:cubicBezTo>
                <a:cubicBezTo>
                  <a:pt x="223005" y="129819"/>
                  <a:pt x="222276" y="132348"/>
                  <a:pt x="221383" y="134096"/>
                </a:cubicBezTo>
                <a:lnTo>
                  <a:pt x="219769" y="137265"/>
                </a:lnTo>
                <a:lnTo>
                  <a:pt x="221881" y="136461"/>
                </a:lnTo>
                <a:cubicBezTo>
                  <a:pt x="224760" y="135368"/>
                  <a:pt x="230644" y="135450"/>
                  <a:pt x="231350" y="136588"/>
                </a:cubicBezTo>
                <a:cubicBezTo>
                  <a:pt x="232228" y="138009"/>
                  <a:pt x="229215" y="140813"/>
                  <a:pt x="225667" y="141876"/>
                </a:cubicBezTo>
                <a:cubicBezTo>
                  <a:pt x="223466" y="142531"/>
                  <a:pt x="222447" y="143372"/>
                  <a:pt x="222357" y="144591"/>
                </a:cubicBezTo>
                <a:cubicBezTo>
                  <a:pt x="222283" y="145558"/>
                  <a:pt x="221621" y="147016"/>
                  <a:pt x="220892" y="147820"/>
                </a:cubicBezTo>
                <a:cubicBezTo>
                  <a:pt x="219657" y="149188"/>
                  <a:pt x="219925" y="149307"/>
                  <a:pt x="224470" y="149411"/>
                </a:cubicBezTo>
                <a:cubicBezTo>
                  <a:pt x="231997" y="149590"/>
                  <a:pt x="234407" y="153168"/>
                  <a:pt x="227824" y="154402"/>
                </a:cubicBezTo>
                <a:cubicBezTo>
                  <a:pt x="226024" y="154745"/>
                  <a:pt x="224752" y="155496"/>
                  <a:pt x="224752" y="156225"/>
                </a:cubicBezTo>
                <a:cubicBezTo>
                  <a:pt x="224752" y="156902"/>
                  <a:pt x="223570" y="158806"/>
                  <a:pt x="222127" y="160450"/>
                </a:cubicBezTo>
                <a:cubicBezTo>
                  <a:pt x="220684" y="162094"/>
                  <a:pt x="219509" y="163856"/>
                  <a:pt x="219509" y="164355"/>
                </a:cubicBezTo>
                <a:cubicBezTo>
                  <a:pt x="219509" y="164861"/>
                  <a:pt x="218780" y="165508"/>
                  <a:pt x="217887" y="165790"/>
                </a:cubicBezTo>
                <a:cubicBezTo>
                  <a:pt x="216481" y="166237"/>
                  <a:pt x="216749" y="166809"/>
                  <a:pt x="219992" y="170305"/>
                </a:cubicBezTo>
                <a:cubicBezTo>
                  <a:pt x="222045" y="172500"/>
                  <a:pt x="224381" y="175088"/>
                  <a:pt x="225184" y="176040"/>
                </a:cubicBezTo>
                <a:cubicBezTo>
                  <a:pt x="227140" y="178368"/>
                  <a:pt x="227929" y="177416"/>
                  <a:pt x="226158" y="174880"/>
                </a:cubicBezTo>
                <a:cubicBezTo>
                  <a:pt x="224343" y="172291"/>
                  <a:pt x="224195" y="163648"/>
                  <a:pt x="225957" y="163648"/>
                </a:cubicBezTo>
                <a:cubicBezTo>
                  <a:pt x="227802" y="163648"/>
                  <a:pt x="229111" y="165701"/>
                  <a:pt x="229937" y="169896"/>
                </a:cubicBezTo>
                <a:cubicBezTo>
                  <a:pt x="230346" y="171986"/>
                  <a:pt x="230725" y="173214"/>
                  <a:pt x="230777" y="172611"/>
                </a:cubicBezTo>
                <a:cubicBezTo>
                  <a:pt x="230829" y="172009"/>
                  <a:pt x="231454" y="171518"/>
                  <a:pt x="232168" y="171518"/>
                </a:cubicBezTo>
                <a:cubicBezTo>
                  <a:pt x="234035" y="171518"/>
                  <a:pt x="236125" y="176115"/>
                  <a:pt x="236125" y="180220"/>
                </a:cubicBezTo>
                <a:cubicBezTo>
                  <a:pt x="236125" y="182169"/>
                  <a:pt x="236520" y="183761"/>
                  <a:pt x="236996" y="183761"/>
                </a:cubicBezTo>
                <a:cubicBezTo>
                  <a:pt x="237978" y="183761"/>
                  <a:pt x="238111" y="180525"/>
                  <a:pt x="237323" y="175743"/>
                </a:cubicBezTo>
                <a:cubicBezTo>
                  <a:pt x="236981" y="173660"/>
                  <a:pt x="236230" y="172395"/>
                  <a:pt x="235188" y="172120"/>
                </a:cubicBezTo>
                <a:cubicBezTo>
                  <a:pt x="233158" y="171592"/>
                  <a:pt x="229892" y="166370"/>
                  <a:pt x="230205" y="164154"/>
                </a:cubicBezTo>
                <a:cubicBezTo>
                  <a:pt x="230577" y="161469"/>
                  <a:pt x="232414" y="161551"/>
                  <a:pt x="235240" y="164384"/>
                </a:cubicBezTo>
                <a:cubicBezTo>
                  <a:pt x="237435" y="166579"/>
                  <a:pt x="237873" y="166742"/>
                  <a:pt x="237873" y="165389"/>
                </a:cubicBezTo>
                <a:cubicBezTo>
                  <a:pt x="237873" y="164496"/>
                  <a:pt x="237234" y="163127"/>
                  <a:pt x="236445" y="162346"/>
                </a:cubicBezTo>
                <a:cubicBezTo>
                  <a:pt x="235664" y="161565"/>
                  <a:pt x="234824" y="159170"/>
                  <a:pt x="234586" y="157036"/>
                </a:cubicBezTo>
                <a:cubicBezTo>
                  <a:pt x="234221" y="153837"/>
                  <a:pt x="234400" y="153153"/>
                  <a:pt x="235583" y="153153"/>
                </a:cubicBezTo>
                <a:cubicBezTo>
                  <a:pt x="236378" y="153153"/>
                  <a:pt x="237673" y="154507"/>
                  <a:pt x="238469" y="156173"/>
                </a:cubicBezTo>
                <a:lnTo>
                  <a:pt x="239904" y="159193"/>
                </a:lnTo>
                <a:lnTo>
                  <a:pt x="242463" y="157036"/>
                </a:lnTo>
                <a:cubicBezTo>
                  <a:pt x="246375" y="153748"/>
                  <a:pt x="247960" y="155883"/>
                  <a:pt x="245349" y="160933"/>
                </a:cubicBezTo>
                <a:cubicBezTo>
                  <a:pt x="244657" y="162279"/>
                  <a:pt x="244293" y="164176"/>
                  <a:pt x="244553" y="165151"/>
                </a:cubicBezTo>
                <a:cubicBezTo>
                  <a:pt x="245014" y="166921"/>
                  <a:pt x="245014" y="166921"/>
                  <a:pt x="248376" y="165076"/>
                </a:cubicBezTo>
                <a:cubicBezTo>
                  <a:pt x="252311" y="162919"/>
                  <a:pt x="253494" y="163551"/>
                  <a:pt x="251850" y="166921"/>
                </a:cubicBezTo>
                <a:cubicBezTo>
                  <a:pt x="251210" y="168245"/>
                  <a:pt x="250734" y="169554"/>
                  <a:pt x="250786" y="169837"/>
                </a:cubicBezTo>
                <a:cubicBezTo>
                  <a:pt x="250846" y="170112"/>
                  <a:pt x="250980" y="172388"/>
                  <a:pt x="251099" y="174887"/>
                </a:cubicBezTo>
                <a:cubicBezTo>
                  <a:pt x="251285" y="178993"/>
                  <a:pt x="251523" y="179477"/>
                  <a:pt x="253553" y="179908"/>
                </a:cubicBezTo>
                <a:cubicBezTo>
                  <a:pt x="257495" y="180741"/>
                  <a:pt x="259734" y="181939"/>
                  <a:pt x="259734" y="183211"/>
                </a:cubicBezTo>
                <a:cubicBezTo>
                  <a:pt x="259734" y="185747"/>
                  <a:pt x="251753" y="186476"/>
                  <a:pt x="249209" y="184170"/>
                </a:cubicBezTo>
                <a:cubicBezTo>
                  <a:pt x="247863" y="182950"/>
                  <a:pt x="247603" y="183017"/>
                  <a:pt x="246390" y="184877"/>
                </a:cubicBezTo>
                <a:lnTo>
                  <a:pt x="245044" y="186930"/>
                </a:lnTo>
                <a:lnTo>
                  <a:pt x="249373" y="186989"/>
                </a:lnTo>
                <a:cubicBezTo>
                  <a:pt x="251753" y="187026"/>
                  <a:pt x="253940" y="187294"/>
                  <a:pt x="254237" y="187592"/>
                </a:cubicBezTo>
                <a:cubicBezTo>
                  <a:pt x="255628" y="188983"/>
                  <a:pt x="252326" y="195789"/>
                  <a:pt x="248495" y="199411"/>
                </a:cubicBezTo>
                <a:cubicBezTo>
                  <a:pt x="246256" y="201531"/>
                  <a:pt x="245483" y="202587"/>
                  <a:pt x="246762" y="201762"/>
                </a:cubicBezTo>
                <a:cubicBezTo>
                  <a:pt x="248049" y="200943"/>
                  <a:pt x="249775" y="200393"/>
                  <a:pt x="250608" y="200542"/>
                </a:cubicBezTo>
                <a:cubicBezTo>
                  <a:pt x="251634" y="200728"/>
                  <a:pt x="252415" y="199924"/>
                  <a:pt x="253077" y="197998"/>
                </a:cubicBezTo>
                <a:cubicBezTo>
                  <a:pt x="253613" y="196451"/>
                  <a:pt x="254699" y="194539"/>
                  <a:pt x="255495" y="193743"/>
                </a:cubicBezTo>
                <a:cubicBezTo>
                  <a:pt x="256841" y="192404"/>
                  <a:pt x="257012" y="192441"/>
                  <a:pt x="257986" y="194256"/>
                </a:cubicBezTo>
                <a:cubicBezTo>
                  <a:pt x="258559" y="195327"/>
                  <a:pt x="258864" y="197336"/>
                  <a:pt x="258656" y="198727"/>
                </a:cubicBezTo>
                <a:cubicBezTo>
                  <a:pt x="258306" y="201114"/>
                  <a:pt x="258373" y="201174"/>
                  <a:pt x="259883" y="199798"/>
                </a:cubicBezTo>
                <a:cubicBezTo>
                  <a:pt x="260768" y="199009"/>
                  <a:pt x="261482" y="197492"/>
                  <a:pt x="261482" y="196436"/>
                </a:cubicBezTo>
                <a:cubicBezTo>
                  <a:pt x="261482" y="194427"/>
                  <a:pt x="265097" y="189883"/>
                  <a:pt x="266689" y="189883"/>
                </a:cubicBezTo>
                <a:cubicBezTo>
                  <a:pt x="268080" y="189883"/>
                  <a:pt x="267782" y="194487"/>
                  <a:pt x="266243" y="196681"/>
                </a:cubicBezTo>
                <a:cubicBezTo>
                  <a:pt x="264896" y="198608"/>
                  <a:pt x="264926" y="198630"/>
                  <a:pt x="268868" y="198630"/>
                </a:cubicBezTo>
                <a:cubicBezTo>
                  <a:pt x="272178" y="198630"/>
                  <a:pt x="272855" y="198905"/>
                  <a:pt x="272855" y="200259"/>
                </a:cubicBezTo>
                <a:cubicBezTo>
                  <a:pt x="272855" y="201434"/>
                  <a:pt x="271807" y="202193"/>
                  <a:pt x="269136" y="202952"/>
                </a:cubicBezTo>
                <a:cubicBezTo>
                  <a:pt x="267091" y="203532"/>
                  <a:pt x="264710" y="204960"/>
                  <a:pt x="263848" y="206128"/>
                </a:cubicBezTo>
                <a:cubicBezTo>
                  <a:pt x="262278" y="208248"/>
                  <a:pt x="262278" y="208248"/>
                  <a:pt x="264844" y="208248"/>
                </a:cubicBezTo>
                <a:cubicBezTo>
                  <a:pt x="266258" y="208248"/>
                  <a:pt x="268340" y="209006"/>
                  <a:pt x="269478" y="209929"/>
                </a:cubicBezTo>
                <a:lnTo>
                  <a:pt x="271539" y="211610"/>
                </a:lnTo>
                <a:lnTo>
                  <a:pt x="269352" y="212428"/>
                </a:lnTo>
                <a:cubicBezTo>
                  <a:pt x="268154" y="212874"/>
                  <a:pt x="266726" y="213395"/>
                  <a:pt x="266191" y="213588"/>
                </a:cubicBezTo>
                <a:cubicBezTo>
                  <a:pt x="265648" y="213774"/>
                  <a:pt x="263461" y="215492"/>
                  <a:pt x="261326" y="217397"/>
                </a:cubicBezTo>
                <a:lnTo>
                  <a:pt x="257443" y="220870"/>
                </a:lnTo>
                <a:lnTo>
                  <a:pt x="259548" y="224634"/>
                </a:lnTo>
                <a:cubicBezTo>
                  <a:pt x="261698" y="228480"/>
                  <a:pt x="261646" y="230986"/>
                  <a:pt x="259414" y="230986"/>
                </a:cubicBezTo>
                <a:cubicBezTo>
                  <a:pt x="257666" y="230986"/>
                  <a:pt x="252735" y="225155"/>
                  <a:pt x="252735" y="223087"/>
                </a:cubicBezTo>
                <a:cubicBezTo>
                  <a:pt x="252735" y="221733"/>
                  <a:pt x="252140" y="221361"/>
                  <a:pt x="249953" y="221361"/>
                </a:cubicBezTo>
                <a:lnTo>
                  <a:pt x="247164" y="221361"/>
                </a:lnTo>
                <a:lnTo>
                  <a:pt x="249410" y="223771"/>
                </a:lnTo>
                <a:cubicBezTo>
                  <a:pt x="253732" y="228405"/>
                  <a:pt x="254252" y="230986"/>
                  <a:pt x="250875" y="230986"/>
                </a:cubicBezTo>
                <a:cubicBezTo>
                  <a:pt x="248897" y="230986"/>
                  <a:pt x="243117" y="225988"/>
                  <a:pt x="243117" y="224284"/>
                </a:cubicBezTo>
                <a:cubicBezTo>
                  <a:pt x="243117" y="223340"/>
                  <a:pt x="242217" y="223079"/>
                  <a:pt x="239569" y="223280"/>
                </a:cubicBezTo>
                <a:cubicBezTo>
                  <a:pt x="236133" y="223541"/>
                  <a:pt x="235954" y="223712"/>
                  <a:pt x="233954" y="228643"/>
                </a:cubicBezTo>
                <a:cubicBezTo>
                  <a:pt x="232332" y="232660"/>
                  <a:pt x="232176" y="233634"/>
                  <a:pt x="233217" y="233233"/>
                </a:cubicBezTo>
                <a:cubicBezTo>
                  <a:pt x="236371" y="232020"/>
                  <a:pt x="238595" y="231782"/>
                  <a:pt x="239093" y="232585"/>
                </a:cubicBezTo>
                <a:cubicBezTo>
                  <a:pt x="240038" y="234118"/>
                  <a:pt x="235255" y="238789"/>
                  <a:pt x="231789" y="239719"/>
                </a:cubicBezTo>
                <a:cubicBezTo>
                  <a:pt x="229952" y="240210"/>
                  <a:pt x="227943" y="241229"/>
                  <a:pt x="227319" y="241980"/>
                </a:cubicBezTo>
                <a:cubicBezTo>
                  <a:pt x="226374" y="243125"/>
                  <a:pt x="226709" y="243103"/>
                  <a:pt x="229416" y="241809"/>
                </a:cubicBezTo>
                <a:cubicBezTo>
                  <a:pt x="231722" y="240708"/>
                  <a:pt x="232912" y="240544"/>
                  <a:pt x="233582" y="241214"/>
                </a:cubicBezTo>
                <a:cubicBezTo>
                  <a:pt x="234259" y="241891"/>
                  <a:pt x="235359" y="241251"/>
                  <a:pt x="237457" y="238975"/>
                </a:cubicBezTo>
                <a:cubicBezTo>
                  <a:pt x="239763" y="236476"/>
                  <a:pt x="240611" y="236022"/>
                  <a:pt x="241459" y="236855"/>
                </a:cubicBezTo>
                <a:cubicBezTo>
                  <a:pt x="242307" y="237696"/>
                  <a:pt x="242247" y="238648"/>
                  <a:pt x="241169" y="241400"/>
                </a:cubicBezTo>
                <a:cubicBezTo>
                  <a:pt x="239845" y="244769"/>
                  <a:pt x="239852" y="244844"/>
                  <a:pt x="241459" y="243847"/>
                </a:cubicBezTo>
                <a:cubicBezTo>
                  <a:pt x="242374" y="243274"/>
                  <a:pt x="243117" y="242560"/>
                  <a:pt x="243117" y="242263"/>
                </a:cubicBezTo>
                <a:cubicBezTo>
                  <a:pt x="243117" y="241020"/>
                  <a:pt x="247856" y="237108"/>
                  <a:pt x="249358" y="237108"/>
                </a:cubicBezTo>
                <a:cubicBezTo>
                  <a:pt x="251485" y="237108"/>
                  <a:pt x="251426" y="238938"/>
                  <a:pt x="249209" y="241749"/>
                </a:cubicBezTo>
                <a:cubicBezTo>
                  <a:pt x="247506" y="243921"/>
                  <a:pt x="247498" y="244048"/>
                  <a:pt x="249038" y="244873"/>
                </a:cubicBezTo>
                <a:cubicBezTo>
                  <a:pt x="250295" y="245543"/>
                  <a:pt x="250898" y="245327"/>
                  <a:pt x="251805" y="243877"/>
                </a:cubicBezTo>
                <a:cubicBezTo>
                  <a:pt x="252928" y="242077"/>
                  <a:pt x="252995" y="242069"/>
                  <a:pt x="254163" y="243668"/>
                </a:cubicBezTo>
                <a:cubicBezTo>
                  <a:pt x="254818" y="244568"/>
                  <a:pt x="255361" y="246212"/>
                  <a:pt x="255361" y="247313"/>
                </a:cubicBezTo>
                <a:cubicBezTo>
                  <a:pt x="255361" y="249307"/>
                  <a:pt x="255390" y="249307"/>
                  <a:pt x="258433" y="247856"/>
                </a:cubicBezTo>
                <a:cubicBezTo>
                  <a:pt x="262836" y="245759"/>
                  <a:pt x="264071" y="247343"/>
                  <a:pt x="260939" y="251062"/>
                </a:cubicBezTo>
                <a:cubicBezTo>
                  <a:pt x="259630" y="252624"/>
                  <a:pt x="258455" y="254803"/>
                  <a:pt x="258336" y="255904"/>
                </a:cubicBezTo>
                <a:cubicBezTo>
                  <a:pt x="258128" y="257883"/>
                  <a:pt x="258157" y="257890"/>
                  <a:pt x="261586" y="256544"/>
                </a:cubicBezTo>
                <a:cubicBezTo>
                  <a:pt x="264331" y="255465"/>
                  <a:pt x="265261" y="255406"/>
                  <a:pt x="266109" y="256261"/>
                </a:cubicBezTo>
                <a:cubicBezTo>
                  <a:pt x="266942" y="257117"/>
                  <a:pt x="266786" y="257660"/>
                  <a:pt x="265372" y="258813"/>
                </a:cubicBezTo>
                <a:cubicBezTo>
                  <a:pt x="264383" y="259623"/>
                  <a:pt x="262985" y="262405"/>
                  <a:pt x="262263" y="265009"/>
                </a:cubicBezTo>
                <a:lnTo>
                  <a:pt x="260947" y="269732"/>
                </a:lnTo>
                <a:lnTo>
                  <a:pt x="265707" y="272239"/>
                </a:lnTo>
                <a:lnTo>
                  <a:pt x="270475" y="274745"/>
                </a:lnTo>
                <a:lnTo>
                  <a:pt x="274804" y="272588"/>
                </a:lnTo>
                <a:lnTo>
                  <a:pt x="279133" y="270431"/>
                </a:lnTo>
                <a:lnTo>
                  <a:pt x="276143" y="269181"/>
                </a:lnTo>
                <a:cubicBezTo>
                  <a:pt x="273011" y="267872"/>
                  <a:pt x="269352" y="263960"/>
                  <a:pt x="269352" y="261914"/>
                </a:cubicBezTo>
                <a:cubicBezTo>
                  <a:pt x="269352" y="260360"/>
                  <a:pt x="270921" y="260404"/>
                  <a:pt x="274075" y="262048"/>
                </a:cubicBezTo>
                <a:cubicBezTo>
                  <a:pt x="277251" y="263707"/>
                  <a:pt x="278114" y="263030"/>
                  <a:pt x="275511" y="260925"/>
                </a:cubicBezTo>
                <a:cubicBezTo>
                  <a:pt x="274164" y="259832"/>
                  <a:pt x="273406" y="258046"/>
                  <a:pt x="273086" y="255220"/>
                </a:cubicBezTo>
                <a:cubicBezTo>
                  <a:pt x="272833" y="252951"/>
                  <a:pt x="272900" y="251099"/>
                  <a:pt x="273235" y="251099"/>
                </a:cubicBezTo>
                <a:cubicBezTo>
                  <a:pt x="274908" y="251099"/>
                  <a:pt x="277103" y="253063"/>
                  <a:pt x="278084" y="255428"/>
                </a:cubicBezTo>
                <a:cubicBezTo>
                  <a:pt x="279215" y="258165"/>
                  <a:pt x="280725" y="258262"/>
                  <a:pt x="280725" y="255592"/>
                </a:cubicBezTo>
                <a:cubicBezTo>
                  <a:pt x="280725" y="253331"/>
                  <a:pt x="286415" y="248124"/>
                  <a:pt x="288163" y="248793"/>
                </a:cubicBezTo>
                <a:cubicBezTo>
                  <a:pt x="289800" y="249426"/>
                  <a:pt x="289264" y="252289"/>
                  <a:pt x="287018" y="254841"/>
                </a:cubicBezTo>
                <a:cubicBezTo>
                  <a:pt x="285783" y="256254"/>
                  <a:pt x="285783" y="256529"/>
                  <a:pt x="287010" y="257764"/>
                </a:cubicBezTo>
                <a:cubicBezTo>
                  <a:pt x="288245" y="258991"/>
                  <a:pt x="288423" y="258827"/>
                  <a:pt x="288944" y="256075"/>
                </a:cubicBezTo>
                <a:cubicBezTo>
                  <a:pt x="290030" y="250281"/>
                  <a:pt x="293838" y="249567"/>
                  <a:pt x="293838" y="255160"/>
                </a:cubicBezTo>
                <a:cubicBezTo>
                  <a:pt x="293838" y="259155"/>
                  <a:pt x="295415" y="258642"/>
                  <a:pt x="296962" y="254141"/>
                </a:cubicBezTo>
                <a:cubicBezTo>
                  <a:pt x="298205" y="250534"/>
                  <a:pt x="300503" y="248169"/>
                  <a:pt x="301924" y="249046"/>
                </a:cubicBezTo>
                <a:cubicBezTo>
                  <a:pt x="302749" y="249552"/>
                  <a:pt x="302489" y="251969"/>
                  <a:pt x="301314" y="254759"/>
                </a:cubicBezTo>
                <a:cubicBezTo>
                  <a:pt x="300808" y="255971"/>
                  <a:pt x="301292" y="256284"/>
                  <a:pt x="304044" y="256507"/>
                </a:cubicBezTo>
                <a:cubicBezTo>
                  <a:pt x="308603" y="256879"/>
                  <a:pt x="308469" y="259036"/>
                  <a:pt x="303798" y="260650"/>
                </a:cubicBezTo>
                <a:cubicBezTo>
                  <a:pt x="301812" y="261334"/>
                  <a:pt x="299744" y="262614"/>
                  <a:pt x="299194" y="263491"/>
                </a:cubicBezTo>
                <a:cubicBezTo>
                  <a:pt x="298316" y="264897"/>
                  <a:pt x="298495" y="265090"/>
                  <a:pt x="300659" y="265090"/>
                </a:cubicBezTo>
                <a:cubicBezTo>
                  <a:pt x="303627" y="265090"/>
                  <a:pt x="306595" y="267062"/>
                  <a:pt x="305732" y="268460"/>
                </a:cubicBezTo>
                <a:cubicBezTo>
                  <a:pt x="305390" y="269010"/>
                  <a:pt x="304244" y="269472"/>
                  <a:pt x="303188" y="269486"/>
                </a:cubicBezTo>
                <a:cubicBezTo>
                  <a:pt x="302139" y="269501"/>
                  <a:pt x="299633" y="271011"/>
                  <a:pt x="297632" y="272856"/>
                </a:cubicBezTo>
                <a:lnTo>
                  <a:pt x="293980" y="276196"/>
                </a:lnTo>
                <a:lnTo>
                  <a:pt x="295653" y="278732"/>
                </a:lnTo>
                <a:cubicBezTo>
                  <a:pt x="297714" y="281856"/>
                  <a:pt x="297870" y="285203"/>
                  <a:pt x="295958" y="285203"/>
                </a:cubicBezTo>
                <a:cubicBezTo>
                  <a:pt x="293965" y="285203"/>
                  <a:pt x="289472" y="280406"/>
                  <a:pt x="289472" y="278278"/>
                </a:cubicBezTo>
                <a:cubicBezTo>
                  <a:pt x="289472" y="276902"/>
                  <a:pt x="288914" y="276463"/>
                  <a:pt x="287189" y="276463"/>
                </a:cubicBezTo>
                <a:lnTo>
                  <a:pt x="284913" y="276463"/>
                </a:lnTo>
                <a:lnTo>
                  <a:pt x="287628" y="279550"/>
                </a:lnTo>
                <a:cubicBezTo>
                  <a:pt x="289123" y="281254"/>
                  <a:pt x="290342" y="283031"/>
                  <a:pt x="290342" y="283515"/>
                </a:cubicBezTo>
                <a:cubicBezTo>
                  <a:pt x="290342" y="286260"/>
                  <a:pt x="283827" y="284370"/>
                  <a:pt x="281417" y="280934"/>
                </a:cubicBezTo>
                <a:cubicBezTo>
                  <a:pt x="280286" y="279320"/>
                  <a:pt x="280182" y="279335"/>
                  <a:pt x="277645" y="281358"/>
                </a:cubicBezTo>
                <a:cubicBezTo>
                  <a:pt x="275027" y="283455"/>
                  <a:pt x="275362" y="283835"/>
                  <a:pt x="279557" y="283500"/>
                </a:cubicBezTo>
                <a:cubicBezTo>
                  <a:pt x="282562" y="283262"/>
                  <a:pt x="288758" y="286788"/>
                  <a:pt x="288401" y="288528"/>
                </a:cubicBezTo>
                <a:cubicBezTo>
                  <a:pt x="287918" y="290938"/>
                  <a:pt x="281513" y="290365"/>
                  <a:pt x="277437" y="287539"/>
                </a:cubicBezTo>
                <a:cubicBezTo>
                  <a:pt x="275585" y="286252"/>
                  <a:pt x="273302" y="285211"/>
                  <a:pt x="272372" y="285218"/>
                </a:cubicBezTo>
                <a:cubicBezTo>
                  <a:pt x="271197" y="285233"/>
                  <a:pt x="271762" y="285850"/>
                  <a:pt x="274164" y="287212"/>
                </a:cubicBezTo>
                <a:cubicBezTo>
                  <a:pt x="278516" y="289681"/>
                  <a:pt x="278739" y="291660"/>
                  <a:pt x="274700" y="292047"/>
                </a:cubicBezTo>
                <a:cubicBezTo>
                  <a:pt x="270899" y="292411"/>
                  <a:pt x="268095" y="291697"/>
                  <a:pt x="266302" y="289897"/>
                </a:cubicBezTo>
                <a:cubicBezTo>
                  <a:pt x="265365" y="288967"/>
                  <a:pt x="264569" y="288766"/>
                  <a:pt x="264011" y="289324"/>
                </a:cubicBezTo>
                <a:cubicBezTo>
                  <a:pt x="262903" y="290432"/>
                  <a:pt x="264346" y="291615"/>
                  <a:pt x="269493" y="293824"/>
                </a:cubicBezTo>
                <a:cubicBezTo>
                  <a:pt x="273123" y="295379"/>
                  <a:pt x="273636" y="295416"/>
                  <a:pt x="274864" y="294189"/>
                </a:cubicBezTo>
                <a:cubicBezTo>
                  <a:pt x="276448" y="292604"/>
                  <a:pt x="284102" y="291749"/>
                  <a:pt x="285880" y="292947"/>
                </a:cubicBezTo>
                <a:cubicBezTo>
                  <a:pt x="287977" y="294367"/>
                  <a:pt x="286199" y="296517"/>
                  <a:pt x="282012" y="297640"/>
                </a:cubicBezTo>
                <a:cubicBezTo>
                  <a:pt x="278665" y="298533"/>
                  <a:pt x="278226" y="298875"/>
                  <a:pt x="279379" y="299723"/>
                </a:cubicBezTo>
                <a:cubicBezTo>
                  <a:pt x="280160" y="300288"/>
                  <a:pt x="282369" y="300548"/>
                  <a:pt x="284466" y="300310"/>
                </a:cubicBezTo>
                <a:cubicBezTo>
                  <a:pt x="287315" y="299991"/>
                  <a:pt x="288684" y="300303"/>
                  <a:pt x="290350" y="301657"/>
                </a:cubicBezTo>
                <a:cubicBezTo>
                  <a:pt x="293147" y="303918"/>
                  <a:pt x="292120" y="304885"/>
                  <a:pt x="286913" y="304885"/>
                </a:cubicBezTo>
                <a:lnTo>
                  <a:pt x="282756" y="304885"/>
                </a:lnTo>
                <a:lnTo>
                  <a:pt x="283529" y="308314"/>
                </a:lnTo>
                <a:cubicBezTo>
                  <a:pt x="284109" y="310902"/>
                  <a:pt x="283998" y="312040"/>
                  <a:pt x="283068" y="312970"/>
                </a:cubicBezTo>
                <a:cubicBezTo>
                  <a:pt x="281818" y="314220"/>
                  <a:pt x="280918" y="313491"/>
                  <a:pt x="277660" y="308559"/>
                </a:cubicBezTo>
                <a:cubicBezTo>
                  <a:pt x="277184" y="307830"/>
                  <a:pt x="275905" y="306975"/>
                  <a:pt x="274819" y="306655"/>
                </a:cubicBezTo>
                <a:cubicBezTo>
                  <a:pt x="273049" y="306134"/>
                  <a:pt x="272855" y="306373"/>
                  <a:pt x="272855" y="309125"/>
                </a:cubicBezTo>
                <a:cubicBezTo>
                  <a:pt x="272855" y="314688"/>
                  <a:pt x="270549" y="317009"/>
                  <a:pt x="268831" y="313178"/>
                </a:cubicBezTo>
                <a:cubicBezTo>
                  <a:pt x="268400" y="312212"/>
                  <a:pt x="265908" y="310144"/>
                  <a:pt x="263305" y="308574"/>
                </a:cubicBezTo>
                <a:lnTo>
                  <a:pt x="258567" y="305733"/>
                </a:lnTo>
                <a:lnTo>
                  <a:pt x="254907" y="309608"/>
                </a:lnTo>
                <a:cubicBezTo>
                  <a:pt x="252304" y="312360"/>
                  <a:pt x="250816" y="313312"/>
                  <a:pt x="249745" y="312903"/>
                </a:cubicBezTo>
                <a:cubicBezTo>
                  <a:pt x="248666" y="312487"/>
                  <a:pt x="248406" y="311773"/>
                  <a:pt x="248830" y="310352"/>
                </a:cubicBezTo>
                <a:cubicBezTo>
                  <a:pt x="249782" y="307116"/>
                  <a:pt x="253546" y="301820"/>
                  <a:pt x="254885" y="301820"/>
                </a:cubicBezTo>
                <a:cubicBezTo>
                  <a:pt x="256677" y="301820"/>
                  <a:pt x="257228" y="300534"/>
                  <a:pt x="256387" y="298272"/>
                </a:cubicBezTo>
                <a:cubicBezTo>
                  <a:pt x="255688" y="296376"/>
                  <a:pt x="255606" y="296413"/>
                  <a:pt x="253791" y="299343"/>
                </a:cubicBezTo>
                <a:cubicBezTo>
                  <a:pt x="251017" y="303836"/>
                  <a:pt x="248547" y="305852"/>
                  <a:pt x="247327" y="304625"/>
                </a:cubicBezTo>
                <a:cubicBezTo>
                  <a:pt x="245847" y="303152"/>
                  <a:pt x="247967" y="296844"/>
                  <a:pt x="250927" y="293876"/>
                </a:cubicBezTo>
                <a:cubicBezTo>
                  <a:pt x="252757" y="292047"/>
                  <a:pt x="253241" y="290856"/>
                  <a:pt x="252951" y="288878"/>
                </a:cubicBezTo>
                <a:cubicBezTo>
                  <a:pt x="252579" y="286341"/>
                  <a:pt x="252452" y="286282"/>
                  <a:pt x="247625" y="286341"/>
                </a:cubicBezTo>
                <a:cubicBezTo>
                  <a:pt x="244910" y="286371"/>
                  <a:pt x="238744" y="286267"/>
                  <a:pt x="233939" y="286118"/>
                </a:cubicBezTo>
                <a:cubicBezTo>
                  <a:pt x="229126" y="285962"/>
                  <a:pt x="224276" y="286200"/>
                  <a:pt x="223161" y="286654"/>
                </a:cubicBezTo>
                <a:cubicBezTo>
                  <a:pt x="222038" y="287108"/>
                  <a:pt x="220401" y="289116"/>
                  <a:pt x="219486" y="291146"/>
                </a:cubicBezTo>
                <a:cubicBezTo>
                  <a:pt x="217872" y="294754"/>
                  <a:pt x="217880" y="294828"/>
                  <a:pt x="219494" y="294828"/>
                </a:cubicBezTo>
                <a:cubicBezTo>
                  <a:pt x="220409" y="294828"/>
                  <a:pt x="221398" y="294434"/>
                  <a:pt x="221695" y="293951"/>
                </a:cubicBezTo>
                <a:cubicBezTo>
                  <a:pt x="222298" y="292976"/>
                  <a:pt x="229238" y="292917"/>
                  <a:pt x="232622" y="293854"/>
                </a:cubicBezTo>
                <a:cubicBezTo>
                  <a:pt x="235679" y="294709"/>
                  <a:pt x="235932" y="297231"/>
                  <a:pt x="233068" y="298324"/>
                </a:cubicBezTo>
                <a:cubicBezTo>
                  <a:pt x="229959" y="299500"/>
                  <a:pt x="222714" y="299433"/>
                  <a:pt x="221495" y="298213"/>
                </a:cubicBezTo>
                <a:cubicBezTo>
                  <a:pt x="220855" y="297573"/>
                  <a:pt x="219337" y="297469"/>
                  <a:pt x="217166" y="297900"/>
                </a:cubicBezTo>
                <a:lnTo>
                  <a:pt x="213818" y="298577"/>
                </a:lnTo>
                <a:lnTo>
                  <a:pt x="218623" y="299544"/>
                </a:lnTo>
                <a:cubicBezTo>
                  <a:pt x="224098" y="300645"/>
                  <a:pt x="225340" y="302624"/>
                  <a:pt x="221614" y="304320"/>
                </a:cubicBezTo>
                <a:cubicBezTo>
                  <a:pt x="217865" y="306030"/>
                  <a:pt x="211832" y="306573"/>
                  <a:pt x="210345" y="305339"/>
                </a:cubicBezTo>
                <a:cubicBezTo>
                  <a:pt x="208961" y="304186"/>
                  <a:pt x="206388" y="304684"/>
                  <a:pt x="206388" y="306105"/>
                </a:cubicBezTo>
                <a:cubicBezTo>
                  <a:pt x="206388" y="307228"/>
                  <a:pt x="208284" y="307719"/>
                  <a:pt x="215261" y="308418"/>
                </a:cubicBezTo>
                <a:cubicBezTo>
                  <a:pt x="220736" y="308968"/>
                  <a:pt x="221115" y="308887"/>
                  <a:pt x="221688" y="307079"/>
                </a:cubicBezTo>
                <a:cubicBezTo>
                  <a:pt x="222417" y="304796"/>
                  <a:pt x="228375" y="301865"/>
                  <a:pt x="232354" y="301843"/>
                </a:cubicBezTo>
                <a:cubicBezTo>
                  <a:pt x="237345" y="301805"/>
                  <a:pt x="236721" y="304193"/>
                  <a:pt x="230688" y="308202"/>
                </a:cubicBezTo>
                <a:lnTo>
                  <a:pt x="227438" y="310359"/>
                </a:lnTo>
                <a:lnTo>
                  <a:pt x="230078" y="310888"/>
                </a:lnTo>
                <a:cubicBezTo>
                  <a:pt x="231811" y="311237"/>
                  <a:pt x="233470" y="310925"/>
                  <a:pt x="234891" y="309995"/>
                </a:cubicBezTo>
                <a:cubicBezTo>
                  <a:pt x="238186" y="307838"/>
                  <a:pt x="245743" y="308217"/>
                  <a:pt x="245743" y="310545"/>
                </a:cubicBezTo>
                <a:cubicBezTo>
                  <a:pt x="245743" y="311765"/>
                  <a:pt x="238089" y="314324"/>
                  <a:pt x="236051" y="313788"/>
                </a:cubicBezTo>
                <a:lnTo>
                  <a:pt x="234169" y="313305"/>
                </a:lnTo>
                <a:lnTo>
                  <a:pt x="235962" y="315217"/>
                </a:lnTo>
                <a:cubicBezTo>
                  <a:pt x="240968" y="320557"/>
                  <a:pt x="241154" y="325853"/>
                  <a:pt x="236252" y="323317"/>
                </a:cubicBezTo>
                <a:cubicBezTo>
                  <a:pt x="234973" y="322655"/>
                  <a:pt x="233262" y="321375"/>
                  <a:pt x="232444" y="320468"/>
                </a:cubicBezTo>
                <a:cubicBezTo>
                  <a:pt x="231335" y="319241"/>
                  <a:pt x="230063" y="318906"/>
                  <a:pt x="227482" y="319151"/>
                </a:cubicBezTo>
                <a:lnTo>
                  <a:pt x="224009" y="319486"/>
                </a:lnTo>
                <a:lnTo>
                  <a:pt x="225690" y="322238"/>
                </a:lnTo>
                <a:cubicBezTo>
                  <a:pt x="227482" y="325184"/>
                  <a:pt x="227988" y="330681"/>
                  <a:pt x="226463" y="330681"/>
                </a:cubicBezTo>
                <a:cubicBezTo>
                  <a:pt x="225957" y="330681"/>
                  <a:pt x="224678" y="329758"/>
                  <a:pt x="223622" y="328628"/>
                </a:cubicBezTo>
                <a:cubicBezTo>
                  <a:pt x="222290" y="327222"/>
                  <a:pt x="220624" y="326545"/>
                  <a:pt x="218259" y="326463"/>
                </a:cubicBezTo>
                <a:lnTo>
                  <a:pt x="214830" y="326352"/>
                </a:lnTo>
                <a:lnTo>
                  <a:pt x="217723" y="329334"/>
                </a:lnTo>
                <a:cubicBezTo>
                  <a:pt x="220795" y="332503"/>
                  <a:pt x="220862" y="335054"/>
                  <a:pt x="217872" y="335054"/>
                </a:cubicBezTo>
                <a:cubicBezTo>
                  <a:pt x="216942" y="335054"/>
                  <a:pt x="213967" y="333886"/>
                  <a:pt x="211252" y="332458"/>
                </a:cubicBezTo>
                <a:cubicBezTo>
                  <a:pt x="208403" y="330956"/>
                  <a:pt x="206380" y="330316"/>
                  <a:pt x="206462" y="330926"/>
                </a:cubicBezTo>
                <a:cubicBezTo>
                  <a:pt x="206752" y="333210"/>
                  <a:pt x="206313" y="333998"/>
                  <a:pt x="204424" y="334630"/>
                </a:cubicBezTo>
                <a:cubicBezTo>
                  <a:pt x="202973" y="335114"/>
                  <a:pt x="203992" y="335448"/>
                  <a:pt x="208299" y="335895"/>
                </a:cubicBezTo>
                <a:cubicBezTo>
                  <a:pt x="214138" y="336497"/>
                  <a:pt x="216883" y="337769"/>
                  <a:pt x="216883" y="339882"/>
                </a:cubicBezTo>
                <a:cubicBezTo>
                  <a:pt x="216883" y="341235"/>
                  <a:pt x="208723" y="343340"/>
                  <a:pt x="206618" y="342530"/>
                </a:cubicBezTo>
                <a:cubicBezTo>
                  <a:pt x="205540" y="342113"/>
                  <a:pt x="205711" y="342582"/>
                  <a:pt x="207221" y="344188"/>
                </a:cubicBezTo>
                <a:cubicBezTo>
                  <a:pt x="208664" y="345728"/>
                  <a:pt x="210233" y="346420"/>
                  <a:pt x="212271" y="346420"/>
                </a:cubicBezTo>
                <a:cubicBezTo>
                  <a:pt x="215507" y="346420"/>
                  <a:pt x="219404" y="348131"/>
                  <a:pt x="221264" y="350370"/>
                </a:cubicBezTo>
                <a:cubicBezTo>
                  <a:pt x="223733" y="353345"/>
                  <a:pt x="218066" y="353925"/>
                  <a:pt x="212450" y="351277"/>
                </a:cubicBezTo>
                <a:lnTo>
                  <a:pt x="210203" y="350213"/>
                </a:lnTo>
                <a:lnTo>
                  <a:pt x="210523" y="354661"/>
                </a:lnTo>
                <a:cubicBezTo>
                  <a:pt x="211096" y="362754"/>
                  <a:pt x="207607" y="363647"/>
                  <a:pt x="204922" y="356090"/>
                </a:cubicBezTo>
                <a:cubicBezTo>
                  <a:pt x="204059" y="353657"/>
                  <a:pt x="202840" y="351671"/>
                  <a:pt x="202215" y="351671"/>
                </a:cubicBezTo>
                <a:cubicBezTo>
                  <a:pt x="201590" y="351671"/>
                  <a:pt x="200110" y="351032"/>
                  <a:pt x="198927" y="350258"/>
                </a:cubicBezTo>
                <a:lnTo>
                  <a:pt x="196770" y="348845"/>
                </a:lnTo>
                <a:lnTo>
                  <a:pt x="196770" y="352385"/>
                </a:lnTo>
                <a:cubicBezTo>
                  <a:pt x="196770" y="356818"/>
                  <a:pt x="195446" y="360411"/>
                  <a:pt x="193824" y="360411"/>
                </a:cubicBezTo>
                <a:cubicBezTo>
                  <a:pt x="192396" y="360411"/>
                  <a:pt x="191519" y="358566"/>
                  <a:pt x="191519" y="355532"/>
                </a:cubicBezTo>
                <a:cubicBezTo>
                  <a:pt x="191519" y="354074"/>
                  <a:pt x="191028" y="353419"/>
                  <a:pt x="189934" y="353419"/>
                </a:cubicBezTo>
                <a:cubicBezTo>
                  <a:pt x="189064" y="353419"/>
                  <a:pt x="187219" y="352237"/>
                  <a:pt x="185836" y="350794"/>
                </a:cubicBezTo>
                <a:cubicBezTo>
                  <a:pt x="184452" y="349351"/>
                  <a:pt x="182831" y="348168"/>
                  <a:pt x="182236" y="348168"/>
                </a:cubicBezTo>
                <a:cubicBezTo>
                  <a:pt x="181633" y="348168"/>
                  <a:pt x="180889" y="347372"/>
                  <a:pt x="180577" y="346390"/>
                </a:cubicBezTo>
                <a:cubicBezTo>
                  <a:pt x="180042" y="344687"/>
                  <a:pt x="179893" y="344724"/>
                  <a:pt x="177356" y="347193"/>
                </a:cubicBezTo>
                <a:cubicBezTo>
                  <a:pt x="175898" y="348622"/>
                  <a:pt x="173570" y="350258"/>
                  <a:pt x="172179" y="350838"/>
                </a:cubicBezTo>
                <a:cubicBezTo>
                  <a:pt x="169026" y="352140"/>
                  <a:pt x="169026" y="352460"/>
                  <a:pt x="171845" y="371606"/>
                </a:cubicBezTo>
                <a:cubicBezTo>
                  <a:pt x="174002" y="386244"/>
                  <a:pt x="175757" y="411422"/>
                  <a:pt x="175772" y="427913"/>
                </a:cubicBezTo>
                <a:cubicBezTo>
                  <a:pt x="175779" y="435217"/>
                  <a:pt x="175571" y="436445"/>
                  <a:pt x="174247" y="436854"/>
                </a:cubicBezTo>
                <a:cubicBezTo>
                  <a:pt x="171614" y="437664"/>
                  <a:pt x="156232" y="439993"/>
                  <a:pt x="153480" y="439993"/>
                </a:cubicBezTo>
                <a:lnTo>
                  <a:pt x="150854" y="440000"/>
                </a:lnTo>
                <a:lnTo>
                  <a:pt x="151166" y="398182"/>
                </a:lnTo>
                <a:close/>
                <a:moveTo>
                  <a:pt x="192032" y="343727"/>
                </a:moveTo>
                <a:cubicBezTo>
                  <a:pt x="191273" y="341823"/>
                  <a:pt x="190648" y="339339"/>
                  <a:pt x="190648" y="338216"/>
                </a:cubicBezTo>
                <a:cubicBezTo>
                  <a:pt x="190648" y="336877"/>
                  <a:pt x="188670" y="334117"/>
                  <a:pt x="184966" y="330279"/>
                </a:cubicBezTo>
                <a:cubicBezTo>
                  <a:pt x="181008" y="326180"/>
                  <a:pt x="179283" y="324886"/>
                  <a:pt x="179290" y="326009"/>
                </a:cubicBezTo>
                <a:cubicBezTo>
                  <a:pt x="179305" y="328144"/>
                  <a:pt x="180071" y="329081"/>
                  <a:pt x="183210" y="330822"/>
                </a:cubicBezTo>
                <a:cubicBezTo>
                  <a:pt x="186453" y="332622"/>
                  <a:pt x="189510" y="337412"/>
                  <a:pt x="188238" y="338684"/>
                </a:cubicBezTo>
                <a:cubicBezTo>
                  <a:pt x="187636" y="339287"/>
                  <a:pt x="186476" y="339123"/>
                  <a:pt x="184623" y="338163"/>
                </a:cubicBezTo>
                <a:cubicBezTo>
                  <a:pt x="183128" y="337390"/>
                  <a:pt x="181908" y="337063"/>
                  <a:pt x="181916" y="337434"/>
                </a:cubicBezTo>
                <a:cubicBezTo>
                  <a:pt x="181946" y="338811"/>
                  <a:pt x="183262" y="340105"/>
                  <a:pt x="184966" y="340425"/>
                </a:cubicBezTo>
                <a:cubicBezTo>
                  <a:pt x="185955" y="340611"/>
                  <a:pt x="187852" y="342701"/>
                  <a:pt x="189332" y="345230"/>
                </a:cubicBezTo>
                <a:cubicBezTo>
                  <a:pt x="191303" y="348599"/>
                  <a:pt x="192143" y="349395"/>
                  <a:pt x="192686" y="348450"/>
                </a:cubicBezTo>
                <a:cubicBezTo>
                  <a:pt x="193125" y="347692"/>
                  <a:pt x="192865" y="345802"/>
                  <a:pt x="192032" y="343727"/>
                </a:cubicBezTo>
                <a:close/>
                <a:moveTo>
                  <a:pt x="202899" y="344367"/>
                </a:moveTo>
                <a:lnTo>
                  <a:pt x="200958" y="342485"/>
                </a:lnTo>
                <a:lnTo>
                  <a:pt x="202505" y="345550"/>
                </a:lnTo>
                <a:cubicBezTo>
                  <a:pt x="203435" y="347394"/>
                  <a:pt x="204208" y="348138"/>
                  <a:pt x="204446" y="347424"/>
                </a:cubicBezTo>
                <a:cubicBezTo>
                  <a:pt x="204669" y="346769"/>
                  <a:pt x="203970" y="345393"/>
                  <a:pt x="202899" y="344367"/>
                </a:cubicBezTo>
                <a:close/>
                <a:moveTo>
                  <a:pt x="172804" y="342485"/>
                </a:moveTo>
                <a:cubicBezTo>
                  <a:pt x="174574" y="341287"/>
                  <a:pt x="176806" y="340298"/>
                  <a:pt x="177765" y="340298"/>
                </a:cubicBezTo>
                <a:cubicBezTo>
                  <a:pt x="179275" y="340298"/>
                  <a:pt x="179439" y="339882"/>
                  <a:pt x="178993" y="337130"/>
                </a:cubicBezTo>
                <a:cubicBezTo>
                  <a:pt x="178710" y="335389"/>
                  <a:pt x="178323" y="333812"/>
                  <a:pt x="178137" y="333626"/>
                </a:cubicBezTo>
                <a:cubicBezTo>
                  <a:pt x="177542" y="333024"/>
                  <a:pt x="168780" y="342254"/>
                  <a:pt x="168780" y="343489"/>
                </a:cubicBezTo>
                <a:cubicBezTo>
                  <a:pt x="168780" y="345088"/>
                  <a:pt x="169078" y="345014"/>
                  <a:pt x="172804" y="342485"/>
                </a:cubicBezTo>
                <a:close/>
                <a:moveTo>
                  <a:pt x="150393" y="337896"/>
                </a:moveTo>
                <a:cubicBezTo>
                  <a:pt x="150378" y="337539"/>
                  <a:pt x="149203" y="332711"/>
                  <a:pt x="147767" y="327185"/>
                </a:cubicBezTo>
                <a:cubicBezTo>
                  <a:pt x="146339" y="321651"/>
                  <a:pt x="144703" y="313662"/>
                  <a:pt x="144137" y="309437"/>
                </a:cubicBezTo>
                <a:cubicBezTo>
                  <a:pt x="143193" y="302438"/>
                  <a:pt x="142932" y="301768"/>
                  <a:pt x="141289" y="301999"/>
                </a:cubicBezTo>
                <a:cubicBezTo>
                  <a:pt x="140121" y="302170"/>
                  <a:pt x="139384" y="303025"/>
                  <a:pt x="139198" y="304446"/>
                </a:cubicBezTo>
                <a:cubicBezTo>
                  <a:pt x="138596" y="308954"/>
                  <a:pt x="128517" y="316838"/>
                  <a:pt x="126836" y="314108"/>
                </a:cubicBezTo>
                <a:cubicBezTo>
                  <a:pt x="125780" y="312397"/>
                  <a:pt x="126695" y="310136"/>
                  <a:pt x="130020" y="306246"/>
                </a:cubicBezTo>
                <a:cubicBezTo>
                  <a:pt x="132690" y="303129"/>
                  <a:pt x="132854" y="302698"/>
                  <a:pt x="131321" y="302698"/>
                </a:cubicBezTo>
                <a:cubicBezTo>
                  <a:pt x="128681" y="302698"/>
                  <a:pt x="126806" y="303620"/>
                  <a:pt x="126806" y="304922"/>
                </a:cubicBezTo>
                <a:cubicBezTo>
                  <a:pt x="126806" y="305562"/>
                  <a:pt x="125430" y="306581"/>
                  <a:pt x="123742" y="307191"/>
                </a:cubicBezTo>
                <a:cubicBezTo>
                  <a:pt x="120781" y="308262"/>
                  <a:pt x="120685" y="308440"/>
                  <a:pt x="120685" y="312821"/>
                </a:cubicBezTo>
                <a:cubicBezTo>
                  <a:pt x="120685" y="319687"/>
                  <a:pt x="121525" y="323049"/>
                  <a:pt x="122946" y="321874"/>
                </a:cubicBezTo>
                <a:cubicBezTo>
                  <a:pt x="124612" y="320490"/>
                  <a:pt x="125780" y="321546"/>
                  <a:pt x="126427" y="325013"/>
                </a:cubicBezTo>
                <a:cubicBezTo>
                  <a:pt x="127096" y="328553"/>
                  <a:pt x="129462" y="330234"/>
                  <a:pt x="140731" y="335173"/>
                </a:cubicBezTo>
                <a:cubicBezTo>
                  <a:pt x="148303" y="338491"/>
                  <a:pt x="150437" y="339093"/>
                  <a:pt x="150393" y="337896"/>
                </a:cubicBezTo>
                <a:close/>
                <a:moveTo>
                  <a:pt x="201344" y="337189"/>
                </a:moveTo>
                <a:cubicBezTo>
                  <a:pt x="202088" y="336438"/>
                  <a:pt x="198429" y="332860"/>
                  <a:pt x="195238" y="331224"/>
                </a:cubicBezTo>
                <a:cubicBezTo>
                  <a:pt x="193676" y="330420"/>
                  <a:pt x="192396" y="329178"/>
                  <a:pt x="192396" y="328471"/>
                </a:cubicBezTo>
                <a:cubicBezTo>
                  <a:pt x="192396" y="327683"/>
                  <a:pt x="191556" y="327185"/>
                  <a:pt x="190210" y="327185"/>
                </a:cubicBezTo>
                <a:cubicBezTo>
                  <a:pt x="186297" y="327185"/>
                  <a:pt x="187800" y="329252"/>
                  <a:pt x="195684" y="334705"/>
                </a:cubicBezTo>
                <a:cubicBezTo>
                  <a:pt x="200073" y="337754"/>
                  <a:pt x="200563" y="337963"/>
                  <a:pt x="201344" y="337189"/>
                </a:cubicBezTo>
                <a:close/>
                <a:moveTo>
                  <a:pt x="98824" y="336460"/>
                </a:moveTo>
                <a:cubicBezTo>
                  <a:pt x="98824" y="336267"/>
                  <a:pt x="98229" y="335887"/>
                  <a:pt x="97507" y="335612"/>
                </a:cubicBezTo>
                <a:cubicBezTo>
                  <a:pt x="96786" y="335337"/>
                  <a:pt x="96198" y="335493"/>
                  <a:pt x="96198" y="335954"/>
                </a:cubicBezTo>
                <a:cubicBezTo>
                  <a:pt x="96198" y="336423"/>
                  <a:pt x="96786" y="336802"/>
                  <a:pt x="97507" y="336802"/>
                </a:cubicBezTo>
                <a:cubicBezTo>
                  <a:pt x="98229" y="336802"/>
                  <a:pt x="98824" y="336646"/>
                  <a:pt x="98824" y="336460"/>
                </a:cubicBezTo>
                <a:close/>
                <a:moveTo>
                  <a:pt x="113031" y="335902"/>
                </a:moveTo>
                <a:cubicBezTo>
                  <a:pt x="111952" y="335463"/>
                  <a:pt x="111067" y="334407"/>
                  <a:pt x="111067" y="333552"/>
                </a:cubicBezTo>
                <a:cubicBezTo>
                  <a:pt x="111067" y="332570"/>
                  <a:pt x="109669" y="331350"/>
                  <a:pt x="107274" y="330234"/>
                </a:cubicBezTo>
                <a:cubicBezTo>
                  <a:pt x="104447" y="328925"/>
                  <a:pt x="103488" y="328776"/>
                  <a:pt x="103488" y="329632"/>
                </a:cubicBezTo>
                <a:cubicBezTo>
                  <a:pt x="103488" y="330271"/>
                  <a:pt x="104507" y="331313"/>
                  <a:pt x="105749" y="331953"/>
                </a:cubicBezTo>
                <a:cubicBezTo>
                  <a:pt x="106991" y="332600"/>
                  <a:pt x="108754" y="333953"/>
                  <a:pt x="109669" y="334965"/>
                </a:cubicBezTo>
                <a:cubicBezTo>
                  <a:pt x="110584" y="335977"/>
                  <a:pt x="112161" y="336780"/>
                  <a:pt x="113165" y="336750"/>
                </a:cubicBezTo>
                <a:cubicBezTo>
                  <a:pt x="114935" y="336691"/>
                  <a:pt x="114935" y="336668"/>
                  <a:pt x="113031" y="335902"/>
                </a:cubicBezTo>
                <a:close/>
                <a:moveTo>
                  <a:pt x="173756" y="328933"/>
                </a:moveTo>
                <a:cubicBezTo>
                  <a:pt x="175474" y="328933"/>
                  <a:pt x="176293" y="326776"/>
                  <a:pt x="175817" y="323466"/>
                </a:cubicBezTo>
                <a:lnTo>
                  <a:pt x="175341" y="320185"/>
                </a:lnTo>
                <a:lnTo>
                  <a:pt x="171406" y="322804"/>
                </a:lnTo>
                <a:cubicBezTo>
                  <a:pt x="169241" y="324247"/>
                  <a:pt x="167188" y="325526"/>
                  <a:pt x="166846" y="325645"/>
                </a:cubicBezTo>
                <a:cubicBezTo>
                  <a:pt x="166511" y="325771"/>
                  <a:pt x="166660" y="327564"/>
                  <a:pt x="167188" y="329639"/>
                </a:cubicBezTo>
                <a:lnTo>
                  <a:pt x="168148" y="333403"/>
                </a:lnTo>
                <a:lnTo>
                  <a:pt x="170483" y="331172"/>
                </a:lnTo>
                <a:cubicBezTo>
                  <a:pt x="171763" y="329937"/>
                  <a:pt x="173236" y="328933"/>
                  <a:pt x="173756" y="328933"/>
                </a:cubicBezTo>
                <a:close/>
                <a:moveTo>
                  <a:pt x="200705" y="325437"/>
                </a:moveTo>
                <a:cubicBezTo>
                  <a:pt x="200407" y="324953"/>
                  <a:pt x="199768" y="324559"/>
                  <a:pt x="199292" y="324559"/>
                </a:cubicBezTo>
                <a:cubicBezTo>
                  <a:pt x="198808" y="324559"/>
                  <a:pt x="198659" y="324953"/>
                  <a:pt x="198957" y="325437"/>
                </a:cubicBezTo>
                <a:cubicBezTo>
                  <a:pt x="199254" y="325913"/>
                  <a:pt x="199887" y="326307"/>
                  <a:pt x="200370" y="326307"/>
                </a:cubicBezTo>
                <a:cubicBezTo>
                  <a:pt x="200854" y="326307"/>
                  <a:pt x="201002" y="325913"/>
                  <a:pt x="200705" y="325437"/>
                </a:cubicBezTo>
                <a:close/>
                <a:moveTo>
                  <a:pt x="188209" y="322610"/>
                </a:moveTo>
                <a:cubicBezTo>
                  <a:pt x="187859" y="320535"/>
                  <a:pt x="189971" y="316749"/>
                  <a:pt x="193162" y="313714"/>
                </a:cubicBezTo>
                <a:cubicBezTo>
                  <a:pt x="195751" y="311245"/>
                  <a:pt x="195788" y="311103"/>
                  <a:pt x="194427" y="308790"/>
                </a:cubicBezTo>
                <a:lnTo>
                  <a:pt x="193021" y="306417"/>
                </a:lnTo>
                <a:lnTo>
                  <a:pt x="186178" y="312115"/>
                </a:lnTo>
                <a:lnTo>
                  <a:pt x="179335" y="317820"/>
                </a:lnTo>
                <a:lnTo>
                  <a:pt x="182042" y="321234"/>
                </a:lnTo>
                <a:cubicBezTo>
                  <a:pt x="183924" y="323614"/>
                  <a:pt x="185308" y="324574"/>
                  <a:pt x="186602" y="324388"/>
                </a:cubicBezTo>
                <a:cubicBezTo>
                  <a:pt x="187807" y="324217"/>
                  <a:pt x="188372" y="323592"/>
                  <a:pt x="188209" y="322610"/>
                </a:cubicBezTo>
                <a:close/>
                <a:moveTo>
                  <a:pt x="220044" y="321189"/>
                </a:moveTo>
                <a:cubicBezTo>
                  <a:pt x="219985" y="320297"/>
                  <a:pt x="218742" y="318549"/>
                  <a:pt x="217270" y="317314"/>
                </a:cubicBezTo>
                <a:cubicBezTo>
                  <a:pt x="214741" y="315187"/>
                  <a:pt x="214547" y="315157"/>
                  <a:pt x="213603" y="316667"/>
                </a:cubicBezTo>
                <a:cubicBezTo>
                  <a:pt x="212747" y="318036"/>
                  <a:pt x="212970" y="318415"/>
                  <a:pt x="215150" y="319322"/>
                </a:cubicBezTo>
                <a:cubicBezTo>
                  <a:pt x="216556" y="319903"/>
                  <a:pt x="218155" y="320922"/>
                  <a:pt x="218713" y="321591"/>
                </a:cubicBezTo>
                <a:cubicBezTo>
                  <a:pt x="220022" y="323175"/>
                  <a:pt x="220163" y="323131"/>
                  <a:pt x="220044" y="321189"/>
                </a:cubicBezTo>
                <a:close/>
                <a:moveTo>
                  <a:pt x="201538" y="316630"/>
                </a:moveTo>
                <a:cubicBezTo>
                  <a:pt x="200794" y="315417"/>
                  <a:pt x="200266" y="315641"/>
                  <a:pt x="200266" y="317180"/>
                </a:cubicBezTo>
                <a:cubicBezTo>
                  <a:pt x="200266" y="317924"/>
                  <a:pt x="200668" y="318296"/>
                  <a:pt x="201159" y="317991"/>
                </a:cubicBezTo>
                <a:cubicBezTo>
                  <a:pt x="201642" y="317686"/>
                  <a:pt x="201821" y="317076"/>
                  <a:pt x="201538" y="316630"/>
                </a:cubicBezTo>
                <a:close/>
                <a:moveTo>
                  <a:pt x="229126" y="314502"/>
                </a:moveTo>
                <a:cubicBezTo>
                  <a:pt x="229126" y="313781"/>
                  <a:pt x="228486" y="313193"/>
                  <a:pt x="227705" y="313193"/>
                </a:cubicBezTo>
                <a:cubicBezTo>
                  <a:pt x="226545" y="313193"/>
                  <a:pt x="226486" y="313431"/>
                  <a:pt x="227378" y="314502"/>
                </a:cubicBezTo>
                <a:cubicBezTo>
                  <a:pt x="227973" y="315224"/>
                  <a:pt x="228613" y="315812"/>
                  <a:pt x="228799" y="315812"/>
                </a:cubicBezTo>
                <a:cubicBezTo>
                  <a:pt x="228977" y="315812"/>
                  <a:pt x="229126" y="315224"/>
                  <a:pt x="229126" y="314502"/>
                </a:cubicBezTo>
                <a:close/>
                <a:moveTo>
                  <a:pt x="111796" y="308723"/>
                </a:moveTo>
                <a:cubicBezTo>
                  <a:pt x="110851" y="308135"/>
                  <a:pt x="110837" y="307659"/>
                  <a:pt x="111722" y="306239"/>
                </a:cubicBezTo>
                <a:cubicBezTo>
                  <a:pt x="112614" y="304796"/>
                  <a:pt x="112547" y="303799"/>
                  <a:pt x="111365" y="300742"/>
                </a:cubicBezTo>
                <a:cubicBezTo>
                  <a:pt x="110576" y="298689"/>
                  <a:pt x="109126" y="296123"/>
                  <a:pt x="108159" y="295044"/>
                </a:cubicBezTo>
                <a:cubicBezTo>
                  <a:pt x="106024" y="292671"/>
                  <a:pt x="103748" y="292411"/>
                  <a:pt x="104410" y="294605"/>
                </a:cubicBezTo>
                <a:cubicBezTo>
                  <a:pt x="104663" y="295446"/>
                  <a:pt x="104336" y="297097"/>
                  <a:pt x="103688" y="298272"/>
                </a:cubicBezTo>
                <a:cubicBezTo>
                  <a:pt x="102588" y="300273"/>
                  <a:pt x="102833" y="300816"/>
                  <a:pt x="107445" y="306796"/>
                </a:cubicBezTo>
                <a:cubicBezTo>
                  <a:pt x="111499" y="312048"/>
                  <a:pt x="112428" y="312859"/>
                  <a:pt x="112674" y="311319"/>
                </a:cubicBezTo>
                <a:cubicBezTo>
                  <a:pt x="112837" y="310292"/>
                  <a:pt x="112443" y="309125"/>
                  <a:pt x="111796" y="308723"/>
                </a:cubicBezTo>
                <a:close/>
                <a:moveTo>
                  <a:pt x="212509" y="312502"/>
                </a:moveTo>
                <a:cubicBezTo>
                  <a:pt x="212509" y="312115"/>
                  <a:pt x="209854" y="311170"/>
                  <a:pt x="206603" y="310397"/>
                </a:cubicBezTo>
                <a:cubicBezTo>
                  <a:pt x="203360" y="309623"/>
                  <a:pt x="199916" y="308686"/>
                  <a:pt x="198957" y="308314"/>
                </a:cubicBezTo>
                <a:cubicBezTo>
                  <a:pt x="197216" y="307652"/>
                  <a:pt x="197216" y="307659"/>
                  <a:pt x="198920" y="309593"/>
                </a:cubicBezTo>
                <a:cubicBezTo>
                  <a:pt x="199998" y="310828"/>
                  <a:pt x="201278" y="311386"/>
                  <a:pt x="202416" y="311126"/>
                </a:cubicBezTo>
                <a:cubicBezTo>
                  <a:pt x="203397" y="310895"/>
                  <a:pt x="205577" y="311222"/>
                  <a:pt x="207265" y="311847"/>
                </a:cubicBezTo>
                <a:cubicBezTo>
                  <a:pt x="210977" y="313223"/>
                  <a:pt x="212509" y="313417"/>
                  <a:pt x="212509" y="312502"/>
                </a:cubicBezTo>
                <a:close/>
                <a:moveTo>
                  <a:pt x="168892" y="305554"/>
                </a:moveTo>
                <a:cubicBezTo>
                  <a:pt x="174671" y="302110"/>
                  <a:pt x="183359" y="294546"/>
                  <a:pt x="186334" y="290365"/>
                </a:cubicBezTo>
                <a:cubicBezTo>
                  <a:pt x="188030" y="287985"/>
                  <a:pt x="188052" y="287613"/>
                  <a:pt x="186803" y="281596"/>
                </a:cubicBezTo>
                <a:cubicBezTo>
                  <a:pt x="185672" y="276106"/>
                  <a:pt x="184504" y="273897"/>
                  <a:pt x="182719" y="273853"/>
                </a:cubicBezTo>
                <a:cubicBezTo>
                  <a:pt x="182451" y="273845"/>
                  <a:pt x="181388" y="274983"/>
                  <a:pt x="180354" y="276382"/>
                </a:cubicBezTo>
                <a:cubicBezTo>
                  <a:pt x="178308" y="279141"/>
                  <a:pt x="171183" y="282035"/>
                  <a:pt x="167575" y="281559"/>
                </a:cubicBezTo>
                <a:cubicBezTo>
                  <a:pt x="166385" y="281402"/>
                  <a:pt x="164652" y="282012"/>
                  <a:pt x="163625" y="282942"/>
                </a:cubicBezTo>
                <a:cubicBezTo>
                  <a:pt x="161625" y="284750"/>
                  <a:pt x="161126" y="287993"/>
                  <a:pt x="162882" y="287762"/>
                </a:cubicBezTo>
                <a:cubicBezTo>
                  <a:pt x="166913" y="287241"/>
                  <a:pt x="167218" y="289339"/>
                  <a:pt x="163767" y="293869"/>
                </a:cubicBezTo>
                <a:cubicBezTo>
                  <a:pt x="161654" y="296636"/>
                  <a:pt x="161401" y="297633"/>
                  <a:pt x="161669" y="302259"/>
                </a:cubicBezTo>
                <a:cubicBezTo>
                  <a:pt x="161944" y="307161"/>
                  <a:pt x="162301" y="308820"/>
                  <a:pt x="163090" y="308820"/>
                </a:cubicBezTo>
                <a:cubicBezTo>
                  <a:pt x="163268" y="308820"/>
                  <a:pt x="165879" y="307347"/>
                  <a:pt x="168892" y="305554"/>
                </a:cubicBezTo>
                <a:close/>
                <a:moveTo>
                  <a:pt x="267254" y="301441"/>
                </a:moveTo>
                <a:cubicBezTo>
                  <a:pt x="266481" y="299819"/>
                  <a:pt x="265856" y="297915"/>
                  <a:pt x="265856" y="297201"/>
                </a:cubicBezTo>
                <a:cubicBezTo>
                  <a:pt x="265856" y="296487"/>
                  <a:pt x="264777" y="295208"/>
                  <a:pt x="263453" y="294360"/>
                </a:cubicBezTo>
                <a:lnTo>
                  <a:pt x="261043" y="292828"/>
                </a:lnTo>
                <a:lnTo>
                  <a:pt x="263104" y="295074"/>
                </a:lnTo>
                <a:cubicBezTo>
                  <a:pt x="265477" y="297662"/>
                  <a:pt x="264859" y="299544"/>
                  <a:pt x="261817" y="298964"/>
                </a:cubicBezTo>
                <a:cubicBezTo>
                  <a:pt x="260672" y="298748"/>
                  <a:pt x="259734" y="298905"/>
                  <a:pt x="259734" y="299321"/>
                </a:cubicBezTo>
                <a:cubicBezTo>
                  <a:pt x="259734" y="299730"/>
                  <a:pt x="260486" y="300072"/>
                  <a:pt x="261400" y="300072"/>
                </a:cubicBezTo>
                <a:cubicBezTo>
                  <a:pt x="262315" y="300072"/>
                  <a:pt x="264182" y="301374"/>
                  <a:pt x="265551" y="302966"/>
                </a:cubicBezTo>
                <a:cubicBezTo>
                  <a:pt x="268459" y="306335"/>
                  <a:pt x="269240" y="305629"/>
                  <a:pt x="267254" y="301441"/>
                </a:cubicBezTo>
                <a:close/>
                <a:moveTo>
                  <a:pt x="57720" y="304967"/>
                </a:moveTo>
                <a:cubicBezTo>
                  <a:pt x="57720" y="304773"/>
                  <a:pt x="56538" y="304208"/>
                  <a:pt x="55095" y="303702"/>
                </a:cubicBezTo>
                <a:cubicBezTo>
                  <a:pt x="53652" y="303196"/>
                  <a:pt x="52469" y="303129"/>
                  <a:pt x="52469" y="303553"/>
                </a:cubicBezTo>
                <a:cubicBezTo>
                  <a:pt x="52469" y="304215"/>
                  <a:pt x="53324" y="304520"/>
                  <a:pt x="57066" y="305197"/>
                </a:cubicBezTo>
                <a:cubicBezTo>
                  <a:pt x="57423" y="305264"/>
                  <a:pt x="57720" y="305160"/>
                  <a:pt x="57720" y="304967"/>
                </a:cubicBezTo>
                <a:close/>
                <a:moveTo>
                  <a:pt x="88284" y="303963"/>
                </a:moveTo>
                <a:cubicBezTo>
                  <a:pt x="86276" y="301538"/>
                  <a:pt x="84133" y="300824"/>
                  <a:pt x="82304" y="301962"/>
                </a:cubicBezTo>
                <a:cubicBezTo>
                  <a:pt x="81091" y="302720"/>
                  <a:pt x="79425" y="302787"/>
                  <a:pt x="76390" y="302200"/>
                </a:cubicBezTo>
                <a:cubicBezTo>
                  <a:pt x="71139" y="301188"/>
                  <a:pt x="70261" y="299001"/>
                  <a:pt x="74508" y="297521"/>
                </a:cubicBezTo>
                <a:cubicBezTo>
                  <a:pt x="76688" y="296762"/>
                  <a:pt x="77089" y="296323"/>
                  <a:pt x="76160" y="295751"/>
                </a:cubicBezTo>
                <a:cubicBezTo>
                  <a:pt x="75431" y="295297"/>
                  <a:pt x="74330" y="295364"/>
                  <a:pt x="73445" y="295914"/>
                </a:cubicBezTo>
                <a:cubicBezTo>
                  <a:pt x="72046" y="296785"/>
                  <a:pt x="67226" y="296071"/>
                  <a:pt x="62644" y="294308"/>
                </a:cubicBezTo>
                <a:cubicBezTo>
                  <a:pt x="61700" y="293951"/>
                  <a:pt x="61216" y="294226"/>
                  <a:pt x="61216" y="295126"/>
                </a:cubicBezTo>
                <a:cubicBezTo>
                  <a:pt x="61216" y="295892"/>
                  <a:pt x="62860" y="297231"/>
                  <a:pt x="64935" y="298153"/>
                </a:cubicBezTo>
                <a:cubicBezTo>
                  <a:pt x="66981" y="299068"/>
                  <a:pt x="69398" y="300660"/>
                  <a:pt x="70313" y="301694"/>
                </a:cubicBezTo>
                <a:cubicBezTo>
                  <a:pt x="71585" y="303129"/>
                  <a:pt x="73036" y="303583"/>
                  <a:pt x="76435" y="303635"/>
                </a:cubicBezTo>
                <a:cubicBezTo>
                  <a:pt x="79975" y="303687"/>
                  <a:pt x="87250" y="304595"/>
                  <a:pt x="89087" y="305212"/>
                </a:cubicBezTo>
                <a:cubicBezTo>
                  <a:pt x="89266" y="305272"/>
                  <a:pt x="88909" y="304706"/>
                  <a:pt x="88284" y="303963"/>
                </a:cubicBezTo>
                <a:close/>
                <a:moveTo>
                  <a:pt x="203821" y="303940"/>
                </a:moveTo>
                <a:cubicBezTo>
                  <a:pt x="204751" y="302817"/>
                  <a:pt x="204759" y="302430"/>
                  <a:pt x="203836" y="301865"/>
                </a:cubicBezTo>
                <a:cubicBezTo>
                  <a:pt x="203078" y="301396"/>
                  <a:pt x="202810" y="299693"/>
                  <a:pt x="203018" y="296681"/>
                </a:cubicBezTo>
                <a:cubicBezTo>
                  <a:pt x="203390" y="291288"/>
                  <a:pt x="202059" y="290767"/>
                  <a:pt x="199924" y="295483"/>
                </a:cubicBezTo>
                <a:cubicBezTo>
                  <a:pt x="199106" y="297283"/>
                  <a:pt x="197692" y="299745"/>
                  <a:pt x="196777" y="300943"/>
                </a:cubicBezTo>
                <a:lnTo>
                  <a:pt x="195126" y="303129"/>
                </a:lnTo>
                <a:lnTo>
                  <a:pt x="198354" y="304134"/>
                </a:lnTo>
                <a:cubicBezTo>
                  <a:pt x="202713" y="305487"/>
                  <a:pt x="202527" y="305495"/>
                  <a:pt x="203821" y="303940"/>
                </a:cubicBezTo>
                <a:close/>
                <a:moveTo>
                  <a:pt x="277660" y="301820"/>
                </a:moveTo>
                <a:cubicBezTo>
                  <a:pt x="277363" y="301337"/>
                  <a:pt x="276946" y="300950"/>
                  <a:pt x="276738" y="300950"/>
                </a:cubicBezTo>
                <a:cubicBezTo>
                  <a:pt x="276522" y="300950"/>
                  <a:pt x="276351" y="301337"/>
                  <a:pt x="276351" y="301820"/>
                </a:cubicBezTo>
                <a:cubicBezTo>
                  <a:pt x="276351" y="302304"/>
                  <a:pt x="276768" y="302698"/>
                  <a:pt x="277274" y="302698"/>
                </a:cubicBezTo>
                <a:cubicBezTo>
                  <a:pt x="277787" y="302698"/>
                  <a:pt x="277958" y="302304"/>
                  <a:pt x="277660" y="301820"/>
                </a:cubicBezTo>
                <a:close/>
                <a:moveTo>
                  <a:pt x="121979" y="299180"/>
                </a:moveTo>
                <a:cubicBezTo>
                  <a:pt x="120982" y="298079"/>
                  <a:pt x="120067" y="297714"/>
                  <a:pt x="119554" y="298228"/>
                </a:cubicBezTo>
                <a:cubicBezTo>
                  <a:pt x="118371" y="299410"/>
                  <a:pt x="119614" y="300950"/>
                  <a:pt x="121748" y="300950"/>
                </a:cubicBezTo>
                <a:cubicBezTo>
                  <a:pt x="123534" y="300950"/>
                  <a:pt x="123534" y="300898"/>
                  <a:pt x="121979" y="299180"/>
                </a:cubicBezTo>
                <a:close/>
                <a:moveTo>
                  <a:pt x="53845" y="297819"/>
                </a:moveTo>
                <a:lnTo>
                  <a:pt x="56835" y="297253"/>
                </a:lnTo>
                <a:lnTo>
                  <a:pt x="54715" y="294732"/>
                </a:lnTo>
                <a:cubicBezTo>
                  <a:pt x="53548" y="293348"/>
                  <a:pt x="52335" y="291392"/>
                  <a:pt x="52015" y="290395"/>
                </a:cubicBezTo>
                <a:cubicBezTo>
                  <a:pt x="51480" y="288707"/>
                  <a:pt x="51331" y="288677"/>
                  <a:pt x="49866" y="289994"/>
                </a:cubicBezTo>
                <a:cubicBezTo>
                  <a:pt x="48408" y="291325"/>
                  <a:pt x="48170" y="291258"/>
                  <a:pt x="46452" y="289071"/>
                </a:cubicBezTo>
                <a:cubicBezTo>
                  <a:pt x="45432" y="287777"/>
                  <a:pt x="44146" y="285196"/>
                  <a:pt x="43588" y="283344"/>
                </a:cubicBezTo>
                <a:cubicBezTo>
                  <a:pt x="42613" y="280086"/>
                  <a:pt x="42532" y="280026"/>
                  <a:pt x="41319" y="281759"/>
                </a:cubicBezTo>
                <a:cubicBezTo>
                  <a:pt x="40330" y="283165"/>
                  <a:pt x="40270" y="284073"/>
                  <a:pt x="41029" y="285910"/>
                </a:cubicBezTo>
                <a:cubicBezTo>
                  <a:pt x="41691" y="287524"/>
                  <a:pt x="41728" y="289198"/>
                  <a:pt x="41133" y="291236"/>
                </a:cubicBezTo>
                <a:cubicBezTo>
                  <a:pt x="40159" y="294605"/>
                  <a:pt x="40546" y="295699"/>
                  <a:pt x="42710" y="295699"/>
                </a:cubicBezTo>
                <a:cubicBezTo>
                  <a:pt x="43536" y="295699"/>
                  <a:pt x="45581" y="296643"/>
                  <a:pt x="47247" y="297796"/>
                </a:cubicBezTo>
                <a:cubicBezTo>
                  <a:pt x="48921" y="298942"/>
                  <a:pt x="50409" y="299552"/>
                  <a:pt x="50565" y="299135"/>
                </a:cubicBezTo>
                <a:cubicBezTo>
                  <a:pt x="50721" y="298719"/>
                  <a:pt x="52194" y="298124"/>
                  <a:pt x="53845" y="297819"/>
                </a:cubicBezTo>
                <a:close/>
                <a:moveTo>
                  <a:pt x="126844" y="296941"/>
                </a:moveTo>
                <a:cubicBezTo>
                  <a:pt x="121005" y="291667"/>
                  <a:pt x="121094" y="287918"/>
                  <a:pt x="127015" y="289733"/>
                </a:cubicBezTo>
                <a:cubicBezTo>
                  <a:pt x="131173" y="291013"/>
                  <a:pt x="136424" y="295349"/>
                  <a:pt x="136424" y="297514"/>
                </a:cubicBezTo>
                <a:cubicBezTo>
                  <a:pt x="136424" y="298815"/>
                  <a:pt x="137041" y="299195"/>
                  <a:pt x="139124" y="299195"/>
                </a:cubicBezTo>
                <a:lnTo>
                  <a:pt x="141824" y="299195"/>
                </a:lnTo>
                <a:lnTo>
                  <a:pt x="139347" y="295870"/>
                </a:lnTo>
                <a:cubicBezTo>
                  <a:pt x="135115" y="290187"/>
                  <a:pt x="129722" y="285828"/>
                  <a:pt x="128071" y="286758"/>
                </a:cubicBezTo>
                <a:cubicBezTo>
                  <a:pt x="126695" y="287524"/>
                  <a:pt x="121845" y="286974"/>
                  <a:pt x="118833" y="285702"/>
                </a:cubicBezTo>
                <a:cubicBezTo>
                  <a:pt x="116371" y="284668"/>
                  <a:pt x="115895" y="288000"/>
                  <a:pt x="118223" y="289875"/>
                </a:cubicBezTo>
                <a:cubicBezTo>
                  <a:pt x="119338" y="290767"/>
                  <a:pt x="120841" y="292701"/>
                  <a:pt x="121562" y="294166"/>
                </a:cubicBezTo>
                <a:cubicBezTo>
                  <a:pt x="122284" y="295639"/>
                  <a:pt x="124240" y="297566"/>
                  <a:pt x="125921" y="298458"/>
                </a:cubicBezTo>
                <a:cubicBezTo>
                  <a:pt x="130451" y="300861"/>
                  <a:pt x="130711" y="300437"/>
                  <a:pt x="126844" y="296941"/>
                </a:cubicBezTo>
                <a:close/>
                <a:moveTo>
                  <a:pt x="212041" y="292835"/>
                </a:moveTo>
                <a:cubicBezTo>
                  <a:pt x="212197" y="290291"/>
                  <a:pt x="211974" y="289882"/>
                  <a:pt x="210620" y="290239"/>
                </a:cubicBezTo>
                <a:cubicBezTo>
                  <a:pt x="209355" y="290566"/>
                  <a:pt x="209013" y="291511"/>
                  <a:pt x="209013" y="294680"/>
                </a:cubicBezTo>
                <a:cubicBezTo>
                  <a:pt x="209013" y="298391"/>
                  <a:pt x="209117" y="298592"/>
                  <a:pt x="210434" y="297276"/>
                </a:cubicBezTo>
                <a:cubicBezTo>
                  <a:pt x="211222" y="296495"/>
                  <a:pt x="211944" y="294494"/>
                  <a:pt x="212041" y="292835"/>
                </a:cubicBezTo>
                <a:close/>
                <a:moveTo>
                  <a:pt x="80905" y="293958"/>
                </a:moveTo>
                <a:cubicBezTo>
                  <a:pt x="79522" y="292523"/>
                  <a:pt x="78175" y="291570"/>
                  <a:pt x="77900" y="291853"/>
                </a:cubicBezTo>
                <a:cubicBezTo>
                  <a:pt x="77446" y="292307"/>
                  <a:pt x="82073" y="296562"/>
                  <a:pt x="83025" y="296569"/>
                </a:cubicBezTo>
                <a:cubicBezTo>
                  <a:pt x="83233" y="296576"/>
                  <a:pt x="82281" y="295401"/>
                  <a:pt x="80905" y="293958"/>
                </a:cubicBezTo>
                <a:close/>
                <a:moveTo>
                  <a:pt x="142620" y="291459"/>
                </a:moveTo>
                <a:cubicBezTo>
                  <a:pt x="141281" y="288960"/>
                  <a:pt x="141445" y="286951"/>
                  <a:pt x="142984" y="286951"/>
                </a:cubicBezTo>
                <a:cubicBezTo>
                  <a:pt x="144792" y="286951"/>
                  <a:pt x="144636" y="285315"/>
                  <a:pt x="142330" y="280101"/>
                </a:cubicBezTo>
                <a:cubicBezTo>
                  <a:pt x="140991" y="277081"/>
                  <a:pt x="140017" y="275861"/>
                  <a:pt x="139288" y="276315"/>
                </a:cubicBezTo>
                <a:cubicBezTo>
                  <a:pt x="138477" y="276813"/>
                  <a:pt x="138440" y="277787"/>
                  <a:pt x="139146" y="280354"/>
                </a:cubicBezTo>
                <a:cubicBezTo>
                  <a:pt x="139660" y="282213"/>
                  <a:pt x="139905" y="285144"/>
                  <a:pt x="139682" y="286877"/>
                </a:cubicBezTo>
                <a:cubicBezTo>
                  <a:pt x="139384" y="289205"/>
                  <a:pt x="139741" y="290522"/>
                  <a:pt x="141065" y="291980"/>
                </a:cubicBezTo>
                <a:cubicBezTo>
                  <a:pt x="143148" y="294271"/>
                  <a:pt x="143974" y="293995"/>
                  <a:pt x="142620" y="291459"/>
                </a:cubicBezTo>
                <a:close/>
                <a:moveTo>
                  <a:pt x="260612" y="292790"/>
                </a:moveTo>
                <a:cubicBezTo>
                  <a:pt x="260612" y="292634"/>
                  <a:pt x="259623" y="291585"/>
                  <a:pt x="258425" y="290455"/>
                </a:cubicBezTo>
                <a:cubicBezTo>
                  <a:pt x="256581" y="288722"/>
                  <a:pt x="256238" y="288632"/>
                  <a:pt x="256238" y="289889"/>
                </a:cubicBezTo>
                <a:cubicBezTo>
                  <a:pt x="256238" y="290715"/>
                  <a:pt x="257124" y="291742"/>
                  <a:pt x="258202" y="292173"/>
                </a:cubicBezTo>
                <a:cubicBezTo>
                  <a:pt x="260612" y="293147"/>
                  <a:pt x="260612" y="293140"/>
                  <a:pt x="260612" y="292790"/>
                </a:cubicBezTo>
                <a:close/>
                <a:moveTo>
                  <a:pt x="102699" y="289480"/>
                </a:moveTo>
                <a:cubicBezTo>
                  <a:pt x="102409" y="289012"/>
                  <a:pt x="100631" y="287658"/>
                  <a:pt x="98742" y="286468"/>
                </a:cubicBezTo>
                <a:cubicBezTo>
                  <a:pt x="95395" y="284355"/>
                  <a:pt x="91661" y="284214"/>
                  <a:pt x="90463" y="286170"/>
                </a:cubicBezTo>
                <a:cubicBezTo>
                  <a:pt x="90196" y="286587"/>
                  <a:pt x="90553" y="286713"/>
                  <a:pt x="91252" y="286446"/>
                </a:cubicBezTo>
                <a:cubicBezTo>
                  <a:pt x="93275" y="285672"/>
                  <a:pt x="99635" y="287755"/>
                  <a:pt x="100765" y="289562"/>
                </a:cubicBezTo>
                <a:cubicBezTo>
                  <a:pt x="101331" y="290470"/>
                  <a:pt x="102119" y="291013"/>
                  <a:pt x="102506" y="290775"/>
                </a:cubicBezTo>
                <a:cubicBezTo>
                  <a:pt x="102900" y="290529"/>
                  <a:pt x="102989" y="289949"/>
                  <a:pt x="102699" y="289480"/>
                </a:cubicBezTo>
                <a:close/>
                <a:moveTo>
                  <a:pt x="66468" y="288558"/>
                </a:moveTo>
                <a:cubicBezTo>
                  <a:pt x="69592" y="288432"/>
                  <a:pt x="72634" y="288632"/>
                  <a:pt x="73229" y="288997"/>
                </a:cubicBezTo>
                <a:cubicBezTo>
                  <a:pt x="73995" y="289473"/>
                  <a:pt x="74151" y="289205"/>
                  <a:pt x="73765" y="288089"/>
                </a:cubicBezTo>
                <a:cubicBezTo>
                  <a:pt x="72954" y="285784"/>
                  <a:pt x="67219" y="279922"/>
                  <a:pt x="64876" y="279000"/>
                </a:cubicBezTo>
                <a:cubicBezTo>
                  <a:pt x="63649" y="278516"/>
                  <a:pt x="62957" y="277609"/>
                  <a:pt x="63106" y="276679"/>
                </a:cubicBezTo>
                <a:cubicBezTo>
                  <a:pt x="63448" y="274604"/>
                  <a:pt x="62302" y="272960"/>
                  <a:pt x="60510" y="272960"/>
                </a:cubicBezTo>
                <a:cubicBezTo>
                  <a:pt x="59699" y="272953"/>
                  <a:pt x="57906" y="272365"/>
                  <a:pt x="56523" y="271644"/>
                </a:cubicBezTo>
                <a:cubicBezTo>
                  <a:pt x="50535" y="268519"/>
                  <a:pt x="43045" y="271368"/>
                  <a:pt x="47247" y="275169"/>
                </a:cubicBezTo>
                <a:cubicBezTo>
                  <a:pt x="49107" y="276850"/>
                  <a:pt x="50669" y="281469"/>
                  <a:pt x="50788" y="285642"/>
                </a:cubicBezTo>
                <a:cubicBezTo>
                  <a:pt x="50825" y="287085"/>
                  <a:pt x="51056" y="287777"/>
                  <a:pt x="51301" y="287174"/>
                </a:cubicBezTo>
                <a:cubicBezTo>
                  <a:pt x="51941" y="285598"/>
                  <a:pt x="53719" y="285828"/>
                  <a:pt x="56091" y="287792"/>
                </a:cubicBezTo>
                <a:cubicBezTo>
                  <a:pt x="57229" y="288737"/>
                  <a:pt x="58747" y="289339"/>
                  <a:pt x="59468" y="289146"/>
                </a:cubicBezTo>
                <a:cubicBezTo>
                  <a:pt x="60190" y="288945"/>
                  <a:pt x="63336" y="288677"/>
                  <a:pt x="66468" y="288558"/>
                </a:cubicBezTo>
                <a:close/>
                <a:moveTo>
                  <a:pt x="262211" y="285270"/>
                </a:moveTo>
                <a:cubicBezTo>
                  <a:pt x="262464" y="283560"/>
                  <a:pt x="262226" y="283381"/>
                  <a:pt x="260463" y="283924"/>
                </a:cubicBezTo>
                <a:cubicBezTo>
                  <a:pt x="257681" y="284779"/>
                  <a:pt x="257570" y="284965"/>
                  <a:pt x="258864" y="286527"/>
                </a:cubicBezTo>
                <a:cubicBezTo>
                  <a:pt x="260352" y="288313"/>
                  <a:pt x="261847" y="287747"/>
                  <a:pt x="262211" y="285270"/>
                </a:cubicBezTo>
                <a:close/>
                <a:moveTo>
                  <a:pt x="102714" y="282801"/>
                </a:moveTo>
                <a:cubicBezTo>
                  <a:pt x="102692" y="281477"/>
                  <a:pt x="101807" y="279015"/>
                  <a:pt x="100750" y="277334"/>
                </a:cubicBezTo>
                <a:cubicBezTo>
                  <a:pt x="98578" y="273868"/>
                  <a:pt x="98192" y="274954"/>
                  <a:pt x="100066" y="279275"/>
                </a:cubicBezTo>
                <a:cubicBezTo>
                  <a:pt x="100758" y="280852"/>
                  <a:pt x="101531" y="282831"/>
                  <a:pt x="101792" y="283679"/>
                </a:cubicBezTo>
                <a:cubicBezTo>
                  <a:pt x="102469" y="285858"/>
                  <a:pt x="102766" y="285575"/>
                  <a:pt x="102714" y="282801"/>
                </a:cubicBezTo>
                <a:close/>
                <a:moveTo>
                  <a:pt x="112815" y="281655"/>
                </a:moveTo>
                <a:cubicBezTo>
                  <a:pt x="112815" y="280726"/>
                  <a:pt x="113276" y="279959"/>
                  <a:pt x="113834" y="279959"/>
                </a:cubicBezTo>
                <a:cubicBezTo>
                  <a:pt x="114392" y="279959"/>
                  <a:pt x="114652" y="279751"/>
                  <a:pt x="114399" y="279506"/>
                </a:cubicBezTo>
                <a:cubicBezTo>
                  <a:pt x="114154" y="279253"/>
                  <a:pt x="112949" y="279573"/>
                  <a:pt x="111722" y="280205"/>
                </a:cubicBezTo>
                <a:cubicBezTo>
                  <a:pt x="109966" y="281120"/>
                  <a:pt x="109669" y="281685"/>
                  <a:pt x="110331" y="282868"/>
                </a:cubicBezTo>
                <a:cubicBezTo>
                  <a:pt x="111357" y="284698"/>
                  <a:pt x="112815" y="283984"/>
                  <a:pt x="112815" y="281655"/>
                </a:cubicBezTo>
                <a:close/>
                <a:moveTo>
                  <a:pt x="271078" y="280071"/>
                </a:moveTo>
                <a:cubicBezTo>
                  <a:pt x="271055" y="278873"/>
                  <a:pt x="270840" y="278918"/>
                  <a:pt x="269761" y="280346"/>
                </a:cubicBezTo>
                <a:cubicBezTo>
                  <a:pt x="268095" y="282555"/>
                  <a:pt x="268110" y="283976"/>
                  <a:pt x="269791" y="282585"/>
                </a:cubicBezTo>
                <a:cubicBezTo>
                  <a:pt x="270512" y="281983"/>
                  <a:pt x="271092" y="280852"/>
                  <a:pt x="271078" y="280071"/>
                </a:cubicBezTo>
                <a:close/>
                <a:moveTo>
                  <a:pt x="214830" y="279989"/>
                </a:moveTo>
                <a:cubicBezTo>
                  <a:pt x="223362" y="277944"/>
                  <a:pt x="228367" y="277609"/>
                  <a:pt x="236602" y="278531"/>
                </a:cubicBezTo>
                <a:cubicBezTo>
                  <a:pt x="242701" y="279216"/>
                  <a:pt x="242783" y="279201"/>
                  <a:pt x="243817" y="276925"/>
                </a:cubicBezTo>
                <a:cubicBezTo>
                  <a:pt x="245408" y="273444"/>
                  <a:pt x="245222" y="273258"/>
                  <a:pt x="240276" y="273258"/>
                </a:cubicBezTo>
                <a:cubicBezTo>
                  <a:pt x="237754" y="273258"/>
                  <a:pt x="234913" y="273057"/>
                  <a:pt x="233968" y="272811"/>
                </a:cubicBezTo>
                <a:cubicBezTo>
                  <a:pt x="231194" y="272090"/>
                  <a:pt x="228791" y="268081"/>
                  <a:pt x="228695" y="263997"/>
                </a:cubicBezTo>
                <a:cubicBezTo>
                  <a:pt x="228620" y="260880"/>
                  <a:pt x="228293" y="260233"/>
                  <a:pt x="226701" y="260003"/>
                </a:cubicBezTo>
                <a:cubicBezTo>
                  <a:pt x="224879" y="259742"/>
                  <a:pt x="224857" y="259839"/>
                  <a:pt x="226084" y="262190"/>
                </a:cubicBezTo>
                <a:cubicBezTo>
                  <a:pt x="227519" y="264949"/>
                  <a:pt x="227795" y="269107"/>
                  <a:pt x="226582" y="269851"/>
                </a:cubicBezTo>
                <a:cubicBezTo>
                  <a:pt x="225474" y="270535"/>
                  <a:pt x="221361" y="265447"/>
                  <a:pt x="220743" y="262621"/>
                </a:cubicBezTo>
                <a:cubicBezTo>
                  <a:pt x="219836" y="258448"/>
                  <a:pt x="219531" y="257965"/>
                  <a:pt x="218051" y="258247"/>
                </a:cubicBezTo>
                <a:cubicBezTo>
                  <a:pt x="215611" y="258723"/>
                  <a:pt x="204759" y="281722"/>
                  <a:pt x="206983" y="281700"/>
                </a:cubicBezTo>
                <a:cubicBezTo>
                  <a:pt x="207377" y="281700"/>
                  <a:pt x="210910" y="280926"/>
                  <a:pt x="214830" y="279989"/>
                </a:cubicBezTo>
                <a:close/>
                <a:moveTo>
                  <a:pt x="87443" y="280049"/>
                </a:moveTo>
                <a:cubicBezTo>
                  <a:pt x="90106" y="279312"/>
                  <a:pt x="88626" y="278115"/>
                  <a:pt x="84714" y="277847"/>
                </a:cubicBezTo>
                <a:cubicBezTo>
                  <a:pt x="81984" y="277654"/>
                  <a:pt x="80853" y="278472"/>
                  <a:pt x="81768" y="279959"/>
                </a:cubicBezTo>
                <a:cubicBezTo>
                  <a:pt x="82371" y="280934"/>
                  <a:pt x="84178" y="280964"/>
                  <a:pt x="87443" y="280049"/>
                </a:cubicBezTo>
                <a:close/>
                <a:moveTo>
                  <a:pt x="125058" y="279357"/>
                </a:moveTo>
                <a:cubicBezTo>
                  <a:pt x="125058" y="278152"/>
                  <a:pt x="121213" y="274708"/>
                  <a:pt x="119874" y="274715"/>
                </a:cubicBezTo>
                <a:cubicBezTo>
                  <a:pt x="119115" y="274723"/>
                  <a:pt x="118081" y="275630"/>
                  <a:pt x="117568" y="276731"/>
                </a:cubicBezTo>
                <a:cubicBezTo>
                  <a:pt x="116720" y="278568"/>
                  <a:pt x="116861" y="278754"/>
                  <a:pt x="119271" y="278940"/>
                </a:cubicBezTo>
                <a:cubicBezTo>
                  <a:pt x="120722" y="279045"/>
                  <a:pt x="122091" y="279320"/>
                  <a:pt x="122314" y="279550"/>
                </a:cubicBezTo>
                <a:cubicBezTo>
                  <a:pt x="122946" y="280183"/>
                  <a:pt x="125058" y="280034"/>
                  <a:pt x="125058" y="279357"/>
                </a:cubicBezTo>
                <a:close/>
                <a:moveTo>
                  <a:pt x="250541" y="279067"/>
                </a:moveTo>
                <a:cubicBezTo>
                  <a:pt x="250243" y="278583"/>
                  <a:pt x="249626" y="278405"/>
                  <a:pt x="249180" y="278687"/>
                </a:cubicBezTo>
                <a:cubicBezTo>
                  <a:pt x="247967" y="279431"/>
                  <a:pt x="248190" y="279959"/>
                  <a:pt x="249730" y="279959"/>
                </a:cubicBezTo>
                <a:cubicBezTo>
                  <a:pt x="250481" y="279959"/>
                  <a:pt x="250846" y="279558"/>
                  <a:pt x="250541" y="279067"/>
                </a:cubicBezTo>
                <a:close/>
                <a:moveTo>
                  <a:pt x="128740" y="276471"/>
                </a:moveTo>
                <a:cubicBezTo>
                  <a:pt x="128383" y="274009"/>
                  <a:pt x="126806" y="273548"/>
                  <a:pt x="126806" y="275898"/>
                </a:cubicBezTo>
                <a:cubicBezTo>
                  <a:pt x="126806" y="276746"/>
                  <a:pt x="128428" y="279082"/>
                  <a:pt x="129015" y="279082"/>
                </a:cubicBezTo>
                <a:cubicBezTo>
                  <a:pt x="129075" y="279082"/>
                  <a:pt x="128956" y="277906"/>
                  <a:pt x="128740" y="276471"/>
                </a:cubicBezTo>
                <a:close/>
                <a:moveTo>
                  <a:pt x="192367" y="273615"/>
                </a:moveTo>
                <a:cubicBezTo>
                  <a:pt x="192381" y="272774"/>
                  <a:pt x="192017" y="272090"/>
                  <a:pt x="191548" y="272090"/>
                </a:cubicBezTo>
                <a:cubicBezTo>
                  <a:pt x="190329" y="272090"/>
                  <a:pt x="189190" y="269568"/>
                  <a:pt x="188484" y="265314"/>
                </a:cubicBezTo>
                <a:cubicBezTo>
                  <a:pt x="187666" y="260375"/>
                  <a:pt x="189823" y="259244"/>
                  <a:pt x="192887" y="263000"/>
                </a:cubicBezTo>
                <a:cubicBezTo>
                  <a:pt x="194873" y="265425"/>
                  <a:pt x="194955" y="265447"/>
                  <a:pt x="194985" y="263558"/>
                </a:cubicBezTo>
                <a:cubicBezTo>
                  <a:pt x="195007" y="262480"/>
                  <a:pt x="194687" y="261594"/>
                  <a:pt x="194286" y="261594"/>
                </a:cubicBezTo>
                <a:cubicBezTo>
                  <a:pt x="192880" y="261594"/>
                  <a:pt x="191734" y="257570"/>
                  <a:pt x="191846" y="253041"/>
                </a:cubicBezTo>
                <a:cubicBezTo>
                  <a:pt x="191905" y="250526"/>
                  <a:pt x="191891" y="248473"/>
                  <a:pt x="191809" y="248473"/>
                </a:cubicBezTo>
                <a:cubicBezTo>
                  <a:pt x="190091" y="248481"/>
                  <a:pt x="188893" y="250036"/>
                  <a:pt x="188878" y="252282"/>
                </a:cubicBezTo>
                <a:cubicBezTo>
                  <a:pt x="188863" y="253799"/>
                  <a:pt x="188142" y="256611"/>
                  <a:pt x="187271" y="258530"/>
                </a:cubicBezTo>
                <a:cubicBezTo>
                  <a:pt x="185918" y="261528"/>
                  <a:pt x="185851" y="262413"/>
                  <a:pt x="186803" y="264719"/>
                </a:cubicBezTo>
                <a:cubicBezTo>
                  <a:pt x="187420" y="266199"/>
                  <a:pt x="188387" y="270096"/>
                  <a:pt x="188960" y="273384"/>
                </a:cubicBezTo>
                <a:cubicBezTo>
                  <a:pt x="189942" y="279045"/>
                  <a:pt x="190061" y="279245"/>
                  <a:pt x="191169" y="277252"/>
                </a:cubicBezTo>
                <a:cubicBezTo>
                  <a:pt x="191809" y="276099"/>
                  <a:pt x="192352" y="274463"/>
                  <a:pt x="192367" y="273615"/>
                </a:cubicBezTo>
                <a:close/>
                <a:moveTo>
                  <a:pt x="264978" y="277334"/>
                </a:moveTo>
                <a:cubicBezTo>
                  <a:pt x="266049" y="276649"/>
                  <a:pt x="265930" y="276486"/>
                  <a:pt x="264368" y="276471"/>
                </a:cubicBezTo>
                <a:cubicBezTo>
                  <a:pt x="262018" y="276456"/>
                  <a:pt x="257986" y="274701"/>
                  <a:pt x="257986" y="273696"/>
                </a:cubicBezTo>
                <a:cubicBezTo>
                  <a:pt x="257986" y="272484"/>
                  <a:pt x="255651" y="272871"/>
                  <a:pt x="254490" y="274277"/>
                </a:cubicBezTo>
                <a:cubicBezTo>
                  <a:pt x="253568" y="275377"/>
                  <a:pt x="253732" y="275586"/>
                  <a:pt x="255472" y="275601"/>
                </a:cubicBezTo>
                <a:cubicBezTo>
                  <a:pt x="256618" y="275608"/>
                  <a:pt x="258529" y="276159"/>
                  <a:pt x="259734" y="276828"/>
                </a:cubicBezTo>
                <a:cubicBezTo>
                  <a:pt x="262442" y="278323"/>
                  <a:pt x="263312" y="278412"/>
                  <a:pt x="264978" y="277334"/>
                </a:cubicBezTo>
                <a:close/>
                <a:moveTo>
                  <a:pt x="168706" y="276114"/>
                </a:moveTo>
                <a:cubicBezTo>
                  <a:pt x="169264" y="275444"/>
                  <a:pt x="170878" y="274418"/>
                  <a:pt x="172298" y="273830"/>
                </a:cubicBezTo>
                <a:cubicBezTo>
                  <a:pt x="173719" y="273243"/>
                  <a:pt x="174671" y="272410"/>
                  <a:pt x="174403" y="271986"/>
                </a:cubicBezTo>
                <a:cubicBezTo>
                  <a:pt x="173771" y="270967"/>
                  <a:pt x="169896" y="270989"/>
                  <a:pt x="169264" y="272023"/>
                </a:cubicBezTo>
                <a:cubicBezTo>
                  <a:pt x="168988" y="272462"/>
                  <a:pt x="167590" y="273087"/>
                  <a:pt x="166147" y="273399"/>
                </a:cubicBezTo>
                <a:cubicBezTo>
                  <a:pt x="162205" y="274269"/>
                  <a:pt x="162763" y="276426"/>
                  <a:pt x="167144" y="277230"/>
                </a:cubicBezTo>
                <a:cubicBezTo>
                  <a:pt x="167449" y="277289"/>
                  <a:pt x="168148" y="276783"/>
                  <a:pt x="168706" y="276114"/>
                </a:cubicBezTo>
                <a:close/>
                <a:moveTo>
                  <a:pt x="110606" y="274217"/>
                </a:moveTo>
                <a:cubicBezTo>
                  <a:pt x="113752" y="271071"/>
                  <a:pt x="112644" y="270208"/>
                  <a:pt x="108233" y="272395"/>
                </a:cubicBezTo>
                <a:cubicBezTo>
                  <a:pt x="105660" y="273674"/>
                  <a:pt x="104983" y="274336"/>
                  <a:pt x="106039" y="274544"/>
                </a:cubicBezTo>
                <a:cubicBezTo>
                  <a:pt x="106879" y="274708"/>
                  <a:pt x="107564" y="275206"/>
                  <a:pt x="107564" y="275653"/>
                </a:cubicBezTo>
                <a:cubicBezTo>
                  <a:pt x="107564" y="276925"/>
                  <a:pt x="108196" y="276627"/>
                  <a:pt x="110606" y="274217"/>
                </a:cubicBezTo>
                <a:close/>
                <a:moveTo>
                  <a:pt x="249068" y="274254"/>
                </a:moveTo>
                <a:cubicBezTo>
                  <a:pt x="248800" y="273979"/>
                  <a:pt x="248309" y="274470"/>
                  <a:pt x="247982" y="275333"/>
                </a:cubicBezTo>
                <a:cubicBezTo>
                  <a:pt x="247513" y="276575"/>
                  <a:pt x="247610" y="276679"/>
                  <a:pt x="248473" y="275816"/>
                </a:cubicBezTo>
                <a:cubicBezTo>
                  <a:pt x="249075" y="275229"/>
                  <a:pt x="249343" y="274522"/>
                  <a:pt x="249068" y="274254"/>
                </a:cubicBezTo>
                <a:close/>
                <a:moveTo>
                  <a:pt x="137703" y="266035"/>
                </a:moveTo>
                <a:cubicBezTo>
                  <a:pt x="138469" y="264555"/>
                  <a:pt x="139622" y="263342"/>
                  <a:pt x="140277" y="263342"/>
                </a:cubicBezTo>
                <a:cubicBezTo>
                  <a:pt x="141593" y="263342"/>
                  <a:pt x="142776" y="267850"/>
                  <a:pt x="141995" y="269888"/>
                </a:cubicBezTo>
                <a:cubicBezTo>
                  <a:pt x="141705" y="270647"/>
                  <a:pt x="141965" y="271212"/>
                  <a:pt x="142605" y="271212"/>
                </a:cubicBezTo>
                <a:cubicBezTo>
                  <a:pt x="143222" y="271212"/>
                  <a:pt x="144398" y="271822"/>
                  <a:pt x="145223" y="272573"/>
                </a:cubicBezTo>
                <a:cubicBezTo>
                  <a:pt x="146614" y="273830"/>
                  <a:pt x="146860" y="273503"/>
                  <a:pt x="148623" y="267976"/>
                </a:cubicBezTo>
                <a:cubicBezTo>
                  <a:pt x="149664" y="264711"/>
                  <a:pt x="150705" y="261609"/>
                  <a:pt x="150928" y="261104"/>
                </a:cubicBezTo>
                <a:cubicBezTo>
                  <a:pt x="151181" y="260523"/>
                  <a:pt x="146956" y="259408"/>
                  <a:pt x="139726" y="258158"/>
                </a:cubicBezTo>
                <a:cubicBezTo>
                  <a:pt x="121882" y="255064"/>
                  <a:pt x="122753" y="255131"/>
                  <a:pt x="122120" y="256775"/>
                </a:cubicBezTo>
                <a:cubicBezTo>
                  <a:pt x="121704" y="257860"/>
                  <a:pt x="122254" y="258508"/>
                  <a:pt x="124196" y="259244"/>
                </a:cubicBezTo>
                <a:cubicBezTo>
                  <a:pt x="126948" y="260278"/>
                  <a:pt x="128539" y="263781"/>
                  <a:pt x="128547" y="268810"/>
                </a:cubicBezTo>
                <a:cubicBezTo>
                  <a:pt x="128554" y="270610"/>
                  <a:pt x="128986" y="271212"/>
                  <a:pt x="130265" y="271212"/>
                </a:cubicBezTo>
                <a:cubicBezTo>
                  <a:pt x="131202" y="271212"/>
                  <a:pt x="132683" y="272157"/>
                  <a:pt x="133545" y="273310"/>
                </a:cubicBezTo>
                <a:lnTo>
                  <a:pt x="135115" y="275407"/>
                </a:lnTo>
                <a:lnTo>
                  <a:pt x="135710" y="272067"/>
                </a:lnTo>
                <a:cubicBezTo>
                  <a:pt x="136045" y="270223"/>
                  <a:pt x="136937" y="267515"/>
                  <a:pt x="137703" y="266035"/>
                </a:cubicBezTo>
                <a:close/>
                <a:moveTo>
                  <a:pt x="95164" y="271279"/>
                </a:moveTo>
                <a:cubicBezTo>
                  <a:pt x="95120" y="267820"/>
                  <a:pt x="94986" y="267746"/>
                  <a:pt x="91386" y="269062"/>
                </a:cubicBezTo>
                <a:cubicBezTo>
                  <a:pt x="89757" y="269665"/>
                  <a:pt x="89786" y="269747"/>
                  <a:pt x="91825" y="270282"/>
                </a:cubicBezTo>
                <a:cubicBezTo>
                  <a:pt x="93030" y="270602"/>
                  <a:pt x="94063" y="271428"/>
                  <a:pt x="94130" y="272127"/>
                </a:cubicBezTo>
                <a:cubicBezTo>
                  <a:pt x="94331" y="274321"/>
                  <a:pt x="94435" y="274708"/>
                  <a:pt x="94830" y="274708"/>
                </a:cubicBezTo>
                <a:cubicBezTo>
                  <a:pt x="95045" y="274708"/>
                  <a:pt x="95194" y="273168"/>
                  <a:pt x="95164" y="271279"/>
                </a:cubicBezTo>
                <a:close/>
                <a:moveTo>
                  <a:pt x="289770" y="272566"/>
                </a:moveTo>
                <a:cubicBezTo>
                  <a:pt x="290038" y="271874"/>
                  <a:pt x="291748" y="270513"/>
                  <a:pt x="293578" y="269553"/>
                </a:cubicBezTo>
                <a:lnTo>
                  <a:pt x="296903" y="267813"/>
                </a:lnTo>
                <a:lnTo>
                  <a:pt x="292090" y="268311"/>
                </a:lnTo>
                <a:cubicBezTo>
                  <a:pt x="289450" y="268586"/>
                  <a:pt x="286928" y="269137"/>
                  <a:pt x="286497" y="269531"/>
                </a:cubicBezTo>
                <a:cubicBezTo>
                  <a:pt x="286073" y="269918"/>
                  <a:pt x="286564" y="270022"/>
                  <a:pt x="287590" y="269747"/>
                </a:cubicBezTo>
                <a:cubicBezTo>
                  <a:pt x="289695" y="269204"/>
                  <a:pt x="290186" y="271019"/>
                  <a:pt x="288416" y="272789"/>
                </a:cubicBezTo>
                <a:cubicBezTo>
                  <a:pt x="287717" y="273488"/>
                  <a:pt x="287687" y="273838"/>
                  <a:pt x="288327" y="273838"/>
                </a:cubicBezTo>
                <a:cubicBezTo>
                  <a:pt x="288847" y="273838"/>
                  <a:pt x="289502" y="273265"/>
                  <a:pt x="289770" y="272566"/>
                </a:cubicBezTo>
                <a:close/>
                <a:moveTo>
                  <a:pt x="19243" y="270439"/>
                </a:moveTo>
                <a:cubicBezTo>
                  <a:pt x="19243" y="270015"/>
                  <a:pt x="18454" y="269464"/>
                  <a:pt x="17487" y="269211"/>
                </a:cubicBezTo>
                <a:cubicBezTo>
                  <a:pt x="16357" y="268914"/>
                  <a:pt x="15739" y="269181"/>
                  <a:pt x="15739" y="269985"/>
                </a:cubicBezTo>
                <a:cubicBezTo>
                  <a:pt x="15739" y="270662"/>
                  <a:pt x="16528" y="271212"/>
                  <a:pt x="17487" y="271212"/>
                </a:cubicBezTo>
                <a:cubicBezTo>
                  <a:pt x="18454" y="271212"/>
                  <a:pt x="19243" y="270862"/>
                  <a:pt x="19243" y="270439"/>
                </a:cubicBezTo>
                <a:close/>
                <a:moveTo>
                  <a:pt x="74322" y="266809"/>
                </a:moveTo>
                <a:cubicBezTo>
                  <a:pt x="73370" y="264384"/>
                  <a:pt x="72589" y="262264"/>
                  <a:pt x="72589" y="262100"/>
                </a:cubicBezTo>
                <a:cubicBezTo>
                  <a:pt x="72589" y="261937"/>
                  <a:pt x="71607" y="261609"/>
                  <a:pt x="70417" y="261386"/>
                </a:cubicBezTo>
                <a:lnTo>
                  <a:pt x="68253" y="260970"/>
                </a:lnTo>
                <a:lnTo>
                  <a:pt x="70856" y="263938"/>
                </a:lnTo>
                <a:cubicBezTo>
                  <a:pt x="72292" y="265566"/>
                  <a:pt x="73460" y="267872"/>
                  <a:pt x="73460" y="269055"/>
                </a:cubicBezTo>
                <a:cubicBezTo>
                  <a:pt x="73460" y="270379"/>
                  <a:pt x="73958" y="271212"/>
                  <a:pt x="74761" y="271212"/>
                </a:cubicBezTo>
                <a:cubicBezTo>
                  <a:pt x="75847" y="271212"/>
                  <a:pt x="75780" y="270505"/>
                  <a:pt x="74322" y="266809"/>
                </a:cubicBezTo>
                <a:close/>
                <a:moveTo>
                  <a:pt x="120893" y="267285"/>
                </a:moveTo>
                <a:cubicBezTo>
                  <a:pt x="119800" y="264339"/>
                  <a:pt x="119249" y="263685"/>
                  <a:pt x="118706" y="264666"/>
                </a:cubicBezTo>
                <a:cubicBezTo>
                  <a:pt x="118238" y="265492"/>
                  <a:pt x="118535" y="266935"/>
                  <a:pt x="119517" y="268594"/>
                </a:cubicBezTo>
                <a:cubicBezTo>
                  <a:pt x="121808" y="272477"/>
                  <a:pt x="122559" y="271770"/>
                  <a:pt x="120893" y="267285"/>
                </a:cubicBezTo>
                <a:close/>
                <a:moveTo>
                  <a:pt x="181328" y="261713"/>
                </a:moveTo>
                <a:cubicBezTo>
                  <a:pt x="178509" y="256105"/>
                  <a:pt x="177654" y="255079"/>
                  <a:pt x="176032" y="255302"/>
                </a:cubicBezTo>
                <a:cubicBezTo>
                  <a:pt x="174969" y="255451"/>
                  <a:pt x="173250" y="255116"/>
                  <a:pt x="172202" y="254558"/>
                </a:cubicBezTo>
                <a:cubicBezTo>
                  <a:pt x="170714" y="253755"/>
                  <a:pt x="170149" y="253792"/>
                  <a:pt x="169561" y="254722"/>
                </a:cubicBezTo>
                <a:cubicBezTo>
                  <a:pt x="168386" y="256581"/>
                  <a:pt x="168654" y="257541"/>
                  <a:pt x="170030" y="256395"/>
                </a:cubicBezTo>
                <a:cubicBezTo>
                  <a:pt x="172521" y="254327"/>
                  <a:pt x="182347" y="265745"/>
                  <a:pt x="180562" y="268638"/>
                </a:cubicBezTo>
                <a:cubicBezTo>
                  <a:pt x="180272" y="269100"/>
                  <a:pt x="180949" y="269821"/>
                  <a:pt x="182065" y="270238"/>
                </a:cubicBezTo>
                <a:cubicBezTo>
                  <a:pt x="185278" y="271443"/>
                  <a:pt x="185077" y="269159"/>
                  <a:pt x="181328" y="261713"/>
                </a:cubicBezTo>
                <a:close/>
                <a:moveTo>
                  <a:pt x="248317" y="265805"/>
                </a:moveTo>
                <a:cubicBezTo>
                  <a:pt x="249127" y="262026"/>
                  <a:pt x="249075" y="261051"/>
                  <a:pt x="247982" y="259966"/>
                </a:cubicBezTo>
                <a:cubicBezTo>
                  <a:pt x="246822" y="258805"/>
                  <a:pt x="246695" y="259088"/>
                  <a:pt x="246859" y="262532"/>
                </a:cubicBezTo>
                <a:cubicBezTo>
                  <a:pt x="246963" y="264659"/>
                  <a:pt x="246725" y="267292"/>
                  <a:pt x="246338" y="268371"/>
                </a:cubicBezTo>
                <a:cubicBezTo>
                  <a:pt x="245907" y="269561"/>
                  <a:pt x="245966" y="270342"/>
                  <a:pt x="246487" y="270342"/>
                </a:cubicBezTo>
                <a:cubicBezTo>
                  <a:pt x="246955" y="270342"/>
                  <a:pt x="247781" y="268296"/>
                  <a:pt x="248317" y="265805"/>
                </a:cubicBezTo>
                <a:close/>
                <a:moveTo>
                  <a:pt x="257257" y="264012"/>
                </a:moveTo>
                <a:cubicBezTo>
                  <a:pt x="259504" y="260851"/>
                  <a:pt x="258775" y="260940"/>
                  <a:pt x="255495" y="264220"/>
                </a:cubicBezTo>
                <a:cubicBezTo>
                  <a:pt x="254052" y="265663"/>
                  <a:pt x="253233" y="266838"/>
                  <a:pt x="253680" y="266838"/>
                </a:cubicBezTo>
                <a:cubicBezTo>
                  <a:pt x="254126" y="266838"/>
                  <a:pt x="254542" y="267724"/>
                  <a:pt x="254609" y="268810"/>
                </a:cubicBezTo>
                <a:cubicBezTo>
                  <a:pt x="254714" y="270639"/>
                  <a:pt x="254751" y="270624"/>
                  <a:pt x="255130" y="268601"/>
                </a:cubicBezTo>
                <a:cubicBezTo>
                  <a:pt x="255353" y="267404"/>
                  <a:pt x="256313" y="265336"/>
                  <a:pt x="257257" y="264012"/>
                </a:cubicBezTo>
                <a:close/>
                <a:moveTo>
                  <a:pt x="108605" y="266809"/>
                </a:moveTo>
                <a:cubicBezTo>
                  <a:pt x="111127" y="266333"/>
                  <a:pt x="113529" y="265596"/>
                  <a:pt x="113946" y="265180"/>
                </a:cubicBezTo>
                <a:cubicBezTo>
                  <a:pt x="114370" y="264763"/>
                  <a:pt x="113105" y="264852"/>
                  <a:pt x="111142" y="265373"/>
                </a:cubicBezTo>
                <a:cubicBezTo>
                  <a:pt x="108471" y="266087"/>
                  <a:pt x="107318" y="266065"/>
                  <a:pt x="106545" y="265291"/>
                </a:cubicBezTo>
                <a:cubicBezTo>
                  <a:pt x="104402" y="263149"/>
                  <a:pt x="111551" y="258099"/>
                  <a:pt x="116720" y="258099"/>
                </a:cubicBezTo>
                <a:cubicBezTo>
                  <a:pt x="118014" y="258099"/>
                  <a:pt x="118937" y="257593"/>
                  <a:pt x="118937" y="256894"/>
                </a:cubicBezTo>
                <a:cubicBezTo>
                  <a:pt x="118937" y="255956"/>
                  <a:pt x="118126" y="255852"/>
                  <a:pt x="115218" y="256395"/>
                </a:cubicBezTo>
                <a:cubicBezTo>
                  <a:pt x="109498" y="257466"/>
                  <a:pt x="106693" y="258783"/>
                  <a:pt x="106693" y="260397"/>
                </a:cubicBezTo>
                <a:cubicBezTo>
                  <a:pt x="106693" y="261200"/>
                  <a:pt x="105146" y="263335"/>
                  <a:pt x="103250" y="265135"/>
                </a:cubicBezTo>
                <a:cubicBezTo>
                  <a:pt x="99806" y="268408"/>
                  <a:pt x="99374" y="270163"/>
                  <a:pt x="102409" y="268542"/>
                </a:cubicBezTo>
                <a:cubicBezTo>
                  <a:pt x="103294" y="268066"/>
                  <a:pt x="106084" y="267285"/>
                  <a:pt x="108605" y="266809"/>
                </a:cubicBezTo>
                <a:close/>
                <a:moveTo>
                  <a:pt x="80080" y="265090"/>
                </a:moveTo>
                <a:cubicBezTo>
                  <a:pt x="80957" y="265090"/>
                  <a:pt x="81329" y="264042"/>
                  <a:pt x="81329" y="261594"/>
                </a:cubicBezTo>
                <a:cubicBezTo>
                  <a:pt x="81329" y="257384"/>
                  <a:pt x="80005" y="256975"/>
                  <a:pt x="79209" y="260940"/>
                </a:cubicBezTo>
                <a:cubicBezTo>
                  <a:pt x="78495" y="264525"/>
                  <a:pt x="77937" y="268661"/>
                  <a:pt x="78443" y="266623"/>
                </a:cubicBezTo>
                <a:cubicBezTo>
                  <a:pt x="78659" y="265782"/>
                  <a:pt x="79395" y="265090"/>
                  <a:pt x="80080" y="265090"/>
                </a:cubicBezTo>
                <a:close/>
                <a:moveTo>
                  <a:pt x="171250" y="263610"/>
                </a:moveTo>
                <a:cubicBezTo>
                  <a:pt x="168155" y="257474"/>
                  <a:pt x="168222" y="257541"/>
                  <a:pt x="167702" y="260233"/>
                </a:cubicBezTo>
                <a:cubicBezTo>
                  <a:pt x="167382" y="261907"/>
                  <a:pt x="168014" y="263201"/>
                  <a:pt x="170260" y="265522"/>
                </a:cubicBezTo>
                <a:cubicBezTo>
                  <a:pt x="171897" y="267210"/>
                  <a:pt x="173355" y="268586"/>
                  <a:pt x="173503" y="268586"/>
                </a:cubicBezTo>
                <a:cubicBezTo>
                  <a:pt x="173645" y="268586"/>
                  <a:pt x="172633" y="266347"/>
                  <a:pt x="171250" y="263610"/>
                </a:cubicBezTo>
                <a:close/>
                <a:moveTo>
                  <a:pt x="198421" y="265745"/>
                </a:moveTo>
                <a:cubicBezTo>
                  <a:pt x="199284" y="263149"/>
                  <a:pt x="199254" y="263052"/>
                  <a:pt x="198072" y="264600"/>
                </a:cubicBezTo>
                <a:cubicBezTo>
                  <a:pt x="197350" y="265537"/>
                  <a:pt x="196770" y="266816"/>
                  <a:pt x="196770" y="267448"/>
                </a:cubicBezTo>
                <a:cubicBezTo>
                  <a:pt x="196770" y="269397"/>
                  <a:pt x="197432" y="268713"/>
                  <a:pt x="198421" y="265745"/>
                </a:cubicBezTo>
                <a:close/>
                <a:moveTo>
                  <a:pt x="240031" y="267672"/>
                </a:moveTo>
                <a:cubicBezTo>
                  <a:pt x="239718" y="267166"/>
                  <a:pt x="239004" y="266913"/>
                  <a:pt x="238446" y="267114"/>
                </a:cubicBezTo>
                <a:cubicBezTo>
                  <a:pt x="237888" y="267314"/>
                  <a:pt x="236743" y="267121"/>
                  <a:pt x="235902" y="266690"/>
                </a:cubicBezTo>
                <a:cubicBezTo>
                  <a:pt x="234772" y="266109"/>
                  <a:pt x="234370" y="266251"/>
                  <a:pt x="234370" y="267248"/>
                </a:cubicBezTo>
                <a:cubicBezTo>
                  <a:pt x="234370" y="268200"/>
                  <a:pt x="235270" y="268586"/>
                  <a:pt x="237487" y="268586"/>
                </a:cubicBezTo>
                <a:cubicBezTo>
                  <a:pt x="239443" y="268586"/>
                  <a:pt x="240388" y="268244"/>
                  <a:pt x="240031" y="267672"/>
                </a:cubicBezTo>
                <a:close/>
                <a:moveTo>
                  <a:pt x="286274" y="265232"/>
                </a:moveTo>
                <a:cubicBezTo>
                  <a:pt x="289152" y="262279"/>
                  <a:pt x="289383" y="261736"/>
                  <a:pt x="288200" y="260754"/>
                </a:cubicBezTo>
                <a:cubicBezTo>
                  <a:pt x="287070" y="259817"/>
                  <a:pt x="286847" y="259876"/>
                  <a:pt x="286847" y="261133"/>
                </a:cubicBezTo>
                <a:cubicBezTo>
                  <a:pt x="286847" y="261966"/>
                  <a:pt x="285508" y="263982"/>
                  <a:pt x="283871" y="265619"/>
                </a:cubicBezTo>
                <a:cubicBezTo>
                  <a:pt x="282235" y="267255"/>
                  <a:pt x="281372" y="268586"/>
                  <a:pt x="281945" y="268586"/>
                </a:cubicBezTo>
                <a:cubicBezTo>
                  <a:pt x="282518" y="268586"/>
                  <a:pt x="284466" y="267076"/>
                  <a:pt x="286274" y="265232"/>
                </a:cubicBezTo>
                <a:close/>
                <a:moveTo>
                  <a:pt x="45328" y="266824"/>
                </a:moveTo>
                <a:lnTo>
                  <a:pt x="52908" y="266809"/>
                </a:lnTo>
                <a:lnTo>
                  <a:pt x="50052" y="264979"/>
                </a:lnTo>
                <a:cubicBezTo>
                  <a:pt x="48103" y="263737"/>
                  <a:pt x="46853" y="263424"/>
                  <a:pt x="46117" y="264004"/>
                </a:cubicBezTo>
                <a:cubicBezTo>
                  <a:pt x="44347" y="265395"/>
                  <a:pt x="40858" y="265901"/>
                  <a:pt x="37667" y="265232"/>
                </a:cubicBezTo>
                <a:cubicBezTo>
                  <a:pt x="33717" y="264406"/>
                  <a:pt x="33249" y="262643"/>
                  <a:pt x="36641" y="261356"/>
                </a:cubicBezTo>
                <a:cubicBezTo>
                  <a:pt x="38136" y="260799"/>
                  <a:pt x="39355" y="260055"/>
                  <a:pt x="39355" y="259705"/>
                </a:cubicBezTo>
                <a:cubicBezTo>
                  <a:pt x="39355" y="258381"/>
                  <a:pt x="37474" y="257994"/>
                  <a:pt x="36194" y="259058"/>
                </a:cubicBezTo>
                <a:cubicBezTo>
                  <a:pt x="34721" y="260270"/>
                  <a:pt x="28221" y="260226"/>
                  <a:pt x="24925" y="258969"/>
                </a:cubicBezTo>
                <a:cubicBezTo>
                  <a:pt x="23192" y="258314"/>
                  <a:pt x="22872" y="258448"/>
                  <a:pt x="22977" y="259802"/>
                </a:cubicBezTo>
                <a:cubicBezTo>
                  <a:pt x="23051" y="260858"/>
                  <a:pt x="24189" y="261751"/>
                  <a:pt x="26212" y="262353"/>
                </a:cubicBezTo>
                <a:cubicBezTo>
                  <a:pt x="27923" y="262866"/>
                  <a:pt x="30683" y="264295"/>
                  <a:pt x="32349" y="265522"/>
                </a:cubicBezTo>
                <a:cubicBezTo>
                  <a:pt x="34007" y="266749"/>
                  <a:pt x="35904" y="267545"/>
                  <a:pt x="36559" y="267300"/>
                </a:cubicBezTo>
                <a:cubicBezTo>
                  <a:pt x="37213" y="267047"/>
                  <a:pt x="41156" y="266831"/>
                  <a:pt x="45328" y="266824"/>
                </a:cubicBezTo>
                <a:close/>
                <a:moveTo>
                  <a:pt x="55422" y="257771"/>
                </a:moveTo>
                <a:cubicBezTo>
                  <a:pt x="53659" y="253115"/>
                  <a:pt x="52112" y="249418"/>
                  <a:pt x="51986" y="249552"/>
                </a:cubicBezTo>
                <a:cubicBezTo>
                  <a:pt x="51852" y="249678"/>
                  <a:pt x="52075" y="251553"/>
                  <a:pt x="52469" y="253710"/>
                </a:cubicBezTo>
                <a:cubicBezTo>
                  <a:pt x="52878" y="255941"/>
                  <a:pt x="52841" y="258270"/>
                  <a:pt x="52395" y="259118"/>
                </a:cubicBezTo>
                <a:cubicBezTo>
                  <a:pt x="51956" y="259936"/>
                  <a:pt x="51599" y="260962"/>
                  <a:pt x="51599" y="261394"/>
                </a:cubicBezTo>
                <a:cubicBezTo>
                  <a:pt x="51599" y="262234"/>
                  <a:pt x="57862" y="266987"/>
                  <a:pt x="58338" y="266511"/>
                </a:cubicBezTo>
                <a:cubicBezTo>
                  <a:pt x="58494" y="266355"/>
                  <a:pt x="57177" y="262428"/>
                  <a:pt x="55422" y="257771"/>
                </a:cubicBezTo>
                <a:close/>
                <a:moveTo>
                  <a:pt x="167032" y="265916"/>
                </a:moveTo>
                <a:cubicBezTo>
                  <a:pt x="167032" y="265403"/>
                  <a:pt x="166638" y="265232"/>
                  <a:pt x="166162" y="265529"/>
                </a:cubicBezTo>
                <a:cubicBezTo>
                  <a:pt x="165678" y="265827"/>
                  <a:pt x="165284" y="266243"/>
                  <a:pt x="165284" y="266452"/>
                </a:cubicBezTo>
                <a:cubicBezTo>
                  <a:pt x="165284" y="266667"/>
                  <a:pt x="165678" y="266838"/>
                  <a:pt x="166162" y="266838"/>
                </a:cubicBezTo>
                <a:cubicBezTo>
                  <a:pt x="166638" y="266838"/>
                  <a:pt x="167032" y="266422"/>
                  <a:pt x="167032" y="265916"/>
                </a:cubicBezTo>
                <a:close/>
                <a:moveTo>
                  <a:pt x="98303" y="262033"/>
                </a:moveTo>
                <a:cubicBezTo>
                  <a:pt x="99664" y="259951"/>
                  <a:pt x="99649" y="259847"/>
                  <a:pt x="97998" y="259847"/>
                </a:cubicBezTo>
                <a:cubicBezTo>
                  <a:pt x="96518" y="259847"/>
                  <a:pt x="94450" y="262100"/>
                  <a:pt x="94450" y="263722"/>
                </a:cubicBezTo>
                <a:cubicBezTo>
                  <a:pt x="94450" y="265090"/>
                  <a:pt x="97046" y="263945"/>
                  <a:pt x="98303" y="262033"/>
                </a:cubicBezTo>
                <a:close/>
                <a:moveTo>
                  <a:pt x="242455" y="262056"/>
                </a:moveTo>
                <a:cubicBezTo>
                  <a:pt x="242679" y="260866"/>
                  <a:pt x="242530" y="260107"/>
                  <a:pt x="242121" y="260360"/>
                </a:cubicBezTo>
                <a:cubicBezTo>
                  <a:pt x="241392" y="260806"/>
                  <a:pt x="241027" y="264220"/>
                  <a:pt x="241704" y="264220"/>
                </a:cubicBezTo>
                <a:cubicBezTo>
                  <a:pt x="241890" y="264220"/>
                  <a:pt x="242225" y="263246"/>
                  <a:pt x="242455" y="262056"/>
                </a:cubicBezTo>
                <a:close/>
                <a:moveTo>
                  <a:pt x="65322" y="258270"/>
                </a:moveTo>
                <a:cubicBezTo>
                  <a:pt x="62853" y="255696"/>
                  <a:pt x="62191" y="252847"/>
                  <a:pt x="64058" y="252855"/>
                </a:cubicBezTo>
                <a:cubicBezTo>
                  <a:pt x="64660" y="252855"/>
                  <a:pt x="66297" y="253457"/>
                  <a:pt x="67688" y="254179"/>
                </a:cubicBezTo>
                <a:cubicBezTo>
                  <a:pt x="71206" y="256016"/>
                  <a:pt x="71533" y="255146"/>
                  <a:pt x="68424" y="252237"/>
                </a:cubicBezTo>
                <a:cubicBezTo>
                  <a:pt x="65359" y="249366"/>
                  <a:pt x="63544" y="246168"/>
                  <a:pt x="64288" y="244963"/>
                </a:cubicBezTo>
                <a:cubicBezTo>
                  <a:pt x="65196" y="243490"/>
                  <a:pt x="66542" y="244003"/>
                  <a:pt x="69175" y="246822"/>
                </a:cubicBezTo>
                <a:cubicBezTo>
                  <a:pt x="70670" y="248421"/>
                  <a:pt x="71712" y="249024"/>
                  <a:pt x="71712" y="248295"/>
                </a:cubicBezTo>
                <a:cubicBezTo>
                  <a:pt x="71712" y="247611"/>
                  <a:pt x="72560" y="246145"/>
                  <a:pt x="73601" y="245022"/>
                </a:cubicBezTo>
                <a:cubicBezTo>
                  <a:pt x="75312" y="243192"/>
                  <a:pt x="75602" y="243133"/>
                  <a:pt x="76532" y="244405"/>
                </a:cubicBezTo>
                <a:cubicBezTo>
                  <a:pt x="77446" y="245662"/>
                  <a:pt x="77685" y="245558"/>
                  <a:pt x="78607" y="243535"/>
                </a:cubicBezTo>
                <a:cubicBezTo>
                  <a:pt x="79871" y="240760"/>
                  <a:pt x="79209" y="239867"/>
                  <a:pt x="76933" y="241296"/>
                </a:cubicBezTo>
                <a:cubicBezTo>
                  <a:pt x="75148" y="242404"/>
                  <a:pt x="68469" y="242731"/>
                  <a:pt x="66096" y="241824"/>
                </a:cubicBezTo>
                <a:cubicBezTo>
                  <a:pt x="65337" y="241534"/>
                  <a:pt x="64712" y="240730"/>
                  <a:pt x="64712" y="240053"/>
                </a:cubicBezTo>
                <a:cubicBezTo>
                  <a:pt x="64712" y="237941"/>
                  <a:pt x="69145" y="236914"/>
                  <a:pt x="76085" y="237420"/>
                </a:cubicBezTo>
                <a:cubicBezTo>
                  <a:pt x="82393" y="237881"/>
                  <a:pt x="82490" y="237859"/>
                  <a:pt x="78711" y="236848"/>
                </a:cubicBezTo>
                <a:cubicBezTo>
                  <a:pt x="73735" y="235516"/>
                  <a:pt x="73556" y="233582"/>
                  <a:pt x="78272" y="232020"/>
                </a:cubicBezTo>
                <a:cubicBezTo>
                  <a:pt x="81441" y="230979"/>
                  <a:pt x="83933" y="230956"/>
                  <a:pt x="87347" y="231946"/>
                </a:cubicBezTo>
                <a:cubicBezTo>
                  <a:pt x="88001" y="232139"/>
                  <a:pt x="88708" y="231857"/>
                  <a:pt x="88909" y="231314"/>
                </a:cubicBezTo>
                <a:cubicBezTo>
                  <a:pt x="89370" y="230079"/>
                  <a:pt x="86402" y="229261"/>
                  <a:pt x="81433" y="229246"/>
                </a:cubicBezTo>
                <a:cubicBezTo>
                  <a:pt x="78488" y="229238"/>
                  <a:pt x="77142" y="229729"/>
                  <a:pt x="75632" y="231358"/>
                </a:cubicBezTo>
                <a:cubicBezTo>
                  <a:pt x="72121" y="235137"/>
                  <a:pt x="62496" y="236729"/>
                  <a:pt x="64474" y="233195"/>
                </a:cubicBezTo>
                <a:cubicBezTo>
                  <a:pt x="64876" y="232481"/>
                  <a:pt x="66550" y="230904"/>
                  <a:pt x="68186" y="229692"/>
                </a:cubicBezTo>
                <a:lnTo>
                  <a:pt x="71176" y="227490"/>
                </a:lnTo>
                <a:lnTo>
                  <a:pt x="68558" y="227490"/>
                </a:lnTo>
                <a:cubicBezTo>
                  <a:pt x="67115" y="227490"/>
                  <a:pt x="65568" y="227862"/>
                  <a:pt x="65107" y="228316"/>
                </a:cubicBezTo>
                <a:cubicBezTo>
                  <a:pt x="64653" y="228770"/>
                  <a:pt x="62615" y="229409"/>
                  <a:pt x="60577" y="229737"/>
                </a:cubicBezTo>
                <a:cubicBezTo>
                  <a:pt x="57534" y="230228"/>
                  <a:pt x="56768" y="230064"/>
                  <a:pt x="56292" y="228822"/>
                </a:cubicBezTo>
                <a:cubicBezTo>
                  <a:pt x="55586" y="226970"/>
                  <a:pt x="57066" y="225921"/>
                  <a:pt x="61425" y="225192"/>
                </a:cubicBezTo>
                <a:lnTo>
                  <a:pt x="64683" y="224641"/>
                </a:lnTo>
                <a:lnTo>
                  <a:pt x="62511" y="222060"/>
                </a:lnTo>
                <a:cubicBezTo>
                  <a:pt x="60257" y="219383"/>
                  <a:pt x="59610" y="216117"/>
                  <a:pt x="61335" y="216117"/>
                </a:cubicBezTo>
                <a:cubicBezTo>
                  <a:pt x="61878" y="216117"/>
                  <a:pt x="63745" y="216995"/>
                  <a:pt x="65486" y="218074"/>
                </a:cubicBezTo>
                <a:cubicBezTo>
                  <a:pt x="67226" y="219145"/>
                  <a:pt x="69860" y="220037"/>
                  <a:pt x="71347" y="220037"/>
                </a:cubicBezTo>
                <a:lnTo>
                  <a:pt x="74040" y="220052"/>
                </a:lnTo>
                <a:lnTo>
                  <a:pt x="72441" y="217426"/>
                </a:lnTo>
                <a:cubicBezTo>
                  <a:pt x="69406" y="212450"/>
                  <a:pt x="71154" y="208620"/>
                  <a:pt x="74687" y="212525"/>
                </a:cubicBezTo>
                <a:cubicBezTo>
                  <a:pt x="75565" y="213492"/>
                  <a:pt x="76874" y="213997"/>
                  <a:pt x="77856" y="213744"/>
                </a:cubicBezTo>
                <a:cubicBezTo>
                  <a:pt x="78778" y="213499"/>
                  <a:pt x="80719" y="213722"/>
                  <a:pt x="82177" y="214228"/>
                </a:cubicBezTo>
                <a:cubicBezTo>
                  <a:pt x="86000" y="215559"/>
                  <a:pt x="85621" y="214265"/>
                  <a:pt x="80013" y="206812"/>
                </a:cubicBezTo>
                <a:cubicBezTo>
                  <a:pt x="76665" y="202371"/>
                  <a:pt x="74456" y="200244"/>
                  <a:pt x="72798" y="199895"/>
                </a:cubicBezTo>
                <a:cubicBezTo>
                  <a:pt x="71474" y="199612"/>
                  <a:pt x="69547" y="199039"/>
                  <a:pt x="68498" y="198615"/>
                </a:cubicBezTo>
                <a:cubicBezTo>
                  <a:pt x="66401" y="197775"/>
                  <a:pt x="63783" y="199701"/>
                  <a:pt x="65545" y="200787"/>
                </a:cubicBezTo>
                <a:cubicBezTo>
                  <a:pt x="67755" y="202148"/>
                  <a:pt x="65910" y="211744"/>
                  <a:pt x="63440" y="211744"/>
                </a:cubicBezTo>
                <a:cubicBezTo>
                  <a:pt x="62183" y="211744"/>
                  <a:pt x="61640" y="210405"/>
                  <a:pt x="60956" y="205622"/>
                </a:cubicBezTo>
                <a:cubicBezTo>
                  <a:pt x="60629" y="203264"/>
                  <a:pt x="60026" y="204164"/>
                  <a:pt x="59104" y="208396"/>
                </a:cubicBezTo>
                <a:cubicBezTo>
                  <a:pt x="58077" y="213105"/>
                  <a:pt x="51599" y="218579"/>
                  <a:pt x="51599" y="214741"/>
                </a:cubicBezTo>
                <a:cubicBezTo>
                  <a:pt x="51599" y="213834"/>
                  <a:pt x="50803" y="214302"/>
                  <a:pt x="49271" y="216125"/>
                </a:cubicBezTo>
                <a:cubicBezTo>
                  <a:pt x="47991" y="217650"/>
                  <a:pt x="46020" y="219241"/>
                  <a:pt x="44897" y="219673"/>
                </a:cubicBezTo>
                <a:cubicBezTo>
                  <a:pt x="41989" y="220774"/>
                  <a:pt x="42063" y="225564"/>
                  <a:pt x="45031" y="228353"/>
                </a:cubicBezTo>
                <a:cubicBezTo>
                  <a:pt x="48780" y="231879"/>
                  <a:pt x="55556" y="242404"/>
                  <a:pt x="60733" y="252743"/>
                </a:cubicBezTo>
                <a:cubicBezTo>
                  <a:pt x="64415" y="260092"/>
                  <a:pt x="65969" y="262435"/>
                  <a:pt x="66698" y="261713"/>
                </a:cubicBezTo>
                <a:cubicBezTo>
                  <a:pt x="67420" y="260985"/>
                  <a:pt x="67063" y="260085"/>
                  <a:pt x="65322" y="258270"/>
                </a:cubicBezTo>
                <a:close/>
                <a:moveTo>
                  <a:pt x="89712" y="256894"/>
                </a:moveTo>
                <a:cubicBezTo>
                  <a:pt x="84966" y="254008"/>
                  <a:pt x="84803" y="251977"/>
                  <a:pt x="89310" y="251977"/>
                </a:cubicBezTo>
                <a:cubicBezTo>
                  <a:pt x="90753" y="251977"/>
                  <a:pt x="92680" y="252371"/>
                  <a:pt x="93580" y="252847"/>
                </a:cubicBezTo>
                <a:cubicBezTo>
                  <a:pt x="94673" y="253435"/>
                  <a:pt x="95395" y="253435"/>
                  <a:pt x="95759" y="252847"/>
                </a:cubicBezTo>
                <a:cubicBezTo>
                  <a:pt x="96057" y="252371"/>
                  <a:pt x="97113" y="251977"/>
                  <a:pt x="98102" y="251977"/>
                </a:cubicBezTo>
                <a:cubicBezTo>
                  <a:pt x="99679" y="251977"/>
                  <a:pt x="99508" y="251538"/>
                  <a:pt x="96652" y="248384"/>
                </a:cubicBezTo>
                <a:cubicBezTo>
                  <a:pt x="94279" y="245759"/>
                  <a:pt x="93669" y="244531"/>
                  <a:pt x="94376" y="243825"/>
                </a:cubicBezTo>
                <a:cubicBezTo>
                  <a:pt x="95068" y="243133"/>
                  <a:pt x="96049" y="243118"/>
                  <a:pt x="97760" y="243765"/>
                </a:cubicBezTo>
                <a:cubicBezTo>
                  <a:pt x="99292" y="244345"/>
                  <a:pt x="101040" y="244382"/>
                  <a:pt x="102565" y="243877"/>
                </a:cubicBezTo>
                <a:lnTo>
                  <a:pt x="104968" y="243073"/>
                </a:lnTo>
                <a:lnTo>
                  <a:pt x="102112" y="239555"/>
                </a:lnTo>
                <a:cubicBezTo>
                  <a:pt x="100542" y="237621"/>
                  <a:pt x="98668" y="235315"/>
                  <a:pt x="97946" y="234438"/>
                </a:cubicBezTo>
                <a:cubicBezTo>
                  <a:pt x="97225" y="233560"/>
                  <a:pt x="95581" y="232585"/>
                  <a:pt x="94287" y="232266"/>
                </a:cubicBezTo>
                <a:lnTo>
                  <a:pt x="91936" y="231700"/>
                </a:lnTo>
                <a:lnTo>
                  <a:pt x="92434" y="236557"/>
                </a:lnTo>
                <a:cubicBezTo>
                  <a:pt x="92977" y="241772"/>
                  <a:pt x="91586" y="246725"/>
                  <a:pt x="89593" y="246725"/>
                </a:cubicBezTo>
                <a:cubicBezTo>
                  <a:pt x="88299" y="246725"/>
                  <a:pt x="87585" y="244933"/>
                  <a:pt x="87295" y="240916"/>
                </a:cubicBezTo>
                <a:cubicBezTo>
                  <a:pt x="87034" y="237383"/>
                  <a:pt x="84922" y="237993"/>
                  <a:pt x="85026" y="241571"/>
                </a:cubicBezTo>
                <a:cubicBezTo>
                  <a:pt x="85115" y="244866"/>
                  <a:pt x="80541" y="250690"/>
                  <a:pt x="77930" y="250593"/>
                </a:cubicBezTo>
                <a:cubicBezTo>
                  <a:pt x="75728" y="250512"/>
                  <a:pt x="75773" y="250303"/>
                  <a:pt x="77387" y="253405"/>
                </a:cubicBezTo>
                <a:cubicBezTo>
                  <a:pt x="78108" y="254781"/>
                  <a:pt x="78696" y="255473"/>
                  <a:pt x="78704" y="254937"/>
                </a:cubicBezTo>
                <a:cubicBezTo>
                  <a:pt x="78711" y="253747"/>
                  <a:pt x="82995" y="249351"/>
                  <a:pt x="84141" y="249351"/>
                </a:cubicBezTo>
                <a:cubicBezTo>
                  <a:pt x="84595" y="249351"/>
                  <a:pt x="84855" y="250631"/>
                  <a:pt x="84721" y="252193"/>
                </a:cubicBezTo>
                <a:cubicBezTo>
                  <a:pt x="84587" y="253755"/>
                  <a:pt x="84959" y="256685"/>
                  <a:pt x="85547" y="258701"/>
                </a:cubicBezTo>
                <a:lnTo>
                  <a:pt x="86618" y="262361"/>
                </a:lnTo>
                <a:lnTo>
                  <a:pt x="89511" y="260449"/>
                </a:lnTo>
                <a:lnTo>
                  <a:pt x="92412" y="258530"/>
                </a:lnTo>
                <a:lnTo>
                  <a:pt x="89712" y="256894"/>
                </a:lnTo>
                <a:close/>
                <a:moveTo>
                  <a:pt x="238744" y="261104"/>
                </a:moveTo>
                <a:cubicBezTo>
                  <a:pt x="238744" y="260352"/>
                  <a:pt x="238342" y="259988"/>
                  <a:pt x="237859" y="260293"/>
                </a:cubicBezTo>
                <a:cubicBezTo>
                  <a:pt x="237368" y="260590"/>
                  <a:pt x="237197" y="261208"/>
                  <a:pt x="237472" y="261654"/>
                </a:cubicBezTo>
                <a:cubicBezTo>
                  <a:pt x="238223" y="262866"/>
                  <a:pt x="238744" y="262643"/>
                  <a:pt x="238744" y="261104"/>
                </a:cubicBezTo>
                <a:close/>
                <a:moveTo>
                  <a:pt x="282473" y="259408"/>
                </a:moveTo>
                <a:cubicBezTo>
                  <a:pt x="283068" y="258686"/>
                  <a:pt x="283365" y="258099"/>
                  <a:pt x="283120" y="258099"/>
                </a:cubicBezTo>
                <a:cubicBezTo>
                  <a:pt x="282882" y="258099"/>
                  <a:pt x="282198" y="258686"/>
                  <a:pt x="281595" y="259408"/>
                </a:cubicBezTo>
                <a:cubicBezTo>
                  <a:pt x="281000" y="260129"/>
                  <a:pt x="280703" y="260717"/>
                  <a:pt x="280948" y="260717"/>
                </a:cubicBezTo>
                <a:cubicBezTo>
                  <a:pt x="281186" y="260717"/>
                  <a:pt x="281870" y="260129"/>
                  <a:pt x="282473" y="259408"/>
                </a:cubicBezTo>
                <a:close/>
                <a:moveTo>
                  <a:pt x="206172" y="251858"/>
                </a:moveTo>
                <a:cubicBezTo>
                  <a:pt x="209407" y="246904"/>
                  <a:pt x="210761" y="243981"/>
                  <a:pt x="210761" y="241898"/>
                </a:cubicBezTo>
                <a:cubicBezTo>
                  <a:pt x="210761" y="237822"/>
                  <a:pt x="209452" y="237413"/>
                  <a:pt x="206343" y="240515"/>
                </a:cubicBezTo>
                <a:cubicBezTo>
                  <a:pt x="203583" y="243274"/>
                  <a:pt x="198131" y="244940"/>
                  <a:pt x="196658" y="243468"/>
                </a:cubicBezTo>
                <a:cubicBezTo>
                  <a:pt x="196101" y="242910"/>
                  <a:pt x="196919" y="241630"/>
                  <a:pt x="199001" y="239808"/>
                </a:cubicBezTo>
                <a:cubicBezTo>
                  <a:pt x="202483" y="236751"/>
                  <a:pt x="202453" y="235233"/>
                  <a:pt x="198942" y="237115"/>
                </a:cubicBezTo>
                <a:cubicBezTo>
                  <a:pt x="197655" y="237800"/>
                  <a:pt x="196353" y="239600"/>
                  <a:pt x="195796" y="241467"/>
                </a:cubicBezTo>
                <a:cubicBezTo>
                  <a:pt x="194977" y="244197"/>
                  <a:pt x="195104" y="245067"/>
                  <a:pt x="196673" y="247655"/>
                </a:cubicBezTo>
                <a:cubicBezTo>
                  <a:pt x="197685" y="249307"/>
                  <a:pt x="198511" y="251545"/>
                  <a:pt x="198511" y="252631"/>
                </a:cubicBezTo>
                <a:cubicBezTo>
                  <a:pt x="198511" y="253710"/>
                  <a:pt x="198957" y="254595"/>
                  <a:pt x="199492" y="254595"/>
                </a:cubicBezTo>
                <a:cubicBezTo>
                  <a:pt x="200065" y="254595"/>
                  <a:pt x="200311" y="255629"/>
                  <a:pt x="200095" y="257132"/>
                </a:cubicBezTo>
                <a:cubicBezTo>
                  <a:pt x="199530" y="260985"/>
                  <a:pt x="201062" y="259653"/>
                  <a:pt x="206172" y="251858"/>
                </a:cubicBezTo>
                <a:close/>
                <a:moveTo>
                  <a:pt x="99858" y="256626"/>
                </a:moveTo>
                <a:cubicBezTo>
                  <a:pt x="99226" y="256373"/>
                  <a:pt x="98474" y="256403"/>
                  <a:pt x="98184" y="256693"/>
                </a:cubicBezTo>
                <a:cubicBezTo>
                  <a:pt x="97894" y="256983"/>
                  <a:pt x="98407" y="257191"/>
                  <a:pt x="99330" y="257154"/>
                </a:cubicBezTo>
                <a:cubicBezTo>
                  <a:pt x="100349" y="257109"/>
                  <a:pt x="100557" y="256901"/>
                  <a:pt x="99858" y="256626"/>
                </a:cubicBezTo>
                <a:close/>
                <a:moveTo>
                  <a:pt x="224314" y="255473"/>
                </a:moveTo>
                <a:cubicBezTo>
                  <a:pt x="225005" y="254357"/>
                  <a:pt x="222975" y="254357"/>
                  <a:pt x="221257" y="255473"/>
                </a:cubicBezTo>
                <a:cubicBezTo>
                  <a:pt x="220185" y="256157"/>
                  <a:pt x="220304" y="256321"/>
                  <a:pt x="221859" y="256336"/>
                </a:cubicBezTo>
                <a:cubicBezTo>
                  <a:pt x="222915" y="256343"/>
                  <a:pt x="224016" y="255949"/>
                  <a:pt x="224314" y="255473"/>
                </a:cubicBezTo>
                <a:close/>
                <a:moveTo>
                  <a:pt x="238268" y="254484"/>
                </a:moveTo>
                <a:cubicBezTo>
                  <a:pt x="238751" y="254037"/>
                  <a:pt x="237911" y="253725"/>
                  <a:pt x="236237" y="253725"/>
                </a:cubicBezTo>
                <a:cubicBezTo>
                  <a:pt x="234668" y="253725"/>
                  <a:pt x="232696" y="253353"/>
                  <a:pt x="231863" y="252907"/>
                </a:cubicBezTo>
                <a:cubicBezTo>
                  <a:pt x="230941" y="252416"/>
                  <a:pt x="229848" y="252408"/>
                  <a:pt x="229082" y="252899"/>
                </a:cubicBezTo>
                <a:cubicBezTo>
                  <a:pt x="228092" y="253517"/>
                  <a:pt x="228248" y="253695"/>
                  <a:pt x="229781" y="253710"/>
                </a:cubicBezTo>
                <a:cubicBezTo>
                  <a:pt x="230926" y="253717"/>
                  <a:pt x="231752" y="254260"/>
                  <a:pt x="231752" y="255012"/>
                </a:cubicBezTo>
                <a:cubicBezTo>
                  <a:pt x="231752" y="255994"/>
                  <a:pt x="232429" y="256172"/>
                  <a:pt x="234593" y="255770"/>
                </a:cubicBezTo>
                <a:cubicBezTo>
                  <a:pt x="236155" y="255480"/>
                  <a:pt x="237807" y="254900"/>
                  <a:pt x="238268" y="254484"/>
                </a:cubicBezTo>
                <a:close/>
                <a:moveTo>
                  <a:pt x="250466" y="250489"/>
                </a:moveTo>
                <a:cubicBezTo>
                  <a:pt x="247833" y="248563"/>
                  <a:pt x="247484" y="249210"/>
                  <a:pt x="249499" y="252282"/>
                </a:cubicBezTo>
                <a:cubicBezTo>
                  <a:pt x="251195" y="254863"/>
                  <a:pt x="251463" y="254997"/>
                  <a:pt x="251731" y="253420"/>
                </a:cubicBezTo>
                <a:cubicBezTo>
                  <a:pt x="251894" y="252431"/>
                  <a:pt x="251337" y="251129"/>
                  <a:pt x="250466" y="250489"/>
                </a:cubicBezTo>
                <a:close/>
                <a:moveTo>
                  <a:pt x="113276" y="252535"/>
                </a:moveTo>
                <a:cubicBezTo>
                  <a:pt x="112384" y="251888"/>
                  <a:pt x="111863" y="250802"/>
                  <a:pt x="112123" y="250132"/>
                </a:cubicBezTo>
                <a:cubicBezTo>
                  <a:pt x="112480" y="249195"/>
                  <a:pt x="111499" y="248868"/>
                  <a:pt x="107891" y="248704"/>
                </a:cubicBezTo>
                <a:cubicBezTo>
                  <a:pt x="105243" y="248585"/>
                  <a:pt x="103198" y="248875"/>
                  <a:pt x="103198" y="249359"/>
                </a:cubicBezTo>
                <a:cubicBezTo>
                  <a:pt x="103198" y="249835"/>
                  <a:pt x="104083" y="250229"/>
                  <a:pt x="105161" y="250229"/>
                </a:cubicBezTo>
                <a:cubicBezTo>
                  <a:pt x="106247" y="250229"/>
                  <a:pt x="108308" y="250988"/>
                  <a:pt x="109751" y="251917"/>
                </a:cubicBezTo>
                <a:cubicBezTo>
                  <a:pt x="112830" y="253881"/>
                  <a:pt x="115850" y="254417"/>
                  <a:pt x="113276" y="252535"/>
                </a:cubicBezTo>
                <a:close/>
                <a:moveTo>
                  <a:pt x="245096" y="251456"/>
                </a:moveTo>
                <a:cubicBezTo>
                  <a:pt x="245483" y="249440"/>
                  <a:pt x="245386" y="249336"/>
                  <a:pt x="244218" y="250497"/>
                </a:cubicBezTo>
                <a:cubicBezTo>
                  <a:pt x="243504" y="251218"/>
                  <a:pt x="243177" y="252237"/>
                  <a:pt x="243504" y="252765"/>
                </a:cubicBezTo>
                <a:cubicBezTo>
                  <a:pt x="244374" y="254171"/>
                  <a:pt x="244612" y="253970"/>
                  <a:pt x="245096" y="251456"/>
                </a:cubicBezTo>
                <a:close/>
                <a:moveTo>
                  <a:pt x="230502" y="248831"/>
                </a:moveTo>
                <a:cubicBezTo>
                  <a:pt x="233016" y="247358"/>
                  <a:pt x="234370" y="245952"/>
                  <a:pt x="234370" y="244829"/>
                </a:cubicBezTo>
                <a:cubicBezTo>
                  <a:pt x="234370" y="243304"/>
                  <a:pt x="234043" y="243423"/>
                  <a:pt x="231685" y="245788"/>
                </a:cubicBezTo>
                <a:cubicBezTo>
                  <a:pt x="230205" y="247268"/>
                  <a:pt x="228040" y="248711"/>
                  <a:pt x="226872" y="249009"/>
                </a:cubicBezTo>
                <a:cubicBezTo>
                  <a:pt x="225705" y="249299"/>
                  <a:pt x="224752" y="249887"/>
                  <a:pt x="224752" y="250318"/>
                </a:cubicBezTo>
                <a:cubicBezTo>
                  <a:pt x="224752" y="251642"/>
                  <a:pt x="226463" y="251196"/>
                  <a:pt x="230502" y="248831"/>
                </a:cubicBezTo>
                <a:close/>
                <a:moveTo>
                  <a:pt x="180153" y="246116"/>
                </a:moveTo>
                <a:cubicBezTo>
                  <a:pt x="180153" y="243847"/>
                  <a:pt x="179878" y="243155"/>
                  <a:pt x="179231" y="243802"/>
                </a:cubicBezTo>
                <a:cubicBezTo>
                  <a:pt x="178420" y="244613"/>
                  <a:pt x="178911" y="249351"/>
                  <a:pt x="179811" y="249351"/>
                </a:cubicBezTo>
                <a:cubicBezTo>
                  <a:pt x="179997" y="249351"/>
                  <a:pt x="180153" y="247893"/>
                  <a:pt x="180153" y="246116"/>
                </a:cubicBezTo>
                <a:close/>
                <a:moveTo>
                  <a:pt x="161320" y="237762"/>
                </a:moveTo>
                <a:cubicBezTo>
                  <a:pt x="163878" y="232347"/>
                  <a:pt x="166675" y="225921"/>
                  <a:pt x="167538" y="223466"/>
                </a:cubicBezTo>
                <a:cubicBezTo>
                  <a:pt x="169092" y="219033"/>
                  <a:pt x="169085" y="219003"/>
                  <a:pt x="167099" y="216214"/>
                </a:cubicBezTo>
                <a:cubicBezTo>
                  <a:pt x="164749" y="212904"/>
                  <a:pt x="163439" y="213053"/>
                  <a:pt x="162480" y="216742"/>
                </a:cubicBezTo>
                <a:cubicBezTo>
                  <a:pt x="161729" y="219650"/>
                  <a:pt x="156083" y="225229"/>
                  <a:pt x="154737" y="224396"/>
                </a:cubicBezTo>
                <a:cubicBezTo>
                  <a:pt x="153539" y="223652"/>
                  <a:pt x="153733" y="221636"/>
                  <a:pt x="155295" y="218616"/>
                </a:cubicBezTo>
                <a:cubicBezTo>
                  <a:pt x="157110" y="215098"/>
                  <a:pt x="156217" y="214399"/>
                  <a:pt x="153554" y="217263"/>
                </a:cubicBezTo>
                <a:cubicBezTo>
                  <a:pt x="152386" y="218527"/>
                  <a:pt x="149642" y="220007"/>
                  <a:pt x="147425" y="220565"/>
                </a:cubicBezTo>
                <a:cubicBezTo>
                  <a:pt x="145223" y="221116"/>
                  <a:pt x="143423" y="221666"/>
                  <a:pt x="143423" y="221778"/>
                </a:cubicBezTo>
                <a:cubicBezTo>
                  <a:pt x="143423" y="221889"/>
                  <a:pt x="143780" y="223117"/>
                  <a:pt x="144227" y="224515"/>
                </a:cubicBezTo>
                <a:cubicBezTo>
                  <a:pt x="144665" y="225906"/>
                  <a:pt x="145261" y="228130"/>
                  <a:pt x="145551" y="229454"/>
                </a:cubicBezTo>
                <a:cubicBezTo>
                  <a:pt x="146012" y="231559"/>
                  <a:pt x="146488" y="231857"/>
                  <a:pt x="149396" y="231857"/>
                </a:cubicBezTo>
                <a:cubicBezTo>
                  <a:pt x="153413" y="231857"/>
                  <a:pt x="156611" y="233850"/>
                  <a:pt x="155086" y="235397"/>
                </a:cubicBezTo>
                <a:cubicBezTo>
                  <a:pt x="153591" y="236914"/>
                  <a:pt x="146309" y="237539"/>
                  <a:pt x="144799" y="236290"/>
                </a:cubicBezTo>
                <a:cubicBezTo>
                  <a:pt x="143795" y="235449"/>
                  <a:pt x="143356" y="235590"/>
                  <a:pt x="142613" y="236989"/>
                </a:cubicBezTo>
                <a:cubicBezTo>
                  <a:pt x="142092" y="237956"/>
                  <a:pt x="141675" y="238863"/>
                  <a:pt x="141675" y="239020"/>
                </a:cubicBezTo>
                <a:cubicBezTo>
                  <a:pt x="141668" y="239168"/>
                  <a:pt x="143832" y="239161"/>
                  <a:pt x="146480" y="238990"/>
                </a:cubicBezTo>
                <a:cubicBezTo>
                  <a:pt x="150393" y="238752"/>
                  <a:pt x="151293" y="238953"/>
                  <a:pt x="151293" y="240061"/>
                </a:cubicBezTo>
                <a:cubicBezTo>
                  <a:pt x="151293" y="242047"/>
                  <a:pt x="146413" y="244271"/>
                  <a:pt x="142761" y="243951"/>
                </a:cubicBezTo>
                <a:cubicBezTo>
                  <a:pt x="138693" y="243601"/>
                  <a:pt x="137889" y="245580"/>
                  <a:pt x="141839" y="246220"/>
                </a:cubicBezTo>
                <a:cubicBezTo>
                  <a:pt x="148087" y="247239"/>
                  <a:pt x="149232" y="247365"/>
                  <a:pt x="152885" y="247484"/>
                </a:cubicBezTo>
                <a:lnTo>
                  <a:pt x="156663" y="247603"/>
                </a:lnTo>
                <a:lnTo>
                  <a:pt x="161320" y="237762"/>
                </a:lnTo>
                <a:close/>
                <a:moveTo>
                  <a:pt x="175437" y="246220"/>
                </a:moveTo>
                <a:cubicBezTo>
                  <a:pt x="175147" y="245454"/>
                  <a:pt x="174894" y="244375"/>
                  <a:pt x="174879" y="243810"/>
                </a:cubicBezTo>
                <a:cubicBezTo>
                  <a:pt x="174865" y="243252"/>
                  <a:pt x="174448" y="243482"/>
                  <a:pt x="173957" y="244330"/>
                </a:cubicBezTo>
                <a:cubicBezTo>
                  <a:pt x="172998" y="245967"/>
                  <a:pt x="173548" y="247603"/>
                  <a:pt x="175050" y="247603"/>
                </a:cubicBezTo>
                <a:cubicBezTo>
                  <a:pt x="175556" y="247603"/>
                  <a:pt x="175727" y="246978"/>
                  <a:pt x="175437" y="246220"/>
                </a:cubicBezTo>
                <a:close/>
                <a:moveTo>
                  <a:pt x="190805" y="240053"/>
                </a:moveTo>
                <a:cubicBezTo>
                  <a:pt x="192493" y="238209"/>
                  <a:pt x="192486" y="238194"/>
                  <a:pt x="190262" y="237636"/>
                </a:cubicBezTo>
                <a:cubicBezTo>
                  <a:pt x="189027" y="237324"/>
                  <a:pt x="188023" y="236528"/>
                  <a:pt x="188023" y="235866"/>
                </a:cubicBezTo>
                <a:cubicBezTo>
                  <a:pt x="188023" y="234497"/>
                  <a:pt x="192389" y="232734"/>
                  <a:pt x="195781" y="232734"/>
                </a:cubicBezTo>
                <a:lnTo>
                  <a:pt x="198034" y="232734"/>
                </a:lnTo>
                <a:lnTo>
                  <a:pt x="195334" y="230272"/>
                </a:lnTo>
                <a:cubicBezTo>
                  <a:pt x="191935" y="227163"/>
                  <a:pt x="190001" y="221882"/>
                  <a:pt x="191571" y="219993"/>
                </a:cubicBezTo>
                <a:cubicBezTo>
                  <a:pt x="192523" y="218847"/>
                  <a:pt x="192932" y="218936"/>
                  <a:pt x="194821" y="220677"/>
                </a:cubicBezTo>
                <a:cubicBezTo>
                  <a:pt x="196019" y="221778"/>
                  <a:pt x="197514" y="223860"/>
                  <a:pt x="198161" y="225303"/>
                </a:cubicBezTo>
                <a:cubicBezTo>
                  <a:pt x="198882" y="226925"/>
                  <a:pt x="199336" y="227342"/>
                  <a:pt x="199358" y="226397"/>
                </a:cubicBezTo>
                <a:cubicBezTo>
                  <a:pt x="199411" y="223950"/>
                  <a:pt x="202505" y="224589"/>
                  <a:pt x="204997" y="227557"/>
                </a:cubicBezTo>
                <a:cubicBezTo>
                  <a:pt x="207124" y="230079"/>
                  <a:pt x="207667" y="231648"/>
                  <a:pt x="207325" y="234266"/>
                </a:cubicBezTo>
                <a:cubicBezTo>
                  <a:pt x="207250" y="234869"/>
                  <a:pt x="207793" y="235360"/>
                  <a:pt x="208537" y="235360"/>
                </a:cubicBezTo>
                <a:cubicBezTo>
                  <a:pt x="210360" y="235360"/>
                  <a:pt x="210248" y="234482"/>
                  <a:pt x="207719" y="228762"/>
                </a:cubicBezTo>
                <a:cubicBezTo>
                  <a:pt x="206529" y="226062"/>
                  <a:pt x="205160" y="224106"/>
                  <a:pt x="204677" y="224403"/>
                </a:cubicBezTo>
                <a:cubicBezTo>
                  <a:pt x="204193" y="224701"/>
                  <a:pt x="202907" y="224500"/>
                  <a:pt x="201813" y="223950"/>
                </a:cubicBezTo>
                <a:cubicBezTo>
                  <a:pt x="199277" y="222678"/>
                  <a:pt x="191519" y="214325"/>
                  <a:pt x="191519" y="212859"/>
                </a:cubicBezTo>
                <a:cubicBezTo>
                  <a:pt x="191519" y="212212"/>
                  <a:pt x="190455" y="211744"/>
                  <a:pt x="188997" y="211744"/>
                </a:cubicBezTo>
                <a:cubicBezTo>
                  <a:pt x="186580" y="211744"/>
                  <a:pt x="186349" y="212101"/>
                  <a:pt x="183850" y="219836"/>
                </a:cubicBezTo>
                <a:cubicBezTo>
                  <a:pt x="181693" y="226486"/>
                  <a:pt x="181440" y="228048"/>
                  <a:pt x="182437" y="228621"/>
                </a:cubicBezTo>
                <a:cubicBezTo>
                  <a:pt x="183828" y="229424"/>
                  <a:pt x="184021" y="233642"/>
                  <a:pt x="182853" y="237703"/>
                </a:cubicBezTo>
                <a:cubicBezTo>
                  <a:pt x="182236" y="239860"/>
                  <a:pt x="182347" y="240589"/>
                  <a:pt x="183337" y="240968"/>
                </a:cubicBezTo>
                <a:cubicBezTo>
                  <a:pt x="184036" y="241236"/>
                  <a:pt x="185040" y="242701"/>
                  <a:pt x="185568" y="244219"/>
                </a:cubicBezTo>
                <a:lnTo>
                  <a:pt x="186535" y="246978"/>
                </a:lnTo>
                <a:lnTo>
                  <a:pt x="187822" y="244449"/>
                </a:lnTo>
                <a:cubicBezTo>
                  <a:pt x="188528" y="243051"/>
                  <a:pt x="189875" y="241080"/>
                  <a:pt x="190805" y="240053"/>
                </a:cubicBezTo>
                <a:close/>
                <a:moveTo>
                  <a:pt x="133806" y="242352"/>
                </a:moveTo>
                <a:cubicBezTo>
                  <a:pt x="133806" y="240329"/>
                  <a:pt x="132303" y="240135"/>
                  <a:pt x="130020" y="241868"/>
                </a:cubicBezTo>
                <a:cubicBezTo>
                  <a:pt x="128480" y="243036"/>
                  <a:pt x="128480" y="243088"/>
                  <a:pt x="130020" y="243490"/>
                </a:cubicBezTo>
                <a:cubicBezTo>
                  <a:pt x="133121" y="244286"/>
                  <a:pt x="133806" y="244085"/>
                  <a:pt x="133806" y="242352"/>
                </a:cubicBezTo>
                <a:close/>
                <a:moveTo>
                  <a:pt x="137369" y="239072"/>
                </a:moveTo>
                <a:cubicBezTo>
                  <a:pt x="136647" y="237822"/>
                  <a:pt x="136476" y="238105"/>
                  <a:pt x="136476" y="240604"/>
                </a:cubicBezTo>
                <a:cubicBezTo>
                  <a:pt x="136476" y="243103"/>
                  <a:pt x="136647" y="243386"/>
                  <a:pt x="137369" y="242136"/>
                </a:cubicBezTo>
                <a:cubicBezTo>
                  <a:pt x="137979" y="241095"/>
                  <a:pt x="137979" y="240113"/>
                  <a:pt x="137369" y="239072"/>
                </a:cubicBezTo>
                <a:close/>
                <a:moveTo>
                  <a:pt x="215120" y="237324"/>
                </a:moveTo>
                <a:cubicBezTo>
                  <a:pt x="215127" y="236721"/>
                  <a:pt x="214741" y="236230"/>
                  <a:pt x="214257" y="236230"/>
                </a:cubicBezTo>
                <a:cubicBezTo>
                  <a:pt x="213781" y="236230"/>
                  <a:pt x="213387" y="237316"/>
                  <a:pt x="213394" y="238640"/>
                </a:cubicBezTo>
                <a:cubicBezTo>
                  <a:pt x="213409" y="240507"/>
                  <a:pt x="213595" y="240753"/>
                  <a:pt x="214257" y="239734"/>
                </a:cubicBezTo>
                <a:cubicBezTo>
                  <a:pt x="214726" y="239012"/>
                  <a:pt x="215113" y="237926"/>
                  <a:pt x="215120" y="237324"/>
                </a:cubicBezTo>
                <a:close/>
                <a:moveTo>
                  <a:pt x="125929" y="237495"/>
                </a:moveTo>
                <a:cubicBezTo>
                  <a:pt x="125929" y="237279"/>
                  <a:pt x="125319" y="237108"/>
                  <a:pt x="124567" y="237108"/>
                </a:cubicBezTo>
                <a:cubicBezTo>
                  <a:pt x="123816" y="237108"/>
                  <a:pt x="123452" y="237510"/>
                  <a:pt x="123757" y="237993"/>
                </a:cubicBezTo>
                <a:cubicBezTo>
                  <a:pt x="124255" y="238804"/>
                  <a:pt x="125929" y="238417"/>
                  <a:pt x="125929" y="237495"/>
                </a:cubicBezTo>
                <a:close/>
                <a:moveTo>
                  <a:pt x="132504" y="232481"/>
                </a:moveTo>
                <a:cubicBezTo>
                  <a:pt x="131537" y="229149"/>
                  <a:pt x="130585" y="227535"/>
                  <a:pt x="129395" y="227223"/>
                </a:cubicBezTo>
                <a:cubicBezTo>
                  <a:pt x="127721" y="226784"/>
                  <a:pt x="127721" y="226836"/>
                  <a:pt x="129484" y="229305"/>
                </a:cubicBezTo>
                <a:cubicBezTo>
                  <a:pt x="130473" y="230704"/>
                  <a:pt x="131359" y="232928"/>
                  <a:pt x="131448" y="234252"/>
                </a:cubicBezTo>
                <a:cubicBezTo>
                  <a:pt x="131597" y="236424"/>
                  <a:pt x="132846" y="238350"/>
                  <a:pt x="133612" y="237591"/>
                </a:cubicBezTo>
                <a:cubicBezTo>
                  <a:pt x="133776" y="237428"/>
                  <a:pt x="133278" y="235129"/>
                  <a:pt x="132504" y="232481"/>
                </a:cubicBezTo>
                <a:close/>
                <a:moveTo>
                  <a:pt x="140359" y="229677"/>
                </a:moveTo>
                <a:cubicBezTo>
                  <a:pt x="140359" y="227029"/>
                  <a:pt x="140069" y="224865"/>
                  <a:pt x="139704" y="224865"/>
                </a:cubicBezTo>
                <a:cubicBezTo>
                  <a:pt x="139347" y="224865"/>
                  <a:pt x="139050" y="225363"/>
                  <a:pt x="139050" y="225965"/>
                </a:cubicBezTo>
                <a:cubicBezTo>
                  <a:pt x="139050" y="226575"/>
                  <a:pt x="138217" y="228636"/>
                  <a:pt x="137197" y="230540"/>
                </a:cubicBezTo>
                <a:cubicBezTo>
                  <a:pt x="135628" y="233463"/>
                  <a:pt x="135576" y="233798"/>
                  <a:pt x="136885" y="232719"/>
                </a:cubicBezTo>
                <a:cubicBezTo>
                  <a:pt x="138254" y="231581"/>
                  <a:pt x="138536" y="231604"/>
                  <a:pt x="139392" y="232957"/>
                </a:cubicBezTo>
                <a:cubicBezTo>
                  <a:pt x="139920" y="233798"/>
                  <a:pt x="140351" y="234482"/>
                  <a:pt x="140359" y="234482"/>
                </a:cubicBezTo>
                <a:cubicBezTo>
                  <a:pt x="140359" y="234482"/>
                  <a:pt x="140366" y="232318"/>
                  <a:pt x="140366" y="229677"/>
                </a:cubicBezTo>
                <a:close/>
                <a:moveTo>
                  <a:pt x="220907" y="230347"/>
                </a:moveTo>
                <a:cubicBezTo>
                  <a:pt x="220208" y="229647"/>
                  <a:pt x="219843" y="230123"/>
                  <a:pt x="219099" y="232734"/>
                </a:cubicBezTo>
                <a:lnTo>
                  <a:pt x="218467" y="234921"/>
                </a:lnTo>
                <a:lnTo>
                  <a:pt x="219955" y="232898"/>
                </a:lnTo>
                <a:cubicBezTo>
                  <a:pt x="220766" y="231782"/>
                  <a:pt x="221197" y="230637"/>
                  <a:pt x="220907" y="230347"/>
                </a:cubicBezTo>
                <a:close/>
                <a:moveTo>
                  <a:pt x="125296" y="230109"/>
                </a:moveTo>
                <a:cubicBezTo>
                  <a:pt x="124991" y="227862"/>
                  <a:pt x="125170" y="226613"/>
                  <a:pt x="125787" y="226613"/>
                </a:cubicBezTo>
                <a:cubicBezTo>
                  <a:pt x="126323" y="226613"/>
                  <a:pt x="125780" y="225177"/>
                  <a:pt x="124597" y="223429"/>
                </a:cubicBezTo>
                <a:cubicBezTo>
                  <a:pt x="122269" y="220007"/>
                  <a:pt x="121927" y="218743"/>
                  <a:pt x="123310" y="218743"/>
                </a:cubicBezTo>
                <a:cubicBezTo>
                  <a:pt x="125036" y="218743"/>
                  <a:pt x="124143" y="216311"/>
                  <a:pt x="122232" y="215812"/>
                </a:cubicBezTo>
                <a:cubicBezTo>
                  <a:pt x="119792" y="215173"/>
                  <a:pt x="119829" y="215135"/>
                  <a:pt x="116289" y="223347"/>
                </a:cubicBezTo>
                <a:cubicBezTo>
                  <a:pt x="112942" y="231105"/>
                  <a:pt x="113209" y="231961"/>
                  <a:pt x="119130" y="232511"/>
                </a:cubicBezTo>
                <a:lnTo>
                  <a:pt x="122857" y="232861"/>
                </a:lnTo>
                <a:lnTo>
                  <a:pt x="120796" y="230666"/>
                </a:lnTo>
                <a:cubicBezTo>
                  <a:pt x="118148" y="227847"/>
                  <a:pt x="117047" y="220491"/>
                  <a:pt x="119271" y="220491"/>
                </a:cubicBezTo>
                <a:cubicBezTo>
                  <a:pt x="121124" y="220491"/>
                  <a:pt x="124173" y="225482"/>
                  <a:pt x="124181" y="228509"/>
                </a:cubicBezTo>
                <a:cubicBezTo>
                  <a:pt x="124181" y="230711"/>
                  <a:pt x="124932" y="233612"/>
                  <a:pt x="125505" y="233612"/>
                </a:cubicBezTo>
                <a:cubicBezTo>
                  <a:pt x="125646" y="233612"/>
                  <a:pt x="125557" y="232035"/>
                  <a:pt x="125296" y="230109"/>
                </a:cubicBezTo>
                <a:close/>
                <a:moveTo>
                  <a:pt x="200266" y="230109"/>
                </a:moveTo>
                <a:cubicBezTo>
                  <a:pt x="199708" y="229067"/>
                  <a:pt x="199061" y="228405"/>
                  <a:pt x="198823" y="228636"/>
                </a:cubicBezTo>
                <a:cubicBezTo>
                  <a:pt x="198585" y="228874"/>
                  <a:pt x="198897" y="229871"/>
                  <a:pt x="199515" y="230860"/>
                </a:cubicBezTo>
                <a:cubicBezTo>
                  <a:pt x="200973" y="233195"/>
                  <a:pt x="201590" y="232578"/>
                  <a:pt x="200266" y="230109"/>
                </a:cubicBezTo>
                <a:close/>
                <a:moveTo>
                  <a:pt x="213841" y="227490"/>
                </a:moveTo>
                <a:cubicBezTo>
                  <a:pt x="214503" y="227490"/>
                  <a:pt x="215492" y="228175"/>
                  <a:pt x="216027" y="229015"/>
                </a:cubicBezTo>
                <a:cubicBezTo>
                  <a:pt x="216905" y="230384"/>
                  <a:pt x="216942" y="230354"/>
                  <a:pt x="216377" y="228799"/>
                </a:cubicBezTo>
                <a:cubicBezTo>
                  <a:pt x="216027" y="227840"/>
                  <a:pt x="215477" y="225281"/>
                  <a:pt x="215150" y="223117"/>
                </a:cubicBezTo>
                <a:cubicBezTo>
                  <a:pt x="214577" y="219271"/>
                  <a:pt x="214019" y="219502"/>
                  <a:pt x="213060" y="223987"/>
                </a:cubicBezTo>
                <a:cubicBezTo>
                  <a:pt x="212413" y="227029"/>
                  <a:pt x="211795" y="230882"/>
                  <a:pt x="212256" y="229015"/>
                </a:cubicBezTo>
                <a:cubicBezTo>
                  <a:pt x="212465" y="228175"/>
                  <a:pt x="213179" y="227490"/>
                  <a:pt x="213841" y="227490"/>
                </a:cubicBezTo>
                <a:close/>
                <a:moveTo>
                  <a:pt x="93134" y="227490"/>
                </a:moveTo>
                <a:cubicBezTo>
                  <a:pt x="92836" y="227007"/>
                  <a:pt x="91735" y="226650"/>
                  <a:pt x="90679" y="226702"/>
                </a:cubicBezTo>
                <a:cubicBezTo>
                  <a:pt x="88894" y="226784"/>
                  <a:pt x="88916" y="226836"/>
                  <a:pt x="90954" y="227490"/>
                </a:cubicBezTo>
                <a:cubicBezTo>
                  <a:pt x="92152" y="227870"/>
                  <a:pt x="93260" y="228227"/>
                  <a:pt x="93409" y="228271"/>
                </a:cubicBezTo>
                <a:cubicBezTo>
                  <a:pt x="93558" y="228323"/>
                  <a:pt x="93431" y="227966"/>
                  <a:pt x="93134" y="227490"/>
                </a:cubicBezTo>
                <a:close/>
                <a:moveTo>
                  <a:pt x="86357" y="225668"/>
                </a:moveTo>
                <a:cubicBezTo>
                  <a:pt x="84037" y="224314"/>
                  <a:pt x="84468" y="222239"/>
                  <a:pt x="87064" y="222239"/>
                </a:cubicBezTo>
                <a:cubicBezTo>
                  <a:pt x="88299" y="222239"/>
                  <a:pt x="89087" y="221882"/>
                  <a:pt x="88812" y="221450"/>
                </a:cubicBezTo>
                <a:cubicBezTo>
                  <a:pt x="88544" y="221012"/>
                  <a:pt x="87548" y="220855"/>
                  <a:pt x="86595" y="221108"/>
                </a:cubicBezTo>
                <a:cubicBezTo>
                  <a:pt x="85643" y="221354"/>
                  <a:pt x="83285" y="220736"/>
                  <a:pt x="81352" y="219725"/>
                </a:cubicBezTo>
                <a:cubicBezTo>
                  <a:pt x="78480" y="218230"/>
                  <a:pt x="77833" y="218133"/>
                  <a:pt x="77833" y="219189"/>
                </a:cubicBezTo>
                <a:cubicBezTo>
                  <a:pt x="77833" y="219903"/>
                  <a:pt x="78198" y="220491"/>
                  <a:pt x="78637" y="220491"/>
                </a:cubicBezTo>
                <a:cubicBezTo>
                  <a:pt x="79075" y="220491"/>
                  <a:pt x="80742" y="221867"/>
                  <a:pt x="82326" y="223548"/>
                </a:cubicBezTo>
                <a:cubicBezTo>
                  <a:pt x="83918" y="225237"/>
                  <a:pt x="85814" y="226598"/>
                  <a:pt x="86551" y="226583"/>
                </a:cubicBezTo>
                <a:cubicBezTo>
                  <a:pt x="87637" y="226561"/>
                  <a:pt x="87600" y="226389"/>
                  <a:pt x="86357" y="225668"/>
                </a:cubicBezTo>
                <a:close/>
                <a:moveTo>
                  <a:pt x="109959" y="218088"/>
                </a:moveTo>
                <a:cubicBezTo>
                  <a:pt x="112793" y="212569"/>
                  <a:pt x="114861" y="207087"/>
                  <a:pt x="115805" y="202565"/>
                </a:cubicBezTo>
                <a:cubicBezTo>
                  <a:pt x="116609" y="198712"/>
                  <a:pt x="118691" y="192694"/>
                  <a:pt x="120424" y="189191"/>
                </a:cubicBezTo>
                <a:cubicBezTo>
                  <a:pt x="122819" y="184356"/>
                  <a:pt x="123340" y="182563"/>
                  <a:pt x="122574" y="181797"/>
                </a:cubicBezTo>
                <a:cubicBezTo>
                  <a:pt x="121808" y="181031"/>
                  <a:pt x="121302" y="181039"/>
                  <a:pt x="120506" y="181835"/>
                </a:cubicBezTo>
                <a:cubicBezTo>
                  <a:pt x="119933" y="182415"/>
                  <a:pt x="118728" y="182883"/>
                  <a:pt x="117836" y="182883"/>
                </a:cubicBezTo>
                <a:cubicBezTo>
                  <a:pt x="116928" y="182883"/>
                  <a:pt x="116460" y="183292"/>
                  <a:pt x="116772" y="183798"/>
                </a:cubicBezTo>
                <a:cubicBezTo>
                  <a:pt x="117799" y="185457"/>
                  <a:pt x="115374" y="187145"/>
                  <a:pt x="110554" y="188150"/>
                </a:cubicBezTo>
                <a:cubicBezTo>
                  <a:pt x="106671" y="188953"/>
                  <a:pt x="105347" y="188901"/>
                  <a:pt x="103227" y="187845"/>
                </a:cubicBezTo>
                <a:cubicBezTo>
                  <a:pt x="100386" y="186424"/>
                  <a:pt x="99969" y="186692"/>
                  <a:pt x="98087" y="191080"/>
                </a:cubicBezTo>
                <a:cubicBezTo>
                  <a:pt x="97113" y="193364"/>
                  <a:pt x="97158" y="193527"/>
                  <a:pt x="98571" y="192925"/>
                </a:cubicBezTo>
                <a:cubicBezTo>
                  <a:pt x="101360" y="191742"/>
                  <a:pt x="110264" y="191355"/>
                  <a:pt x="111283" y="192374"/>
                </a:cubicBezTo>
                <a:cubicBezTo>
                  <a:pt x="113916" y="195008"/>
                  <a:pt x="101338" y="200951"/>
                  <a:pt x="97812" y="198742"/>
                </a:cubicBezTo>
                <a:cubicBezTo>
                  <a:pt x="96488" y="197923"/>
                  <a:pt x="95908" y="198273"/>
                  <a:pt x="94034" y="201025"/>
                </a:cubicBezTo>
                <a:cubicBezTo>
                  <a:pt x="91780" y="204343"/>
                  <a:pt x="91311" y="205704"/>
                  <a:pt x="92479" y="205518"/>
                </a:cubicBezTo>
                <a:cubicBezTo>
                  <a:pt x="94733" y="205161"/>
                  <a:pt x="95320" y="205905"/>
                  <a:pt x="95320" y="209073"/>
                </a:cubicBezTo>
                <a:cubicBezTo>
                  <a:pt x="95320" y="210963"/>
                  <a:pt x="95715" y="212763"/>
                  <a:pt x="96198" y="213060"/>
                </a:cubicBezTo>
                <a:cubicBezTo>
                  <a:pt x="96682" y="213358"/>
                  <a:pt x="97076" y="213179"/>
                  <a:pt x="97076" y="212673"/>
                </a:cubicBezTo>
                <a:cubicBezTo>
                  <a:pt x="97076" y="211223"/>
                  <a:pt x="99449" y="211587"/>
                  <a:pt x="100036" y="213127"/>
                </a:cubicBezTo>
                <a:cubicBezTo>
                  <a:pt x="100334" y="213886"/>
                  <a:pt x="100572" y="215693"/>
                  <a:pt x="100572" y="217144"/>
                </a:cubicBezTo>
                <a:cubicBezTo>
                  <a:pt x="100572" y="218609"/>
                  <a:pt x="101635" y="221287"/>
                  <a:pt x="102974" y="223176"/>
                </a:cubicBezTo>
                <a:cubicBezTo>
                  <a:pt x="104298" y="225043"/>
                  <a:pt x="105429" y="226583"/>
                  <a:pt x="105481" y="226590"/>
                </a:cubicBezTo>
                <a:cubicBezTo>
                  <a:pt x="105533" y="226605"/>
                  <a:pt x="107549" y="222774"/>
                  <a:pt x="109959" y="218088"/>
                </a:cubicBezTo>
                <a:close/>
                <a:moveTo>
                  <a:pt x="72589" y="225393"/>
                </a:moveTo>
                <a:cubicBezTo>
                  <a:pt x="72589" y="225207"/>
                  <a:pt x="71972" y="224813"/>
                  <a:pt x="71228" y="224530"/>
                </a:cubicBezTo>
                <a:cubicBezTo>
                  <a:pt x="70447" y="224232"/>
                  <a:pt x="70098" y="224374"/>
                  <a:pt x="70403" y="224872"/>
                </a:cubicBezTo>
                <a:cubicBezTo>
                  <a:pt x="70916" y="225705"/>
                  <a:pt x="72589" y="226099"/>
                  <a:pt x="72589" y="225393"/>
                </a:cubicBezTo>
                <a:close/>
                <a:moveTo>
                  <a:pt x="224871" y="224865"/>
                </a:moveTo>
                <a:cubicBezTo>
                  <a:pt x="226322" y="224865"/>
                  <a:pt x="232101" y="211617"/>
                  <a:pt x="232087" y="208300"/>
                </a:cubicBezTo>
                <a:cubicBezTo>
                  <a:pt x="232079" y="206589"/>
                  <a:pt x="232585" y="204789"/>
                  <a:pt x="233202" y="204313"/>
                </a:cubicBezTo>
                <a:cubicBezTo>
                  <a:pt x="234593" y="203234"/>
                  <a:pt x="237137" y="187993"/>
                  <a:pt x="236103" y="186922"/>
                </a:cubicBezTo>
                <a:cubicBezTo>
                  <a:pt x="235679" y="186476"/>
                  <a:pt x="234720" y="186788"/>
                  <a:pt x="233857" y="187651"/>
                </a:cubicBezTo>
                <a:cubicBezTo>
                  <a:pt x="232719" y="188789"/>
                  <a:pt x="231216" y="189079"/>
                  <a:pt x="227683" y="188864"/>
                </a:cubicBezTo>
                <a:cubicBezTo>
                  <a:pt x="224938" y="188693"/>
                  <a:pt x="222878" y="188953"/>
                  <a:pt x="222670" y="189496"/>
                </a:cubicBezTo>
                <a:cubicBezTo>
                  <a:pt x="222469" y="190009"/>
                  <a:pt x="220773" y="190887"/>
                  <a:pt x="218891" y="191452"/>
                </a:cubicBezTo>
                <a:cubicBezTo>
                  <a:pt x="217009" y="192017"/>
                  <a:pt x="214532" y="193468"/>
                  <a:pt x="213402" y="194680"/>
                </a:cubicBezTo>
                <a:lnTo>
                  <a:pt x="211334" y="196875"/>
                </a:lnTo>
                <a:lnTo>
                  <a:pt x="214160" y="196875"/>
                </a:lnTo>
                <a:cubicBezTo>
                  <a:pt x="220044" y="196875"/>
                  <a:pt x="222714" y="200601"/>
                  <a:pt x="217634" y="201717"/>
                </a:cubicBezTo>
                <a:cubicBezTo>
                  <a:pt x="212160" y="202914"/>
                  <a:pt x="208619" y="209981"/>
                  <a:pt x="211096" y="214756"/>
                </a:cubicBezTo>
                <a:cubicBezTo>
                  <a:pt x="212227" y="216928"/>
                  <a:pt x="212390" y="216995"/>
                  <a:pt x="212881" y="215463"/>
                </a:cubicBezTo>
                <a:cubicBezTo>
                  <a:pt x="213171" y="214533"/>
                  <a:pt x="214399" y="212844"/>
                  <a:pt x="215596" y="211721"/>
                </a:cubicBezTo>
                <a:cubicBezTo>
                  <a:pt x="218326" y="209155"/>
                  <a:pt x="220394" y="210420"/>
                  <a:pt x="218884" y="213730"/>
                </a:cubicBezTo>
                <a:cubicBezTo>
                  <a:pt x="218185" y="215262"/>
                  <a:pt x="218259" y="216169"/>
                  <a:pt x="219166" y="217419"/>
                </a:cubicBezTo>
                <a:cubicBezTo>
                  <a:pt x="219836" y="218326"/>
                  <a:pt x="220379" y="219963"/>
                  <a:pt x="220379" y="221041"/>
                </a:cubicBezTo>
                <a:cubicBezTo>
                  <a:pt x="220379" y="222127"/>
                  <a:pt x="220780" y="223258"/>
                  <a:pt x="221271" y="223563"/>
                </a:cubicBezTo>
                <a:cubicBezTo>
                  <a:pt x="221755" y="223860"/>
                  <a:pt x="221889" y="224545"/>
                  <a:pt x="221562" y="225073"/>
                </a:cubicBezTo>
                <a:cubicBezTo>
                  <a:pt x="221175" y="225698"/>
                  <a:pt x="221495" y="225832"/>
                  <a:pt x="222499" y="225452"/>
                </a:cubicBezTo>
                <a:cubicBezTo>
                  <a:pt x="223332" y="225125"/>
                  <a:pt x="224403" y="224865"/>
                  <a:pt x="224871" y="224865"/>
                </a:cubicBezTo>
                <a:close/>
                <a:moveTo>
                  <a:pt x="36789" y="216273"/>
                </a:moveTo>
                <a:cubicBezTo>
                  <a:pt x="34833" y="214414"/>
                  <a:pt x="33234" y="212242"/>
                  <a:pt x="33234" y="211446"/>
                </a:cubicBezTo>
                <a:cubicBezTo>
                  <a:pt x="33234" y="209758"/>
                  <a:pt x="35889" y="209505"/>
                  <a:pt x="37429" y="211044"/>
                </a:cubicBezTo>
                <a:cubicBezTo>
                  <a:pt x="38180" y="211796"/>
                  <a:pt x="38478" y="211811"/>
                  <a:pt x="38478" y="211104"/>
                </a:cubicBezTo>
                <a:cubicBezTo>
                  <a:pt x="38478" y="210561"/>
                  <a:pt x="37719" y="209869"/>
                  <a:pt x="36782" y="209572"/>
                </a:cubicBezTo>
                <a:cubicBezTo>
                  <a:pt x="35845" y="209282"/>
                  <a:pt x="34372" y="207489"/>
                  <a:pt x="33502" y="205607"/>
                </a:cubicBezTo>
                <a:cubicBezTo>
                  <a:pt x="32631" y="203718"/>
                  <a:pt x="31657" y="202163"/>
                  <a:pt x="31330" y="202148"/>
                </a:cubicBezTo>
                <a:cubicBezTo>
                  <a:pt x="31002" y="202133"/>
                  <a:pt x="30965" y="204387"/>
                  <a:pt x="31248" y="207154"/>
                </a:cubicBezTo>
                <a:cubicBezTo>
                  <a:pt x="31687" y="211476"/>
                  <a:pt x="32289" y="212792"/>
                  <a:pt x="35555" y="216541"/>
                </a:cubicBezTo>
                <a:cubicBezTo>
                  <a:pt x="37645" y="218936"/>
                  <a:pt x="39400" y="221294"/>
                  <a:pt x="39452" y="221785"/>
                </a:cubicBezTo>
                <a:cubicBezTo>
                  <a:pt x="39512" y="222276"/>
                  <a:pt x="39735" y="222001"/>
                  <a:pt x="39951" y="221168"/>
                </a:cubicBezTo>
                <a:cubicBezTo>
                  <a:pt x="40203" y="220216"/>
                  <a:pt x="39043" y="218416"/>
                  <a:pt x="36789" y="216273"/>
                </a:cubicBezTo>
                <a:close/>
                <a:moveTo>
                  <a:pt x="144331" y="216534"/>
                </a:moveTo>
                <a:cubicBezTo>
                  <a:pt x="146927" y="214860"/>
                  <a:pt x="149418" y="213492"/>
                  <a:pt x="149880" y="213492"/>
                </a:cubicBezTo>
                <a:cubicBezTo>
                  <a:pt x="151769" y="213492"/>
                  <a:pt x="149411" y="212376"/>
                  <a:pt x="146904" y="212086"/>
                </a:cubicBezTo>
                <a:cubicBezTo>
                  <a:pt x="145112" y="211877"/>
                  <a:pt x="143260" y="212428"/>
                  <a:pt x="141430" y="213722"/>
                </a:cubicBezTo>
                <a:cubicBezTo>
                  <a:pt x="136840" y="216965"/>
                  <a:pt x="136617" y="217300"/>
                  <a:pt x="137473" y="219621"/>
                </a:cubicBezTo>
                <a:cubicBezTo>
                  <a:pt x="138031" y="221123"/>
                  <a:pt x="138469" y="221436"/>
                  <a:pt x="138945" y="220662"/>
                </a:cubicBezTo>
                <a:cubicBezTo>
                  <a:pt x="139317" y="220060"/>
                  <a:pt x="141742" y="218200"/>
                  <a:pt x="144331" y="216534"/>
                </a:cubicBezTo>
                <a:close/>
                <a:moveTo>
                  <a:pt x="245230" y="218178"/>
                </a:moveTo>
                <a:cubicBezTo>
                  <a:pt x="245713" y="216928"/>
                  <a:pt x="245579" y="216898"/>
                  <a:pt x="244233" y="217932"/>
                </a:cubicBezTo>
                <a:cubicBezTo>
                  <a:pt x="243378" y="218587"/>
                  <a:pt x="242515" y="219234"/>
                  <a:pt x="242314" y="219368"/>
                </a:cubicBezTo>
                <a:cubicBezTo>
                  <a:pt x="242113" y="219502"/>
                  <a:pt x="242567" y="219613"/>
                  <a:pt x="243318" y="219613"/>
                </a:cubicBezTo>
                <a:cubicBezTo>
                  <a:pt x="244069" y="219613"/>
                  <a:pt x="244925" y="218974"/>
                  <a:pt x="245230" y="218178"/>
                </a:cubicBezTo>
                <a:close/>
                <a:moveTo>
                  <a:pt x="203807" y="217069"/>
                </a:moveTo>
                <a:cubicBezTo>
                  <a:pt x="202907" y="215388"/>
                  <a:pt x="197826" y="209996"/>
                  <a:pt x="197142" y="209996"/>
                </a:cubicBezTo>
                <a:cubicBezTo>
                  <a:pt x="196093" y="209996"/>
                  <a:pt x="197134" y="211677"/>
                  <a:pt x="200244" y="215024"/>
                </a:cubicBezTo>
                <a:cubicBezTo>
                  <a:pt x="203948" y="219011"/>
                  <a:pt x="205242" y="219755"/>
                  <a:pt x="203807" y="217069"/>
                </a:cubicBezTo>
                <a:close/>
                <a:moveTo>
                  <a:pt x="241369" y="214704"/>
                </a:moveTo>
                <a:cubicBezTo>
                  <a:pt x="241369" y="214042"/>
                  <a:pt x="240626" y="213492"/>
                  <a:pt x="239718" y="213492"/>
                </a:cubicBezTo>
                <a:cubicBezTo>
                  <a:pt x="238565" y="213492"/>
                  <a:pt x="237955" y="214258"/>
                  <a:pt x="237695" y="216028"/>
                </a:cubicBezTo>
                <a:cubicBezTo>
                  <a:pt x="237338" y="218497"/>
                  <a:pt x="237383" y="218535"/>
                  <a:pt x="239346" y="217240"/>
                </a:cubicBezTo>
                <a:cubicBezTo>
                  <a:pt x="240462" y="216511"/>
                  <a:pt x="241369" y="215373"/>
                  <a:pt x="241369" y="214704"/>
                </a:cubicBezTo>
                <a:close/>
                <a:moveTo>
                  <a:pt x="258001" y="213588"/>
                </a:moveTo>
                <a:cubicBezTo>
                  <a:pt x="260010" y="212688"/>
                  <a:pt x="261229" y="211692"/>
                  <a:pt x="260709" y="211372"/>
                </a:cubicBezTo>
                <a:cubicBezTo>
                  <a:pt x="260195" y="211052"/>
                  <a:pt x="258998" y="211201"/>
                  <a:pt x="258061" y="211706"/>
                </a:cubicBezTo>
                <a:cubicBezTo>
                  <a:pt x="257124" y="212205"/>
                  <a:pt x="254974" y="212621"/>
                  <a:pt x="253285" y="212621"/>
                </a:cubicBezTo>
                <a:cubicBezTo>
                  <a:pt x="251597" y="212621"/>
                  <a:pt x="249975" y="213008"/>
                  <a:pt x="249685" y="213484"/>
                </a:cubicBezTo>
                <a:cubicBezTo>
                  <a:pt x="249380" y="213975"/>
                  <a:pt x="249723" y="214131"/>
                  <a:pt x="250466" y="213841"/>
                </a:cubicBezTo>
                <a:cubicBezTo>
                  <a:pt x="252921" y="212904"/>
                  <a:pt x="253814" y="214362"/>
                  <a:pt x="252296" y="216854"/>
                </a:cubicBezTo>
                <a:lnTo>
                  <a:pt x="250883" y="219182"/>
                </a:lnTo>
                <a:lnTo>
                  <a:pt x="252616" y="217196"/>
                </a:lnTo>
                <a:cubicBezTo>
                  <a:pt x="253568" y="216110"/>
                  <a:pt x="255993" y="214481"/>
                  <a:pt x="258001" y="213588"/>
                </a:cubicBezTo>
                <a:close/>
                <a:moveTo>
                  <a:pt x="47173" y="210449"/>
                </a:moveTo>
                <a:cubicBezTo>
                  <a:pt x="50513" y="208010"/>
                  <a:pt x="49814" y="207705"/>
                  <a:pt x="44585" y="209334"/>
                </a:cubicBezTo>
                <a:cubicBezTo>
                  <a:pt x="41118" y="210420"/>
                  <a:pt x="40613" y="211201"/>
                  <a:pt x="41646" y="213886"/>
                </a:cubicBezTo>
                <a:cubicBezTo>
                  <a:pt x="42122" y="215135"/>
                  <a:pt x="42301" y="215143"/>
                  <a:pt x="43171" y="213975"/>
                </a:cubicBezTo>
                <a:cubicBezTo>
                  <a:pt x="43722" y="213246"/>
                  <a:pt x="45522" y="211662"/>
                  <a:pt x="47173" y="210449"/>
                </a:cubicBezTo>
                <a:close/>
                <a:moveTo>
                  <a:pt x="135554" y="209862"/>
                </a:moveTo>
                <a:cubicBezTo>
                  <a:pt x="135554" y="209453"/>
                  <a:pt x="134468" y="209170"/>
                  <a:pt x="133144" y="209222"/>
                </a:cubicBezTo>
                <a:cubicBezTo>
                  <a:pt x="131663" y="209289"/>
                  <a:pt x="131329" y="209475"/>
                  <a:pt x="132273" y="209728"/>
                </a:cubicBezTo>
                <a:cubicBezTo>
                  <a:pt x="134081" y="210196"/>
                  <a:pt x="134192" y="210948"/>
                  <a:pt x="132712" y="212644"/>
                </a:cubicBezTo>
                <a:cubicBezTo>
                  <a:pt x="132110" y="213328"/>
                  <a:pt x="132504" y="213149"/>
                  <a:pt x="133583" y="212242"/>
                </a:cubicBezTo>
                <a:cubicBezTo>
                  <a:pt x="134669" y="211342"/>
                  <a:pt x="135554" y="210263"/>
                  <a:pt x="135554" y="209862"/>
                </a:cubicBezTo>
                <a:close/>
                <a:moveTo>
                  <a:pt x="168654" y="209899"/>
                </a:moveTo>
                <a:cubicBezTo>
                  <a:pt x="166489" y="208523"/>
                  <a:pt x="166058" y="209096"/>
                  <a:pt x="167649" y="211230"/>
                </a:cubicBezTo>
                <a:cubicBezTo>
                  <a:pt x="168869" y="212859"/>
                  <a:pt x="169286" y="213030"/>
                  <a:pt x="169524" y="211989"/>
                </a:cubicBezTo>
                <a:cubicBezTo>
                  <a:pt x="169695" y="211245"/>
                  <a:pt x="169301" y="210308"/>
                  <a:pt x="168654" y="209899"/>
                </a:cubicBezTo>
                <a:close/>
                <a:moveTo>
                  <a:pt x="249358" y="209438"/>
                </a:moveTo>
                <a:cubicBezTo>
                  <a:pt x="252832" y="206024"/>
                  <a:pt x="253323" y="205138"/>
                  <a:pt x="252504" y="203822"/>
                </a:cubicBezTo>
                <a:cubicBezTo>
                  <a:pt x="251634" y="202424"/>
                  <a:pt x="251359" y="202624"/>
                  <a:pt x="250020" y="205622"/>
                </a:cubicBezTo>
                <a:cubicBezTo>
                  <a:pt x="249187" y="207474"/>
                  <a:pt x="247498" y="209653"/>
                  <a:pt x="246249" y="210464"/>
                </a:cubicBezTo>
                <a:cubicBezTo>
                  <a:pt x="244122" y="211863"/>
                  <a:pt x="243244" y="213492"/>
                  <a:pt x="244620" y="213492"/>
                </a:cubicBezTo>
                <a:cubicBezTo>
                  <a:pt x="244962" y="213492"/>
                  <a:pt x="247097" y="211669"/>
                  <a:pt x="249358" y="209438"/>
                </a:cubicBezTo>
                <a:close/>
                <a:moveTo>
                  <a:pt x="150906" y="209170"/>
                </a:moveTo>
                <a:cubicBezTo>
                  <a:pt x="147804" y="205942"/>
                  <a:pt x="148355" y="203390"/>
                  <a:pt x="151955" y="204276"/>
                </a:cubicBezTo>
                <a:cubicBezTo>
                  <a:pt x="155116" y="205049"/>
                  <a:pt x="160025" y="208396"/>
                  <a:pt x="160033" y="209780"/>
                </a:cubicBezTo>
                <a:cubicBezTo>
                  <a:pt x="160033" y="210375"/>
                  <a:pt x="160665" y="210873"/>
                  <a:pt x="161424" y="210873"/>
                </a:cubicBezTo>
                <a:cubicBezTo>
                  <a:pt x="163551" y="210873"/>
                  <a:pt x="162495" y="209103"/>
                  <a:pt x="158233" y="205562"/>
                </a:cubicBezTo>
                <a:cubicBezTo>
                  <a:pt x="154365" y="202342"/>
                  <a:pt x="154335" y="202334"/>
                  <a:pt x="149545" y="203242"/>
                </a:cubicBezTo>
                <a:lnTo>
                  <a:pt x="144732" y="204157"/>
                </a:lnTo>
                <a:lnTo>
                  <a:pt x="148489" y="207950"/>
                </a:lnTo>
                <a:cubicBezTo>
                  <a:pt x="150556" y="210040"/>
                  <a:pt x="152498" y="211744"/>
                  <a:pt x="152810" y="211744"/>
                </a:cubicBezTo>
                <a:cubicBezTo>
                  <a:pt x="153115" y="211744"/>
                  <a:pt x="152260" y="210591"/>
                  <a:pt x="150906" y="209170"/>
                </a:cubicBezTo>
                <a:close/>
                <a:moveTo>
                  <a:pt x="124181" y="209118"/>
                </a:moveTo>
                <a:cubicBezTo>
                  <a:pt x="124181" y="208746"/>
                  <a:pt x="123593" y="208210"/>
                  <a:pt x="122872" y="207928"/>
                </a:cubicBezTo>
                <a:cubicBezTo>
                  <a:pt x="121986" y="207593"/>
                  <a:pt x="121562" y="207972"/>
                  <a:pt x="121562" y="209118"/>
                </a:cubicBezTo>
                <a:cubicBezTo>
                  <a:pt x="121562" y="210271"/>
                  <a:pt x="121986" y="210650"/>
                  <a:pt x="122872" y="210315"/>
                </a:cubicBezTo>
                <a:cubicBezTo>
                  <a:pt x="123593" y="210033"/>
                  <a:pt x="124181" y="209497"/>
                  <a:pt x="124181" y="209118"/>
                </a:cubicBezTo>
                <a:close/>
                <a:moveTo>
                  <a:pt x="139927" y="209467"/>
                </a:moveTo>
                <a:cubicBezTo>
                  <a:pt x="139927" y="209274"/>
                  <a:pt x="139332" y="209118"/>
                  <a:pt x="138611" y="209118"/>
                </a:cubicBezTo>
                <a:cubicBezTo>
                  <a:pt x="137889" y="209118"/>
                  <a:pt x="137302" y="209505"/>
                  <a:pt x="137302" y="209966"/>
                </a:cubicBezTo>
                <a:cubicBezTo>
                  <a:pt x="137302" y="210434"/>
                  <a:pt x="137889" y="210591"/>
                  <a:pt x="138611" y="210315"/>
                </a:cubicBezTo>
                <a:cubicBezTo>
                  <a:pt x="139332" y="210033"/>
                  <a:pt x="139927" y="209653"/>
                  <a:pt x="139927" y="209467"/>
                </a:cubicBezTo>
                <a:close/>
                <a:moveTo>
                  <a:pt x="53689" y="207749"/>
                </a:moveTo>
                <a:cubicBezTo>
                  <a:pt x="54053" y="206790"/>
                  <a:pt x="53771" y="206455"/>
                  <a:pt x="52759" y="206656"/>
                </a:cubicBezTo>
                <a:cubicBezTo>
                  <a:pt x="51956" y="206805"/>
                  <a:pt x="51138" y="207429"/>
                  <a:pt x="50944" y="208032"/>
                </a:cubicBezTo>
                <a:cubicBezTo>
                  <a:pt x="50409" y="209639"/>
                  <a:pt x="53064" y="209363"/>
                  <a:pt x="53689" y="207749"/>
                </a:cubicBezTo>
                <a:close/>
                <a:moveTo>
                  <a:pt x="131425" y="205555"/>
                </a:moveTo>
                <a:cubicBezTo>
                  <a:pt x="133226" y="204075"/>
                  <a:pt x="134468" y="202498"/>
                  <a:pt x="134192" y="202052"/>
                </a:cubicBezTo>
                <a:cubicBezTo>
                  <a:pt x="133917" y="201605"/>
                  <a:pt x="132697" y="202424"/>
                  <a:pt x="131485" y="203874"/>
                </a:cubicBezTo>
                <a:cubicBezTo>
                  <a:pt x="130273" y="205317"/>
                  <a:pt x="128718" y="206500"/>
                  <a:pt x="128041" y="206500"/>
                </a:cubicBezTo>
                <a:cubicBezTo>
                  <a:pt x="127364" y="206500"/>
                  <a:pt x="126806" y="206894"/>
                  <a:pt x="126806" y="207370"/>
                </a:cubicBezTo>
                <a:cubicBezTo>
                  <a:pt x="126806" y="208843"/>
                  <a:pt x="128011" y="208367"/>
                  <a:pt x="131425" y="205555"/>
                </a:cubicBezTo>
                <a:close/>
                <a:moveTo>
                  <a:pt x="193743" y="207318"/>
                </a:moveTo>
                <a:cubicBezTo>
                  <a:pt x="194672" y="205815"/>
                  <a:pt x="193839" y="205667"/>
                  <a:pt x="192010" y="207005"/>
                </a:cubicBezTo>
                <a:cubicBezTo>
                  <a:pt x="190589" y="208047"/>
                  <a:pt x="190544" y="208248"/>
                  <a:pt x="191742" y="208248"/>
                </a:cubicBezTo>
                <a:cubicBezTo>
                  <a:pt x="192523" y="208248"/>
                  <a:pt x="193423" y="207824"/>
                  <a:pt x="193743" y="207318"/>
                </a:cubicBezTo>
                <a:close/>
                <a:moveTo>
                  <a:pt x="163715" y="205451"/>
                </a:moveTo>
                <a:cubicBezTo>
                  <a:pt x="162413" y="204149"/>
                  <a:pt x="162331" y="201248"/>
                  <a:pt x="163596" y="201248"/>
                </a:cubicBezTo>
                <a:cubicBezTo>
                  <a:pt x="164109" y="201248"/>
                  <a:pt x="165388" y="201687"/>
                  <a:pt x="166437" y="202223"/>
                </a:cubicBezTo>
                <a:cubicBezTo>
                  <a:pt x="167702" y="202862"/>
                  <a:pt x="167419" y="202349"/>
                  <a:pt x="165574" y="200690"/>
                </a:cubicBezTo>
                <a:cubicBezTo>
                  <a:pt x="164049" y="199314"/>
                  <a:pt x="162160" y="197008"/>
                  <a:pt x="161379" y="195565"/>
                </a:cubicBezTo>
                <a:lnTo>
                  <a:pt x="159951" y="192940"/>
                </a:lnTo>
                <a:lnTo>
                  <a:pt x="160434" y="195565"/>
                </a:lnTo>
                <a:cubicBezTo>
                  <a:pt x="160702" y="197008"/>
                  <a:pt x="161171" y="199567"/>
                  <a:pt x="161476" y="201248"/>
                </a:cubicBezTo>
                <a:cubicBezTo>
                  <a:pt x="162011" y="204216"/>
                  <a:pt x="163224" y="206500"/>
                  <a:pt x="164258" y="206500"/>
                </a:cubicBezTo>
                <a:cubicBezTo>
                  <a:pt x="164533" y="206500"/>
                  <a:pt x="164287" y="206024"/>
                  <a:pt x="163715" y="205451"/>
                </a:cubicBezTo>
                <a:close/>
                <a:moveTo>
                  <a:pt x="173154" y="203383"/>
                </a:moveTo>
                <a:cubicBezTo>
                  <a:pt x="173154" y="202074"/>
                  <a:pt x="172655" y="201248"/>
                  <a:pt x="171845" y="201248"/>
                </a:cubicBezTo>
                <a:cubicBezTo>
                  <a:pt x="170535" y="201248"/>
                  <a:pt x="169963" y="204767"/>
                  <a:pt x="171093" y="205890"/>
                </a:cubicBezTo>
                <a:cubicBezTo>
                  <a:pt x="172083" y="206879"/>
                  <a:pt x="173154" y="205577"/>
                  <a:pt x="173154" y="203383"/>
                </a:cubicBezTo>
                <a:close/>
                <a:moveTo>
                  <a:pt x="207213" y="202245"/>
                </a:moveTo>
                <a:cubicBezTo>
                  <a:pt x="211133" y="200490"/>
                  <a:pt x="210813" y="198861"/>
                  <a:pt x="206841" y="200371"/>
                </a:cubicBezTo>
                <a:cubicBezTo>
                  <a:pt x="205569" y="200854"/>
                  <a:pt x="203390" y="201248"/>
                  <a:pt x="202014" y="201248"/>
                </a:cubicBezTo>
                <a:cubicBezTo>
                  <a:pt x="200630" y="201248"/>
                  <a:pt x="199277" y="201605"/>
                  <a:pt x="199009" y="202044"/>
                </a:cubicBezTo>
                <a:cubicBezTo>
                  <a:pt x="198734" y="202483"/>
                  <a:pt x="199358" y="202617"/>
                  <a:pt x="200392" y="202349"/>
                </a:cubicBezTo>
                <a:cubicBezTo>
                  <a:pt x="202066" y="201910"/>
                  <a:pt x="202215" y="202133"/>
                  <a:pt x="201791" y="204380"/>
                </a:cubicBezTo>
                <a:cubicBezTo>
                  <a:pt x="201374" y="206559"/>
                  <a:pt x="201456" y="206700"/>
                  <a:pt x="202401" y="205406"/>
                </a:cubicBezTo>
                <a:cubicBezTo>
                  <a:pt x="203003" y="204581"/>
                  <a:pt x="205168" y="203160"/>
                  <a:pt x="207213" y="202245"/>
                </a:cubicBezTo>
                <a:close/>
                <a:moveTo>
                  <a:pt x="190083" y="202557"/>
                </a:moveTo>
                <a:cubicBezTo>
                  <a:pt x="189466" y="200936"/>
                  <a:pt x="188380" y="201546"/>
                  <a:pt x="187777" y="203844"/>
                </a:cubicBezTo>
                <a:cubicBezTo>
                  <a:pt x="187390" y="205324"/>
                  <a:pt x="187569" y="205458"/>
                  <a:pt x="188952" y="204722"/>
                </a:cubicBezTo>
                <a:cubicBezTo>
                  <a:pt x="189890" y="204216"/>
                  <a:pt x="190373" y="203301"/>
                  <a:pt x="190083" y="202557"/>
                </a:cubicBezTo>
                <a:close/>
                <a:moveTo>
                  <a:pt x="50386" y="199418"/>
                </a:moveTo>
                <a:cubicBezTo>
                  <a:pt x="51242" y="198704"/>
                  <a:pt x="54105" y="198132"/>
                  <a:pt x="57200" y="198042"/>
                </a:cubicBezTo>
                <a:cubicBezTo>
                  <a:pt x="63991" y="197856"/>
                  <a:pt x="64154" y="196525"/>
                  <a:pt x="57430" y="196175"/>
                </a:cubicBezTo>
                <a:cubicBezTo>
                  <a:pt x="52990" y="195945"/>
                  <a:pt x="52045" y="196190"/>
                  <a:pt x="50193" y="198042"/>
                </a:cubicBezTo>
                <a:cubicBezTo>
                  <a:pt x="47493" y="200742"/>
                  <a:pt x="41550" y="202401"/>
                  <a:pt x="40233" y="200824"/>
                </a:cubicBezTo>
                <a:cubicBezTo>
                  <a:pt x="39556" y="199999"/>
                  <a:pt x="40122" y="199009"/>
                  <a:pt x="42427" y="196986"/>
                </a:cubicBezTo>
                <a:cubicBezTo>
                  <a:pt x="45447" y="194331"/>
                  <a:pt x="45470" y="194256"/>
                  <a:pt x="43372" y="194256"/>
                </a:cubicBezTo>
                <a:cubicBezTo>
                  <a:pt x="42182" y="194256"/>
                  <a:pt x="40962" y="194651"/>
                  <a:pt x="40665" y="195127"/>
                </a:cubicBezTo>
                <a:cubicBezTo>
                  <a:pt x="40367" y="195610"/>
                  <a:pt x="38374" y="196004"/>
                  <a:pt x="36239" y="196004"/>
                </a:cubicBezTo>
                <a:cubicBezTo>
                  <a:pt x="34104" y="196004"/>
                  <a:pt x="32356" y="196399"/>
                  <a:pt x="32356" y="196875"/>
                </a:cubicBezTo>
                <a:cubicBezTo>
                  <a:pt x="32356" y="197358"/>
                  <a:pt x="32654" y="197752"/>
                  <a:pt x="33011" y="197760"/>
                </a:cubicBezTo>
                <a:cubicBezTo>
                  <a:pt x="33375" y="197760"/>
                  <a:pt x="35235" y="199277"/>
                  <a:pt x="37154" y="201122"/>
                </a:cubicBezTo>
                <a:lnTo>
                  <a:pt x="40642" y="204476"/>
                </a:lnTo>
                <a:lnTo>
                  <a:pt x="44770" y="202565"/>
                </a:lnTo>
                <a:cubicBezTo>
                  <a:pt x="47047" y="201509"/>
                  <a:pt x="49568" y="200095"/>
                  <a:pt x="50386" y="199418"/>
                </a:cubicBezTo>
                <a:close/>
                <a:moveTo>
                  <a:pt x="55749" y="203271"/>
                </a:moveTo>
                <a:cubicBezTo>
                  <a:pt x="54909" y="203048"/>
                  <a:pt x="53533" y="203048"/>
                  <a:pt x="52692" y="203271"/>
                </a:cubicBezTo>
                <a:cubicBezTo>
                  <a:pt x="51852" y="203495"/>
                  <a:pt x="52536" y="203673"/>
                  <a:pt x="54217" y="203673"/>
                </a:cubicBezTo>
                <a:cubicBezTo>
                  <a:pt x="55905" y="203673"/>
                  <a:pt x="56590" y="203495"/>
                  <a:pt x="55749" y="203271"/>
                </a:cubicBezTo>
                <a:close/>
                <a:moveTo>
                  <a:pt x="124181" y="201248"/>
                </a:moveTo>
                <a:cubicBezTo>
                  <a:pt x="124181" y="200772"/>
                  <a:pt x="123764" y="200378"/>
                  <a:pt x="123258" y="200378"/>
                </a:cubicBezTo>
                <a:cubicBezTo>
                  <a:pt x="122745" y="200378"/>
                  <a:pt x="122574" y="200772"/>
                  <a:pt x="122872" y="201248"/>
                </a:cubicBezTo>
                <a:cubicBezTo>
                  <a:pt x="123169" y="201732"/>
                  <a:pt x="123586" y="202126"/>
                  <a:pt x="123794" y="202126"/>
                </a:cubicBezTo>
                <a:cubicBezTo>
                  <a:pt x="124010" y="202126"/>
                  <a:pt x="124181" y="201732"/>
                  <a:pt x="124181" y="201248"/>
                </a:cubicBezTo>
                <a:close/>
                <a:moveTo>
                  <a:pt x="200288" y="195967"/>
                </a:moveTo>
                <a:cubicBezTo>
                  <a:pt x="201508" y="194256"/>
                  <a:pt x="201932" y="192754"/>
                  <a:pt x="201545" y="191527"/>
                </a:cubicBezTo>
                <a:cubicBezTo>
                  <a:pt x="201025" y="189875"/>
                  <a:pt x="200787" y="190054"/>
                  <a:pt x="199411" y="193126"/>
                </a:cubicBezTo>
                <a:cubicBezTo>
                  <a:pt x="198555" y="195022"/>
                  <a:pt x="196830" y="197388"/>
                  <a:pt x="195565" y="198385"/>
                </a:cubicBezTo>
                <a:cubicBezTo>
                  <a:pt x="194301" y="199381"/>
                  <a:pt x="193267" y="200653"/>
                  <a:pt x="193267" y="201219"/>
                </a:cubicBezTo>
                <a:cubicBezTo>
                  <a:pt x="193267" y="202676"/>
                  <a:pt x="198064" y="199091"/>
                  <a:pt x="200288" y="195967"/>
                </a:cubicBezTo>
                <a:close/>
                <a:moveTo>
                  <a:pt x="87109" y="195491"/>
                </a:moveTo>
                <a:cubicBezTo>
                  <a:pt x="86521" y="193966"/>
                  <a:pt x="83375" y="193855"/>
                  <a:pt x="82824" y="195350"/>
                </a:cubicBezTo>
                <a:cubicBezTo>
                  <a:pt x="82601" y="195952"/>
                  <a:pt x="83457" y="197551"/>
                  <a:pt x="84721" y="198913"/>
                </a:cubicBezTo>
                <a:lnTo>
                  <a:pt x="87012" y="201390"/>
                </a:lnTo>
                <a:lnTo>
                  <a:pt x="87302" y="199061"/>
                </a:lnTo>
                <a:cubicBezTo>
                  <a:pt x="87458" y="197782"/>
                  <a:pt x="87369" y="196175"/>
                  <a:pt x="87109" y="195491"/>
                </a:cubicBezTo>
                <a:close/>
                <a:moveTo>
                  <a:pt x="243995" y="198697"/>
                </a:moveTo>
                <a:cubicBezTo>
                  <a:pt x="243995" y="197827"/>
                  <a:pt x="244776" y="196123"/>
                  <a:pt x="245728" y="194911"/>
                </a:cubicBezTo>
                <a:lnTo>
                  <a:pt x="247461" y="192702"/>
                </a:lnTo>
                <a:lnTo>
                  <a:pt x="245074" y="192233"/>
                </a:lnTo>
                <a:cubicBezTo>
                  <a:pt x="241243" y="191474"/>
                  <a:pt x="239934" y="193394"/>
                  <a:pt x="241347" y="197685"/>
                </a:cubicBezTo>
                <a:cubicBezTo>
                  <a:pt x="242493" y="201159"/>
                  <a:pt x="243995" y="201732"/>
                  <a:pt x="243995" y="198697"/>
                </a:cubicBezTo>
                <a:close/>
                <a:moveTo>
                  <a:pt x="130682" y="197834"/>
                </a:moveTo>
                <a:cubicBezTo>
                  <a:pt x="130451" y="197611"/>
                  <a:pt x="129581" y="198132"/>
                  <a:pt x="128755" y="198994"/>
                </a:cubicBezTo>
                <a:cubicBezTo>
                  <a:pt x="127312" y="200504"/>
                  <a:pt x="127327" y="200519"/>
                  <a:pt x="129172" y="199411"/>
                </a:cubicBezTo>
                <a:cubicBezTo>
                  <a:pt x="130235" y="198779"/>
                  <a:pt x="130912" y="198065"/>
                  <a:pt x="130682" y="197834"/>
                </a:cubicBezTo>
                <a:close/>
                <a:moveTo>
                  <a:pt x="141705" y="197269"/>
                </a:moveTo>
                <a:cubicBezTo>
                  <a:pt x="142761" y="195558"/>
                  <a:pt x="143475" y="194085"/>
                  <a:pt x="143304" y="193989"/>
                </a:cubicBezTo>
                <a:cubicBezTo>
                  <a:pt x="143126" y="193892"/>
                  <a:pt x="141705" y="192917"/>
                  <a:pt x="140143" y="191824"/>
                </a:cubicBezTo>
                <a:cubicBezTo>
                  <a:pt x="138581" y="190723"/>
                  <a:pt x="137302" y="190217"/>
                  <a:pt x="137302" y="190701"/>
                </a:cubicBezTo>
                <a:cubicBezTo>
                  <a:pt x="137302" y="191177"/>
                  <a:pt x="136164" y="192865"/>
                  <a:pt x="134780" y="194442"/>
                </a:cubicBezTo>
                <a:cubicBezTo>
                  <a:pt x="132653" y="196867"/>
                  <a:pt x="132452" y="197492"/>
                  <a:pt x="133471" y="198444"/>
                </a:cubicBezTo>
                <a:cubicBezTo>
                  <a:pt x="134460" y="199366"/>
                  <a:pt x="134676" y="199352"/>
                  <a:pt x="134676" y="198340"/>
                </a:cubicBezTo>
                <a:cubicBezTo>
                  <a:pt x="134676" y="196919"/>
                  <a:pt x="137956" y="192508"/>
                  <a:pt x="139020" y="192508"/>
                </a:cubicBezTo>
                <a:cubicBezTo>
                  <a:pt x="140292" y="192508"/>
                  <a:pt x="140723" y="194956"/>
                  <a:pt x="139942" y="197700"/>
                </a:cubicBezTo>
                <a:cubicBezTo>
                  <a:pt x="138945" y="201174"/>
                  <a:pt x="139347" y="201077"/>
                  <a:pt x="141705" y="197269"/>
                </a:cubicBezTo>
                <a:close/>
                <a:moveTo>
                  <a:pt x="92368" y="192441"/>
                </a:moveTo>
                <a:cubicBezTo>
                  <a:pt x="90322" y="188990"/>
                  <a:pt x="90620" y="182013"/>
                  <a:pt x="92806" y="182013"/>
                </a:cubicBezTo>
                <a:cubicBezTo>
                  <a:pt x="93245" y="182013"/>
                  <a:pt x="94383" y="183292"/>
                  <a:pt x="95335" y="184854"/>
                </a:cubicBezTo>
                <a:cubicBezTo>
                  <a:pt x="96838" y="187316"/>
                  <a:pt x="97068" y="187443"/>
                  <a:pt x="97068" y="185777"/>
                </a:cubicBezTo>
                <a:cubicBezTo>
                  <a:pt x="97068" y="184728"/>
                  <a:pt x="96630" y="183590"/>
                  <a:pt x="96087" y="183255"/>
                </a:cubicBezTo>
                <a:cubicBezTo>
                  <a:pt x="95447" y="182861"/>
                  <a:pt x="95261" y="180719"/>
                  <a:pt x="95551" y="177104"/>
                </a:cubicBezTo>
                <a:cubicBezTo>
                  <a:pt x="95968" y="171890"/>
                  <a:pt x="95901" y="171614"/>
                  <a:pt x="94346" y="172448"/>
                </a:cubicBezTo>
                <a:cubicBezTo>
                  <a:pt x="93439" y="172931"/>
                  <a:pt x="92695" y="174195"/>
                  <a:pt x="92695" y="175267"/>
                </a:cubicBezTo>
                <a:cubicBezTo>
                  <a:pt x="92695" y="176330"/>
                  <a:pt x="91936" y="178443"/>
                  <a:pt x="91014" y="179953"/>
                </a:cubicBezTo>
                <a:cubicBezTo>
                  <a:pt x="89459" y="182504"/>
                  <a:pt x="89407" y="183344"/>
                  <a:pt x="90337" y="191110"/>
                </a:cubicBezTo>
                <a:cubicBezTo>
                  <a:pt x="91282" y="199099"/>
                  <a:pt x="91393" y="199396"/>
                  <a:pt x="92553" y="197180"/>
                </a:cubicBezTo>
                <a:cubicBezTo>
                  <a:pt x="93625" y="195134"/>
                  <a:pt x="93602" y="194539"/>
                  <a:pt x="92368" y="192441"/>
                </a:cubicBezTo>
                <a:close/>
                <a:moveTo>
                  <a:pt x="130972" y="191928"/>
                </a:moveTo>
                <a:cubicBezTo>
                  <a:pt x="133084" y="190136"/>
                  <a:pt x="133121" y="189950"/>
                  <a:pt x="131701" y="188529"/>
                </a:cubicBezTo>
                <a:cubicBezTo>
                  <a:pt x="130280" y="187116"/>
                  <a:pt x="130064" y="187160"/>
                  <a:pt x="127729" y="189399"/>
                </a:cubicBezTo>
                <a:cubicBezTo>
                  <a:pt x="125512" y="191519"/>
                  <a:pt x="125356" y="192025"/>
                  <a:pt x="126219" y="194316"/>
                </a:cubicBezTo>
                <a:cubicBezTo>
                  <a:pt x="127052" y="196518"/>
                  <a:pt x="127290" y="196659"/>
                  <a:pt x="127959" y="195342"/>
                </a:cubicBezTo>
                <a:cubicBezTo>
                  <a:pt x="128391" y="194502"/>
                  <a:pt x="129744" y="192962"/>
                  <a:pt x="130972" y="191928"/>
                </a:cubicBezTo>
                <a:close/>
                <a:moveTo>
                  <a:pt x="149099" y="195989"/>
                </a:moveTo>
                <a:cubicBezTo>
                  <a:pt x="148794" y="195499"/>
                  <a:pt x="148184" y="195327"/>
                  <a:pt x="147737" y="195603"/>
                </a:cubicBezTo>
                <a:cubicBezTo>
                  <a:pt x="146525" y="196354"/>
                  <a:pt x="146748" y="196875"/>
                  <a:pt x="148280" y="196875"/>
                </a:cubicBezTo>
                <a:cubicBezTo>
                  <a:pt x="149032" y="196875"/>
                  <a:pt x="149404" y="196480"/>
                  <a:pt x="149099" y="195989"/>
                </a:cubicBezTo>
                <a:close/>
                <a:moveTo>
                  <a:pt x="174857" y="191891"/>
                </a:moveTo>
                <a:cubicBezTo>
                  <a:pt x="174887" y="191311"/>
                  <a:pt x="171264" y="187175"/>
                  <a:pt x="166816" y="182690"/>
                </a:cubicBezTo>
                <a:cubicBezTo>
                  <a:pt x="160323" y="176152"/>
                  <a:pt x="157087" y="173675"/>
                  <a:pt x="150415" y="170119"/>
                </a:cubicBezTo>
                <a:lnTo>
                  <a:pt x="142114" y="165694"/>
                </a:lnTo>
                <a:lnTo>
                  <a:pt x="141482" y="168386"/>
                </a:lnTo>
                <a:cubicBezTo>
                  <a:pt x="141140" y="169866"/>
                  <a:pt x="141050" y="171622"/>
                  <a:pt x="141281" y="172284"/>
                </a:cubicBezTo>
                <a:cubicBezTo>
                  <a:pt x="141512" y="172946"/>
                  <a:pt x="141259" y="174024"/>
                  <a:pt x="140708" y="174686"/>
                </a:cubicBezTo>
                <a:cubicBezTo>
                  <a:pt x="139905" y="175653"/>
                  <a:pt x="140165" y="175891"/>
                  <a:pt x="142040" y="175891"/>
                </a:cubicBezTo>
                <a:cubicBezTo>
                  <a:pt x="144554" y="175891"/>
                  <a:pt x="150795" y="178740"/>
                  <a:pt x="151784" y="180347"/>
                </a:cubicBezTo>
                <a:cubicBezTo>
                  <a:pt x="152119" y="180890"/>
                  <a:pt x="151918" y="181626"/>
                  <a:pt x="151345" y="181983"/>
                </a:cubicBezTo>
                <a:cubicBezTo>
                  <a:pt x="149374" y="183196"/>
                  <a:pt x="151196" y="188916"/>
                  <a:pt x="154023" y="190374"/>
                </a:cubicBezTo>
                <a:cubicBezTo>
                  <a:pt x="156507" y="191660"/>
                  <a:pt x="156537" y="191646"/>
                  <a:pt x="156537" y="189221"/>
                </a:cubicBezTo>
                <a:cubicBezTo>
                  <a:pt x="156537" y="186550"/>
                  <a:pt x="158850" y="182593"/>
                  <a:pt x="160003" y="183300"/>
                </a:cubicBezTo>
                <a:cubicBezTo>
                  <a:pt x="160397" y="183545"/>
                  <a:pt x="160955" y="184691"/>
                  <a:pt x="161245" y="185844"/>
                </a:cubicBezTo>
                <a:cubicBezTo>
                  <a:pt x="161788" y="188001"/>
                  <a:pt x="167456" y="194256"/>
                  <a:pt x="168869" y="194256"/>
                </a:cubicBezTo>
                <a:cubicBezTo>
                  <a:pt x="169301" y="194256"/>
                  <a:pt x="169658" y="194874"/>
                  <a:pt x="169658" y="195632"/>
                </a:cubicBezTo>
                <a:cubicBezTo>
                  <a:pt x="169658" y="196741"/>
                  <a:pt x="170164" y="196607"/>
                  <a:pt x="172231" y="194978"/>
                </a:cubicBezTo>
                <a:cubicBezTo>
                  <a:pt x="173652" y="193855"/>
                  <a:pt x="174827" y="192471"/>
                  <a:pt x="174857" y="191891"/>
                </a:cubicBezTo>
                <a:close/>
                <a:moveTo>
                  <a:pt x="68647" y="194256"/>
                </a:moveTo>
                <a:cubicBezTo>
                  <a:pt x="68350" y="193773"/>
                  <a:pt x="67048" y="193416"/>
                  <a:pt x="65754" y="193468"/>
                </a:cubicBezTo>
                <a:lnTo>
                  <a:pt x="63403" y="193557"/>
                </a:lnTo>
                <a:lnTo>
                  <a:pt x="65590" y="194256"/>
                </a:lnTo>
                <a:cubicBezTo>
                  <a:pt x="68692" y="195246"/>
                  <a:pt x="69264" y="195246"/>
                  <a:pt x="68647" y="194256"/>
                </a:cubicBezTo>
                <a:close/>
                <a:moveTo>
                  <a:pt x="60502" y="192456"/>
                </a:moveTo>
                <a:cubicBezTo>
                  <a:pt x="59126" y="191906"/>
                  <a:pt x="58620" y="191147"/>
                  <a:pt x="58933" y="190106"/>
                </a:cubicBezTo>
                <a:cubicBezTo>
                  <a:pt x="59268" y="188983"/>
                  <a:pt x="58531" y="188164"/>
                  <a:pt x="56196" y="187064"/>
                </a:cubicBezTo>
                <a:cubicBezTo>
                  <a:pt x="54440" y="186238"/>
                  <a:pt x="52833" y="185725"/>
                  <a:pt x="52633" y="185926"/>
                </a:cubicBezTo>
                <a:cubicBezTo>
                  <a:pt x="51881" y="186684"/>
                  <a:pt x="59096" y="193118"/>
                  <a:pt x="60777" y="193193"/>
                </a:cubicBezTo>
                <a:cubicBezTo>
                  <a:pt x="62295" y="193260"/>
                  <a:pt x="62258" y="193163"/>
                  <a:pt x="60502" y="192456"/>
                </a:cubicBezTo>
                <a:close/>
                <a:moveTo>
                  <a:pt x="199864" y="188499"/>
                </a:moveTo>
                <a:cubicBezTo>
                  <a:pt x="201464" y="188901"/>
                  <a:pt x="201940" y="188544"/>
                  <a:pt x="202416" y="186595"/>
                </a:cubicBezTo>
                <a:cubicBezTo>
                  <a:pt x="204216" y="179291"/>
                  <a:pt x="208493" y="178510"/>
                  <a:pt x="207994" y="185583"/>
                </a:cubicBezTo>
                <a:lnTo>
                  <a:pt x="207697" y="189779"/>
                </a:lnTo>
                <a:lnTo>
                  <a:pt x="209668" y="187934"/>
                </a:lnTo>
                <a:cubicBezTo>
                  <a:pt x="210746" y="186915"/>
                  <a:pt x="211460" y="185918"/>
                  <a:pt x="211252" y="185710"/>
                </a:cubicBezTo>
                <a:cubicBezTo>
                  <a:pt x="211044" y="185502"/>
                  <a:pt x="211222" y="184416"/>
                  <a:pt x="211646" y="183300"/>
                </a:cubicBezTo>
                <a:cubicBezTo>
                  <a:pt x="212316" y="181530"/>
                  <a:pt x="212070" y="181158"/>
                  <a:pt x="209698" y="180325"/>
                </a:cubicBezTo>
                <a:cubicBezTo>
                  <a:pt x="206075" y="179068"/>
                  <a:pt x="201144" y="175229"/>
                  <a:pt x="201144" y="173682"/>
                </a:cubicBezTo>
                <a:cubicBezTo>
                  <a:pt x="201144" y="172708"/>
                  <a:pt x="200653" y="172619"/>
                  <a:pt x="198897" y="173288"/>
                </a:cubicBezTo>
                <a:cubicBezTo>
                  <a:pt x="197663" y="173757"/>
                  <a:pt x="195498" y="174143"/>
                  <a:pt x="194085" y="174143"/>
                </a:cubicBezTo>
                <a:cubicBezTo>
                  <a:pt x="190388" y="174143"/>
                  <a:pt x="190924" y="175735"/>
                  <a:pt x="194732" y="176055"/>
                </a:cubicBezTo>
                <a:cubicBezTo>
                  <a:pt x="199299" y="176442"/>
                  <a:pt x="199292" y="178160"/>
                  <a:pt x="194710" y="180384"/>
                </a:cubicBezTo>
                <a:cubicBezTo>
                  <a:pt x="190410" y="182474"/>
                  <a:pt x="189458" y="184222"/>
                  <a:pt x="191028" y="187153"/>
                </a:cubicBezTo>
                <a:cubicBezTo>
                  <a:pt x="192196" y="189340"/>
                  <a:pt x="193274" y="188745"/>
                  <a:pt x="193274" y="185903"/>
                </a:cubicBezTo>
                <a:cubicBezTo>
                  <a:pt x="193274" y="183761"/>
                  <a:pt x="199433" y="177639"/>
                  <a:pt x="201583" y="177639"/>
                </a:cubicBezTo>
                <a:cubicBezTo>
                  <a:pt x="204848" y="177639"/>
                  <a:pt x="201568" y="184631"/>
                  <a:pt x="196480" y="188514"/>
                </a:cubicBezTo>
                <a:cubicBezTo>
                  <a:pt x="194799" y="189801"/>
                  <a:pt x="193192" y="191445"/>
                  <a:pt x="192910" y="192181"/>
                </a:cubicBezTo>
                <a:cubicBezTo>
                  <a:pt x="192634" y="192910"/>
                  <a:pt x="193639" y="192270"/>
                  <a:pt x="195148" y="190760"/>
                </a:cubicBezTo>
                <a:cubicBezTo>
                  <a:pt x="197164" y="188745"/>
                  <a:pt x="198429" y="188142"/>
                  <a:pt x="199864" y="188499"/>
                </a:cubicBezTo>
                <a:close/>
                <a:moveTo>
                  <a:pt x="211222" y="190924"/>
                </a:moveTo>
                <a:cubicBezTo>
                  <a:pt x="210955" y="190656"/>
                  <a:pt x="210248" y="190924"/>
                  <a:pt x="209653" y="191519"/>
                </a:cubicBezTo>
                <a:cubicBezTo>
                  <a:pt x="208798" y="192389"/>
                  <a:pt x="208894" y="192486"/>
                  <a:pt x="210144" y="192010"/>
                </a:cubicBezTo>
                <a:cubicBezTo>
                  <a:pt x="211007" y="191683"/>
                  <a:pt x="211490" y="191192"/>
                  <a:pt x="211222" y="190924"/>
                </a:cubicBezTo>
                <a:close/>
                <a:moveTo>
                  <a:pt x="146049" y="186454"/>
                </a:moveTo>
                <a:cubicBezTo>
                  <a:pt x="146049" y="183292"/>
                  <a:pt x="145826" y="182980"/>
                  <a:pt x="143200" y="182422"/>
                </a:cubicBezTo>
                <a:cubicBezTo>
                  <a:pt x="141638" y="182087"/>
                  <a:pt x="139660" y="181195"/>
                  <a:pt x="138797" y="180436"/>
                </a:cubicBezTo>
                <a:cubicBezTo>
                  <a:pt x="137354" y="179164"/>
                  <a:pt x="137049" y="179239"/>
                  <a:pt x="134884" y="181411"/>
                </a:cubicBezTo>
                <a:lnTo>
                  <a:pt x="132534" y="183761"/>
                </a:lnTo>
                <a:lnTo>
                  <a:pt x="136625" y="183761"/>
                </a:lnTo>
                <a:cubicBezTo>
                  <a:pt x="141504" y="183761"/>
                  <a:pt x="145275" y="185286"/>
                  <a:pt x="145097" y="187190"/>
                </a:cubicBezTo>
                <a:cubicBezTo>
                  <a:pt x="144926" y="189050"/>
                  <a:pt x="145082" y="189883"/>
                  <a:pt x="145610" y="189883"/>
                </a:cubicBezTo>
                <a:cubicBezTo>
                  <a:pt x="145848" y="189883"/>
                  <a:pt x="146049" y="188336"/>
                  <a:pt x="146049" y="186454"/>
                </a:cubicBezTo>
                <a:close/>
                <a:moveTo>
                  <a:pt x="241020" y="186617"/>
                </a:moveTo>
                <a:cubicBezTo>
                  <a:pt x="240730" y="186327"/>
                  <a:pt x="240529" y="186848"/>
                  <a:pt x="240566" y="187770"/>
                </a:cubicBezTo>
                <a:cubicBezTo>
                  <a:pt x="240603" y="188789"/>
                  <a:pt x="240812" y="188998"/>
                  <a:pt x="241094" y="188298"/>
                </a:cubicBezTo>
                <a:cubicBezTo>
                  <a:pt x="241347" y="187666"/>
                  <a:pt x="241317" y="186915"/>
                  <a:pt x="241020" y="186617"/>
                </a:cubicBezTo>
                <a:close/>
                <a:moveTo>
                  <a:pt x="224953" y="185509"/>
                </a:moveTo>
                <a:cubicBezTo>
                  <a:pt x="226523" y="184549"/>
                  <a:pt x="228524" y="183768"/>
                  <a:pt x="229394" y="183761"/>
                </a:cubicBezTo>
                <a:cubicBezTo>
                  <a:pt x="230264" y="183761"/>
                  <a:pt x="230725" y="183352"/>
                  <a:pt x="230420" y="182861"/>
                </a:cubicBezTo>
                <a:cubicBezTo>
                  <a:pt x="230108" y="182355"/>
                  <a:pt x="228635" y="182192"/>
                  <a:pt x="227081" y="182482"/>
                </a:cubicBezTo>
                <a:cubicBezTo>
                  <a:pt x="224961" y="182876"/>
                  <a:pt x="223510" y="182474"/>
                  <a:pt x="221026" y="180786"/>
                </a:cubicBezTo>
                <a:cubicBezTo>
                  <a:pt x="218207" y="178874"/>
                  <a:pt x="217753" y="178777"/>
                  <a:pt x="217753" y="180072"/>
                </a:cubicBezTo>
                <a:cubicBezTo>
                  <a:pt x="217753" y="180897"/>
                  <a:pt x="217195" y="182638"/>
                  <a:pt x="216518" y="183932"/>
                </a:cubicBezTo>
                <a:cubicBezTo>
                  <a:pt x="215299" y="186268"/>
                  <a:pt x="215313" y="186290"/>
                  <a:pt x="218490" y="186625"/>
                </a:cubicBezTo>
                <a:cubicBezTo>
                  <a:pt x="220252" y="186811"/>
                  <a:pt x="221785" y="187034"/>
                  <a:pt x="221889" y="187108"/>
                </a:cubicBezTo>
                <a:cubicBezTo>
                  <a:pt x="222000" y="187190"/>
                  <a:pt x="223376" y="186476"/>
                  <a:pt x="224953" y="185509"/>
                </a:cubicBezTo>
                <a:close/>
                <a:moveTo>
                  <a:pt x="243110" y="178763"/>
                </a:moveTo>
                <a:cubicBezTo>
                  <a:pt x="244270" y="179068"/>
                  <a:pt x="244813" y="178569"/>
                  <a:pt x="245155" y="176881"/>
                </a:cubicBezTo>
                <a:cubicBezTo>
                  <a:pt x="245408" y="175616"/>
                  <a:pt x="245884" y="173891"/>
                  <a:pt x="246212" y="173050"/>
                </a:cubicBezTo>
                <a:cubicBezTo>
                  <a:pt x="246554" y="172157"/>
                  <a:pt x="246398" y="171518"/>
                  <a:pt x="245832" y="171518"/>
                </a:cubicBezTo>
                <a:cubicBezTo>
                  <a:pt x="245304" y="171518"/>
                  <a:pt x="244865" y="172076"/>
                  <a:pt x="244865" y="172760"/>
                </a:cubicBezTo>
                <a:cubicBezTo>
                  <a:pt x="244865" y="173444"/>
                  <a:pt x="243884" y="175177"/>
                  <a:pt x="242679" y="176605"/>
                </a:cubicBezTo>
                <a:cubicBezTo>
                  <a:pt x="241481" y="178034"/>
                  <a:pt x="240544" y="179737"/>
                  <a:pt x="240596" y="180392"/>
                </a:cubicBezTo>
                <a:cubicBezTo>
                  <a:pt x="240655" y="181039"/>
                  <a:pt x="240886" y="180845"/>
                  <a:pt x="241117" y="179960"/>
                </a:cubicBezTo>
                <a:cubicBezTo>
                  <a:pt x="241384" y="178919"/>
                  <a:pt x="242083" y="178495"/>
                  <a:pt x="243110" y="178763"/>
                </a:cubicBezTo>
                <a:close/>
                <a:moveTo>
                  <a:pt x="217485" y="177639"/>
                </a:moveTo>
                <a:cubicBezTo>
                  <a:pt x="217731" y="177639"/>
                  <a:pt x="216719" y="176248"/>
                  <a:pt x="215224" y="174545"/>
                </a:cubicBezTo>
                <a:cubicBezTo>
                  <a:pt x="213729" y="172849"/>
                  <a:pt x="212509" y="170707"/>
                  <a:pt x="212509" y="169792"/>
                </a:cubicBezTo>
                <a:cubicBezTo>
                  <a:pt x="212509" y="167464"/>
                  <a:pt x="211713" y="167226"/>
                  <a:pt x="207726" y="168371"/>
                </a:cubicBezTo>
                <a:lnTo>
                  <a:pt x="204260" y="169368"/>
                </a:lnTo>
                <a:lnTo>
                  <a:pt x="207332" y="171183"/>
                </a:lnTo>
                <a:cubicBezTo>
                  <a:pt x="209021" y="172180"/>
                  <a:pt x="211371" y="174218"/>
                  <a:pt x="212554" y="175705"/>
                </a:cubicBezTo>
                <a:cubicBezTo>
                  <a:pt x="213729" y="177201"/>
                  <a:pt x="215217" y="178242"/>
                  <a:pt x="215864" y="178026"/>
                </a:cubicBezTo>
                <a:cubicBezTo>
                  <a:pt x="216504" y="177818"/>
                  <a:pt x="217232" y="177639"/>
                  <a:pt x="217485" y="177639"/>
                </a:cubicBezTo>
                <a:close/>
                <a:moveTo>
                  <a:pt x="230108" y="176174"/>
                </a:moveTo>
                <a:cubicBezTo>
                  <a:pt x="229074" y="174404"/>
                  <a:pt x="228829" y="174969"/>
                  <a:pt x="229669" y="177171"/>
                </a:cubicBezTo>
                <a:cubicBezTo>
                  <a:pt x="229974" y="177952"/>
                  <a:pt x="230398" y="178406"/>
                  <a:pt x="230629" y="178182"/>
                </a:cubicBezTo>
                <a:cubicBezTo>
                  <a:pt x="230852" y="177952"/>
                  <a:pt x="230621" y="177052"/>
                  <a:pt x="230108" y="176174"/>
                </a:cubicBezTo>
                <a:close/>
                <a:moveTo>
                  <a:pt x="134311" y="175415"/>
                </a:moveTo>
                <a:cubicBezTo>
                  <a:pt x="133962" y="174032"/>
                  <a:pt x="134393" y="171748"/>
                  <a:pt x="135450" y="169361"/>
                </a:cubicBezTo>
                <a:cubicBezTo>
                  <a:pt x="136788" y="166326"/>
                  <a:pt x="136900" y="165433"/>
                  <a:pt x="135993" y="165084"/>
                </a:cubicBezTo>
                <a:cubicBezTo>
                  <a:pt x="135308" y="164816"/>
                  <a:pt x="134408" y="165686"/>
                  <a:pt x="133768" y="167233"/>
                </a:cubicBezTo>
                <a:cubicBezTo>
                  <a:pt x="133173" y="168661"/>
                  <a:pt x="131760" y="170558"/>
                  <a:pt x="130622" y="171451"/>
                </a:cubicBezTo>
                <a:cubicBezTo>
                  <a:pt x="129484" y="172351"/>
                  <a:pt x="128554" y="173593"/>
                  <a:pt x="128554" y="174225"/>
                </a:cubicBezTo>
                <a:cubicBezTo>
                  <a:pt x="128554" y="175110"/>
                  <a:pt x="128792" y="175133"/>
                  <a:pt x="129603" y="174315"/>
                </a:cubicBezTo>
                <a:cubicBezTo>
                  <a:pt x="131165" y="172752"/>
                  <a:pt x="132928" y="173043"/>
                  <a:pt x="132928" y="174872"/>
                </a:cubicBezTo>
                <a:cubicBezTo>
                  <a:pt x="132928" y="176390"/>
                  <a:pt x="133627" y="177639"/>
                  <a:pt x="134483" y="177639"/>
                </a:cubicBezTo>
                <a:cubicBezTo>
                  <a:pt x="134691" y="177639"/>
                  <a:pt x="134616" y="176635"/>
                  <a:pt x="134311" y="175415"/>
                </a:cubicBezTo>
                <a:close/>
                <a:moveTo>
                  <a:pt x="171406" y="171518"/>
                </a:moveTo>
                <a:cubicBezTo>
                  <a:pt x="170893" y="170558"/>
                  <a:pt x="170275" y="169770"/>
                  <a:pt x="170037" y="169770"/>
                </a:cubicBezTo>
                <a:cubicBezTo>
                  <a:pt x="169792" y="169770"/>
                  <a:pt x="170015" y="170558"/>
                  <a:pt x="170535" y="171518"/>
                </a:cubicBezTo>
                <a:cubicBezTo>
                  <a:pt x="171049" y="172477"/>
                  <a:pt x="171666" y="173266"/>
                  <a:pt x="171904" y="173266"/>
                </a:cubicBezTo>
                <a:cubicBezTo>
                  <a:pt x="172150" y="173266"/>
                  <a:pt x="171919" y="172477"/>
                  <a:pt x="171406" y="171518"/>
                </a:cubicBezTo>
                <a:close/>
                <a:moveTo>
                  <a:pt x="177617" y="169108"/>
                </a:moveTo>
                <a:cubicBezTo>
                  <a:pt x="177014" y="167642"/>
                  <a:pt x="175928" y="166646"/>
                  <a:pt x="174954" y="166646"/>
                </a:cubicBezTo>
                <a:cubicBezTo>
                  <a:pt x="173496" y="166646"/>
                  <a:pt x="173570" y="166943"/>
                  <a:pt x="175638" y="169383"/>
                </a:cubicBezTo>
                <a:cubicBezTo>
                  <a:pt x="178383" y="172604"/>
                  <a:pt x="179030" y="172514"/>
                  <a:pt x="177617" y="169108"/>
                </a:cubicBezTo>
                <a:close/>
                <a:moveTo>
                  <a:pt x="85971" y="167092"/>
                </a:moveTo>
                <a:cubicBezTo>
                  <a:pt x="86268" y="165947"/>
                  <a:pt x="86067" y="165418"/>
                  <a:pt x="85413" y="165634"/>
                </a:cubicBezTo>
                <a:cubicBezTo>
                  <a:pt x="84156" y="166058"/>
                  <a:pt x="83501" y="168892"/>
                  <a:pt x="84662" y="168892"/>
                </a:cubicBezTo>
                <a:cubicBezTo>
                  <a:pt x="85123" y="168892"/>
                  <a:pt x="85710" y="168081"/>
                  <a:pt x="85971" y="167092"/>
                </a:cubicBezTo>
                <a:close/>
                <a:moveTo>
                  <a:pt x="199887" y="168022"/>
                </a:moveTo>
                <a:cubicBezTo>
                  <a:pt x="200563" y="168022"/>
                  <a:pt x="201664" y="166705"/>
                  <a:pt x="202334" y="165106"/>
                </a:cubicBezTo>
                <a:cubicBezTo>
                  <a:pt x="204483" y="159959"/>
                  <a:pt x="211505" y="155905"/>
                  <a:pt x="210538" y="160368"/>
                </a:cubicBezTo>
                <a:cubicBezTo>
                  <a:pt x="210300" y="161446"/>
                  <a:pt x="209817" y="163031"/>
                  <a:pt x="209467" y="163871"/>
                </a:cubicBezTo>
                <a:cubicBezTo>
                  <a:pt x="208976" y="165046"/>
                  <a:pt x="209147" y="165292"/>
                  <a:pt x="210174" y="164890"/>
                </a:cubicBezTo>
                <a:cubicBezTo>
                  <a:pt x="210925" y="164608"/>
                  <a:pt x="211654" y="163529"/>
                  <a:pt x="211803" y="162488"/>
                </a:cubicBezTo>
                <a:cubicBezTo>
                  <a:pt x="211951" y="161454"/>
                  <a:pt x="213930" y="159237"/>
                  <a:pt x="216206" y="157556"/>
                </a:cubicBezTo>
                <a:cubicBezTo>
                  <a:pt x="218906" y="155555"/>
                  <a:pt x="220037" y="154209"/>
                  <a:pt x="219471" y="153644"/>
                </a:cubicBezTo>
                <a:cubicBezTo>
                  <a:pt x="218914" y="153078"/>
                  <a:pt x="217761" y="153287"/>
                  <a:pt x="216139" y="154246"/>
                </a:cubicBezTo>
                <a:cubicBezTo>
                  <a:pt x="214778" y="155050"/>
                  <a:pt x="212026" y="155972"/>
                  <a:pt x="210025" y="156292"/>
                </a:cubicBezTo>
                <a:cubicBezTo>
                  <a:pt x="208024" y="156612"/>
                  <a:pt x="206388" y="157221"/>
                  <a:pt x="206388" y="157645"/>
                </a:cubicBezTo>
                <a:cubicBezTo>
                  <a:pt x="206388" y="158062"/>
                  <a:pt x="203926" y="160844"/>
                  <a:pt x="200921" y="163812"/>
                </a:cubicBezTo>
                <a:cubicBezTo>
                  <a:pt x="197915" y="166787"/>
                  <a:pt x="196175" y="168952"/>
                  <a:pt x="197060" y="168617"/>
                </a:cubicBezTo>
                <a:cubicBezTo>
                  <a:pt x="197938" y="168290"/>
                  <a:pt x="199210" y="168022"/>
                  <a:pt x="199887" y="168022"/>
                </a:cubicBezTo>
                <a:close/>
                <a:moveTo>
                  <a:pt x="169539" y="162934"/>
                </a:moveTo>
                <a:cubicBezTo>
                  <a:pt x="165790" y="158672"/>
                  <a:pt x="167783" y="156931"/>
                  <a:pt x="173198" y="159736"/>
                </a:cubicBezTo>
                <a:cubicBezTo>
                  <a:pt x="176412" y="161394"/>
                  <a:pt x="176456" y="160903"/>
                  <a:pt x="173377" y="157735"/>
                </a:cubicBezTo>
                <a:cubicBezTo>
                  <a:pt x="172053" y="156381"/>
                  <a:pt x="170379" y="154410"/>
                  <a:pt x="169658" y="153368"/>
                </a:cubicBezTo>
                <a:lnTo>
                  <a:pt x="168349" y="151464"/>
                </a:lnTo>
                <a:lnTo>
                  <a:pt x="163596" y="153101"/>
                </a:lnTo>
                <a:cubicBezTo>
                  <a:pt x="160338" y="154224"/>
                  <a:pt x="158225" y="154499"/>
                  <a:pt x="156857" y="153978"/>
                </a:cubicBezTo>
                <a:cubicBezTo>
                  <a:pt x="155205" y="153354"/>
                  <a:pt x="154551" y="153659"/>
                  <a:pt x="153078" y="155726"/>
                </a:cubicBezTo>
                <a:cubicBezTo>
                  <a:pt x="152096" y="157102"/>
                  <a:pt x="151293" y="158612"/>
                  <a:pt x="151293" y="159074"/>
                </a:cubicBezTo>
                <a:cubicBezTo>
                  <a:pt x="151293" y="159542"/>
                  <a:pt x="154090" y="161543"/>
                  <a:pt x="157511" y="163522"/>
                </a:cubicBezTo>
                <a:lnTo>
                  <a:pt x="163730" y="167122"/>
                </a:lnTo>
                <a:lnTo>
                  <a:pt x="163164" y="164139"/>
                </a:lnTo>
                <a:cubicBezTo>
                  <a:pt x="162837" y="162376"/>
                  <a:pt x="162986" y="160926"/>
                  <a:pt x="163536" y="160584"/>
                </a:cubicBezTo>
                <a:cubicBezTo>
                  <a:pt x="164637" y="159907"/>
                  <a:pt x="169658" y="165032"/>
                  <a:pt x="169658" y="166832"/>
                </a:cubicBezTo>
                <a:cubicBezTo>
                  <a:pt x="169658" y="167858"/>
                  <a:pt x="169873" y="167888"/>
                  <a:pt x="170870" y="166958"/>
                </a:cubicBezTo>
                <a:cubicBezTo>
                  <a:pt x="171889" y="166006"/>
                  <a:pt x="171674" y="165381"/>
                  <a:pt x="169539" y="162934"/>
                </a:cubicBezTo>
                <a:close/>
                <a:moveTo>
                  <a:pt x="196257" y="160710"/>
                </a:moveTo>
                <a:cubicBezTo>
                  <a:pt x="195349" y="158337"/>
                  <a:pt x="193735" y="159550"/>
                  <a:pt x="193430" y="162837"/>
                </a:cubicBezTo>
                <a:lnTo>
                  <a:pt x="193155" y="165835"/>
                </a:lnTo>
                <a:lnTo>
                  <a:pt x="195000" y="164027"/>
                </a:lnTo>
                <a:cubicBezTo>
                  <a:pt x="196168" y="162875"/>
                  <a:pt x="196629" y="161670"/>
                  <a:pt x="196257" y="160710"/>
                </a:cubicBezTo>
                <a:close/>
                <a:moveTo>
                  <a:pt x="52090" y="159922"/>
                </a:moveTo>
                <a:cubicBezTo>
                  <a:pt x="51271" y="158672"/>
                  <a:pt x="51078" y="157489"/>
                  <a:pt x="51562" y="156708"/>
                </a:cubicBezTo>
                <a:cubicBezTo>
                  <a:pt x="52209" y="155667"/>
                  <a:pt x="52670" y="155704"/>
                  <a:pt x="54581" y="156961"/>
                </a:cubicBezTo>
                <a:cubicBezTo>
                  <a:pt x="55950" y="157854"/>
                  <a:pt x="56843" y="158055"/>
                  <a:pt x="56843" y="157460"/>
                </a:cubicBezTo>
                <a:cubicBezTo>
                  <a:pt x="56843" y="156924"/>
                  <a:pt x="56069" y="156284"/>
                  <a:pt x="55124" y="156039"/>
                </a:cubicBezTo>
                <a:cubicBezTo>
                  <a:pt x="54187" y="155793"/>
                  <a:pt x="52573" y="153859"/>
                  <a:pt x="51554" y="151747"/>
                </a:cubicBezTo>
                <a:cubicBezTo>
                  <a:pt x="49613" y="147738"/>
                  <a:pt x="47530" y="147172"/>
                  <a:pt x="49010" y="151055"/>
                </a:cubicBezTo>
                <a:cubicBezTo>
                  <a:pt x="49471" y="152268"/>
                  <a:pt x="49851" y="154484"/>
                  <a:pt x="49851" y="155979"/>
                </a:cubicBezTo>
                <a:cubicBezTo>
                  <a:pt x="49851" y="157474"/>
                  <a:pt x="50498" y="159416"/>
                  <a:pt x="51294" y="160301"/>
                </a:cubicBezTo>
                <a:cubicBezTo>
                  <a:pt x="53272" y="162488"/>
                  <a:pt x="53652" y="162309"/>
                  <a:pt x="52090" y="159922"/>
                </a:cubicBezTo>
                <a:close/>
                <a:moveTo>
                  <a:pt x="135554" y="160531"/>
                </a:moveTo>
                <a:cubicBezTo>
                  <a:pt x="135554" y="160323"/>
                  <a:pt x="135159" y="160145"/>
                  <a:pt x="134676" y="160145"/>
                </a:cubicBezTo>
                <a:cubicBezTo>
                  <a:pt x="134192" y="160145"/>
                  <a:pt x="133806" y="160561"/>
                  <a:pt x="133806" y="161074"/>
                </a:cubicBezTo>
                <a:cubicBezTo>
                  <a:pt x="133806" y="161580"/>
                  <a:pt x="134192" y="161759"/>
                  <a:pt x="134676" y="161461"/>
                </a:cubicBezTo>
                <a:cubicBezTo>
                  <a:pt x="135159" y="161164"/>
                  <a:pt x="135554" y="160747"/>
                  <a:pt x="135554" y="160531"/>
                </a:cubicBezTo>
                <a:close/>
                <a:moveTo>
                  <a:pt x="205480" y="152454"/>
                </a:moveTo>
                <a:cubicBezTo>
                  <a:pt x="208426" y="147537"/>
                  <a:pt x="208716" y="146607"/>
                  <a:pt x="207637" y="145529"/>
                </a:cubicBezTo>
                <a:cubicBezTo>
                  <a:pt x="206016" y="143907"/>
                  <a:pt x="206031" y="137339"/>
                  <a:pt x="207652" y="133449"/>
                </a:cubicBezTo>
                <a:cubicBezTo>
                  <a:pt x="209727" y="128480"/>
                  <a:pt x="211721" y="129923"/>
                  <a:pt x="212941" y="137287"/>
                </a:cubicBezTo>
                <a:cubicBezTo>
                  <a:pt x="213513" y="140761"/>
                  <a:pt x="213692" y="140976"/>
                  <a:pt x="214956" y="139712"/>
                </a:cubicBezTo>
                <a:cubicBezTo>
                  <a:pt x="215715" y="138953"/>
                  <a:pt x="216422" y="136744"/>
                  <a:pt x="216518" y="134810"/>
                </a:cubicBezTo>
                <a:cubicBezTo>
                  <a:pt x="216623" y="132884"/>
                  <a:pt x="217523" y="129715"/>
                  <a:pt x="218534" y="127781"/>
                </a:cubicBezTo>
                <a:cubicBezTo>
                  <a:pt x="221190" y="122686"/>
                  <a:pt x="219999" y="121139"/>
                  <a:pt x="213744" y="121533"/>
                </a:cubicBezTo>
                <a:cubicBezTo>
                  <a:pt x="210159" y="121756"/>
                  <a:pt x="208262" y="121399"/>
                  <a:pt x="206008" y="120068"/>
                </a:cubicBezTo>
                <a:cubicBezTo>
                  <a:pt x="203457" y="118565"/>
                  <a:pt x="202951" y="118498"/>
                  <a:pt x="202520" y="119621"/>
                </a:cubicBezTo>
                <a:cubicBezTo>
                  <a:pt x="201605" y="122002"/>
                  <a:pt x="201977" y="122455"/>
                  <a:pt x="205294" y="123058"/>
                </a:cubicBezTo>
                <a:cubicBezTo>
                  <a:pt x="212368" y="124330"/>
                  <a:pt x="213848" y="127126"/>
                  <a:pt x="208255" y="128636"/>
                </a:cubicBezTo>
                <a:cubicBezTo>
                  <a:pt x="205294" y="129432"/>
                  <a:pt x="204803" y="129938"/>
                  <a:pt x="204364" y="132638"/>
                </a:cubicBezTo>
                <a:cubicBezTo>
                  <a:pt x="203754" y="136417"/>
                  <a:pt x="200563" y="141780"/>
                  <a:pt x="198927" y="141780"/>
                </a:cubicBezTo>
                <a:cubicBezTo>
                  <a:pt x="198265" y="141780"/>
                  <a:pt x="197313" y="143260"/>
                  <a:pt x="196815" y="145060"/>
                </a:cubicBezTo>
                <a:cubicBezTo>
                  <a:pt x="195364" y="150282"/>
                  <a:pt x="195744" y="151271"/>
                  <a:pt x="197685" y="147344"/>
                </a:cubicBezTo>
                <a:cubicBezTo>
                  <a:pt x="199782" y="143111"/>
                  <a:pt x="202393" y="140500"/>
                  <a:pt x="203710" y="141311"/>
                </a:cubicBezTo>
                <a:cubicBezTo>
                  <a:pt x="206112" y="142799"/>
                  <a:pt x="203130" y="153703"/>
                  <a:pt x="199812" y="155555"/>
                </a:cubicBezTo>
                <a:cubicBezTo>
                  <a:pt x="198756" y="156150"/>
                  <a:pt x="198496" y="156961"/>
                  <a:pt x="198927" y="158315"/>
                </a:cubicBezTo>
                <a:cubicBezTo>
                  <a:pt x="199760" y="160933"/>
                  <a:pt x="201151" y="159684"/>
                  <a:pt x="205480" y="152454"/>
                </a:cubicBezTo>
                <a:close/>
                <a:moveTo>
                  <a:pt x="130302" y="157913"/>
                </a:moveTo>
                <a:cubicBezTo>
                  <a:pt x="130302" y="157698"/>
                  <a:pt x="129908" y="157526"/>
                  <a:pt x="129432" y="157526"/>
                </a:cubicBezTo>
                <a:cubicBezTo>
                  <a:pt x="128949" y="157526"/>
                  <a:pt x="128554" y="157943"/>
                  <a:pt x="128554" y="158449"/>
                </a:cubicBezTo>
                <a:cubicBezTo>
                  <a:pt x="128554" y="158962"/>
                  <a:pt x="128949" y="159133"/>
                  <a:pt x="129432" y="158836"/>
                </a:cubicBezTo>
                <a:cubicBezTo>
                  <a:pt x="129908" y="158538"/>
                  <a:pt x="130302" y="158122"/>
                  <a:pt x="130302" y="157913"/>
                </a:cubicBezTo>
                <a:close/>
                <a:moveTo>
                  <a:pt x="147053" y="153807"/>
                </a:moveTo>
                <a:cubicBezTo>
                  <a:pt x="146681" y="149813"/>
                  <a:pt x="145275" y="148110"/>
                  <a:pt x="143862" y="149954"/>
                </a:cubicBezTo>
                <a:cubicBezTo>
                  <a:pt x="143379" y="150579"/>
                  <a:pt x="142241" y="151502"/>
                  <a:pt x="141333" y="152007"/>
                </a:cubicBezTo>
                <a:cubicBezTo>
                  <a:pt x="139816" y="152840"/>
                  <a:pt x="139965" y="153116"/>
                  <a:pt x="143066" y="155221"/>
                </a:cubicBezTo>
                <a:cubicBezTo>
                  <a:pt x="144926" y="156485"/>
                  <a:pt x="146666" y="157526"/>
                  <a:pt x="146927" y="157526"/>
                </a:cubicBezTo>
                <a:cubicBezTo>
                  <a:pt x="147187" y="157526"/>
                  <a:pt x="147247" y="155853"/>
                  <a:pt x="147053" y="153807"/>
                </a:cubicBezTo>
                <a:close/>
                <a:moveTo>
                  <a:pt x="152178" y="148794"/>
                </a:moveTo>
                <a:cubicBezTo>
                  <a:pt x="151479" y="147485"/>
                  <a:pt x="151018" y="143677"/>
                  <a:pt x="151204" y="140686"/>
                </a:cubicBezTo>
                <a:cubicBezTo>
                  <a:pt x="151330" y="138552"/>
                  <a:pt x="153420" y="138782"/>
                  <a:pt x="155168" y="141125"/>
                </a:cubicBezTo>
                <a:cubicBezTo>
                  <a:pt x="156448" y="142843"/>
                  <a:pt x="156559" y="142873"/>
                  <a:pt x="156016" y="141348"/>
                </a:cubicBezTo>
                <a:cubicBezTo>
                  <a:pt x="155681" y="140381"/>
                  <a:pt x="155220" y="138321"/>
                  <a:pt x="154997" y="136752"/>
                </a:cubicBezTo>
                <a:cubicBezTo>
                  <a:pt x="154491" y="133159"/>
                  <a:pt x="153651" y="133166"/>
                  <a:pt x="151516" y="136796"/>
                </a:cubicBezTo>
                <a:cubicBezTo>
                  <a:pt x="150080" y="139228"/>
                  <a:pt x="149880" y="140820"/>
                  <a:pt x="150237" y="146979"/>
                </a:cubicBezTo>
                <a:cubicBezTo>
                  <a:pt x="150616" y="153525"/>
                  <a:pt x="150772" y="154068"/>
                  <a:pt x="151769" y="152201"/>
                </a:cubicBezTo>
                <a:cubicBezTo>
                  <a:pt x="152416" y="150996"/>
                  <a:pt x="152587" y="149560"/>
                  <a:pt x="152178" y="148794"/>
                </a:cubicBezTo>
                <a:close/>
                <a:moveTo>
                  <a:pt x="177758" y="151308"/>
                </a:moveTo>
                <a:cubicBezTo>
                  <a:pt x="178829" y="149419"/>
                  <a:pt x="179729" y="148764"/>
                  <a:pt x="180726" y="149144"/>
                </a:cubicBezTo>
                <a:cubicBezTo>
                  <a:pt x="181990" y="149635"/>
                  <a:pt x="182080" y="148958"/>
                  <a:pt x="181551" y="142895"/>
                </a:cubicBezTo>
                <a:cubicBezTo>
                  <a:pt x="181224" y="139154"/>
                  <a:pt x="180153" y="133092"/>
                  <a:pt x="179171" y="129417"/>
                </a:cubicBezTo>
                <a:cubicBezTo>
                  <a:pt x="177513" y="123207"/>
                  <a:pt x="177200" y="122693"/>
                  <a:pt x="174723" y="122202"/>
                </a:cubicBezTo>
                <a:cubicBezTo>
                  <a:pt x="170707" y="121399"/>
                  <a:pt x="170535" y="121473"/>
                  <a:pt x="170535" y="124166"/>
                </a:cubicBezTo>
                <a:cubicBezTo>
                  <a:pt x="170535" y="127097"/>
                  <a:pt x="167084" y="132601"/>
                  <a:pt x="165247" y="132601"/>
                </a:cubicBezTo>
                <a:cubicBezTo>
                  <a:pt x="163618" y="132601"/>
                  <a:pt x="163142" y="129306"/>
                  <a:pt x="164295" y="125988"/>
                </a:cubicBezTo>
                <a:cubicBezTo>
                  <a:pt x="165187" y="123437"/>
                  <a:pt x="164265" y="122418"/>
                  <a:pt x="162956" y="124508"/>
                </a:cubicBezTo>
                <a:cubicBezTo>
                  <a:pt x="161781" y="126390"/>
                  <a:pt x="161513" y="128049"/>
                  <a:pt x="161431" y="133910"/>
                </a:cubicBezTo>
                <a:lnTo>
                  <a:pt x="161349" y="139593"/>
                </a:lnTo>
                <a:lnTo>
                  <a:pt x="165857" y="139303"/>
                </a:lnTo>
                <a:cubicBezTo>
                  <a:pt x="170625" y="138990"/>
                  <a:pt x="174031" y="140181"/>
                  <a:pt x="174031" y="142167"/>
                </a:cubicBezTo>
                <a:cubicBezTo>
                  <a:pt x="174031" y="144696"/>
                  <a:pt x="163298" y="146444"/>
                  <a:pt x="161126" y="144272"/>
                </a:cubicBezTo>
                <a:cubicBezTo>
                  <a:pt x="159869" y="143015"/>
                  <a:pt x="157831" y="144465"/>
                  <a:pt x="157147" y="147098"/>
                </a:cubicBezTo>
                <a:cubicBezTo>
                  <a:pt x="156797" y="148422"/>
                  <a:pt x="157043" y="148749"/>
                  <a:pt x="158143" y="148444"/>
                </a:cubicBezTo>
                <a:cubicBezTo>
                  <a:pt x="163447" y="146957"/>
                  <a:pt x="165344" y="147009"/>
                  <a:pt x="169159" y="148749"/>
                </a:cubicBezTo>
                <a:cubicBezTo>
                  <a:pt x="171369" y="149754"/>
                  <a:pt x="173660" y="151353"/>
                  <a:pt x="174247" y="152305"/>
                </a:cubicBezTo>
                <a:cubicBezTo>
                  <a:pt x="175668" y="154573"/>
                  <a:pt x="175943" y="154499"/>
                  <a:pt x="177758" y="151308"/>
                </a:cubicBezTo>
                <a:close/>
                <a:moveTo>
                  <a:pt x="40531" y="149181"/>
                </a:moveTo>
                <a:cubicBezTo>
                  <a:pt x="40248" y="148437"/>
                  <a:pt x="39824" y="148013"/>
                  <a:pt x="39594" y="148244"/>
                </a:cubicBezTo>
                <a:cubicBezTo>
                  <a:pt x="39363" y="148474"/>
                  <a:pt x="39437" y="149084"/>
                  <a:pt x="39757" y="149597"/>
                </a:cubicBezTo>
                <a:cubicBezTo>
                  <a:pt x="40620" y="150988"/>
                  <a:pt x="41118" y="150720"/>
                  <a:pt x="40531" y="149181"/>
                </a:cubicBezTo>
                <a:close/>
                <a:moveTo>
                  <a:pt x="137666" y="145886"/>
                </a:moveTo>
                <a:cubicBezTo>
                  <a:pt x="136818" y="145410"/>
                  <a:pt x="135531" y="145410"/>
                  <a:pt x="134468" y="145886"/>
                </a:cubicBezTo>
                <a:cubicBezTo>
                  <a:pt x="133002" y="146540"/>
                  <a:pt x="133248" y="146682"/>
                  <a:pt x="135888" y="146682"/>
                </a:cubicBezTo>
                <a:cubicBezTo>
                  <a:pt x="138254" y="146682"/>
                  <a:pt x="138715" y="146473"/>
                  <a:pt x="137666" y="145886"/>
                </a:cubicBezTo>
                <a:close/>
                <a:moveTo>
                  <a:pt x="146919" y="144807"/>
                </a:moveTo>
                <a:cubicBezTo>
                  <a:pt x="146919" y="144063"/>
                  <a:pt x="146235" y="141110"/>
                  <a:pt x="145387" y="138247"/>
                </a:cubicBezTo>
                <a:cubicBezTo>
                  <a:pt x="144167" y="134074"/>
                  <a:pt x="143505" y="133040"/>
                  <a:pt x="142062" y="133040"/>
                </a:cubicBezTo>
                <a:cubicBezTo>
                  <a:pt x="140217" y="133040"/>
                  <a:pt x="135613" y="128770"/>
                  <a:pt x="133947" y="125520"/>
                </a:cubicBezTo>
                <a:cubicBezTo>
                  <a:pt x="133278" y="124211"/>
                  <a:pt x="133278" y="123415"/>
                  <a:pt x="133947" y="122745"/>
                </a:cubicBezTo>
                <a:cubicBezTo>
                  <a:pt x="135107" y="121592"/>
                  <a:pt x="136878" y="122165"/>
                  <a:pt x="140582" y="124902"/>
                </a:cubicBezTo>
                <a:cubicBezTo>
                  <a:pt x="142144" y="126063"/>
                  <a:pt x="143423" y="126844"/>
                  <a:pt x="143423" y="126650"/>
                </a:cubicBezTo>
                <a:cubicBezTo>
                  <a:pt x="143423" y="125259"/>
                  <a:pt x="141348" y="120797"/>
                  <a:pt x="140701" y="120797"/>
                </a:cubicBezTo>
                <a:cubicBezTo>
                  <a:pt x="139466" y="120797"/>
                  <a:pt x="136431" y="115352"/>
                  <a:pt x="136431" y="113143"/>
                </a:cubicBezTo>
                <a:cubicBezTo>
                  <a:pt x="136431" y="112027"/>
                  <a:pt x="136959" y="111172"/>
                  <a:pt x="137659" y="111172"/>
                </a:cubicBezTo>
                <a:cubicBezTo>
                  <a:pt x="138879" y="111172"/>
                  <a:pt x="142821" y="115292"/>
                  <a:pt x="143706" y="117479"/>
                </a:cubicBezTo>
                <a:cubicBezTo>
                  <a:pt x="144063" y="118357"/>
                  <a:pt x="144368" y="118312"/>
                  <a:pt x="145075" y="117293"/>
                </a:cubicBezTo>
                <a:cubicBezTo>
                  <a:pt x="145647" y="116475"/>
                  <a:pt x="145670" y="115872"/>
                  <a:pt x="145141" y="115694"/>
                </a:cubicBezTo>
                <a:cubicBezTo>
                  <a:pt x="144673" y="115530"/>
                  <a:pt x="144294" y="114861"/>
                  <a:pt x="144294" y="114191"/>
                </a:cubicBezTo>
                <a:cubicBezTo>
                  <a:pt x="144294" y="112905"/>
                  <a:pt x="146726" y="111335"/>
                  <a:pt x="150363" y="110286"/>
                </a:cubicBezTo>
                <a:lnTo>
                  <a:pt x="152602" y="109647"/>
                </a:lnTo>
                <a:lnTo>
                  <a:pt x="150125" y="108657"/>
                </a:lnTo>
                <a:cubicBezTo>
                  <a:pt x="148764" y="108107"/>
                  <a:pt x="147202" y="107943"/>
                  <a:pt x="146651" y="108278"/>
                </a:cubicBezTo>
                <a:cubicBezTo>
                  <a:pt x="144420" y="109654"/>
                  <a:pt x="137302" y="107854"/>
                  <a:pt x="137302" y="105913"/>
                </a:cubicBezTo>
                <a:cubicBezTo>
                  <a:pt x="137302" y="105459"/>
                  <a:pt x="138187" y="104864"/>
                  <a:pt x="139265" y="104589"/>
                </a:cubicBezTo>
                <a:cubicBezTo>
                  <a:pt x="141050" y="104142"/>
                  <a:pt x="141236" y="103577"/>
                  <a:pt x="141236" y="98474"/>
                </a:cubicBezTo>
                <a:cubicBezTo>
                  <a:pt x="141236" y="92993"/>
                  <a:pt x="141199" y="92896"/>
                  <a:pt x="139600" y="94495"/>
                </a:cubicBezTo>
                <a:cubicBezTo>
                  <a:pt x="138700" y="95395"/>
                  <a:pt x="137815" y="97396"/>
                  <a:pt x="137636" y="98951"/>
                </a:cubicBezTo>
                <a:cubicBezTo>
                  <a:pt x="137056" y="103956"/>
                  <a:pt x="131158" y="111172"/>
                  <a:pt x="127647" y="111172"/>
                </a:cubicBezTo>
                <a:cubicBezTo>
                  <a:pt x="125884" y="111172"/>
                  <a:pt x="127253" y="104470"/>
                  <a:pt x="129804" y="100617"/>
                </a:cubicBezTo>
                <a:lnTo>
                  <a:pt x="132080" y="97180"/>
                </a:lnTo>
                <a:lnTo>
                  <a:pt x="130049" y="97180"/>
                </a:lnTo>
                <a:cubicBezTo>
                  <a:pt x="128941" y="97180"/>
                  <a:pt x="127595" y="97612"/>
                  <a:pt x="127067" y="98147"/>
                </a:cubicBezTo>
                <a:cubicBezTo>
                  <a:pt x="126539" y="98675"/>
                  <a:pt x="124605" y="99107"/>
                  <a:pt x="122775" y="99107"/>
                </a:cubicBezTo>
                <a:cubicBezTo>
                  <a:pt x="120142" y="99107"/>
                  <a:pt x="118624" y="99828"/>
                  <a:pt x="115567" y="102513"/>
                </a:cubicBezTo>
                <a:cubicBezTo>
                  <a:pt x="111989" y="105660"/>
                  <a:pt x="110524" y="106329"/>
                  <a:pt x="107891" y="106017"/>
                </a:cubicBezTo>
                <a:cubicBezTo>
                  <a:pt x="106872" y="105898"/>
                  <a:pt x="105846" y="108613"/>
                  <a:pt x="105831" y="111484"/>
                </a:cubicBezTo>
                <a:cubicBezTo>
                  <a:pt x="105823" y="112377"/>
                  <a:pt x="107043" y="115687"/>
                  <a:pt x="108546" y="118840"/>
                </a:cubicBezTo>
                <a:lnTo>
                  <a:pt x="111283" y="124560"/>
                </a:lnTo>
                <a:lnTo>
                  <a:pt x="112443" y="121808"/>
                </a:lnTo>
                <a:cubicBezTo>
                  <a:pt x="113856" y="118446"/>
                  <a:pt x="117494" y="114675"/>
                  <a:pt x="119331" y="114675"/>
                </a:cubicBezTo>
                <a:cubicBezTo>
                  <a:pt x="122187" y="114675"/>
                  <a:pt x="120209" y="122150"/>
                  <a:pt x="116177" y="126569"/>
                </a:cubicBezTo>
                <a:cubicBezTo>
                  <a:pt x="114608" y="128287"/>
                  <a:pt x="114600" y="128480"/>
                  <a:pt x="115984" y="129626"/>
                </a:cubicBezTo>
                <a:cubicBezTo>
                  <a:pt x="116906" y="130392"/>
                  <a:pt x="117583" y="130511"/>
                  <a:pt x="117776" y="129938"/>
                </a:cubicBezTo>
                <a:cubicBezTo>
                  <a:pt x="117947" y="129440"/>
                  <a:pt x="118810" y="127669"/>
                  <a:pt x="119703" y="126003"/>
                </a:cubicBezTo>
                <a:cubicBezTo>
                  <a:pt x="123243" y="119391"/>
                  <a:pt x="126390" y="123452"/>
                  <a:pt x="123816" y="131322"/>
                </a:cubicBezTo>
                <a:lnTo>
                  <a:pt x="122381" y="135703"/>
                </a:lnTo>
                <a:lnTo>
                  <a:pt x="124813" y="137838"/>
                </a:lnTo>
                <a:cubicBezTo>
                  <a:pt x="126301" y="139147"/>
                  <a:pt x="128346" y="139987"/>
                  <a:pt x="130087" y="140009"/>
                </a:cubicBezTo>
                <a:cubicBezTo>
                  <a:pt x="133025" y="140032"/>
                  <a:pt x="133947" y="138619"/>
                  <a:pt x="131582" y="137711"/>
                </a:cubicBezTo>
                <a:cubicBezTo>
                  <a:pt x="130845" y="137428"/>
                  <a:pt x="129685" y="136119"/>
                  <a:pt x="129001" y="134810"/>
                </a:cubicBezTo>
                <a:cubicBezTo>
                  <a:pt x="127684" y="132251"/>
                  <a:pt x="126963" y="125587"/>
                  <a:pt x="127907" y="124642"/>
                </a:cubicBezTo>
                <a:cubicBezTo>
                  <a:pt x="129908" y="122649"/>
                  <a:pt x="134847" y="130206"/>
                  <a:pt x="134847" y="135256"/>
                </a:cubicBezTo>
                <a:cubicBezTo>
                  <a:pt x="134847" y="136804"/>
                  <a:pt x="135643" y="139199"/>
                  <a:pt x="136602" y="140582"/>
                </a:cubicBezTo>
                <a:cubicBezTo>
                  <a:pt x="137607" y="142018"/>
                  <a:pt x="138075" y="142345"/>
                  <a:pt x="137703" y="141348"/>
                </a:cubicBezTo>
                <a:cubicBezTo>
                  <a:pt x="135769" y="136164"/>
                  <a:pt x="136223" y="131805"/>
                  <a:pt x="138603" y="132720"/>
                </a:cubicBezTo>
                <a:cubicBezTo>
                  <a:pt x="140686" y="133516"/>
                  <a:pt x="144294" y="140277"/>
                  <a:pt x="144294" y="143386"/>
                </a:cubicBezTo>
                <a:cubicBezTo>
                  <a:pt x="144294" y="145268"/>
                  <a:pt x="144718" y="146153"/>
                  <a:pt x="145610" y="146153"/>
                </a:cubicBezTo>
                <a:cubicBezTo>
                  <a:pt x="146332" y="146153"/>
                  <a:pt x="146919" y="145551"/>
                  <a:pt x="146919" y="144807"/>
                </a:cubicBezTo>
                <a:close/>
                <a:moveTo>
                  <a:pt x="218586" y="143372"/>
                </a:moveTo>
                <a:cubicBezTo>
                  <a:pt x="219635" y="143044"/>
                  <a:pt x="219613" y="142888"/>
                  <a:pt x="218452" y="142442"/>
                </a:cubicBezTo>
                <a:cubicBezTo>
                  <a:pt x="217604" y="142114"/>
                  <a:pt x="216407" y="142628"/>
                  <a:pt x="215432" y="143721"/>
                </a:cubicBezTo>
                <a:cubicBezTo>
                  <a:pt x="213856" y="145491"/>
                  <a:pt x="213863" y="145514"/>
                  <a:pt x="215574" y="144651"/>
                </a:cubicBezTo>
                <a:cubicBezTo>
                  <a:pt x="216533" y="144167"/>
                  <a:pt x="217887" y="143587"/>
                  <a:pt x="218586" y="143372"/>
                </a:cubicBezTo>
                <a:close/>
                <a:moveTo>
                  <a:pt x="195877" y="140642"/>
                </a:moveTo>
                <a:cubicBezTo>
                  <a:pt x="195885" y="140247"/>
                  <a:pt x="195498" y="140173"/>
                  <a:pt x="195022" y="140471"/>
                </a:cubicBezTo>
                <a:cubicBezTo>
                  <a:pt x="194539" y="140768"/>
                  <a:pt x="194152" y="141676"/>
                  <a:pt x="194159" y="142494"/>
                </a:cubicBezTo>
                <a:cubicBezTo>
                  <a:pt x="194167" y="143766"/>
                  <a:pt x="194286" y="143788"/>
                  <a:pt x="195022" y="142657"/>
                </a:cubicBezTo>
                <a:cubicBezTo>
                  <a:pt x="195483" y="141936"/>
                  <a:pt x="195870" y="141029"/>
                  <a:pt x="195877" y="140642"/>
                </a:cubicBezTo>
                <a:close/>
                <a:moveTo>
                  <a:pt x="114682" y="138254"/>
                </a:moveTo>
                <a:cubicBezTo>
                  <a:pt x="113551" y="137309"/>
                  <a:pt x="112175" y="136536"/>
                  <a:pt x="111625" y="136543"/>
                </a:cubicBezTo>
                <a:cubicBezTo>
                  <a:pt x="111075" y="136543"/>
                  <a:pt x="111811" y="137332"/>
                  <a:pt x="113254" y="138284"/>
                </a:cubicBezTo>
                <a:cubicBezTo>
                  <a:pt x="116594" y="140500"/>
                  <a:pt x="117360" y="140486"/>
                  <a:pt x="114682" y="138254"/>
                </a:cubicBezTo>
                <a:close/>
                <a:moveTo>
                  <a:pt x="108010" y="134639"/>
                </a:moveTo>
                <a:cubicBezTo>
                  <a:pt x="105808" y="132906"/>
                  <a:pt x="105726" y="132646"/>
                  <a:pt x="107073" y="131656"/>
                </a:cubicBezTo>
                <a:cubicBezTo>
                  <a:pt x="108397" y="130689"/>
                  <a:pt x="108136" y="130288"/>
                  <a:pt x="104641" y="127885"/>
                </a:cubicBezTo>
                <a:cubicBezTo>
                  <a:pt x="102483" y="126398"/>
                  <a:pt x="100520" y="124694"/>
                  <a:pt x="100282" y="124084"/>
                </a:cubicBezTo>
                <a:cubicBezTo>
                  <a:pt x="100021" y="123452"/>
                  <a:pt x="99806" y="123675"/>
                  <a:pt x="99769" y="124612"/>
                </a:cubicBezTo>
                <a:cubicBezTo>
                  <a:pt x="99724" y="125512"/>
                  <a:pt x="100877" y="127595"/>
                  <a:pt x="102320" y="129239"/>
                </a:cubicBezTo>
                <a:cubicBezTo>
                  <a:pt x="103763" y="130883"/>
                  <a:pt x="104945" y="132817"/>
                  <a:pt x="104945" y="133531"/>
                </a:cubicBezTo>
                <a:cubicBezTo>
                  <a:pt x="104945" y="134252"/>
                  <a:pt x="105831" y="135197"/>
                  <a:pt x="106909" y="135636"/>
                </a:cubicBezTo>
                <a:cubicBezTo>
                  <a:pt x="110197" y="136952"/>
                  <a:pt x="110546" y="136633"/>
                  <a:pt x="108010" y="134639"/>
                </a:cubicBezTo>
                <a:close/>
                <a:moveTo>
                  <a:pt x="91810" y="129953"/>
                </a:moveTo>
                <a:cubicBezTo>
                  <a:pt x="91200" y="129224"/>
                  <a:pt x="90471" y="128852"/>
                  <a:pt x="90196" y="129127"/>
                </a:cubicBezTo>
                <a:cubicBezTo>
                  <a:pt x="89920" y="129410"/>
                  <a:pt x="90270" y="129998"/>
                  <a:pt x="90977" y="130451"/>
                </a:cubicBezTo>
                <a:cubicBezTo>
                  <a:pt x="92829" y="131619"/>
                  <a:pt x="93067" y="131478"/>
                  <a:pt x="91810" y="129953"/>
                </a:cubicBezTo>
                <a:close/>
                <a:moveTo>
                  <a:pt x="146577" y="124531"/>
                </a:moveTo>
                <a:cubicBezTo>
                  <a:pt x="146287" y="124240"/>
                  <a:pt x="146079" y="124754"/>
                  <a:pt x="146116" y="125676"/>
                </a:cubicBezTo>
                <a:cubicBezTo>
                  <a:pt x="146161" y="126695"/>
                  <a:pt x="146361" y="126903"/>
                  <a:pt x="146644" y="126204"/>
                </a:cubicBezTo>
                <a:cubicBezTo>
                  <a:pt x="146897" y="125572"/>
                  <a:pt x="146867" y="124821"/>
                  <a:pt x="146577" y="124531"/>
                </a:cubicBezTo>
                <a:close/>
                <a:moveTo>
                  <a:pt x="153390" y="125312"/>
                </a:moveTo>
                <a:cubicBezTo>
                  <a:pt x="153636" y="124910"/>
                  <a:pt x="153286" y="124583"/>
                  <a:pt x="152602" y="124583"/>
                </a:cubicBezTo>
                <a:cubicBezTo>
                  <a:pt x="151925" y="124583"/>
                  <a:pt x="151576" y="124910"/>
                  <a:pt x="151821" y="125312"/>
                </a:cubicBezTo>
                <a:cubicBezTo>
                  <a:pt x="152066" y="125713"/>
                  <a:pt x="152423" y="126041"/>
                  <a:pt x="152602" y="126041"/>
                </a:cubicBezTo>
                <a:cubicBezTo>
                  <a:pt x="152788" y="126041"/>
                  <a:pt x="153145" y="125713"/>
                  <a:pt x="153390" y="125312"/>
                </a:cubicBezTo>
                <a:close/>
                <a:moveTo>
                  <a:pt x="193237" y="118885"/>
                </a:moveTo>
                <a:cubicBezTo>
                  <a:pt x="193281" y="114363"/>
                  <a:pt x="194739" y="110881"/>
                  <a:pt x="196331" y="111491"/>
                </a:cubicBezTo>
                <a:cubicBezTo>
                  <a:pt x="197648" y="111997"/>
                  <a:pt x="198533" y="110822"/>
                  <a:pt x="201248" y="104938"/>
                </a:cubicBezTo>
                <a:cubicBezTo>
                  <a:pt x="202661" y="101866"/>
                  <a:pt x="202654" y="101777"/>
                  <a:pt x="201025" y="102208"/>
                </a:cubicBezTo>
                <a:cubicBezTo>
                  <a:pt x="200095" y="102446"/>
                  <a:pt x="198905" y="103480"/>
                  <a:pt x="198384" y="104507"/>
                </a:cubicBezTo>
                <a:cubicBezTo>
                  <a:pt x="197863" y="105526"/>
                  <a:pt x="196346" y="107542"/>
                  <a:pt x="195022" y="108985"/>
                </a:cubicBezTo>
                <a:cubicBezTo>
                  <a:pt x="193326" y="110837"/>
                  <a:pt x="192471" y="112897"/>
                  <a:pt x="192114" y="115984"/>
                </a:cubicBezTo>
                <a:cubicBezTo>
                  <a:pt x="191838" y="118387"/>
                  <a:pt x="191370" y="121734"/>
                  <a:pt x="191072" y="123415"/>
                </a:cubicBezTo>
                <a:cubicBezTo>
                  <a:pt x="190544" y="126472"/>
                  <a:pt x="190544" y="126472"/>
                  <a:pt x="191876" y="124293"/>
                </a:cubicBezTo>
                <a:cubicBezTo>
                  <a:pt x="192605" y="123088"/>
                  <a:pt x="193222" y="120655"/>
                  <a:pt x="193237" y="118885"/>
                </a:cubicBezTo>
                <a:close/>
                <a:moveTo>
                  <a:pt x="158292" y="121250"/>
                </a:moveTo>
                <a:cubicBezTo>
                  <a:pt x="158292" y="121027"/>
                  <a:pt x="157080" y="120216"/>
                  <a:pt x="155607" y="119450"/>
                </a:cubicBezTo>
                <a:cubicBezTo>
                  <a:pt x="149560" y="116326"/>
                  <a:pt x="158575" y="113939"/>
                  <a:pt x="164964" y="116973"/>
                </a:cubicBezTo>
                <a:cubicBezTo>
                  <a:pt x="167977" y="118401"/>
                  <a:pt x="170297" y="117925"/>
                  <a:pt x="167880" y="116378"/>
                </a:cubicBezTo>
                <a:cubicBezTo>
                  <a:pt x="164920" y="114474"/>
                  <a:pt x="157303" y="112562"/>
                  <a:pt x="156686" y="113567"/>
                </a:cubicBezTo>
                <a:cubicBezTo>
                  <a:pt x="156343" y="114117"/>
                  <a:pt x="154990" y="114972"/>
                  <a:pt x="153681" y="115471"/>
                </a:cubicBezTo>
                <a:cubicBezTo>
                  <a:pt x="151226" y="116408"/>
                  <a:pt x="150348" y="119049"/>
                  <a:pt x="152498" y="119049"/>
                </a:cubicBezTo>
                <a:cubicBezTo>
                  <a:pt x="153160" y="119049"/>
                  <a:pt x="154194" y="119636"/>
                  <a:pt x="154789" y="120358"/>
                </a:cubicBezTo>
                <a:cubicBezTo>
                  <a:pt x="155793" y="121570"/>
                  <a:pt x="158292" y="122210"/>
                  <a:pt x="158292" y="121250"/>
                </a:cubicBezTo>
                <a:close/>
                <a:moveTo>
                  <a:pt x="188900" y="110510"/>
                </a:moveTo>
                <a:cubicBezTo>
                  <a:pt x="188900" y="103428"/>
                  <a:pt x="188752" y="102781"/>
                  <a:pt x="186952" y="101978"/>
                </a:cubicBezTo>
                <a:cubicBezTo>
                  <a:pt x="185880" y="101509"/>
                  <a:pt x="184177" y="99880"/>
                  <a:pt x="183158" y="98363"/>
                </a:cubicBezTo>
                <a:lnTo>
                  <a:pt x="181313" y="95603"/>
                </a:lnTo>
                <a:lnTo>
                  <a:pt x="180220" y="98646"/>
                </a:lnTo>
                <a:cubicBezTo>
                  <a:pt x="179610" y="100319"/>
                  <a:pt x="179350" y="101918"/>
                  <a:pt x="179632" y="102201"/>
                </a:cubicBezTo>
                <a:cubicBezTo>
                  <a:pt x="179922" y="102491"/>
                  <a:pt x="180153" y="102261"/>
                  <a:pt x="180153" y="101703"/>
                </a:cubicBezTo>
                <a:cubicBezTo>
                  <a:pt x="180153" y="101137"/>
                  <a:pt x="180882" y="100684"/>
                  <a:pt x="181767" y="100684"/>
                </a:cubicBezTo>
                <a:cubicBezTo>
                  <a:pt x="184006" y="100684"/>
                  <a:pt x="186572" y="106701"/>
                  <a:pt x="186542" y="111856"/>
                </a:cubicBezTo>
                <a:cubicBezTo>
                  <a:pt x="186513" y="115396"/>
                  <a:pt x="187405" y="118171"/>
                  <a:pt x="188566" y="118171"/>
                </a:cubicBezTo>
                <a:cubicBezTo>
                  <a:pt x="188752" y="118171"/>
                  <a:pt x="188900" y="114720"/>
                  <a:pt x="188900" y="110510"/>
                </a:cubicBezTo>
                <a:close/>
                <a:moveTo>
                  <a:pt x="217136" y="114184"/>
                </a:moveTo>
                <a:cubicBezTo>
                  <a:pt x="217582" y="111826"/>
                  <a:pt x="217299" y="111328"/>
                  <a:pt x="214741" y="109944"/>
                </a:cubicBezTo>
                <a:cubicBezTo>
                  <a:pt x="211044" y="107958"/>
                  <a:pt x="209341" y="108338"/>
                  <a:pt x="207273" y="111610"/>
                </a:cubicBezTo>
                <a:lnTo>
                  <a:pt x="205621" y="114236"/>
                </a:lnTo>
                <a:lnTo>
                  <a:pt x="208693" y="114459"/>
                </a:lnTo>
                <a:cubicBezTo>
                  <a:pt x="210374" y="114578"/>
                  <a:pt x="212814" y="115233"/>
                  <a:pt x="214101" y="115910"/>
                </a:cubicBezTo>
                <a:cubicBezTo>
                  <a:pt x="215388" y="116587"/>
                  <a:pt x="216489" y="117077"/>
                  <a:pt x="216541" y="117003"/>
                </a:cubicBezTo>
                <a:cubicBezTo>
                  <a:pt x="216593" y="116921"/>
                  <a:pt x="216861" y="115657"/>
                  <a:pt x="217136" y="114184"/>
                </a:cubicBezTo>
                <a:close/>
                <a:moveTo>
                  <a:pt x="173645" y="115084"/>
                </a:moveTo>
                <a:cubicBezTo>
                  <a:pt x="172715" y="114377"/>
                  <a:pt x="171555" y="113797"/>
                  <a:pt x="171071" y="113797"/>
                </a:cubicBezTo>
                <a:cubicBezTo>
                  <a:pt x="170595" y="113797"/>
                  <a:pt x="170959" y="114377"/>
                  <a:pt x="171897" y="115084"/>
                </a:cubicBezTo>
                <a:cubicBezTo>
                  <a:pt x="172826" y="115791"/>
                  <a:pt x="173987" y="116363"/>
                  <a:pt x="174470" y="116363"/>
                </a:cubicBezTo>
                <a:cubicBezTo>
                  <a:pt x="174946" y="116363"/>
                  <a:pt x="174582" y="115791"/>
                  <a:pt x="173645" y="115084"/>
                </a:cubicBezTo>
                <a:close/>
                <a:moveTo>
                  <a:pt x="167538" y="111595"/>
                </a:moveTo>
                <a:cubicBezTo>
                  <a:pt x="166608" y="110889"/>
                  <a:pt x="165634" y="110532"/>
                  <a:pt x="165373" y="110792"/>
                </a:cubicBezTo>
                <a:cubicBezTo>
                  <a:pt x="164823" y="111343"/>
                  <a:pt x="167047" y="112905"/>
                  <a:pt x="168349" y="112882"/>
                </a:cubicBezTo>
                <a:cubicBezTo>
                  <a:pt x="168825" y="112875"/>
                  <a:pt x="168460" y="112295"/>
                  <a:pt x="167538" y="111595"/>
                </a:cubicBezTo>
                <a:close/>
                <a:moveTo>
                  <a:pt x="231372" y="111075"/>
                </a:moveTo>
                <a:cubicBezTo>
                  <a:pt x="231744" y="110472"/>
                  <a:pt x="233745" y="110249"/>
                  <a:pt x="236587" y="110487"/>
                </a:cubicBezTo>
                <a:cubicBezTo>
                  <a:pt x="240164" y="110777"/>
                  <a:pt x="241094" y="110606"/>
                  <a:pt x="240752" y="109706"/>
                </a:cubicBezTo>
                <a:cubicBezTo>
                  <a:pt x="240507" y="109074"/>
                  <a:pt x="239547" y="108553"/>
                  <a:pt x="238617" y="108553"/>
                </a:cubicBezTo>
                <a:cubicBezTo>
                  <a:pt x="237688" y="108553"/>
                  <a:pt x="235456" y="107802"/>
                  <a:pt x="233663" y="106887"/>
                </a:cubicBezTo>
                <a:cubicBezTo>
                  <a:pt x="231491" y="105779"/>
                  <a:pt x="229528" y="105399"/>
                  <a:pt x="227795" y="105764"/>
                </a:cubicBezTo>
                <a:lnTo>
                  <a:pt x="225191" y="106307"/>
                </a:lnTo>
                <a:lnTo>
                  <a:pt x="228248" y="106768"/>
                </a:lnTo>
                <a:cubicBezTo>
                  <a:pt x="231893" y="107326"/>
                  <a:pt x="232310" y="109305"/>
                  <a:pt x="229126" y="110919"/>
                </a:cubicBezTo>
                <a:cubicBezTo>
                  <a:pt x="227036" y="111975"/>
                  <a:pt x="227021" y="112027"/>
                  <a:pt x="228858" y="112034"/>
                </a:cubicBezTo>
                <a:cubicBezTo>
                  <a:pt x="229907" y="112042"/>
                  <a:pt x="231045" y="111610"/>
                  <a:pt x="231372" y="111075"/>
                </a:cubicBezTo>
                <a:close/>
                <a:moveTo>
                  <a:pt x="222685" y="108122"/>
                </a:moveTo>
                <a:lnTo>
                  <a:pt x="225191" y="106813"/>
                </a:lnTo>
                <a:lnTo>
                  <a:pt x="222856" y="106805"/>
                </a:lnTo>
                <a:cubicBezTo>
                  <a:pt x="219367" y="106798"/>
                  <a:pt x="217314" y="107728"/>
                  <a:pt x="218780" y="108657"/>
                </a:cubicBezTo>
                <a:cubicBezTo>
                  <a:pt x="220230" y="109580"/>
                  <a:pt x="219761" y="109647"/>
                  <a:pt x="222685" y="108122"/>
                </a:cubicBezTo>
                <a:close/>
                <a:moveTo>
                  <a:pt x="153346" y="106329"/>
                </a:moveTo>
                <a:cubicBezTo>
                  <a:pt x="153056" y="105585"/>
                  <a:pt x="152639" y="105161"/>
                  <a:pt x="152409" y="105392"/>
                </a:cubicBezTo>
                <a:cubicBezTo>
                  <a:pt x="152178" y="105623"/>
                  <a:pt x="152252" y="106233"/>
                  <a:pt x="152572" y="106746"/>
                </a:cubicBezTo>
                <a:cubicBezTo>
                  <a:pt x="153428" y="108137"/>
                  <a:pt x="153933" y="107869"/>
                  <a:pt x="153346" y="106329"/>
                </a:cubicBezTo>
                <a:close/>
                <a:moveTo>
                  <a:pt x="101688" y="102848"/>
                </a:moveTo>
                <a:cubicBezTo>
                  <a:pt x="99218" y="101122"/>
                  <a:pt x="96533" y="94748"/>
                  <a:pt x="97753" y="93528"/>
                </a:cubicBezTo>
                <a:cubicBezTo>
                  <a:pt x="98474" y="92807"/>
                  <a:pt x="99322" y="92933"/>
                  <a:pt x="100966" y="94012"/>
                </a:cubicBezTo>
                <a:cubicBezTo>
                  <a:pt x="102907" y="95283"/>
                  <a:pt x="103198" y="95298"/>
                  <a:pt x="103198" y="94138"/>
                </a:cubicBezTo>
                <a:cubicBezTo>
                  <a:pt x="103198" y="93409"/>
                  <a:pt x="102647" y="92807"/>
                  <a:pt x="101978" y="92807"/>
                </a:cubicBezTo>
                <a:cubicBezTo>
                  <a:pt x="100564" y="92807"/>
                  <a:pt x="97946" y="86796"/>
                  <a:pt x="97946" y="83546"/>
                </a:cubicBezTo>
                <a:cubicBezTo>
                  <a:pt x="97946" y="81694"/>
                  <a:pt x="97753" y="81515"/>
                  <a:pt x="96793" y="82475"/>
                </a:cubicBezTo>
                <a:cubicBezTo>
                  <a:pt x="96035" y="83234"/>
                  <a:pt x="95663" y="85733"/>
                  <a:pt x="95722" y="89749"/>
                </a:cubicBezTo>
                <a:cubicBezTo>
                  <a:pt x="95797" y="94807"/>
                  <a:pt x="96250" y="96630"/>
                  <a:pt x="98340" y="100245"/>
                </a:cubicBezTo>
                <a:cubicBezTo>
                  <a:pt x="102089" y="106716"/>
                  <a:pt x="102692" y="107400"/>
                  <a:pt x="103056" y="105548"/>
                </a:cubicBezTo>
                <a:cubicBezTo>
                  <a:pt x="103220" y="104708"/>
                  <a:pt x="102602" y="103488"/>
                  <a:pt x="101688" y="102848"/>
                </a:cubicBezTo>
                <a:close/>
                <a:moveTo>
                  <a:pt x="163306" y="103577"/>
                </a:moveTo>
                <a:cubicBezTo>
                  <a:pt x="162495" y="102759"/>
                  <a:pt x="161580" y="102342"/>
                  <a:pt x="161282" y="102640"/>
                </a:cubicBezTo>
                <a:cubicBezTo>
                  <a:pt x="160420" y="103503"/>
                  <a:pt x="161744" y="105050"/>
                  <a:pt x="163335" y="105050"/>
                </a:cubicBezTo>
                <a:cubicBezTo>
                  <a:pt x="164674" y="105050"/>
                  <a:pt x="164674" y="104938"/>
                  <a:pt x="163306" y="103577"/>
                </a:cubicBezTo>
                <a:close/>
                <a:moveTo>
                  <a:pt x="219992" y="102937"/>
                </a:moveTo>
                <a:cubicBezTo>
                  <a:pt x="221628" y="101740"/>
                  <a:pt x="221614" y="101651"/>
                  <a:pt x="219285" y="99813"/>
                </a:cubicBezTo>
                <a:cubicBezTo>
                  <a:pt x="217961" y="98779"/>
                  <a:pt x="216853" y="97269"/>
                  <a:pt x="216823" y="96466"/>
                </a:cubicBezTo>
                <a:cubicBezTo>
                  <a:pt x="216786" y="95655"/>
                  <a:pt x="216199" y="96526"/>
                  <a:pt x="215514" y="98400"/>
                </a:cubicBezTo>
                <a:cubicBezTo>
                  <a:pt x="214822" y="100275"/>
                  <a:pt x="213818" y="102342"/>
                  <a:pt x="213283" y="102989"/>
                </a:cubicBezTo>
                <a:cubicBezTo>
                  <a:pt x="212487" y="103949"/>
                  <a:pt x="212874" y="104180"/>
                  <a:pt x="215299" y="104180"/>
                </a:cubicBezTo>
                <a:cubicBezTo>
                  <a:pt x="216950" y="104180"/>
                  <a:pt x="219062" y="103622"/>
                  <a:pt x="219992" y="102937"/>
                </a:cubicBezTo>
                <a:close/>
                <a:moveTo>
                  <a:pt x="156076" y="98646"/>
                </a:moveTo>
                <a:cubicBezTo>
                  <a:pt x="155696" y="95826"/>
                  <a:pt x="155905" y="94569"/>
                  <a:pt x="156909" y="93736"/>
                </a:cubicBezTo>
                <a:cubicBezTo>
                  <a:pt x="158054" y="92792"/>
                  <a:pt x="158493" y="93030"/>
                  <a:pt x="159802" y="95336"/>
                </a:cubicBezTo>
                <a:cubicBezTo>
                  <a:pt x="160658" y="96823"/>
                  <a:pt x="162004" y="98051"/>
                  <a:pt x="162807" y="98051"/>
                </a:cubicBezTo>
                <a:cubicBezTo>
                  <a:pt x="163611" y="98051"/>
                  <a:pt x="164912" y="98303"/>
                  <a:pt x="165693" y="98601"/>
                </a:cubicBezTo>
                <a:cubicBezTo>
                  <a:pt x="166891" y="99062"/>
                  <a:pt x="166824" y="98541"/>
                  <a:pt x="165239" y="95283"/>
                </a:cubicBezTo>
                <a:cubicBezTo>
                  <a:pt x="163454" y="91602"/>
                  <a:pt x="163001" y="91289"/>
                  <a:pt x="155972" y="88909"/>
                </a:cubicBezTo>
                <a:cubicBezTo>
                  <a:pt x="148890" y="86499"/>
                  <a:pt x="148526" y="86462"/>
                  <a:pt x="147098" y="87957"/>
                </a:cubicBezTo>
                <a:cubicBezTo>
                  <a:pt x="145997" y="89110"/>
                  <a:pt x="145893" y="89630"/>
                  <a:pt x="146704" y="89928"/>
                </a:cubicBezTo>
                <a:cubicBezTo>
                  <a:pt x="147306" y="90151"/>
                  <a:pt x="147804" y="91773"/>
                  <a:pt x="147819" y="93536"/>
                </a:cubicBezTo>
                <a:cubicBezTo>
                  <a:pt x="147864" y="98051"/>
                  <a:pt x="151144" y="101621"/>
                  <a:pt x="155912" y="102327"/>
                </a:cubicBezTo>
                <a:cubicBezTo>
                  <a:pt x="156284" y="102387"/>
                  <a:pt x="156358" y="100728"/>
                  <a:pt x="156076" y="98646"/>
                </a:cubicBezTo>
                <a:close/>
                <a:moveTo>
                  <a:pt x="245089" y="100974"/>
                </a:moveTo>
                <a:cubicBezTo>
                  <a:pt x="244486" y="100736"/>
                  <a:pt x="243504" y="100736"/>
                  <a:pt x="242902" y="100974"/>
                </a:cubicBezTo>
                <a:cubicBezTo>
                  <a:pt x="242299" y="101219"/>
                  <a:pt x="242790" y="101420"/>
                  <a:pt x="243995" y="101420"/>
                </a:cubicBezTo>
                <a:cubicBezTo>
                  <a:pt x="245193" y="101420"/>
                  <a:pt x="245684" y="101219"/>
                  <a:pt x="245089" y="100974"/>
                </a:cubicBezTo>
                <a:close/>
                <a:moveTo>
                  <a:pt x="111402" y="95931"/>
                </a:moveTo>
                <a:cubicBezTo>
                  <a:pt x="111156" y="95276"/>
                  <a:pt x="110026" y="94562"/>
                  <a:pt x="108903" y="94346"/>
                </a:cubicBezTo>
                <a:cubicBezTo>
                  <a:pt x="107207" y="94026"/>
                  <a:pt x="106768" y="94398"/>
                  <a:pt x="106344" y="96533"/>
                </a:cubicBezTo>
                <a:cubicBezTo>
                  <a:pt x="106054" y="97954"/>
                  <a:pt x="106046" y="99471"/>
                  <a:pt x="106322" y="99910"/>
                </a:cubicBezTo>
                <a:cubicBezTo>
                  <a:pt x="107065" y="101122"/>
                  <a:pt x="111930" y="97307"/>
                  <a:pt x="111402" y="95931"/>
                </a:cubicBezTo>
                <a:close/>
                <a:moveTo>
                  <a:pt x="204364" y="94666"/>
                </a:moveTo>
                <a:cubicBezTo>
                  <a:pt x="206856" y="93387"/>
                  <a:pt x="209653" y="93409"/>
                  <a:pt x="210092" y="94726"/>
                </a:cubicBezTo>
                <a:cubicBezTo>
                  <a:pt x="210761" y="96749"/>
                  <a:pt x="213595" y="87920"/>
                  <a:pt x="214339" y="81500"/>
                </a:cubicBezTo>
                <a:cubicBezTo>
                  <a:pt x="215246" y="73586"/>
                  <a:pt x="214384" y="71779"/>
                  <a:pt x="210984" y="74457"/>
                </a:cubicBezTo>
                <a:cubicBezTo>
                  <a:pt x="208329" y="76547"/>
                  <a:pt x="200192" y="76904"/>
                  <a:pt x="198615" y="74999"/>
                </a:cubicBezTo>
                <a:cubicBezTo>
                  <a:pt x="197320" y="73445"/>
                  <a:pt x="198622" y="72359"/>
                  <a:pt x="203516" y="70908"/>
                </a:cubicBezTo>
                <a:cubicBezTo>
                  <a:pt x="208165" y="69525"/>
                  <a:pt x="207585" y="68424"/>
                  <a:pt x="202215" y="68417"/>
                </a:cubicBezTo>
                <a:cubicBezTo>
                  <a:pt x="199939" y="68409"/>
                  <a:pt x="197291" y="68290"/>
                  <a:pt x="196331" y="68149"/>
                </a:cubicBezTo>
                <a:cubicBezTo>
                  <a:pt x="195119" y="67963"/>
                  <a:pt x="194658" y="68327"/>
                  <a:pt x="194814" y="69317"/>
                </a:cubicBezTo>
                <a:cubicBezTo>
                  <a:pt x="194948" y="70105"/>
                  <a:pt x="194375" y="71005"/>
                  <a:pt x="193557" y="71325"/>
                </a:cubicBezTo>
                <a:cubicBezTo>
                  <a:pt x="192322" y="71794"/>
                  <a:pt x="192597" y="72218"/>
                  <a:pt x="195067" y="73698"/>
                </a:cubicBezTo>
                <a:cubicBezTo>
                  <a:pt x="196725" y="74687"/>
                  <a:pt x="199173" y="76524"/>
                  <a:pt x="200511" y="77781"/>
                </a:cubicBezTo>
                <a:cubicBezTo>
                  <a:pt x="203316" y="80415"/>
                  <a:pt x="203167" y="83174"/>
                  <a:pt x="199961" y="88433"/>
                </a:cubicBezTo>
                <a:cubicBezTo>
                  <a:pt x="198935" y="90121"/>
                  <a:pt x="198220" y="91892"/>
                  <a:pt x="198384" y="92375"/>
                </a:cubicBezTo>
                <a:cubicBezTo>
                  <a:pt x="198548" y="92851"/>
                  <a:pt x="198682" y="94555"/>
                  <a:pt x="198689" y="96161"/>
                </a:cubicBezTo>
                <a:lnTo>
                  <a:pt x="198689" y="99070"/>
                </a:lnTo>
                <a:lnTo>
                  <a:pt x="200571" y="97359"/>
                </a:lnTo>
                <a:cubicBezTo>
                  <a:pt x="201605" y="96422"/>
                  <a:pt x="203316" y="95209"/>
                  <a:pt x="204364" y="94666"/>
                </a:cubicBezTo>
                <a:close/>
                <a:moveTo>
                  <a:pt x="194129" y="94339"/>
                </a:moveTo>
                <a:cubicBezTo>
                  <a:pt x="194137" y="93982"/>
                  <a:pt x="193750" y="93684"/>
                  <a:pt x="193267" y="93684"/>
                </a:cubicBezTo>
                <a:cubicBezTo>
                  <a:pt x="192791" y="93684"/>
                  <a:pt x="192404" y="94569"/>
                  <a:pt x="192411" y="95648"/>
                </a:cubicBezTo>
                <a:cubicBezTo>
                  <a:pt x="192419" y="97240"/>
                  <a:pt x="192582" y="97366"/>
                  <a:pt x="193267" y="96310"/>
                </a:cubicBezTo>
                <a:cubicBezTo>
                  <a:pt x="193735" y="95588"/>
                  <a:pt x="194122" y="94703"/>
                  <a:pt x="194129" y="94339"/>
                </a:cubicBezTo>
                <a:close/>
                <a:moveTo>
                  <a:pt x="188744" y="88693"/>
                </a:moveTo>
                <a:cubicBezTo>
                  <a:pt x="188119" y="87942"/>
                  <a:pt x="185858" y="86573"/>
                  <a:pt x="183716" y="85651"/>
                </a:cubicBezTo>
                <a:cubicBezTo>
                  <a:pt x="181574" y="84736"/>
                  <a:pt x="179305" y="83248"/>
                  <a:pt x="178680" y="82348"/>
                </a:cubicBezTo>
                <a:cubicBezTo>
                  <a:pt x="177602" y="80809"/>
                  <a:pt x="177319" y="80786"/>
                  <a:pt x="174084" y="82058"/>
                </a:cubicBezTo>
                <a:cubicBezTo>
                  <a:pt x="169769" y="83754"/>
                  <a:pt x="169152" y="85294"/>
                  <a:pt x="171376" y="88768"/>
                </a:cubicBezTo>
                <a:cubicBezTo>
                  <a:pt x="172343" y="90270"/>
                  <a:pt x="173131" y="91007"/>
                  <a:pt x="173139" y="90404"/>
                </a:cubicBezTo>
                <a:cubicBezTo>
                  <a:pt x="173169" y="88366"/>
                  <a:pt x="175861" y="89296"/>
                  <a:pt x="176917" y="91713"/>
                </a:cubicBezTo>
                <a:cubicBezTo>
                  <a:pt x="178479" y="95298"/>
                  <a:pt x="180733" y="95068"/>
                  <a:pt x="180302" y="91371"/>
                </a:cubicBezTo>
                <a:cubicBezTo>
                  <a:pt x="180034" y="89035"/>
                  <a:pt x="180272" y="88433"/>
                  <a:pt x="181485" y="88433"/>
                </a:cubicBezTo>
                <a:cubicBezTo>
                  <a:pt x="183076" y="88433"/>
                  <a:pt x="188789" y="93937"/>
                  <a:pt x="189042" y="95715"/>
                </a:cubicBezTo>
                <a:cubicBezTo>
                  <a:pt x="189124" y="96280"/>
                  <a:pt x="189347" y="95239"/>
                  <a:pt x="189540" y="93402"/>
                </a:cubicBezTo>
                <a:cubicBezTo>
                  <a:pt x="189741" y="91460"/>
                  <a:pt x="189414" y="89489"/>
                  <a:pt x="188744" y="88693"/>
                </a:cubicBezTo>
                <a:close/>
                <a:moveTo>
                  <a:pt x="135092" y="93759"/>
                </a:moveTo>
                <a:cubicBezTo>
                  <a:pt x="136379" y="93260"/>
                  <a:pt x="135621" y="92926"/>
                  <a:pt x="132095" y="92457"/>
                </a:cubicBezTo>
                <a:cubicBezTo>
                  <a:pt x="126985" y="91780"/>
                  <a:pt x="124181" y="90642"/>
                  <a:pt x="124181" y="89236"/>
                </a:cubicBezTo>
                <a:cubicBezTo>
                  <a:pt x="124181" y="86573"/>
                  <a:pt x="138261" y="84498"/>
                  <a:pt x="140589" y="86826"/>
                </a:cubicBezTo>
                <a:cubicBezTo>
                  <a:pt x="141355" y="87592"/>
                  <a:pt x="141928" y="87563"/>
                  <a:pt x="142947" y="86715"/>
                </a:cubicBezTo>
                <a:cubicBezTo>
                  <a:pt x="143691" y="86105"/>
                  <a:pt x="144294" y="85301"/>
                  <a:pt x="144294" y="84937"/>
                </a:cubicBezTo>
                <a:cubicBezTo>
                  <a:pt x="144294" y="83896"/>
                  <a:pt x="136974" y="82311"/>
                  <a:pt x="132132" y="82311"/>
                </a:cubicBezTo>
                <a:cubicBezTo>
                  <a:pt x="128644" y="82311"/>
                  <a:pt x="127550" y="82676"/>
                  <a:pt x="126814" y="84052"/>
                </a:cubicBezTo>
                <a:cubicBezTo>
                  <a:pt x="126301" y="85011"/>
                  <a:pt x="124813" y="86380"/>
                  <a:pt x="123504" y="87101"/>
                </a:cubicBezTo>
                <a:cubicBezTo>
                  <a:pt x="122195" y="87816"/>
                  <a:pt x="120060" y="89296"/>
                  <a:pt x="118758" y="90389"/>
                </a:cubicBezTo>
                <a:lnTo>
                  <a:pt x="116400" y="92375"/>
                </a:lnTo>
                <a:lnTo>
                  <a:pt x="121168" y="92420"/>
                </a:lnTo>
                <a:cubicBezTo>
                  <a:pt x="123794" y="92442"/>
                  <a:pt x="126405" y="92933"/>
                  <a:pt x="126985" y="93513"/>
                </a:cubicBezTo>
                <a:cubicBezTo>
                  <a:pt x="128145" y="94674"/>
                  <a:pt x="132422" y="94800"/>
                  <a:pt x="135092" y="93759"/>
                </a:cubicBezTo>
                <a:close/>
                <a:moveTo>
                  <a:pt x="223205" y="90047"/>
                </a:moveTo>
                <a:cubicBezTo>
                  <a:pt x="222766" y="88344"/>
                  <a:pt x="222781" y="85539"/>
                  <a:pt x="223250" y="83323"/>
                </a:cubicBezTo>
                <a:cubicBezTo>
                  <a:pt x="224299" y="78369"/>
                  <a:pt x="222997" y="76874"/>
                  <a:pt x="220609" y="80281"/>
                </a:cubicBezTo>
                <a:cubicBezTo>
                  <a:pt x="218281" y="83606"/>
                  <a:pt x="217679" y="87287"/>
                  <a:pt x="219248" y="88589"/>
                </a:cubicBezTo>
                <a:cubicBezTo>
                  <a:pt x="219933" y="89154"/>
                  <a:pt x="221123" y="90828"/>
                  <a:pt x="221889" y="92308"/>
                </a:cubicBezTo>
                <a:cubicBezTo>
                  <a:pt x="223540" y="95484"/>
                  <a:pt x="224291" y="94198"/>
                  <a:pt x="223205" y="90047"/>
                </a:cubicBezTo>
                <a:close/>
                <a:moveTo>
                  <a:pt x="112845" y="85197"/>
                </a:moveTo>
                <a:cubicBezTo>
                  <a:pt x="114065" y="84111"/>
                  <a:pt x="116623" y="82460"/>
                  <a:pt x="118528" y="81538"/>
                </a:cubicBezTo>
                <a:lnTo>
                  <a:pt x="121986" y="79849"/>
                </a:lnTo>
                <a:lnTo>
                  <a:pt x="118706" y="79239"/>
                </a:lnTo>
                <a:cubicBezTo>
                  <a:pt x="116423" y="78808"/>
                  <a:pt x="114526" y="79046"/>
                  <a:pt x="112458" y="80028"/>
                </a:cubicBezTo>
                <a:cubicBezTo>
                  <a:pt x="110829" y="80809"/>
                  <a:pt x="108070" y="81441"/>
                  <a:pt x="106344" y="81441"/>
                </a:cubicBezTo>
                <a:cubicBezTo>
                  <a:pt x="102781" y="81441"/>
                  <a:pt x="102402" y="82393"/>
                  <a:pt x="104945" y="84937"/>
                </a:cubicBezTo>
                <a:cubicBezTo>
                  <a:pt x="105905" y="85904"/>
                  <a:pt x="106693" y="87533"/>
                  <a:pt x="106693" y="88574"/>
                </a:cubicBezTo>
                <a:cubicBezTo>
                  <a:pt x="106693" y="90657"/>
                  <a:pt x="106775" y="90612"/>
                  <a:pt x="112845" y="85197"/>
                </a:cubicBezTo>
                <a:close/>
                <a:moveTo>
                  <a:pt x="195201" y="81560"/>
                </a:moveTo>
                <a:cubicBezTo>
                  <a:pt x="191972" y="79916"/>
                  <a:pt x="188900" y="77008"/>
                  <a:pt x="188900" y="75602"/>
                </a:cubicBezTo>
                <a:cubicBezTo>
                  <a:pt x="188900" y="73966"/>
                  <a:pt x="187085" y="74196"/>
                  <a:pt x="184534" y="76160"/>
                </a:cubicBezTo>
                <a:cubicBezTo>
                  <a:pt x="182585" y="77655"/>
                  <a:pt x="182511" y="77893"/>
                  <a:pt x="183887" y="78421"/>
                </a:cubicBezTo>
                <a:cubicBezTo>
                  <a:pt x="184728" y="78748"/>
                  <a:pt x="185962" y="78562"/>
                  <a:pt x="186624" y="78012"/>
                </a:cubicBezTo>
                <a:cubicBezTo>
                  <a:pt x="187584" y="77216"/>
                  <a:pt x="188395" y="77722"/>
                  <a:pt x="190552" y="80444"/>
                </a:cubicBezTo>
                <a:cubicBezTo>
                  <a:pt x="193512" y="84186"/>
                  <a:pt x="193854" y="85673"/>
                  <a:pt x="192181" y="87578"/>
                </a:cubicBezTo>
                <a:cubicBezTo>
                  <a:pt x="191578" y="88262"/>
                  <a:pt x="192545" y="87458"/>
                  <a:pt x="194330" y="85792"/>
                </a:cubicBezTo>
                <a:lnTo>
                  <a:pt x="197573" y="82765"/>
                </a:lnTo>
                <a:lnTo>
                  <a:pt x="195201" y="81560"/>
                </a:lnTo>
                <a:close/>
                <a:moveTo>
                  <a:pt x="158210" y="81307"/>
                </a:moveTo>
                <a:cubicBezTo>
                  <a:pt x="157139" y="79217"/>
                  <a:pt x="156105" y="77967"/>
                  <a:pt x="155912" y="78533"/>
                </a:cubicBezTo>
                <a:cubicBezTo>
                  <a:pt x="155577" y="79529"/>
                  <a:pt x="159289" y="85978"/>
                  <a:pt x="159869" y="85398"/>
                </a:cubicBezTo>
                <a:cubicBezTo>
                  <a:pt x="160033" y="85242"/>
                  <a:pt x="159281" y="83397"/>
                  <a:pt x="158210" y="81307"/>
                </a:cubicBezTo>
                <a:close/>
                <a:moveTo>
                  <a:pt x="86581" y="81701"/>
                </a:moveTo>
                <a:cubicBezTo>
                  <a:pt x="86581" y="79946"/>
                  <a:pt x="86328" y="79596"/>
                  <a:pt x="85584" y="80333"/>
                </a:cubicBezTo>
                <a:cubicBezTo>
                  <a:pt x="85041" y="80876"/>
                  <a:pt x="84833" y="81939"/>
                  <a:pt x="85123" y="82691"/>
                </a:cubicBezTo>
                <a:cubicBezTo>
                  <a:pt x="85926" y="84781"/>
                  <a:pt x="86581" y="84334"/>
                  <a:pt x="86581" y="81701"/>
                </a:cubicBezTo>
                <a:close/>
                <a:moveTo>
                  <a:pt x="153063" y="81701"/>
                </a:moveTo>
                <a:cubicBezTo>
                  <a:pt x="151509" y="79730"/>
                  <a:pt x="150609" y="79381"/>
                  <a:pt x="147529" y="79544"/>
                </a:cubicBezTo>
                <a:cubicBezTo>
                  <a:pt x="142791" y="79805"/>
                  <a:pt x="137436" y="76822"/>
                  <a:pt x="139079" y="74843"/>
                </a:cubicBezTo>
                <a:cubicBezTo>
                  <a:pt x="139660" y="74144"/>
                  <a:pt x="141348" y="73571"/>
                  <a:pt x="142828" y="73571"/>
                </a:cubicBezTo>
                <a:cubicBezTo>
                  <a:pt x="144948" y="73571"/>
                  <a:pt x="145298" y="73341"/>
                  <a:pt x="144450" y="72500"/>
                </a:cubicBezTo>
                <a:cubicBezTo>
                  <a:pt x="143862" y="71913"/>
                  <a:pt x="142114" y="71533"/>
                  <a:pt x="140560" y="71667"/>
                </a:cubicBezTo>
                <a:cubicBezTo>
                  <a:pt x="138626" y="71831"/>
                  <a:pt x="136431" y="71072"/>
                  <a:pt x="133583" y="69257"/>
                </a:cubicBezTo>
                <a:cubicBezTo>
                  <a:pt x="129901" y="66914"/>
                  <a:pt x="129432" y="66795"/>
                  <a:pt x="129432" y="68238"/>
                </a:cubicBezTo>
                <a:cubicBezTo>
                  <a:pt x="129432" y="69131"/>
                  <a:pt x="130808" y="70916"/>
                  <a:pt x="132489" y="72195"/>
                </a:cubicBezTo>
                <a:cubicBezTo>
                  <a:pt x="134178" y="73482"/>
                  <a:pt x="136156" y="75691"/>
                  <a:pt x="136885" y="77112"/>
                </a:cubicBezTo>
                <a:cubicBezTo>
                  <a:pt x="137748" y="78778"/>
                  <a:pt x="138908" y="79700"/>
                  <a:pt x="140165" y="79715"/>
                </a:cubicBezTo>
                <a:cubicBezTo>
                  <a:pt x="141236" y="79730"/>
                  <a:pt x="144665" y="80675"/>
                  <a:pt x="147797" y="81813"/>
                </a:cubicBezTo>
                <a:cubicBezTo>
                  <a:pt x="155131" y="84498"/>
                  <a:pt x="155257" y="84498"/>
                  <a:pt x="153063" y="81701"/>
                </a:cubicBezTo>
                <a:close/>
                <a:moveTo>
                  <a:pt x="169955" y="77514"/>
                </a:moveTo>
                <a:cubicBezTo>
                  <a:pt x="171316" y="75349"/>
                  <a:pt x="172269" y="73088"/>
                  <a:pt x="172068" y="72485"/>
                </a:cubicBezTo>
                <a:cubicBezTo>
                  <a:pt x="171845" y="71831"/>
                  <a:pt x="170134" y="71370"/>
                  <a:pt x="167835" y="71347"/>
                </a:cubicBezTo>
                <a:cubicBezTo>
                  <a:pt x="165708" y="71325"/>
                  <a:pt x="162852" y="70975"/>
                  <a:pt x="161483" y="70574"/>
                </a:cubicBezTo>
                <a:lnTo>
                  <a:pt x="158999" y="69837"/>
                </a:lnTo>
                <a:lnTo>
                  <a:pt x="162800" y="75624"/>
                </a:lnTo>
                <a:cubicBezTo>
                  <a:pt x="164890" y="78800"/>
                  <a:pt x="166794" y="81411"/>
                  <a:pt x="167032" y="81419"/>
                </a:cubicBezTo>
                <a:cubicBezTo>
                  <a:pt x="167278" y="81426"/>
                  <a:pt x="168587" y="79671"/>
                  <a:pt x="169955" y="77514"/>
                </a:cubicBezTo>
                <a:close/>
                <a:moveTo>
                  <a:pt x="176687" y="77692"/>
                </a:moveTo>
                <a:cubicBezTo>
                  <a:pt x="177431" y="77112"/>
                  <a:pt x="178093" y="75728"/>
                  <a:pt x="178167" y="74628"/>
                </a:cubicBezTo>
                <a:cubicBezTo>
                  <a:pt x="178331" y="72166"/>
                  <a:pt x="181485" y="66922"/>
                  <a:pt x="183203" y="66260"/>
                </a:cubicBezTo>
                <a:cubicBezTo>
                  <a:pt x="185003" y="65568"/>
                  <a:pt x="185628" y="67041"/>
                  <a:pt x="184914" y="70291"/>
                </a:cubicBezTo>
                <a:cubicBezTo>
                  <a:pt x="184363" y="72813"/>
                  <a:pt x="184445" y="72976"/>
                  <a:pt x="185717" y="71920"/>
                </a:cubicBezTo>
                <a:cubicBezTo>
                  <a:pt x="186490" y="71273"/>
                  <a:pt x="186922" y="70410"/>
                  <a:pt x="186661" y="69994"/>
                </a:cubicBezTo>
                <a:cubicBezTo>
                  <a:pt x="186007" y="68930"/>
                  <a:pt x="187777" y="65746"/>
                  <a:pt x="190812" y="62533"/>
                </a:cubicBezTo>
                <a:cubicBezTo>
                  <a:pt x="192835" y="60398"/>
                  <a:pt x="193110" y="59699"/>
                  <a:pt x="192099" y="59312"/>
                </a:cubicBezTo>
                <a:cubicBezTo>
                  <a:pt x="191392" y="59045"/>
                  <a:pt x="190083" y="59640"/>
                  <a:pt x="189198" y="60636"/>
                </a:cubicBezTo>
                <a:cubicBezTo>
                  <a:pt x="188313" y="61633"/>
                  <a:pt x="185910" y="63202"/>
                  <a:pt x="183872" y="64117"/>
                </a:cubicBezTo>
                <a:cubicBezTo>
                  <a:pt x="181827" y="65032"/>
                  <a:pt x="180153" y="66252"/>
                  <a:pt x="180153" y="66832"/>
                </a:cubicBezTo>
                <a:cubicBezTo>
                  <a:pt x="180153" y="67413"/>
                  <a:pt x="178770" y="70165"/>
                  <a:pt x="177089" y="72954"/>
                </a:cubicBezTo>
                <a:cubicBezTo>
                  <a:pt x="175408" y="75743"/>
                  <a:pt x="174031" y="78205"/>
                  <a:pt x="174031" y="78421"/>
                </a:cubicBezTo>
                <a:cubicBezTo>
                  <a:pt x="174031" y="79135"/>
                  <a:pt x="175318" y="78778"/>
                  <a:pt x="176687" y="77692"/>
                </a:cubicBezTo>
                <a:close/>
                <a:moveTo>
                  <a:pt x="124181" y="77670"/>
                </a:moveTo>
                <a:cubicBezTo>
                  <a:pt x="124181" y="77521"/>
                  <a:pt x="122968" y="76495"/>
                  <a:pt x="121481" y="75394"/>
                </a:cubicBezTo>
                <a:cubicBezTo>
                  <a:pt x="119085" y="73631"/>
                  <a:pt x="118810" y="73579"/>
                  <a:pt x="119078" y="74977"/>
                </a:cubicBezTo>
                <a:cubicBezTo>
                  <a:pt x="119242" y="75840"/>
                  <a:pt x="120365" y="76829"/>
                  <a:pt x="121562" y="77164"/>
                </a:cubicBezTo>
                <a:cubicBezTo>
                  <a:pt x="122767" y="77491"/>
                  <a:pt x="123846" y="77804"/>
                  <a:pt x="123965" y="77856"/>
                </a:cubicBezTo>
                <a:cubicBezTo>
                  <a:pt x="124084" y="77900"/>
                  <a:pt x="124181" y="77819"/>
                  <a:pt x="124181" y="77670"/>
                </a:cubicBezTo>
                <a:close/>
                <a:moveTo>
                  <a:pt x="220126" y="72723"/>
                </a:moveTo>
                <a:cubicBezTo>
                  <a:pt x="218861" y="69384"/>
                  <a:pt x="220066" y="63760"/>
                  <a:pt x="221963" y="64125"/>
                </a:cubicBezTo>
                <a:cubicBezTo>
                  <a:pt x="222774" y="64281"/>
                  <a:pt x="223570" y="65285"/>
                  <a:pt x="223719" y="66364"/>
                </a:cubicBezTo>
                <a:cubicBezTo>
                  <a:pt x="223875" y="67442"/>
                  <a:pt x="224366" y="68320"/>
                  <a:pt x="224812" y="68320"/>
                </a:cubicBezTo>
                <a:cubicBezTo>
                  <a:pt x="225838" y="68320"/>
                  <a:pt x="225861" y="66899"/>
                  <a:pt x="224857" y="64988"/>
                </a:cubicBezTo>
                <a:cubicBezTo>
                  <a:pt x="224388" y="64088"/>
                  <a:pt x="224507" y="61886"/>
                  <a:pt x="225162" y="59357"/>
                </a:cubicBezTo>
                <a:cubicBezTo>
                  <a:pt x="226017" y="56025"/>
                  <a:pt x="226010" y="55206"/>
                  <a:pt x="225124" y="55206"/>
                </a:cubicBezTo>
                <a:cubicBezTo>
                  <a:pt x="224514" y="55206"/>
                  <a:pt x="223577" y="56530"/>
                  <a:pt x="223042" y="58159"/>
                </a:cubicBezTo>
                <a:cubicBezTo>
                  <a:pt x="222506" y="59788"/>
                  <a:pt x="221294" y="61812"/>
                  <a:pt x="220349" y="62667"/>
                </a:cubicBezTo>
                <a:cubicBezTo>
                  <a:pt x="218914" y="63969"/>
                  <a:pt x="218631" y="65374"/>
                  <a:pt x="218631" y="71251"/>
                </a:cubicBezTo>
                <a:cubicBezTo>
                  <a:pt x="218631" y="77372"/>
                  <a:pt x="218787" y="78064"/>
                  <a:pt x="219814" y="76658"/>
                </a:cubicBezTo>
                <a:cubicBezTo>
                  <a:pt x="220691" y="75461"/>
                  <a:pt x="220766" y="74434"/>
                  <a:pt x="220126" y="72723"/>
                </a:cubicBezTo>
                <a:close/>
                <a:moveTo>
                  <a:pt x="152156" y="72039"/>
                </a:moveTo>
                <a:cubicBezTo>
                  <a:pt x="152133" y="67093"/>
                  <a:pt x="151159" y="66051"/>
                  <a:pt x="148295" y="67926"/>
                </a:cubicBezTo>
                <a:lnTo>
                  <a:pt x="145952" y="69458"/>
                </a:lnTo>
                <a:lnTo>
                  <a:pt x="148794" y="72389"/>
                </a:lnTo>
                <a:cubicBezTo>
                  <a:pt x="150356" y="74003"/>
                  <a:pt x="151754" y="75319"/>
                  <a:pt x="151903" y="75319"/>
                </a:cubicBezTo>
                <a:cubicBezTo>
                  <a:pt x="152052" y="75319"/>
                  <a:pt x="152163" y="73839"/>
                  <a:pt x="152156" y="72039"/>
                </a:cubicBezTo>
                <a:close/>
                <a:moveTo>
                  <a:pt x="201114" y="59982"/>
                </a:moveTo>
                <a:cubicBezTo>
                  <a:pt x="199604" y="58167"/>
                  <a:pt x="197640" y="58397"/>
                  <a:pt x="197640" y="60391"/>
                </a:cubicBezTo>
                <a:cubicBezTo>
                  <a:pt x="197640" y="61477"/>
                  <a:pt x="198347" y="62176"/>
                  <a:pt x="199611" y="62362"/>
                </a:cubicBezTo>
                <a:cubicBezTo>
                  <a:pt x="201969" y="62697"/>
                  <a:pt x="202572" y="61737"/>
                  <a:pt x="201114" y="59982"/>
                </a:cubicBezTo>
                <a:close/>
                <a:moveTo>
                  <a:pt x="188900" y="49367"/>
                </a:moveTo>
                <a:cubicBezTo>
                  <a:pt x="188900" y="49211"/>
                  <a:pt x="188372" y="49085"/>
                  <a:pt x="187725" y="49085"/>
                </a:cubicBezTo>
                <a:cubicBezTo>
                  <a:pt x="187085" y="49085"/>
                  <a:pt x="186066" y="50163"/>
                  <a:pt x="185464" y="51487"/>
                </a:cubicBezTo>
                <a:lnTo>
                  <a:pt x="184371" y="53890"/>
                </a:lnTo>
                <a:lnTo>
                  <a:pt x="186632" y="51770"/>
                </a:lnTo>
                <a:cubicBezTo>
                  <a:pt x="187881" y="50610"/>
                  <a:pt x="188900" y="49524"/>
                  <a:pt x="188900" y="49367"/>
                </a:cubicBezTo>
                <a:close/>
                <a:moveTo>
                  <a:pt x="218013" y="49955"/>
                </a:moveTo>
                <a:cubicBezTo>
                  <a:pt x="218259" y="48996"/>
                  <a:pt x="218110" y="48207"/>
                  <a:pt x="217679" y="48207"/>
                </a:cubicBezTo>
                <a:cubicBezTo>
                  <a:pt x="217240" y="48207"/>
                  <a:pt x="216883" y="48996"/>
                  <a:pt x="216883" y="49955"/>
                </a:cubicBezTo>
                <a:cubicBezTo>
                  <a:pt x="216883" y="50922"/>
                  <a:pt x="217032" y="51703"/>
                  <a:pt x="217218" y="51703"/>
                </a:cubicBezTo>
                <a:cubicBezTo>
                  <a:pt x="217404" y="51703"/>
                  <a:pt x="217761" y="50922"/>
                  <a:pt x="218013" y="49955"/>
                </a:cubicBezTo>
                <a:close/>
                <a:moveTo>
                  <a:pt x="143974" y="40449"/>
                </a:moveTo>
                <a:cubicBezTo>
                  <a:pt x="141765" y="38128"/>
                  <a:pt x="139927" y="34283"/>
                  <a:pt x="139927" y="31969"/>
                </a:cubicBezTo>
                <a:cubicBezTo>
                  <a:pt x="139927" y="30110"/>
                  <a:pt x="142590" y="30452"/>
                  <a:pt x="144896" y="32617"/>
                </a:cubicBezTo>
                <a:cubicBezTo>
                  <a:pt x="146562" y="34186"/>
                  <a:pt x="146919" y="34268"/>
                  <a:pt x="146919" y="33107"/>
                </a:cubicBezTo>
                <a:cubicBezTo>
                  <a:pt x="146919" y="32326"/>
                  <a:pt x="146198" y="31174"/>
                  <a:pt x="145313" y="30549"/>
                </a:cubicBezTo>
                <a:cubicBezTo>
                  <a:pt x="143148" y="29016"/>
                  <a:pt x="142003" y="26651"/>
                  <a:pt x="141266" y="22248"/>
                </a:cubicBezTo>
                <a:cubicBezTo>
                  <a:pt x="140835" y="19615"/>
                  <a:pt x="140322" y="18715"/>
                  <a:pt x="139444" y="19049"/>
                </a:cubicBezTo>
                <a:cubicBezTo>
                  <a:pt x="138574" y="19384"/>
                  <a:pt x="138231" y="21072"/>
                  <a:pt x="138261" y="24896"/>
                </a:cubicBezTo>
                <a:cubicBezTo>
                  <a:pt x="138283" y="27856"/>
                  <a:pt x="138187" y="30869"/>
                  <a:pt x="138053" y="31590"/>
                </a:cubicBezTo>
                <a:cubicBezTo>
                  <a:pt x="137919" y="32312"/>
                  <a:pt x="139563" y="36447"/>
                  <a:pt x="141705" y="40776"/>
                </a:cubicBezTo>
                <a:cubicBezTo>
                  <a:pt x="145402" y="48222"/>
                  <a:pt x="145625" y="48490"/>
                  <a:pt x="145885" y="45693"/>
                </a:cubicBezTo>
                <a:cubicBezTo>
                  <a:pt x="146094" y="43491"/>
                  <a:pt x="145610" y="42160"/>
                  <a:pt x="143974" y="40449"/>
                </a:cubicBezTo>
                <a:close/>
                <a:moveTo>
                  <a:pt x="128711" y="18841"/>
                </a:moveTo>
                <a:cubicBezTo>
                  <a:pt x="128458" y="16647"/>
                  <a:pt x="128071" y="15985"/>
                  <a:pt x="127424" y="16632"/>
                </a:cubicBezTo>
                <a:cubicBezTo>
                  <a:pt x="126777" y="17279"/>
                  <a:pt x="126806" y="18216"/>
                  <a:pt x="127513" y="19763"/>
                </a:cubicBezTo>
                <a:cubicBezTo>
                  <a:pt x="128874" y="22753"/>
                  <a:pt x="129142" y="22545"/>
                  <a:pt x="128711" y="18841"/>
                </a:cubicBezTo>
                <a:close/>
              </a:path>
            </a:pathLst>
          </a:custGeom>
          <a:solidFill>
            <a:srgbClr val="8D8D8D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14" name="PANEL_01-DEM-grounded-tree-11_230">
            <a:extLst>
              <a:ext uri="{FF2B5EF4-FFF2-40B4-BE49-F238E27FC236}">
                <a16:creationId xmlns:a16="http://schemas.microsoft.com/office/drawing/2014/main" id="{C487CDD7-1380-4314-ACAC-956A7C086688}"/>
              </a:ext>
            </a:extLst>
          </p:cNvPr>
          <p:cNvSpPr>
            <a:spLocks/>
          </p:cNvSpPr>
          <p:nvPr/>
        </p:nvSpPr>
        <p:spPr>
          <a:xfrm>
            <a:off x="2650377" y="4591755"/>
            <a:ext cx="360750" cy="514350"/>
          </a:xfrm>
          <a:custGeom>
            <a:pathLst>
              <a:path w="378740" h="540000">
                <a:moveTo>
                  <a:pt x="185516" y="488674"/>
                </a:moveTo>
                <a:lnTo>
                  <a:pt x="185896" y="437349"/>
                </a:lnTo>
                <a:lnTo>
                  <a:pt x="177472" y="433852"/>
                </a:lnTo>
                <a:cubicBezTo>
                  <a:pt x="172837" y="431928"/>
                  <a:pt x="164140" y="427742"/>
                  <a:pt x="158145" y="424564"/>
                </a:cubicBezTo>
                <a:cubicBezTo>
                  <a:pt x="149130" y="419787"/>
                  <a:pt x="147037" y="419045"/>
                  <a:pt x="146022" y="420264"/>
                </a:cubicBezTo>
                <a:cubicBezTo>
                  <a:pt x="145298" y="421138"/>
                  <a:pt x="145201" y="422003"/>
                  <a:pt x="145783" y="422365"/>
                </a:cubicBezTo>
                <a:cubicBezTo>
                  <a:pt x="148724" y="424175"/>
                  <a:pt x="147320" y="438038"/>
                  <a:pt x="144203" y="438038"/>
                </a:cubicBezTo>
                <a:cubicBezTo>
                  <a:pt x="142464" y="438038"/>
                  <a:pt x="140601" y="433773"/>
                  <a:pt x="140601" y="429782"/>
                </a:cubicBezTo>
                <a:cubicBezTo>
                  <a:pt x="140601" y="427592"/>
                  <a:pt x="140309" y="427283"/>
                  <a:pt x="139144" y="428255"/>
                </a:cubicBezTo>
                <a:cubicBezTo>
                  <a:pt x="138340" y="428917"/>
                  <a:pt x="137863" y="430550"/>
                  <a:pt x="138093" y="431875"/>
                </a:cubicBezTo>
                <a:cubicBezTo>
                  <a:pt x="138561" y="434612"/>
                  <a:pt x="134579" y="442073"/>
                  <a:pt x="131718" y="443839"/>
                </a:cubicBezTo>
                <a:cubicBezTo>
                  <a:pt x="130270" y="444730"/>
                  <a:pt x="129581" y="444660"/>
                  <a:pt x="128884" y="443538"/>
                </a:cubicBezTo>
                <a:cubicBezTo>
                  <a:pt x="127895" y="441949"/>
                  <a:pt x="129369" y="435168"/>
                  <a:pt x="131188" y="432934"/>
                </a:cubicBezTo>
                <a:cubicBezTo>
                  <a:pt x="131974" y="431972"/>
                  <a:pt x="131806" y="431592"/>
                  <a:pt x="130597" y="431592"/>
                </a:cubicBezTo>
                <a:cubicBezTo>
                  <a:pt x="129679" y="431592"/>
                  <a:pt x="128654" y="432025"/>
                  <a:pt x="128336" y="432546"/>
                </a:cubicBezTo>
                <a:cubicBezTo>
                  <a:pt x="126677" y="435230"/>
                  <a:pt x="113883" y="434621"/>
                  <a:pt x="112947" y="431822"/>
                </a:cubicBezTo>
                <a:cubicBezTo>
                  <a:pt x="112143" y="429402"/>
                  <a:pt x="120090" y="427018"/>
                  <a:pt x="126615" y="427725"/>
                </a:cubicBezTo>
                <a:cubicBezTo>
                  <a:pt x="129882" y="428078"/>
                  <a:pt x="133175" y="427972"/>
                  <a:pt x="133934" y="427478"/>
                </a:cubicBezTo>
                <a:cubicBezTo>
                  <a:pt x="134817" y="426912"/>
                  <a:pt x="133696" y="426524"/>
                  <a:pt x="130888" y="426409"/>
                </a:cubicBezTo>
                <a:cubicBezTo>
                  <a:pt x="126147" y="426224"/>
                  <a:pt x="124504" y="425615"/>
                  <a:pt x="124504" y="424043"/>
                </a:cubicBezTo>
                <a:cubicBezTo>
                  <a:pt x="124504" y="421474"/>
                  <a:pt x="137660" y="417633"/>
                  <a:pt x="139002" y="419805"/>
                </a:cubicBezTo>
                <a:cubicBezTo>
                  <a:pt x="139497" y="420617"/>
                  <a:pt x="140221" y="420546"/>
                  <a:pt x="141378" y="419593"/>
                </a:cubicBezTo>
                <a:cubicBezTo>
                  <a:pt x="142808" y="418401"/>
                  <a:pt x="142578" y="418127"/>
                  <a:pt x="139656" y="417527"/>
                </a:cubicBezTo>
                <a:cubicBezTo>
                  <a:pt x="134129" y="416397"/>
                  <a:pt x="126791" y="417642"/>
                  <a:pt x="126103" y="419822"/>
                </a:cubicBezTo>
                <a:cubicBezTo>
                  <a:pt x="125485" y="421783"/>
                  <a:pt x="120787" y="424440"/>
                  <a:pt x="115763" y="425694"/>
                </a:cubicBezTo>
                <a:cubicBezTo>
                  <a:pt x="111322" y="426807"/>
                  <a:pt x="110934" y="424352"/>
                  <a:pt x="114916" y="420246"/>
                </a:cubicBezTo>
                <a:cubicBezTo>
                  <a:pt x="119401" y="415620"/>
                  <a:pt x="118315" y="414454"/>
                  <a:pt x="112302" y="417456"/>
                </a:cubicBezTo>
                <a:cubicBezTo>
                  <a:pt x="107296" y="419955"/>
                  <a:pt x="102519" y="420485"/>
                  <a:pt x="101398" y="418666"/>
                </a:cubicBezTo>
                <a:cubicBezTo>
                  <a:pt x="100223" y="416776"/>
                  <a:pt x="103102" y="414436"/>
                  <a:pt x="107464" y="413739"/>
                </a:cubicBezTo>
                <a:lnTo>
                  <a:pt x="111605" y="413077"/>
                </a:lnTo>
                <a:lnTo>
                  <a:pt x="108391" y="409421"/>
                </a:lnTo>
                <a:cubicBezTo>
                  <a:pt x="102961" y="403232"/>
                  <a:pt x="104832" y="400618"/>
                  <a:pt x="111940" y="404486"/>
                </a:cubicBezTo>
                <a:cubicBezTo>
                  <a:pt x="113830" y="405510"/>
                  <a:pt x="116885" y="406349"/>
                  <a:pt x="118721" y="406358"/>
                </a:cubicBezTo>
                <a:lnTo>
                  <a:pt x="122068" y="406375"/>
                </a:lnTo>
                <a:lnTo>
                  <a:pt x="120063" y="402632"/>
                </a:lnTo>
                <a:cubicBezTo>
                  <a:pt x="118968" y="400574"/>
                  <a:pt x="118059" y="398040"/>
                  <a:pt x="118059" y="396998"/>
                </a:cubicBezTo>
                <a:cubicBezTo>
                  <a:pt x="118059" y="394570"/>
                  <a:pt x="120743" y="394561"/>
                  <a:pt x="123171" y="396998"/>
                </a:cubicBezTo>
                <a:cubicBezTo>
                  <a:pt x="124213" y="398031"/>
                  <a:pt x="125908" y="398720"/>
                  <a:pt x="126941" y="398526"/>
                </a:cubicBezTo>
                <a:cubicBezTo>
                  <a:pt x="128495" y="398226"/>
                  <a:pt x="127886" y="396822"/>
                  <a:pt x="123383" y="390314"/>
                </a:cubicBezTo>
                <a:cubicBezTo>
                  <a:pt x="116125" y="379816"/>
                  <a:pt x="115392" y="379269"/>
                  <a:pt x="107896" y="378836"/>
                </a:cubicBezTo>
                <a:cubicBezTo>
                  <a:pt x="102475" y="378527"/>
                  <a:pt x="101433" y="378757"/>
                  <a:pt x="101106" y="380346"/>
                </a:cubicBezTo>
                <a:cubicBezTo>
                  <a:pt x="100903" y="381379"/>
                  <a:pt x="101433" y="382924"/>
                  <a:pt x="102289" y="383781"/>
                </a:cubicBezTo>
                <a:cubicBezTo>
                  <a:pt x="104294" y="385785"/>
                  <a:pt x="105362" y="393493"/>
                  <a:pt x="104303" y="398323"/>
                </a:cubicBezTo>
                <a:cubicBezTo>
                  <a:pt x="103711" y="401060"/>
                  <a:pt x="102916" y="402084"/>
                  <a:pt x="101380" y="402084"/>
                </a:cubicBezTo>
                <a:cubicBezTo>
                  <a:pt x="99738" y="402084"/>
                  <a:pt x="98784" y="400557"/>
                  <a:pt x="97036" y="395126"/>
                </a:cubicBezTo>
                <a:cubicBezTo>
                  <a:pt x="94961" y="388699"/>
                  <a:pt x="94696" y="388345"/>
                  <a:pt x="93522" y="390544"/>
                </a:cubicBezTo>
                <a:cubicBezTo>
                  <a:pt x="92824" y="391842"/>
                  <a:pt x="92551" y="394102"/>
                  <a:pt x="92913" y="395559"/>
                </a:cubicBezTo>
                <a:cubicBezTo>
                  <a:pt x="94643" y="402455"/>
                  <a:pt x="84639" y="416891"/>
                  <a:pt x="82326" y="410852"/>
                </a:cubicBezTo>
                <a:cubicBezTo>
                  <a:pt x="81637" y="409068"/>
                  <a:pt x="83271" y="400089"/>
                  <a:pt x="84798" y="397237"/>
                </a:cubicBezTo>
                <a:cubicBezTo>
                  <a:pt x="85699" y="395559"/>
                  <a:pt x="85602" y="395100"/>
                  <a:pt x="84366" y="395100"/>
                </a:cubicBezTo>
                <a:cubicBezTo>
                  <a:pt x="83500" y="395100"/>
                  <a:pt x="82149" y="395753"/>
                  <a:pt x="81355" y="396548"/>
                </a:cubicBezTo>
                <a:cubicBezTo>
                  <a:pt x="78406" y="399497"/>
                  <a:pt x="74768" y="400645"/>
                  <a:pt x="68437" y="400610"/>
                </a:cubicBezTo>
                <a:cubicBezTo>
                  <a:pt x="61294" y="400574"/>
                  <a:pt x="58963" y="399373"/>
                  <a:pt x="61091" y="396813"/>
                </a:cubicBezTo>
                <a:cubicBezTo>
                  <a:pt x="63634" y="393758"/>
                  <a:pt x="71536" y="391551"/>
                  <a:pt x="77549" y="392213"/>
                </a:cubicBezTo>
                <a:cubicBezTo>
                  <a:pt x="81840" y="392690"/>
                  <a:pt x="84065" y="392372"/>
                  <a:pt x="86891" y="390880"/>
                </a:cubicBezTo>
                <a:lnTo>
                  <a:pt x="90590" y="388919"/>
                </a:lnTo>
                <a:lnTo>
                  <a:pt x="82865" y="389476"/>
                </a:lnTo>
                <a:cubicBezTo>
                  <a:pt x="75457" y="390005"/>
                  <a:pt x="75130" y="389926"/>
                  <a:pt x="75130" y="387674"/>
                </a:cubicBezTo>
                <a:cubicBezTo>
                  <a:pt x="75130" y="384310"/>
                  <a:pt x="85513" y="379604"/>
                  <a:pt x="91235" y="380372"/>
                </a:cubicBezTo>
                <a:cubicBezTo>
                  <a:pt x="95032" y="380885"/>
                  <a:pt x="97672" y="379790"/>
                  <a:pt x="97672" y="377715"/>
                </a:cubicBezTo>
                <a:cubicBezTo>
                  <a:pt x="97672" y="376682"/>
                  <a:pt x="89169" y="376593"/>
                  <a:pt x="82141" y="377556"/>
                </a:cubicBezTo>
                <a:cubicBezTo>
                  <a:pt x="77770" y="378156"/>
                  <a:pt x="76905" y="378695"/>
                  <a:pt x="75969" y="381361"/>
                </a:cubicBezTo>
                <a:cubicBezTo>
                  <a:pt x="74256" y="386288"/>
                  <a:pt x="61400" y="392822"/>
                  <a:pt x="58716" y="390138"/>
                </a:cubicBezTo>
                <a:cubicBezTo>
                  <a:pt x="57621" y="389043"/>
                  <a:pt x="60835" y="383772"/>
                  <a:pt x="64438" y="380743"/>
                </a:cubicBezTo>
                <a:lnTo>
                  <a:pt x="67784" y="377936"/>
                </a:lnTo>
                <a:lnTo>
                  <a:pt x="63457" y="377936"/>
                </a:lnTo>
                <a:cubicBezTo>
                  <a:pt x="60667" y="377936"/>
                  <a:pt x="58804" y="378518"/>
                  <a:pt x="58204" y="379604"/>
                </a:cubicBezTo>
                <a:cubicBezTo>
                  <a:pt x="57259" y="381291"/>
                  <a:pt x="50319" y="384240"/>
                  <a:pt x="47088" y="384328"/>
                </a:cubicBezTo>
                <a:cubicBezTo>
                  <a:pt x="46125" y="384346"/>
                  <a:pt x="44783" y="383692"/>
                  <a:pt x="44094" y="382871"/>
                </a:cubicBezTo>
                <a:cubicBezTo>
                  <a:pt x="43114" y="381679"/>
                  <a:pt x="43432" y="380911"/>
                  <a:pt x="45640" y="379172"/>
                </a:cubicBezTo>
                <a:cubicBezTo>
                  <a:pt x="47176" y="377971"/>
                  <a:pt x="50116" y="376426"/>
                  <a:pt x="52182" y="375746"/>
                </a:cubicBezTo>
                <a:lnTo>
                  <a:pt x="55926" y="374510"/>
                </a:lnTo>
                <a:lnTo>
                  <a:pt x="52112" y="370801"/>
                </a:lnTo>
                <a:cubicBezTo>
                  <a:pt x="50019" y="368762"/>
                  <a:pt x="48297" y="366581"/>
                  <a:pt x="48297" y="365954"/>
                </a:cubicBezTo>
                <a:cubicBezTo>
                  <a:pt x="48297" y="365327"/>
                  <a:pt x="47414" y="365910"/>
                  <a:pt x="46328" y="367252"/>
                </a:cubicBezTo>
                <a:cubicBezTo>
                  <a:pt x="45242" y="368594"/>
                  <a:pt x="43847" y="369371"/>
                  <a:pt x="43229" y="368991"/>
                </a:cubicBezTo>
                <a:cubicBezTo>
                  <a:pt x="41225" y="367755"/>
                  <a:pt x="40722" y="361310"/>
                  <a:pt x="42240" y="356268"/>
                </a:cubicBezTo>
                <a:cubicBezTo>
                  <a:pt x="43635" y="351624"/>
                  <a:pt x="43609" y="351403"/>
                  <a:pt x="41675" y="351906"/>
                </a:cubicBezTo>
                <a:cubicBezTo>
                  <a:pt x="40563" y="352198"/>
                  <a:pt x="39017" y="353337"/>
                  <a:pt x="38249" y="354440"/>
                </a:cubicBezTo>
                <a:cubicBezTo>
                  <a:pt x="35300" y="358643"/>
                  <a:pt x="20264" y="361557"/>
                  <a:pt x="18966" y="358175"/>
                </a:cubicBezTo>
                <a:cubicBezTo>
                  <a:pt x="17694" y="354855"/>
                  <a:pt x="30144" y="348269"/>
                  <a:pt x="35627" y="349372"/>
                </a:cubicBezTo>
                <a:cubicBezTo>
                  <a:pt x="38912" y="350026"/>
                  <a:pt x="43662" y="348198"/>
                  <a:pt x="46002" y="345381"/>
                </a:cubicBezTo>
                <a:cubicBezTo>
                  <a:pt x="47132" y="344013"/>
                  <a:pt x="46787" y="343995"/>
                  <a:pt x="43238" y="345267"/>
                </a:cubicBezTo>
                <a:cubicBezTo>
                  <a:pt x="38311" y="347024"/>
                  <a:pt x="32581" y="347218"/>
                  <a:pt x="31618" y="345664"/>
                </a:cubicBezTo>
                <a:cubicBezTo>
                  <a:pt x="29720" y="342591"/>
                  <a:pt x="41401" y="335643"/>
                  <a:pt x="47414" y="336269"/>
                </a:cubicBezTo>
                <a:cubicBezTo>
                  <a:pt x="49940" y="336525"/>
                  <a:pt x="51123" y="335996"/>
                  <a:pt x="52438" y="334018"/>
                </a:cubicBezTo>
                <a:lnTo>
                  <a:pt x="54160" y="331422"/>
                </a:lnTo>
                <a:lnTo>
                  <a:pt x="47741" y="332093"/>
                </a:lnTo>
                <a:cubicBezTo>
                  <a:pt x="38920" y="333020"/>
                  <a:pt x="32819" y="335280"/>
                  <a:pt x="32369" y="337788"/>
                </a:cubicBezTo>
                <a:cubicBezTo>
                  <a:pt x="31451" y="342830"/>
                  <a:pt x="18798" y="352295"/>
                  <a:pt x="16308" y="349805"/>
                </a:cubicBezTo>
                <a:cubicBezTo>
                  <a:pt x="14878" y="348375"/>
                  <a:pt x="17120" y="343474"/>
                  <a:pt x="21323" y="338874"/>
                </a:cubicBezTo>
                <a:lnTo>
                  <a:pt x="24149" y="335784"/>
                </a:lnTo>
                <a:lnTo>
                  <a:pt x="19928" y="336428"/>
                </a:lnTo>
                <a:cubicBezTo>
                  <a:pt x="17270" y="336834"/>
                  <a:pt x="14878" y="338079"/>
                  <a:pt x="13483" y="339757"/>
                </a:cubicBezTo>
                <a:cubicBezTo>
                  <a:pt x="9898" y="344110"/>
                  <a:pt x="0" y="346591"/>
                  <a:pt x="0" y="343148"/>
                </a:cubicBezTo>
                <a:cubicBezTo>
                  <a:pt x="0" y="340984"/>
                  <a:pt x="6181" y="336075"/>
                  <a:pt x="9810" y="335342"/>
                </a:cubicBezTo>
                <a:lnTo>
                  <a:pt x="12873" y="334733"/>
                </a:lnTo>
                <a:lnTo>
                  <a:pt x="8123" y="331722"/>
                </a:lnTo>
                <a:cubicBezTo>
                  <a:pt x="2428" y="328102"/>
                  <a:pt x="433" y="325065"/>
                  <a:pt x="2587" y="323272"/>
                </a:cubicBezTo>
                <a:cubicBezTo>
                  <a:pt x="3700" y="322345"/>
                  <a:pt x="5201" y="322469"/>
                  <a:pt x="8741" y="323767"/>
                </a:cubicBezTo>
                <a:cubicBezTo>
                  <a:pt x="16264" y="326531"/>
                  <a:pt x="17173" y="326725"/>
                  <a:pt x="17173" y="325586"/>
                </a:cubicBezTo>
                <a:cubicBezTo>
                  <a:pt x="17173" y="324994"/>
                  <a:pt x="18869" y="324191"/>
                  <a:pt x="20952" y="323793"/>
                </a:cubicBezTo>
                <a:lnTo>
                  <a:pt x="24723" y="323087"/>
                </a:lnTo>
                <a:lnTo>
                  <a:pt x="21447" y="320332"/>
                </a:lnTo>
                <a:cubicBezTo>
                  <a:pt x="14215" y="314249"/>
                  <a:pt x="13412" y="306505"/>
                  <a:pt x="20431" y="310532"/>
                </a:cubicBezTo>
                <a:cubicBezTo>
                  <a:pt x="23116" y="312077"/>
                  <a:pt x="24528" y="312183"/>
                  <a:pt x="29773" y="311211"/>
                </a:cubicBezTo>
                <a:cubicBezTo>
                  <a:pt x="33172" y="310585"/>
                  <a:pt x="36722" y="309693"/>
                  <a:pt x="37658" y="309216"/>
                </a:cubicBezTo>
                <a:cubicBezTo>
                  <a:pt x="38602" y="308748"/>
                  <a:pt x="40051" y="308792"/>
                  <a:pt x="40880" y="309322"/>
                </a:cubicBezTo>
                <a:cubicBezTo>
                  <a:pt x="43317" y="310867"/>
                  <a:pt x="43600" y="310523"/>
                  <a:pt x="43141" y="306585"/>
                </a:cubicBezTo>
                <a:cubicBezTo>
                  <a:pt x="42902" y="304536"/>
                  <a:pt x="43273" y="300466"/>
                  <a:pt x="43980" y="297543"/>
                </a:cubicBezTo>
                <a:cubicBezTo>
                  <a:pt x="46346" y="287681"/>
                  <a:pt x="50681" y="290118"/>
                  <a:pt x="51335" y="301676"/>
                </a:cubicBezTo>
                <a:cubicBezTo>
                  <a:pt x="51644" y="307238"/>
                  <a:pt x="51352" y="309260"/>
                  <a:pt x="50019" y="310585"/>
                </a:cubicBezTo>
                <a:cubicBezTo>
                  <a:pt x="47432" y="313172"/>
                  <a:pt x="47847" y="313966"/>
                  <a:pt x="53171" y="316544"/>
                </a:cubicBezTo>
                <a:cubicBezTo>
                  <a:pt x="57930" y="318858"/>
                  <a:pt x="58010" y="318858"/>
                  <a:pt x="56879" y="316739"/>
                </a:cubicBezTo>
                <a:cubicBezTo>
                  <a:pt x="56235" y="315547"/>
                  <a:pt x="55855" y="311317"/>
                  <a:pt x="56032" y="307353"/>
                </a:cubicBezTo>
                <a:cubicBezTo>
                  <a:pt x="56288" y="301596"/>
                  <a:pt x="56712" y="300069"/>
                  <a:pt x="58160" y="299795"/>
                </a:cubicBezTo>
                <a:cubicBezTo>
                  <a:pt x="59255" y="299583"/>
                  <a:pt x="60614" y="300634"/>
                  <a:pt x="61603" y="302470"/>
                </a:cubicBezTo>
                <a:cubicBezTo>
                  <a:pt x="62504" y="304130"/>
                  <a:pt x="63254" y="305075"/>
                  <a:pt x="63281" y="304572"/>
                </a:cubicBezTo>
                <a:cubicBezTo>
                  <a:pt x="63475" y="300501"/>
                  <a:pt x="44006" y="271143"/>
                  <a:pt x="41640" y="271929"/>
                </a:cubicBezTo>
                <a:cubicBezTo>
                  <a:pt x="40986" y="272150"/>
                  <a:pt x="40280" y="273510"/>
                  <a:pt x="40077" y="274949"/>
                </a:cubicBezTo>
                <a:cubicBezTo>
                  <a:pt x="39618" y="278198"/>
                  <a:pt x="32996" y="284555"/>
                  <a:pt x="30064" y="284555"/>
                </a:cubicBezTo>
                <a:cubicBezTo>
                  <a:pt x="27327" y="284555"/>
                  <a:pt x="27336" y="282816"/>
                  <a:pt x="30117" y="278260"/>
                </a:cubicBezTo>
                <a:cubicBezTo>
                  <a:pt x="32925" y="273651"/>
                  <a:pt x="31954" y="272636"/>
                  <a:pt x="28166" y="276238"/>
                </a:cubicBezTo>
                <a:cubicBezTo>
                  <a:pt x="24422" y="279796"/>
                  <a:pt x="15240" y="282339"/>
                  <a:pt x="13906" y="280185"/>
                </a:cubicBezTo>
                <a:cubicBezTo>
                  <a:pt x="12714" y="278260"/>
                  <a:pt x="14419" y="276326"/>
                  <a:pt x="19681" y="273642"/>
                </a:cubicBezTo>
                <a:cubicBezTo>
                  <a:pt x="22789" y="272053"/>
                  <a:pt x="23548" y="271223"/>
                  <a:pt x="22489" y="270569"/>
                </a:cubicBezTo>
                <a:cubicBezTo>
                  <a:pt x="21685" y="270075"/>
                  <a:pt x="20626" y="269925"/>
                  <a:pt x="20131" y="270225"/>
                </a:cubicBezTo>
                <a:cubicBezTo>
                  <a:pt x="18224" y="271408"/>
                  <a:pt x="8591" y="262994"/>
                  <a:pt x="8591" y="260151"/>
                </a:cubicBezTo>
                <a:cubicBezTo>
                  <a:pt x="8591" y="259409"/>
                  <a:pt x="9633" y="258800"/>
                  <a:pt x="10904" y="258800"/>
                </a:cubicBezTo>
                <a:cubicBezTo>
                  <a:pt x="14065" y="258800"/>
                  <a:pt x="22542" y="263886"/>
                  <a:pt x="22542" y="265793"/>
                </a:cubicBezTo>
                <a:cubicBezTo>
                  <a:pt x="22542" y="266632"/>
                  <a:pt x="23963" y="268062"/>
                  <a:pt x="25703" y="268963"/>
                </a:cubicBezTo>
                <a:cubicBezTo>
                  <a:pt x="30400" y="271391"/>
                  <a:pt x="30559" y="270976"/>
                  <a:pt x="26330" y="267267"/>
                </a:cubicBezTo>
                <a:cubicBezTo>
                  <a:pt x="21826" y="263321"/>
                  <a:pt x="21429" y="260945"/>
                  <a:pt x="25279" y="260945"/>
                </a:cubicBezTo>
                <a:cubicBezTo>
                  <a:pt x="28934" y="260945"/>
                  <a:pt x="33658" y="263488"/>
                  <a:pt x="36351" y="266914"/>
                </a:cubicBezTo>
                <a:cubicBezTo>
                  <a:pt x="37702" y="268636"/>
                  <a:pt x="39062" y="269395"/>
                  <a:pt x="39874" y="268892"/>
                </a:cubicBezTo>
                <a:cubicBezTo>
                  <a:pt x="40775" y="268336"/>
                  <a:pt x="39362" y="266464"/>
                  <a:pt x="35406" y="262976"/>
                </a:cubicBezTo>
                <a:cubicBezTo>
                  <a:pt x="30647" y="258791"/>
                  <a:pt x="29261" y="258076"/>
                  <a:pt x="27601" y="258959"/>
                </a:cubicBezTo>
                <a:cubicBezTo>
                  <a:pt x="26215" y="259700"/>
                  <a:pt x="23928" y="259647"/>
                  <a:pt x="20361" y="258791"/>
                </a:cubicBezTo>
                <a:cubicBezTo>
                  <a:pt x="11372" y="256637"/>
                  <a:pt x="10366" y="252354"/>
                  <a:pt x="18842" y="252354"/>
                </a:cubicBezTo>
                <a:cubicBezTo>
                  <a:pt x="21464" y="252354"/>
                  <a:pt x="23610" y="251992"/>
                  <a:pt x="23610" y="251542"/>
                </a:cubicBezTo>
                <a:cubicBezTo>
                  <a:pt x="23610" y="250377"/>
                  <a:pt x="19390" y="247895"/>
                  <a:pt x="18418" y="248496"/>
                </a:cubicBezTo>
                <a:cubicBezTo>
                  <a:pt x="17059" y="249335"/>
                  <a:pt x="9121" y="244355"/>
                  <a:pt x="9121" y="242660"/>
                </a:cubicBezTo>
                <a:cubicBezTo>
                  <a:pt x="9121" y="240408"/>
                  <a:pt x="13244" y="240134"/>
                  <a:pt x="17103" y="242121"/>
                </a:cubicBezTo>
                <a:lnTo>
                  <a:pt x="20396" y="243825"/>
                </a:lnTo>
                <a:lnTo>
                  <a:pt x="20405" y="239772"/>
                </a:lnTo>
                <a:cubicBezTo>
                  <a:pt x="20423" y="237547"/>
                  <a:pt x="20908" y="234996"/>
                  <a:pt x="21509" y="234113"/>
                </a:cubicBezTo>
                <a:cubicBezTo>
                  <a:pt x="22427" y="232735"/>
                  <a:pt x="22895" y="232868"/>
                  <a:pt x="24705" y="235031"/>
                </a:cubicBezTo>
                <a:cubicBezTo>
                  <a:pt x="25879" y="236426"/>
                  <a:pt x="26833" y="239048"/>
                  <a:pt x="26833" y="240850"/>
                </a:cubicBezTo>
                <a:cubicBezTo>
                  <a:pt x="26833" y="242651"/>
                  <a:pt x="27159" y="243807"/>
                  <a:pt x="27548" y="243410"/>
                </a:cubicBezTo>
                <a:cubicBezTo>
                  <a:pt x="27945" y="243013"/>
                  <a:pt x="29349" y="243392"/>
                  <a:pt x="30665" y="244258"/>
                </a:cubicBezTo>
                <a:cubicBezTo>
                  <a:pt x="32943" y="245750"/>
                  <a:pt x="33084" y="245662"/>
                  <a:pt x="33711" y="242298"/>
                </a:cubicBezTo>
                <a:cubicBezTo>
                  <a:pt x="34629" y="237433"/>
                  <a:pt x="37048" y="234280"/>
                  <a:pt x="38655" y="235861"/>
                </a:cubicBezTo>
                <a:cubicBezTo>
                  <a:pt x="39556" y="236744"/>
                  <a:pt x="40960" y="236762"/>
                  <a:pt x="43821" y="235932"/>
                </a:cubicBezTo>
                <a:cubicBezTo>
                  <a:pt x="48995" y="234422"/>
                  <a:pt x="48871" y="234642"/>
                  <a:pt x="46275" y="231340"/>
                </a:cubicBezTo>
                <a:cubicBezTo>
                  <a:pt x="45030" y="229751"/>
                  <a:pt x="44006" y="227800"/>
                  <a:pt x="44006" y="226987"/>
                </a:cubicBezTo>
                <a:cubicBezTo>
                  <a:pt x="44006" y="224842"/>
                  <a:pt x="47600" y="225204"/>
                  <a:pt x="50734" y="227667"/>
                </a:cubicBezTo>
                <a:cubicBezTo>
                  <a:pt x="52235" y="228850"/>
                  <a:pt x="54972" y="229822"/>
                  <a:pt x="56809" y="229822"/>
                </a:cubicBezTo>
                <a:cubicBezTo>
                  <a:pt x="60014" y="229822"/>
                  <a:pt x="60093" y="229716"/>
                  <a:pt x="58628" y="227402"/>
                </a:cubicBezTo>
                <a:cubicBezTo>
                  <a:pt x="57798" y="226078"/>
                  <a:pt x="56782" y="223897"/>
                  <a:pt x="56385" y="222564"/>
                </a:cubicBezTo>
                <a:cubicBezTo>
                  <a:pt x="55449" y="219429"/>
                  <a:pt x="58372" y="218149"/>
                  <a:pt x="61012" y="220542"/>
                </a:cubicBezTo>
                <a:cubicBezTo>
                  <a:pt x="62054" y="221487"/>
                  <a:pt x="65365" y="222449"/>
                  <a:pt x="68367" y="222687"/>
                </a:cubicBezTo>
                <a:cubicBezTo>
                  <a:pt x="71377" y="222917"/>
                  <a:pt x="74362" y="223438"/>
                  <a:pt x="75015" y="223844"/>
                </a:cubicBezTo>
                <a:cubicBezTo>
                  <a:pt x="77823" y="225575"/>
                  <a:pt x="75298" y="220754"/>
                  <a:pt x="68155" y="210759"/>
                </a:cubicBezTo>
                <a:cubicBezTo>
                  <a:pt x="65259" y="206706"/>
                  <a:pt x="61736" y="205037"/>
                  <a:pt x="61948" y="207819"/>
                </a:cubicBezTo>
                <a:cubicBezTo>
                  <a:pt x="62221" y="211430"/>
                  <a:pt x="54504" y="219085"/>
                  <a:pt x="50584" y="219085"/>
                </a:cubicBezTo>
                <a:cubicBezTo>
                  <a:pt x="48544" y="219085"/>
                  <a:pt x="49233" y="215297"/>
                  <a:pt x="52023" y="211183"/>
                </a:cubicBezTo>
                <a:cubicBezTo>
                  <a:pt x="55078" y="206680"/>
                  <a:pt x="54001" y="206070"/>
                  <a:pt x="49816" y="209955"/>
                </a:cubicBezTo>
                <a:cubicBezTo>
                  <a:pt x="47061" y="212507"/>
                  <a:pt x="41225" y="214776"/>
                  <a:pt x="37358" y="214785"/>
                </a:cubicBezTo>
                <a:cubicBezTo>
                  <a:pt x="32254" y="214803"/>
                  <a:pt x="35141" y="209373"/>
                  <a:pt x="41437" y="207086"/>
                </a:cubicBezTo>
                <a:cubicBezTo>
                  <a:pt x="44183" y="206097"/>
                  <a:pt x="44739" y="205479"/>
                  <a:pt x="43847" y="204402"/>
                </a:cubicBezTo>
                <a:cubicBezTo>
                  <a:pt x="43211" y="203633"/>
                  <a:pt x="42249" y="203280"/>
                  <a:pt x="41719" y="203607"/>
                </a:cubicBezTo>
                <a:cubicBezTo>
                  <a:pt x="40148" y="204578"/>
                  <a:pt x="33976" y="200190"/>
                  <a:pt x="31866" y="196614"/>
                </a:cubicBezTo>
                <a:cubicBezTo>
                  <a:pt x="30064" y="193559"/>
                  <a:pt x="30056" y="193259"/>
                  <a:pt x="31707" y="192623"/>
                </a:cubicBezTo>
                <a:cubicBezTo>
                  <a:pt x="34364" y="191599"/>
                  <a:pt x="42549" y="196005"/>
                  <a:pt x="44192" y="199334"/>
                </a:cubicBezTo>
                <a:cubicBezTo>
                  <a:pt x="44977" y="200932"/>
                  <a:pt x="46734" y="202645"/>
                  <a:pt x="48103" y="203139"/>
                </a:cubicBezTo>
                <a:cubicBezTo>
                  <a:pt x="50337" y="203951"/>
                  <a:pt x="50257" y="203704"/>
                  <a:pt x="47300" y="200746"/>
                </a:cubicBezTo>
                <a:cubicBezTo>
                  <a:pt x="45489" y="198936"/>
                  <a:pt x="44006" y="196994"/>
                  <a:pt x="44006" y="196429"/>
                </a:cubicBezTo>
                <a:cubicBezTo>
                  <a:pt x="44006" y="192800"/>
                  <a:pt x="54213" y="195784"/>
                  <a:pt x="57921" y="200499"/>
                </a:cubicBezTo>
                <a:cubicBezTo>
                  <a:pt x="59899" y="203007"/>
                  <a:pt x="62248" y="203819"/>
                  <a:pt x="62248" y="201991"/>
                </a:cubicBezTo>
                <a:cubicBezTo>
                  <a:pt x="62248" y="201453"/>
                  <a:pt x="59961" y="199033"/>
                  <a:pt x="57153" y="196623"/>
                </a:cubicBezTo>
                <a:cubicBezTo>
                  <a:pt x="52942" y="192994"/>
                  <a:pt x="51520" y="192349"/>
                  <a:pt x="48995" y="192888"/>
                </a:cubicBezTo>
                <a:cubicBezTo>
                  <a:pt x="44986" y="193745"/>
                  <a:pt x="36678" y="191378"/>
                  <a:pt x="35415" y="189021"/>
                </a:cubicBezTo>
                <a:cubicBezTo>
                  <a:pt x="34011" y="186398"/>
                  <a:pt x="35044" y="185816"/>
                  <a:pt x="41128" y="185816"/>
                </a:cubicBezTo>
                <a:cubicBezTo>
                  <a:pt x="46302" y="185816"/>
                  <a:pt x="46417" y="185745"/>
                  <a:pt x="44659" y="183803"/>
                </a:cubicBezTo>
                <a:cubicBezTo>
                  <a:pt x="43662" y="182690"/>
                  <a:pt x="41693" y="181789"/>
                  <a:pt x="40289" y="181789"/>
                </a:cubicBezTo>
                <a:cubicBezTo>
                  <a:pt x="37181" y="181789"/>
                  <a:pt x="31124" y="177666"/>
                  <a:pt x="31124" y="175547"/>
                </a:cubicBezTo>
                <a:cubicBezTo>
                  <a:pt x="31124" y="173499"/>
                  <a:pt x="35724" y="173552"/>
                  <a:pt x="39768" y="175644"/>
                </a:cubicBezTo>
                <a:lnTo>
                  <a:pt x="42929" y="177278"/>
                </a:lnTo>
                <a:lnTo>
                  <a:pt x="42929" y="173702"/>
                </a:lnTo>
                <a:cubicBezTo>
                  <a:pt x="42929" y="171733"/>
                  <a:pt x="43582" y="169234"/>
                  <a:pt x="44368" y="168157"/>
                </a:cubicBezTo>
                <a:cubicBezTo>
                  <a:pt x="45746" y="166276"/>
                  <a:pt x="45896" y="166303"/>
                  <a:pt x="47591" y="168722"/>
                </a:cubicBezTo>
                <a:cubicBezTo>
                  <a:pt x="48571" y="170117"/>
                  <a:pt x="49374" y="172607"/>
                  <a:pt x="49374" y="174249"/>
                </a:cubicBezTo>
                <a:cubicBezTo>
                  <a:pt x="49374" y="176059"/>
                  <a:pt x="49948" y="177225"/>
                  <a:pt x="50849" y="177225"/>
                </a:cubicBezTo>
                <a:cubicBezTo>
                  <a:pt x="51661" y="177225"/>
                  <a:pt x="52950" y="177975"/>
                  <a:pt x="53701" y="178885"/>
                </a:cubicBezTo>
                <a:cubicBezTo>
                  <a:pt x="54884" y="180306"/>
                  <a:pt x="55317" y="179812"/>
                  <a:pt x="56791" y="175397"/>
                </a:cubicBezTo>
                <a:cubicBezTo>
                  <a:pt x="58963" y="168837"/>
                  <a:pt x="62248" y="167627"/>
                  <a:pt x="62248" y="173393"/>
                </a:cubicBezTo>
                <a:cubicBezTo>
                  <a:pt x="62248" y="175997"/>
                  <a:pt x="62742" y="177225"/>
                  <a:pt x="63784" y="177225"/>
                </a:cubicBezTo>
                <a:cubicBezTo>
                  <a:pt x="64623" y="177225"/>
                  <a:pt x="66265" y="178434"/>
                  <a:pt x="67422" y="179909"/>
                </a:cubicBezTo>
                <a:cubicBezTo>
                  <a:pt x="68587" y="181383"/>
                  <a:pt x="70071" y="182593"/>
                  <a:pt x="70724" y="182593"/>
                </a:cubicBezTo>
                <a:cubicBezTo>
                  <a:pt x="71377" y="182593"/>
                  <a:pt x="71907" y="183591"/>
                  <a:pt x="71907" y="184809"/>
                </a:cubicBezTo>
                <a:cubicBezTo>
                  <a:pt x="71907" y="187016"/>
                  <a:pt x="71934" y="187016"/>
                  <a:pt x="74865" y="184977"/>
                </a:cubicBezTo>
                <a:cubicBezTo>
                  <a:pt x="78485" y="182452"/>
                  <a:pt x="84701" y="180262"/>
                  <a:pt x="85990" y="181057"/>
                </a:cubicBezTo>
                <a:cubicBezTo>
                  <a:pt x="87906" y="182249"/>
                  <a:pt x="86838" y="184668"/>
                  <a:pt x="82988" y="187838"/>
                </a:cubicBezTo>
                <a:cubicBezTo>
                  <a:pt x="80816" y="189630"/>
                  <a:pt x="77673" y="191396"/>
                  <a:pt x="76013" y="191758"/>
                </a:cubicBezTo>
                <a:cubicBezTo>
                  <a:pt x="73382" y="192332"/>
                  <a:pt x="72984" y="192923"/>
                  <a:pt x="72984" y="196243"/>
                </a:cubicBezTo>
                <a:lnTo>
                  <a:pt x="72984" y="200058"/>
                </a:lnTo>
                <a:lnTo>
                  <a:pt x="75227" y="197206"/>
                </a:lnTo>
                <a:cubicBezTo>
                  <a:pt x="78944" y="192473"/>
                  <a:pt x="86935" y="189294"/>
                  <a:pt x="86935" y="192544"/>
                </a:cubicBezTo>
                <a:cubicBezTo>
                  <a:pt x="86935" y="195316"/>
                  <a:pt x="81240" y="202159"/>
                  <a:pt x="77708" y="203633"/>
                </a:cubicBezTo>
                <a:cubicBezTo>
                  <a:pt x="75686" y="204481"/>
                  <a:pt x="74062" y="205938"/>
                  <a:pt x="74062" y="206900"/>
                </a:cubicBezTo>
                <a:cubicBezTo>
                  <a:pt x="74062" y="208401"/>
                  <a:pt x="78017" y="215862"/>
                  <a:pt x="78821" y="215862"/>
                </a:cubicBezTo>
                <a:cubicBezTo>
                  <a:pt x="78980" y="215862"/>
                  <a:pt x="78874" y="213452"/>
                  <a:pt x="78591" y="210494"/>
                </a:cubicBezTo>
                <a:cubicBezTo>
                  <a:pt x="78185" y="206282"/>
                  <a:pt x="78415" y="205134"/>
                  <a:pt x="79633" y="205134"/>
                </a:cubicBezTo>
                <a:cubicBezTo>
                  <a:pt x="83288" y="205134"/>
                  <a:pt x="88445" y="213558"/>
                  <a:pt x="89628" y="221451"/>
                </a:cubicBezTo>
                <a:cubicBezTo>
                  <a:pt x="90043" y="224241"/>
                  <a:pt x="91297" y="227296"/>
                  <a:pt x="92436" y="228329"/>
                </a:cubicBezTo>
                <a:cubicBezTo>
                  <a:pt x="94458" y="230157"/>
                  <a:pt x="94467" y="230113"/>
                  <a:pt x="92860" y="226281"/>
                </a:cubicBezTo>
                <a:cubicBezTo>
                  <a:pt x="90838" y="221425"/>
                  <a:pt x="90714" y="215862"/>
                  <a:pt x="92639" y="215862"/>
                </a:cubicBezTo>
                <a:cubicBezTo>
                  <a:pt x="96082" y="215862"/>
                  <a:pt x="103252" y="226617"/>
                  <a:pt x="102766" y="231058"/>
                </a:cubicBezTo>
                <a:cubicBezTo>
                  <a:pt x="102590" y="232647"/>
                  <a:pt x="103146" y="233618"/>
                  <a:pt x="104382" y="233874"/>
                </a:cubicBezTo>
                <a:cubicBezTo>
                  <a:pt x="106969" y="234413"/>
                  <a:pt x="106819" y="231287"/>
                  <a:pt x="103843" y="222776"/>
                </a:cubicBezTo>
                <a:cubicBezTo>
                  <a:pt x="101857" y="217081"/>
                  <a:pt x="101018" y="215862"/>
                  <a:pt x="99049" y="215862"/>
                </a:cubicBezTo>
                <a:cubicBezTo>
                  <a:pt x="96241" y="215862"/>
                  <a:pt x="89610" y="210326"/>
                  <a:pt x="87474" y="206203"/>
                </a:cubicBezTo>
                <a:cubicBezTo>
                  <a:pt x="84516" y="200490"/>
                  <a:pt x="89363" y="199978"/>
                  <a:pt x="96736" y="205232"/>
                </a:cubicBezTo>
                <a:lnTo>
                  <a:pt x="99817" y="207421"/>
                </a:lnTo>
                <a:lnTo>
                  <a:pt x="99817" y="205249"/>
                </a:lnTo>
                <a:cubicBezTo>
                  <a:pt x="99817" y="204048"/>
                  <a:pt x="97945" y="201214"/>
                  <a:pt x="95659" y="198945"/>
                </a:cubicBezTo>
                <a:cubicBezTo>
                  <a:pt x="91306" y="194645"/>
                  <a:pt x="89072" y="188615"/>
                  <a:pt x="91094" y="186593"/>
                </a:cubicBezTo>
                <a:cubicBezTo>
                  <a:pt x="92798" y="184889"/>
                  <a:pt x="99808" y="192685"/>
                  <a:pt x="99861" y="196358"/>
                </a:cubicBezTo>
                <a:cubicBezTo>
                  <a:pt x="99897" y="199104"/>
                  <a:pt x="99967" y="199069"/>
                  <a:pt x="101530" y="195484"/>
                </a:cubicBezTo>
                <a:cubicBezTo>
                  <a:pt x="104462" y="188703"/>
                  <a:pt x="109777" y="184712"/>
                  <a:pt x="111145" y="188253"/>
                </a:cubicBezTo>
                <a:cubicBezTo>
                  <a:pt x="111428" y="189003"/>
                  <a:pt x="111004" y="191829"/>
                  <a:pt x="110192" y="194521"/>
                </a:cubicBezTo>
                <a:cubicBezTo>
                  <a:pt x="108947" y="198645"/>
                  <a:pt x="108947" y="199740"/>
                  <a:pt x="110165" y="201408"/>
                </a:cubicBezTo>
                <a:cubicBezTo>
                  <a:pt x="110969" y="202503"/>
                  <a:pt x="111631" y="204393"/>
                  <a:pt x="111631" y="205602"/>
                </a:cubicBezTo>
                <a:cubicBezTo>
                  <a:pt x="111649" y="207501"/>
                  <a:pt x="112037" y="207324"/>
                  <a:pt x="114412" y="204305"/>
                </a:cubicBezTo>
                <a:cubicBezTo>
                  <a:pt x="115931" y="202380"/>
                  <a:pt x="118598" y="200066"/>
                  <a:pt x="120319" y="199166"/>
                </a:cubicBezTo>
                <a:cubicBezTo>
                  <a:pt x="123189" y="197691"/>
                  <a:pt x="123533" y="197700"/>
                  <a:pt x="124160" y="199360"/>
                </a:cubicBezTo>
                <a:cubicBezTo>
                  <a:pt x="124549" y="200358"/>
                  <a:pt x="124151" y="202424"/>
                  <a:pt x="123286" y="203960"/>
                </a:cubicBezTo>
                <a:cubicBezTo>
                  <a:pt x="122006" y="206221"/>
                  <a:pt x="121962" y="207245"/>
                  <a:pt x="123030" y="209426"/>
                </a:cubicBezTo>
                <a:cubicBezTo>
                  <a:pt x="125175" y="213814"/>
                  <a:pt x="126986" y="220966"/>
                  <a:pt x="126359" y="222590"/>
                </a:cubicBezTo>
                <a:cubicBezTo>
                  <a:pt x="125926" y="223720"/>
                  <a:pt x="126447" y="223985"/>
                  <a:pt x="128354" y="223623"/>
                </a:cubicBezTo>
                <a:cubicBezTo>
                  <a:pt x="129776" y="223350"/>
                  <a:pt x="130941" y="222449"/>
                  <a:pt x="130941" y="221619"/>
                </a:cubicBezTo>
                <a:cubicBezTo>
                  <a:pt x="130941" y="219783"/>
                  <a:pt x="135259" y="218008"/>
                  <a:pt x="139726" y="218008"/>
                </a:cubicBezTo>
                <a:cubicBezTo>
                  <a:pt x="142419" y="218008"/>
                  <a:pt x="142790" y="217743"/>
                  <a:pt x="141766" y="216507"/>
                </a:cubicBezTo>
                <a:cubicBezTo>
                  <a:pt x="141077" y="215686"/>
                  <a:pt x="138782" y="215006"/>
                  <a:pt x="136663" y="215006"/>
                </a:cubicBezTo>
                <a:cubicBezTo>
                  <a:pt x="132380" y="215006"/>
                  <a:pt x="123966" y="209858"/>
                  <a:pt x="123966" y="207227"/>
                </a:cubicBezTo>
                <a:cubicBezTo>
                  <a:pt x="123966" y="204958"/>
                  <a:pt x="130155" y="204675"/>
                  <a:pt x="134190" y="206759"/>
                </a:cubicBezTo>
                <a:cubicBezTo>
                  <a:pt x="138437" y="208949"/>
                  <a:pt x="139170" y="208295"/>
                  <a:pt x="136698" y="204525"/>
                </a:cubicBezTo>
                <a:cubicBezTo>
                  <a:pt x="134455" y="201099"/>
                  <a:pt x="134049" y="190857"/>
                  <a:pt x="136089" y="188827"/>
                </a:cubicBezTo>
                <a:cubicBezTo>
                  <a:pt x="139338" y="185568"/>
                  <a:pt x="144018" y="197956"/>
                  <a:pt x="141563" y="203342"/>
                </a:cubicBezTo>
                <a:cubicBezTo>
                  <a:pt x="140724" y="205179"/>
                  <a:pt x="140830" y="206759"/>
                  <a:pt x="141987" y="209496"/>
                </a:cubicBezTo>
                <a:lnTo>
                  <a:pt x="143541" y="213178"/>
                </a:lnTo>
                <a:lnTo>
                  <a:pt x="143099" y="208348"/>
                </a:lnTo>
                <a:cubicBezTo>
                  <a:pt x="142216" y="198707"/>
                  <a:pt x="147408" y="198309"/>
                  <a:pt x="150092" y="207810"/>
                </a:cubicBezTo>
                <a:cubicBezTo>
                  <a:pt x="151152" y="211571"/>
                  <a:pt x="151240" y="213611"/>
                  <a:pt x="150410" y="215438"/>
                </a:cubicBezTo>
                <a:cubicBezTo>
                  <a:pt x="149686" y="217019"/>
                  <a:pt x="149651" y="218167"/>
                  <a:pt x="150304" y="218573"/>
                </a:cubicBezTo>
                <a:cubicBezTo>
                  <a:pt x="152529" y="219950"/>
                  <a:pt x="153483" y="217575"/>
                  <a:pt x="153483" y="210609"/>
                </a:cubicBezTo>
                <a:cubicBezTo>
                  <a:pt x="153483" y="203916"/>
                  <a:pt x="153271" y="203236"/>
                  <a:pt x="150843" y="202124"/>
                </a:cubicBezTo>
                <a:cubicBezTo>
                  <a:pt x="146057" y="199952"/>
                  <a:pt x="141316" y="186884"/>
                  <a:pt x="145307" y="186884"/>
                </a:cubicBezTo>
                <a:cubicBezTo>
                  <a:pt x="146128" y="186884"/>
                  <a:pt x="148538" y="188818"/>
                  <a:pt x="150675" y="191184"/>
                </a:cubicBezTo>
                <a:lnTo>
                  <a:pt x="154551" y="195475"/>
                </a:lnTo>
                <a:lnTo>
                  <a:pt x="154551" y="191723"/>
                </a:lnTo>
                <a:cubicBezTo>
                  <a:pt x="154551" y="189648"/>
                  <a:pt x="154101" y="187961"/>
                  <a:pt x="153553" y="187961"/>
                </a:cubicBezTo>
                <a:cubicBezTo>
                  <a:pt x="152997" y="187961"/>
                  <a:pt x="151920" y="186222"/>
                  <a:pt x="151152" y="184094"/>
                </a:cubicBezTo>
                <a:cubicBezTo>
                  <a:pt x="150083" y="181136"/>
                  <a:pt x="148512" y="179600"/>
                  <a:pt x="144530" y="177578"/>
                </a:cubicBezTo>
                <a:cubicBezTo>
                  <a:pt x="138084" y="174311"/>
                  <a:pt x="136239" y="174805"/>
                  <a:pt x="136963" y="179582"/>
                </a:cubicBezTo>
                <a:cubicBezTo>
                  <a:pt x="137599" y="183758"/>
                  <a:pt x="133484" y="192791"/>
                  <a:pt x="130941" y="192791"/>
                </a:cubicBezTo>
                <a:cubicBezTo>
                  <a:pt x="129696" y="192791"/>
                  <a:pt x="129334" y="191414"/>
                  <a:pt x="129352" y="186743"/>
                </a:cubicBezTo>
                <a:cubicBezTo>
                  <a:pt x="129369" y="182293"/>
                  <a:pt x="129016" y="180845"/>
                  <a:pt x="128010" y="181224"/>
                </a:cubicBezTo>
                <a:cubicBezTo>
                  <a:pt x="126844" y="181675"/>
                  <a:pt x="126253" y="183026"/>
                  <a:pt x="126818" y="183935"/>
                </a:cubicBezTo>
                <a:cubicBezTo>
                  <a:pt x="127427" y="184924"/>
                  <a:pt x="122906" y="191405"/>
                  <a:pt x="120328" y="193241"/>
                </a:cubicBezTo>
                <a:cubicBezTo>
                  <a:pt x="116991" y="195616"/>
                  <a:pt x="112699" y="196226"/>
                  <a:pt x="112699" y="194327"/>
                </a:cubicBezTo>
                <a:cubicBezTo>
                  <a:pt x="112699" y="192464"/>
                  <a:pt x="114916" y="188703"/>
                  <a:pt x="117891" y="185507"/>
                </a:cubicBezTo>
                <a:lnTo>
                  <a:pt x="120681" y="182522"/>
                </a:lnTo>
                <a:lnTo>
                  <a:pt x="114739" y="183220"/>
                </a:lnTo>
                <a:cubicBezTo>
                  <a:pt x="109856" y="183794"/>
                  <a:pt x="107993" y="183502"/>
                  <a:pt x="104241" y="181586"/>
                </a:cubicBezTo>
                <a:cubicBezTo>
                  <a:pt x="101733" y="180306"/>
                  <a:pt x="99870" y="178681"/>
                  <a:pt x="100100" y="177975"/>
                </a:cubicBezTo>
                <a:cubicBezTo>
                  <a:pt x="100771" y="175927"/>
                  <a:pt x="112426" y="175724"/>
                  <a:pt x="115445" y="177710"/>
                </a:cubicBezTo>
                <a:cubicBezTo>
                  <a:pt x="116840" y="178620"/>
                  <a:pt x="119816" y="179317"/>
                  <a:pt x="122050" y="179247"/>
                </a:cubicBezTo>
                <a:lnTo>
                  <a:pt x="126111" y="179123"/>
                </a:lnTo>
                <a:lnTo>
                  <a:pt x="122359" y="178372"/>
                </a:lnTo>
                <a:cubicBezTo>
                  <a:pt x="117794" y="177463"/>
                  <a:pt x="113768" y="175388"/>
                  <a:pt x="113768" y="173940"/>
                </a:cubicBezTo>
                <a:cubicBezTo>
                  <a:pt x="113768" y="170850"/>
                  <a:pt x="127065" y="170196"/>
                  <a:pt x="130614" y="173119"/>
                </a:cubicBezTo>
                <a:cubicBezTo>
                  <a:pt x="131418" y="173781"/>
                  <a:pt x="132566" y="173808"/>
                  <a:pt x="133687" y="173181"/>
                </a:cubicBezTo>
                <a:cubicBezTo>
                  <a:pt x="135153" y="172360"/>
                  <a:pt x="134720" y="171892"/>
                  <a:pt x="131241" y="170497"/>
                </a:cubicBezTo>
                <a:cubicBezTo>
                  <a:pt x="124072" y="167627"/>
                  <a:pt x="119419" y="167124"/>
                  <a:pt x="117529" y="169022"/>
                </a:cubicBezTo>
                <a:cubicBezTo>
                  <a:pt x="114412" y="172139"/>
                  <a:pt x="105106" y="173869"/>
                  <a:pt x="102007" y="171909"/>
                </a:cubicBezTo>
                <a:cubicBezTo>
                  <a:pt x="100665" y="171062"/>
                  <a:pt x="100718" y="170611"/>
                  <a:pt x="102404" y="168748"/>
                </a:cubicBezTo>
                <a:cubicBezTo>
                  <a:pt x="103481" y="167548"/>
                  <a:pt x="106113" y="166002"/>
                  <a:pt x="108249" y="165296"/>
                </a:cubicBezTo>
                <a:cubicBezTo>
                  <a:pt x="111605" y="164184"/>
                  <a:pt x="111834" y="163910"/>
                  <a:pt x="109998" y="163203"/>
                </a:cubicBezTo>
                <a:cubicBezTo>
                  <a:pt x="108823" y="162762"/>
                  <a:pt x="105168" y="162656"/>
                  <a:pt x="101875" y="162974"/>
                </a:cubicBezTo>
                <a:cubicBezTo>
                  <a:pt x="94837" y="163645"/>
                  <a:pt x="90281" y="161950"/>
                  <a:pt x="92365" y="159442"/>
                </a:cubicBezTo>
                <a:cubicBezTo>
                  <a:pt x="93151" y="158497"/>
                  <a:pt x="95632" y="157906"/>
                  <a:pt x="98793" y="157906"/>
                </a:cubicBezTo>
                <a:lnTo>
                  <a:pt x="103949" y="157906"/>
                </a:lnTo>
                <a:lnTo>
                  <a:pt x="102528" y="154957"/>
                </a:lnTo>
                <a:cubicBezTo>
                  <a:pt x="99791" y="149253"/>
                  <a:pt x="99544" y="147213"/>
                  <a:pt x="101521" y="146454"/>
                </a:cubicBezTo>
                <a:cubicBezTo>
                  <a:pt x="102810" y="145960"/>
                  <a:pt x="104409" y="146887"/>
                  <a:pt x="106828" y="149518"/>
                </a:cubicBezTo>
                <a:cubicBezTo>
                  <a:pt x="109115" y="152017"/>
                  <a:pt x="111605" y="153500"/>
                  <a:pt x="114192" y="153924"/>
                </a:cubicBezTo>
                <a:cubicBezTo>
                  <a:pt x="116814" y="154348"/>
                  <a:pt x="117882" y="154189"/>
                  <a:pt x="117406" y="153420"/>
                </a:cubicBezTo>
                <a:cubicBezTo>
                  <a:pt x="116187" y="151443"/>
                  <a:pt x="114986" y="144821"/>
                  <a:pt x="115578" y="143284"/>
                </a:cubicBezTo>
                <a:cubicBezTo>
                  <a:pt x="116470" y="140962"/>
                  <a:pt x="119065" y="141554"/>
                  <a:pt x="120355" y="144388"/>
                </a:cubicBezTo>
                <a:cubicBezTo>
                  <a:pt x="121087" y="145995"/>
                  <a:pt x="122668" y="147134"/>
                  <a:pt x="124557" y="147408"/>
                </a:cubicBezTo>
                <a:cubicBezTo>
                  <a:pt x="127559" y="147849"/>
                  <a:pt x="127577" y="147823"/>
                  <a:pt x="126191" y="144564"/>
                </a:cubicBezTo>
                <a:cubicBezTo>
                  <a:pt x="121785" y="134208"/>
                  <a:pt x="119701" y="130994"/>
                  <a:pt x="117600" y="131303"/>
                </a:cubicBezTo>
                <a:cubicBezTo>
                  <a:pt x="116346" y="131479"/>
                  <a:pt x="115216" y="132715"/>
                  <a:pt x="114845" y="134296"/>
                </a:cubicBezTo>
                <a:cubicBezTo>
                  <a:pt x="114209" y="137042"/>
                  <a:pt x="103693" y="144353"/>
                  <a:pt x="101460" y="143611"/>
                </a:cubicBezTo>
                <a:cubicBezTo>
                  <a:pt x="99049" y="142807"/>
                  <a:pt x="99870" y="139602"/>
                  <a:pt x="103526" y="135567"/>
                </a:cubicBezTo>
                <a:cubicBezTo>
                  <a:pt x="106581" y="132177"/>
                  <a:pt x="107031" y="131188"/>
                  <a:pt x="105715" y="130685"/>
                </a:cubicBezTo>
                <a:cubicBezTo>
                  <a:pt x="104806" y="130331"/>
                  <a:pt x="103137" y="130967"/>
                  <a:pt x="102007" y="132106"/>
                </a:cubicBezTo>
                <a:cubicBezTo>
                  <a:pt x="98060" y="136053"/>
                  <a:pt x="85310" y="137978"/>
                  <a:pt x="84101" y="134817"/>
                </a:cubicBezTo>
                <a:cubicBezTo>
                  <a:pt x="83218" y="132512"/>
                  <a:pt x="85408" y="130305"/>
                  <a:pt x="89972" y="128901"/>
                </a:cubicBezTo>
                <a:cubicBezTo>
                  <a:pt x="92144" y="128239"/>
                  <a:pt x="94573" y="127480"/>
                  <a:pt x="95376" y="127223"/>
                </a:cubicBezTo>
                <a:cubicBezTo>
                  <a:pt x="96542" y="126853"/>
                  <a:pt x="96568" y="126438"/>
                  <a:pt x="95526" y="125175"/>
                </a:cubicBezTo>
                <a:cubicBezTo>
                  <a:pt x="94802" y="124301"/>
                  <a:pt x="93804" y="123833"/>
                  <a:pt x="93319" y="124133"/>
                </a:cubicBezTo>
                <a:cubicBezTo>
                  <a:pt x="91959" y="124972"/>
                  <a:pt x="85461" y="118809"/>
                  <a:pt x="83121" y="114465"/>
                </a:cubicBezTo>
                <a:cubicBezTo>
                  <a:pt x="81346" y="111172"/>
                  <a:pt x="81267" y="110456"/>
                  <a:pt x="82582" y="109644"/>
                </a:cubicBezTo>
                <a:cubicBezTo>
                  <a:pt x="85584" y="107790"/>
                  <a:pt x="96065" y="115719"/>
                  <a:pt x="96789" y="120407"/>
                </a:cubicBezTo>
                <a:cubicBezTo>
                  <a:pt x="96983" y="121608"/>
                  <a:pt x="98820" y="123630"/>
                  <a:pt x="100886" y="124892"/>
                </a:cubicBezTo>
                <a:lnTo>
                  <a:pt x="104647" y="127179"/>
                </a:lnTo>
                <a:lnTo>
                  <a:pt x="102369" y="124566"/>
                </a:lnTo>
                <a:cubicBezTo>
                  <a:pt x="99102" y="120822"/>
                  <a:pt x="97416" y="117193"/>
                  <a:pt x="98095" y="115401"/>
                </a:cubicBezTo>
                <a:cubicBezTo>
                  <a:pt x="99438" y="111904"/>
                  <a:pt x="112699" y="120469"/>
                  <a:pt x="112699" y="124840"/>
                </a:cubicBezTo>
                <a:cubicBezTo>
                  <a:pt x="112699" y="126199"/>
                  <a:pt x="113503" y="126782"/>
                  <a:pt x="115419" y="126782"/>
                </a:cubicBezTo>
                <a:lnTo>
                  <a:pt x="118138" y="126782"/>
                </a:lnTo>
                <a:lnTo>
                  <a:pt x="115684" y="123188"/>
                </a:lnTo>
                <a:cubicBezTo>
                  <a:pt x="109591" y="114271"/>
                  <a:pt x="107084" y="112293"/>
                  <a:pt x="101839" y="112266"/>
                </a:cubicBezTo>
                <a:cubicBezTo>
                  <a:pt x="96312" y="112240"/>
                  <a:pt x="88012" y="107657"/>
                  <a:pt x="88012" y="104638"/>
                </a:cubicBezTo>
                <a:cubicBezTo>
                  <a:pt x="88012" y="103199"/>
                  <a:pt x="89116" y="102987"/>
                  <a:pt x="94899" y="103357"/>
                </a:cubicBezTo>
                <a:lnTo>
                  <a:pt x="101795" y="103799"/>
                </a:lnTo>
                <a:lnTo>
                  <a:pt x="99649" y="100788"/>
                </a:lnTo>
                <a:cubicBezTo>
                  <a:pt x="98466" y="99128"/>
                  <a:pt x="97036" y="98069"/>
                  <a:pt x="96471" y="98422"/>
                </a:cubicBezTo>
                <a:cubicBezTo>
                  <a:pt x="94343" y="99737"/>
                  <a:pt x="85946" y="92647"/>
                  <a:pt x="85884" y="89486"/>
                </a:cubicBezTo>
                <a:cubicBezTo>
                  <a:pt x="85849" y="87270"/>
                  <a:pt x="90467" y="87968"/>
                  <a:pt x="94634" y="90793"/>
                </a:cubicBezTo>
                <a:lnTo>
                  <a:pt x="98546" y="93451"/>
                </a:lnTo>
                <a:lnTo>
                  <a:pt x="99826" y="88109"/>
                </a:lnTo>
                <a:cubicBezTo>
                  <a:pt x="100532" y="85178"/>
                  <a:pt x="101583" y="82476"/>
                  <a:pt x="102175" y="82114"/>
                </a:cubicBezTo>
                <a:cubicBezTo>
                  <a:pt x="104179" y="80869"/>
                  <a:pt x="106333" y="84524"/>
                  <a:pt x="106563" y="89557"/>
                </a:cubicBezTo>
                <a:cubicBezTo>
                  <a:pt x="106704" y="92665"/>
                  <a:pt x="107296" y="94572"/>
                  <a:pt x="108108" y="94572"/>
                </a:cubicBezTo>
                <a:cubicBezTo>
                  <a:pt x="108832" y="94581"/>
                  <a:pt x="110254" y="95844"/>
                  <a:pt x="111260" y="97380"/>
                </a:cubicBezTo>
                <a:lnTo>
                  <a:pt x="113097" y="100188"/>
                </a:lnTo>
                <a:lnTo>
                  <a:pt x="114483" y="95420"/>
                </a:lnTo>
                <a:cubicBezTo>
                  <a:pt x="116187" y="89592"/>
                  <a:pt x="119798" y="85796"/>
                  <a:pt x="121370" y="88188"/>
                </a:cubicBezTo>
                <a:cubicBezTo>
                  <a:pt x="121935" y="89045"/>
                  <a:pt x="122129" y="91323"/>
                  <a:pt x="121794" y="93239"/>
                </a:cubicBezTo>
                <a:cubicBezTo>
                  <a:pt x="121105" y="97195"/>
                  <a:pt x="122156" y="97618"/>
                  <a:pt x="126173" y="94987"/>
                </a:cubicBezTo>
                <a:cubicBezTo>
                  <a:pt x="127639" y="94025"/>
                  <a:pt x="130950" y="93177"/>
                  <a:pt x="133537" y="93106"/>
                </a:cubicBezTo>
                <a:cubicBezTo>
                  <a:pt x="136354" y="93027"/>
                  <a:pt x="137978" y="92541"/>
                  <a:pt x="137590" y="91897"/>
                </a:cubicBezTo>
                <a:cubicBezTo>
                  <a:pt x="137228" y="91305"/>
                  <a:pt x="135833" y="89186"/>
                  <a:pt x="134473" y="87191"/>
                </a:cubicBezTo>
                <a:cubicBezTo>
                  <a:pt x="131753" y="83165"/>
                  <a:pt x="131206" y="78485"/>
                  <a:pt x="133466" y="78485"/>
                </a:cubicBezTo>
                <a:cubicBezTo>
                  <a:pt x="135409" y="78485"/>
                  <a:pt x="143823" y="84639"/>
                  <a:pt x="143823" y="86069"/>
                </a:cubicBezTo>
                <a:cubicBezTo>
                  <a:pt x="143823" y="86687"/>
                  <a:pt x="144406" y="86838"/>
                  <a:pt x="145121" y="86396"/>
                </a:cubicBezTo>
                <a:cubicBezTo>
                  <a:pt x="145836" y="85955"/>
                  <a:pt x="147991" y="85699"/>
                  <a:pt x="149916" y="85822"/>
                </a:cubicBezTo>
                <a:lnTo>
                  <a:pt x="153403" y="86061"/>
                </a:lnTo>
                <a:lnTo>
                  <a:pt x="151320" y="81469"/>
                </a:lnTo>
                <a:cubicBezTo>
                  <a:pt x="148547" y="75359"/>
                  <a:pt x="148512" y="70971"/>
                  <a:pt x="151231" y="70971"/>
                </a:cubicBezTo>
                <a:cubicBezTo>
                  <a:pt x="152353" y="70971"/>
                  <a:pt x="154163" y="72295"/>
                  <a:pt x="155258" y="73920"/>
                </a:cubicBezTo>
                <a:cubicBezTo>
                  <a:pt x="156873" y="76331"/>
                  <a:pt x="158118" y="76913"/>
                  <a:pt x="162065" y="77090"/>
                </a:cubicBezTo>
                <a:cubicBezTo>
                  <a:pt x="169402" y="77417"/>
                  <a:pt x="172519" y="77990"/>
                  <a:pt x="174108" y="79306"/>
                </a:cubicBezTo>
                <a:cubicBezTo>
                  <a:pt x="175247" y="80251"/>
                  <a:pt x="175883" y="79562"/>
                  <a:pt x="177172" y="75977"/>
                </a:cubicBezTo>
                <a:cubicBezTo>
                  <a:pt x="178770" y="71545"/>
                  <a:pt x="178726" y="71289"/>
                  <a:pt x="175239" y="63696"/>
                </a:cubicBezTo>
                <a:cubicBezTo>
                  <a:pt x="172219" y="57127"/>
                  <a:pt x="171274" y="55943"/>
                  <a:pt x="169014" y="55943"/>
                </a:cubicBezTo>
                <a:cubicBezTo>
                  <a:pt x="167168" y="55943"/>
                  <a:pt x="166365" y="56535"/>
                  <a:pt x="166365" y="57895"/>
                </a:cubicBezTo>
                <a:cubicBezTo>
                  <a:pt x="166365" y="61303"/>
                  <a:pt x="156476" y="68826"/>
                  <a:pt x="151991" y="68826"/>
                </a:cubicBezTo>
                <a:cubicBezTo>
                  <a:pt x="147655" y="68826"/>
                  <a:pt x="149668" y="63351"/>
                  <a:pt x="156008" y="57851"/>
                </a:cubicBezTo>
                <a:lnTo>
                  <a:pt x="159381" y="54928"/>
                </a:lnTo>
                <a:lnTo>
                  <a:pt x="155867" y="54901"/>
                </a:lnTo>
                <a:cubicBezTo>
                  <a:pt x="153757" y="54884"/>
                  <a:pt x="152097" y="55493"/>
                  <a:pt x="151743" y="56429"/>
                </a:cubicBezTo>
                <a:cubicBezTo>
                  <a:pt x="150763" y="58990"/>
                  <a:pt x="143912" y="60641"/>
                  <a:pt x="135506" y="60358"/>
                </a:cubicBezTo>
                <a:cubicBezTo>
                  <a:pt x="132742" y="60261"/>
                  <a:pt x="132018" y="59784"/>
                  <a:pt x="132018" y="58036"/>
                </a:cubicBezTo>
                <a:cubicBezTo>
                  <a:pt x="132018" y="55687"/>
                  <a:pt x="139100" y="51723"/>
                  <a:pt x="143373" y="51679"/>
                </a:cubicBezTo>
                <a:cubicBezTo>
                  <a:pt x="144600" y="51661"/>
                  <a:pt x="145925" y="51334"/>
                  <a:pt x="146313" y="50946"/>
                </a:cubicBezTo>
                <a:cubicBezTo>
                  <a:pt x="147364" y="49895"/>
                  <a:pt x="144901" y="47361"/>
                  <a:pt x="142834" y="47361"/>
                </a:cubicBezTo>
                <a:cubicBezTo>
                  <a:pt x="140883" y="47361"/>
                  <a:pt x="134076" y="40739"/>
                  <a:pt x="132142" y="36969"/>
                </a:cubicBezTo>
                <a:cubicBezTo>
                  <a:pt x="130173" y="33119"/>
                  <a:pt x="130659" y="31256"/>
                  <a:pt x="133625" y="31256"/>
                </a:cubicBezTo>
                <a:cubicBezTo>
                  <a:pt x="137104" y="31256"/>
                  <a:pt x="147611" y="41119"/>
                  <a:pt x="146684" y="43520"/>
                </a:cubicBezTo>
                <a:cubicBezTo>
                  <a:pt x="146278" y="44580"/>
                  <a:pt x="147311" y="46125"/>
                  <a:pt x="149598" y="47873"/>
                </a:cubicBezTo>
                <a:cubicBezTo>
                  <a:pt x="154790" y="51838"/>
                  <a:pt x="155037" y="51237"/>
                  <a:pt x="150772" y="45030"/>
                </a:cubicBezTo>
                <a:cubicBezTo>
                  <a:pt x="147479" y="40245"/>
                  <a:pt x="147161" y="39265"/>
                  <a:pt x="148468" y="37958"/>
                </a:cubicBezTo>
                <a:cubicBezTo>
                  <a:pt x="149774" y="36651"/>
                  <a:pt x="150578" y="36748"/>
                  <a:pt x="154277" y="38629"/>
                </a:cubicBezTo>
                <a:cubicBezTo>
                  <a:pt x="159284" y="41181"/>
                  <a:pt x="164211" y="46619"/>
                  <a:pt x="164211" y="49586"/>
                </a:cubicBezTo>
                <a:cubicBezTo>
                  <a:pt x="164211" y="51070"/>
                  <a:pt x="164961" y="51652"/>
                  <a:pt x="166895" y="51652"/>
                </a:cubicBezTo>
                <a:cubicBezTo>
                  <a:pt x="170303" y="51652"/>
                  <a:pt x="170268" y="50822"/>
                  <a:pt x="166630" y="45516"/>
                </a:cubicBezTo>
                <a:cubicBezTo>
                  <a:pt x="160626" y="36748"/>
                  <a:pt x="157906" y="34214"/>
                  <a:pt x="155213" y="34885"/>
                </a:cubicBezTo>
                <a:cubicBezTo>
                  <a:pt x="150340" y="36112"/>
                  <a:pt x="137378" y="29596"/>
                  <a:pt x="137378" y="25923"/>
                </a:cubicBezTo>
                <a:cubicBezTo>
                  <a:pt x="137378" y="23425"/>
                  <a:pt x="146728" y="23557"/>
                  <a:pt x="151682" y="26117"/>
                </a:cubicBezTo>
                <a:cubicBezTo>
                  <a:pt x="153456" y="27027"/>
                  <a:pt x="153518" y="26886"/>
                  <a:pt x="152353" y="24634"/>
                </a:cubicBezTo>
                <a:cubicBezTo>
                  <a:pt x="150278" y="20626"/>
                  <a:pt x="148017" y="18480"/>
                  <a:pt x="146499" y="19072"/>
                </a:cubicBezTo>
                <a:cubicBezTo>
                  <a:pt x="144565" y="19804"/>
                  <a:pt x="136309" y="12185"/>
                  <a:pt x="136309" y="9668"/>
                </a:cubicBezTo>
                <a:cubicBezTo>
                  <a:pt x="136309" y="5819"/>
                  <a:pt x="143876" y="8414"/>
                  <a:pt x="148017" y="13677"/>
                </a:cubicBezTo>
                <a:lnTo>
                  <a:pt x="150260" y="16520"/>
                </a:lnTo>
                <a:lnTo>
                  <a:pt x="150260" y="13853"/>
                </a:lnTo>
                <a:cubicBezTo>
                  <a:pt x="150260" y="10366"/>
                  <a:pt x="152308" y="4300"/>
                  <a:pt x="154154" y="2322"/>
                </a:cubicBezTo>
                <a:cubicBezTo>
                  <a:pt x="156326" y="0"/>
                  <a:pt x="157721" y="2066"/>
                  <a:pt x="158516" y="8768"/>
                </a:cubicBezTo>
                <a:cubicBezTo>
                  <a:pt x="159054" y="13271"/>
                  <a:pt x="159955" y="15328"/>
                  <a:pt x="162568" y="18030"/>
                </a:cubicBezTo>
                <a:lnTo>
                  <a:pt x="165941" y="21500"/>
                </a:lnTo>
                <a:lnTo>
                  <a:pt x="167151" y="16988"/>
                </a:lnTo>
                <a:cubicBezTo>
                  <a:pt x="168572" y="11699"/>
                  <a:pt x="172510" y="6922"/>
                  <a:pt x="174117" y="8538"/>
                </a:cubicBezTo>
                <a:cubicBezTo>
                  <a:pt x="174709" y="9130"/>
                  <a:pt x="175009" y="11540"/>
                  <a:pt x="174779" y="13906"/>
                </a:cubicBezTo>
                <a:cubicBezTo>
                  <a:pt x="174559" y="16264"/>
                  <a:pt x="174709" y="17986"/>
                  <a:pt x="175124" y="17730"/>
                </a:cubicBezTo>
                <a:cubicBezTo>
                  <a:pt x="175971" y="17209"/>
                  <a:pt x="180704" y="23257"/>
                  <a:pt x="181728" y="26162"/>
                </a:cubicBezTo>
                <a:cubicBezTo>
                  <a:pt x="182099" y="27195"/>
                  <a:pt x="182894" y="28042"/>
                  <a:pt x="183503" y="28042"/>
                </a:cubicBezTo>
                <a:cubicBezTo>
                  <a:pt x="184112" y="28042"/>
                  <a:pt x="184616" y="29605"/>
                  <a:pt x="184624" y="31530"/>
                </a:cubicBezTo>
                <a:cubicBezTo>
                  <a:pt x="184633" y="33543"/>
                  <a:pt x="184986" y="34470"/>
                  <a:pt x="185454" y="33728"/>
                </a:cubicBezTo>
                <a:cubicBezTo>
                  <a:pt x="186858" y="31530"/>
                  <a:pt x="195670" y="28086"/>
                  <a:pt x="199979" y="28060"/>
                </a:cubicBezTo>
                <a:cubicBezTo>
                  <a:pt x="203599" y="28042"/>
                  <a:pt x="204032" y="28316"/>
                  <a:pt x="203731" y="30417"/>
                </a:cubicBezTo>
                <a:cubicBezTo>
                  <a:pt x="203237" y="33861"/>
                  <a:pt x="194160" y="39167"/>
                  <a:pt x="188536" y="39300"/>
                </a:cubicBezTo>
                <a:lnTo>
                  <a:pt x="184068" y="39415"/>
                </a:lnTo>
                <a:lnTo>
                  <a:pt x="183733" y="44730"/>
                </a:lnTo>
                <a:lnTo>
                  <a:pt x="183397" y="50036"/>
                </a:lnTo>
                <a:lnTo>
                  <a:pt x="186417" y="47176"/>
                </a:lnTo>
                <a:cubicBezTo>
                  <a:pt x="191803" y="42055"/>
                  <a:pt x="201780" y="39370"/>
                  <a:pt x="201780" y="43026"/>
                </a:cubicBezTo>
                <a:cubicBezTo>
                  <a:pt x="201780" y="46814"/>
                  <a:pt x="188412" y="57100"/>
                  <a:pt x="185684" y="55414"/>
                </a:cubicBezTo>
                <a:cubicBezTo>
                  <a:pt x="184483" y="54672"/>
                  <a:pt x="182973" y="57497"/>
                  <a:pt x="182099" y="62115"/>
                </a:cubicBezTo>
                <a:cubicBezTo>
                  <a:pt x="181419" y="65700"/>
                  <a:pt x="182196" y="66512"/>
                  <a:pt x="184298" y="64411"/>
                </a:cubicBezTo>
                <a:cubicBezTo>
                  <a:pt x="186593" y="62115"/>
                  <a:pt x="188094" y="64614"/>
                  <a:pt x="187582" y="69885"/>
                </a:cubicBezTo>
                <a:cubicBezTo>
                  <a:pt x="187070" y="75236"/>
                  <a:pt x="189057" y="80277"/>
                  <a:pt x="190346" y="76904"/>
                </a:cubicBezTo>
                <a:cubicBezTo>
                  <a:pt x="191132" y="74856"/>
                  <a:pt x="193869" y="74768"/>
                  <a:pt x="195017" y="76746"/>
                </a:cubicBezTo>
                <a:cubicBezTo>
                  <a:pt x="195493" y="77567"/>
                  <a:pt x="197975" y="78582"/>
                  <a:pt x="200535" y="79006"/>
                </a:cubicBezTo>
                <a:cubicBezTo>
                  <a:pt x="205029" y="79748"/>
                  <a:pt x="205153" y="79703"/>
                  <a:pt x="203987" y="77523"/>
                </a:cubicBezTo>
                <a:cubicBezTo>
                  <a:pt x="203281" y="76207"/>
                  <a:pt x="201718" y="75262"/>
                  <a:pt x="200253" y="75262"/>
                </a:cubicBezTo>
                <a:cubicBezTo>
                  <a:pt x="198690" y="75262"/>
                  <a:pt x="196306" y="73682"/>
                  <a:pt x="193966" y="71086"/>
                </a:cubicBezTo>
                <a:cubicBezTo>
                  <a:pt x="184501" y="60614"/>
                  <a:pt x="190584" y="56720"/>
                  <a:pt x="200659" y="66804"/>
                </a:cubicBezTo>
                <a:lnTo>
                  <a:pt x="204067" y="70203"/>
                </a:lnTo>
                <a:lnTo>
                  <a:pt x="203387" y="63881"/>
                </a:lnTo>
                <a:cubicBezTo>
                  <a:pt x="202822" y="58539"/>
                  <a:pt x="203104" y="56800"/>
                  <a:pt x="205197" y="52721"/>
                </a:cubicBezTo>
                <a:cubicBezTo>
                  <a:pt x="206566" y="50072"/>
                  <a:pt x="208411" y="47891"/>
                  <a:pt x="209294" y="47891"/>
                </a:cubicBezTo>
                <a:cubicBezTo>
                  <a:pt x="211713" y="47891"/>
                  <a:pt x="211563" y="61426"/>
                  <a:pt x="209109" y="64155"/>
                </a:cubicBezTo>
                <a:cubicBezTo>
                  <a:pt x="206919" y="66583"/>
                  <a:pt x="205586" y="71466"/>
                  <a:pt x="206654" y="73187"/>
                </a:cubicBezTo>
                <a:cubicBezTo>
                  <a:pt x="207113" y="73938"/>
                  <a:pt x="208137" y="72331"/>
                  <a:pt x="209170" y="69223"/>
                </a:cubicBezTo>
                <a:cubicBezTo>
                  <a:pt x="210477" y="65285"/>
                  <a:pt x="211431" y="63996"/>
                  <a:pt x="213046" y="63996"/>
                </a:cubicBezTo>
                <a:cubicBezTo>
                  <a:pt x="214998" y="63996"/>
                  <a:pt x="215192" y="64711"/>
                  <a:pt x="215192" y="71863"/>
                </a:cubicBezTo>
                <a:cubicBezTo>
                  <a:pt x="215192" y="78079"/>
                  <a:pt x="214804" y="80012"/>
                  <a:pt x="213347" y="81081"/>
                </a:cubicBezTo>
                <a:cubicBezTo>
                  <a:pt x="211757" y="82246"/>
                  <a:pt x="211696" y="82723"/>
                  <a:pt x="212940" y="84418"/>
                </a:cubicBezTo>
                <a:cubicBezTo>
                  <a:pt x="214309" y="86290"/>
                  <a:pt x="214486" y="86228"/>
                  <a:pt x="215987" y="83253"/>
                </a:cubicBezTo>
                <a:cubicBezTo>
                  <a:pt x="216870" y="81513"/>
                  <a:pt x="218424" y="77549"/>
                  <a:pt x="219439" y="74441"/>
                </a:cubicBezTo>
                <a:cubicBezTo>
                  <a:pt x="221267" y="68852"/>
                  <a:pt x="221258" y="68764"/>
                  <a:pt x="218962" y="66901"/>
                </a:cubicBezTo>
                <a:cubicBezTo>
                  <a:pt x="217205" y="65479"/>
                  <a:pt x="216499" y="63431"/>
                  <a:pt x="216048" y="58416"/>
                </a:cubicBezTo>
                <a:cubicBezTo>
                  <a:pt x="215713" y="54769"/>
                  <a:pt x="215748" y="51017"/>
                  <a:pt x="216110" y="50072"/>
                </a:cubicBezTo>
                <a:cubicBezTo>
                  <a:pt x="217267" y="47052"/>
                  <a:pt x="220772" y="50098"/>
                  <a:pt x="222988" y="56058"/>
                </a:cubicBezTo>
                <a:lnTo>
                  <a:pt x="225037" y="61541"/>
                </a:lnTo>
                <a:lnTo>
                  <a:pt x="226467" y="58080"/>
                </a:lnTo>
                <a:cubicBezTo>
                  <a:pt x="227615" y="55308"/>
                  <a:pt x="227633" y="54204"/>
                  <a:pt x="226573" y="52491"/>
                </a:cubicBezTo>
                <a:cubicBezTo>
                  <a:pt x="224180" y="48677"/>
                  <a:pt x="227536" y="37313"/>
                  <a:pt x="230502" y="39150"/>
                </a:cubicBezTo>
                <a:cubicBezTo>
                  <a:pt x="232224" y="40209"/>
                  <a:pt x="233160" y="47617"/>
                  <a:pt x="231977" y="50734"/>
                </a:cubicBezTo>
                <a:lnTo>
                  <a:pt x="230935" y="53480"/>
                </a:lnTo>
                <a:lnTo>
                  <a:pt x="234829" y="51493"/>
                </a:lnTo>
                <a:cubicBezTo>
                  <a:pt x="244029" y="46805"/>
                  <a:pt x="248629" y="51114"/>
                  <a:pt x="240462" y="56756"/>
                </a:cubicBezTo>
                <a:cubicBezTo>
                  <a:pt x="237619" y="58725"/>
                  <a:pt x="236189" y="60526"/>
                  <a:pt x="236162" y="62186"/>
                </a:cubicBezTo>
                <a:cubicBezTo>
                  <a:pt x="236144" y="63554"/>
                  <a:pt x="235659" y="65541"/>
                  <a:pt x="235094" y="66601"/>
                </a:cubicBezTo>
                <a:cubicBezTo>
                  <a:pt x="234114" y="68437"/>
                  <a:pt x="234290" y="68446"/>
                  <a:pt x="238776" y="66839"/>
                </a:cubicBezTo>
                <a:cubicBezTo>
                  <a:pt x="242872" y="65364"/>
                  <a:pt x="243473" y="64746"/>
                  <a:pt x="243393" y="62106"/>
                </a:cubicBezTo>
                <a:cubicBezTo>
                  <a:pt x="243261" y="57338"/>
                  <a:pt x="245468" y="55917"/>
                  <a:pt x="247958" y="59166"/>
                </a:cubicBezTo>
                <a:cubicBezTo>
                  <a:pt x="250404" y="62354"/>
                  <a:pt x="252196" y="69770"/>
                  <a:pt x="251066" y="72066"/>
                </a:cubicBezTo>
                <a:cubicBezTo>
                  <a:pt x="250634" y="72958"/>
                  <a:pt x="250934" y="74891"/>
                  <a:pt x="251746" y="76357"/>
                </a:cubicBezTo>
                <a:cubicBezTo>
                  <a:pt x="253168" y="78918"/>
                  <a:pt x="253221" y="78820"/>
                  <a:pt x="253256" y="73841"/>
                </a:cubicBezTo>
                <a:cubicBezTo>
                  <a:pt x="253291" y="69629"/>
                  <a:pt x="253627" y="68728"/>
                  <a:pt x="255066" y="69011"/>
                </a:cubicBezTo>
                <a:cubicBezTo>
                  <a:pt x="258200" y="69629"/>
                  <a:pt x="261247" y="74997"/>
                  <a:pt x="261458" y="80277"/>
                </a:cubicBezTo>
                <a:cubicBezTo>
                  <a:pt x="261582" y="83315"/>
                  <a:pt x="262262" y="85584"/>
                  <a:pt x="263198" y="86114"/>
                </a:cubicBezTo>
                <a:cubicBezTo>
                  <a:pt x="265140" y="87200"/>
                  <a:pt x="265255" y="85478"/>
                  <a:pt x="263834" y="76666"/>
                </a:cubicBezTo>
                <a:cubicBezTo>
                  <a:pt x="262951" y="71218"/>
                  <a:pt x="262359" y="69965"/>
                  <a:pt x="260549" y="69691"/>
                </a:cubicBezTo>
                <a:cubicBezTo>
                  <a:pt x="255684" y="68967"/>
                  <a:pt x="249177" y="56535"/>
                  <a:pt x="252956" y="55193"/>
                </a:cubicBezTo>
                <a:cubicBezTo>
                  <a:pt x="253653" y="54946"/>
                  <a:pt x="256187" y="56517"/>
                  <a:pt x="258589" y="58689"/>
                </a:cubicBezTo>
                <a:cubicBezTo>
                  <a:pt x="262889" y="62565"/>
                  <a:pt x="262959" y="62592"/>
                  <a:pt x="262959" y="59987"/>
                </a:cubicBezTo>
                <a:cubicBezTo>
                  <a:pt x="262959" y="58522"/>
                  <a:pt x="261768" y="56049"/>
                  <a:pt x="260319" y="54487"/>
                </a:cubicBezTo>
                <a:cubicBezTo>
                  <a:pt x="257644" y="51599"/>
                  <a:pt x="255746" y="45180"/>
                  <a:pt x="256982" y="43185"/>
                </a:cubicBezTo>
                <a:cubicBezTo>
                  <a:pt x="258165" y="41260"/>
                  <a:pt x="260832" y="43194"/>
                  <a:pt x="263092" y="47617"/>
                </a:cubicBezTo>
                <a:lnTo>
                  <a:pt x="265273" y="51908"/>
                </a:lnTo>
                <a:lnTo>
                  <a:pt x="268734" y="48562"/>
                </a:lnTo>
                <a:cubicBezTo>
                  <a:pt x="274526" y="42938"/>
                  <a:pt x="277131" y="44615"/>
                  <a:pt x="273952" y="51908"/>
                </a:cubicBezTo>
                <a:cubicBezTo>
                  <a:pt x="272389" y="55493"/>
                  <a:pt x="272177" y="57250"/>
                  <a:pt x="272990" y="60014"/>
                </a:cubicBezTo>
                <a:lnTo>
                  <a:pt x="274023" y="63537"/>
                </a:lnTo>
                <a:lnTo>
                  <a:pt x="276813" y="60888"/>
                </a:lnTo>
                <a:cubicBezTo>
                  <a:pt x="280203" y="57665"/>
                  <a:pt x="285492" y="56067"/>
                  <a:pt x="285492" y="58274"/>
                </a:cubicBezTo>
                <a:cubicBezTo>
                  <a:pt x="285492" y="59087"/>
                  <a:pt x="284742" y="60835"/>
                  <a:pt x="283824" y="62150"/>
                </a:cubicBezTo>
                <a:cubicBezTo>
                  <a:pt x="282905" y="63457"/>
                  <a:pt x="282402" y="64941"/>
                  <a:pt x="282711" y="65435"/>
                </a:cubicBezTo>
                <a:cubicBezTo>
                  <a:pt x="283011" y="65929"/>
                  <a:pt x="283382" y="69426"/>
                  <a:pt x="283523" y="73214"/>
                </a:cubicBezTo>
                <a:lnTo>
                  <a:pt x="283779" y="80092"/>
                </a:lnTo>
                <a:lnTo>
                  <a:pt x="288123" y="80348"/>
                </a:lnTo>
                <a:cubicBezTo>
                  <a:pt x="297518" y="80904"/>
                  <a:pt x="301624" y="85301"/>
                  <a:pt x="294622" y="87297"/>
                </a:cubicBezTo>
                <a:cubicBezTo>
                  <a:pt x="290852" y="88374"/>
                  <a:pt x="283567" y="87517"/>
                  <a:pt x="281422" y="85734"/>
                </a:cubicBezTo>
                <a:cubicBezTo>
                  <a:pt x="280248" y="84754"/>
                  <a:pt x="279497" y="85045"/>
                  <a:pt x="277908" y="87120"/>
                </a:cubicBezTo>
                <a:cubicBezTo>
                  <a:pt x="276795" y="88568"/>
                  <a:pt x="275877" y="89999"/>
                  <a:pt x="275859" y="90290"/>
                </a:cubicBezTo>
                <a:cubicBezTo>
                  <a:pt x="275842" y="90581"/>
                  <a:pt x="278614" y="90696"/>
                  <a:pt x="282005" y="90528"/>
                </a:cubicBezTo>
                <a:cubicBezTo>
                  <a:pt x="285404" y="90361"/>
                  <a:pt x="288856" y="90678"/>
                  <a:pt x="289677" y="91226"/>
                </a:cubicBezTo>
                <a:cubicBezTo>
                  <a:pt x="292203" y="92903"/>
                  <a:pt x="290110" y="95579"/>
                  <a:pt x="285263" y="96877"/>
                </a:cubicBezTo>
                <a:lnTo>
                  <a:pt x="280663" y="98104"/>
                </a:lnTo>
                <a:lnTo>
                  <a:pt x="280663" y="103861"/>
                </a:lnTo>
                <a:cubicBezTo>
                  <a:pt x="280663" y="107022"/>
                  <a:pt x="280813" y="109609"/>
                  <a:pt x="280998" y="109609"/>
                </a:cubicBezTo>
                <a:cubicBezTo>
                  <a:pt x="281175" y="109609"/>
                  <a:pt x="282711" y="108099"/>
                  <a:pt x="284397" y="106245"/>
                </a:cubicBezTo>
                <a:cubicBezTo>
                  <a:pt x="287700" y="102625"/>
                  <a:pt x="296979" y="99375"/>
                  <a:pt x="298887" y="101168"/>
                </a:cubicBezTo>
                <a:cubicBezTo>
                  <a:pt x="301438" y="103569"/>
                  <a:pt x="292724" y="110677"/>
                  <a:pt x="287214" y="110686"/>
                </a:cubicBezTo>
                <a:cubicBezTo>
                  <a:pt x="285254" y="110695"/>
                  <a:pt x="282561" y="111790"/>
                  <a:pt x="280663" y="113361"/>
                </a:cubicBezTo>
                <a:lnTo>
                  <a:pt x="277449" y="116028"/>
                </a:lnTo>
                <a:lnTo>
                  <a:pt x="281440" y="114430"/>
                </a:lnTo>
                <a:cubicBezTo>
                  <a:pt x="286905" y="112240"/>
                  <a:pt x="291126" y="112311"/>
                  <a:pt x="290675" y="114589"/>
                </a:cubicBezTo>
                <a:cubicBezTo>
                  <a:pt x="290110" y="117467"/>
                  <a:pt x="282764" y="122703"/>
                  <a:pt x="278870" y="123003"/>
                </a:cubicBezTo>
                <a:cubicBezTo>
                  <a:pt x="276486" y="123188"/>
                  <a:pt x="275179" y="123904"/>
                  <a:pt x="274932" y="125140"/>
                </a:cubicBezTo>
                <a:cubicBezTo>
                  <a:pt x="274623" y="126720"/>
                  <a:pt x="275100" y="126879"/>
                  <a:pt x="278111" y="126217"/>
                </a:cubicBezTo>
                <a:cubicBezTo>
                  <a:pt x="280062" y="125793"/>
                  <a:pt x="283726" y="124548"/>
                  <a:pt x="286260" y="123462"/>
                </a:cubicBezTo>
                <a:cubicBezTo>
                  <a:pt x="289775" y="121961"/>
                  <a:pt x="290861" y="120910"/>
                  <a:pt x="290861" y="119030"/>
                </a:cubicBezTo>
                <a:cubicBezTo>
                  <a:pt x="290861" y="114642"/>
                  <a:pt x="300564" y="106006"/>
                  <a:pt x="302886" y="108328"/>
                </a:cubicBezTo>
                <a:cubicBezTo>
                  <a:pt x="303743" y="109185"/>
                  <a:pt x="303337" y="110986"/>
                  <a:pt x="301377" y="114951"/>
                </a:cubicBezTo>
                <a:cubicBezTo>
                  <a:pt x="298790" y="120178"/>
                  <a:pt x="298763" y="120363"/>
                  <a:pt x="300873" y="119692"/>
                </a:cubicBezTo>
                <a:cubicBezTo>
                  <a:pt x="302083" y="119312"/>
                  <a:pt x="304573" y="117405"/>
                  <a:pt x="306418" y="115454"/>
                </a:cubicBezTo>
                <a:cubicBezTo>
                  <a:pt x="309632" y="112046"/>
                  <a:pt x="314930" y="109706"/>
                  <a:pt x="316307" y="111083"/>
                </a:cubicBezTo>
                <a:cubicBezTo>
                  <a:pt x="317526" y="112302"/>
                  <a:pt x="314541" y="117140"/>
                  <a:pt x="311804" y="118385"/>
                </a:cubicBezTo>
                <a:cubicBezTo>
                  <a:pt x="308608" y="119842"/>
                  <a:pt x="308361" y="121034"/>
                  <a:pt x="311089" y="121899"/>
                </a:cubicBezTo>
                <a:cubicBezTo>
                  <a:pt x="312175" y="122244"/>
                  <a:pt x="314215" y="123753"/>
                  <a:pt x="315618" y="125246"/>
                </a:cubicBezTo>
                <a:cubicBezTo>
                  <a:pt x="317729" y="127488"/>
                  <a:pt x="317905" y="128133"/>
                  <a:pt x="316643" y="128919"/>
                </a:cubicBezTo>
                <a:cubicBezTo>
                  <a:pt x="315018" y="129916"/>
                  <a:pt x="309826" y="129263"/>
                  <a:pt x="306692" y="127665"/>
                </a:cubicBezTo>
                <a:cubicBezTo>
                  <a:pt x="305482" y="127047"/>
                  <a:pt x="304820" y="127109"/>
                  <a:pt x="304820" y="127842"/>
                </a:cubicBezTo>
                <a:cubicBezTo>
                  <a:pt x="304820" y="128468"/>
                  <a:pt x="303637" y="129431"/>
                  <a:pt x="302207" y="129978"/>
                </a:cubicBezTo>
                <a:lnTo>
                  <a:pt x="299593" y="130967"/>
                </a:lnTo>
                <a:lnTo>
                  <a:pt x="303981" y="135355"/>
                </a:lnTo>
                <a:cubicBezTo>
                  <a:pt x="308873" y="140247"/>
                  <a:pt x="308493" y="142852"/>
                  <a:pt x="303142" y="141068"/>
                </a:cubicBezTo>
                <a:cubicBezTo>
                  <a:pt x="300405" y="140159"/>
                  <a:pt x="292883" y="141854"/>
                  <a:pt x="289077" y="144247"/>
                </a:cubicBezTo>
                <a:cubicBezTo>
                  <a:pt x="288397" y="144679"/>
                  <a:pt x="287188" y="144785"/>
                  <a:pt x="286402" y="144476"/>
                </a:cubicBezTo>
                <a:cubicBezTo>
                  <a:pt x="285272" y="144044"/>
                  <a:pt x="285024" y="145386"/>
                  <a:pt x="285254" y="150648"/>
                </a:cubicBezTo>
                <a:cubicBezTo>
                  <a:pt x="285572" y="157676"/>
                  <a:pt x="284495" y="160890"/>
                  <a:pt x="282287" y="159522"/>
                </a:cubicBezTo>
                <a:cubicBezTo>
                  <a:pt x="278976" y="157482"/>
                  <a:pt x="276477" y="145015"/>
                  <a:pt x="279056" y="143417"/>
                </a:cubicBezTo>
                <a:cubicBezTo>
                  <a:pt x="280989" y="142225"/>
                  <a:pt x="280186" y="141112"/>
                  <a:pt x="276583" y="140009"/>
                </a:cubicBezTo>
                <a:lnTo>
                  <a:pt x="273034" y="138914"/>
                </a:lnTo>
                <a:lnTo>
                  <a:pt x="274553" y="144882"/>
                </a:lnTo>
                <a:cubicBezTo>
                  <a:pt x="275683" y="149332"/>
                  <a:pt x="275771" y="151328"/>
                  <a:pt x="274879" y="152749"/>
                </a:cubicBezTo>
                <a:cubicBezTo>
                  <a:pt x="274226" y="153800"/>
                  <a:pt x="273687" y="156007"/>
                  <a:pt x="273687" y="157667"/>
                </a:cubicBezTo>
                <a:cubicBezTo>
                  <a:pt x="273687" y="159318"/>
                  <a:pt x="272796" y="162426"/>
                  <a:pt x="271701" y="164572"/>
                </a:cubicBezTo>
                <a:lnTo>
                  <a:pt x="269714" y="168466"/>
                </a:lnTo>
                <a:lnTo>
                  <a:pt x="272310" y="167477"/>
                </a:lnTo>
                <a:cubicBezTo>
                  <a:pt x="275842" y="166135"/>
                  <a:pt x="283064" y="166232"/>
                  <a:pt x="283929" y="167636"/>
                </a:cubicBezTo>
                <a:cubicBezTo>
                  <a:pt x="285007" y="169375"/>
                  <a:pt x="281307" y="172819"/>
                  <a:pt x="276954" y="174117"/>
                </a:cubicBezTo>
                <a:cubicBezTo>
                  <a:pt x="274261" y="174929"/>
                  <a:pt x="273007" y="175953"/>
                  <a:pt x="272893" y="177454"/>
                </a:cubicBezTo>
                <a:cubicBezTo>
                  <a:pt x="272804" y="178637"/>
                  <a:pt x="272001" y="180430"/>
                  <a:pt x="271100" y="181419"/>
                </a:cubicBezTo>
                <a:cubicBezTo>
                  <a:pt x="269582" y="183087"/>
                  <a:pt x="269908" y="183237"/>
                  <a:pt x="275480" y="183370"/>
                </a:cubicBezTo>
                <a:cubicBezTo>
                  <a:pt x="284733" y="183582"/>
                  <a:pt x="287691" y="187979"/>
                  <a:pt x="279603" y="189498"/>
                </a:cubicBezTo>
                <a:cubicBezTo>
                  <a:pt x="277396" y="189913"/>
                  <a:pt x="275833" y="190831"/>
                  <a:pt x="275833" y="191731"/>
                </a:cubicBezTo>
                <a:cubicBezTo>
                  <a:pt x="275833" y="192561"/>
                  <a:pt x="274385" y="194901"/>
                  <a:pt x="272619" y="196914"/>
                </a:cubicBezTo>
                <a:cubicBezTo>
                  <a:pt x="270844" y="198936"/>
                  <a:pt x="269396" y="201091"/>
                  <a:pt x="269396" y="201717"/>
                </a:cubicBezTo>
                <a:cubicBezTo>
                  <a:pt x="269396" y="202336"/>
                  <a:pt x="268504" y="203121"/>
                  <a:pt x="267410" y="203475"/>
                </a:cubicBezTo>
                <a:cubicBezTo>
                  <a:pt x="265679" y="204022"/>
                  <a:pt x="266006" y="204728"/>
                  <a:pt x="269997" y="209011"/>
                </a:cubicBezTo>
                <a:cubicBezTo>
                  <a:pt x="272513" y="211704"/>
                  <a:pt x="275374" y="214873"/>
                  <a:pt x="276363" y="216057"/>
                </a:cubicBezTo>
                <a:cubicBezTo>
                  <a:pt x="278764" y="218908"/>
                  <a:pt x="279735" y="217734"/>
                  <a:pt x="277555" y="214626"/>
                </a:cubicBezTo>
                <a:cubicBezTo>
                  <a:pt x="275338" y="211456"/>
                  <a:pt x="275153" y="200835"/>
                  <a:pt x="277316" y="200835"/>
                </a:cubicBezTo>
                <a:cubicBezTo>
                  <a:pt x="279577" y="200835"/>
                  <a:pt x="281184" y="203360"/>
                  <a:pt x="282199" y="208507"/>
                </a:cubicBezTo>
                <a:cubicBezTo>
                  <a:pt x="282702" y="211077"/>
                  <a:pt x="283170" y="212578"/>
                  <a:pt x="283232" y="211836"/>
                </a:cubicBezTo>
                <a:cubicBezTo>
                  <a:pt x="283294" y="211103"/>
                  <a:pt x="284062" y="210503"/>
                  <a:pt x="284936" y="210503"/>
                </a:cubicBezTo>
                <a:cubicBezTo>
                  <a:pt x="287223" y="210503"/>
                  <a:pt x="289792" y="216136"/>
                  <a:pt x="289792" y="221178"/>
                </a:cubicBezTo>
                <a:cubicBezTo>
                  <a:pt x="289792" y="223570"/>
                  <a:pt x="290269" y="225522"/>
                  <a:pt x="290861" y="225522"/>
                </a:cubicBezTo>
                <a:cubicBezTo>
                  <a:pt x="292070" y="225522"/>
                  <a:pt x="292229" y="221557"/>
                  <a:pt x="291258" y="215686"/>
                </a:cubicBezTo>
                <a:cubicBezTo>
                  <a:pt x="290843" y="213134"/>
                  <a:pt x="289925" y="211580"/>
                  <a:pt x="288644" y="211244"/>
                </a:cubicBezTo>
                <a:cubicBezTo>
                  <a:pt x="286155" y="210591"/>
                  <a:pt x="282146" y="204181"/>
                  <a:pt x="282526" y="201461"/>
                </a:cubicBezTo>
                <a:cubicBezTo>
                  <a:pt x="282985" y="198168"/>
                  <a:pt x="285236" y="198265"/>
                  <a:pt x="288715" y="201744"/>
                </a:cubicBezTo>
                <a:cubicBezTo>
                  <a:pt x="291408" y="204437"/>
                  <a:pt x="291938" y="204640"/>
                  <a:pt x="291938" y="202980"/>
                </a:cubicBezTo>
                <a:cubicBezTo>
                  <a:pt x="291938" y="201885"/>
                  <a:pt x="291152" y="200208"/>
                  <a:pt x="290190" y="199245"/>
                </a:cubicBezTo>
                <a:cubicBezTo>
                  <a:pt x="289227" y="198283"/>
                  <a:pt x="288194" y="195351"/>
                  <a:pt x="287903" y="192729"/>
                </a:cubicBezTo>
                <a:cubicBezTo>
                  <a:pt x="287461" y="188800"/>
                  <a:pt x="287673" y="187961"/>
                  <a:pt x="289130" y="187961"/>
                </a:cubicBezTo>
                <a:cubicBezTo>
                  <a:pt x="290101" y="187961"/>
                  <a:pt x="291691" y="189630"/>
                  <a:pt x="292662" y="191661"/>
                </a:cubicBezTo>
                <a:lnTo>
                  <a:pt x="294428" y="195369"/>
                </a:lnTo>
                <a:lnTo>
                  <a:pt x="297571" y="192729"/>
                </a:lnTo>
                <a:cubicBezTo>
                  <a:pt x="302374" y="188685"/>
                  <a:pt x="304317" y="191316"/>
                  <a:pt x="301120" y="197506"/>
                </a:cubicBezTo>
                <a:cubicBezTo>
                  <a:pt x="300264" y="199157"/>
                  <a:pt x="299823" y="201488"/>
                  <a:pt x="300132" y="202680"/>
                </a:cubicBezTo>
                <a:cubicBezTo>
                  <a:pt x="300697" y="204852"/>
                  <a:pt x="300706" y="204852"/>
                  <a:pt x="304829" y="202592"/>
                </a:cubicBezTo>
                <a:cubicBezTo>
                  <a:pt x="309659" y="199952"/>
                  <a:pt x="311107" y="200720"/>
                  <a:pt x="309094" y="204861"/>
                </a:cubicBezTo>
                <a:cubicBezTo>
                  <a:pt x="308308" y="206485"/>
                  <a:pt x="307716" y="208092"/>
                  <a:pt x="307787" y="208437"/>
                </a:cubicBezTo>
                <a:cubicBezTo>
                  <a:pt x="307857" y="208781"/>
                  <a:pt x="308025" y="211562"/>
                  <a:pt x="308166" y="214635"/>
                </a:cubicBezTo>
                <a:cubicBezTo>
                  <a:pt x="308396" y="219668"/>
                  <a:pt x="308687" y="220268"/>
                  <a:pt x="311177" y="220798"/>
                </a:cubicBezTo>
                <a:cubicBezTo>
                  <a:pt x="316016" y="221822"/>
                  <a:pt x="318771" y="223288"/>
                  <a:pt x="318771" y="224851"/>
                </a:cubicBezTo>
                <a:cubicBezTo>
                  <a:pt x="318771" y="227967"/>
                  <a:pt x="308979" y="228859"/>
                  <a:pt x="305853" y="226025"/>
                </a:cubicBezTo>
                <a:cubicBezTo>
                  <a:pt x="304202" y="224533"/>
                  <a:pt x="303884" y="224612"/>
                  <a:pt x="302383" y="226899"/>
                </a:cubicBezTo>
                <a:lnTo>
                  <a:pt x="300741" y="229407"/>
                </a:lnTo>
                <a:lnTo>
                  <a:pt x="306056" y="229495"/>
                </a:lnTo>
                <a:cubicBezTo>
                  <a:pt x="308979" y="229539"/>
                  <a:pt x="311663" y="229866"/>
                  <a:pt x="312016" y="230228"/>
                </a:cubicBezTo>
                <a:cubicBezTo>
                  <a:pt x="313729" y="231932"/>
                  <a:pt x="309676" y="240293"/>
                  <a:pt x="304979" y="244735"/>
                </a:cubicBezTo>
                <a:cubicBezTo>
                  <a:pt x="302233" y="247339"/>
                  <a:pt x="301279" y="248637"/>
                  <a:pt x="302851" y="247622"/>
                </a:cubicBezTo>
                <a:cubicBezTo>
                  <a:pt x="304423" y="246606"/>
                  <a:pt x="306551" y="245935"/>
                  <a:pt x="307566" y="246121"/>
                </a:cubicBezTo>
                <a:cubicBezTo>
                  <a:pt x="308829" y="246350"/>
                  <a:pt x="309791" y="245361"/>
                  <a:pt x="310603" y="243004"/>
                </a:cubicBezTo>
                <a:cubicBezTo>
                  <a:pt x="311257" y="241097"/>
                  <a:pt x="312590" y="238748"/>
                  <a:pt x="313561" y="237777"/>
                </a:cubicBezTo>
                <a:cubicBezTo>
                  <a:pt x="315212" y="236135"/>
                  <a:pt x="315433" y="236179"/>
                  <a:pt x="316625" y="238404"/>
                </a:cubicBezTo>
                <a:cubicBezTo>
                  <a:pt x="317323" y="239719"/>
                  <a:pt x="317702" y="242192"/>
                  <a:pt x="317446" y="243896"/>
                </a:cubicBezTo>
                <a:cubicBezTo>
                  <a:pt x="317014" y="246827"/>
                  <a:pt x="317093" y="246898"/>
                  <a:pt x="318956" y="245211"/>
                </a:cubicBezTo>
                <a:cubicBezTo>
                  <a:pt x="320033" y="244240"/>
                  <a:pt x="320916" y="242377"/>
                  <a:pt x="320916" y="241079"/>
                </a:cubicBezTo>
                <a:cubicBezTo>
                  <a:pt x="320916" y="238616"/>
                  <a:pt x="325349" y="233036"/>
                  <a:pt x="327300" y="233036"/>
                </a:cubicBezTo>
                <a:cubicBezTo>
                  <a:pt x="329013" y="233036"/>
                  <a:pt x="328642" y="238686"/>
                  <a:pt x="326761" y="241388"/>
                </a:cubicBezTo>
                <a:cubicBezTo>
                  <a:pt x="325101" y="243746"/>
                  <a:pt x="325137" y="243772"/>
                  <a:pt x="329975" y="243772"/>
                </a:cubicBezTo>
                <a:cubicBezTo>
                  <a:pt x="334037" y="243772"/>
                  <a:pt x="334867" y="244108"/>
                  <a:pt x="334867" y="245776"/>
                </a:cubicBezTo>
                <a:cubicBezTo>
                  <a:pt x="334867" y="247224"/>
                  <a:pt x="333586" y="248152"/>
                  <a:pt x="330311" y="249079"/>
                </a:cubicBezTo>
                <a:cubicBezTo>
                  <a:pt x="327794" y="249794"/>
                  <a:pt x="324881" y="251542"/>
                  <a:pt x="323812" y="252972"/>
                </a:cubicBezTo>
                <a:cubicBezTo>
                  <a:pt x="321887" y="255577"/>
                  <a:pt x="321887" y="255577"/>
                  <a:pt x="325040" y="255577"/>
                </a:cubicBezTo>
                <a:cubicBezTo>
                  <a:pt x="326770" y="255577"/>
                  <a:pt x="329331" y="256504"/>
                  <a:pt x="330726" y="257643"/>
                </a:cubicBezTo>
                <a:lnTo>
                  <a:pt x="333260" y="259700"/>
                </a:lnTo>
                <a:lnTo>
                  <a:pt x="330576" y="260707"/>
                </a:lnTo>
                <a:cubicBezTo>
                  <a:pt x="329101" y="261254"/>
                  <a:pt x="327353" y="261899"/>
                  <a:pt x="326691" y="262129"/>
                </a:cubicBezTo>
                <a:cubicBezTo>
                  <a:pt x="326028" y="262367"/>
                  <a:pt x="323344" y="264468"/>
                  <a:pt x="320722" y="266808"/>
                </a:cubicBezTo>
                <a:lnTo>
                  <a:pt x="315963" y="271064"/>
                </a:lnTo>
                <a:lnTo>
                  <a:pt x="318541" y="275691"/>
                </a:lnTo>
                <a:cubicBezTo>
                  <a:pt x="321181" y="280414"/>
                  <a:pt x="321119" y="283478"/>
                  <a:pt x="318373" y="283478"/>
                </a:cubicBezTo>
                <a:cubicBezTo>
                  <a:pt x="316228" y="283478"/>
                  <a:pt x="310180" y="276326"/>
                  <a:pt x="310180" y="273783"/>
                </a:cubicBezTo>
                <a:cubicBezTo>
                  <a:pt x="310180" y="272132"/>
                  <a:pt x="309447" y="271673"/>
                  <a:pt x="306763" y="271673"/>
                </a:cubicBezTo>
                <a:lnTo>
                  <a:pt x="303337" y="271673"/>
                </a:lnTo>
                <a:lnTo>
                  <a:pt x="306091" y="274631"/>
                </a:lnTo>
                <a:cubicBezTo>
                  <a:pt x="311398" y="280317"/>
                  <a:pt x="312043" y="283478"/>
                  <a:pt x="307893" y="283478"/>
                </a:cubicBezTo>
                <a:cubicBezTo>
                  <a:pt x="305473" y="283478"/>
                  <a:pt x="298375" y="277351"/>
                  <a:pt x="298375" y="275258"/>
                </a:cubicBezTo>
                <a:cubicBezTo>
                  <a:pt x="298375" y="274092"/>
                  <a:pt x="297271" y="273783"/>
                  <a:pt x="294022" y="274031"/>
                </a:cubicBezTo>
                <a:cubicBezTo>
                  <a:pt x="289801" y="274349"/>
                  <a:pt x="289589" y="274560"/>
                  <a:pt x="287135" y="280609"/>
                </a:cubicBezTo>
                <a:cubicBezTo>
                  <a:pt x="285139" y="285535"/>
                  <a:pt x="284945" y="286736"/>
                  <a:pt x="286216" y="286242"/>
                </a:cubicBezTo>
                <a:cubicBezTo>
                  <a:pt x="290092" y="284758"/>
                  <a:pt x="292821" y="284458"/>
                  <a:pt x="293439" y="285447"/>
                </a:cubicBezTo>
                <a:cubicBezTo>
                  <a:pt x="294596" y="287328"/>
                  <a:pt x="288724" y="293058"/>
                  <a:pt x="284468" y="294206"/>
                </a:cubicBezTo>
                <a:cubicBezTo>
                  <a:pt x="282217" y="294806"/>
                  <a:pt x="279753" y="296060"/>
                  <a:pt x="278985" y="296978"/>
                </a:cubicBezTo>
                <a:cubicBezTo>
                  <a:pt x="277819" y="298382"/>
                  <a:pt x="278243" y="298356"/>
                  <a:pt x="281554" y="296766"/>
                </a:cubicBezTo>
                <a:cubicBezTo>
                  <a:pt x="284389" y="295416"/>
                  <a:pt x="285845" y="295212"/>
                  <a:pt x="286675" y="296042"/>
                </a:cubicBezTo>
                <a:cubicBezTo>
                  <a:pt x="287505" y="296864"/>
                  <a:pt x="288856" y="296087"/>
                  <a:pt x="291426" y="293288"/>
                </a:cubicBezTo>
                <a:cubicBezTo>
                  <a:pt x="294251" y="290215"/>
                  <a:pt x="295302" y="289659"/>
                  <a:pt x="296335" y="290692"/>
                </a:cubicBezTo>
                <a:cubicBezTo>
                  <a:pt x="297386" y="291725"/>
                  <a:pt x="297306" y="292890"/>
                  <a:pt x="295982" y="296263"/>
                </a:cubicBezTo>
                <a:cubicBezTo>
                  <a:pt x="294357" y="300395"/>
                  <a:pt x="294366" y="300492"/>
                  <a:pt x="296335" y="299265"/>
                </a:cubicBezTo>
                <a:cubicBezTo>
                  <a:pt x="297456" y="298568"/>
                  <a:pt x="298375" y="297694"/>
                  <a:pt x="298375" y="297323"/>
                </a:cubicBezTo>
                <a:cubicBezTo>
                  <a:pt x="298375" y="295795"/>
                  <a:pt x="304184" y="290992"/>
                  <a:pt x="306039" y="290992"/>
                </a:cubicBezTo>
                <a:cubicBezTo>
                  <a:pt x="308643" y="290992"/>
                  <a:pt x="308573" y="293244"/>
                  <a:pt x="305853" y="296696"/>
                </a:cubicBezTo>
                <a:cubicBezTo>
                  <a:pt x="303760" y="299362"/>
                  <a:pt x="303752" y="299512"/>
                  <a:pt x="305641" y="300528"/>
                </a:cubicBezTo>
                <a:cubicBezTo>
                  <a:pt x="307186" y="301349"/>
                  <a:pt x="307928" y="301084"/>
                  <a:pt x="309032" y="299301"/>
                </a:cubicBezTo>
                <a:cubicBezTo>
                  <a:pt x="310409" y="297102"/>
                  <a:pt x="310497" y="297093"/>
                  <a:pt x="311928" y="299044"/>
                </a:cubicBezTo>
                <a:cubicBezTo>
                  <a:pt x="312740" y="300157"/>
                  <a:pt x="313402" y="302170"/>
                  <a:pt x="313402" y="303530"/>
                </a:cubicBezTo>
                <a:cubicBezTo>
                  <a:pt x="313402" y="305967"/>
                  <a:pt x="313438" y="305967"/>
                  <a:pt x="317172" y="304192"/>
                </a:cubicBezTo>
                <a:cubicBezTo>
                  <a:pt x="322576" y="301614"/>
                  <a:pt x="324095" y="303556"/>
                  <a:pt x="320254" y="308121"/>
                </a:cubicBezTo>
                <a:cubicBezTo>
                  <a:pt x="318638" y="310046"/>
                  <a:pt x="317199" y="312712"/>
                  <a:pt x="317058" y="314063"/>
                </a:cubicBezTo>
                <a:cubicBezTo>
                  <a:pt x="316793" y="316491"/>
                  <a:pt x="316828" y="316500"/>
                  <a:pt x="321040" y="314849"/>
                </a:cubicBezTo>
                <a:cubicBezTo>
                  <a:pt x="324404" y="313525"/>
                  <a:pt x="325552" y="313454"/>
                  <a:pt x="326585" y="314505"/>
                </a:cubicBezTo>
                <a:cubicBezTo>
                  <a:pt x="327618" y="315547"/>
                  <a:pt x="327423" y="316218"/>
                  <a:pt x="325693" y="317639"/>
                </a:cubicBezTo>
                <a:cubicBezTo>
                  <a:pt x="324474" y="318628"/>
                  <a:pt x="322762" y="322045"/>
                  <a:pt x="321870" y="325241"/>
                </a:cubicBezTo>
                <a:lnTo>
                  <a:pt x="320254" y="331042"/>
                </a:lnTo>
                <a:lnTo>
                  <a:pt x="326099" y="334115"/>
                </a:lnTo>
                <a:lnTo>
                  <a:pt x="331944" y="337188"/>
                </a:lnTo>
                <a:lnTo>
                  <a:pt x="337260" y="334539"/>
                </a:lnTo>
                <a:lnTo>
                  <a:pt x="342575" y="331890"/>
                </a:lnTo>
                <a:lnTo>
                  <a:pt x="338902" y="330354"/>
                </a:lnTo>
                <a:cubicBezTo>
                  <a:pt x="335061" y="328747"/>
                  <a:pt x="330576" y="323952"/>
                  <a:pt x="330576" y="321436"/>
                </a:cubicBezTo>
                <a:cubicBezTo>
                  <a:pt x="330576" y="319538"/>
                  <a:pt x="332500" y="319591"/>
                  <a:pt x="336368" y="321613"/>
                </a:cubicBezTo>
                <a:cubicBezTo>
                  <a:pt x="340270" y="323643"/>
                  <a:pt x="341330" y="322813"/>
                  <a:pt x="338134" y="320226"/>
                </a:cubicBezTo>
                <a:cubicBezTo>
                  <a:pt x="336483" y="318884"/>
                  <a:pt x="335547" y="316695"/>
                  <a:pt x="335158" y="313225"/>
                </a:cubicBezTo>
                <a:cubicBezTo>
                  <a:pt x="334849" y="310443"/>
                  <a:pt x="334929" y="308165"/>
                  <a:pt x="335335" y="308165"/>
                </a:cubicBezTo>
                <a:cubicBezTo>
                  <a:pt x="337383" y="308165"/>
                  <a:pt x="340085" y="310576"/>
                  <a:pt x="341286" y="313481"/>
                </a:cubicBezTo>
                <a:cubicBezTo>
                  <a:pt x="342681" y="316845"/>
                  <a:pt x="344526" y="316959"/>
                  <a:pt x="344526" y="313684"/>
                </a:cubicBezTo>
                <a:cubicBezTo>
                  <a:pt x="344526" y="310911"/>
                  <a:pt x="351519" y="304519"/>
                  <a:pt x="353656" y="305340"/>
                </a:cubicBezTo>
                <a:cubicBezTo>
                  <a:pt x="355669" y="306108"/>
                  <a:pt x="355007" y="309631"/>
                  <a:pt x="352252" y="312765"/>
                </a:cubicBezTo>
                <a:cubicBezTo>
                  <a:pt x="350733" y="314496"/>
                  <a:pt x="350733" y="314832"/>
                  <a:pt x="352243" y="316341"/>
                </a:cubicBezTo>
                <a:cubicBezTo>
                  <a:pt x="353753" y="317851"/>
                  <a:pt x="353983" y="317657"/>
                  <a:pt x="354618" y="314275"/>
                </a:cubicBezTo>
                <a:cubicBezTo>
                  <a:pt x="355952" y="307159"/>
                  <a:pt x="360631" y="306285"/>
                  <a:pt x="360631" y="313154"/>
                </a:cubicBezTo>
                <a:cubicBezTo>
                  <a:pt x="360631" y="318054"/>
                  <a:pt x="362556" y="317427"/>
                  <a:pt x="364454" y="311900"/>
                </a:cubicBezTo>
                <a:cubicBezTo>
                  <a:pt x="365982" y="307477"/>
                  <a:pt x="368807" y="304572"/>
                  <a:pt x="370547" y="305649"/>
                </a:cubicBezTo>
                <a:cubicBezTo>
                  <a:pt x="371562" y="306267"/>
                  <a:pt x="371244" y="309234"/>
                  <a:pt x="369796" y="312659"/>
                </a:cubicBezTo>
                <a:cubicBezTo>
                  <a:pt x="369169" y="314143"/>
                  <a:pt x="369770" y="314531"/>
                  <a:pt x="373151" y="314805"/>
                </a:cubicBezTo>
                <a:cubicBezTo>
                  <a:pt x="378740" y="315264"/>
                  <a:pt x="378581" y="317904"/>
                  <a:pt x="372842" y="319891"/>
                </a:cubicBezTo>
                <a:cubicBezTo>
                  <a:pt x="370414" y="320730"/>
                  <a:pt x="367871" y="322301"/>
                  <a:pt x="367200" y="323378"/>
                </a:cubicBezTo>
                <a:cubicBezTo>
                  <a:pt x="366123" y="325100"/>
                  <a:pt x="366344" y="325339"/>
                  <a:pt x="369002" y="325339"/>
                </a:cubicBezTo>
                <a:cubicBezTo>
                  <a:pt x="372639" y="325339"/>
                  <a:pt x="376277" y="327758"/>
                  <a:pt x="375217" y="329471"/>
                </a:cubicBezTo>
                <a:cubicBezTo>
                  <a:pt x="374794" y="330151"/>
                  <a:pt x="373399" y="330716"/>
                  <a:pt x="372101" y="330733"/>
                </a:cubicBezTo>
                <a:cubicBezTo>
                  <a:pt x="370812" y="330751"/>
                  <a:pt x="367739" y="332614"/>
                  <a:pt x="365275" y="334866"/>
                </a:cubicBezTo>
                <a:lnTo>
                  <a:pt x="360799" y="338971"/>
                </a:lnTo>
                <a:lnTo>
                  <a:pt x="362856" y="342079"/>
                </a:lnTo>
                <a:cubicBezTo>
                  <a:pt x="365381" y="345911"/>
                  <a:pt x="365576" y="350026"/>
                  <a:pt x="363227" y="350026"/>
                </a:cubicBezTo>
                <a:cubicBezTo>
                  <a:pt x="360781" y="350026"/>
                  <a:pt x="355263" y="344136"/>
                  <a:pt x="355263" y="341523"/>
                </a:cubicBezTo>
                <a:cubicBezTo>
                  <a:pt x="355263" y="339836"/>
                  <a:pt x="354583" y="339289"/>
                  <a:pt x="352464" y="339289"/>
                </a:cubicBezTo>
                <a:lnTo>
                  <a:pt x="349674" y="339289"/>
                </a:lnTo>
                <a:lnTo>
                  <a:pt x="353002" y="343086"/>
                </a:lnTo>
                <a:cubicBezTo>
                  <a:pt x="354839" y="345169"/>
                  <a:pt x="356331" y="347359"/>
                  <a:pt x="356331" y="347951"/>
                </a:cubicBezTo>
                <a:cubicBezTo>
                  <a:pt x="356331" y="351315"/>
                  <a:pt x="348341" y="349001"/>
                  <a:pt x="345383" y="344781"/>
                </a:cubicBezTo>
                <a:cubicBezTo>
                  <a:pt x="343996" y="342803"/>
                  <a:pt x="343855" y="342821"/>
                  <a:pt x="340756" y="345311"/>
                </a:cubicBezTo>
                <a:cubicBezTo>
                  <a:pt x="337533" y="347880"/>
                  <a:pt x="337948" y="348339"/>
                  <a:pt x="343096" y="347933"/>
                </a:cubicBezTo>
                <a:cubicBezTo>
                  <a:pt x="346778" y="347642"/>
                  <a:pt x="354389" y="351968"/>
                  <a:pt x="353956" y="354105"/>
                </a:cubicBezTo>
                <a:cubicBezTo>
                  <a:pt x="353356" y="357063"/>
                  <a:pt x="345497" y="356356"/>
                  <a:pt x="340491" y="352886"/>
                </a:cubicBezTo>
                <a:cubicBezTo>
                  <a:pt x="338222" y="351315"/>
                  <a:pt x="335423" y="350035"/>
                  <a:pt x="334275" y="350043"/>
                </a:cubicBezTo>
                <a:cubicBezTo>
                  <a:pt x="332836" y="350052"/>
                  <a:pt x="333525" y="350820"/>
                  <a:pt x="336474" y="352489"/>
                </a:cubicBezTo>
                <a:cubicBezTo>
                  <a:pt x="341816" y="355518"/>
                  <a:pt x="342089" y="357946"/>
                  <a:pt x="337136" y="358422"/>
                </a:cubicBezTo>
                <a:cubicBezTo>
                  <a:pt x="332465" y="358873"/>
                  <a:pt x="329030" y="357990"/>
                  <a:pt x="326823" y="355782"/>
                </a:cubicBezTo>
                <a:cubicBezTo>
                  <a:pt x="325684" y="354635"/>
                  <a:pt x="324704" y="354396"/>
                  <a:pt x="324024" y="355076"/>
                </a:cubicBezTo>
                <a:cubicBezTo>
                  <a:pt x="322656" y="356436"/>
                  <a:pt x="324430" y="357893"/>
                  <a:pt x="330743" y="360603"/>
                </a:cubicBezTo>
                <a:cubicBezTo>
                  <a:pt x="335193" y="362511"/>
                  <a:pt x="335829" y="362555"/>
                  <a:pt x="337339" y="361054"/>
                </a:cubicBezTo>
                <a:cubicBezTo>
                  <a:pt x="339281" y="359111"/>
                  <a:pt x="348667" y="358052"/>
                  <a:pt x="350857" y="359526"/>
                </a:cubicBezTo>
                <a:cubicBezTo>
                  <a:pt x="353426" y="361266"/>
                  <a:pt x="351245" y="363914"/>
                  <a:pt x="346116" y="365283"/>
                </a:cubicBezTo>
                <a:cubicBezTo>
                  <a:pt x="342001" y="366387"/>
                  <a:pt x="341462" y="366802"/>
                  <a:pt x="342875" y="367843"/>
                </a:cubicBezTo>
                <a:cubicBezTo>
                  <a:pt x="343837" y="368541"/>
                  <a:pt x="346548" y="368850"/>
                  <a:pt x="349126" y="368568"/>
                </a:cubicBezTo>
                <a:cubicBezTo>
                  <a:pt x="352614" y="368170"/>
                  <a:pt x="354300" y="368550"/>
                  <a:pt x="356349" y="370219"/>
                </a:cubicBezTo>
                <a:cubicBezTo>
                  <a:pt x="359775" y="372991"/>
                  <a:pt x="358512" y="374174"/>
                  <a:pt x="352128" y="374174"/>
                </a:cubicBezTo>
                <a:lnTo>
                  <a:pt x="347025" y="374174"/>
                </a:lnTo>
                <a:lnTo>
                  <a:pt x="347970" y="378386"/>
                </a:lnTo>
                <a:cubicBezTo>
                  <a:pt x="348685" y="381564"/>
                  <a:pt x="348544" y="382959"/>
                  <a:pt x="347405" y="384107"/>
                </a:cubicBezTo>
                <a:cubicBezTo>
                  <a:pt x="345868" y="385635"/>
                  <a:pt x="344765" y="384743"/>
                  <a:pt x="340774" y="378686"/>
                </a:cubicBezTo>
                <a:cubicBezTo>
                  <a:pt x="340182" y="377794"/>
                  <a:pt x="338610" y="376744"/>
                  <a:pt x="337286" y="376346"/>
                </a:cubicBezTo>
                <a:cubicBezTo>
                  <a:pt x="335105" y="375711"/>
                  <a:pt x="334867" y="376011"/>
                  <a:pt x="334867" y="379384"/>
                </a:cubicBezTo>
                <a:cubicBezTo>
                  <a:pt x="334867" y="386209"/>
                  <a:pt x="332041" y="389052"/>
                  <a:pt x="329931" y="384355"/>
                </a:cubicBezTo>
                <a:cubicBezTo>
                  <a:pt x="329401" y="383171"/>
                  <a:pt x="326346" y="380629"/>
                  <a:pt x="323150" y="378713"/>
                </a:cubicBezTo>
                <a:lnTo>
                  <a:pt x="317331" y="375216"/>
                </a:lnTo>
                <a:lnTo>
                  <a:pt x="312846" y="379975"/>
                </a:lnTo>
                <a:cubicBezTo>
                  <a:pt x="309650" y="383348"/>
                  <a:pt x="307822" y="384522"/>
                  <a:pt x="306506" y="384019"/>
                </a:cubicBezTo>
                <a:cubicBezTo>
                  <a:pt x="305182" y="383507"/>
                  <a:pt x="304864" y="382633"/>
                  <a:pt x="305385" y="380885"/>
                </a:cubicBezTo>
                <a:cubicBezTo>
                  <a:pt x="306551" y="376920"/>
                  <a:pt x="311168" y="370422"/>
                  <a:pt x="312820" y="370422"/>
                </a:cubicBezTo>
                <a:cubicBezTo>
                  <a:pt x="315018" y="370422"/>
                  <a:pt x="315689" y="368832"/>
                  <a:pt x="314665" y="366069"/>
                </a:cubicBezTo>
                <a:cubicBezTo>
                  <a:pt x="313800" y="363738"/>
                  <a:pt x="313702" y="363773"/>
                  <a:pt x="311477" y="367376"/>
                </a:cubicBezTo>
                <a:cubicBezTo>
                  <a:pt x="308069" y="372894"/>
                  <a:pt x="305041" y="375366"/>
                  <a:pt x="303540" y="373865"/>
                </a:cubicBezTo>
                <a:cubicBezTo>
                  <a:pt x="301730" y="372055"/>
                  <a:pt x="304326" y="364303"/>
                  <a:pt x="307963" y="360665"/>
                </a:cubicBezTo>
                <a:cubicBezTo>
                  <a:pt x="310206" y="358422"/>
                  <a:pt x="310798" y="356957"/>
                  <a:pt x="310444" y="354538"/>
                </a:cubicBezTo>
                <a:cubicBezTo>
                  <a:pt x="309985" y="351421"/>
                  <a:pt x="309835" y="351350"/>
                  <a:pt x="303911" y="351421"/>
                </a:cubicBezTo>
                <a:cubicBezTo>
                  <a:pt x="300573" y="351456"/>
                  <a:pt x="293006" y="351332"/>
                  <a:pt x="287108" y="351147"/>
                </a:cubicBezTo>
                <a:cubicBezTo>
                  <a:pt x="281201" y="350953"/>
                  <a:pt x="275250" y="351253"/>
                  <a:pt x="273882" y="351809"/>
                </a:cubicBezTo>
                <a:cubicBezTo>
                  <a:pt x="272504" y="352365"/>
                  <a:pt x="270491" y="354829"/>
                  <a:pt x="269379" y="357319"/>
                </a:cubicBezTo>
                <a:cubicBezTo>
                  <a:pt x="267392" y="361742"/>
                  <a:pt x="267392" y="361831"/>
                  <a:pt x="269387" y="361831"/>
                </a:cubicBezTo>
                <a:cubicBezTo>
                  <a:pt x="270500" y="361831"/>
                  <a:pt x="271718" y="361345"/>
                  <a:pt x="272080" y="360762"/>
                </a:cubicBezTo>
                <a:cubicBezTo>
                  <a:pt x="272822" y="359561"/>
                  <a:pt x="281342" y="359491"/>
                  <a:pt x="285492" y="360647"/>
                </a:cubicBezTo>
                <a:cubicBezTo>
                  <a:pt x="289245" y="361689"/>
                  <a:pt x="289563" y="364789"/>
                  <a:pt x="286040" y="366122"/>
                </a:cubicBezTo>
                <a:cubicBezTo>
                  <a:pt x="282225" y="367570"/>
                  <a:pt x="273334" y="367490"/>
                  <a:pt x="271842" y="365989"/>
                </a:cubicBezTo>
                <a:cubicBezTo>
                  <a:pt x="271056" y="365203"/>
                  <a:pt x="269193" y="365071"/>
                  <a:pt x="266527" y="365610"/>
                </a:cubicBezTo>
                <a:lnTo>
                  <a:pt x="262421" y="366431"/>
                </a:lnTo>
                <a:lnTo>
                  <a:pt x="268319" y="367623"/>
                </a:lnTo>
                <a:cubicBezTo>
                  <a:pt x="275038" y="368974"/>
                  <a:pt x="276557" y="371402"/>
                  <a:pt x="271983" y="373486"/>
                </a:cubicBezTo>
                <a:cubicBezTo>
                  <a:pt x="267383" y="375587"/>
                  <a:pt x="259984" y="376249"/>
                  <a:pt x="258156" y="374739"/>
                </a:cubicBezTo>
                <a:cubicBezTo>
                  <a:pt x="256452" y="373318"/>
                  <a:pt x="253300" y="373936"/>
                  <a:pt x="253300" y="375675"/>
                </a:cubicBezTo>
                <a:cubicBezTo>
                  <a:pt x="253300" y="377053"/>
                  <a:pt x="255622" y="377653"/>
                  <a:pt x="264187" y="378518"/>
                </a:cubicBezTo>
                <a:cubicBezTo>
                  <a:pt x="270906" y="379189"/>
                  <a:pt x="271374" y="379092"/>
                  <a:pt x="272072" y="376876"/>
                </a:cubicBezTo>
                <a:cubicBezTo>
                  <a:pt x="272963" y="374068"/>
                  <a:pt x="280283" y="370475"/>
                  <a:pt x="285166" y="370439"/>
                </a:cubicBezTo>
                <a:cubicBezTo>
                  <a:pt x="291293" y="370404"/>
                  <a:pt x="290516" y="373335"/>
                  <a:pt x="283117" y="378245"/>
                </a:cubicBezTo>
                <a:lnTo>
                  <a:pt x="279126" y="380893"/>
                </a:lnTo>
                <a:lnTo>
                  <a:pt x="282376" y="381547"/>
                </a:lnTo>
                <a:cubicBezTo>
                  <a:pt x="284495" y="381971"/>
                  <a:pt x="286534" y="381591"/>
                  <a:pt x="288274" y="380452"/>
                </a:cubicBezTo>
                <a:cubicBezTo>
                  <a:pt x="292326" y="377803"/>
                  <a:pt x="301597" y="378271"/>
                  <a:pt x="301597" y="381123"/>
                </a:cubicBezTo>
                <a:cubicBezTo>
                  <a:pt x="301597" y="382624"/>
                  <a:pt x="292203" y="385767"/>
                  <a:pt x="289695" y="385114"/>
                </a:cubicBezTo>
                <a:lnTo>
                  <a:pt x="287399" y="384505"/>
                </a:lnTo>
                <a:lnTo>
                  <a:pt x="289598" y="386853"/>
                </a:lnTo>
                <a:cubicBezTo>
                  <a:pt x="295735" y="393414"/>
                  <a:pt x="295964" y="399912"/>
                  <a:pt x="289951" y="396795"/>
                </a:cubicBezTo>
                <a:cubicBezTo>
                  <a:pt x="288380" y="395983"/>
                  <a:pt x="286278" y="394411"/>
                  <a:pt x="285272" y="393299"/>
                </a:cubicBezTo>
                <a:cubicBezTo>
                  <a:pt x="283912" y="391798"/>
                  <a:pt x="282349" y="391383"/>
                  <a:pt x="279179" y="391692"/>
                </a:cubicBezTo>
                <a:lnTo>
                  <a:pt x="274923" y="392098"/>
                </a:lnTo>
                <a:lnTo>
                  <a:pt x="276990" y="395480"/>
                </a:lnTo>
                <a:cubicBezTo>
                  <a:pt x="279188" y="399082"/>
                  <a:pt x="279806" y="405837"/>
                  <a:pt x="277934" y="405837"/>
                </a:cubicBezTo>
                <a:cubicBezTo>
                  <a:pt x="277316" y="405837"/>
                  <a:pt x="275745" y="404706"/>
                  <a:pt x="274447" y="403320"/>
                </a:cubicBezTo>
                <a:cubicBezTo>
                  <a:pt x="272813" y="401590"/>
                  <a:pt x="270774" y="400760"/>
                  <a:pt x="267869" y="400663"/>
                </a:cubicBezTo>
                <a:lnTo>
                  <a:pt x="263657" y="400521"/>
                </a:lnTo>
                <a:lnTo>
                  <a:pt x="267206" y="404185"/>
                </a:lnTo>
                <a:cubicBezTo>
                  <a:pt x="270977" y="408070"/>
                  <a:pt x="271065" y="411205"/>
                  <a:pt x="267392" y="411205"/>
                </a:cubicBezTo>
                <a:cubicBezTo>
                  <a:pt x="266253" y="411205"/>
                  <a:pt x="262597" y="409775"/>
                  <a:pt x="259269" y="408017"/>
                </a:cubicBezTo>
                <a:cubicBezTo>
                  <a:pt x="255763" y="406181"/>
                  <a:pt x="253291" y="405386"/>
                  <a:pt x="253388" y="406146"/>
                </a:cubicBezTo>
                <a:cubicBezTo>
                  <a:pt x="253742" y="408945"/>
                  <a:pt x="253203" y="409907"/>
                  <a:pt x="250881" y="410684"/>
                </a:cubicBezTo>
                <a:cubicBezTo>
                  <a:pt x="249106" y="411276"/>
                  <a:pt x="250360" y="411682"/>
                  <a:pt x="255640" y="412229"/>
                </a:cubicBezTo>
                <a:cubicBezTo>
                  <a:pt x="262809" y="412971"/>
                  <a:pt x="266173" y="414542"/>
                  <a:pt x="266173" y="417129"/>
                </a:cubicBezTo>
                <a:cubicBezTo>
                  <a:pt x="266173" y="418789"/>
                  <a:pt x="256170" y="421368"/>
                  <a:pt x="253583" y="420379"/>
                </a:cubicBezTo>
                <a:cubicBezTo>
                  <a:pt x="252258" y="419867"/>
                  <a:pt x="252461" y="420440"/>
                  <a:pt x="254315" y="422409"/>
                </a:cubicBezTo>
                <a:cubicBezTo>
                  <a:pt x="256090" y="424308"/>
                  <a:pt x="258015" y="425155"/>
                  <a:pt x="260514" y="425155"/>
                </a:cubicBezTo>
                <a:cubicBezTo>
                  <a:pt x="264496" y="425155"/>
                  <a:pt x="269273" y="427257"/>
                  <a:pt x="271551" y="429994"/>
                </a:cubicBezTo>
                <a:cubicBezTo>
                  <a:pt x="274588" y="433649"/>
                  <a:pt x="267630" y="434365"/>
                  <a:pt x="260734" y="431115"/>
                </a:cubicBezTo>
                <a:lnTo>
                  <a:pt x="257980" y="429809"/>
                </a:lnTo>
                <a:lnTo>
                  <a:pt x="258368" y="435265"/>
                </a:lnTo>
                <a:cubicBezTo>
                  <a:pt x="259075" y="445207"/>
                  <a:pt x="254792" y="446302"/>
                  <a:pt x="251499" y="437022"/>
                </a:cubicBezTo>
                <a:cubicBezTo>
                  <a:pt x="250439" y="434038"/>
                  <a:pt x="248947" y="431592"/>
                  <a:pt x="248179" y="431592"/>
                </a:cubicBezTo>
                <a:cubicBezTo>
                  <a:pt x="247411" y="431592"/>
                  <a:pt x="245592" y="430815"/>
                  <a:pt x="244135" y="429862"/>
                </a:cubicBezTo>
                <a:lnTo>
                  <a:pt x="241495" y="428131"/>
                </a:lnTo>
                <a:lnTo>
                  <a:pt x="241495" y="432475"/>
                </a:lnTo>
                <a:cubicBezTo>
                  <a:pt x="241495" y="437914"/>
                  <a:pt x="239870" y="442329"/>
                  <a:pt x="237875" y="442329"/>
                </a:cubicBezTo>
                <a:cubicBezTo>
                  <a:pt x="236118" y="442329"/>
                  <a:pt x="235050" y="440060"/>
                  <a:pt x="235050" y="436333"/>
                </a:cubicBezTo>
                <a:cubicBezTo>
                  <a:pt x="235050" y="434550"/>
                  <a:pt x="234449" y="433746"/>
                  <a:pt x="233107" y="433746"/>
                </a:cubicBezTo>
                <a:cubicBezTo>
                  <a:pt x="232039" y="433746"/>
                  <a:pt x="229769" y="432290"/>
                  <a:pt x="228074" y="430524"/>
                </a:cubicBezTo>
                <a:cubicBezTo>
                  <a:pt x="226379" y="428749"/>
                  <a:pt x="224392" y="427301"/>
                  <a:pt x="223651" y="427301"/>
                </a:cubicBezTo>
                <a:cubicBezTo>
                  <a:pt x="222918" y="427301"/>
                  <a:pt x="222000" y="426321"/>
                  <a:pt x="221620" y="425111"/>
                </a:cubicBezTo>
                <a:cubicBezTo>
                  <a:pt x="220958" y="423019"/>
                  <a:pt x="220781" y="423072"/>
                  <a:pt x="217673" y="426109"/>
                </a:cubicBezTo>
                <a:cubicBezTo>
                  <a:pt x="215881" y="427857"/>
                  <a:pt x="213020" y="429870"/>
                  <a:pt x="211316" y="430577"/>
                </a:cubicBezTo>
                <a:cubicBezTo>
                  <a:pt x="207449" y="432175"/>
                  <a:pt x="207440" y="432563"/>
                  <a:pt x="210901" y="456058"/>
                </a:cubicBezTo>
                <a:cubicBezTo>
                  <a:pt x="213550" y="474026"/>
                  <a:pt x="215704" y="504929"/>
                  <a:pt x="215722" y="525167"/>
                </a:cubicBezTo>
                <a:cubicBezTo>
                  <a:pt x="215731" y="534137"/>
                  <a:pt x="215475" y="535638"/>
                  <a:pt x="213850" y="536142"/>
                </a:cubicBezTo>
                <a:cubicBezTo>
                  <a:pt x="210618" y="537130"/>
                  <a:pt x="191741" y="539991"/>
                  <a:pt x="188359" y="539991"/>
                </a:cubicBezTo>
                <a:lnTo>
                  <a:pt x="185145" y="540000"/>
                </a:lnTo>
                <a:lnTo>
                  <a:pt x="185525" y="488683"/>
                </a:lnTo>
                <a:close/>
                <a:moveTo>
                  <a:pt x="235676" y="421853"/>
                </a:moveTo>
                <a:cubicBezTo>
                  <a:pt x="234740" y="419513"/>
                  <a:pt x="233981" y="416467"/>
                  <a:pt x="233981" y="415081"/>
                </a:cubicBezTo>
                <a:cubicBezTo>
                  <a:pt x="233981" y="413439"/>
                  <a:pt x="231553" y="410057"/>
                  <a:pt x="226997" y="405342"/>
                </a:cubicBezTo>
                <a:cubicBezTo>
                  <a:pt x="222150" y="400318"/>
                  <a:pt x="220031" y="398720"/>
                  <a:pt x="220039" y="400097"/>
                </a:cubicBezTo>
                <a:cubicBezTo>
                  <a:pt x="220066" y="402729"/>
                  <a:pt x="221002" y="403876"/>
                  <a:pt x="224851" y="406013"/>
                </a:cubicBezTo>
                <a:cubicBezTo>
                  <a:pt x="228825" y="408212"/>
                  <a:pt x="232586" y="414092"/>
                  <a:pt x="231023" y="415664"/>
                </a:cubicBezTo>
                <a:cubicBezTo>
                  <a:pt x="230282" y="416397"/>
                  <a:pt x="228851" y="416194"/>
                  <a:pt x="226591" y="415028"/>
                </a:cubicBezTo>
                <a:cubicBezTo>
                  <a:pt x="224746" y="414074"/>
                  <a:pt x="223253" y="413668"/>
                  <a:pt x="223262" y="414127"/>
                </a:cubicBezTo>
                <a:cubicBezTo>
                  <a:pt x="223297" y="415814"/>
                  <a:pt x="224913" y="417403"/>
                  <a:pt x="226997" y="417800"/>
                </a:cubicBezTo>
                <a:cubicBezTo>
                  <a:pt x="228215" y="418021"/>
                  <a:pt x="230546" y="420582"/>
                  <a:pt x="232365" y="423699"/>
                </a:cubicBezTo>
                <a:cubicBezTo>
                  <a:pt x="234785" y="427822"/>
                  <a:pt x="235809" y="428811"/>
                  <a:pt x="236480" y="427645"/>
                </a:cubicBezTo>
                <a:cubicBezTo>
                  <a:pt x="237018" y="426718"/>
                  <a:pt x="236701" y="424396"/>
                  <a:pt x="235676" y="421853"/>
                </a:cubicBezTo>
                <a:close/>
                <a:moveTo>
                  <a:pt x="249018" y="422630"/>
                </a:moveTo>
                <a:lnTo>
                  <a:pt x="246634" y="420326"/>
                </a:lnTo>
                <a:lnTo>
                  <a:pt x="248523" y="424087"/>
                </a:lnTo>
                <a:cubicBezTo>
                  <a:pt x="249671" y="426347"/>
                  <a:pt x="250616" y="427266"/>
                  <a:pt x="250916" y="426383"/>
                </a:cubicBezTo>
                <a:cubicBezTo>
                  <a:pt x="251181" y="425588"/>
                  <a:pt x="250333" y="423893"/>
                  <a:pt x="249018" y="422630"/>
                </a:cubicBezTo>
                <a:close/>
                <a:moveTo>
                  <a:pt x="212075" y="420326"/>
                </a:moveTo>
                <a:cubicBezTo>
                  <a:pt x="214256" y="418851"/>
                  <a:pt x="216993" y="417642"/>
                  <a:pt x="218168" y="417642"/>
                </a:cubicBezTo>
                <a:cubicBezTo>
                  <a:pt x="220022" y="417642"/>
                  <a:pt x="220225" y="417129"/>
                  <a:pt x="219677" y="413757"/>
                </a:cubicBezTo>
                <a:cubicBezTo>
                  <a:pt x="219324" y="411611"/>
                  <a:pt x="218856" y="409677"/>
                  <a:pt x="218627" y="409448"/>
                </a:cubicBezTo>
                <a:cubicBezTo>
                  <a:pt x="217894" y="408715"/>
                  <a:pt x="207148" y="420043"/>
                  <a:pt x="207148" y="421553"/>
                </a:cubicBezTo>
                <a:cubicBezTo>
                  <a:pt x="207148" y="423522"/>
                  <a:pt x="207502" y="423425"/>
                  <a:pt x="212075" y="420326"/>
                </a:cubicBezTo>
                <a:close/>
                <a:moveTo>
                  <a:pt x="184580" y="414693"/>
                </a:moveTo>
                <a:cubicBezTo>
                  <a:pt x="184563" y="414251"/>
                  <a:pt x="183115" y="408335"/>
                  <a:pt x="181357" y="401545"/>
                </a:cubicBezTo>
                <a:cubicBezTo>
                  <a:pt x="179600" y="394756"/>
                  <a:pt x="177596" y="384955"/>
                  <a:pt x="176890" y="379763"/>
                </a:cubicBezTo>
                <a:cubicBezTo>
                  <a:pt x="175733" y="371172"/>
                  <a:pt x="175424" y="370351"/>
                  <a:pt x="173402" y="370642"/>
                </a:cubicBezTo>
                <a:cubicBezTo>
                  <a:pt x="171963" y="370846"/>
                  <a:pt x="171062" y="371896"/>
                  <a:pt x="170833" y="373636"/>
                </a:cubicBezTo>
                <a:cubicBezTo>
                  <a:pt x="170100" y="379172"/>
                  <a:pt x="157730" y="388840"/>
                  <a:pt x="155664" y="385494"/>
                </a:cubicBezTo>
                <a:cubicBezTo>
                  <a:pt x="154366" y="383401"/>
                  <a:pt x="155487" y="380620"/>
                  <a:pt x="159575" y="375852"/>
                </a:cubicBezTo>
                <a:cubicBezTo>
                  <a:pt x="162851" y="372029"/>
                  <a:pt x="163045" y="371490"/>
                  <a:pt x="161164" y="371490"/>
                </a:cubicBezTo>
                <a:cubicBezTo>
                  <a:pt x="157933" y="371490"/>
                  <a:pt x="155628" y="372629"/>
                  <a:pt x="155628" y="374218"/>
                </a:cubicBezTo>
                <a:cubicBezTo>
                  <a:pt x="155628" y="375004"/>
                  <a:pt x="153933" y="376258"/>
                  <a:pt x="151867" y="377008"/>
                </a:cubicBezTo>
                <a:cubicBezTo>
                  <a:pt x="148238" y="378315"/>
                  <a:pt x="148114" y="378545"/>
                  <a:pt x="148114" y="383913"/>
                </a:cubicBezTo>
                <a:cubicBezTo>
                  <a:pt x="148114" y="392336"/>
                  <a:pt x="149148" y="396477"/>
                  <a:pt x="150887" y="395029"/>
                </a:cubicBezTo>
                <a:cubicBezTo>
                  <a:pt x="152935" y="393334"/>
                  <a:pt x="154366" y="394632"/>
                  <a:pt x="155169" y="398879"/>
                </a:cubicBezTo>
                <a:cubicBezTo>
                  <a:pt x="155982" y="403223"/>
                  <a:pt x="158886" y="405289"/>
                  <a:pt x="172713" y="411346"/>
                </a:cubicBezTo>
                <a:cubicBezTo>
                  <a:pt x="182011" y="415425"/>
                  <a:pt x="184633" y="416158"/>
                  <a:pt x="184580" y="414693"/>
                </a:cubicBezTo>
                <a:close/>
                <a:moveTo>
                  <a:pt x="247102" y="413818"/>
                </a:moveTo>
                <a:cubicBezTo>
                  <a:pt x="248020" y="412900"/>
                  <a:pt x="243535" y="408512"/>
                  <a:pt x="239614" y="406499"/>
                </a:cubicBezTo>
                <a:cubicBezTo>
                  <a:pt x="237698" y="405519"/>
                  <a:pt x="236127" y="404000"/>
                  <a:pt x="236127" y="403126"/>
                </a:cubicBezTo>
                <a:cubicBezTo>
                  <a:pt x="236127" y="402155"/>
                  <a:pt x="235094" y="401545"/>
                  <a:pt x="233443" y="401545"/>
                </a:cubicBezTo>
                <a:cubicBezTo>
                  <a:pt x="228639" y="401545"/>
                  <a:pt x="230485" y="404080"/>
                  <a:pt x="240153" y="410781"/>
                </a:cubicBezTo>
                <a:cubicBezTo>
                  <a:pt x="245548" y="414516"/>
                  <a:pt x="246148" y="414772"/>
                  <a:pt x="247102" y="413818"/>
                </a:cubicBezTo>
                <a:close/>
                <a:moveTo>
                  <a:pt x="121282" y="412927"/>
                </a:moveTo>
                <a:cubicBezTo>
                  <a:pt x="121282" y="412697"/>
                  <a:pt x="120558" y="412229"/>
                  <a:pt x="119675" y="411885"/>
                </a:cubicBezTo>
                <a:cubicBezTo>
                  <a:pt x="118783" y="411549"/>
                  <a:pt x="118059" y="411735"/>
                  <a:pt x="118059" y="412309"/>
                </a:cubicBezTo>
                <a:cubicBezTo>
                  <a:pt x="118059" y="412882"/>
                  <a:pt x="118783" y="413350"/>
                  <a:pt x="119675" y="413350"/>
                </a:cubicBezTo>
                <a:cubicBezTo>
                  <a:pt x="120558" y="413350"/>
                  <a:pt x="121282" y="413156"/>
                  <a:pt x="121282" y="412927"/>
                </a:cubicBezTo>
                <a:close/>
                <a:moveTo>
                  <a:pt x="138720" y="412247"/>
                </a:moveTo>
                <a:cubicBezTo>
                  <a:pt x="137395" y="411708"/>
                  <a:pt x="136309" y="410410"/>
                  <a:pt x="136309" y="409360"/>
                </a:cubicBezTo>
                <a:cubicBezTo>
                  <a:pt x="136309" y="408150"/>
                  <a:pt x="134597" y="406658"/>
                  <a:pt x="131656" y="405289"/>
                </a:cubicBezTo>
                <a:cubicBezTo>
                  <a:pt x="128186" y="403682"/>
                  <a:pt x="127003" y="403497"/>
                  <a:pt x="127003" y="404556"/>
                </a:cubicBezTo>
                <a:cubicBezTo>
                  <a:pt x="127003" y="405333"/>
                  <a:pt x="128257" y="406614"/>
                  <a:pt x="129784" y="407399"/>
                </a:cubicBezTo>
                <a:cubicBezTo>
                  <a:pt x="131312" y="408194"/>
                  <a:pt x="133475" y="409854"/>
                  <a:pt x="134597" y="411090"/>
                </a:cubicBezTo>
                <a:cubicBezTo>
                  <a:pt x="135718" y="412335"/>
                  <a:pt x="137652" y="413315"/>
                  <a:pt x="138888" y="413280"/>
                </a:cubicBezTo>
                <a:cubicBezTo>
                  <a:pt x="141060" y="413218"/>
                  <a:pt x="141060" y="413183"/>
                  <a:pt x="138720" y="412247"/>
                </a:cubicBezTo>
                <a:close/>
                <a:moveTo>
                  <a:pt x="213241" y="403691"/>
                </a:moveTo>
                <a:cubicBezTo>
                  <a:pt x="215360" y="403691"/>
                  <a:pt x="216358" y="401042"/>
                  <a:pt x="215775" y="396981"/>
                </a:cubicBezTo>
                <a:lnTo>
                  <a:pt x="215192" y="392963"/>
                </a:lnTo>
                <a:lnTo>
                  <a:pt x="210362" y="396177"/>
                </a:lnTo>
                <a:cubicBezTo>
                  <a:pt x="207705" y="397943"/>
                  <a:pt x="205188" y="399515"/>
                  <a:pt x="204773" y="399665"/>
                </a:cubicBezTo>
                <a:cubicBezTo>
                  <a:pt x="204349" y="399815"/>
                  <a:pt x="204535" y="402013"/>
                  <a:pt x="205188" y="404556"/>
                </a:cubicBezTo>
                <a:lnTo>
                  <a:pt x="206363" y="409183"/>
                </a:lnTo>
                <a:lnTo>
                  <a:pt x="209232" y="406437"/>
                </a:lnTo>
                <a:cubicBezTo>
                  <a:pt x="210804" y="404927"/>
                  <a:pt x="212614" y="403691"/>
                  <a:pt x="213241" y="403691"/>
                </a:cubicBezTo>
                <a:close/>
                <a:moveTo>
                  <a:pt x="246325" y="399400"/>
                </a:moveTo>
                <a:cubicBezTo>
                  <a:pt x="245954" y="398808"/>
                  <a:pt x="245177" y="398323"/>
                  <a:pt x="244585" y="398323"/>
                </a:cubicBezTo>
                <a:cubicBezTo>
                  <a:pt x="243994" y="398323"/>
                  <a:pt x="243808" y="398808"/>
                  <a:pt x="244170" y="399400"/>
                </a:cubicBezTo>
                <a:cubicBezTo>
                  <a:pt x="244541" y="399991"/>
                  <a:pt x="245318" y="400468"/>
                  <a:pt x="245910" y="400468"/>
                </a:cubicBezTo>
                <a:cubicBezTo>
                  <a:pt x="246501" y="400468"/>
                  <a:pt x="246687" y="399991"/>
                  <a:pt x="246325" y="399400"/>
                </a:cubicBezTo>
                <a:close/>
                <a:moveTo>
                  <a:pt x="230988" y="395939"/>
                </a:moveTo>
                <a:cubicBezTo>
                  <a:pt x="230555" y="393387"/>
                  <a:pt x="233142" y="388734"/>
                  <a:pt x="237063" y="385008"/>
                </a:cubicBezTo>
                <a:cubicBezTo>
                  <a:pt x="240241" y="381988"/>
                  <a:pt x="240294" y="381803"/>
                  <a:pt x="238617" y="378977"/>
                </a:cubicBezTo>
                <a:lnTo>
                  <a:pt x="236895" y="376055"/>
                </a:lnTo>
                <a:lnTo>
                  <a:pt x="228498" y="383057"/>
                </a:lnTo>
                <a:lnTo>
                  <a:pt x="220092" y="390058"/>
                </a:lnTo>
                <a:lnTo>
                  <a:pt x="223412" y="394244"/>
                </a:lnTo>
                <a:cubicBezTo>
                  <a:pt x="225726" y="397166"/>
                  <a:pt x="227430" y="398340"/>
                  <a:pt x="229019" y="398111"/>
                </a:cubicBezTo>
                <a:cubicBezTo>
                  <a:pt x="230493" y="397899"/>
                  <a:pt x="231182" y="397131"/>
                  <a:pt x="230988" y="395939"/>
                </a:cubicBezTo>
                <a:close/>
                <a:moveTo>
                  <a:pt x="270058" y="394182"/>
                </a:moveTo>
                <a:cubicBezTo>
                  <a:pt x="269988" y="393087"/>
                  <a:pt x="268460" y="390950"/>
                  <a:pt x="266650" y="389431"/>
                </a:cubicBezTo>
                <a:cubicBezTo>
                  <a:pt x="263551" y="386827"/>
                  <a:pt x="263304" y="386783"/>
                  <a:pt x="262147" y="388637"/>
                </a:cubicBezTo>
                <a:cubicBezTo>
                  <a:pt x="261105" y="390314"/>
                  <a:pt x="261379" y="390782"/>
                  <a:pt x="264054" y="391895"/>
                </a:cubicBezTo>
                <a:cubicBezTo>
                  <a:pt x="265767" y="392610"/>
                  <a:pt x="267736" y="393864"/>
                  <a:pt x="268416" y="394685"/>
                </a:cubicBezTo>
                <a:cubicBezTo>
                  <a:pt x="270032" y="396627"/>
                  <a:pt x="270200" y="396575"/>
                  <a:pt x="270058" y="394182"/>
                </a:cubicBezTo>
                <a:close/>
                <a:moveTo>
                  <a:pt x="247349" y="388593"/>
                </a:moveTo>
                <a:cubicBezTo>
                  <a:pt x="246431" y="387101"/>
                  <a:pt x="245786" y="387383"/>
                  <a:pt x="245786" y="389264"/>
                </a:cubicBezTo>
                <a:cubicBezTo>
                  <a:pt x="245786" y="390182"/>
                  <a:pt x="246272" y="390632"/>
                  <a:pt x="246872" y="390261"/>
                </a:cubicBezTo>
                <a:cubicBezTo>
                  <a:pt x="247473" y="389891"/>
                  <a:pt x="247684" y="389140"/>
                  <a:pt x="247349" y="388593"/>
                </a:cubicBezTo>
                <a:close/>
                <a:moveTo>
                  <a:pt x="281201" y="385979"/>
                </a:moveTo>
                <a:cubicBezTo>
                  <a:pt x="281201" y="385096"/>
                  <a:pt x="280415" y="384372"/>
                  <a:pt x="279462" y="384372"/>
                </a:cubicBezTo>
                <a:cubicBezTo>
                  <a:pt x="278031" y="384372"/>
                  <a:pt x="277961" y="384664"/>
                  <a:pt x="279056" y="385979"/>
                </a:cubicBezTo>
                <a:cubicBezTo>
                  <a:pt x="279788" y="386871"/>
                  <a:pt x="280574" y="387595"/>
                  <a:pt x="280795" y="387595"/>
                </a:cubicBezTo>
                <a:cubicBezTo>
                  <a:pt x="281025" y="387595"/>
                  <a:pt x="281201" y="386871"/>
                  <a:pt x="281201" y="385979"/>
                </a:cubicBezTo>
                <a:close/>
                <a:moveTo>
                  <a:pt x="137210" y="378889"/>
                </a:moveTo>
                <a:cubicBezTo>
                  <a:pt x="136045" y="378165"/>
                  <a:pt x="136027" y="377582"/>
                  <a:pt x="137113" y="375834"/>
                </a:cubicBezTo>
                <a:cubicBezTo>
                  <a:pt x="138208" y="374068"/>
                  <a:pt x="138128" y="372841"/>
                  <a:pt x="136680" y="369097"/>
                </a:cubicBezTo>
                <a:cubicBezTo>
                  <a:pt x="135709" y="366572"/>
                  <a:pt x="133934" y="363429"/>
                  <a:pt x="132742" y="362104"/>
                </a:cubicBezTo>
                <a:cubicBezTo>
                  <a:pt x="130129" y="359191"/>
                  <a:pt x="127330" y="358864"/>
                  <a:pt x="128142" y="361566"/>
                </a:cubicBezTo>
                <a:cubicBezTo>
                  <a:pt x="128451" y="362599"/>
                  <a:pt x="128054" y="364621"/>
                  <a:pt x="127259" y="366060"/>
                </a:cubicBezTo>
                <a:cubicBezTo>
                  <a:pt x="125908" y="368515"/>
                  <a:pt x="126200" y="369186"/>
                  <a:pt x="131868" y="376523"/>
                </a:cubicBezTo>
                <a:cubicBezTo>
                  <a:pt x="136839" y="382968"/>
                  <a:pt x="137987" y="383957"/>
                  <a:pt x="138278" y="382077"/>
                </a:cubicBezTo>
                <a:cubicBezTo>
                  <a:pt x="138482" y="380814"/>
                  <a:pt x="137996" y="379384"/>
                  <a:pt x="137210" y="378889"/>
                </a:cubicBezTo>
                <a:close/>
                <a:moveTo>
                  <a:pt x="260814" y="383525"/>
                </a:moveTo>
                <a:cubicBezTo>
                  <a:pt x="260814" y="383057"/>
                  <a:pt x="257547" y="381891"/>
                  <a:pt x="253565" y="380938"/>
                </a:cubicBezTo>
                <a:cubicBezTo>
                  <a:pt x="249583" y="379993"/>
                  <a:pt x="245354" y="378845"/>
                  <a:pt x="244170" y="378386"/>
                </a:cubicBezTo>
                <a:cubicBezTo>
                  <a:pt x="242042" y="377574"/>
                  <a:pt x="242042" y="377582"/>
                  <a:pt x="244126" y="379957"/>
                </a:cubicBezTo>
                <a:cubicBezTo>
                  <a:pt x="245459" y="381476"/>
                  <a:pt x="247031" y="382156"/>
                  <a:pt x="248417" y="381838"/>
                </a:cubicBezTo>
                <a:cubicBezTo>
                  <a:pt x="249627" y="381556"/>
                  <a:pt x="252302" y="381953"/>
                  <a:pt x="254368" y="382721"/>
                </a:cubicBezTo>
                <a:cubicBezTo>
                  <a:pt x="258933" y="384416"/>
                  <a:pt x="260814" y="384646"/>
                  <a:pt x="260814" y="383525"/>
                </a:cubicBezTo>
                <a:close/>
                <a:moveTo>
                  <a:pt x="207281" y="374995"/>
                </a:moveTo>
                <a:cubicBezTo>
                  <a:pt x="214371" y="370775"/>
                  <a:pt x="225037" y="361486"/>
                  <a:pt x="228692" y="356356"/>
                </a:cubicBezTo>
                <a:cubicBezTo>
                  <a:pt x="230767" y="353434"/>
                  <a:pt x="230794" y="352984"/>
                  <a:pt x="229266" y="345602"/>
                </a:cubicBezTo>
                <a:cubicBezTo>
                  <a:pt x="227871" y="338865"/>
                  <a:pt x="226441" y="336146"/>
                  <a:pt x="224251" y="336093"/>
                </a:cubicBezTo>
                <a:cubicBezTo>
                  <a:pt x="223924" y="336084"/>
                  <a:pt x="222609" y="337479"/>
                  <a:pt x="221346" y="339192"/>
                </a:cubicBezTo>
                <a:cubicBezTo>
                  <a:pt x="218839" y="342582"/>
                  <a:pt x="210089" y="346132"/>
                  <a:pt x="205665" y="345549"/>
                </a:cubicBezTo>
                <a:cubicBezTo>
                  <a:pt x="204208" y="345364"/>
                  <a:pt x="202071" y="346105"/>
                  <a:pt x="200809" y="347244"/>
                </a:cubicBezTo>
                <a:cubicBezTo>
                  <a:pt x="198354" y="349469"/>
                  <a:pt x="197745" y="353443"/>
                  <a:pt x="199899" y="353169"/>
                </a:cubicBezTo>
                <a:cubicBezTo>
                  <a:pt x="204844" y="352524"/>
                  <a:pt x="205224" y="355103"/>
                  <a:pt x="200985" y="360656"/>
                </a:cubicBezTo>
                <a:cubicBezTo>
                  <a:pt x="198398" y="364047"/>
                  <a:pt x="198089" y="365274"/>
                  <a:pt x="198407" y="370951"/>
                </a:cubicBezTo>
                <a:cubicBezTo>
                  <a:pt x="198752" y="376973"/>
                  <a:pt x="199193" y="379004"/>
                  <a:pt x="200155" y="379004"/>
                </a:cubicBezTo>
                <a:cubicBezTo>
                  <a:pt x="200376" y="379004"/>
                  <a:pt x="203581" y="377203"/>
                  <a:pt x="207281" y="374995"/>
                </a:cubicBezTo>
                <a:close/>
                <a:moveTo>
                  <a:pt x="327997" y="369945"/>
                </a:moveTo>
                <a:cubicBezTo>
                  <a:pt x="327053" y="367958"/>
                  <a:pt x="326284" y="365618"/>
                  <a:pt x="326284" y="364744"/>
                </a:cubicBezTo>
                <a:cubicBezTo>
                  <a:pt x="326284" y="363870"/>
                  <a:pt x="324951" y="362299"/>
                  <a:pt x="323327" y="361266"/>
                </a:cubicBezTo>
                <a:lnTo>
                  <a:pt x="320378" y="359376"/>
                </a:lnTo>
                <a:lnTo>
                  <a:pt x="322903" y="362131"/>
                </a:lnTo>
                <a:cubicBezTo>
                  <a:pt x="325817" y="365318"/>
                  <a:pt x="325057" y="367623"/>
                  <a:pt x="321322" y="366916"/>
                </a:cubicBezTo>
                <a:cubicBezTo>
                  <a:pt x="319918" y="366643"/>
                  <a:pt x="318771" y="366837"/>
                  <a:pt x="318771" y="367349"/>
                </a:cubicBezTo>
                <a:cubicBezTo>
                  <a:pt x="318771" y="367852"/>
                  <a:pt x="319689" y="368276"/>
                  <a:pt x="320810" y="368276"/>
                </a:cubicBezTo>
                <a:cubicBezTo>
                  <a:pt x="321932" y="368276"/>
                  <a:pt x="324227" y="369865"/>
                  <a:pt x="325905" y="371817"/>
                </a:cubicBezTo>
                <a:cubicBezTo>
                  <a:pt x="329472" y="375958"/>
                  <a:pt x="330434" y="375092"/>
                  <a:pt x="327997" y="369945"/>
                </a:cubicBezTo>
                <a:close/>
                <a:moveTo>
                  <a:pt x="70839" y="374280"/>
                </a:moveTo>
                <a:cubicBezTo>
                  <a:pt x="70839" y="374042"/>
                  <a:pt x="69391" y="373344"/>
                  <a:pt x="67616" y="372726"/>
                </a:cubicBezTo>
                <a:cubicBezTo>
                  <a:pt x="65850" y="372108"/>
                  <a:pt x="64393" y="372029"/>
                  <a:pt x="64393" y="372550"/>
                </a:cubicBezTo>
                <a:cubicBezTo>
                  <a:pt x="64393" y="373353"/>
                  <a:pt x="65444" y="373733"/>
                  <a:pt x="70035" y="374563"/>
                </a:cubicBezTo>
                <a:cubicBezTo>
                  <a:pt x="70477" y="374642"/>
                  <a:pt x="70839" y="374519"/>
                  <a:pt x="70839" y="374280"/>
                </a:cubicBezTo>
                <a:close/>
                <a:moveTo>
                  <a:pt x="108355" y="373044"/>
                </a:moveTo>
                <a:cubicBezTo>
                  <a:pt x="105883" y="370069"/>
                  <a:pt x="103252" y="369186"/>
                  <a:pt x="101009" y="370589"/>
                </a:cubicBezTo>
                <a:cubicBezTo>
                  <a:pt x="99517" y="371525"/>
                  <a:pt x="97477" y="371605"/>
                  <a:pt x="93751" y="370881"/>
                </a:cubicBezTo>
                <a:cubicBezTo>
                  <a:pt x="87306" y="369636"/>
                  <a:pt x="86229" y="366961"/>
                  <a:pt x="91447" y="365142"/>
                </a:cubicBezTo>
                <a:cubicBezTo>
                  <a:pt x="94113" y="364206"/>
                  <a:pt x="94617" y="363676"/>
                  <a:pt x="93469" y="362970"/>
                </a:cubicBezTo>
                <a:cubicBezTo>
                  <a:pt x="92568" y="362405"/>
                  <a:pt x="91217" y="362493"/>
                  <a:pt x="90131" y="363173"/>
                </a:cubicBezTo>
                <a:cubicBezTo>
                  <a:pt x="88418" y="364241"/>
                  <a:pt x="82503" y="363358"/>
                  <a:pt x="76878" y="361204"/>
                </a:cubicBezTo>
                <a:cubicBezTo>
                  <a:pt x="75722" y="360753"/>
                  <a:pt x="75130" y="361098"/>
                  <a:pt x="75130" y="362201"/>
                </a:cubicBezTo>
                <a:cubicBezTo>
                  <a:pt x="75130" y="363137"/>
                  <a:pt x="77143" y="364780"/>
                  <a:pt x="79695" y="365919"/>
                </a:cubicBezTo>
                <a:cubicBezTo>
                  <a:pt x="82202" y="367040"/>
                  <a:pt x="85178" y="369000"/>
                  <a:pt x="86299" y="370263"/>
                </a:cubicBezTo>
                <a:cubicBezTo>
                  <a:pt x="87862" y="372020"/>
                  <a:pt x="89637" y="372585"/>
                  <a:pt x="93813" y="372647"/>
                </a:cubicBezTo>
                <a:cubicBezTo>
                  <a:pt x="98157" y="372709"/>
                  <a:pt x="107084" y="373821"/>
                  <a:pt x="109335" y="374580"/>
                </a:cubicBezTo>
                <a:cubicBezTo>
                  <a:pt x="109556" y="374651"/>
                  <a:pt x="109115" y="373962"/>
                  <a:pt x="108355" y="373044"/>
                </a:cubicBezTo>
                <a:close/>
                <a:moveTo>
                  <a:pt x="250148" y="373018"/>
                </a:moveTo>
                <a:cubicBezTo>
                  <a:pt x="251287" y="371640"/>
                  <a:pt x="251296" y="371172"/>
                  <a:pt x="250166" y="370475"/>
                </a:cubicBezTo>
                <a:cubicBezTo>
                  <a:pt x="249238" y="369901"/>
                  <a:pt x="248903" y="367799"/>
                  <a:pt x="249159" y="364117"/>
                </a:cubicBezTo>
                <a:cubicBezTo>
                  <a:pt x="249618" y="357487"/>
                  <a:pt x="247976" y="356851"/>
                  <a:pt x="245362" y="362634"/>
                </a:cubicBezTo>
                <a:cubicBezTo>
                  <a:pt x="244356" y="364850"/>
                  <a:pt x="242625" y="367870"/>
                  <a:pt x="241504" y="369344"/>
                </a:cubicBezTo>
                <a:lnTo>
                  <a:pt x="239473" y="372020"/>
                </a:lnTo>
                <a:lnTo>
                  <a:pt x="243438" y="373256"/>
                </a:lnTo>
                <a:cubicBezTo>
                  <a:pt x="248788" y="374925"/>
                  <a:pt x="248559" y="374925"/>
                  <a:pt x="250148" y="373018"/>
                </a:cubicBezTo>
                <a:close/>
                <a:moveTo>
                  <a:pt x="340774" y="370422"/>
                </a:moveTo>
                <a:cubicBezTo>
                  <a:pt x="340403" y="369830"/>
                  <a:pt x="339891" y="369344"/>
                  <a:pt x="339635" y="369344"/>
                </a:cubicBezTo>
                <a:cubicBezTo>
                  <a:pt x="339370" y="369344"/>
                  <a:pt x="339158" y="369830"/>
                  <a:pt x="339158" y="370422"/>
                </a:cubicBezTo>
                <a:cubicBezTo>
                  <a:pt x="339158" y="371013"/>
                  <a:pt x="339670" y="371490"/>
                  <a:pt x="340297" y="371490"/>
                </a:cubicBezTo>
                <a:cubicBezTo>
                  <a:pt x="340924" y="371490"/>
                  <a:pt x="341136" y="371013"/>
                  <a:pt x="340774" y="370422"/>
                </a:cubicBezTo>
                <a:close/>
                <a:moveTo>
                  <a:pt x="149704" y="367172"/>
                </a:moveTo>
                <a:cubicBezTo>
                  <a:pt x="148476" y="365822"/>
                  <a:pt x="147355" y="365380"/>
                  <a:pt x="146728" y="366007"/>
                </a:cubicBezTo>
                <a:cubicBezTo>
                  <a:pt x="145280" y="367455"/>
                  <a:pt x="146799" y="369344"/>
                  <a:pt x="149421" y="369344"/>
                </a:cubicBezTo>
                <a:cubicBezTo>
                  <a:pt x="151611" y="369344"/>
                  <a:pt x="151611" y="369292"/>
                  <a:pt x="149704" y="367172"/>
                </a:cubicBezTo>
                <a:close/>
                <a:moveTo>
                  <a:pt x="66080" y="365504"/>
                </a:moveTo>
                <a:lnTo>
                  <a:pt x="69753" y="364815"/>
                </a:lnTo>
                <a:lnTo>
                  <a:pt x="67148" y="361716"/>
                </a:lnTo>
                <a:cubicBezTo>
                  <a:pt x="65718" y="360021"/>
                  <a:pt x="64226" y="357619"/>
                  <a:pt x="63837" y="356392"/>
                </a:cubicBezTo>
                <a:cubicBezTo>
                  <a:pt x="63184" y="354317"/>
                  <a:pt x="62998" y="354281"/>
                  <a:pt x="61206" y="355906"/>
                </a:cubicBezTo>
                <a:cubicBezTo>
                  <a:pt x="59405" y="357531"/>
                  <a:pt x="59122" y="357451"/>
                  <a:pt x="57003" y="354767"/>
                </a:cubicBezTo>
                <a:cubicBezTo>
                  <a:pt x="55758" y="353178"/>
                  <a:pt x="54178" y="350017"/>
                  <a:pt x="53498" y="347739"/>
                </a:cubicBezTo>
                <a:cubicBezTo>
                  <a:pt x="52297" y="343739"/>
                  <a:pt x="52200" y="343668"/>
                  <a:pt x="50708" y="345796"/>
                </a:cubicBezTo>
                <a:cubicBezTo>
                  <a:pt x="49498" y="347527"/>
                  <a:pt x="49419" y="348631"/>
                  <a:pt x="50355" y="350891"/>
                </a:cubicBezTo>
                <a:cubicBezTo>
                  <a:pt x="51167" y="352878"/>
                  <a:pt x="51211" y="354926"/>
                  <a:pt x="50487" y="357425"/>
                </a:cubicBezTo>
                <a:cubicBezTo>
                  <a:pt x="49295" y="361557"/>
                  <a:pt x="49763" y="362908"/>
                  <a:pt x="52421" y="362908"/>
                </a:cubicBezTo>
                <a:cubicBezTo>
                  <a:pt x="53427" y="362908"/>
                  <a:pt x="55935" y="364064"/>
                  <a:pt x="57992" y="365477"/>
                </a:cubicBezTo>
                <a:cubicBezTo>
                  <a:pt x="60040" y="366890"/>
                  <a:pt x="61868" y="367632"/>
                  <a:pt x="62062" y="367119"/>
                </a:cubicBezTo>
                <a:cubicBezTo>
                  <a:pt x="62248" y="366607"/>
                  <a:pt x="64058" y="365883"/>
                  <a:pt x="66080" y="365504"/>
                </a:cubicBezTo>
                <a:close/>
                <a:moveTo>
                  <a:pt x="155673" y="364435"/>
                </a:moveTo>
                <a:cubicBezTo>
                  <a:pt x="148512" y="357955"/>
                  <a:pt x="148618" y="353354"/>
                  <a:pt x="155884" y="355588"/>
                </a:cubicBezTo>
                <a:cubicBezTo>
                  <a:pt x="160988" y="357151"/>
                  <a:pt x="167433" y="362475"/>
                  <a:pt x="167433" y="365133"/>
                </a:cubicBezTo>
                <a:cubicBezTo>
                  <a:pt x="167433" y="366722"/>
                  <a:pt x="168193" y="367199"/>
                  <a:pt x="170744" y="367199"/>
                </a:cubicBezTo>
                <a:lnTo>
                  <a:pt x="174055" y="367199"/>
                </a:lnTo>
                <a:lnTo>
                  <a:pt x="171018" y="363111"/>
                </a:lnTo>
                <a:cubicBezTo>
                  <a:pt x="165826" y="356144"/>
                  <a:pt x="159204" y="350794"/>
                  <a:pt x="157174" y="351924"/>
                </a:cubicBezTo>
                <a:cubicBezTo>
                  <a:pt x="155487" y="352869"/>
                  <a:pt x="149536" y="352198"/>
                  <a:pt x="145836" y="350635"/>
                </a:cubicBezTo>
                <a:cubicBezTo>
                  <a:pt x="142826" y="349363"/>
                  <a:pt x="142234" y="353451"/>
                  <a:pt x="145095" y="355756"/>
                </a:cubicBezTo>
                <a:cubicBezTo>
                  <a:pt x="146463" y="356851"/>
                  <a:pt x="148300" y="359226"/>
                  <a:pt x="149192" y="361027"/>
                </a:cubicBezTo>
                <a:cubicBezTo>
                  <a:pt x="150075" y="362828"/>
                  <a:pt x="152476" y="365195"/>
                  <a:pt x="154534" y="366290"/>
                </a:cubicBezTo>
                <a:cubicBezTo>
                  <a:pt x="160096" y="369239"/>
                  <a:pt x="160423" y="368718"/>
                  <a:pt x="155673" y="364435"/>
                </a:cubicBezTo>
                <a:close/>
                <a:moveTo>
                  <a:pt x="260240" y="359385"/>
                </a:moveTo>
                <a:cubicBezTo>
                  <a:pt x="260425" y="356268"/>
                  <a:pt x="260152" y="355765"/>
                  <a:pt x="258492" y="356197"/>
                </a:cubicBezTo>
                <a:cubicBezTo>
                  <a:pt x="256938" y="356604"/>
                  <a:pt x="256514" y="357760"/>
                  <a:pt x="256514" y="361654"/>
                </a:cubicBezTo>
                <a:cubicBezTo>
                  <a:pt x="256514" y="366210"/>
                  <a:pt x="256646" y="366448"/>
                  <a:pt x="258262" y="364841"/>
                </a:cubicBezTo>
                <a:cubicBezTo>
                  <a:pt x="259225" y="363879"/>
                  <a:pt x="260116" y="361424"/>
                  <a:pt x="260240" y="359385"/>
                </a:cubicBezTo>
                <a:close/>
                <a:moveTo>
                  <a:pt x="99287" y="360771"/>
                </a:moveTo>
                <a:cubicBezTo>
                  <a:pt x="97601" y="359005"/>
                  <a:pt x="95941" y="357840"/>
                  <a:pt x="95606" y="358184"/>
                </a:cubicBezTo>
                <a:cubicBezTo>
                  <a:pt x="95049" y="358740"/>
                  <a:pt x="100727" y="363959"/>
                  <a:pt x="101892" y="363976"/>
                </a:cubicBezTo>
                <a:cubicBezTo>
                  <a:pt x="102157" y="363976"/>
                  <a:pt x="100983" y="362537"/>
                  <a:pt x="99287" y="360771"/>
                </a:cubicBezTo>
                <a:close/>
                <a:moveTo>
                  <a:pt x="175036" y="357698"/>
                </a:moveTo>
                <a:cubicBezTo>
                  <a:pt x="173393" y="354635"/>
                  <a:pt x="173596" y="352171"/>
                  <a:pt x="175486" y="352171"/>
                </a:cubicBezTo>
                <a:cubicBezTo>
                  <a:pt x="177702" y="352171"/>
                  <a:pt x="177508" y="350158"/>
                  <a:pt x="174682" y="343766"/>
                </a:cubicBezTo>
                <a:cubicBezTo>
                  <a:pt x="173040" y="340048"/>
                  <a:pt x="171839" y="338556"/>
                  <a:pt x="170948" y="339112"/>
                </a:cubicBezTo>
                <a:cubicBezTo>
                  <a:pt x="169950" y="339731"/>
                  <a:pt x="169906" y="340923"/>
                  <a:pt x="170780" y="344075"/>
                </a:cubicBezTo>
                <a:cubicBezTo>
                  <a:pt x="171407" y="346353"/>
                  <a:pt x="171698" y="349955"/>
                  <a:pt x="171433" y="352074"/>
                </a:cubicBezTo>
                <a:cubicBezTo>
                  <a:pt x="171062" y="354935"/>
                  <a:pt x="171504" y="356551"/>
                  <a:pt x="173128" y="358343"/>
                </a:cubicBezTo>
                <a:cubicBezTo>
                  <a:pt x="175680" y="361151"/>
                  <a:pt x="176695" y="360815"/>
                  <a:pt x="175036" y="357698"/>
                </a:cubicBezTo>
                <a:close/>
                <a:moveTo>
                  <a:pt x="319839" y="359332"/>
                </a:moveTo>
                <a:cubicBezTo>
                  <a:pt x="319839" y="359146"/>
                  <a:pt x="318638" y="357849"/>
                  <a:pt x="317155" y="356462"/>
                </a:cubicBezTo>
                <a:cubicBezTo>
                  <a:pt x="314894" y="354343"/>
                  <a:pt x="314471" y="354237"/>
                  <a:pt x="314471" y="355774"/>
                </a:cubicBezTo>
                <a:cubicBezTo>
                  <a:pt x="314471" y="356780"/>
                  <a:pt x="315566" y="358043"/>
                  <a:pt x="316890" y="358581"/>
                </a:cubicBezTo>
                <a:cubicBezTo>
                  <a:pt x="319848" y="359765"/>
                  <a:pt x="319839" y="359765"/>
                  <a:pt x="319839" y="359332"/>
                </a:cubicBezTo>
                <a:close/>
                <a:moveTo>
                  <a:pt x="126041" y="355279"/>
                </a:moveTo>
                <a:cubicBezTo>
                  <a:pt x="125688" y="354705"/>
                  <a:pt x="123498" y="353037"/>
                  <a:pt x="121185" y="351571"/>
                </a:cubicBezTo>
                <a:cubicBezTo>
                  <a:pt x="117070" y="348975"/>
                  <a:pt x="112496" y="348816"/>
                  <a:pt x="111022" y="351209"/>
                </a:cubicBezTo>
                <a:cubicBezTo>
                  <a:pt x="110704" y="351721"/>
                  <a:pt x="111137" y="351880"/>
                  <a:pt x="111993" y="351553"/>
                </a:cubicBezTo>
                <a:cubicBezTo>
                  <a:pt x="114474" y="350600"/>
                  <a:pt x="122279" y="353151"/>
                  <a:pt x="123666" y="355367"/>
                </a:cubicBezTo>
                <a:cubicBezTo>
                  <a:pt x="124363" y="356489"/>
                  <a:pt x="125326" y="357160"/>
                  <a:pt x="125811" y="356860"/>
                </a:cubicBezTo>
                <a:cubicBezTo>
                  <a:pt x="126288" y="356559"/>
                  <a:pt x="126394" y="355844"/>
                  <a:pt x="126041" y="355279"/>
                </a:cubicBezTo>
                <a:close/>
                <a:moveTo>
                  <a:pt x="81567" y="354140"/>
                </a:moveTo>
                <a:cubicBezTo>
                  <a:pt x="85408" y="353981"/>
                  <a:pt x="89142" y="354228"/>
                  <a:pt x="89875" y="354679"/>
                </a:cubicBezTo>
                <a:cubicBezTo>
                  <a:pt x="90820" y="355262"/>
                  <a:pt x="91005" y="354935"/>
                  <a:pt x="90529" y="353566"/>
                </a:cubicBezTo>
                <a:cubicBezTo>
                  <a:pt x="89531" y="350732"/>
                  <a:pt x="82503" y="343536"/>
                  <a:pt x="79624" y="342415"/>
                </a:cubicBezTo>
                <a:cubicBezTo>
                  <a:pt x="78114" y="341823"/>
                  <a:pt x="77267" y="340711"/>
                  <a:pt x="77452" y="339563"/>
                </a:cubicBezTo>
                <a:cubicBezTo>
                  <a:pt x="77867" y="337020"/>
                  <a:pt x="76463" y="334998"/>
                  <a:pt x="74265" y="334989"/>
                </a:cubicBezTo>
                <a:cubicBezTo>
                  <a:pt x="73267" y="334989"/>
                  <a:pt x="71060" y="334265"/>
                  <a:pt x="69373" y="333382"/>
                </a:cubicBezTo>
                <a:cubicBezTo>
                  <a:pt x="62018" y="329550"/>
                  <a:pt x="52827" y="333038"/>
                  <a:pt x="57983" y="337709"/>
                </a:cubicBezTo>
                <a:cubicBezTo>
                  <a:pt x="60270" y="339775"/>
                  <a:pt x="62186" y="345443"/>
                  <a:pt x="62327" y="350564"/>
                </a:cubicBezTo>
                <a:cubicBezTo>
                  <a:pt x="62380" y="352330"/>
                  <a:pt x="62663" y="353178"/>
                  <a:pt x="62963" y="352445"/>
                </a:cubicBezTo>
                <a:cubicBezTo>
                  <a:pt x="63740" y="350502"/>
                  <a:pt x="65930" y="350785"/>
                  <a:pt x="68843" y="353204"/>
                </a:cubicBezTo>
                <a:cubicBezTo>
                  <a:pt x="70230" y="354352"/>
                  <a:pt x="72102" y="355103"/>
                  <a:pt x="72984" y="354855"/>
                </a:cubicBezTo>
                <a:cubicBezTo>
                  <a:pt x="73867" y="354617"/>
                  <a:pt x="77735" y="354290"/>
                  <a:pt x="81567" y="354140"/>
                </a:cubicBezTo>
                <a:close/>
                <a:moveTo>
                  <a:pt x="321808" y="350114"/>
                </a:moveTo>
                <a:cubicBezTo>
                  <a:pt x="322117" y="348013"/>
                  <a:pt x="321826" y="347783"/>
                  <a:pt x="319662" y="348445"/>
                </a:cubicBezTo>
                <a:cubicBezTo>
                  <a:pt x="316254" y="349496"/>
                  <a:pt x="316113" y="349725"/>
                  <a:pt x="317702" y="351641"/>
                </a:cubicBezTo>
                <a:cubicBezTo>
                  <a:pt x="319521" y="353840"/>
                  <a:pt x="321366" y="353151"/>
                  <a:pt x="321808" y="350114"/>
                </a:cubicBezTo>
                <a:close/>
                <a:moveTo>
                  <a:pt x="126058" y="347077"/>
                </a:moveTo>
                <a:cubicBezTo>
                  <a:pt x="126032" y="345452"/>
                  <a:pt x="124946" y="342432"/>
                  <a:pt x="123648" y="340366"/>
                </a:cubicBezTo>
                <a:cubicBezTo>
                  <a:pt x="120981" y="336119"/>
                  <a:pt x="120514" y="337444"/>
                  <a:pt x="122818" y="342741"/>
                </a:cubicBezTo>
                <a:cubicBezTo>
                  <a:pt x="123657" y="344684"/>
                  <a:pt x="124610" y="347112"/>
                  <a:pt x="124928" y="348145"/>
                </a:cubicBezTo>
                <a:cubicBezTo>
                  <a:pt x="125758" y="350820"/>
                  <a:pt x="126120" y="350476"/>
                  <a:pt x="126058" y="347077"/>
                </a:cubicBezTo>
                <a:close/>
                <a:moveTo>
                  <a:pt x="138455" y="345673"/>
                </a:moveTo>
                <a:cubicBezTo>
                  <a:pt x="138455" y="344525"/>
                  <a:pt x="139020" y="343589"/>
                  <a:pt x="139709" y="343589"/>
                </a:cubicBezTo>
                <a:cubicBezTo>
                  <a:pt x="140398" y="343589"/>
                  <a:pt x="140707" y="343333"/>
                  <a:pt x="140406" y="343033"/>
                </a:cubicBezTo>
                <a:cubicBezTo>
                  <a:pt x="140097" y="342724"/>
                  <a:pt x="138614" y="343112"/>
                  <a:pt x="137113" y="343889"/>
                </a:cubicBezTo>
                <a:cubicBezTo>
                  <a:pt x="134959" y="345011"/>
                  <a:pt x="134597" y="345708"/>
                  <a:pt x="135409" y="347156"/>
                </a:cubicBezTo>
                <a:cubicBezTo>
                  <a:pt x="136663" y="349399"/>
                  <a:pt x="138455" y="348525"/>
                  <a:pt x="138455" y="345673"/>
                </a:cubicBezTo>
                <a:close/>
                <a:moveTo>
                  <a:pt x="332686" y="343721"/>
                </a:moveTo>
                <a:cubicBezTo>
                  <a:pt x="332659" y="342256"/>
                  <a:pt x="332403" y="342309"/>
                  <a:pt x="331079" y="344057"/>
                </a:cubicBezTo>
                <a:cubicBezTo>
                  <a:pt x="329022" y="346768"/>
                  <a:pt x="329048" y="348516"/>
                  <a:pt x="331114" y="346803"/>
                </a:cubicBezTo>
                <a:cubicBezTo>
                  <a:pt x="331997" y="346070"/>
                  <a:pt x="332704" y="344684"/>
                  <a:pt x="332686" y="343721"/>
                </a:cubicBezTo>
                <a:close/>
                <a:moveTo>
                  <a:pt x="263657" y="343615"/>
                </a:moveTo>
                <a:cubicBezTo>
                  <a:pt x="274129" y="341108"/>
                  <a:pt x="280274" y="340702"/>
                  <a:pt x="290384" y="341841"/>
                </a:cubicBezTo>
                <a:cubicBezTo>
                  <a:pt x="297862" y="342680"/>
                  <a:pt x="297968" y="342653"/>
                  <a:pt x="299240" y="339863"/>
                </a:cubicBezTo>
                <a:cubicBezTo>
                  <a:pt x="301182" y="335598"/>
                  <a:pt x="300962" y="335360"/>
                  <a:pt x="294887" y="335360"/>
                </a:cubicBezTo>
                <a:cubicBezTo>
                  <a:pt x="291788" y="335360"/>
                  <a:pt x="288309" y="335122"/>
                  <a:pt x="287152" y="334821"/>
                </a:cubicBezTo>
                <a:cubicBezTo>
                  <a:pt x="283744" y="333930"/>
                  <a:pt x="280795" y="329012"/>
                  <a:pt x="280671" y="323996"/>
                </a:cubicBezTo>
                <a:cubicBezTo>
                  <a:pt x="280583" y="320173"/>
                  <a:pt x="280186" y="319379"/>
                  <a:pt x="278226" y="319096"/>
                </a:cubicBezTo>
                <a:cubicBezTo>
                  <a:pt x="275992" y="318769"/>
                  <a:pt x="275956" y="318893"/>
                  <a:pt x="277466" y="321780"/>
                </a:cubicBezTo>
                <a:cubicBezTo>
                  <a:pt x="279232" y="325171"/>
                  <a:pt x="279568" y="330265"/>
                  <a:pt x="278084" y="331184"/>
                </a:cubicBezTo>
                <a:cubicBezTo>
                  <a:pt x="276716" y="332022"/>
                  <a:pt x="271674" y="325771"/>
                  <a:pt x="270915" y="322310"/>
                </a:cubicBezTo>
                <a:cubicBezTo>
                  <a:pt x="269802" y="317189"/>
                  <a:pt x="269431" y="316589"/>
                  <a:pt x="267604" y="316942"/>
                </a:cubicBezTo>
                <a:cubicBezTo>
                  <a:pt x="264611" y="317524"/>
                  <a:pt x="251296" y="345752"/>
                  <a:pt x="254033" y="345726"/>
                </a:cubicBezTo>
                <a:cubicBezTo>
                  <a:pt x="254510" y="345717"/>
                  <a:pt x="258845" y="344772"/>
                  <a:pt x="263657" y="343615"/>
                </a:cubicBezTo>
                <a:close/>
                <a:moveTo>
                  <a:pt x="107322" y="343704"/>
                </a:moveTo>
                <a:cubicBezTo>
                  <a:pt x="110589" y="342794"/>
                  <a:pt x="108770" y="341329"/>
                  <a:pt x="103967" y="340993"/>
                </a:cubicBezTo>
                <a:cubicBezTo>
                  <a:pt x="100621" y="340764"/>
                  <a:pt x="99226" y="341761"/>
                  <a:pt x="100356" y="343589"/>
                </a:cubicBezTo>
                <a:cubicBezTo>
                  <a:pt x="101089" y="344781"/>
                  <a:pt x="103305" y="344816"/>
                  <a:pt x="107322" y="343704"/>
                </a:cubicBezTo>
                <a:close/>
                <a:moveTo>
                  <a:pt x="153483" y="342847"/>
                </a:moveTo>
                <a:cubicBezTo>
                  <a:pt x="153483" y="341373"/>
                  <a:pt x="148768" y="337144"/>
                  <a:pt x="147126" y="337152"/>
                </a:cubicBezTo>
                <a:cubicBezTo>
                  <a:pt x="146190" y="337161"/>
                  <a:pt x="144918" y="338274"/>
                  <a:pt x="144291" y="339625"/>
                </a:cubicBezTo>
                <a:cubicBezTo>
                  <a:pt x="143249" y="341885"/>
                  <a:pt x="143417" y="342106"/>
                  <a:pt x="146384" y="342335"/>
                </a:cubicBezTo>
                <a:cubicBezTo>
                  <a:pt x="148159" y="342468"/>
                  <a:pt x="149836" y="342803"/>
                  <a:pt x="150119" y="343086"/>
                </a:cubicBezTo>
                <a:cubicBezTo>
                  <a:pt x="150887" y="343854"/>
                  <a:pt x="153483" y="343677"/>
                  <a:pt x="153483" y="342847"/>
                </a:cubicBezTo>
                <a:close/>
                <a:moveTo>
                  <a:pt x="307487" y="342494"/>
                </a:moveTo>
                <a:cubicBezTo>
                  <a:pt x="307116" y="341894"/>
                  <a:pt x="306365" y="341682"/>
                  <a:pt x="305818" y="342026"/>
                </a:cubicBezTo>
                <a:cubicBezTo>
                  <a:pt x="304326" y="342944"/>
                  <a:pt x="304599" y="343589"/>
                  <a:pt x="306489" y="343589"/>
                </a:cubicBezTo>
                <a:cubicBezTo>
                  <a:pt x="307407" y="343589"/>
                  <a:pt x="307857" y="343095"/>
                  <a:pt x="307487" y="342494"/>
                </a:cubicBezTo>
                <a:close/>
                <a:moveTo>
                  <a:pt x="158003" y="339307"/>
                </a:moveTo>
                <a:cubicBezTo>
                  <a:pt x="157562" y="336287"/>
                  <a:pt x="155628" y="335713"/>
                  <a:pt x="155628" y="338609"/>
                </a:cubicBezTo>
                <a:cubicBezTo>
                  <a:pt x="155628" y="339642"/>
                  <a:pt x="157624" y="342512"/>
                  <a:pt x="158339" y="342512"/>
                </a:cubicBezTo>
                <a:cubicBezTo>
                  <a:pt x="158418" y="342512"/>
                  <a:pt x="158260" y="341073"/>
                  <a:pt x="158003" y="339307"/>
                </a:cubicBezTo>
                <a:close/>
                <a:moveTo>
                  <a:pt x="236083" y="335801"/>
                </a:moveTo>
                <a:cubicBezTo>
                  <a:pt x="236109" y="334768"/>
                  <a:pt x="235659" y="333930"/>
                  <a:pt x="235085" y="333930"/>
                </a:cubicBezTo>
                <a:cubicBezTo>
                  <a:pt x="233593" y="333930"/>
                  <a:pt x="232189" y="330830"/>
                  <a:pt x="231323" y="325612"/>
                </a:cubicBezTo>
                <a:cubicBezTo>
                  <a:pt x="230326" y="319555"/>
                  <a:pt x="232966" y="318169"/>
                  <a:pt x="236727" y="322769"/>
                </a:cubicBezTo>
                <a:cubicBezTo>
                  <a:pt x="239164" y="325754"/>
                  <a:pt x="239270" y="325780"/>
                  <a:pt x="239305" y="323458"/>
                </a:cubicBezTo>
                <a:cubicBezTo>
                  <a:pt x="239323" y="322133"/>
                  <a:pt x="238934" y="321047"/>
                  <a:pt x="238440" y="321047"/>
                </a:cubicBezTo>
                <a:cubicBezTo>
                  <a:pt x="236718" y="321047"/>
                  <a:pt x="235314" y="316112"/>
                  <a:pt x="235447" y="310549"/>
                </a:cubicBezTo>
                <a:cubicBezTo>
                  <a:pt x="235526" y="307468"/>
                  <a:pt x="235509" y="304943"/>
                  <a:pt x="235412" y="304951"/>
                </a:cubicBezTo>
                <a:cubicBezTo>
                  <a:pt x="233301" y="304960"/>
                  <a:pt x="231827" y="306867"/>
                  <a:pt x="231800" y="309622"/>
                </a:cubicBezTo>
                <a:cubicBezTo>
                  <a:pt x="231791" y="311476"/>
                  <a:pt x="230900" y="314929"/>
                  <a:pt x="229831" y="317295"/>
                </a:cubicBezTo>
                <a:cubicBezTo>
                  <a:pt x="228171" y="320968"/>
                  <a:pt x="228092" y="322054"/>
                  <a:pt x="229266" y="324888"/>
                </a:cubicBezTo>
                <a:cubicBezTo>
                  <a:pt x="230017" y="326698"/>
                  <a:pt x="231209" y="331484"/>
                  <a:pt x="231906" y="335519"/>
                </a:cubicBezTo>
                <a:cubicBezTo>
                  <a:pt x="233116" y="342459"/>
                  <a:pt x="233257" y="342715"/>
                  <a:pt x="234617" y="340269"/>
                </a:cubicBezTo>
                <a:cubicBezTo>
                  <a:pt x="235403" y="338848"/>
                  <a:pt x="236065" y="336834"/>
                  <a:pt x="236083" y="335801"/>
                </a:cubicBezTo>
                <a:close/>
                <a:moveTo>
                  <a:pt x="325207" y="340366"/>
                </a:moveTo>
                <a:cubicBezTo>
                  <a:pt x="326514" y="339519"/>
                  <a:pt x="326373" y="339324"/>
                  <a:pt x="324457" y="339307"/>
                </a:cubicBezTo>
                <a:cubicBezTo>
                  <a:pt x="321570" y="339289"/>
                  <a:pt x="316625" y="337135"/>
                  <a:pt x="316625" y="335899"/>
                </a:cubicBezTo>
                <a:cubicBezTo>
                  <a:pt x="316625" y="334415"/>
                  <a:pt x="313755" y="334883"/>
                  <a:pt x="312325" y="336614"/>
                </a:cubicBezTo>
                <a:cubicBezTo>
                  <a:pt x="311204" y="337965"/>
                  <a:pt x="311398" y="338221"/>
                  <a:pt x="313535" y="338238"/>
                </a:cubicBezTo>
                <a:cubicBezTo>
                  <a:pt x="314939" y="338247"/>
                  <a:pt x="317296" y="338918"/>
                  <a:pt x="318771" y="339739"/>
                </a:cubicBezTo>
                <a:cubicBezTo>
                  <a:pt x="322090" y="341585"/>
                  <a:pt x="323168" y="341691"/>
                  <a:pt x="325207" y="340366"/>
                </a:cubicBezTo>
                <a:close/>
                <a:moveTo>
                  <a:pt x="207051" y="338874"/>
                </a:moveTo>
                <a:cubicBezTo>
                  <a:pt x="207731" y="338053"/>
                  <a:pt x="209718" y="336790"/>
                  <a:pt x="211457" y="336066"/>
                </a:cubicBezTo>
                <a:cubicBezTo>
                  <a:pt x="213205" y="335342"/>
                  <a:pt x="214371" y="334327"/>
                  <a:pt x="214044" y="333806"/>
                </a:cubicBezTo>
                <a:cubicBezTo>
                  <a:pt x="213267" y="332552"/>
                  <a:pt x="208517" y="332579"/>
                  <a:pt x="207731" y="333841"/>
                </a:cubicBezTo>
                <a:cubicBezTo>
                  <a:pt x="207396" y="334389"/>
                  <a:pt x="205674" y="335148"/>
                  <a:pt x="203917" y="335537"/>
                </a:cubicBezTo>
                <a:cubicBezTo>
                  <a:pt x="199069" y="336605"/>
                  <a:pt x="199758" y="339245"/>
                  <a:pt x="205135" y="340243"/>
                </a:cubicBezTo>
                <a:cubicBezTo>
                  <a:pt x="205506" y="340313"/>
                  <a:pt x="206371" y="339695"/>
                  <a:pt x="207051" y="338874"/>
                </a:cubicBezTo>
                <a:close/>
                <a:moveTo>
                  <a:pt x="135744" y="336543"/>
                </a:moveTo>
                <a:cubicBezTo>
                  <a:pt x="139612" y="332676"/>
                  <a:pt x="138243" y="331625"/>
                  <a:pt x="132839" y="334300"/>
                </a:cubicBezTo>
                <a:cubicBezTo>
                  <a:pt x="129679" y="335872"/>
                  <a:pt x="128840" y="336684"/>
                  <a:pt x="130138" y="336940"/>
                </a:cubicBezTo>
                <a:cubicBezTo>
                  <a:pt x="131171" y="337144"/>
                  <a:pt x="132018" y="337753"/>
                  <a:pt x="132018" y="338300"/>
                </a:cubicBezTo>
                <a:cubicBezTo>
                  <a:pt x="132018" y="339863"/>
                  <a:pt x="132787" y="339501"/>
                  <a:pt x="135744" y="336543"/>
                </a:cubicBezTo>
                <a:close/>
                <a:moveTo>
                  <a:pt x="305685" y="336578"/>
                </a:moveTo>
                <a:cubicBezTo>
                  <a:pt x="305350" y="336252"/>
                  <a:pt x="304749" y="336843"/>
                  <a:pt x="304343" y="337903"/>
                </a:cubicBezTo>
                <a:cubicBezTo>
                  <a:pt x="303769" y="339439"/>
                  <a:pt x="303884" y="339554"/>
                  <a:pt x="304952" y="338503"/>
                </a:cubicBezTo>
                <a:cubicBezTo>
                  <a:pt x="305685" y="337779"/>
                  <a:pt x="306012" y="336914"/>
                  <a:pt x="305685" y="336578"/>
                </a:cubicBezTo>
                <a:close/>
                <a:moveTo>
                  <a:pt x="169005" y="326495"/>
                </a:moveTo>
                <a:cubicBezTo>
                  <a:pt x="169941" y="324676"/>
                  <a:pt x="171362" y="323193"/>
                  <a:pt x="172157" y="323193"/>
                </a:cubicBezTo>
                <a:cubicBezTo>
                  <a:pt x="173773" y="323193"/>
                  <a:pt x="175230" y="328729"/>
                  <a:pt x="174267" y="331228"/>
                </a:cubicBezTo>
                <a:cubicBezTo>
                  <a:pt x="173914" y="332155"/>
                  <a:pt x="174232" y="332852"/>
                  <a:pt x="175018" y="332852"/>
                </a:cubicBezTo>
                <a:cubicBezTo>
                  <a:pt x="175768" y="332852"/>
                  <a:pt x="177216" y="333603"/>
                  <a:pt x="178232" y="334521"/>
                </a:cubicBezTo>
                <a:cubicBezTo>
                  <a:pt x="179936" y="336066"/>
                  <a:pt x="180236" y="335660"/>
                  <a:pt x="182399" y="328888"/>
                </a:cubicBezTo>
                <a:cubicBezTo>
                  <a:pt x="183680" y="324871"/>
                  <a:pt x="184960" y="321074"/>
                  <a:pt x="185225" y="320438"/>
                </a:cubicBezTo>
                <a:cubicBezTo>
                  <a:pt x="185534" y="319732"/>
                  <a:pt x="180360" y="318372"/>
                  <a:pt x="171477" y="316827"/>
                </a:cubicBezTo>
                <a:cubicBezTo>
                  <a:pt x="149589" y="313030"/>
                  <a:pt x="150649" y="313119"/>
                  <a:pt x="149872" y="315141"/>
                </a:cubicBezTo>
                <a:cubicBezTo>
                  <a:pt x="149368" y="316465"/>
                  <a:pt x="150039" y="317260"/>
                  <a:pt x="152423" y="318160"/>
                </a:cubicBezTo>
                <a:cubicBezTo>
                  <a:pt x="155805" y="319440"/>
                  <a:pt x="157756" y="323732"/>
                  <a:pt x="157765" y="329903"/>
                </a:cubicBezTo>
                <a:cubicBezTo>
                  <a:pt x="157774" y="332111"/>
                  <a:pt x="158304" y="332852"/>
                  <a:pt x="159867" y="332852"/>
                </a:cubicBezTo>
                <a:cubicBezTo>
                  <a:pt x="161023" y="332852"/>
                  <a:pt x="162833" y="334009"/>
                  <a:pt x="163893" y="335422"/>
                </a:cubicBezTo>
                <a:lnTo>
                  <a:pt x="165826" y="338000"/>
                </a:lnTo>
                <a:lnTo>
                  <a:pt x="166559" y="333894"/>
                </a:lnTo>
                <a:cubicBezTo>
                  <a:pt x="166965" y="331643"/>
                  <a:pt x="168060" y="328314"/>
                  <a:pt x="169005" y="326495"/>
                </a:cubicBezTo>
                <a:close/>
                <a:moveTo>
                  <a:pt x="116796" y="332932"/>
                </a:moveTo>
                <a:cubicBezTo>
                  <a:pt x="116735" y="328694"/>
                  <a:pt x="116576" y="328597"/>
                  <a:pt x="112161" y="330212"/>
                </a:cubicBezTo>
                <a:cubicBezTo>
                  <a:pt x="110157" y="330954"/>
                  <a:pt x="110192" y="331051"/>
                  <a:pt x="112699" y="331713"/>
                </a:cubicBezTo>
                <a:cubicBezTo>
                  <a:pt x="114174" y="332102"/>
                  <a:pt x="115445" y="333117"/>
                  <a:pt x="115525" y="333974"/>
                </a:cubicBezTo>
                <a:cubicBezTo>
                  <a:pt x="115772" y="336667"/>
                  <a:pt x="115905" y="337144"/>
                  <a:pt x="116381" y="337144"/>
                </a:cubicBezTo>
                <a:cubicBezTo>
                  <a:pt x="116646" y="337144"/>
                  <a:pt x="116832" y="335254"/>
                  <a:pt x="116796" y="332932"/>
                </a:cubicBezTo>
                <a:close/>
                <a:moveTo>
                  <a:pt x="355625" y="334521"/>
                </a:moveTo>
                <a:cubicBezTo>
                  <a:pt x="355960" y="333665"/>
                  <a:pt x="358062" y="331996"/>
                  <a:pt x="360304" y="330822"/>
                </a:cubicBezTo>
                <a:lnTo>
                  <a:pt x="364384" y="328676"/>
                </a:lnTo>
                <a:lnTo>
                  <a:pt x="358477" y="329294"/>
                </a:lnTo>
                <a:cubicBezTo>
                  <a:pt x="355236" y="329630"/>
                  <a:pt x="352146" y="330301"/>
                  <a:pt x="351616" y="330786"/>
                </a:cubicBezTo>
                <a:cubicBezTo>
                  <a:pt x="351086" y="331263"/>
                  <a:pt x="351696" y="331387"/>
                  <a:pt x="352958" y="331060"/>
                </a:cubicBezTo>
                <a:cubicBezTo>
                  <a:pt x="355537" y="330380"/>
                  <a:pt x="356146" y="332614"/>
                  <a:pt x="353974" y="334786"/>
                </a:cubicBezTo>
                <a:cubicBezTo>
                  <a:pt x="353108" y="335651"/>
                  <a:pt x="353073" y="336075"/>
                  <a:pt x="353859" y="336075"/>
                </a:cubicBezTo>
                <a:cubicBezTo>
                  <a:pt x="354504" y="336075"/>
                  <a:pt x="355298" y="335369"/>
                  <a:pt x="355625" y="334521"/>
                </a:cubicBezTo>
                <a:close/>
                <a:moveTo>
                  <a:pt x="23610" y="331908"/>
                </a:moveTo>
                <a:cubicBezTo>
                  <a:pt x="23610" y="331387"/>
                  <a:pt x="22648" y="330707"/>
                  <a:pt x="21464" y="330398"/>
                </a:cubicBezTo>
                <a:cubicBezTo>
                  <a:pt x="20069" y="330027"/>
                  <a:pt x="19319" y="330362"/>
                  <a:pt x="19319" y="331343"/>
                </a:cubicBezTo>
                <a:cubicBezTo>
                  <a:pt x="19319" y="332173"/>
                  <a:pt x="20281" y="332852"/>
                  <a:pt x="21464" y="332852"/>
                </a:cubicBezTo>
                <a:cubicBezTo>
                  <a:pt x="22648" y="332852"/>
                  <a:pt x="23610" y="332429"/>
                  <a:pt x="23610" y="331908"/>
                </a:cubicBezTo>
                <a:close/>
                <a:moveTo>
                  <a:pt x="91217" y="327449"/>
                </a:moveTo>
                <a:cubicBezTo>
                  <a:pt x="90043" y="324473"/>
                  <a:pt x="89081" y="321877"/>
                  <a:pt x="89081" y="321665"/>
                </a:cubicBezTo>
                <a:cubicBezTo>
                  <a:pt x="89081" y="321462"/>
                  <a:pt x="87889" y="321065"/>
                  <a:pt x="86423" y="320791"/>
                </a:cubicBezTo>
                <a:lnTo>
                  <a:pt x="83765" y="320279"/>
                </a:lnTo>
                <a:lnTo>
                  <a:pt x="86962" y="323917"/>
                </a:lnTo>
                <a:cubicBezTo>
                  <a:pt x="88719" y="325921"/>
                  <a:pt x="90158" y="328756"/>
                  <a:pt x="90158" y="330204"/>
                </a:cubicBezTo>
                <a:cubicBezTo>
                  <a:pt x="90158" y="331828"/>
                  <a:pt x="90776" y="332852"/>
                  <a:pt x="91747" y="332852"/>
                </a:cubicBezTo>
                <a:cubicBezTo>
                  <a:pt x="93089" y="332852"/>
                  <a:pt x="93001" y="331987"/>
                  <a:pt x="91217" y="327449"/>
                </a:cubicBezTo>
                <a:close/>
                <a:moveTo>
                  <a:pt x="148371" y="328032"/>
                </a:moveTo>
                <a:cubicBezTo>
                  <a:pt x="147028" y="324420"/>
                  <a:pt x="146357" y="323608"/>
                  <a:pt x="145678" y="324818"/>
                </a:cubicBezTo>
                <a:cubicBezTo>
                  <a:pt x="145112" y="325833"/>
                  <a:pt x="145474" y="327608"/>
                  <a:pt x="146675" y="329638"/>
                </a:cubicBezTo>
                <a:cubicBezTo>
                  <a:pt x="149492" y="334406"/>
                  <a:pt x="150410" y="333532"/>
                  <a:pt x="148371" y="328032"/>
                </a:cubicBezTo>
                <a:close/>
                <a:moveTo>
                  <a:pt x="222538" y="321198"/>
                </a:moveTo>
                <a:cubicBezTo>
                  <a:pt x="219077" y="314319"/>
                  <a:pt x="218035" y="313048"/>
                  <a:pt x="216040" y="313330"/>
                </a:cubicBezTo>
                <a:cubicBezTo>
                  <a:pt x="214733" y="313507"/>
                  <a:pt x="212623" y="313092"/>
                  <a:pt x="211342" y="312412"/>
                </a:cubicBezTo>
                <a:cubicBezTo>
                  <a:pt x="209515" y="311432"/>
                  <a:pt x="208826" y="311476"/>
                  <a:pt x="208102" y="312615"/>
                </a:cubicBezTo>
                <a:cubicBezTo>
                  <a:pt x="206654" y="314893"/>
                  <a:pt x="206989" y="316076"/>
                  <a:pt x="208676" y="314673"/>
                </a:cubicBezTo>
                <a:cubicBezTo>
                  <a:pt x="211740" y="312130"/>
                  <a:pt x="223792" y="326142"/>
                  <a:pt x="221602" y="329691"/>
                </a:cubicBezTo>
                <a:cubicBezTo>
                  <a:pt x="221249" y="330257"/>
                  <a:pt x="222079" y="331148"/>
                  <a:pt x="223448" y="331660"/>
                </a:cubicBezTo>
                <a:cubicBezTo>
                  <a:pt x="227386" y="333135"/>
                  <a:pt x="227138" y="330327"/>
                  <a:pt x="222538" y="321198"/>
                </a:cubicBezTo>
                <a:close/>
                <a:moveTo>
                  <a:pt x="304758" y="326213"/>
                </a:moveTo>
                <a:cubicBezTo>
                  <a:pt x="305756" y="321577"/>
                  <a:pt x="305685" y="320385"/>
                  <a:pt x="304343" y="319043"/>
                </a:cubicBezTo>
                <a:cubicBezTo>
                  <a:pt x="302922" y="317622"/>
                  <a:pt x="302772" y="317975"/>
                  <a:pt x="302966" y="322195"/>
                </a:cubicBezTo>
                <a:cubicBezTo>
                  <a:pt x="303098" y="324809"/>
                  <a:pt x="302807" y="328040"/>
                  <a:pt x="302321" y="329365"/>
                </a:cubicBezTo>
                <a:cubicBezTo>
                  <a:pt x="301792" y="330822"/>
                  <a:pt x="301871" y="331784"/>
                  <a:pt x="302507" y="331784"/>
                </a:cubicBezTo>
                <a:cubicBezTo>
                  <a:pt x="303089" y="331784"/>
                  <a:pt x="304105" y="329276"/>
                  <a:pt x="304758" y="326213"/>
                </a:cubicBezTo>
                <a:close/>
                <a:moveTo>
                  <a:pt x="315733" y="324014"/>
                </a:moveTo>
                <a:cubicBezTo>
                  <a:pt x="318488" y="320138"/>
                  <a:pt x="317587" y="320244"/>
                  <a:pt x="313570" y="324270"/>
                </a:cubicBezTo>
                <a:cubicBezTo>
                  <a:pt x="311795" y="326036"/>
                  <a:pt x="310789" y="327484"/>
                  <a:pt x="311336" y="327484"/>
                </a:cubicBezTo>
                <a:cubicBezTo>
                  <a:pt x="311884" y="327484"/>
                  <a:pt x="312396" y="328570"/>
                  <a:pt x="312475" y="329903"/>
                </a:cubicBezTo>
                <a:cubicBezTo>
                  <a:pt x="312608" y="332146"/>
                  <a:pt x="312652" y="332128"/>
                  <a:pt x="313120" y="329647"/>
                </a:cubicBezTo>
                <a:cubicBezTo>
                  <a:pt x="313393" y="328182"/>
                  <a:pt x="314568" y="325648"/>
                  <a:pt x="315733" y="324014"/>
                </a:cubicBezTo>
                <a:close/>
                <a:moveTo>
                  <a:pt x="133290" y="327449"/>
                </a:moveTo>
                <a:cubicBezTo>
                  <a:pt x="136380" y="326866"/>
                  <a:pt x="139338" y="325965"/>
                  <a:pt x="139850" y="325453"/>
                </a:cubicBezTo>
                <a:cubicBezTo>
                  <a:pt x="140362" y="324941"/>
                  <a:pt x="138808" y="325047"/>
                  <a:pt x="136407" y="325683"/>
                </a:cubicBezTo>
                <a:cubicBezTo>
                  <a:pt x="133122" y="326557"/>
                  <a:pt x="131709" y="326539"/>
                  <a:pt x="130756" y="325586"/>
                </a:cubicBezTo>
                <a:cubicBezTo>
                  <a:pt x="128125" y="322955"/>
                  <a:pt x="136901" y="316756"/>
                  <a:pt x="143249" y="316756"/>
                </a:cubicBezTo>
                <a:cubicBezTo>
                  <a:pt x="144839" y="316756"/>
                  <a:pt x="145969" y="316138"/>
                  <a:pt x="145969" y="315282"/>
                </a:cubicBezTo>
                <a:cubicBezTo>
                  <a:pt x="145969" y="314134"/>
                  <a:pt x="144971" y="314002"/>
                  <a:pt x="141404" y="314664"/>
                </a:cubicBezTo>
                <a:cubicBezTo>
                  <a:pt x="134385" y="315988"/>
                  <a:pt x="130941" y="317595"/>
                  <a:pt x="130941" y="319573"/>
                </a:cubicBezTo>
                <a:cubicBezTo>
                  <a:pt x="130941" y="320571"/>
                  <a:pt x="129043" y="323184"/>
                  <a:pt x="126721" y="325400"/>
                </a:cubicBezTo>
                <a:cubicBezTo>
                  <a:pt x="122491" y="329418"/>
                  <a:pt x="121962" y="331563"/>
                  <a:pt x="125688" y="329577"/>
                </a:cubicBezTo>
                <a:cubicBezTo>
                  <a:pt x="126774" y="328994"/>
                  <a:pt x="130199" y="328032"/>
                  <a:pt x="133290" y="327449"/>
                </a:cubicBezTo>
                <a:close/>
                <a:moveTo>
                  <a:pt x="98281" y="325339"/>
                </a:moveTo>
                <a:cubicBezTo>
                  <a:pt x="99358" y="325339"/>
                  <a:pt x="99817" y="324058"/>
                  <a:pt x="99817" y="321047"/>
                </a:cubicBezTo>
                <a:cubicBezTo>
                  <a:pt x="99817" y="315882"/>
                  <a:pt x="98193" y="315379"/>
                  <a:pt x="97213" y="320244"/>
                </a:cubicBezTo>
                <a:cubicBezTo>
                  <a:pt x="96330" y="324650"/>
                  <a:pt x="95650" y="329718"/>
                  <a:pt x="96277" y="327219"/>
                </a:cubicBezTo>
                <a:cubicBezTo>
                  <a:pt x="96533" y="326186"/>
                  <a:pt x="97433" y="325339"/>
                  <a:pt x="98281" y="325339"/>
                </a:cubicBezTo>
                <a:close/>
                <a:moveTo>
                  <a:pt x="210168" y="323520"/>
                </a:moveTo>
                <a:cubicBezTo>
                  <a:pt x="206371" y="315997"/>
                  <a:pt x="206451" y="316068"/>
                  <a:pt x="205824" y="319379"/>
                </a:cubicBezTo>
                <a:cubicBezTo>
                  <a:pt x="205427" y="321436"/>
                  <a:pt x="206195" y="323025"/>
                  <a:pt x="208958" y="325868"/>
                </a:cubicBezTo>
                <a:cubicBezTo>
                  <a:pt x="210972" y="327943"/>
                  <a:pt x="212755" y="329630"/>
                  <a:pt x="212932" y="329630"/>
                </a:cubicBezTo>
                <a:cubicBezTo>
                  <a:pt x="213108" y="329630"/>
                  <a:pt x="211863" y="326884"/>
                  <a:pt x="210168" y="323520"/>
                </a:cubicBezTo>
                <a:close/>
                <a:moveTo>
                  <a:pt x="243517" y="326142"/>
                </a:moveTo>
                <a:cubicBezTo>
                  <a:pt x="244585" y="322955"/>
                  <a:pt x="244541" y="322831"/>
                  <a:pt x="243084" y="324738"/>
                </a:cubicBezTo>
                <a:cubicBezTo>
                  <a:pt x="242210" y="325886"/>
                  <a:pt x="241495" y="327458"/>
                  <a:pt x="241495" y="328226"/>
                </a:cubicBezTo>
                <a:cubicBezTo>
                  <a:pt x="241495" y="330619"/>
                  <a:pt x="242299" y="329789"/>
                  <a:pt x="243517" y="326142"/>
                </a:cubicBezTo>
                <a:close/>
                <a:moveTo>
                  <a:pt x="294587" y="328499"/>
                </a:moveTo>
                <a:cubicBezTo>
                  <a:pt x="294198" y="327881"/>
                  <a:pt x="293324" y="327572"/>
                  <a:pt x="292644" y="327820"/>
                </a:cubicBezTo>
                <a:cubicBezTo>
                  <a:pt x="291955" y="328067"/>
                  <a:pt x="290552" y="327837"/>
                  <a:pt x="289519" y="327308"/>
                </a:cubicBezTo>
                <a:cubicBezTo>
                  <a:pt x="288132" y="326592"/>
                  <a:pt x="287647" y="326760"/>
                  <a:pt x="287647" y="327987"/>
                </a:cubicBezTo>
                <a:cubicBezTo>
                  <a:pt x="287647" y="329162"/>
                  <a:pt x="288742" y="329630"/>
                  <a:pt x="291461" y="329630"/>
                </a:cubicBezTo>
                <a:cubicBezTo>
                  <a:pt x="293863" y="329630"/>
                  <a:pt x="295019" y="329215"/>
                  <a:pt x="294587" y="328499"/>
                </a:cubicBezTo>
                <a:close/>
                <a:moveTo>
                  <a:pt x="351334" y="325515"/>
                </a:moveTo>
                <a:cubicBezTo>
                  <a:pt x="354874" y="321895"/>
                  <a:pt x="355157" y="321224"/>
                  <a:pt x="353700" y="320014"/>
                </a:cubicBezTo>
                <a:cubicBezTo>
                  <a:pt x="352314" y="318867"/>
                  <a:pt x="352040" y="318937"/>
                  <a:pt x="352040" y="320482"/>
                </a:cubicBezTo>
                <a:cubicBezTo>
                  <a:pt x="352040" y="321507"/>
                  <a:pt x="350398" y="323979"/>
                  <a:pt x="348394" y="325983"/>
                </a:cubicBezTo>
                <a:cubicBezTo>
                  <a:pt x="346380" y="327987"/>
                  <a:pt x="345321" y="329630"/>
                  <a:pt x="346027" y="329630"/>
                </a:cubicBezTo>
                <a:cubicBezTo>
                  <a:pt x="346734" y="329630"/>
                  <a:pt x="349118" y="327775"/>
                  <a:pt x="351334" y="325515"/>
                </a:cubicBezTo>
                <a:close/>
                <a:moveTo>
                  <a:pt x="55635" y="327466"/>
                </a:moveTo>
                <a:lnTo>
                  <a:pt x="64932" y="327449"/>
                </a:lnTo>
                <a:lnTo>
                  <a:pt x="61427" y="325206"/>
                </a:lnTo>
                <a:cubicBezTo>
                  <a:pt x="59034" y="323679"/>
                  <a:pt x="57498" y="323290"/>
                  <a:pt x="56597" y="324005"/>
                </a:cubicBezTo>
                <a:cubicBezTo>
                  <a:pt x="54425" y="325709"/>
                  <a:pt x="50151" y="326336"/>
                  <a:pt x="46231" y="325515"/>
                </a:cubicBezTo>
                <a:cubicBezTo>
                  <a:pt x="41384" y="324500"/>
                  <a:pt x="40801" y="322328"/>
                  <a:pt x="44969" y="320756"/>
                </a:cubicBezTo>
                <a:cubicBezTo>
                  <a:pt x="46805" y="320067"/>
                  <a:pt x="48297" y="319158"/>
                  <a:pt x="48297" y="318725"/>
                </a:cubicBezTo>
                <a:cubicBezTo>
                  <a:pt x="48297" y="317101"/>
                  <a:pt x="45984" y="316624"/>
                  <a:pt x="44412" y="317931"/>
                </a:cubicBezTo>
                <a:cubicBezTo>
                  <a:pt x="42620" y="319423"/>
                  <a:pt x="34629" y="319361"/>
                  <a:pt x="30594" y="317825"/>
                </a:cubicBezTo>
                <a:cubicBezTo>
                  <a:pt x="28466" y="317021"/>
                  <a:pt x="28069" y="317189"/>
                  <a:pt x="28201" y="318849"/>
                </a:cubicBezTo>
                <a:cubicBezTo>
                  <a:pt x="28298" y="320138"/>
                  <a:pt x="29685" y="321242"/>
                  <a:pt x="32166" y="321983"/>
                </a:cubicBezTo>
                <a:cubicBezTo>
                  <a:pt x="34267" y="322610"/>
                  <a:pt x="37658" y="324358"/>
                  <a:pt x="39697" y="325868"/>
                </a:cubicBezTo>
                <a:cubicBezTo>
                  <a:pt x="41737" y="327369"/>
                  <a:pt x="44068" y="328358"/>
                  <a:pt x="44871" y="328049"/>
                </a:cubicBezTo>
                <a:cubicBezTo>
                  <a:pt x="45675" y="327740"/>
                  <a:pt x="50513" y="327475"/>
                  <a:pt x="55635" y="327466"/>
                </a:cubicBezTo>
                <a:close/>
                <a:moveTo>
                  <a:pt x="68013" y="316359"/>
                </a:moveTo>
                <a:cubicBezTo>
                  <a:pt x="65859" y="310646"/>
                  <a:pt x="63961" y="306108"/>
                  <a:pt x="63802" y="306267"/>
                </a:cubicBezTo>
                <a:cubicBezTo>
                  <a:pt x="63643" y="306426"/>
                  <a:pt x="63908" y="308722"/>
                  <a:pt x="64393" y="311370"/>
                </a:cubicBezTo>
                <a:cubicBezTo>
                  <a:pt x="64897" y="314116"/>
                  <a:pt x="64853" y="316968"/>
                  <a:pt x="64296" y="318010"/>
                </a:cubicBezTo>
                <a:cubicBezTo>
                  <a:pt x="63766" y="319017"/>
                  <a:pt x="63325" y="320270"/>
                  <a:pt x="63325" y="320809"/>
                </a:cubicBezTo>
                <a:cubicBezTo>
                  <a:pt x="63325" y="321833"/>
                  <a:pt x="71015" y="327670"/>
                  <a:pt x="71598" y="327078"/>
                </a:cubicBezTo>
                <a:cubicBezTo>
                  <a:pt x="71784" y="326893"/>
                  <a:pt x="70177" y="322072"/>
                  <a:pt x="68013" y="316359"/>
                </a:cubicBezTo>
                <a:close/>
                <a:moveTo>
                  <a:pt x="205003" y="326354"/>
                </a:moveTo>
                <a:cubicBezTo>
                  <a:pt x="205003" y="325727"/>
                  <a:pt x="204517" y="325515"/>
                  <a:pt x="203926" y="325877"/>
                </a:cubicBezTo>
                <a:cubicBezTo>
                  <a:pt x="203334" y="326239"/>
                  <a:pt x="202848" y="326751"/>
                  <a:pt x="202848" y="327016"/>
                </a:cubicBezTo>
                <a:cubicBezTo>
                  <a:pt x="202848" y="327272"/>
                  <a:pt x="203334" y="327484"/>
                  <a:pt x="203926" y="327484"/>
                </a:cubicBezTo>
                <a:cubicBezTo>
                  <a:pt x="204517" y="327484"/>
                  <a:pt x="205003" y="326972"/>
                  <a:pt x="205003" y="326354"/>
                </a:cubicBezTo>
                <a:close/>
                <a:moveTo>
                  <a:pt x="120646" y="321586"/>
                </a:moveTo>
                <a:cubicBezTo>
                  <a:pt x="122315" y="319034"/>
                  <a:pt x="122297" y="318902"/>
                  <a:pt x="120275" y="318902"/>
                </a:cubicBezTo>
                <a:cubicBezTo>
                  <a:pt x="118456" y="318902"/>
                  <a:pt x="115913" y="321674"/>
                  <a:pt x="115913" y="323661"/>
                </a:cubicBezTo>
                <a:cubicBezTo>
                  <a:pt x="115913" y="325339"/>
                  <a:pt x="119101" y="323935"/>
                  <a:pt x="120646" y="321586"/>
                </a:cubicBezTo>
                <a:close/>
                <a:moveTo>
                  <a:pt x="297562" y="321613"/>
                </a:moveTo>
                <a:cubicBezTo>
                  <a:pt x="297836" y="320156"/>
                  <a:pt x="297651" y="319220"/>
                  <a:pt x="297147" y="319538"/>
                </a:cubicBezTo>
                <a:cubicBezTo>
                  <a:pt x="296255" y="320085"/>
                  <a:pt x="295814" y="324270"/>
                  <a:pt x="296644" y="324270"/>
                </a:cubicBezTo>
                <a:cubicBezTo>
                  <a:pt x="296865" y="324270"/>
                  <a:pt x="297280" y="323078"/>
                  <a:pt x="297562" y="321613"/>
                </a:cubicBezTo>
                <a:close/>
                <a:moveTo>
                  <a:pt x="80172" y="316968"/>
                </a:moveTo>
                <a:cubicBezTo>
                  <a:pt x="77143" y="313816"/>
                  <a:pt x="76322" y="310311"/>
                  <a:pt x="78618" y="310320"/>
                </a:cubicBezTo>
                <a:cubicBezTo>
                  <a:pt x="79359" y="310328"/>
                  <a:pt x="81364" y="311061"/>
                  <a:pt x="83068" y="311953"/>
                </a:cubicBezTo>
                <a:cubicBezTo>
                  <a:pt x="87394" y="314205"/>
                  <a:pt x="87791" y="313136"/>
                  <a:pt x="83977" y="309560"/>
                </a:cubicBezTo>
                <a:cubicBezTo>
                  <a:pt x="80216" y="306037"/>
                  <a:pt x="77982" y="302117"/>
                  <a:pt x="78900" y="300634"/>
                </a:cubicBezTo>
                <a:cubicBezTo>
                  <a:pt x="80013" y="298833"/>
                  <a:pt x="81673" y="299459"/>
                  <a:pt x="84895" y="302912"/>
                </a:cubicBezTo>
                <a:cubicBezTo>
                  <a:pt x="86732" y="304881"/>
                  <a:pt x="88012" y="305622"/>
                  <a:pt x="88012" y="304731"/>
                </a:cubicBezTo>
                <a:cubicBezTo>
                  <a:pt x="88012" y="303892"/>
                  <a:pt x="89054" y="302082"/>
                  <a:pt x="90334" y="300713"/>
                </a:cubicBezTo>
                <a:cubicBezTo>
                  <a:pt x="92427" y="298462"/>
                  <a:pt x="92780" y="298391"/>
                  <a:pt x="93928" y="299954"/>
                </a:cubicBezTo>
                <a:cubicBezTo>
                  <a:pt x="95049" y="301490"/>
                  <a:pt x="95341" y="301367"/>
                  <a:pt x="96471" y="298886"/>
                </a:cubicBezTo>
                <a:cubicBezTo>
                  <a:pt x="98025" y="295477"/>
                  <a:pt x="97213" y="294391"/>
                  <a:pt x="94414" y="296131"/>
                </a:cubicBezTo>
                <a:cubicBezTo>
                  <a:pt x="92233" y="297499"/>
                  <a:pt x="84030" y="297897"/>
                  <a:pt x="81125" y="296784"/>
                </a:cubicBezTo>
                <a:cubicBezTo>
                  <a:pt x="80189" y="296422"/>
                  <a:pt x="79421" y="295451"/>
                  <a:pt x="79421" y="294612"/>
                </a:cubicBezTo>
                <a:cubicBezTo>
                  <a:pt x="79421" y="292016"/>
                  <a:pt x="84860" y="290762"/>
                  <a:pt x="93381" y="291381"/>
                </a:cubicBezTo>
                <a:cubicBezTo>
                  <a:pt x="101115" y="291946"/>
                  <a:pt x="101239" y="291919"/>
                  <a:pt x="96594" y="290674"/>
                </a:cubicBezTo>
                <a:cubicBezTo>
                  <a:pt x="90493" y="289050"/>
                  <a:pt x="90281" y="286666"/>
                  <a:pt x="96056" y="284758"/>
                </a:cubicBezTo>
                <a:cubicBezTo>
                  <a:pt x="99950" y="283469"/>
                  <a:pt x="103005" y="283452"/>
                  <a:pt x="107199" y="284661"/>
                </a:cubicBezTo>
                <a:cubicBezTo>
                  <a:pt x="108011" y="284900"/>
                  <a:pt x="108867" y="284547"/>
                  <a:pt x="109115" y="283884"/>
                </a:cubicBezTo>
                <a:cubicBezTo>
                  <a:pt x="109680" y="282374"/>
                  <a:pt x="106042" y="281368"/>
                  <a:pt x="99941" y="281350"/>
                </a:cubicBezTo>
                <a:cubicBezTo>
                  <a:pt x="96321" y="281341"/>
                  <a:pt x="94670" y="281942"/>
                  <a:pt x="92824" y="283937"/>
                </a:cubicBezTo>
                <a:cubicBezTo>
                  <a:pt x="88516" y="288582"/>
                  <a:pt x="76702" y="290533"/>
                  <a:pt x="79130" y="286198"/>
                </a:cubicBezTo>
                <a:cubicBezTo>
                  <a:pt x="79615" y="285315"/>
                  <a:pt x="81673" y="283381"/>
                  <a:pt x="83686" y="281898"/>
                </a:cubicBezTo>
                <a:lnTo>
                  <a:pt x="87350" y="279187"/>
                </a:lnTo>
                <a:lnTo>
                  <a:pt x="84136" y="279187"/>
                </a:lnTo>
                <a:cubicBezTo>
                  <a:pt x="82370" y="279187"/>
                  <a:pt x="80463" y="279646"/>
                  <a:pt x="79907" y="280211"/>
                </a:cubicBezTo>
                <a:cubicBezTo>
                  <a:pt x="79342" y="280768"/>
                  <a:pt x="76843" y="281553"/>
                  <a:pt x="74344" y="281951"/>
                </a:cubicBezTo>
                <a:cubicBezTo>
                  <a:pt x="70609" y="282551"/>
                  <a:pt x="69673" y="282348"/>
                  <a:pt x="69091" y="280829"/>
                </a:cubicBezTo>
                <a:cubicBezTo>
                  <a:pt x="68217" y="278551"/>
                  <a:pt x="70035" y="277262"/>
                  <a:pt x="75377" y="276370"/>
                </a:cubicBezTo>
                <a:lnTo>
                  <a:pt x="79386" y="275699"/>
                </a:lnTo>
                <a:lnTo>
                  <a:pt x="76719" y="272530"/>
                </a:lnTo>
                <a:cubicBezTo>
                  <a:pt x="73956" y="269245"/>
                  <a:pt x="73161" y="265237"/>
                  <a:pt x="75271" y="265237"/>
                </a:cubicBezTo>
                <a:cubicBezTo>
                  <a:pt x="75942" y="265237"/>
                  <a:pt x="78238" y="266314"/>
                  <a:pt x="80366" y="267638"/>
                </a:cubicBezTo>
                <a:cubicBezTo>
                  <a:pt x="82503" y="268954"/>
                  <a:pt x="85743" y="270040"/>
                  <a:pt x="87562" y="270049"/>
                </a:cubicBezTo>
                <a:lnTo>
                  <a:pt x="90873" y="270066"/>
                </a:lnTo>
                <a:lnTo>
                  <a:pt x="88904" y="266843"/>
                </a:lnTo>
                <a:cubicBezTo>
                  <a:pt x="85178" y="260733"/>
                  <a:pt x="87324" y="256036"/>
                  <a:pt x="91659" y="260831"/>
                </a:cubicBezTo>
                <a:cubicBezTo>
                  <a:pt x="92736" y="262014"/>
                  <a:pt x="94352" y="262632"/>
                  <a:pt x="95553" y="262323"/>
                </a:cubicBezTo>
                <a:cubicBezTo>
                  <a:pt x="96683" y="262023"/>
                  <a:pt x="99067" y="262296"/>
                  <a:pt x="100859" y="262914"/>
                </a:cubicBezTo>
                <a:cubicBezTo>
                  <a:pt x="105548" y="264557"/>
                  <a:pt x="105080" y="262959"/>
                  <a:pt x="98193" y="253811"/>
                </a:cubicBezTo>
                <a:cubicBezTo>
                  <a:pt x="94096" y="248363"/>
                  <a:pt x="91376" y="245759"/>
                  <a:pt x="89337" y="245326"/>
                </a:cubicBezTo>
                <a:cubicBezTo>
                  <a:pt x="87721" y="244982"/>
                  <a:pt x="85346" y="244275"/>
                  <a:pt x="84065" y="243754"/>
                </a:cubicBezTo>
                <a:cubicBezTo>
                  <a:pt x="81496" y="242721"/>
                  <a:pt x="78282" y="245088"/>
                  <a:pt x="80445" y="246421"/>
                </a:cubicBezTo>
                <a:cubicBezTo>
                  <a:pt x="83156" y="248099"/>
                  <a:pt x="80896" y="259868"/>
                  <a:pt x="77858" y="259868"/>
                </a:cubicBezTo>
                <a:cubicBezTo>
                  <a:pt x="76313" y="259868"/>
                  <a:pt x="75642" y="258226"/>
                  <a:pt x="74812" y="252354"/>
                </a:cubicBezTo>
                <a:cubicBezTo>
                  <a:pt x="74406" y="249467"/>
                  <a:pt x="73673" y="250562"/>
                  <a:pt x="72534" y="255763"/>
                </a:cubicBezTo>
                <a:cubicBezTo>
                  <a:pt x="71280" y="261537"/>
                  <a:pt x="63325" y="268256"/>
                  <a:pt x="63325" y="263541"/>
                </a:cubicBezTo>
                <a:cubicBezTo>
                  <a:pt x="63325" y="262429"/>
                  <a:pt x="62345" y="263011"/>
                  <a:pt x="60464" y="265245"/>
                </a:cubicBezTo>
                <a:cubicBezTo>
                  <a:pt x="58893" y="267117"/>
                  <a:pt x="56482" y="269068"/>
                  <a:pt x="55105" y="269598"/>
                </a:cubicBezTo>
                <a:cubicBezTo>
                  <a:pt x="51538" y="270949"/>
                  <a:pt x="51626" y="276830"/>
                  <a:pt x="55264" y="280247"/>
                </a:cubicBezTo>
                <a:cubicBezTo>
                  <a:pt x="59864" y="284573"/>
                  <a:pt x="68181" y="297490"/>
                  <a:pt x="74538" y="310187"/>
                </a:cubicBezTo>
                <a:cubicBezTo>
                  <a:pt x="79050" y="319202"/>
                  <a:pt x="80966" y="322080"/>
                  <a:pt x="81858" y="321189"/>
                </a:cubicBezTo>
                <a:cubicBezTo>
                  <a:pt x="82741" y="320306"/>
                  <a:pt x="82300" y="319202"/>
                  <a:pt x="80172" y="316968"/>
                </a:cubicBezTo>
                <a:close/>
                <a:moveTo>
                  <a:pt x="110104" y="315282"/>
                </a:moveTo>
                <a:cubicBezTo>
                  <a:pt x="104285" y="311741"/>
                  <a:pt x="104073" y="309242"/>
                  <a:pt x="109609" y="309242"/>
                </a:cubicBezTo>
                <a:cubicBezTo>
                  <a:pt x="111384" y="309242"/>
                  <a:pt x="113741" y="309728"/>
                  <a:pt x="114845" y="310320"/>
                </a:cubicBezTo>
                <a:cubicBezTo>
                  <a:pt x="116196" y="311035"/>
                  <a:pt x="117079" y="311035"/>
                  <a:pt x="117520" y="310320"/>
                </a:cubicBezTo>
                <a:cubicBezTo>
                  <a:pt x="117891" y="309728"/>
                  <a:pt x="119180" y="309242"/>
                  <a:pt x="120399" y="309242"/>
                </a:cubicBezTo>
                <a:cubicBezTo>
                  <a:pt x="122341" y="309242"/>
                  <a:pt x="122120" y="308704"/>
                  <a:pt x="118624" y="304837"/>
                </a:cubicBezTo>
                <a:cubicBezTo>
                  <a:pt x="115710" y="301614"/>
                  <a:pt x="114960" y="300104"/>
                  <a:pt x="115834" y="299239"/>
                </a:cubicBezTo>
                <a:cubicBezTo>
                  <a:pt x="116673" y="298391"/>
                  <a:pt x="117874" y="298373"/>
                  <a:pt x="119975" y="299168"/>
                </a:cubicBezTo>
                <a:cubicBezTo>
                  <a:pt x="121856" y="299874"/>
                  <a:pt x="124010" y="299927"/>
                  <a:pt x="125882" y="299301"/>
                </a:cubicBezTo>
                <a:lnTo>
                  <a:pt x="128822" y="298320"/>
                </a:lnTo>
                <a:lnTo>
                  <a:pt x="125326" y="294003"/>
                </a:lnTo>
                <a:cubicBezTo>
                  <a:pt x="123392" y="291628"/>
                  <a:pt x="121096" y="288802"/>
                  <a:pt x="120205" y="287725"/>
                </a:cubicBezTo>
                <a:cubicBezTo>
                  <a:pt x="119322" y="286639"/>
                  <a:pt x="117300" y="285447"/>
                  <a:pt x="115710" y="285059"/>
                </a:cubicBezTo>
                <a:lnTo>
                  <a:pt x="112832" y="284352"/>
                </a:lnTo>
                <a:lnTo>
                  <a:pt x="113450" y="290321"/>
                </a:lnTo>
                <a:cubicBezTo>
                  <a:pt x="114103" y="296722"/>
                  <a:pt x="112408" y="302797"/>
                  <a:pt x="109953" y="302797"/>
                </a:cubicBezTo>
                <a:cubicBezTo>
                  <a:pt x="108364" y="302797"/>
                  <a:pt x="107490" y="300598"/>
                  <a:pt x="107137" y="295672"/>
                </a:cubicBezTo>
                <a:cubicBezTo>
                  <a:pt x="106819" y="291336"/>
                  <a:pt x="104223" y="292078"/>
                  <a:pt x="104347" y="296475"/>
                </a:cubicBezTo>
                <a:cubicBezTo>
                  <a:pt x="104462" y="300519"/>
                  <a:pt x="98846" y="307662"/>
                  <a:pt x="95641" y="307547"/>
                </a:cubicBezTo>
                <a:cubicBezTo>
                  <a:pt x="92948" y="307441"/>
                  <a:pt x="92992" y="307185"/>
                  <a:pt x="94979" y="311000"/>
                </a:cubicBezTo>
                <a:cubicBezTo>
                  <a:pt x="95862" y="312686"/>
                  <a:pt x="96586" y="313534"/>
                  <a:pt x="96586" y="312871"/>
                </a:cubicBezTo>
                <a:cubicBezTo>
                  <a:pt x="96594" y="311423"/>
                  <a:pt x="101857" y="306020"/>
                  <a:pt x="103270" y="306020"/>
                </a:cubicBezTo>
                <a:cubicBezTo>
                  <a:pt x="103826" y="306020"/>
                  <a:pt x="104144" y="307591"/>
                  <a:pt x="103976" y="309507"/>
                </a:cubicBezTo>
                <a:cubicBezTo>
                  <a:pt x="103808" y="311432"/>
                  <a:pt x="104267" y="315017"/>
                  <a:pt x="104991" y="317498"/>
                </a:cubicBezTo>
                <a:lnTo>
                  <a:pt x="106307" y="321992"/>
                </a:lnTo>
                <a:lnTo>
                  <a:pt x="109856" y="319644"/>
                </a:lnTo>
                <a:lnTo>
                  <a:pt x="113415" y="317295"/>
                </a:lnTo>
                <a:lnTo>
                  <a:pt x="110104" y="315282"/>
                </a:lnTo>
                <a:close/>
                <a:moveTo>
                  <a:pt x="293006" y="320447"/>
                </a:moveTo>
                <a:cubicBezTo>
                  <a:pt x="293006" y="319529"/>
                  <a:pt x="292521" y="319078"/>
                  <a:pt x="291920" y="319449"/>
                </a:cubicBezTo>
                <a:cubicBezTo>
                  <a:pt x="291320" y="319820"/>
                  <a:pt x="291108" y="320571"/>
                  <a:pt x="291443" y="321118"/>
                </a:cubicBezTo>
                <a:cubicBezTo>
                  <a:pt x="292362" y="322610"/>
                  <a:pt x="293006" y="322337"/>
                  <a:pt x="293006" y="320447"/>
                </a:cubicBezTo>
                <a:close/>
                <a:moveTo>
                  <a:pt x="346672" y="318363"/>
                </a:moveTo>
                <a:cubicBezTo>
                  <a:pt x="347405" y="317480"/>
                  <a:pt x="347767" y="316756"/>
                  <a:pt x="347475" y="316756"/>
                </a:cubicBezTo>
                <a:cubicBezTo>
                  <a:pt x="347175" y="316756"/>
                  <a:pt x="346336" y="317480"/>
                  <a:pt x="345603" y="318363"/>
                </a:cubicBezTo>
                <a:cubicBezTo>
                  <a:pt x="344862" y="319246"/>
                  <a:pt x="344509" y="319970"/>
                  <a:pt x="344800" y="319970"/>
                </a:cubicBezTo>
                <a:cubicBezTo>
                  <a:pt x="345100" y="319970"/>
                  <a:pt x="345939" y="319246"/>
                  <a:pt x="346672" y="318363"/>
                </a:cubicBezTo>
                <a:close/>
                <a:moveTo>
                  <a:pt x="253026" y="309092"/>
                </a:moveTo>
                <a:cubicBezTo>
                  <a:pt x="257008" y="303027"/>
                  <a:pt x="258660" y="299433"/>
                  <a:pt x="258660" y="296881"/>
                </a:cubicBezTo>
                <a:cubicBezTo>
                  <a:pt x="258660" y="291875"/>
                  <a:pt x="257053" y="291372"/>
                  <a:pt x="253247" y="295177"/>
                </a:cubicBezTo>
                <a:cubicBezTo>
                  <a:pt x="249857" y="298568"/>
                  <a:pt x="243164" y="300607"/>
                  <a:pt x="241354" y="298806"/>
                </a:cubicBezTo>
                <a:cubicBezTo>
                  <a:pt x="240674" y="298117"/>
                  <a:pt x="241680" y="296555"/>
                  <a:pt x="244232" y="294312"/>
                </a:cubicBezTo>
                <a:cubicBezTo>
                  <a:pt x="248506" y="290559"/>
                  <a:pt x="248461" y="288696"/>
                  <a:pt x="244162" y="291001"/>
                </a:cubicBezTo>
                <a:cubicBezTo>
                  <a:pt x="242581" y="291848"/>
                  <a:pt x="240983" y="294056"/>
                  <a:pt x="240294" y="296343"/>
                </a:cubicBezTo>
                <a:cubicBezTo>
                  <a:pt x="239288" y="299698"/>
                  <a:pt x="239447" y="300766"/>
                  <a:pt x="241380" y="303936"/>
                </a:cubicBezTo>
                <a:cubicBezTo>
                  <a:pt x="242616" y="305967"/>
                  <a:pt x="243632" y="308722"/>
                  <a:pt x="243632" y="310046"/>
                </a:cubicBezTo>
                <a:cubicBezTo>
                  <a:pt x="243632" y="311370"/>
                  <a:pt x="244179" y="312465"/>
                  <a:pt x="244833" y="312465"/>
                </a:cubicBezTo>
                <a:cubicBezTo>
                  <a:pt x="245539" y="312465"/>
                  <a:pt x="245839" y="313728"/>
                  <a:pt x="245574" y="315573"/>
                </a:cubicBezTo>
                <a:cubicBezTo>
                  <a:pt x="244877" y="320306"/>
                  <a:pt x="246757" y="318672"/>
                  <a:pt x="253026" y="309092"/>
                </a:cubicBezTo>
                <a:close/>
                <a:moveTo>
                  <a:pt x="122553" y="314946"/>
                </a:moveTo>
                <a:cubicBezTo>
                  <a:pt x="121785" y="314637"/>
                  <a:pt x="120858" y="314673"/>
                  <a:pt x="120496" y="315035"/>
                </a:cubicBezTo>
                <a:cubicBezTo>
                  <a:pt x="120143" y="315388"/>
                  <a:pt x="120778" y="315644"/>
                  <a:pt x="121909" y="315600"/>
                </a:cubicBezTo>
                <a:cubicBezTo>
                  <a:pt x="123162" y="315547"/>
                  <a:pt x="123410" y="315291"/>
                  <a:pt x="122553" y="314946"/>
                </a:cubicBezTo>
                <a:close/>
                <a:moveTo>
                  <a:pt x="275303" y="313534"/>
                </a:moveTo>
                <a:cubicBezTo>
                  <a:pt x="276142" y="312165"/>
                  <a:pt x="273661" y="312165"/>
                  <a:pt x="271542" y="313534"/>
                </a:cubicBezTo>
                <a:cubicBezTo>
                  <a:pt x="270235" y="314381"/>
                  <a:pt x="270376" y="314575"/>
                  <a:pt x="272283" y="314593"/>
                </a:cubicBezTo>
                <a:cubicBezTo>
                  <a:pt x="273581" y="314602"/>
                  <a:pt x="274932" y="314125"/>
                  <a:pt x="275303" y="313534"/>
                </a:cubicBezTo>
                <a:close/>
                <a:moveTo>
                  <a:pt x="292415" y="312315"/>
                </a:moveTo>
                <a:cubicBezTo>
                  <a:pt x="293015" y="311777"/>
                  <a:pt x="291982" y="311388"/>
                  <a:pt x="289934" y="311388"/>
                </a:cubicBezTo>
                <a:cubicBezTo>
                  <a:pt x="288009" y="311388"/>
                  <a:pt x="285589" y="310938"/>
                  <a:pt x="284565" y="310390"/>
                </a:cubicBezTo>
                <a:cubicBezTo>
                  <a:pt x="283435" y="309781"/>
                  <a:pt x="282084" y="309781"/>
                  <a:pt x="281148" y="310373"/>
                </a:cubicBezTo>
                <a:cubicBezTo>
                  <a:pt x="279939" y="311141"/>
                  <a:pt x="280133" y="311362"/>
                  <a:pt x="282005" y="311370"/>
                </a:cubicBezTo>
                <a:cubicBezTo>
                  <a:pt x="283417" y="311379"/>
                  <a:pt x="284424" y="312050"/>
                  <a:pt x="284424" y="312968"/>
                </a:cubicBezTo>
                <a:cubicBezTo>
                  <a:pt x="284424" y="314178"/>
                  <a:pt x="285254" y="314399"/>
                  <a:pt x="287912" y="313904"/>
                </a:cubicBezTo>
                <a:cubicBezTo>
                  <a:pt x="289828" y="313542"/>
                  <a:pt x="291858" y="312827"/>
                  <a:pt x="292415" y="312315"/>
                </a:cubicBezTo>
                <a:close/>
                <a:moveTo>
                  <a:pt x="307398" y="307424"/>
                </a:moveTo>
                <a:cubicBezTo>
                  <a:pt x="304158" y="305057"/>
                  <a:pt x="303725" y="305852"/>
                  <a:pt x="306206" y="309622"/>
                </a:cubicBezTo>
                <a:cubicBezTo>
                  <a:pt x="308290" y="312783"/>
                  <a:pt x="308617" y="312951"/>
                  <a:pt x="308943" y="311017"/>
                </a:cubicBezTo>
                <a:cubicBezTo>
                  <a:pt x="309146" y="309799"/>
                  <a:pt x="308458" y="308201"/>
                  <a:pt x="307398" y="307424"/>
                </a:cubicBezTo>
                <a:close/>
                <a:moveTo>
                  <a:pt x="139020" y="309931"/>
                </a:moveTo>
                <a:cubicBezTo>
                  <a:pt x="137925" y="309137"/>
                  <a:pt x="137290" y="307803"/>
                  <a:pt x="137607" y="306982"/>
                </a:cubicBezTo>
                <a:cubicBezTo>
                  <a:pt x="138049" y="305834"/>
                  <a:pt x="136839" y="305428"/>
                  <a:pt x="132416" y="305225"/>
                </a:cubicBezTo>
                <a:cubicBezTo>
                  <a:pt x="129158" y="305084"/>
                  <a:pt x="126650" y="305437"/>
                  <a:pt x="126650" y="306037"/>
                </a:cubicBezTo>
                <a:cubicBezTo>
                  <a:pt x="126650" y="306620"/>
                  <a:pt x="127736" y="307097"/>
                  <a:pt x="129060" y="307097"/>
                </a:cubicBezTo>
                <a:cubicBezTo>
                  <a:pt x="130394" y="307106"/>
                  <a:pt x="132928" y="308033"/>
                  <a:pt x="134703" y="309172"/>
                </a:cubicBezTo>
                <a:cubicBezTo>
                  <a:pt x="138473" y="311582"/>
                  <a:pt x="142181" y="312244"/>
                  <a:pt x="139020" y="309931"/>
                </a:cubicBezTo>
                <a:close/>
                <a:moveTo>
                  <a:pt x="300803" y="308607"/>
                </a:moveTo>
                <a:cubicBezTo>
                  <a:pt x="301279" y="306135"/>
                  <a:pt x="301156" y="306002"/>
                  <a:pt x="299725" y="307424"/>
                </a:cubicBezTo>
                <a:cubicBezTo>
                  <a:pt x="298842" y="308315"/>
                  <a:pt x="298445" y="309560"/>
                  <a:pt x="298851" y="310214"/>
                </a:cubicBezTo>
                <a:cubicBezTo>
                  <a:pt x="299911" y="311935"/>
                  <a:pt x="300211" y="311688"/>
                  <a:pt x="300803" y="308607"/>
                </a:cubicBezTo>
                <a:close/>
                <a:moveTo>
                  <a:pt x="282888" y="305384"/>
                </a:moveTo>
                <a:cubicBezTo>
                  <a:pt x="285978" y="303574"/>
                  <a:pt x="287647" y="301852"/>
                  <a:pt x="287647" y="300466"/>
                </a:cubicBezTo>
                <a:cubicBezTo>
                  <a:pt x="287647" y="298603"/>
                  <a:pt x="287241" y="298744"/>
                  <a:pt x="284336" y="301649"/>
                </a:cubicBezTo>
                <a:cubicBezTo>
                  <a:pt x="282526" y="303459"/>
                  <a:pt x="279868" y="305243"/>
                  <a:pt x="278438" y="305605"/>
                </a:cubicBezTo>
                <a:cubicBezTo>
                  <a:pt x="277007" y="305958"/>
                  <a:pt x="275833" y="306682"/>
                  <a:pt x="275833" y="307212"/>
                </a:cubicBezTo>
                <a:cubicBezTo>
                  <a:pt x="275833" y="308827"/>
                  <a:pt x="277934" y="308289"/>
                  <a:pt x="282888" y="305384"/>
                </a:cubicBezTo>
                <a:close/>
                <a:moveTo>
                  <a:pt x="221099" y="302046"/>
                </a:moveTo>
                <a:cubicBezTo>
                  <a:pt x="221099" y="299265"/>
                  <a:pt x="220763" y="298418"/>
                  <a:pt x="219969" y="299212"/>
                </a:cubicBezTo>
                <a:cubicBezTo>
                  <a:pt x="218971" y="300210"/>
                  <a:pt x="219580" y="306020"/>
                  <a:pt x="220675" y="306020"/>
                </a:cubicBezTo>
                <a:cubicBezTo>
                  <a:pt x="220914" y="306020"/>
                  <a:pt x="221099" y="304236"/>
                  <a:pt x="221099" y="302046"/>
                </a:cubicBezTo>
                <a:close/>
                <a:moveTo>
                  <a:pt x="197983" y="291804"/>
                </a:moveTo>
                <a:cubicBezTo>
                  <a:pt x="201127" y="285156"/>
                  <a:pt x="204561" y="277262"/>
                  <a:pt x="205612" y="274260"/>
                </a:cubicBezTo>
                <a:cubicBezTo>
                  <a:pt x="207519" y="268812"/>
                  <a:pt x="207519" y="268777"/>
                  <a:pt x="205082" y="265351"/>
                </a:cubicBezTo>
                <a:cubicBezTo>
                  <a:pt x="202186" y="261290"/>
                  <a:pt x="200588" y="261475"/>
                  <a:pt x="199414" y="266005"/>
                </a:cubicBezTo>
                <a:cubicBezTo>
                  <a:pt x="198487" y="269572"/>
                  <a:pt x="191564" y="276415"/>
                  <a:pt x="189904" y="275390"/>
                </a:cubicBezTo>
                <a:cubicBezTo>
                  <a:pt x="188430" y="274481"/>
                  <a:pt x="188668" y="272009"/>
                  <a:pt x="190584" y="268300"/>
                </a:cubicBezTo>
                <a:cubicBezTo>
                  <a:pt x="192818" y="263983"/>
                  <a:pt x="191714" y="263126"/>
                  <a:pt x="188456" y="266640"/>
                </a:cubicBezTo>
                <a:cubicBezTo>
                  <a:pt x="187017" y="268194"/>
                  <a:pt x="183653" y="270013"/>
                  <a:pt x="180934" y="270693"/>
                </a:cubicBezTo>
                <a:cubicBezTo>
                  <a:pt x="178232" y="271373"/>
                  <a:pt x="176016" y="272044"/>
                  <a:pt x="176016" y="272176"/>
                </a:cubicBezTo>
                <a:cubicBezTo>
                  <a:pt x="176016" y="272318"/>
                  <a:pt x="176466" y="273828"/>
                  <a:pt x="177005" y="275540"/>
                </a:cubicBezTo>
                <a:cubicBezTo>
                  <a:pt x="177543" y="277253"/>
                  <a:pt x="178276" y="279982"/>
                  <a:pt x="178638" y="281606"/>
                </a:cubicBezTo>
                <a:cubicBezTo>
                  <a:pt x="179203" y="284193"/>
                  <a:pt x="179786" y="284555"/>
                  <a:pt x="183344" y="284555"/>
                </a:cubicBezTo>
                <a:cubicBezTo>
                  <a:pt x="188289" y="284555"/>
                  <a:pt x="192209" y="286992"/>
                  <a:pt x="190337" y="288899"/>
                </a:cubicBezTo>
                <a:cubicBezTo>
                  <a:pt x="188501" y="290754"/>
                  <a:pt x="179565" y="291531"/>
                  <a:pt x="177711" y="289994"/>
                </a:cubicBezTo>
                <a:cubicBezTo>
                  <a:pt x="176475" y="288961"/>
                  <a:pt x="175945" y="289138"/>
                  <a:pt x="175018" y="290860"/>
                </a:cubicBezTo>
                <a:cubicBezTo>
                  <a:pt x="174391" y="292034"/>
                  <a:pt x="173870" y="293155"/>
                  <a:pt x="173870" y="293341"/>
                </a:cubicBezTo>
                <a:cubicBezTo>
                  <a:pt x="173870" y="293526"/>
                  <a:pt x="176528" y="293517"/>
                  <a:pt x="179777" y="293314"/>
                </a:cubicBezTo>
                <a:cubicBezTo>
                  <a:pt x="184580" y="293014"/>
                  <a:pt x="185684" y="293261"/>
                  <a:pt x="185684" y="294621"/>
                </a:cubicBezTo>
                <a:cubicBezTo>
                  <a:pt x="185684" y="297058"/>
                  <a:pt x="179698" y="299786"/>
                  <a:pt x="175212" y="299398"/>
                </a:cubicBezTo>
                <a:cubicBezTo>
                  <a:pt x="170215" y="298965"/>
                  <a:pt x="169226" y="301393"/>
                  <a:pt x="174073" y="302179"/>
                </a:cubicBezTo>
                <a:cubicBezTo>
                  <a:pt x="181746" y="303424"/>
                  <a:pt x="183150" y="303592"/>
                  <a:pt x="187635" y="303733"/>
                </a:cubicBezTo>
                <a:lnTo>
                  <a:pt x="192271" y="303874"/>
                </a:lnTo>
                <a:lnTo>
                  <a:pt x="197983" y="291804"/>
                </a:lnTo>
                <a:close/>
                <a:moveTo>
                  <a:pt x="215307" y="302179"/>
                </a:moveTo>
                <a:cubicBezTo>
                  <a:pt x="214954" y="301243"/>
                  <a:pt x="214645" y="299919"/>
                  <a:pt x="214627" y="299221"/>
                </a:cubicBezTo>
                <a:cubicBezTo>
                  <a:pt x="214609" y="298532"/>
                  <a:pt x="214097" y="298824"/>
                  <a:pt x="213497" y="299857"/>
                </a:cubicBezTo>
                <a:cubicBezTo>
                  <a:pt x="212322" y="301870"/>
                  <a:pt x="212993" y="303874"/>
                  <a:pt x="214839" y="303874"/>
                </a:cubicBezTo>
                <a:cubicBezTo>
                  <a:pt x="215457" y="303874"/>
                  <a:pt x="215669" y="303115"/>
                  <a:pt x="215307" y="302179"/>
                </a:cubicBezTo>
                <a:close/>
                <a:moveTo>
                  <a:pt x="234175" y="294612"/>
                </a:moveTo>
                <a:cubicBezTo>
                  <a:pt x="236241" y="292343"/>
                  <a:pt x="236241" y="292325"/>
                  <a:pt x="233504" y="291645"/>
                </a:cubicBezTo>
                <a:cubicBezTo>
                  <a:pt x="231995" y="291266"/>
                  <a:pt x="230758" y="290286"/>
                  <a:pt x="230758" y="289473"/>
                </a:cubicBezTo>
                <a:cubicBezTo>
                  <a:pt x="230758" y="287796"/>
                  <a:pt x="236118" y="285633"/>
                  <a:pt x="240277" y="285633"/>
                </a:cubicBezTo>
                <a:lnTo>
                  <a:pt x="243040" y="285633"/>
                </a:lnTo>
                <a:lnTo>
                  <a:pt x="239729" y="282604"/>
                </a:lnTo>
                <a:cubicBezTo>
                  <a:pt x="235562" y="278799"/>
                  <a:pt x="233186" y="272309"/>
                  <a:pt x="235111" y="269987"/>
                </a:cubicBezTo>
                <a:cubicBezTo>
                  <a:pt x="236277" y="268592"/>
                  <a:pt x="236780" y="268698"/>
                  <a:pt x="239102" y="270834"/>
                </a:cubicBezTo>
                <a:cubicBezTo>
                  <a:pt x="240568" y="272185"/>
                  <a:pt x="242404" y="274737"/>
                  <a:pt x="243199" y="276503"/>
                </a:cubicBezTo>
                <a:cubicBezTo>
                  <a:pt x="244082" y="278498"/>
                  <a:pt x="244638" y="279010"/>
                  <a:pt x="244665" y="277845"/>
                </a:cubicBezTo>
                <a:cubicBezTo>
                  <a:pt x="244735" y="274852"/>
                  <a:pt x="248532" y="275629"/>
                  <a:pt x="251596" y="279275"/>
                </a:cubicBezTo>
                <a:cubicBezTo>
                  <a:pt x="254201" y="282366"/>
                  <a:pt x="254872" y="284299"/>
                  <a:pt x="254448" y="287504"/>
                </a:cubicBezTo>
                <a:cubicBezTo>
                  <a:pt x="254351" y="288246"/>
                  <a:pt x="255022" y="288846"/>
                  <a:pt x="255931" y="288846"/>
                </a:cubicBezTo>
                <a:cubicBezTo>
                  <a:pt x="258174" y="288846"/>
                  <a:pt x="258041" y="287778"/>
                  <a:pt x="254933" y="280750"/>
                </a:cubicBezTo>
                <a:cubicBezTo>
                  <a:pt x="253468" y="277448"/>
                  <a:pt x="251790" y="275037"/>
                  <a:pt x="251199" y="275408"/>
                </a:cubicBezTo>
                <a:cubicBezTo>
                  <a:pt x="250607" y="275770"/>
                  <a:pt x="249027" y="275523"/>
                  <a:pt x="247684" y="274852"/>
                </a:cubicBezTo>
                <a:cubicBezTo>
                  <a:pt x="244568" y="273289"/>
                  <a:pt x="235050" y="263038"/>
                  <a:pt x="235050" y="261237"/>
                </a:cubicBezTo>
                <a:cubicBezTo>
                  <a:pt x="235050" y="260442"/>
                  <a:pt x="233743" y="259868"/>
                  <a:pt x="231950" y="259868"/>
                </a:cubicBezTo>
                <a:cubicBezTo>
                  <a:pt x="228984" y="259868"/>
                  <a:pt x="228710" y="260310"/>
                  <a:pt x="225637" y="269801"/>
                </a:cubicBezTo>
                <a:cubicBezTo>
                  <a:pt x="222988" y="277960"/>
                  <a:pt x="222679" y="279876"/>
                  <a:pt x="223907" y="280582"/>
                </a:cubicBezTo>
                <a:cubicBezTo>
                  <a:pt x="225611" y="281571"/>
                  <a:pt x="225840" y="286745"/>
                  <a:pt x="224419" y="291734"/>
                </a:cubicBezTo>
                <a:cubicBezTo>
                  <a:pt x="223659" y="294374"/>
                  <a:pt x="223792" y="295265"/>
                  <a:pt x="225002" y="295733"/>
                </a:cubicBezTo>
                <a:cubicBezTo>
                  <a:pt x="225867" y="296060"/>
                  <a:pt x="227094" y="297861"/>
                  <a:pt x="227748" y="299724"/>
                </a:cubicBezTo>
                <a:lnTo>
                  <a:pt x="228931" y="303106"/>
                </a:lnTo>
                <a:lnTo>
                  <a:pt x="230511" y="300007"/>
                </a:lnTo>
                <a:cubicBezTo>
                  <a:pt x="231376" y="298294"/>
                  <a:pt x="233028" y="295875"/>
                  <a:pt x="234175" y="294612"/>
                </a:cubicBezTo>
                <a:close/>
                <a:moveTo>
                  <a:pt x="164211" y="297437"/>
                </a:moveTo>
                <a:cubicBezTo>
                  <a:pt x="164211" y="294956"/>
                  <a:pt x="162374" y="294718"/>
                  <a:pt x="159575" y="296837"/>
                </a:cubicBezTo>
                <a:cubicBezTo>
                  <a:pt x="157686" y="298276"/>
                  <a:pt x="157686" y="298338"/>
                  <a:pt x="159575" y="298824"/>
                </a:cubicBezTo>
                <a:cubicBezTo>
                  <a:pt x="163381" y="299813"/>
                  <a:pt x="164211" y="299557"/>
                  <a:pt x="164211" y="297437"/>
                </a:cubicBezTo>
                <a:close/>
                <a:moveTo>
                  <a:pt x="168590" y="293411"/>
                </a:moveTo>
                <a:cubicBezTo>
                  <a:pt x="167698" y="291875"/>
                  <a:pt x="167495" y="292228"/>
                  <a:pt x="167495" y="295292"/>
                </a:cubicBezTo>
                <a:cubicBezTo>
                  <a:pt x="167495" y="298356"/>
                  <a:pt x="167698" y="298700"/>
                  <a:pt x="168590" y="297164"/>
                </a:cubicBezTo>
                <a:cubicBezTo>
                  <a:pt x="169332" y="295892"/>
                  <a:pt x="169332" y="294683"/>
                  <a:pt x="168590" y="293411"/>
                </a:cubicBezTo>
                <a:close/>
                <a:moveTo>
                  <a:pt x="264010" y="291266"/>
                </a:moveTo>
                <a:cubicBezTo>
                  <a:pt x="264019" y="290524"/>
                  <a:pt x="263551" y="289924"/>
                  <a:pt x="262959" y="289924"/>
                </a:cubicBezTo>
                <a:cubicBezTo>
                  <a:pt x="262368" y="289924"/>
                  <a:pt x="261891" y="291248"/>
                  <a:pt x="261900" y="292873"/>
                </a:cubicBezTo>
                <a:cubicBezTo>
                  <a:pt x="261909" y="295177"/>
                  <a:pt x="262147" y="295469"/>
                  <a:pt x="262959" y="294215"/>
                </a:cubicBezTo>
                <a:cubicBezTo>
                  <a:pt x="263525" y="293332"/>
                  <a:pt x="264001" y="291999"/>
                  <a:pt x="264010" y="291266"/>
                </a:cubicBezTo>
                <a:close/>
                <a:moveTo>
                  <a:pt x="154551" y="291469"/>
                </a:moveTo>
                <a:cubicBezTo>
                  <a:pt x="154551" y="291204"/>
                  <a:pt x="153801" y="290992"/>
                  <a:pt x="152882" y="290992"/>
                </a:cubicBezTo>
                <a:cubicBezTo>
                  <a:pt x="151964" y="290992"/>
                  <a:pt x="151514" y="291486"/>
                  <a:pt x="151885" y="292087"/>
                </a:cubicBezTo>
                <a:cubicBezTo>
                  <a:pt x="152494" y="293076"/>
                  <a:pt x="154551" y="292599"/>
                  <a:pt x="154551" y="291469"/>
                </a:cubicBezTo>
                <a:close/>
                <a:moveTo>
                  <a:pt x="162621" y="285324"/>
                </a:moveTo>
                <a:cubicBezTo>
                  <a:pt x="161438" y="281227"/>
                  <a:pt x="160264" y="279249"/>
                  <a:pt x="158798" y="278869"/>
                </a:cubicBezTo>
                <a:cubicBezTo>
                  <a:pt x="156750" y="278331"/>
                  <a:pt x="156750" y="278392"/>
                  <a:pt x="158913" y="281421"/>
                </a:cubicBezTo>
                <a:cubicBezTo>
                  <a:pt x="160131" y="283134"/>
                  <a:pt x="161217" y="285862"/>
                  <a:pt x="161323" y="287496"/>
                </a:cubicBezTo>
                <a:cubicBezTo>
                  <a:pt x="161509" y="290162"/>
                  <a:pt x="163045" y="292528"/>
                  <a:pt x="163981" y="291592"/>
                </a:cubicBezTo>
                <a:cubicBezTo>
                  <a:pt x="164175" y="291389"/>
                  <a:pt x="163566" y="288573"/>
                  <a:pt x="162621" y="285324"/>
                </a:cubicBezTo>
                <a:close/>
                <a:moveTo>
                  <a:pt x="172263" y="281880"/>
                </a:moveTo>
                <a:cubicBezTo>
                  <a:pt x="172263" y="278631"/>
                  <a:pt x="171901" y="275973"/>
                  <a:pt x="171460" y="275973"/>
                </a:cubicBezTo>
                <a:cubicBezTo>
                  <a:pt x="171018" y="275973"/>
                  <a:pt x="170656" y="276582"/>
                  <a:pt x="170656" y="277324"/>
                </a:cubicBezTo>
                <a:cubicBezTo>
                  <a:pt x="170656" y="278075"/>
                  <a:pt x="169632" y="280600"/>
                  <a:pt x="168378" y="282931"/>
                </a:cubicBezTo>
                <a:cubicBezTo>
                  <a:pt x="166453" y="286524"/>
                  <a:pt x="166391" y="286939"/>
                  <a:pt x="167998" y="285606"/>
                </a:cubicBezTo>
                <a:cubicBezTo>
                  <a:pt x="169676" y="284211"/>
                  <a:pt x="170029" y="284246"/>
                  <a:pt x="171071" y="285906"/>
                </a:cubicBezTo>
                <a:cubicBezTo>
                  <a:pt x="171724" y="286930"/>
                  <a:pt x="172254" y="287778"/>
                  <a:pt x="172254" y="287778"/>
                </a:cubicBezTo>
                <a:cubicBezTo>
                  <a:pt x="172254" y="287778"/>
                  <a:pt x="172263" y="285120"/>
                  <a:pt x="172263" y="281880"/>
                </a:cubicBezTo>
                <a:close/>
                <a:moveTo>
                  <a:pt x="271118" y="282701"/>
                </a:moveTo>
                <a:cubicBezTo>
                  <a:pt x="270253" y="281836"/>
                  <a:pt x="269811" y="282419"/>
                  <a:pt x="268893" y="285633"/>
                </a:cubicBezTo>
                <a:lnTo>
                  <a:pt x="268125" y="288308"/>
                </a:lnTo>
                <a:lnTo>
                  <a:pt x="269944" y="285827"/>
                </a:lnTo>
                <a:cubicBezTo>
                  <a:pt x="270941" y="284458"/>
                  <a:pt x="271471" y="283054"/>
                  <a:pt x="271118" y="282701"/>
                </a:cubicBezTo>
                <a:close/>
                <a:moveTo>
                  <a:pt x="153774" y="282410"/>
                </a:moveTo>
                <a:cubicBezTo>
                  <a:pt x="153403" y="279646"/>
                  <a:pt x="153624" y="278119"/>
                  <a:pt x="154383" y="278119"/>
                </a:cubicBezTo>
                <a:cubicBezTo>
                  <a:pt x="155028" y="278119"/>
                  <a:pt x="154366" y="276362"/>
                  <a:pt x="152909" y="274207"/>
                </a:cubicBezTo>
                <a:cubicBezTo>
                  <a:pt x="150057" y="270004"/>
                  <a:pt x="149633" y="268459"/>
                  <a:pt x="151337" y="268459"/>
                </a:cubicBezTo>
                <a:cubicBezTo>
                  <a:pt x="153456" y="268459"/>
                  <a:pt x="152353" y="265475"/>
                  <a:pt x="150013" y="264857"/>
                </a:cubicBezTo>
                <a:cubicBezTo>
                  <a:pt x="147020" y="264080"/>
                  <a:pt x="147064" y="264027"/>
                  <a:pt x="142720" y="274101"/>
                </a:cubicBezTo>
                <a:cubicBezTo>
                  <a:pt x="138614" y="283637"/>
                  <a:pt x="138941" y="284679"/>
                  <a:pt x="146207" y="285359"/>
                </a:cubicBezTo>
                <a:lnTo>
                  <a:pt x="150781" y="285783"/>
                </a:lnTo>
                <a:lnTo>
                  <a:pt x="148247" y="283090"/>
                </a:lnTo>
                <a:cubicBezTo>
                  <a:pt x="144998" y="279629"/>
                  <a:pt x="143647" y="270605"/>
                  <a:pt x="146384" y="270605"/>
                </a:cubicBezTo>
                <a:cubicBezTo>
                  <a:pt x="148653" y="270605"/>
                  <a:pt x="152397" y="276732"/>
                  <a:pt x="152406" y="280441"/>
                </a:cubicBezTo>
                <a:cubicBezTo>
                  <a:pt x="152406" y="283151"/>
                  <a:pt x="153333" y="286701"/>
                  <a:pt x="154030" y="286701"/>
                </a:cubicBezTo>
                <a:cubicBezTo>
                  <a:pt x="154207" y="286701"/>
                  <a:pt x="154092" y="284767"/>
                  <a:pt x="153774" y="282410"/>
                </a:cubicBezTo>
                <a:close/>
                <a:moveTo>
                  <a:pt x="245786" y="282410"/>
                </a:moveTo>
                <a:cubicBezTo>
                  <a:pt x="245097" y="281130"/>
                  <a:pt x="244303" y="280317"/>
                  <a:pt x="244011" y="280600"/>
                </a:cubicBezTo>
                <a:cubicBezTo>
                  <a:pt x="243729" y="280891"/>
                  <a:pt x="244109" y="282118"/>
                  <a:pt x="244868" y="283328"/>
                </a:cubicBezTo>
                <a:cubicBezTo>
                  <a:pt x="246651" y="286189"/>
                  <a:pt x="247402" y="285438"/>
                  <a:pt x="245786" y="282410"/>
                </a:cubicBezTo>
                <a:close/>
                <a:moveTo>
                  <a:pt x="262439" y="279187"/>
                </a:moveTo>
                <a:cubicBezTo>
                  <a:pt x="263260" y="279187"/>
                  <a:pt x="264469" y="280035"/>
                  <a:pt x="265132" y="281068"/>
                </a:cubicBezTo>
                <a:cubicBezTo>
                  <a:pt x="266209" y="282745"/>
                  <a:pt x="266253" y="282710"/>
                  <a:pt x="265555" y="280803"/>
                </a:cubicBezTo>
                <a:cubicBezTo>
                  <a:pt x="265123" y="279620"/>
                  <a:pt x="264452" y="276476"/>
                  <a:pt x="264054" y="273819"/>
                </a:cubicBezTo>
                <a:cubicBezTo>
                  <a:pt x="263348" y="269104"/>
                  <a:pt x="262659" y="269395"/>
                  <a:pt x="261485" y="274896"/>
                </a:cubicBezTo>
                <a:cubicBezTo>
                  <a:pt x="260690" y="278631"/>
                  <a:pt x="259931" y="283355"/>
                  <a:pt x="260496" y="281068"/>
                </a:cubicBezTo>
                <a:cubicBezTo>
                  <a:pt x="260752" y="280035"/>
                  <a:pt x="261626" y="279187"/>
                  <a:pt x="262439" y="279187"/>
                </a:cubicBezTo>
                <a:close/>
                <a:moveTo>
                  <a:pt x="114306" y="279187"/>
                </a:moveTo>
                <a:cubicBezTo>
                  <a:pt x="113944" y="278595"/>
                  <a:pt x="112585" y="278163"/>
                  <a:pt x="111287" y="278225"/>
                </a:cubicBezTo>
                <a:cubicBezTo>
                  <a:pt x="109106" y="278322"/>
                  <a:pt x="109124" y="278392"/>
                  <a:pt x="111622" y="279187"/>
                </a:cubicBezTo>
                <a:cubicBezTo>
                  <a:pt x="113097" y="279664"/>
                  <a:pt x="114457" y="280096"/>
                  <a:pt x="114633" y="280158"/>
                </a:cubicBezTo>
                <a:cubicBezTo>
                  <a:pt x="114819" y="280211"/>
                  <a:pt x="114668" y="279779"/>
                  <a:pt x="114306" y="279187"/>
                </a:cubicBezTo>
                <a:close/>
                <a:moveTo>
                  <a:pt x="105989" y="276953"/>
                </a:moveTo>
                <a:cubicBezTo>
                  <a:pt x="103137" y="275293"/>
                  <a:pt x="103667" y="272750"/>
                  <a:pt x="106854" y="272750"/>
                </a:cubicBezTo>
                <a:cubicBezTo>
                  <a:pt x="108364" y="272750"/>
                  <a:pt x="109335" y="272309"/>
                  <a:pt x="109000" y="271779"/>
                </a:cubicBezTo>
                <a:cubicBezTo>
                  <a:pt x="108673" y="271241"/>
                  <a:pt x="107446" y="271055"/>
                  <a:pt x="106280" y="271355"/>
                </a:cubicBezTo>
                <a:cubicBezTo>
                  <a:pt x="105106" y="271664"/>
                  <a:pt x="102210" y="270905"/>
                  <a:pt x="99835" y="269669"/>
                </a:cubicBezTo>
                <a:cubicBezTo>
                  <a:pt x="96321" y="267832"/>
                  <a:pt x="95526" y="267709"/>
                  <a:pt x="95526" y="269007"/>
                </a:cubicBezTo>
                <a:cubicBezTo>
                  <a:pt x="95526" y="269890"/>
                  <a:pt x="95968" y="270605"/>
                  <a:pt x="96506" y="270605"/>
                </a:cubicBezTo>
                <a:cubicBezTo>
                  <a:pt x="97054" y="270605"/>
                  <a:pt x="99093" y="272291"/>
                  <a:pt x="101036" y="274357"/>
                </a:cubicBezTo>
                <a:cubicBezTo>
                  <a:pt x="102987" y="276423"/>
                  <a:pt x="105318" y="278101"/>
                  <a:pt x="106227" y="278083"/>
                </a:cubicBezTo>
                <a:cubicBezTo>
                  <a:pt x="107552" y="278057"/>
                  <a:pt x="107508" y="277845"/>
                  <a:pt x="105989" y="276953"/>
                </a:cubicBezTo>
                <a:close/>
                <a:moveTo>
                  <a:pt x="134950" y="267647"/>
                </a:moveTo>
                <a:cubicBezTo>
                  <a:pt x="138429" y="260884"/>
                  <a:pt x="140963" y="254156"/>
                  <a:pt x="142128" y="248602"/>
                </a:cubicBezTo>
                <a:cubicBezTo>
                  <a:pt x="143117" y="243878"/>
                  <a:pt x="145669" y="236488"/>
                  <a:pt x="147797" y="232188"/>
                </a:cubicBezTo>
                <a:cubicBezTo>
                  <a:pt x="150737" y="226255"/>
                  <a:pt x="151373" y="224065"/>
                  <a:pt x="150428" y="223120"/>
                </a:cubicBezTo>
                <a:cubicBezTo>
                  <a:pt x="149492" y="222175"/>
                  <a:pt x="148874" y="222184"/>
                  <a:pt x="147903" y="223164"/>
                </a:cubicBezTo>
                <a:cubicBezTo>
                  <a:pt x="147187" y="223871"/>
                  <a:pt x="145713" y="224453"/>
                  <a:pt x="144618" y="224453"/>
                </a:cubicBezTo>
                <a:cubicBezTo>
                  <a:pt x="143505" y="224453"/>
                  <a:pt x="142932" y="224948"/>
                  <a:pt x="143311" y="225575"/>
                </a:cubicBezTo>
                <a:cubicBezTo>
                  <a:pt x="144565" y="227605"/>
                  <a:pt x="141598" y="229680"/>
                  <a:pt x="135683" y="230908"/>
                </a:cubicBezTo>
                <a:cubicBezTo>
                  <a:pt x="130915" y="231897"/>
                  <a:pt x="129290" y="231835"/>
                  <a:pt x="126685" y="230537"/>
                </a:cubicBezTo>
                <a:cubicBezTo>
                  <a:pt x="123207" y="228797"/>
                  <a:pt x="122686" y="229124"/>
                  <a:pt x="120381" y="234510"/>
                </a:cubicBezTo>
                <a:cubicBezTo>
                  <a:pt x="119189" y="237309"/>
                  <a:pt x="119242" y="237512"/>
                  <a:pt x="120981" y="236770"/>
                </a:cubicBezTo>
                <a:cubicBezTo>
                  <a:pt x="124399" y="235322"/>
                  <a:pt x="135321" y="234846"/>
                  <a:pt x="136574" y="236099"/>
                </a:cubicBezTo>
                <a:cubicBezTo>
                  <a:pt x="139806" y="239322"/>
                  <a:pt x="124372" y="246624"/>
                  <a:pt x="120046" y="243913"/>
                </a:cubicBezTo>
                <a:cubicBezTo>
                  <a:pt x="118421" y="242907"/>
                  <a:pt x="117706" y="243331"/>
                  <a:pt x="115410" y="246712"/>
                </a:cubicBezTo>
                <a:cubicBezTo>
                  <a:pt x="112638" y="250792"/>
                  <a:pt x="112064" y="252460"/>
                  <a:pt x="113503" y="252231"/>
                </a:cubicBezTo>
                <a:cubicBezTo>
                  <a:pt x="116267" y="251789"/>
                  <a:pt x="116991" y="252699"/>
                  <a:pt x="116991" y="256584"/>
                </a:cubicBezTo>
                <a:cubicBezTo>
                  <a:pt x="116991" y="258915"/>
                  <a:pt x="117476" y="261113"/>
                  <a:pt x="118059" y="261484"/>
                </a:cubicBezTo>
                <a:cubicBezTo>
                  <a:pt x="118651" y="261846"/>
                  <a:pt x="119136" y="261634"/>
                  <a:pt x="119136" y="261007"/>
                </a:cubicBezTo>
                <a:cubicBezTo>
                  <a:pt x="119136" y="259224"/>
                  <a:pt x="122050" y="259674"/>
                  <a:pt x="122774" y="261563"/>
                </a:cubicBezTo>
                <a:cubicBezTo>
                  <a:pt x="123136" y="262499"/>
                  <a:pt x="123427" y="264716"/>
                  <a:pt x="123427" y="266490"/>
                </a:cubicBezTo>
                <a:cubicBezTo>
                  <a:pt x="123427" y="268292"/>
                  <a:pt x="124743" y="271576"/>
                  <a:pt x="126376" y="273898"/>
                </a:cubicBezTo>
                <a:cubicBezTo>
                  <a:pt x="128001" y="276194"/>
                  <a:pt x="129387" y="278083"/>
                  <a:pt x="129458" y="278092"/>
                </a:cubicBezTo>
                <a:cubicBezTo>
                  <a:pt x="129520" y="278110"/>
                  <a:pt x="132001" y="273404"/>
                  <a:pt x="134950" y="267647"/>
                </a:cubicBezTo>
                <a:close/>
                <a:moveTo>
                  <a:pt x="89081" y="276618"/>
                </a:moveTo>
                <a:cubicBezTo>
                  <a:pt x="89081" y="276388"/>
                  <a:pt x="88330" y="275911"/>
                  <a:pt x="87421" y="275558"/>
                </a:cubicBezTo>
                <a:cubicBezTo>
                  <a:pt x="86458" y="275196"/>
                  <a:pt x="86034" y="275373"/>
                  <a:pt x="86405" y="275982"/>
                </a:cubicBezTo>
                <a:cubicBezTo>
                  <a:pt x="87041" y="276997"/>
                  <a:pt x="89081" y="277492"/>
                  <a:pt x="89081" y="276618"/>
                </a:cubicBezTo>
                <a:close/>
                <a:moveTo>
                  <a:pt x="275974" y="275973"/>
                </a:moveTo>
                <a:cubicBezTo>
                  <a:pt x="277767" y="275973"/>
                  <a:pt x="284857" y="259709"/>
                  <a:pt x="284839" y="255648"/>
                </a:cubicBezTo>
                <a:cubicBezTo>
                  <a:pt x="284830" y="253538"/>
                  <a:pt x="285448" y="251339"/>
                  <a:pt x="286207" y="250747"/>
                </a:cubicBezTo>
                <a:cubicBezTo>
                  <a:pt x="287912" y="249423"/>
                  <a:pt x="291037" y="230722"/>
                  <a:pt x="289766" y="229407"/>
                </a:cubicBezTo>
                <a:cubicBezTo>
                  <a:pt x="289245" y="228859"/>
                  <a:pt x="288071" y="229239"/>
                  <a:pt x="287011" y="230298"/>
                </a:cubicBezTo>
                <a:cubicBezTo>
                  <a:pt x="285616" y="231693"/>
                  <a:pt x="283762" y="232055"/>
                  <a:pt x="279435" y="231782"/>
                </a:cubicBezTo>
                <a:cubicBezTo>
                  <a:pt x="276062" y="231579"/>
                  <a:pt x="273528" y="231897"/>
                  <a:pt x="273272" y="232568"/>
                </a:cubicBezTo>
                <a:cubicBezTo>
                  <a:pt x="273034" y="233194"/>
                  <a:pt x="270950" y="234272"/>
                  <a:pt x="268637" y="234960"/>
                </a:cubicBezTo>
                <a:cubicBezTo>
                  <a:pt x="266332" y="235658"/>
                  <a:pt x="263295" y="237433"/>
                  <a:pt x="261900" y="238925"/>
                </a:cubicBezTo>
                <a:lnTo>
                  <a:pt x="259366" y="241627"/>
                </a:lnTo>
                <a:lnTo>
                  <a:pt x="262836" y="241627"/>
                </a:lnTo>
                <a:cubicBezTo>
                  <a:pt x="270058" y="241627"/>
                  <a:pt x="273334" y="246191"/>
                  <a:pt x="267092" y="247560"/>
                </a:cubicBezTo>
                <a:cubicBezTo>
                  <a:pt x="260381" y="249034"/>
                  <a:pt x="256037" y="257705"/>
                  <a:pt x="259075" y="263568"/>
                </a:cubicBezTo>
                <a:cubicBezTo>
                  <a:pt x="260461" y="266225"/>
                  <a:pt x="260664" y="266314"/>
                  <a:pt x="261264" y="264433"/>
                </a:cubicBezTo>
                <a:cubicBezTo>
                  <a:pt x="261626" y="263285"/>
                  <a:pt x="263127" y="261219"/>
                  <a:pt x="264602" y="259842"/>
                </a:cubicBezTo>
                <a:cubicBezTo>
                  <a:pt x="267948" y="256698"/>
                  <a:pt x="270482" y="258244"/>
                  <a:pt x="268628" y="262305"/>
                </a:cubicBezTo>
                <a:cubicBezTo>
                  <a:pt x="267772" y="264186"/>
                  <a:pt x="267860" y="265298"/>
                  <a:pt x="268981" y="266835"/>
                </a:cubicBezTo>
                <a:cubicBezTo>
                  <a:pt x="269802" y="267947"/>
                  <a:pt x="270473" y="269951"/>
                  <a:pt x="270473" y="271285"/>
                </a:cubicBezTo>
                <a:cubicBezTo>
                  <a:pt x="270473" y="272609"/>
                  <a:pt x="270959" y="273995"/>
                  <a:pt x="271559" y="274366"/>
                </a:cubicBezTo>
                <a:cubicBezTo>
                  <a:pt x="272160" y="274737"/>
                  <a:pt x="272319" y="275576"/>
                  <a:pt x="271921" y="276229"/>
                </a:cubicBezTo>
                <a:cubicBezTo>
                  <a:pt x="271445" y="276997"/>
                  <a:pt x="271842" y="277156"/>
                  <a:pt x="273060" y="276688"/>
                </a:cubicBezTo>
                <a:cubicBezTo>
                  <a:pt x="274093" y="276291"/>
                  <a:pt x="275409" y="275973"/>
                  <a:pt x="275974" y="275973"/>
                </a:cubicBezTo>
                <a:close/>
                <a:moveTo>
                  <a:pt x="45154" y="265431"/>
                </a:moveTo>
                <a:cubicBezTo>
                  <a:pt x="42752" y="263144"/>
                  <a:pt x="40783" y="260477"/>
                  <a:pt x="40783" y="259497"/>
                </a:cubicBezTo>
                <a:cubicBezTo>
                  <a:pt x="40783" y="257431"/>
                  <a:pt x="44050" y="257122"/>
                  <a:pt x="45940" y="259012"/>
                </a:cubicBezTo>
                <a:cubicBezTo>
                  <a:pt x="46849" y="259930"/>
                  <a:pt x="47229" y="259948"/>
                  <a:pt x="47229" y="259082"/>
                </a:cubicBezTo>
                <a:cubicBezTo>
                  <a:pt x="47229" y="258411"/>
                  <a:pt x="46284" y="257573"/>
                  <a:pt x="45145" y="257211"/>
                </a:cubicBezTo>
                <a:cubicBezTo>
                  <a:pt x="43997" y="256840"/>
                  <a:pt x="42187" y="254650"/>
                  <a:pt x="41119" y="252337"/>
                </a:cubicBezTo>
                <a:cubicBezTo>
                  <a:pt x="40051" y="250015"/>
                  <a:pt x="38850" y="248107"/>
                  <a:pt x="38444" y="248090"/>
                </a:cubicBezTo>
                <a:cubicBezTo>
                  <a:pt x="38046" y="248072"/>
                  <a:pt x="38002" y="250845"/>
                  <a:pt x="38346" y="254235"/>
                </a:cubicBezTo>
                <a:cubicBezTo>
                  <a:pt x="38885" y="259542"/>
                  <a:pt x="39627" y="261157"/>
                  <a:pt x="43635" y="265757"/>
                </a:cubicBezTo>
                <a:cubicBezTo>
                  <a:pt x="46205" y="268698"/>
                  <a:pt x="48350" y="271594"/>
                  <a:pt x="48421" y="272194"/>
                </a:cubicBezTo>
                <a:cubicBezTo>
                  <a:pt x="48491" y="272795"/>
                  <a:pt x="48765" y="272450"/>
                  <a:pt x="49030" y="271435"/>
                </a:cubicBezTo>
                <a:cubicBezTo>
                  <a:pt x="49339" y="270260"/>
                  <a:pt x="47918" y="268062"/>
                  <a:pt x="45154" y="265431"/>
                </a:cubicBezTo>
                <a:close/>
                <a:moveTo>
                  <a:pt x="177137" y="265740"/>
                </a:moveTo>
                <a:cubicBezTo>
                  <a:pt x="180324" y="263691"/>
                  <a:pt x="183379" y="262014"/>
                  <a:pt x="183944" y="262014"/>
                </a:cubicBezTo>
                <a:cubicBezTo>
                  <a:pt x="186267" y="262014"/>
                  <a:pt x="183371" y="260645"/>
                  <a:pt x="180298" y="260283"/>
                </a:cubicBezTo>
                <a:cubicBezTo>
                  <a:pt x="178099" y="260027"/>
                  <a:pt x="175821" y="260707"/>
                  <a:pt x="173570" y="262296"/>
                </a:cubicBezTo>
                <a:cubicBezTo>
                  <a:pt x="167945" y="266278"/>
                  <a:pt x="167663" y="266693"/>
                  <a:pt x="168722" y="269536"/>
                </a:cubicBezTo>
                <a:cubicBezTo>
                  <a:pt x="169402" y="271373"/>
                  <a:pt x="169941" y="271761"/>
                  <a:pt x="170524" y="270817"/>
                </a:cubicBezTo>
                <a:cubicBezTo>
                  <a:pt x="170983" y="270075"/>
                  <a:pt x="173958" y="267797"/>
                  <a:pt x="177137" y="265740"/>
                </a:cubicBezTo>
                <a:close/>
                <a:moveTo>
                  <a:pt x="300970" y="267771"/>
                </a:moveTo>
                <a:cubicBezTo>
                  <a:pt x="301553" y="266234"/>
                  <a:pt x="301394" y="266199"/>
                  <a:pt x="299743" y="267462"/>
                </a:cubicBezTo>
                <a:cubicBezTo>
                  <a:pt x="298692" y="268265"/>
                  <a:pt x="297642" y="269060"/>
                  <a:pt x="297394" y="269227"/>
                </a:cubicBezTo>
                <a:cubicBezTo>
                  <a:pt x="297147" y="269395"/>
                  <a:pt x="297695" y="269528"/>
                  <a:pt x="298622" y="269528"/>
                </a:cubicBezTo>
                <a:cubicBezTo>
                  <a:pt x="299540" y="269528"/>
                  <a:pt x="300600" y="268733"/>
                  <a:pt x="300970" y="267771"/>
                </a:cubicBezTo>
                <a:close/>
                <a:moveTo>
                  <a:pt x="250130" y="266402"/>
                </a:moveTo>
                <a:cubicBezTo>
                  <a:pt x="249027" y="264336"/>
                  <a:pt x="242784" y="257723"/>
                  <a:pt x="241945" y="257723"/>
                </a:cubicBezTo>
                <a:cubicBezTo>
                  <a:pt x="240665" y="257723"/>
                  <a:pt x="241937" y="259789"/>
                  <a:pt x="245751" y="263894"/>
                </a:cubicBezTo>
                <a:cubicBezTo>
                  <a:pt x="250298" y="268786"/>
                  <a:pt x="251896" y="269704"/>
                  <a:pt x="250130" y="266402"/>
                </a:cubicBezTo>
                <a:close/>
                <a:moveTo>
                  <a:pt x="296229" y="263506"/>
                </a:moveTo>
                <a:cubicBezTo>
                  <a:pt x="296229" y="262685"/>
                  <a:pt x="295320" y="262014"/>
                  <a:pt x="294207" y="262014"/>
                </a:cubicBezTo>
                <a:cubicBezTo>
                  <a:pt x="292794" y="262014"/>
                  <a:pt x="292044" y="262959"/>
                  <a:pt x="291726" y="265131"/>
                </a:cubicBezTo>
                <a:cubicBezTo>
                  <a:pt x="291276" y="268159"/>
                  <a:pt x="291329" y="268194"/>
                  <a:pt x="293748" y="266614"/>
                </a:cubicBezTo>
                <a:cubicBezTo>
                  <a:pt x="295116" y="265722"/>
                  <a:pt x="296229" y="264318"/>
                  <a:pt x="296229" y="263506"/>
                </a:cubicBezTo>
                <a:close/>
                <a:moveTo>
                  <a:pt x="316643" y="262129"/>
                </a:moveTo>
                <a:cubicBezTo>
                  <a:pt x="319106" y="261025"/>
                  <a:pt x="320598" y="259798"/>
                  <a:pt x="319963" y="259409"/>
                </a:cubicBezTo>
                <a:cubicBezTo>
                  <a:pt x="319327" y="259021"/>
                  <a:pt x="317870" y="259206"/>
                  <a:pt x="316713" y="259824"/>
                </a:cubicBezTo>
                <a:cubicBezTo>
                  <a:pt x="315557" y="260442"/>
                  <a:pt x="312925" y="260945"/>
                  <a:pt x="310851" y="260945"/>
                </a:cubicBezTo>
                <a:cubicBezTo>
                  <a:pt x="308784" y="260945"/>
                  <a:pt x="306789" y="261422"/>
                  <a:pt x="306436" y="262005"/>
                </a:cubicBezTo>
                <a:cubicBezTo>
                  <a:pt x="306065" y="262605"/>
                  <a:pt x="306480" y="262800"/>
                  <a:pt x="307389" y="262446"/>
                </a:cubicBezTo>
                <a:cubicBezTo>
                  <a:pt x="310409" y="261290"/>
                  <a:pt x="311495" y="263082"/>
                  <a:pt x="309641" y="266137"/>
                </a:cubicBezTo>
                <a:lnTo>
                  <a:pt x="307910" y="268989"/>
                </a:lnTo>
                <a:lnTo>
                  <a:pt x="310029" y="266561"/>
                </a:lnTo>
                <a:cubicBezTo>
                  <a:pt x="311204" y="265228"/>
                  <a:pt x="314179" y="263232"/>
                  <a:pt x="316643" y="262129"/>
                </a:cubicBezTo>
                <a:close/>
                <a:moveTo>
                  <a:pt x="57895" y="258279"/>
                </a:moveTo>
                <a:cubicBezTo>
                  <a:pt x="62001" y="255286"/>
                  <a:pt x="61135" y="254906"/>
                  <a:pt x="54725" y="256910"/>
                </a:cubicBezTo>
                <a:cubicBezTo>
                  <a:pt x="50469" y="258244"/>
                  <a:pt x="49842" y="259197"/>
                  <a:pt x="51105" y="262499"/>
                </a:cubicBezTo>
                <a:cubicBezTo>
                  <a:pt x="51697" y="264027"/>
                  <a:pt x="51908" y="264045"/>
                  <a:pt x="52986" y="262605"/>
                </a:cubicBezTo>
                <a:cubicBezTo>
                  <a:pt x="53657" y="261714"/>
                  <a:pt x="55864" y="259771"/>
                  <a:pt x="57895" y="258279"/>
                </a:cubicBezTo>
                <a:close/>
                <a:moveTo>
                  <a:pt x="166356" y="257555"/>
                </a:moveTo>
                <a:cubicBezTo>
                  <a:pt x="166356" y="257060"/>
                  <a:pt x="165032" y="256707"/>
                  <a:pt x="163407" y="256778"/>
                </a:cubicBezTo>
                <a:cubicBezTo>
                  <a:pt x="161597" y="256849"/>
                  <a:pt x="161182" y="257087"/>
                  <a:pt x="162339" y="257387"/>
                </a:cubicBezTo>
                <a:cubicBezTo>
                  <a:pt x="164555" y="257970"/>
                  <a:pt x="164696" y="258888"/>
                  <a:pt x="162869" y="260972"/>
                </a:cubicBezTo>
                <a:cubicBezTo>
                  <a:pt x="162136" y="261811"/>
                  <a:pt x="162621" y="261590"/>
                  <a:pt x="163946" y="260477"/>
                </a:cubicBezTo>
                <a:cubicBezTo>
                  <a:pt x="165270" y="259374"/>
                  <a:pt x="166356" y="258058"/>
                  <a:pt x="166356" y="257555"/>
                </a:cubicBezTo>
                <a:close/>
                <a:moveTo>
                  <a:pt x="206981" y="257599"/>
                </a:moveTo>
                <a:cubicBezTo>
                  <a:pt x="204332" y="255921"/>
                  <a:pt x="203802" y="256619"/>
                  <a:pt x="205753" y="259232"/>
                </a:cubicBezTo>
                <a:cubicBezTo>
                  <a:pt x="207245" y="261237"/>
                  <a:pt x="207766" y="261449"/>
                  <a:pt x="208058" y="260168"/>
                </a:cubicBezTo>
                <a:cubicBezTo>
                  <a:pt x="208261" y="259259"/>
                  <a:pt x="207775" y="258102"/>
                  <a:pt x="206981" y="257599"/>
                </a:cubicBezTo>
                <a:close/>
                <a:moveTo>
                  <a:pt x="306039" y="257043"/>
                </a:moveTo>
                <a:cubicBezTo>
                  <a:pt x="310294" y="252849"/>
                  <a:pt x="310904" y="251763"/>
                  <a:pt x="309888" y="250147"/>
                </a:cubicBezTo>
                <a:cubicBezTo>
                  <a:pt x="308820" y="248434"/>
                  <a:pt x="308493" y="248672"/>
                  <a:pt x="306842" y="252354"/>
                </a:cubicBezTo>
                <a:cubicBezTo>
                  <a:pt x="305827" y="254624"/>
                  <a:pt x="303743" y="257299"/>
                  <a:pt x="302224" y="258297"/>
                </a:cubicBezTo>
                <a:cubicBezTo>
                  <a:pt x="299602" y="260009"/>
                  <a:pt x="298525" y="262014"/>
                  <a:pt x="300220" y="262014"/>
                </a:cubicBezTo>
                <a:cubicBezTo>
                  <a:pt x="300635" y="262014"/>
                  <a:pt x="303257" y="259780"/>
                  <a:pt x="306039" y="257043"/>
                </a:cubicBezTo>
                <a:close/>
                <a:moveTo>
                  <a:pt x="185207" y="256716"/>
                </a:moveTo>
                <a:cubicBezTo>
                  <a:pt x="181402" y="252743"/>
                  <a:pt x="182073" y="249617"/>
                  <a:pt x="186496" y="250703"/>
                </a:cubicBezTo>
                <a:cubicBezTo>
                  <a:pt x="190372" y="251648"/>
                  <a:pt x="196394" y="255763"/>
                  <a:pt x="196403" y="257458"/>
                </a:cubicBezTo>
                <a:cubicBezTo>
                  <a:pt x="196403" y="258191"/>
                  <a:pt x="197180" y="258800"/>
                  <a:pt x="198116" y="258800"/>
                </a:cubicBezTo>
                <a:cubicBezTo>
                  <a:pt x="200729" y="258800"/>
                  <a:pt x="199423" y="256628"/>
                  <a:pt x="194196" y="252275"/>
                </a:cubicBezTo>
                <a:cubicBezTo>
                  <a:pt x="189454" y="248337"/>
                  <a:pt x="189419" y="248319"/>
                  <a:pt x="183530" y="249441"/>
                </a:cubicBezTo>
                <a:lnTo>
                  <a:pt x="177631" y="250553"/>
                </a:lnTo>
                <a:lnTo>
                  <a:pt x="182240" y="255215"/>
                </a:lnTo>
                <a:cubicBezTo>
                  <a:pt x="184774" y="257776"/>
                  <a:pt x="187158" y="259868"/>
                  <a:pt x="187538" y="259868"/>
                </a:cubicBezTo>
                <a:cubicBezTo>
                  <a:pt x="187918" y="259868"/>
                  <a:pt x="186867" y="258447"/>
                  <a:pt x="185207" y="256716"/>
                </a:cubicBezTo>
                <a:close/>
                <a:moveTo>
                  <a:pt x="152406" y="256654"/>
                </a:moveTo>
                <a:cubicBezTo>
                  <a:pt x="152406" y="256186"/>
                  <a:pt x="151682" y="255524"/>
                  <a:pt x="150799" y="255189"/>
                </a:cubicBezTo>
                <a:cubicBezTo>
                  <a:pt x="149704" y="254774"/>
                  <a:pt x="149192" y="255242"/>
                  <a:pt x="149192" y="256654"/>
                </a:cubicBezTo>
                <a:cubicBezTo>
                  <a:pt x="149192" y="258058"/>
                  <a:pt x="149704" y="258526"/>
                  <a:pt x="150799" y="258111"/>
                </a:cubicBezTo>
                <a:cubicBezTo>
                  <a:pt x="151682" y="257776"/>
                  <a:pt x="152406" y="257113"/>
                  <a:pt x="152406" y="256654"/>
                </a:cubicBezTo>
                <a:close/>
                <a:moveTo>
                  <a:pt x="171724" y="257069"/>
                </a:moveTo>
                <a:cubicBezTo>
                  <a:pt x="171724" y="256840"/>
                  <a:pt x="171000" y="256654"/>
                  <a:pt x="170118" y="256654"/>
                </a:cubicBezTo>
                <a:cubicBezTo>
                  <a:pt x="169235" y="256654"/>
                  <a:pt x="168511" y="257122"/>
                  <a:pt x="168511" y="257687"/>
                </a:cubicBezTo>
                <a:cubicBezTo>
                  <a:pt x="168511" y="258261"/>
                  <a:pt x="169235" y="258456"/>
                  <a:pt x="170118" y="258111"/>
                </a:cubicBezTo>
                <a:cubicBezTo>
                  <a:pt x="171000" y="257776"/>
                  <a:pt x="171724" y="257308"/>
                  <a:pt x="171724" y="257069"/>
                </a:cubicBezTo>
                <a:close/>
                <a:moveTo>
                  <a:pt x="65886" y="254959"/>
                </a:moveTo>
                <a:cubicBezTo>
                  <a:pt x="66345" y="253785"/>
                  <a:pt x="66000" y="253379"/>
                  <a:pt x="64755" y="253617"/>
                </a:cubicBezTo>
                <a:cubicBezTo>
                  <a:pt x="63766" y="253811"/>
                  <a:pt x="62769" y="254571"/>
                  <a:pt x="62522" y="255312"/>
                </a:cubicBezTo>
                <a:cubicBezTo>
                  <a:pt x="61859" y="257281"/>
                  <a:pt x="65126" y="256946"/>
                  <a:pt x="65886" y="254959"/>
                </a:cubicBezTo>
                <a:close/>
                <a:moveTo>
                  <a:pt x="161297" y="252275"/>
                </a:moveTo>
                <a:cubicBezTo>
                  <a:pt x="163504" y="250456"/>
                  <a:pt x="165032" y="248522"/>
                  <a:pt x="164696" y="247975"/>
                </a:cubicBezTo>
                <a:cubicBezTo>
                  <a:pt x="164361" y="247428"/>
                  <a:pt x="162860" y="248434"/>
                  <a:pt x="161368" y="250209"/>
                </a:cubicBezTo>
                <a:cubicBezTo>
                  <a:pt x="159875" y="251984"/>
                  <a:pt x="157977" y="253432"/>
                  <a:pt x="157138" y="253432"/>
                </a:cubicBezTo>
                <a:cubicBezTo>
                  <a:pt x="156308" y="253432"/>
                  <a:pt x="155628" y="253917"/>
                  <a:pt x="155628" y="254500"/>
                </a:cubicBezTo>
                <a:cubicBezTo>
                  <a:pt x="155628" y="256310"/>
                  <a:pt x="157103" y="255727"/>
                  <a:pt x="161297" y="252275"/>
                </a:cubicBezTo>
                <a:close/>
                <a:moveTo>
                  <a:pt x="237778" y="254429"/>
                </a:moveTo>
                <a:cubicBezTo>
                  <a:pt x="238917" y="252593"/>
                  <a:pt x="237901" y="252407"/>
                  <a:pt x="235650" y="254058"/>
                </a:cubicBezTo>
                <a:cubicBezTo>
                  <a:pt x="233911" y="255330"/>
                  <a:pt x="233858" y="255577"/>
                  <a:pt x="235323" y="255577"/>
                </a:cubicBezTo>
                <a:cubicBezTo>
                  <a:pt x="236286" y="255577"/>
                  <a:pt x="237389" y="255065"/>
                  <a:pt x="237778" y="254429"/>
                </a:cubicBezTo>
                <a:close/>
                <a:moveTo>
                  <a:pt x="200924" y="252142"/>
                </a:moveTo>
                <a:cubicBezTo>
                  <a:pt x="199325" y="250544"/>
                  <a:pt x="199228" y="246986"/>
                  <a:pt x="200773" y="246986"/>
                </a:cubicBezTo>
                <a:cubicBezTo>
                  <a:pt x="201409" y="246986"/>
                  <a:pt x="202972" y="247525"/>
                  <a:pt x="204261" y="248178"/>
                </a:cubicBezTo>
                <a:cubicBezTo>
                  <a:pt x="205824" y="248973"/>
                  <a:pt x="205462" y="248346"/>
                  <a:pt x="203202" y="246306"/>
                </a:cubicBezTo>
                <a:cubicBezTo>
                  <a:pt x="201330" y="244611"/>
                  <a:pt x="199016" y="241786"/>
                  <a:pt x="198054" y="240011"/>
                </a:cubicBezTo>
                <a:lnTo>
                  <a:pt x="196306" y="236797"/>
                </a:lnTo>
                <a:lnTo>
                  <a:pt x="196906" y="240011"/>
                </a:lnTo>
                <a:cubicBezTo>
                  <a:pt x="197233" y="241786"/>
                  <a:pt x="197807" y="244920"/>
                  <a:pt x="198178" y="246986"/>
                </a:cubicBezTo>
                <a:cubicBezTo>
                  <a:pt x="198840" y="250633"/>
                  <a:pt x="200314" y="253432"/>
                  <a:pt x="201586" y="253432"/>
                </a:cubicBezTo>
                <a:cubicBezTo>
                  <a:pt x="201930" y="253432"/>
                  <a:pt x="201630" y="252849"/>
                  <a:pt x="200924" y="252142"/>
                </a:cubicBezTo>
                <a:close/>
                <a:moveTo>
                  <a:pt x="212508" y="249608"/>
                </a:moveTo>
                <a:cubicBezTo>
                  <a:pt x="212508" y="248001"/>
                  <a:pt x="211890" y="246986"/>
                  <a:pt x="210901" y="246986"/>
                </a:cubicBezTo>
                <a:cubicBezTo>
                  <a:pt x="209294" y="246986"/>
                  <a:pt x="208596" y="251304"/>
                  <a:pt x="209983" y="252681"/>
                </a:cubicBezTo>
                <a:cubicBezTo>
                  <a:pt x="211192" y="253900"/>
                  <a:pt x="212508" y="252301"/>
                  <a:pt x="212508" y="249608"/>
                </a:cubicBezTo>
                <a:close/>
                <a:moveTo>
                  <a:pt x="254307" y="248213"/>
                </a:moveTo>
                <a:cubicBezTo>
                  <a:pt x="259119" y="246059"/>
                  <a:pt x="258721" y="244055"/>
                  <a:pt x="253856" y="245909"/>
                </a:cubicBezTo>
                <a:cubicBezTo>
                  <a:pt x="252293" y="246500"/>
                  <a:pt x="249618" y="246986"/>
                  <a:pt x="247923" y="246986"/>
                </a:cubicBezTo>
                <a:cubicBezTo>
                  <a:pt x="246228" y="246986"/>
                  <a:pt x="244568" y="247428"/>
                  <a:pt x="244232" y="247966"/>
                </a:cubicBezTo>
                <a:cubicBezTo>
                  <a:pt x="243905" y="248496"/>
                  <a:pt x="244674" y="248664"/>
                  <a:pt x="245936" y="248337"/>
                </a:cubicBezTo>
                <a:cubicBezTo>
                  <a:pt x="247994" y="247798"/>
                  <a:pt x="248179" y="248072"/>
                  <a:pt x="247649" y="250827"/>
                </a:cubicBezTo>
                <a:cubicBezTo>
                  <a:pt x="247137" y="253511"/>
                  <a:pt x="247243" y="253679"/>
                  <a:pt x="248400" y="252089"/>
                </a:cubicBezTo>
                <a:cubicBezTo>
                  <a:pt x="249141" y="251083"/>
                  <a:pt x="251799" y="249335"/>
                  <a:pt x="254307" y="248213"/>
                </a:cubicBezTo>
                <a:close/>
                <a:moveTo>
                  <a:pt x="233292" y="248593"/>
                </a:moveTo>
                <a:cubicBezTo>
                  <a:pt x="232524" y="246606"/>
                  <a:pt x="231191" y="247357"/>
                  <a:pt x="230458" y="250173"/>
                </a:cubicBezTo>
                <a:cubicBezTo>
                  <a:pt x="229981" y="251992"/>
                  <a:pt x="230202" y="252151"/>
                  <a:pt x="231897" y="251251"/>
                </a:cubicBezTo>
                <a:cubicBezTo>
                  <a:pt x="233054" y="250633"/>
                  <a:pt x="233637" y="249502"/>
                  <a:pt x="233292" y="248593"/>
                </a:cubicBezTo>
                <a:close/>
                <a:moveTo>
                  <a:pt x="61833" y="244743"/>
                </a:moveTo>
                <a:cubicBezTo>
                  <a:pt x="62892" y="243869"/>
                  <a:pt x="66398" y="243154"/>
                  <a:pt x="70194" y="243057"/>
                </a:cubicBezTo>
                <a:cubicBezTo>
                  <a:pt x="78529" y="242827"/>
                  <a:pt x="78732" y="241194"/>
                  <a:pt x="70477" y="240761"/>
                </a:cubicBezTo>
                <a:cubicBezTo>
                  <a:pt x="65038" y="240479"/>
                  <a:pt x="63872" y="240779"/>
                  <a:pt x="61603" y="243048"/>
                </a:cubicBezTo>
                <a:cubicBezTo>
                  <a:pt x="58283" y="246368"/>
                  <a:pt x="50990" y="248408"/>
                  <a:pt x="49383" y="246465"/>
                </a:cubicBezTo>
                <a:cubicBezTo>
                  <a:pt x="48544" y="245459"/>
                  <a:pt x="49233" y="244240"/>
                  <a:pt x="52067" y="241759"/>
                </a:cubicBezTo>
                <a:cubicBezTo>
                  <a:pt x="55776" y="238501"/>
                  <a:pt x="55811" y="238404"/>
                  <a:pt x="53233" y="238404"/>
                </a:cubicBezTo>
                <a:cubicBezTo>
                  <a:pt x="51767" y="238404"/>
                  <a:pt x="50275" y="238889"/>
                  <a:pt x="49904" y="239481"/>
                </a:cubicBezTo>
                <a:cubicBezTo>
                  <a:pt x="49542" y="240064"/>
                  <a:pt x="47096" y="240549"/>
                  <a:pt x="44474" y="240549"/>
                </a:cubicBezTo>
                <a:cubicBezTo>
                  <a:pt x="41861" y="240549"/>
                  <a:pt x="39715" y="241035"/>
                  <a:pt x="39715" y="241627"/>
                </a:cubicBezTo>
                <a:cubicBezTo>
                  <a:pt x="39715" y="242218"/>
                  <a:pt x="40077" y="242704"/>
                  <a:pt x="40518" y="242704"/>
                </a:cubicBezTo>
                <a:cubicBezTo>
                  <a:pt x="40960" y="242713"/>
                  <a:pt x="43247" y="244567"/>
                  <a:pt x="45604" y="246827"/>
                </a:cubicBezTo>
                <a:lnTo>
                  <a:pt x="49878" y="250950"/>
                </a:lnTo>
                <a:lnTo>
                  <a:pt x="54946" y="248602"/>
                </a:lnTo>
                <a:cubicBezTo>
                  <a:pt x="57736" y="247313"/>
                  <a:pt x="60835" y="245573"/>
                  <a:pt x="61833" y="244743"/>
                </a:cubicBezTo>
                <a:close/>
                <a:moveTo>
                  <a:pt x="68420" y="249467"/>
                </a:moveTo>
                <a:cubicBezTo>
                  <a:pt x="67387" y="249202"/>
                  <a:pt x="65700" y="249202"/>
                  <a:pt x="64667" y="249467"/>
                </a:cubicBezTo>
                <a:cubicBezTo>
                  <a:pt x="63634" y="249741"/>
                  <a:pt x="64482" y="249962"/>
                  <a:pt x="66548" y="249962"/>
                </a:cubicBezTo>
                <a:cubicBezTo>
                  <a:pt x="68614" y="249962"/>
                  <a:pt x="69453" y="249741"/>
                  <a:pt x="68420" y="249467"/>
                </a:cubicBezTo>
                <a:close/>
                <a:moveTo>
                  <a:pt x="152406" y="246986"/>
                </a:moveTo>
                <a:cubicBezTo>
                  <a:pt x="152406" y="246403"/>
                  <a:pt x="151893" y="245918"/>
                  <a:pt x="151267" y="245918"/>
                </a:cubicBezTo>
                <a:cubicBezTo>
                  <a:pt x="150649" y="245918"/>
                  <a:pt x="150437" y="246403"/>
                  <a:pt x="150799" y="246986"/>
                </a:cubicBezTo>
                <a:cubicBezTo>
                  <a:pt x="151161" y="247578"/>
                  <a:pt x="151673" y="248063"/>
                  <a:pt x="151938" y="248063"/>
                </a:cubicBezTo>
                <a:cubicBezTo>
                  <a:pt x="152194" y="248063"/>
                  <a:pt x="152406" y="247578"/>
                  <a:pt x="152406" y="246986"/>
                </a:cubicBezTo>
                <a:close/>
                <a:moveTo>
                  <a:pt x="245813" y="240505"/>
                </a:moveTo>
                <a:cubicBezTo>
                  <a:pt x="247314" y="238404"/>
                  <a:pt x="247835" y="236558"/>
                  <a:pt x="247349" y="235057"/>
                </a:cubicBezTo>
                <a:cubicBezTo>
                  <a:pt x="246713" y="233027"/>
                  <a:pt x="246422" y="233247"/>
                  <a:pt x="244735" y="237018"/>
                </a:cubicBezTo>
                <a:cubicBezTo>
                  <a:pt x="243685" y="239349"/>
                  <a:pt x="241566" y="242253"/>
                  <a:pt x="240012" y="243472"/>
                </a:cubicBezTo>
                <a:cubicBezTo>
                  <a:pt x="238467" y="244690"/>
                  <a:pt x="237195" y="246253"/>
                  <a:pt x="237195" y="246951"/>
                </a:cubicBezTo>
                <a:cubicBezTo>
                  <a:pt x="237195" y="248743"/>
                  <a:pt x="243084" y="244337"/>
                  <a:pt x="245813" y="240505"/>
                </a:cubicBezTo>
                <a:close/>
                <a:moveTo>
                  <a:pt x="106907" y="239922"/>
                </a:moveTo>
                <a:cubicBezTo>
                  <a:pt x="106183" y="238042"/>
                  <a:pt x="102325" y="237918"/>
                  <a:pt x="101654" y="239746"/>
                </a:cubicBezTo>
                <a:cubicBezTo>
                  <a:pt x="101380" y="240488"/>
                  <a:pt x="102422" y="242457"/>
                  <a:pt x="103976" y="244125"/>
                </a:cubicBezTo>
                <a:lnTo>
                  <a:pt x="106793" y="247163"/>
                </a:lnTo>
                <a:lnTo>
                  <a:pt x="107137" y="244302"/>
                </a:lnTo>
                <a:cubicBezTo>
                  <a:pt x="107331" y="242730"/>
                  <a:pt x="107225" y="240761"/>
                  <a:pt x="106907" y="239922"/>
                </a:cubicBezTo>
                <a:close/>
                <a:moveTo>
                  <a:pt x="299452" y="243852"/>
                </a:moveTo>
                <a:cubicBezTo>
                  <a:pt x="299452" y="242783"/>
                  <a:pt x="300405" y="240699"/>
                  <a:pt x="301580" y="239207"/>
                </a:cubicBezTo>
                <a:lnTo>
                  <a:pt x="303708" y="236497"/>
                </a:lnTo>
                <a:lnTo>
                  <a:pt x="300776" y="235923"/>
                </a:lnTo>
                <a:cubicBezTo>
                  <a:pt x="296079" y="234987"/>
                  <a:pt x="294463" y="237353"/>
                  <a:pt x="296202" y="242615"/>
                </a:cubicBezTo>
                <a:cubicBezTo>
                  <a:pt x="297606" y="246880"/>
                  <a:pt x="299452" y="247578"/>
                  <a:pt x="299452" y="243852"/>
                </a:cubicBezTo>
                <a:close/>
                <a:moveTo>
                  <a:pt x="160379" y="242801"/>
                </a:moveTo>
                <a:cubicBezTo>
                  <a:pt x="160105" y="242518"/>
                  <a:pt x="159037" y="243163"/>
                  <a:pt x="158021" y="244222"/>
                </a:cubicBezTo>
                <a:cubicBezTo>
                  <a:pt x="156246" y="246068"/>
                  <a:pt x="156273" y="246094"/>
                  <a:pt x="158533" y="244735"/>
                </a:cubicBezTo>
                <a:cubicBezTo>
                  <a:pt x="159831" y="243958"/>
                  <a:pt x="160661" y="243083"/>
                  <a:pt x="160379" y="242801"/>
                </a:cubicBezTo>
                <a:close/>
                <a:moveTo>
                  <a:pt x="173905" y="242103"/>
                </a:moveTo>
                <a:cubicBezTo>
                  <a:pt x="175203" y="240011"/>
                  <a:pt x="176086" y="238192"/>
                  <a:pt x="175874" y="238077"/>
                </a:cubicBezTo>
                <a:cubicBezTo>
                  <a:pt x="175662" y="237954"/>
                  <a:pt x="173914" y="236762"/>
                  <a:pt x="171998" y="235419"/>
                </a:cubicBezTo>
                <a:cubicBezTo>
                  <a:pt x="170073" y="234069"/>
                  <a:pt x="168511" y="233451"/>
                  <a:pt x="168511" y="234042"/>
                </a:cubicBezTo>
                <a:cubicBezTo>
                  <a:pt x="168511" y="234625"/>
                  <a:pt x="167116" y="236700"/>
                  <a:pt x="165411" y="238633"/>
                </a:cubicBezTo>
                <a:cubicBezTo>
                  <a:pt x="162807" y="241609"/>
                  <a:pt x="162551" y="242377"/>
                  <a:pt x="163804" y="243543"/>
                </a:cubicBezTo>
                <a:cubicBezTo>
                  <a:pt x="165023" y="244682"/>
                  <a:pt x="165288" y="244655"/>
                  <a:pt x="165288" y="243419"/>
                </a:cubicBezTo>
                <a:cubicBezTo>
                  <a:pt x="165288" y="241671"/>
                  <a:pt x="169314" y="236258"/>
                  <a:pt x="170621" y="236258"/>
                </a:cubicBezTo>
                <a:cubicBezTo>
                  <a:pt x="172175" y="236258"/>
                  <a:pt x="172713" y="239269"/>
                  <a:pt x="171742" y="242633"/>
                </a:cubicBezTo>
                <a:cubicBezTo>
                  <a:pt x="170524" y="246898"/>
                  <a:pt x="171018" y="246774"/>
                  <a:pt x="173905" y="242103"/>
                </a:cubicBezTo>
                <a:close/>
                <a:moveTo>
                  <a:pt x="113362" y="236188"/>
                </a:moveTo>
                <a:cubicBezTo>
                  <a:pt x="110854" y="231941"/>
                  <a:pt x="111216" y="223376"/>
                  <a:pt x="113900" y="223376"/>
                </a:cubicBezTo>
                <a:cubicBezTo>
                  <a:pt x="114439" y="223376"/>
                  <a:pt x="115834" y="224948"/>
                  <a:pt x="116999" y="226864"/>
                </a:cubicBezTo>
                <a:cubicBezTo>
                  <a:pt x="118845" y="229892"/>
                  <a:pt x="119127" y="230042"/>
                  <a:pt x="119127" y="228003"/>
                </a:cubicBezTo>
                <a:cubicBezTo>
                  <a:pt x="119127" y="226714"/>
                  <a:pt x="118589" y="225319"/>
                  <a:pt x="117926" y="224904"/>
                </a:cubicBezTo>
                <a:cubicBezTo>
                  <a:pt x="117141" y="224418"/>
                  <a:pt x="116911" y="221796"/>
                  <a:pt x="117264" y="217354"/>
                </a:cubicBezTo>
                <a:cubicBezTo>
                  <a:pt x="117776" y="210953"/>
                  <a:pt x="117697" y="210618"/>
                  <a:pt x="115790" y="211642"/>
                </a:cubicBezTo>
                <a:cubicBezTo>
                  <a:pt x="114677" y="212233"/>
                  <a:pt x="113768" y="213787"/>
                  <a:pt x="113768" y="215094"/>
                </a:cubicBezTo>
                <a:cubicBezTo>
                  <a:pt x="113768" y="216401"/>
                  <a:pt x="112832" y="218997"/>
                  <a:pt x="111702" y="220851"/>
                </a:cubicBezTo>
                <a:cubicBezTo>
                  <a:pt x="109795" y="223977"/>
                  <a:pt x="109733" y="225018"/>
                  <a:pt x="110863" y="234545"/>
                </a:cubicBezTo>
                <a:cubicBezTo>
                  <a:pt x="112028" y="244346"/>
                  <a:pt x="112170" y="244717"/>
                  <a:pt x="113591" y="241989"/>
                </a:cubicBezTo>
                <a:cubicBezTo>
                  <a:pt x="114907" y="239490"/>
                  <a:pt x="114880" y="238748"/>
                  <a:pt x="113362" y="236188"/>
                </a:cubicBezTo>
                <a:close/>
                <a:moveTo>
                  <a:pt x="160741" y="235543"/>
                </a:moveTo>
                <a:cubicBezTo>
                  <a:pt x="163328" y="233353"/>
                  <a:pt x="163381" y="233124"/>
                  <a:pt x="161632" y="231384"/>
                </a:cubicBezTo>
                <a:cubicBezTo>
                  <a:pt x="159893" y="229636"/>
                  <a:pt x="159628" y="229698"/>
                  <a:pt x="156759" y="232444"/>
                </a:cubicBezTo>
                <a:cubicBezTo>
                  <a:pt x="154039" y="235049"/>
                  <a:pt x="153854" y="235676"/>
                  <a:pt x="154913" y="238474"/>
                </a:cubicBezTo>
                <a:cubicBezTo>
                  <a:pt x="155929" y="241185"/>
                  <a:pt x="156220" y="241353"/>
                  <a:pt x="157050" y="239737"/>
                </a:cubicBezTo>
                <a:cubicBezTo>
                  <a:pt x="157571" y="238704"/>
                  <a:pt x="159240" y="236823"/>
                  <a:pt x="160741" y="235543"/>
                </a:cubicBezTo>
                <a:close/>
                <a:moveTo>
                  <a:pt x="182982" y="240532"/>
                </a:moveTo>
                <a:cubicBezTo>
                  <a:pt x="182611" y="239931"/>
                  <a:pt x="181861" y="239719"/>
                  <a:pt x="181313" y="240064"/>
                </a:cubicBezTo>
                <a:cubicBezTo>
                  <a:pt x="179821" y="240982"/>
                  <a:pt x="180104" y="241627"/>
                  <a:pt x="181984" y="241627"/>
                </a:cubicBezTo>
                <a:cubicBezTo>
                  <a:pt x="182903" y="241627"/>
                  <a:pt x="183353" y="241132"/>
                  <a:pt x="182982" y="240532"/>
                </a:cubicBezTo>
                <a:close/>
                <a:moveTo>
                  <a:pt x="214600" y="235499"/>
                </a:moveTo>
                <a:cubicBezTo>
                  <a:pt x="214636" y="234793"/>
                  <a:pt x="210195" y="229716"/>
                  <a:pt x="204729" y="224215"/>
                </a:cubicBezTo>
                <a:cubicBezTo>
                  <a:pt x="196756" y="216189"/>
                  <a:pt x="192792" y="213143"/>
                  <a:pt x="184607" y="208781"/>
                </a:cubicBezTo>
                <a:lnTo>
                  <a:pt x="174409" y="203351"/>
                </a:lnTo>
                <a:lnTo>
                  <a:pt x="173640" y="206653"/>
                </a:lnTo>
                <a:cubicBezTo>
                  <a:pt x="173217" y="208472"/>
                  <a:pt x="173111" y="210626"/>
                  <a:pt x="173393" y="211439"/>
                </a:cubicBezTo>
                <a:cubicBezTo>
                  <a:pt x="173676" y="212251"/>
                  <a:pt x="173358" y="213584"/>
                  <a:pt x="172687" y="214388"/>
                </a:cubicBezTo>
                <a:cubicBezTo>
                  <a:pt x="171698" y="215580"/>
                  <a:pt x="172025" y="215862"/>
                  <a:pt x="174320" y="215862"/>
                </a:cubicBezTo>
                <a:cubicBezTo>
                  <a:pt x="177411" y="215862"/>
                  <a:pt x="185066" y="219368"/>
                  <a:pt x="186284" y="221337"/>
                </a:cubicBezTo>
                <a:cubicBezTo>
                  <a:pt x="186690" y="221999"/>
                  <a:pt x="186452" y="222899"/>
                  <a:pt x="185737" y="223341"/>
                </a:cubicBezTo>
                <a:cubicBezTo>
                  <a:pt x="183326" y="224833"/>
                  <a:pt x="185560" y="231852"/>
                  <a:pt x="189030" y="233636"/>
                </a:cubicBezTo>
                <a:cubicBezTo>
                  <a:pt x="192076" y="235216"/>
                  <a:pt x="192121" y="235199"/>
                  <a:pt x="192121" y="232232"/>
                </a:cubicBezTo>
                <a:cubicBezTo>
                  <a:pt x="192121" y="228947"/>
                  <a:pt x="194955" y="224091"/>
                  <a:pt x="196368" y="224957"/>
                </a:cubicBezTo>
                <a:cubicBezTo>
                  <a:pt x="196853" y="225257"/>
                  <a:pt x="197542" y="226661"/>
                  <a:pt x="197895" y="228082"/>
                </a:cubicBezTo>
                <a:cubicBezTo>
                  <a:pt x="198557" y="230722"/>
                  <a:pt x="205524" y="238404"/>
                  <a:pt x="207254" y="238404"/>
                </a:cubicBezTo>
                <a:cubicBezTo>
                  <a:pt x="207784" y="238404"/>
                  <a:pt x="208217" y="239163"/>
                  <a:pt x="208217" y="240099"/>
                </a:cubicBezTo>
                <a:cubicBezTo>
                  <a:pt x="208217" y="241450"/>
                  <a:pt x="208844" y="241291"/>
                  <a:pt x="211378" y="239287"/>
                </a:cubicBezTo>
                <a:cubicBezTo>
                  <a:pt x="213117" y="237918"/>
                  <a:pt x="214565" y="236214"/>
                  <a:pt x="214600" y="235499"/>
                </a:cubicBezTo>
                <a:close/>
                <a:moveTo>
                  <a:pt x="84251" y="238404"/>
                </a:moveTo>
                <a:cubicBezTo>
                  <a:pt x="83889" y="237812"/>
                  <a:pt x="82291" y="237380"/>
                  <a:pt x="80701" y="237441"/>
                </a:cubicBezTo>
                <a:lnTo>
                  <a:pt x="77814" y="237547"/>
                </a:lnTo>
                <a:lnTo>
                  <a:pt x="80498" y="238404"/>
                </a:lnTo>
                <a:cubicBezTo>
                  <a:pt x="84304" y="239622"/>
                  <a:pt x="85010" y="239622"/>
                  <a:pt x="84251" y="238404"/>
                </a:cubicBezTo>
                <a:close/>
                <a:moveTo>
                  <a:pt x="74247" y="236196"/>
                </a:moveTo>
                <a:cubicBezTo>
                  <a:pt x="72561" y="235517"/>
                  <a:pt x="71943" y="234590"/>
                  <a:pt x="72322" y="233309"/>
                </a:cubicBezTo>
                <a:cubicBezTo>
                  <a:pt x="72737" y="231932"/>
                  <a:pt x="71837" y="230934"/>
                  <a:pt x="68967" y="229583"/>
                </a:cubicBezTo>
                <a:cubicBezTo>
                  <a:pt x="66813" y="228568"/>
                  <a:pt x="64844" y="227941"/>
                  <a:pt x="64596" y="228188"/>
                </a:cubicBezTo>
                <a:cubicBezTo>
                  <a:pt x="63669" y="229115"/>
                  <a:pt x="72534" y="237009"/>
                  <a:pt x="74591" y="237106"/>
                </a:cubicBezTo>
                <a:cubicBezTo>
                  <a:pt x="76454" y="237185"/>
                  <a:pt x="76410" y="237062"/>
                  <a:pt x="74247" y="236196"/>
                </a:cubicBezTo>
                <a:close/>
                <a:moveTo>
                  <a:pt x="245292" y="231340"/>
                </a:moveTo>
                <a:cubicBezTo>
                  <a:pt x="247252" y="231835"/>
                  <a:pt x="247835" y="231402"/>
                  <a:pt x="248426" y="229000"/>
                </a:cubicBezTo>
                <a:cubicBezTo>
                  <a:pt x="250634" y="220039"/>
                  <a:pt x="255878" y="219085"/>
                  <a:pt x="255269" y="227756"/>
                </a:cubicBezTo>
                <a:lnTo>
                  <a:pt x="254907" y="232912"/>
                </a:lnTo>
                <a:lnTo>
                  <a:pt x="257317" y="230643"/>
                </a:lnTo>
                <a:cubicBezTo>
                  <a:pt x="258642" y="229398"/>
                  <a:pt x="259516" y="228171"/>
                  <a:pt x="259269" y="227914"/>
                </a:cubicBezTo>
                <a:cubicBezTo>
                  <a:pt x="259013" y="227658"/>
                  <a:pt x="259225" y="226334"/>
                  <a:pt x="259746" y="224965"/>
                </a:cubicBezTo>
                <a:cubicBezTo>
                  <a:pt x="260576" y="222785"/>
                  <a:pt x="260266" y="222325"/>
                  <a:pt x="257362" y="221310"/>
                </a:cubicBezTo>
                <a:cubicBezTo>
                  <a:pt x="252912" y="219765"/>
                  <a:pt x="246855" y="215059"/>
                  <a:pt x="246855" y="213152"/>
                </a:cubicBezTo>
                <a:cubicBezTo>
                  <a:pt x="246855" y="211960"/>
                  <a:pt x="246263" y="211854"/>
                  <a:pt x="244109" y="212675"/>
                </a:cubicBezTo>
                <a:cubicBezTo>
                  <a:pt x="242590" y="213249"/>
                  <a:pt x="239932" y="213717"/>
                  <a:pt x="238202" y="213717"/>
                </a:cubicBezTo>
                <a:cubicBezTo>
                  <a:pt x="233654" y="213717"/>
                  <a:pt x="234317" y="215677"/>
                  <a:pt x="238996" y="216065"/>
                </a:cubicBezTo>
                <a:cubicBezTo>
                  <a:pt x="244594" y="216542"/>
                  <a:pt x="244585" y="218652"/>
                  <a:pt x="238970" y="221381"/>
                </a:cubicBezTo>
                <a:cubicBezTo>
                  <a:pt x="233690" y="223950"/>
                  <a:pt x="232524" y="226096"/>
                  <a:pt x="234449" y="229689"/>
                </a:cubicBezTo>
                <a:cubicBezTo>
                  <a:pt x="235879" y="232373"/>
                  <a:pt x="237195" y="231640"/>
                  <a:pt x="237195" y="228153"/>
                </a:cubicBezTo>
                <a:cubicBezTo>
                  <a:pt x="237195" y="225531"/>
                  <a:pt x="244762" y="218008"/>
                  <a:pt x="247393" y="218008"/>
                </a:cubicBezTo>
                <a:cubicBezTo>
                  <a:pt x="251411" y="218008"/>
                  <a:pt x="247384" y="226599"/>
                  <a:pt x="241142" y="231358"/>
                </a:cubicBezTo>
                <a:cubicBezTo>
                  <a:pt x="239076" y="232938"/>
                  <a:pt x="237098" y="234960"/>
                  <a:pt x="236754" y="235852"/>
                </a:cubicBezTo>
                <a:cubicBezTo>
                  <a:pt x="236409" y="236753"/>
                  <a:pt x="237654" y="235967"/>
                  <a:pt x="239508" y="234113"/>
                </a:cubicBezTo>
                <a:cubicBezTo>
                  <a:pt x="241981" y="231640"/>
                  <a:pt x="243526" y="230899"/>
                  <a:pt x="245292" y="231340"/>
                </a:cubicBezTo>
                <a:close/>
                <a:moveTo>
                  <a:pt x="259225" y="234316"/>
                </a:moveTo>
                <a:cubicBezTo>
                  <a:pt x="258898" y="233989"/>
                  <a:pt x="258033" y="234316"/>
                  <a:pt x="257300" y="235049"/>
                </a:cubicBezTo>
                <a:cubicBezTo>
                  <a:pt x="256249" y="236108"/>
                  <a:pt x="256373" y="236232"/>
                  <a:pt x="257909" y="235649"/>
                </a:cubicBezTo>
                <a:cubicBezTo>
                  <a:pt x="258960" y="235252"/>
                  <a:pt x="259560" y="234651"/>
                  <a:pt x="259225" y="234316"/>
                </a:cubicBezTo>
                <a:close/>
                <a:moveTo>
                  <a:pt x="179238" y="228833"/>
                </a:moveTo>
                <a:cubicBezTo>
                  <a:pt x="179238" y="224948"/>
                  <a:pt x="178965" y="224568"/>
                  <a:pt x="175751" y="223879"/>
                </a:cubicBezTo>
                <a:cubicBezTo>
                  <a:pt x="173835" y="223473"/>
                  <a:pt x="171398" y="222378"/>
                  <a:pt x="170347" y="221442"/>
                </a:cubicBezTo>
                <a:cubicBezTo>
                  <a:pt x="168572" y="219888"/>
                  <a:pt x="168202" y="219977"/>
                  <a:pt x="165535" y="222634"/>
                </a:cubicBezTo>
                <a:lnTo>
                  <a:pt x="162657" y="225522"/>
                </a:lnTo>
                <a:lnTo>
                  <a:pt x="167672" y="225522"/>
                </a:lnTo>
                <a:cubicBezTo>
                  <a:pt x="173667" y="225522"/>
                  <a:pt x="178302" y="227402"/>
                  <a:pt x="178082" y="229742"/>
                </a:cubicBezTo>
                <a:cubicBezTo>
                  <a:pt x="177861" y="232011"/>
                  <a:pt x="178055" y="233036"/>
                  <a:pt x="178700" y="233036"/>
                </a:cubicBezTo>
                <a:cubicBezTo>
                  <a:pt x="179000" y="233036"/>
                  <a:pt x="179238" y="231146"/>
                  <a:pt x="179238" y="228833"/>
                </a:cubicBezTo>
                <a:close/>
                <a:moveTo>
                  <a:pt x="295805" y="229036"/>
                </a:moveTo>
                <a:cubicBezTo>
                  <a:pt x="295443" y="228683"/>
                  <a:pt x="295196" y="229310"/>
                  <a:pt x="295240" y="230440"/>
                </a:cubicBezTo>
                <a:cubicBezTo>
                  <a:pt x="295293" y="231693"/>
                  <a:pt x="295549" y="231950"/>
                  <a:pt x="295885" y="231093"/>
                </a:cubicBezTo>
                <a:cubicBezTo>
                  <a:pt x="296202" y="230316"/>
                  <a:pt x="296158" y="229389"/>
                  <a:pt x="295805" y="229036"/>
                </a:cubicBezTo>
                <a:close/>
                <a:moveTo>
                  <a:pt x="276080" y="227676"/>
                </a:moveTo>
                <a:cubicBezTo>
                  <a:pt x="278014" y="226493"/>
                  <a:pt x="280468" y="225531"/>
                  <a:pt x="281537" y="225531"/>
                </a:cubicBezTo>
                <a:cubicBezTo>
                  <a:pt x="282605" y="225531"/>
                  <a:pt x="283170" y="225027"/>
                  <a:pt x="282790" y="224418"/>
                </a:cubicBezTo>
                <a:cubicBezTo>
                  <a:pt x="282411" y="223800"/>
                  <a:pt x="280601" y="223597"/>
                  <a:pt x="278694" y="223950"/>
                </a:cubicBezTo>
                <a:cubicBezTo>
                  <a:pt x="276089" y="224444"/>
                  <a:pt x="274314" y="223941"/>
                  <a:pt x="271259" y="221875"/>
                </a:cubicBezTo>
                <a:cubicBezTo>
                  <a:pt x="267807" y="219526"/>
                  <a:pt x="267251" y="219403"/>
                  <a:pt x="267242" y="220992"/>
                </a:cubicBezTo>
                <a:cubicBezTo>
                  <a:pt x="267242" y="222008"/>
                  <a:pt x="266562" y="224144"/>
                  <a:pt x="265732" y="225734"/>
                </a:cubicBezTo>
                <a:cubicBezTo>
                  <a:pt x="264231" y="228603"/>
                  <a:pt x="264249" y="228630"/>
                  <a:pt x="268151" y="229045"/>
                </a:cubicBezTo>
                <a:cubicBezTo>
                  <a:pt x="270314" y="229274"/>
                  <a:pt x="272186" y="229539"/>
                  <a:pt x="272319" y="229636"/>
                </a:cubicBezTo>
                <a:cubicBezTo>
                  <a:pt x="272451" y="229733"/>
                  <a:pt x="274146" y="228850"/>
                  <a:pt x="276080" y="227676"/>
                </a:cubicBezTo>
                <a:close/>
                <a:moveTo>
                  <a:pt x="298366" y="219394"/>
                </a:moveTo>
                <a:cubicBezTo>
                  <a:pt x="299787" y="219765"/>
                  <a:pt x="300458" y="219147"/>
                  <a:pt x="300873" y="217081"/>
                </a:cubicBezTo>
                <a:cubicBezTo>
                  <a:pt x="301191" y="215527"/>
                  <a:pt x="301774" y="213408"/>
                  <a:pt x="302171" y="212375"/>
                </a:cubicBezTo>
                <a:cubicBezTo>
                  <a:pt x="302595" y="211280"/>
                  <a:pt x="302401" y="210503"/>
                  <a:pt x="301712" y="210503"/>
                </a:cubicBezTo>
                <a:cubicBezTo>
                  <a:pt x="301059" y="210503"/>
                  <a:pt x="300520" y="211183"/>
                  <a:pt x="300520" y="212030"/>
                </a:cubicBezTo>
                <a:cubicBezTo>
                  <a:pt x="300520" y="212869"/>
                  <a:pt x="299310" y="214988"/>
                  <a:pt x="297836" y="216745"/>
                </a:cubicBezTo>
                <a:cubicBezTo>
                  <a:pt x="296361" y="218493"/>
                  <a:pt x="295214" y="220586"/>
                  <a:pt x="295284" y="221389"/>
                </a:cubicBezTo>
                <a:cubicBezTo>
                  <a:pt x="295346" y="222184"/>
                  <a:pt x="295637" y="221955"/>
                  <a:pt x="295911" y="220860"/>
                </a:cubicBezTo>
                <a:cubicBezTo>
                  <a:pt x="296247" y="219579"/>
                  <a:pt x="297103" y="219067"/>
                  <a:pt x="298366" y="219394"/>
                </a:cubicBezTo>
                <a:close/>
                <a:moveTo>
                  <a:pt x="266915" y="218008"/>
                </a:moveTo>
                <a:cubicBezTo>
                  <a:pt x="267224" y="218008"/>
                  <a:pt x="265970" y="216304"/>
                  <a:pt x="264143" y="214220"/>
                </a:cubicBezTo>
                <a:cubicBezTo>
                  <a:pt x="262306" y="212127"/>
                  <a:pt x="260814" y="209505"/>
                  <a:pt x="260814" y="208375"/>
                </a:cubicBezTo>
                <a:cubicBezTo>
                  <a:pt x="260814" y="205523"/>
                  <a:pt x="259825" y="205232"/>
                  <a:pt x="254942" y="206635"/>
                </a:cubicBezTo>
                <a:lnTo>
                  <a:pt x="250687" y="207863"/>
                </a:lnTo>
                <a:lnTo>
                  <a:pt x="254457" y="210088"/>
                </a:lnTo>
                <a:cubicBezTo>
                  <a:pt x="256532" y="211315"/>
                  <a:pt x="259410" y="213814"/>
                  <a:pt x="260858" y="215642"/>
                </a:cubicBezTo>
                <a:cubicBezTo>
                  <a:pt x="262306" y="217469"/>
                  <a:pt x="264134" y="218758"/>
                  <a:pt x="264920" y="218493"/>
                </a:cubicBezTo>
                <a:cubicBezTo>
                  <a:pt x="265705" y="218229"/>
                  <a:pt x="266606" y="218008"/>
                  <a:pt x="266915" y="218008"/>
                </a:cubicBezTo>
                <a:close/>
                <a:moveTo>
                  <a:pt x="282411" y="216215"/>
                </a:moveTo>
                <a:cubicBezTo>
                  <a:pt x="281139" y="214035"/>
                  <a:pt x="280839" y="214732"/>
                  <a:pt x="281872" y="217434"/>
                </a:cubicBezTo>
                <a:cubicBezTo>
                  <a:pt x="282243" y="218396"/>
                  <a:pt x="282764" y="218953"/>
                  <a:pt x="283047" y="218679"/>
                </a:cubicBezTo>
                <a:cubicBezTo>
                  <a:pt x="283320" y="218396"/>
                  <a:pt x="283038" y="217293"/>
                  <a:pt x="282411" y="216215"/>
                </a:cubicBezTo>
                <a:close/>
                <a:moveTo>
                  <a:pt x="164838" y="215288"/>
                </a:moveTo>
                <a:cubicBezTo>
                  <a:pt x="164405" y="213584"/>
                  <a:pt x="164935" y="210785"/>
                  <a:pt x="166233" y="207854"/>
                </a:cubicBezTo>
                <a:cubicBezTo>
                  <a:pt x="167875" y="204137"/>
                  <a:pt x="168016" y="203024"/>
                  <a:pt x="166904" y="202600"/>
                </a:cubicBezTo>
                <a:cubicBezTo>
                  <a:pt x="166056" y="202274"/>
                  <a:pt x="164952" y="203342"/>
                  <a:pt x="164166" y="205240"/>
                </a:cubicBezTo>
                <a:cubicBezTo>
                  <a:pt x="163442" y="206989"/>
                  <a:pt x="161712" y="209320"/>
                  <a:pt x="160308" y="210423"/>
                </a:cubicBezTo>
                <a:cubicBezTo>
                  <a:pt x="158913" y="211518"/>
                  <a:pt x="157774" y="213046"/>
                  <a:pt x="157774" y="213823"/>
                </a:cubicBezTo>
                <a:cubicBezTo>
                  <a:pt x="157774" y="214909"/>
                  <a:pt x="158056" y="214935"/>
                  <a:pt x="159063" y="213937"/>
                </a:cubicBezTo>
                <a:cubicBezTo>
                  <a:pt x="160979" y="212013"/>
                  <a:pt x="163142" y="212375"/>
                  <a:pt x="163142" y="214608"/>
                </a:cubicBezTo>
                <a:cubicBezTo>
                  <a:pt x="163142" y="216471"/>
                  <a:pt x="163999" y="218008"/>
                  <a:pt x="165049" y="218008"/>
                </a:cubicBezTo>
                <a:cubicBezTo>
                  <a:pt x="165305" y="218008"/>
                  <a:pt x="165208" y="216781"/>
                  <a:pt x="164838" y="215288"/>
                </a:cubicBezTo>
                <a:close/>
                <a:moveTo>
                  <a:pt x="210362" y="210503"/>
                </a:moveTo>
                <a:cubicBezTo>
                  <a:pt x="209735" y="209320"/>
                  <a:pt x="208976" y="208348"/>
                  <a:pt x="208676" y="208348"/>
                </a:cubicBezTo>
                <a:cubicBezTo>
                  <a:pt x="208384" y="208348"/>
                  <a:pt x="208658" y="209320"/>
                  <a:pt x="209294" y="210503"/>
                </a:cubicBezTo>
                <a:cubicBezTo>
                  <a:pt x="209921" y="211677"/>
                  <a:pt x="210680" y="212648"/>
                  <a:pt x="210980" y="212648"/>
                </a:cubicBezTo>
                <a:cubicBezTo>
                  <a:pt x="211272" y="212648"/>
                  <a:pt x="210998" y="211677"/>
                  <a:pt x="210362" y="210503"/>
                </a:cubicBezTo>
                <a:close/>
                <a:moveTo>
                  <a:pt x="217991" y="207545"/>
                </a:moveTo>
                <a:cubicBezTo>
                  <a:pt x="217240" y="205744"/>
                  <a:pt x="215916" y="204516"/>
                  <a:pt x="214715" y="204516"/>
                </a:cubicBezTo>
                <a:cubicBezTo>
                  <a:pt x="212923" y="204516"/>
                  <a:pt x="213020" y="204887"/>
                  <a:pt x="215563" y="207880"/>
                </a:cubicBezTo>
                <a:cubicBezTo>
                  <a:pt x="218927" y="211836"/>
                  <a:pt x="219722" y="211730"/>
                  <a:pt x="217991" y="207545"/>
                </a:cubicBezTo>
                <a:close/>
                <a:moveTo>
                  <a:pt x="105512" y="205073"/>
                </a:moveTo>
                <a:cubicBezTo>
                  <a:pt x="105874" y="203669"/>
                  <a:pt x="105627" y="203015"/>
                  <a:pt x="104832" y="203280"/>
                </a:cubicBezTo>
                <a:cubicBezTo>
                  <a:pt x="103287" y="203792"/>
                  <a:pt x="102484" y="207280"/>
                  <a:pt x="103905" y="207280"/>
                </a:cubicBezTo>
                <a:cubicBezTo>
                  <a:pt x="104470" y="207280"/>
                  <a:pt x="105194" y="206282"/>
                  <a:pt x="105512" y="205073"/>
                </a:cubicBezTo>
                <a:close/>
                <a:moveTo>
                  <a:pt x="245318" y="206203"/>
                </a:moveTo>
                <a:cubicBezTo>
                  <a:pt x="246148" y="206203"/>
                  <a:pt x="247499" y="204596"/>
                  <a:pt x="248320" y="202627"/>
                </a:cubicBezTo>
                <a:cubicBezTo>
                  <a:pt x="250960" y="196314"/>
                  <a:pt x="259578" y="191343"/>
                  <a:pt x="258386" y="196817"/>
                </a:cubicBezTo>
                <a:cubicBezTo>
                  <a:pt x="258103" y="198142"/>
                  <a:pt x="257512" y="200084"/>
                  <a:pt x="257070" y="201117"/>
                </a:cubicBezTo>
                <a:cubicBezTo>
                  <a:pt x="256470" y="202556"/>
                  <a:pt x="256682" y="202856"/>
                  <a:pt x="257944" y="202371"/>
                </a:cubicBezTo>
                <a:cubicBezTo>
                  <a:pt x="258863" y="202018"/>
                  <a:pt x="259763" y="200693"/>
                  <a:pt x="259940" y="199422"/>
                </a:cubicBezTo>
                <a:cubicBezTo>
                  <a:pt x="260125" y="198150"/>
                  <a:pt x="262553" y="195422"/>
                  <a:pt x="265343" y="193365"/>
                </a:cubicBezTo>
                <a:cubicBezTo>
                  <a:pt x="268663" y="190910"/>
                  <a:pt x="270050" y="189250"/>
                  <a:pt x="269352" y="188562"/>
                </a:cubicBezTo>
                <a:cubicBezTo>
                  <a:pt x="268663" y="187873"/>
                  <a:pt x="267251" y="188129"/>
                  <a:pt x="265264" y="189303"/>
                </a:cubicBezTo>
                <a:cubicBezTo>
                  <a:pt x="263595" y="190292"/>
                  <a:pt x="260214" y="191422"/>
                  <a:pt x="257759" y="191811"/>
                </a:cubicBezTo>
                <a:cubicBezTo>
                  <a:pt x="255304" y="192208"/>
                  <a:pt x="253300" y="192950"/>
                  <a:pt x="253300" y="193471"/>
                </a:cubicBezTo>
                <a:cubicBezTo>
                  <a:pt x="253300" y="193992"/>
                  <a:pt x="250280" y="197400"/>
                  <a:pt x="246590" y="201046"/>
                </a:cubicBezTo>
                <a:cubicBezTo>
                  <a:pt x="242899" y="204693"/>
                  <a:pt x="240762" y="207351"/>
                  <a:pt x="241848" y="206945"/>
                </a:cubicBezTo>
                <a:cubicBezTo>
                  <a:pt x="242925" y="206538"/>
                  <a:pt x="244488" y="206203"/>
                  <a:pt x="245318" y="206203"/>
                </a:cubicBezTo>
                <a:close/>
                <a:moveTo>
                  <a:pt x="208067" y="199969"/>
                </a:moveTo>
                <a:cubicBezTo>
                  <a:pt x="203475" y="194733"/>
                  <a:pt x="205912" y="192597"/>
                  <a:pt x="212570" y="196040"/>
                </a:cubicBezTo>
                <a:cubicBezTo>
                  <a:pt x="216508" y="198071"/>
                  <a:pt x="216561" y="197471"/>
                  <a:pt x="212782" y="193586"/>
                </a:cubicBezTo>
                <a:cubicBezTo>
                  <a:pt x="211157" y="191926"/>
                  <a:pt x="209109" y="189506"/>
                  <a:pt x="208217" y="188226"/>
                </a:cubicBezTo>
                <a:lnTo>
                  <a:pt x="206610" y="185886"/>
                </a:lnTo>
                <a:lnTo>
                  <a:pt x="200782" y="187899"/>
                </a:lnTo>
                <a:cubicBezTo>
                  <a:pt x="196783" y="189277"/>
                  <a:pt x="194187" y="189612"/>
                  <a:pt x="192509" y="188977"/>
                </a:cubicBezTo>
                <a:cubicBezTo>
                  <a:pt x="190487" y="188208"/>
                  <a:pt x="189675" y="188579"/>
                  <a:pt x="187865" y="191122"/>
                </a:cubicBezTo>
                <a:cubicBezTo>
                  <a:pt x="186664" y="192809"/>
                  <a:pt x="185684" y="194663"/>
                  <a:pt x="185684" y="195228"/>
                </a:cubicBezTo>
                <a:cubicBezTo>
                  <a:pt x="185684" y="195802"/>
                  <a:pt x="189110" y="198256"/>
                  <a:pt x="193313" y="200684"/>
                </a:cubicBezTo>
                <a:lnTo>
                  <a:pt x="200941" y="205099"/>
                </a:lnTo>
                <a:lnTo>
                  <a:pt x="200253" y="201444"/>
                </a:lnTo>
                <a:cubicBezTo>
                  <a:pt x="199846" y="199281"/>
                  <a:pt x="200032" y="197497"/>
                  <a:pt x="200703" y="197082"/>
                </a:cubicBezTo>
                <a:cubicBezTo>
                  <a:pt x="202054" y="196252"/>
                  <a:pt x="208217" y="202539"/>
                  <a:pt x="208217" y="204755"/>
                </a:cubicBezTo>
                <a:cubicBezTo>
                  <a:pt x="208217" y="206009"/>
                  <a:pt x="208490" y="206044"/>
                  <a:pt x="209700" y="204905"/>
                </a:cubicBezTo>
                <a:cubicBezTo>
                  <a:pt x="210954" y="203739"/>
                  <a:pt x="210698" y="202962"/>
                  <a:pt x="208067" y="199969"/>
                </a:cubicBezTo>
                <a:close/>
                <a:moveTo>
                  <a:pt x="240868" y="197232"/>
                </a:moveTo>
                <a:cubicBezTo>
                  <a:pt x="239747" y="194318"/>
                  <a:pt x="237769" y="195811"/>
                  <a:pt x="237398" y="199846"/>
                </a:cubicBezTo>
                <a:lnTo>
                  <a:pt x="237063" y="203519"/>
                </a:lnTo>
                <a:lnTo>
                  <a:pt x="239314" y="201303"/>
                </a:lnTo>
                <a:cubicBezTo>
                  <a:pt x="240753" y="199899"/>
                  <a:pt x="241318" y="198406"/>
                  <a:pt x="240868" y="197232"/>
                </a:cubicBezTo>
                <a:close/>
                <a:moveTo>
                  <a:pt x="63934" y="196270"/>
                </a:moveTo>
                <a:cubicBezTo>
                  <a:pt x="62928" y="194733"/>
                  <a:pt x="62689" y="193285"/>
                  <a:pt x="63281" y="192323"/>
                </a:cubicBezTo>
                <a:cubicBezTo>
                  <a:pt x="64076" y="191043"/>
                  <a:pt x="64641" y="191087"/>
                  <a:pt x="66989" y="192632"/>
                </a:cubicBezTo>
                <a:cubicBezTo>
                  <a:pt x="68667" y="193727"/>
                  <a:pt x="69762" y="193974"/>
                  <a:pt x="69762" y="193250"/>
                </a:cubicBezTo>
                <a:cubicBezTo>
                  <a:pt x="69762" y="192588"/>
                  <a:pt x="68817" y="191802"/>
                  <a:pt x="67660" y="191502"/>
                </a:cubicBezTo>
                <a:cubicBezTo>
                  <a:pt x="66504" y="191202"/>
                  <a:pt x="64526" y="188827"/>
                  <a:pt x="63263" y="186231"/>
                </a:cubicBezTo>
                <a:cubicBezTo>
                  <a:pt x="60888" y="181313"/>
                  <a:pt x="58336" y="180624"/>
                  <a:pt x="60146" y="185383"/>
                </a:cubicBezTo>
                <a:cubicBezTo>
                  <a:pt x="60711" y="186875"/>
                  <a:pt x="61179" y="189603"/>
                  <a:pt x="61179" y="191431"/>
                </a:cubicBezTo>
                <a:cubicBezTo>
                  <a:pt x="61179" y="193268"/>
                  <a:pt x="61974" y="195652"/>
                  <a:pt x="62954" y="196729"/>
                </a:cubicBezTo>
                <a:cubicBezTo>
                  <a:pt x="65382" y="199413"/>
                  <a:pt x="65850" y="199192"/>
                  <a:pt x="63934" y="196270"/>
                </a:cubicBezTo>
                <a:close/>
                <a:moveTo>
                  <a:pt x="166356" y="197020"/>
                </a:moveTo>
                <a:cubicBezTo>
                  <a:pt x="166356" y="196755"/>
                  <a:pt x="165879" y="196543"/>
                  <a:pt x="165288" y="196543"/>
                </a:cubicBezTo>
                <a:cubicBezTo>
                  <a:pt x="164696" y="196543"/>
                  <a:pt x="164211" y="197056"/>
                  <a:pt x="164211" y="197682"/>
                </a:cubicBezTo>
                <a:cubicBezTo>
                  <a:pt x="164211" y="198309"/>
                  <a:pt x="164696" y="198521"/>
                  <a:pt x="165288" y="198159"/>
                </a:cubicBezTo>
                <a:cubicBezTo>
                  <a:pt x="165879" y="197788"/>
                  <a:pt x="166356" y="197276"/>
                  <a:pt x="166356" y="197020"/>
                </a:cubicBezTo>
                <a:close/>
                <a:moveTo>
                  <a:pt x="252179" y="187105"/>
                </a:moveTo>
                <a:cubicBezTo>
                  <a:pt x="255799" y="181065"/>
                  <a:pt x="256152" y="179926"/>
                  <a:pt x="254828" y="178602"/>
                </a:cubicBezTo>
                <a:cubicBezTo>
                  <a:pt x="252841" y="176615"/>
                  <a:pt x="252859" y="168554"/>
                  <a:pt x="254854" y="163777"/>
                </a:cubicBezTo>
                <a:cubicBezTo>
                  <a:pt x="257397" y="157685"/>
                  <a:pt x="259843" y="159460"/>
                  <a:pt x="261335" y="168492"/>
                </a:cubicBezTo>
                <a:cubicBezTo>
                  <a:pt x="262041" y="172757"/>
                  <a:pt x="262262" y="173013"/>
                  <a:pt x="263816" y="171468"/>
                </a:cubicBezTo>
                <a:cubicBezTo>
                  <a:pt x="264743" y="170532"/>
                  <a:pt x="265608" y="167821"/>
                  <a:pt x="265732" y="165455"/>
                </a:cubicBezTo>
                <a:cubicBezTo>
                  <a:pt x="265856" y="163080"/>
                  <a:pt x="266968" y="159195"/>
                  <a:pt x="268204" y="156820"/>
                </a:cubicBezTo>
                <a:cubicBezTo>
                  <a:pt x="271462" y="150569"/>
                  <a:pt x="270005" y="148670"/>
                  <a:pt x="262324" y="149156"/>
                </a:cubicBezTo>
                <a:cubicBezTo>
                  <a:pt x="257927" y="149430"/>
                  <a:pt x="255596" y="148988"/>
                  <a:pt x="252832" y="147363"/>
                </a:cubicBezTo>
                <a:cubicBezTo>
                  <a:pt x="249698" y="145509"/>
                  <a:pt x="249080" y="145430"/>
                  <a:pt x="248550" y="146807"/>
                </a:cubicBezTo>
                <a:cubicBezTo>
                  <a:pt x="247428" y="149730"/>
                  <a:pt x="247888" y="150286"/>
                  <a:pt x="251958" y="151028"/>
                </a:cubicBezTo>
                <a:cubicBezTo>
                  <a:pt x="260629" y="152590"/>
                  <a:pt x="262447" y="156025"/>
                  <a:pt x="255587" y="157870"/>
                </a:cubicBezTo>
                <a:cubicBezTo>
                  <a:pt x="251958" y="158851"/>
                  <a:pt x="251349" y="159469"/>
                  <a:pt x="250810" y="162788"/>
                </a:cubicBezTo>
                <a:cubicBezTo>
                  <a:pt x="250060" y="167424"/>
                  <a:pt x="246148" y="174011"/>
                  <a:pt x="244135" y="174011"/>
                </a:cubicBezTo>
                <a:cubicBezTo>
                  <a:pt x="243332" y="174011"/>
                  <a:pt x="242166" y="175821"/>
                  <a:pt x="241548" y="178028"/>
                </a:cubicBezTo>
                <a:cubicBezTo>
                  <a:pt x="239773" y="184438"/>
                  <a:pt x="240232" y="185648"/>
                  <a:pt x="242616" y="180836"/>
                </a:cubicBezTo>
                <a:cubicBezTo>
                  <a:pt x="245195" y="175635"/>
                  <a:pt x="248391" y="172430"/>
                  <a:pt x="250007" y="173428"/>
                </a:cubicBezTo>
                <a:cubicBezTo>
                  <a:pt x="252956" y="175247"/>
                  <a:pt x="249291" y="188632"/>
                  <a:pt x="245230" y="190910"/>
                </a:cubicBezTo>
                <a:cubicBezTo>
                  <a:pt x="243932" y="191634"/>
                  <a:pt x="243614" y="192632"/>
                  <a:pt x="244144" y="194301"/>
                </a:cubicBezTo>
                <a:cubicBezTo>
                  <a:pt x="245159" y="197506"/>
                  <a:pt x="246863" y="195978"/>
                  <a:pt x="252179" y="187105"/>
                </a:cubicBezTo>
                <a:close/>
                <a:moveTo>
                  <a:pt x="159919" y="193797"/>
                </a:moveTo>
                <a:cubicBezTo>
                  <a:pt x="159919" y="193541"/>
                  <a:pt x="159434" y="193330"/>
                  <a:pt x="158851" y="193330"/>
                </a:cubicBezTo>
                <a:cubicBezTo>
                  <a:pt x="158260" y="193330"/>
                  <a:pt x="157774" y="193842"/>
                  <a:pt x="157774" y="194460"/>
                </a:cubicBezTo>
                <a:cubicBezTo>
                  <a:pt x="157774" y="195087"/>
                  <a:pt x="158260" y="195298"/>
                  <a:pt x="158851" y="194936"/>
                </a:cubicBezTo>
                <a:cubicBezTo>
                  <a:pt x="159434" y="194574"/>
                  <a:pt x="159919" y="194062"/>
                  <a:pt x="159919" y="193797"/>
                </a:cubicBezTo>
                <a:close/>
                <a:moveTo>
                  <a:pt x="180483" y="188765"/>
                </a:moveTo>
                <a:cubicBezTo>
                  <a:pt x="180024" y="183856"/>
                  <a:pt x="178294" y="181772"/>
                  <a:pt x="176554" y="184032"/>
                </a:cubicBezTo>
                <a:cubicBezTo>
                  <a:pt x="175963" y="184800"/>
                  <a:pt x="174568" y="185939"/>
                  <a:pt x="173455" y="186557"/>
                </a:cubicBezTo>
                <a:cubicBezTo>
                  <a:pt x="171601" y="187582"/>
                  <a:pt x="171777" y="187917"/>
                  <a:pt x="175583" y="190504"/>
                </a:cubicBezTo>
                <a:cubicBezTo>
                  <a:pt x="177870" y="192058"/>
                  <a:pt x="179998" y="193330"/>
                  <a:pt x="180324" y="193330"/>
                </a:cubicBezTo>
                <a:cubicBezTo>
                  <a:pt x="180642" y="193330"/>
                  <a:pt x="180713" y="191272"/>
                  <a:pt x="180483" y="188765"/>
                </a:cubicBezTo>
                <a:close/>
                <a:moveTo>
                  <a:pt x="186761" y="182611"/>
                </a:moveTo>
                <a:cubicBezTo>
                  <a:pt x="185905" y="181004"/>
                  <a:pt x="185340" y="176333"/>
                  <a:pt x="185569" y="172669"/>
                </a:cubicBezTo>
                <a:cubicBezTo>
                  <a:pt x="185728" y="170037"/>
                  <a:pt x="188289" y="170320"/>
                  <a:pt x="190443" y="173198"/>
                </a:cubicBezTo>
                <a:cubicBezTo>
                  <a:pt x="192006" y="175309"/>
                  <a:pt x="192138" y="175344"/>
                  <a:pt x="191476" y="173472"/>
                </a:cubicBezTo>
                <a:cubicBezTo>
                  <a:pt x="191061" y="172289"/>
                  <a:pt x="190496" y="169755"/>
                  <a:pt x="190231" y="167839"/>
                </a:cubicBezTo>
                <a:cubicBezTo>
                  <a:pt x="189604" y="163424"/>
                  <a:pt x="188580" y="163433"/>
                  <a:pt x="185949" y="167883"/>
                </a:cubicBezTo>
                <a:cubicBezTo>
                  <a:pt x="184192" y="170867"/>
                  <a:pt x="183944" y="172828"/>
                  <a:pt x="184377" y="180386"/>
                </a:cubicBezTo>
                <a:cubicBezTo>
                  <a:pt x="184845" y="188412"/>
                  <a:pt x="185039" y="189083"/>
                  <a:pt x="186267" y="186796"/>
                </a:cubicBezTo>
                <a:cubicBezTo>
                  <a:pt x="187061" y="185312"/>
                  <a:pt x="187264" y="183555"/>
                  <a:pt x="186761" y="182611"/>
                </a:cubicBezTo>
                <a:close/>
                <a:moveTo>
                  <a:pt x="218159" y="185692"/>
                </a:moveTo>
                <a:cubicBezTo>
                  <a:pt x="219474" y="183379"/>
                  <a:pt x="220578" y="182575"/>
                  <a:pt x="221796" y="183043"/>
                </a:cubicBezTo>
                <a:cubicBezTo>
                  <a:pt x="223359" y="183644"/>
                  <a:pt x="223465" y="182814"/>
                  <a:pt x="222812" y="175370"/>
                </a:cubicBezTo>
                <a:cubicBezTo>
                  <a:pt x="222415" y="170788"/>
                  <a:pt x="221099" y="163336"/>
                  <a:pt x="219898" y="158833"/>
                </a:cubicBezTo>
                <a:cubicBezTo>
                  <a:pt x="217859" y="151204"/>
                  <a:pt x="217479" y="150586"/>
                  <a:pt x="214442" y="149977"/>
                </a:cubicBezTo>
                <a:cubicBezTo>
                  <a:pt x="209497" y="148988"/>
                  <a:pt x="209294" y="149085"/>
                  <a:pt x="209294" y="152379"/>
                </a:cubicBezTo>
                <a:cubicBezTo>
                  <a:pt x="209294" y="155981"/>
                  <a:pt x="205065" y="162735"/>
                  <a:pt x="202813" y="162735"/>
                </a:cubicBezTo>
                <a:cubicBezTo>
                  <a:pt x="200809" y="162735"/>
                  <a:pt x="200226" y="158692"/>
                  <a:pt x="201639" y="154621"/>
                </a:cubicBezTo>
                <a:cubicBezTo>
                  <a:pt x="202734" y="151487"/>
                  <a:pt x="201603" y="150242"/>
                  <a:pt x="199996" y="152811"/>
                </a:cubicBezTo>
                <a:cubicBezTo>
                  <a:pt x="198557" y="155116"/>
                  <a:pt x="198222" y="157155"/>
                  <a:pt x="198116" y="164351"/>
                </a:cubicBezTo>
                <a:lnTo>
                  <a:pt x="198019" y="171327"/>
                </a:lnTo>
                <a:lnTo>
                  <a:pt x="203555" y="170965"/>
                </a:lnTo>
                <a:cubicBezTo>
                  <a:pt x="209409" y="170576"/>
                  <a:pt x="213585" y="172042"/>
                  <a:pt x="213585" y="174479"/>
                </a:cubicBezTo>
                <a:cubicBezTo>
                  <a:pt x="213585" y="177587"/>
                  <a:pt x="200420" y="179732"/>
                  <a:pt x="197745" y="177057"/>
                </a:cubicBezTo>
                <a:cubicBezTo>
                  <a:pt x="196209" y="175521"/>
                  <a:pt x="193701" y="177295"/>
                  <a:pt x="192862" y="180527"/>
                </a:cubicBezTo>
                <a:cubicBezTo>
                  <a:pt x="192438" y="182160"/>
                  <a:pt x="192730" y="182558"/>
                  <a:pt x="194090" y="182178"/>
                </a:cubicBezTo>
                <a:cubicBezTo>
                  <a:pt x="200597" y="180359"/>
                  <a:pt x="202919" y="180421"/>
                  <a:pt x="207607" y="182558"/>
                </a:cubicBezTo>
                <a:cubicBezTo>
                  <a:pt x="210318" y="183794"/>
                  <a:pt x="213126" y="185754"/>
                  <a:pt x="213850" y="186919"/>
                </a:cubicBezTo>
                <a:cubicBezTo>
                  <a:pt x="215598" y="189709"/>
                  <a:pt x="215934" y="189612"/>
                  <a:pt x="218159" y="185692"/>
                </a:cubicBezTo>
                <a:close/>
                <a:moveTo>
                  <a:pt x="49745" y="183087"/>
                </a:moveTo>
                <a:cubicBezTo>
                  <a:pt x="49392" y="182169"/>
                  <a:pt x="48880" y="181657"/>
                  <a:pt x="48597" y="181940"/>
                </a:cubicBezTo>
                <a:cubicBezTo>
                  <a:pt x="48315" y="182222"/>
                  <a:pt x="48403" y="182964"/>
                  <a:pt x="48792" y="183591"/>
                </a:cubicBezTo>
                <a:cubicBezTo>
                  <a:pt x="49851" y="185304"/>
                  <a:pt x="50469" y="184977"/>
                  <a:pt x="49745" y="183087"/>
                </a:cubicBezTo>
                <a:close/>
                <a:moveTo>
                  <a:pt x="168952" y="179043"/>
                </a:moveTo>
                <a:cubicBezTo>
                  <a:pt x="167910" y="178461"/>
                  <a:pt x="166339" y="178461"/>
                  <a:pt x="165032" y="179043"/>
                </a:cubicBezTo>
                <a:cubicBezTo>
                  <a:pt x="163231" y="179847"/>
                  <a:pt x="163540" y="180015"/>
                  <a:pt x="166771" y="180015"/>
                </a:cubicBezTo>
                <a:cubicBezTo>
                  <a:pt x="169685" y="180015"/>
                  <a:pt x="170241" y="179767"/>
                  <a:pt x="168952" y="179043"/>
                </a:cubicBezTo>
                <a:close/>
                <a:moveTo>
                  <a:pt x="180316" y="177719"/>
                </a:moveTo>
                <a:cubicBezTo>
                  <a:pt x="180316" y="176810"/>
                  <a:pt x="179468" y="173181"/>
                  <a:pt x="178435" y="169667"/>
                </a:cubicBezTo>
                <a:cubicBezTo>
                  <a:pt x="176934" y="164546"/>
                  <a:pt x="176122" y="163274"/>
                  <a:pt x="174356" y="163274"/>
                </a:cubicBezTo>
                <a:cubicBezTo>
                  <a:pt x="172087" y="163274"/>
                  <a:pt x="166436" y="158038"/>
                  <a:pt x="164396" y="154047"/>
                </a:cubicBezTo>
                <a:cubicBezTo>
                  <a:pt x="163575" y="152440"/>
                  <a:pt x="163575" y="151469"/>
                  <a:pt x="164396" y="150639"/>
                </a:cubicBezTo>
                <a:cubicBezTo>
                  <a:pt x="165809" y="149226"/>
                  <a:pt x="167990" y="149933"/>
                  <a:pt x="172528" y="153288"/>
                </a:cubicBezTo>
                <a:cubicBezTo>
                  <a:pt x="174444" y="154710"/>
                  <a:pt x="176016" y="155672"/>
                  <a:pt x="176016" y="155442"/>
                </a:cubicBezTo>
                <a:cubicBezTo>
                  <a:pt x="176016" y="153729"/>
                  <a:pt x="173473" y="148246"/>
                  <a:pt x="172678" y="148246"/>
                </a:cubicBezTo>
                <a:cubicBezTo>
                  <a:pt x="171168" y="148246"/>
                  <a:pt x="167442" y="141571"/>
                  <a:pt x="167433" y="138861"/>
                </a:cubicBezTo>
                <a:cubicBezTo>
                  <a:pt x="167433" y="137492"/>
                  <a:pt x="168087" y="136441"/>
                  <a:pt x="168943" y="136441"/>
                </a:cubicBezTo>
                <a:cubicBezTo>
                  <a:pt x="170435" y="136441"/>
                  <a:pt x="175283" y="141492"/>
                  <a:pt x="176369" y="144185"/>
                </a:cubicBezTo>
                <a:cubicBezTo>
                  <a:pt x="176801" y="145253"/>
                  <a:pt x="177181" y="145200"/>
                  <a:pt x="178046" y="143955"/>
                </a:cubicBezTo>
                <a:cubicBezTo>
                  <a:pt x="178753" y="142949"/>
                  <a:pt x="178779" y="142207"/>
                  <a:pt x="178126" y="141986"/>
                </a:cubicBezTo>
                <a:cubicBezTo>
                  <a:pt x="177561" y="141792"/>
                  <a:pt x="177093" y="140962"/>
                  <a:pt x="177093" y="140150"/>
                </a:cubicBezTo>
                <a:cubicBezTo>
                  <a:pt x="177093" y="138560"/>
                  <a:pt x="180077" y="136644"/>
                  <a:pt x="184545" y="135355"/>
                </a:cubicBezTo>
                <a:lnTo>
                  <a:pt x="187291" y="134570"/>
                </a:lnTo>
                <a:lnTo>
                  <a:pt x="184245" y="133351"/>
                </a:lnTo>
                <a:cubicBezTo>
                  <a:pt x="182576" y="132680"/>
                  <a:pt x="180651" y="132477"/>
                  <a:pt x="179980" y="132892"/>
                </a:cubicBezTo>
                <a:cubicBezTo>
                  <a:pt x="177243" y="134578"/>
                  <a:pt x="168502" y="132371"/>
                  <a:pt x="168502" y="129987"/>
                </a:cubicBezTo>
                <a:cubicBezTo>
                  <a:pt x="168502" y="129422"/>
                  <a:pt x="169588" y="128698"/>
                  <a:pt x="170921" y="128362"/>
                </a:cubicBezTo>
                <a:cubicBezTo>
                  <a:pt x="173111" y="127815"/>
                  <a:pt x="173331" y="127118"/>
                  <a:pt x="173331" y="120857"/>
                </a:cubicBezTo>
                <a:cubicBezTo>
                  <a:pt x="173331" y="114121"/>
                  <a:pt x="173287" y="114006"/>
                  <a:pt x="171327" y="115966"/>
                </a:cubicBezTo>
                <a:cubicBezTo>
                  <a:pt x="170223" y="117070"/>
                  <a:pt x="169137" y="119533"/>
                  <a:pt x="168917" y="121440"/>
                </a:cubicBezTo>
                <a:cubicBezTo>
                  <a:pt x="168202" y="127585"/>
                  <a:pt x="160970" y="136441"/>
                  <a:pt x="156661" y="136441"/>
                </a:cubicBezTo>
                <a:cubicBezTo>
                  <a:pt x="154498" y="136441"/>
                  <a:pt x="156176" y="128212"/>
                  <a:pt x="159301" y="123489"/>
                </a:cubicBezTo>
                <a:lnTo>
                  <a:pt x="162092" y="119268"/>
                </a:lnTo>
                <a:lnTo>
                  <a:pt x="159610" y="119268"/>
                </a:lnTo>
                <a:cubicBezTo>
                  <a:pt x="158242" y="119268"/>
                  <a:pt x="156600" y="119798"/>
                  <a:pt x="155946" y="120451"/>
                </a:cubicBezTo>
                <a:cubicBezTo>
                  <a:pt x="155302" y="121096"/>
                  <a:pt x="152927" y="121634"/>
                  <a:pt x="150675" y="121634"/>
                </a:cubicBezTo>
                <a:cubicBezTo>
                  <a:pt x="147452" y="121634"/>
                  <a:pt x="145580" y="122517"/>
                  <a:pt x="141837" y="125820"/>
                </a:cubicBezTo>
                <a:cubicBezTo>
                  <a:pt x="137448" y="129678"/>
                  <a:pt x="135647" y="130499"/>
                  <a:pt x="132407" y="130111"/>
                </a:cubicBezTo>
                <a:cubicBezTo>
                  <a:pt x="131162" y="129961"/>
                  <a:pt x="129908" y="133298"/>
                  <a:pt x="129882" y="136821"/>
                </a:cubicBezTo>
                <a:cubicBezTo>
                  <a:pt x="129873" y="137925"/>
                  <a:pt x="131374" y="141977"/>
                  <a:pt x="133219" y="145845"/>
                </a:cubicBezTo>
                <a:lnTo>
                  <a:pt x="136574" y="152873"/>
                </a:lnTo>
                <a:lnTo>
                  <a:pt x="137996" y="149491"/>
                </a:lnTo>
                <a:cubicBezTo>
                  <a:pt x="139735" y="145359"/>
                  <a:pt x="144203" y="140733"/>
                  <a:pt x="146455" y="140733"/>
                </a:cubicBezTo>
                <a:cubicBezTo>
                  <a:pt x="149960" y="140733"/>
                  <a:pt x="147532" y="149915"/>
                  <a:pt x="142587" y="155328"/>
                </a:cubicBezTo>
                <a:cubicBezTo>
                  <a:pt x="140662" y="157438"/>
                  <a:pt x="140645" y="157685"/>
                  <a:pt x="142349" y="159089"/>
                </a:cubicBezTo>
                <a:cubicBezTo>
                  <a:pt x="143479" y="160025"/>
                  <a:pt x="144309" y="160166"/>
                  <a:pt x="144547" y="159477"/>
                </a:cubicBezTo>
                <a:cubicBezTo>
                  <a:pt x="144750" y="158859"/>
                  <a:pt x="145819" y="156687"/>
                  <a:pt x="146914" y="154648"/>
                </a:cubicBezTo>
                <a:cubicBezTo>
                  <a:pt x="151258" y="146525"/>
                  <a:pt x="155116" y="151513"/>
                  <a:pt x="151955" y="161164"/>
                </a:cubicBezTo>
                <a:lnTo>
                  <a:pt x="150198" y="166541"/>
                </a:lnTo>
                <a:lnTo>
                  <a:pt x="153183" y="169172"/>
                </a:lnTo>
                <a:cubicBezTo>
                  <a:pt x="155001" y="170770"/>
                  <a:pt x="157518" y="171803"/>
                  <a:pt x="159646" y="171830"/>
                </a:cubicBezTo>
                <a:cubicBezTo>
                  <a:pt x="163257" y="171865"/>
                  <a:pt x="164387" y="170126"/>
                  <a:pt x="161491" y="169013"/>
                </a:cubicBezTo>
                <a:cubicBezTo>
                  <a:pt x="160582" y="168669"/>
                  <a:pt x="159160" y="167062"/>
                  <a:pt x="158321" y="165446"/>
                </a:cubicBezTo>
                <a:cubicBezTo>
                  <a:pt x="156697" y="162312"/>
                  <a:pt x="155823" y="154136"/>
                  <a:pt x="156979" y="152970"/>
                </a:cubicBezTo>
                <a:cubicBezTo>
                  <a:pt x="159434" y="150524"/>
                  <a:pt x="165500" y="159795"/>
                  <a:pt x="165500" y="165994"/>
                </a:cubicBezTo>
                <a:cubicBezTo>
                  <a:pt x="165500" y="167892"/>
                  <a:pt x="166471" y="170841"/>
                  <a:pt x="167654" y="172536"/>
                </a:cubicBezTo>
                <a:cubicBezTo>
                  <a:pt x="168881" y="174302"/>
                  <a:pt x="169464" y="174699"/>
                  <a:pt x="169005" y="173472"/>
                </a:cubicBezTo>
                <a:cubicBezTo>
                  <a:pt x="166630" y="167115"/>
                  <a:pt x="167186" y="161764"/>
                  <a:pt x="170100" y="162877"/>
                </a:cubicBezTo>
                <a:cubicBezTo>
                  <a:pt x="172660" y="163866"/>
                  <a:pt x="177093" y="172157"/>
                  <a:pt x="177093" y="175980"/>
                </a:cubicBezTo>
                <a:cubicBezTo>
                  <a:pt x="177093" y="178284"/>
                  <a:pt x="177605" y="179370"/>
                  <a:pt x="178700" y="179370"/>
                </a:cubicBezTo>
                <a:cubicBezTo>
                  <a:pt x="179583" y="179370"/>
                  <a:pt x="180307" y="178628"/>
                  <a:pt x="180307" y="177719"/>
                </a:cubicBezTo>
                <a:close/>
                <a:moveTo>
                  <a:pt x="268266" y="175962"/>
                </a:moveTo>
                <a:cubicBezTo>
                  <a:pt x="269555" y="175556"/>
                  <a:pt x="269529" y="175362"/>
                  <a:pt x="268098" y="174814"/>
                </a:cubicBezTo>
                <a:cubicBezTo>
                  <a:pt x="267065" y="174417"/>
                  <a:pt x="265591" y="175044"/>
                  <a:pt x="264399" y="176386"/>
                </a:cubicBezTo>
                <a:cubicBezTo>
                  <a:pt x="262465" y="178558"/>
                  <a:pt x="262465" y="178584"/>
                  <a:pt x="264566" y="177525"/>
                </a:cubicBezTo>
                <a:cubicBezTo>
                  <a:pt x="265750" y="176933"/>
                  <a:pt x="267410" y="176227"/>
                  <a:pt x="268266" y="175962"/>
                </a:cubicBezTo>
                <a:close/>
                <a:moveTo>
                  <a:pt x="240400" y="172598"/>
                </a:moveTo>
                <a:cubicBezTo>
                  <a:pt x="240409" y="172121"/>
                  <a:pt x="239932" y="172033"/>
                  <a:pt x="239341" y="172395"/>
                </a:cubicBezTo>
                <a:cubicBezTo>
                  <a:pt x="238758" y="172766"/>
                  <a:pt x="238281" y="173878"/>
                  <a:pt x="238290" y="174876"/>
                </a:cubicBezTo>
                <a:cubicBezTo>
                  <a:pt x="238299" y="176439"/>
                  <a:pt x="238449" y="176465"/>
                  <a:pt x="239341" y="175079"/>
                </a:cubicBezTo>
                <a:cubicBezTo>
                  <a:pt x="239915" y="174196"/>
                  <a:pt x="240391" y="173084"/>
                  <a:pt x="240400" y="172598"/>
                </a:cubicBezTo>
                <a:close/>
                <a:moveTo>
                  <a:pt x="140751" y="169675"/>
                </a:moveTo>
                <a:cubicBezTo>
                  <a:pt x="139356" y="168519"/>
                  <a:pt x="137669" y="167574"/>
                  <a:pt x="136998" y="167574"/>
                </a:cubicBezTo>
                <a:cubicBezTo>
                  <a:pt x="136318" y="167574"/>
                  <a:pt x="137219" y="168536"/>
                  <a:pt x="138994" y="169711"/>
                </a:cubicBezTo>
                <a:cubicBezTo>
                  <a:pt x="143099" y="172430"/>
                  <a:pt x="144035" y="172413"/>
                  <a:pt x="140751" y="169675"/>
                </a:cubicBezTo>
                <a:close/>
                <a:moveTo>
                  <a:pt x="132566" y="165234"/>
                </a:moveTo>
                <a:cubicBezTo>
                  <a:pt x="129864" y="163115"/>
                  <a:pt x="129758" y="162788"/>
                  <a:pt x="131409" y="161579"/>
                </a:cubicBezTo>
                <a:cubicBezTo>
                  <a:pt x="133034" y="160396"/>
                  <a:pt x="132707" y="159901"/>
                  <a:pt x="128425" y="156943"/>
                </a:cubicBezTo>
                <a:cubicBezTo>
                  <a:pt x="125776" y="155125"/>
                  <a:pt x="123374" y="153032"/>
                  <a:pt x="123074" y="152281"/>
                </a:cubicBezTo>
                <a:cubicBezTo>
                  <a:pt x="122756" y="151504"/>
                  <a:pt x="122491" y="151787"/>
                  <a:pt x="122438" y="152935"/>
                </a:cubicBezTo>
                <a:cubicBezTo>
                  <a:pt x="122394" y="154038"/>
                  <a:pt x="123807" y="156590"/>
                  <a:pt x="125573" y="158612"/>
                </a:cubicBezTo>
                <a:cubicBezTo>
                  <a:pt x="127348" y="160625"/>
                  <a:pt x="128796" y="163000"/>
                  <a:pt x="128796" y="163883"/>
                </a:cubicBezTo>
                <a:cubicBezTo>
                  <a:pt x="128796" y="164766"/>
                  <a:pt x="129882" y="165923"/>
                  <a:pt x="131206" y="166462"/>
                </a:cubicBezTo>
                <a:cubicBezTo>
                  <a:pt x="135241" y="168077"/>
                  <a:pt x="135674" y="167689"/>
                  <a:pt x="132566" y="165234"/>
                </a:cubicBezTo>
                <a:close/>
                <a:moveTo>
                  <a:pt x="112673" y="159495"/>
                </a:moveTo>
                <a:cubicBezTo>
                  <a:pt x="111931" y="158594"/>
                  <a:pt x="111040" y="158135"/>
                  <a:pt x="110695" y="158480"/>
                </a:cubicBezTo>
                <a:cubicBezTo>
                  <a:pt x="110351" y="158815"/>
                  <a:pt x="110783" y="159548"/>
                  <a:pt x="111658" y="160095"/>
                </a:cubicBezTo>
                <a:cubicBezTo>
                  <a:pt x="113927" y="161535"/>
                  <a:pt x="114227" y="161358"/>
                  <a:pt x="112673" y="159495"/>
                </a:cubicBezTo>
                <a:close/>
                <a:moveTo>
                  <a:pt x="179892" y="152829"/>
                </a:moveTo>
                <a:cubicBezTo>
                  <a:pt x="179530" y="152476"/>
                  <a:pt x="179274" y="153111"/>
                  <a:pt x="179327" y="154242"/>
                </a:cubicBezTo>
                <a:cubicBezTo>
                  <a:pt x="179380" y="155487"/>
                  <a:pt x="179627" y="155743"/>
                  <a:pt x="179971" y="154886"/>
                </a:cubicBezTo>
                <a:cubicBezTo>
                  <a:pt x="180280" y="154118"/>
                  <a:pt x="180245" y="153191"/>
                  <a:pt x="179892" y="152829"/>
                </a:cubicBezTo>
                <a:close/>
                <a:moveTo>
                  <a:pt x="188253" y="153791"/>
                </a:moveTo>
                <a:cubicBezTo>
                  <a:pt x="188553" y="153306"/>
                  <a:pt x="188121" y="152899"/>
                  <a:pt x="187291" y="152899"/>
                </a:cubicBezTo>
                <a:cubicBezTo>
                  <a:pt x="186452" y="152899"/>
                  <a:pt x="186019" y="153306"/>
                  <a:pt x="186328" y="153791"/>
                </a:cubicBezTo>
                <a:cubicBezTo>
                  <a:pt x="186629" y="154286"/>
                  <a:pt x="187061" y="154692"/>
                  <a:pt x="187291" y="154692"/>
                </a:cubicBezTo>
                <a:cubicBezTo>
                  <a:pt x="187512" y="154692"/>
                  <a:pt x="187944" y="154286"/>
                  <a:pt x="188253" y="153791"/>
                </a:cubicBezTo>
                <a:close/>
                <a:moveTo>
                  <a:pt x="237160" y="145907"/>
                </a:moveTo>
                <a:cubicBezTo>
                  <a:pt x="237213" y="140353"/>
                  <a:pt x="238996" y="136079"/>
                  <a:pt x="240956" y="136830"/>
                </a:cubicBezTo>
                <a:cubicBezTo>
                  <a:pt x="242572" y="137448"/>
                  <a:pt x="243658" y="136009"/>
                  <a:pt x="246987" y="128786"/>
                </a:cubicBezTo>
                <a:cubicBezTo>
                  <a:pt x="248726" y="125025"/>
                  <a:pt x="248718" y="124910"/>
                  <a:pt x="246713" y="125440"/>
                </a:cubicBezTo>
                <a:cubicBezTo>
                  <a:pt x="245574" y="125731"/>
                  <a:pt x="244117" y="127003"/>
                  <a:pt x="243473" y="128257"/>
                </a:cubicBezTo>
                <a:cubicBezTo>
                  <a:pt x="242828" y="129510"/>
                  <a:pt x="240974" y="131991"/>
                  <a:pt x="239349" y="133757"/>
                </a:cubicBezTo>
                <a:cubicBezTo>
                  <a:pt x="237266" y="136035"/>
                  <a:pt x="236215" y="138552"/>
                  <a:pt x="235782" y="142348"/>
                </a:cubicBezTo>
                <a:cubicBezTo>
                  <a:pt x="235438" y="145297"/>
                  <a:pt x="234864" y="149403"/>
                  <a:pt x="234502" y="151469"/>
                </a:cubicBezTo>
                <a:cubicBezTo>
                  <a:pt x="233849" y="155222"/>
                  <a:pt x="233849" y="155222"/>
                  <a:pt x="235482" y="152537"/>
                </a:cubicBezTo>
                <a:cubicBezTo>
                  <a:pt x="236383" y="151063"/>
                  <a:pt x="237142" y="148079"/>
                  <a:pt x="237160" y="145907"/>
                </a:cubicBezTo>
                <a:close/>
                <a:moveTo>
                  <a:pt x="194266" y="148811"/>
                </a:moveTo>
                <a:cubicBezTo>
                  <a:pt x="194266" y="148529"/>
                  <a:pt x="192783" y="147540"/>
                  <a:pt x="190973" y="146595"/>
                </a:cubicBezTo>
                <a:cubicBezTo>
                  <a:pt x="183556" y="142763"/>
                  <a:pt x="194619" y="139841"/>
                  <a:pt x="202460" y="143558"/>
                </a:cubicBezTo>
                <a:cubicBezTo>
                  <a:pt x="206159" y="145315"/>
                  <a:pt x="209003" y="144732"/>
                  <a:pt x="206045" y="142825"/>
                </a:cubicBezTo>
                <a:cubicBezTo>
                  <a:pt x="202407" y="140485"/>
                  <a:pt x="193057" y="138145"/>
                  <a:pt x="192297" y="139373"/>
                </a:cubicBezTo>
                <a:cubicBezTo>
                  <a:pt x="191882" y="140053"/>
                  <a:pt x="190222" y="141103"/>
                  <a:pt x="188606" y="141713"/>
                </a:cubicBezTo>
                <a:cubicBezTo>
                  <a:pt x="185596" y="142860"/>
                  <a:pt x="184518" y="146101"/>
                  <a:pt x="187158" y="146101"/>
                </a:cubicBezTo>
                <a:cubicBezTo>
                  <a:pt x="187971" y="146101"/>
                  <a:pt x="189242" y="146825"/>
                  <a:pt x="189975" y="147708"/>
                </a:cubicBezTo>
                <a:cubicBezTo>
                  <a:pt x="191211" y="149200"/>
                  <a:pt x="194266" y="149986"/>
                  <a:pt x="194266" y="148811"/>
                </a:cubicBezTo>
                <a:close/>
                <a:moveTo>
                  <a:pt x="231836" y="135620"/>
                </a:moveTo>
                <a:cubicBezTo>
                  <a:pt x="231836" y="126932"/>
                  <a:pt x="231650" y="126137"/>
                  <a:pt x="229443" y="125157"/>
                </a:cubicBezTo>
                <a:cubicBezTo>
                  <a:pt x="228127" y="124575"/>
                  <a:pt x="226035" y="122579"/>
                  <a:pt x="224790" y="120716"/>
                </a:cubicBezTo>
                <a:lnTo>
                  <a:pt x="222529" y="117334"/>
                </a:lnTo>
                <a:lnTo>
                  <a:pt x="221178" y="121061"/>
                </a:lnTo>
                <a:cubicBezTo>
                  <a:pt x="220437" y="123118"/>
                  <a:pt x="220110" y="125078"/>
                  <a:pt x="220463" y="125431"/>
                </a:cubicBezTo>
                <a:cubicBezTo>
                  <a:pt x="220816" y="125784"/>
                  <a:pt x="221099" y="125502"/>
                  <a:pt x="221099" y="124813"/>
                </a:cubicBezTo>
                <a:cubicBezTo>
                  <a:pt x="221099" y="124124"/>
                  <a:pt x="221991" y="123559"/>
                  <a:pt x="223086" y="123559"/>
                </a:cubicBezTo>
                <a:cubicBezTo>
                  <a:pt x="225823" y="123559"/>
                  <a:pt x="228975" y="130949"/>
                  <a:pt x="228940" y="137280"/>
                </a:cubicBezTo>
                <a:cubicBezTo>
                  <a:pt x="228904" y="141624"/>
                  <a:pt x="229999" y="145024"/>
                  <a:pt x="231429" y="145024"/>
                </a:cubicBezTo>
                <a:cubicBezTo>
                  <a:pt x="231650" y="145024"/>
                  <a:pt x="231836" y="140794"/>
                  <a:pt x="231836" y="135620"/>
                </a:cubicBezTo>
                <a:close/>
                <a:moveTo>
                  <a:pt x="266491" y="140141"/>
                </a:moveTo>
                <a:cubicBezTo>
                  <a:pt x="267039" y="137245"/>
                  <a:pt x="266694" y="136627"/>
                  <a:pt x="263551" y="134940"/>
                </a:cubicBezTo>
                <a:cubicBezTo>
                  <a:pt x="259013" y="132495"/>
                  <a:pt x="256920" y="132963"/>
                  <a:pt x="254386" y="136980"/>
                </a:cubicBezTo>
                <a:lnTo>
                  <a:pt x="252355" y="140194"/>
                </a:lnTo>
                <a:lnTo>
                  <a:pt x="256125" y="140468"/>
                </a:lnTo>
                <a:cubicBezTo>
                  <a:pt x="258192" y="140627"/>
                  <a:pt x="261185" y="141421"/>
                  <a:pt x="262765" y="142251"/>
                </a:cubicBezTo>
                <a:cubicBezTo>
                  <a:pt x="264346" y="143090"/>
                  <a:pt x="265688" y="143690"/>
                  <a:pt x="265758" y="143593"/>
                </a:cubicBezTo>
                <a:cubicBezTo>
                  <a:pt x="265820" y="143496"/>
                  <a:pt x="266147" y="141942"/>
                  <a:pt x="266491" y="140141"/>
                </a:cubicBezTo>
                <a:close/>
                <a:moveTo>
                  <a:pt x="213108" y="141236"/>
                </a:moveTo>
                <a:cubicBezTo>
                  <a:pt x="211969" y="140371"/>
                  <a:pt x="210548" y="139664"/>
                  <a:pt x="209956" y="139664"/>
                </a:cubicBezTo>
                <a:cubicBezTo>
                  <a:pt x="209365" y="139664"/>
                  <a:pt x="209824" y="140371"/>
                  <a:pt x="210963" y="141236"/>
                </a:cubicBezTo>
                <a:cubicBezTo>
                  <a:pt x="212111" y="142101"/>
                  <a:pt x="213532" y="142816"/>
                  <a:pt x="214124" y="142816"/>
                </a:cubicBezTo>
                <a:cubicBezTo>
                  <a:pt x="214715" y="142816"/>
                  <a:pt x="214256" y="142101"/>
                  <a:pt x="213108" y="141236"/>
                </a:cubicBezTo>
                <a:close/>
                <a:moveTo>
                  <a:pt x="205612" y="136954"/>
                </a:moveTo>
                <a:cubicBezTo>
                  <a:pt x="204473" y="136097"/>
                  <a:pt x="203281" y="135656"/>
                  <a:pt x="202963" y="135973"/>
                </a:cubicBezTo>
                <a:cubicBezTo>
                  <a:pt x="202292" y="136644"/>
                  <a:pt x="205012" y="138560"/>
                  <a:pt x="206610" y="138534"/>
                </a:cubicBezTo>
                <a:cubicBezTo>
                  <a:pt x="207201" y="138525"/>
                  <a:pt x="206751" y="137819"/>
                  <a:pt x="205612" y="136954"/>
                </a:cubicBezTo>
                <a:close/>
                <a:moveTo>
                  <a:pt x="283965" y="136318"/>
                </a:moveTo>
                <a:cubicBezTo>
                  <a:pt x="284415" y="135585"/>
                  <a:pt x="286870" y="135302"/>
                  <a:pt x="290357" y="135594"/>
                </a:cubicBezTo>
                <a:cubicBezTo>
                  <a:pt x="294746" y="135956"/>
                  <a:pt x="295893" y="135744"/>
                  <a:pt x="295470" y="134640"/>
                </a:cubicBezTo>
                <a:cubicBezTo>
                  <a:pt x="295169" y="133863"/>
                  <a:pt x="293995" y="133219"/>
                  <a:pt x="292847" y="133219"/>
                </a:cubicBezTo>
                <a:cubicBezTo>
                  <a:pt x="291708" y="133219"/>
                  <a:pt x="288971" y="132300"/>
                  <a:pt x="286773" y="131179"/>
                </a:cubicBezTo>
                <a:cubicBezTo>
                  <a:pt x="284097" y="129819"/>
                  <a:pt x="281696" y="129351"/>
                  <a:pt x="279568" y="129802"/>
                </a:cubicBezTo>
                <a:lnTo>
                  <a:pt x="276371" y="130464"/>
                </a:lnTo>
                <a:lnTo>
                  <a:pt x="280133" y="131038"/>
                </a:lnTo>
                <a:cubicBezTo>
                  <a:pt x="284592" y="131718"/>
                  <a:pt x="285104" y="134146"/>
                  <a:pt x="281201" y="136124"/>
                </a:cubicBezTo>
                <a:cubicBezTo>
                  <a:pt x="278641" y="137421"/>
                  <a:pt x="278623" y="137483"/>
                  <a:pt x="280874" y="137501"/>
                </a:cubicBezTo>
                <a:cubicBezTo>
                  <a:pt x="282164" y="137510"/>
                  <a:pt x="283559" y="136980"/>
                  <a:pt x="283965" y="136318"/>
                </a:cubicBezTo>
                <a:close/>
                <a:moveTo>
                  <a:pt x="273299" y="132689"/>
                </a:moveTo>
                <a:lnTo>
                  <a:pt x="276371" y="131091"/>
                </a:lnTo>
                <a:lnTo>
                  <a:pt x="273511" y="131082"/>
                </a:lnTo>
                <a:cubicBezTo>
                  <a:pt x="269220" y="131073"/>
                  <a:pt x="266703" y="132212"/>
                  <a:pt x="268504" y="133351"/>
                </a:cubicBezTo>
                <a:cubicBezTo>
                  <a:pt x="270279" y="134481"/>
                  <a:pt x="269714" y="134561"/>
                  <a:pt x="273299" y="132689"/>
                </a:cubicBezTo>
                <a:close/>
                <a:moveTo>
                  <a:pt x="188200" y="130490"/>
                </a:moveTo>
                <a:cubicBezTo>
                  <a:pt x="187847" y="129581"/>
                  <a:pt x="187335" y="129069"/>
                  <a:pt x="187052" y="129351"/>
                </a:cubicBezTo>
                <a:cubicBezTo>
                  <a:pt x="186770" y="129625"/>
                  <a:pt x="186858" y="130376"/>
                  <a:pt x="187247" y="131002"/>
                </a:cubicBezTo>
                <a:cubicBezTo>
                  <a:pt x="188306" y="132715"/>
                  <a:pt x="188924" y="132380"/>
                  <a:pt x="188200" y="130490"/>
                </a:cubicBezTo>
                <a:close/>
                <a:moveTo>
                  <a:pt x="124796" y="126226"/>
                </a:moveTo>
                <a:cubicBezTo>
                  <a:pt x="121767" y="124098"/>
                  <a:pt x="118474" y="116284"/>
                  <a:pt x="119975" y="114783"/>
                </a:cubicBezTo>
                <a:cubicBezTo>
                  <a:pt x="120858" y="113900"/>
                  <a:pt x="121900" y="114059"/>
                  <a:pt x="123913" y="115374"/>
                </a:cubicBezTo>
                <a:cubicBezTo>
                  <a:pt x="126297" y="116937"/>
                  <a:pt x="126650" y="116964"/>
                  <a:pt x="126650" y="115533"/>
                </a:cubicBezTo>
                <a:cubicBezTo>
                  <a:pt x="126650" y="114642"/>
                  <a:pt x="125979" y="113900"/>
                  <a:pt x="125158" y="113900"/>
                </a:cubicBezTo>
                <a:cubicBezTo>
                  <a:pt x="123418" y="113900"/>
                  <a:pt x="120205" y="106527"/>
                  <a:pt x="120205" y="102536"/>
                </a:cubicBezTo>
                <a:cubicBezTo>
                  <a:pt x="120205" y="100267"/>
                  <a:pt x="119966" y="100038"/>
                  <a:pt x="118792" y="101221"/>
                </a:cubicBezTo>
                <a:cubicBezTo>
                  <a:pt x="117856" y="102148"/>
                  <a:pt x="117406" y="105220"/>
                  <a:pt x="117476" y="110147"/>
                </a:cubicBezTo>
                <a:cubicBezTo>
                  <a:pt x="117573" y="116354"/>
                  <a:pt x="118130" y="118588"/>
                  <a:pt x="120690" y="123029"/>
                </a:cubicBezTo>
                <a:cubicBezTo>
                  <a:pt x="125290" y="130976"/>
                  <a:pt x="126032" y="131806"/>
                  <a:pt x="126482" y="129537"/>
                </a:cubicBezTo>
                <a:cubicBezTo>
                  <a:pt x="126677" y="128504"/>
                  <a:pt x="125926" y="127012"/>
                  <a:pt x="124796" y="126226"/>
                </a:cubicBezTo>
                <a:close/>
                <a:moveTo>
                  <a:pt x="200420" y="127118"/>
                </a:moveTo>
                <a:cubicBezTo>
                  <a:pt x="199423" y="126120"/>
                  <a:pt x="198310" y="125599"/>
                  <a:pt x="197939" y="125970"/>
                </a:cubicBezTo>
                <a:cubicBezTo>
                  <a:pt x="196889" y="127029"/>
                  <a:pt x="198504" y="128928"/>
                  <a:pt x="200464" y="128928"/>
                </a:cubicBezTo>
                <a:cubicBezTo>
                  <a:pt x="202098" y="128928"/>
                  <a:pt x="202098" y="128786"/>
                  <a:pt x="200420" y="127118"/>
                </a:cubicBezTo>
                <a:close/>
                <a:moveTo>
                  <a:pt x="269988" y="126341"/>
                </a:moveTo>
                <a:cubicBezTo>
                  <a:pt x="272001" y="124866"/>
                  <a:pt x="271983" y="124751"/>
                  <a:pt x="269122" y="122500"/>
                </a:cubicBezTo>
                <a:cubicBezTo>
                  <a:pt x="267498" y="121228"/>
                  <a:pt x="266147" y="119374"/>
                  <a:pt x="266103" y="118385"/>
                </a:cubicBezTo>
                <a:cubicBezTo>
                  <a:pt x="266059" y="117396"/>
                  <a:pt x="265335" y="118465"/>
                  <a:pt x="264496" y="120769"/>
                </a:cubicBezTo>
                <a:cubicBezTo>
                  <a:pt x="263648" y="123065"/>
                  <a:pt x="262421" y="125599"/>
                  <a:pt x="261759" y="126402"/>
                </a:cubicBezTo>
                <a:cubicBezTo>
                  <a:pt x="260779" y="127577"/>
                  <a:pt x="261255" y="127859"/>
                  <a:pt x="264231" y="127859"/>
                </a:cubicBezTo>
                <a:cubicBezTo>
                  <a:pt x="266253" y="127859"/>
                  <a:pt x="268849" y="127170"/>
                  <a:pt x="269988" y="126341"/>
                </a:cubicBezTo>
                <a:close/>
                <a:moveTo>
                  <a:pt x="191547" y="121061"/>
                </a:moveTo>
                <a:cubicBezTo>
                  <a:pt x="191079" y="117608"/>
                  <a:pt x="191344" y="116063"/>
                  <a:pt x="192580" y="115039"/>
                </a:cubicBezTo>
                <a:cubicBezTo>
                  <a:pt x="193984" y="113873"/>
                  <a:pt x="194522" y="114174"/>
                  <a:pt x="196129" y="116999"/>
                </a:cubicBezTo>
                <a:cubicBezTo>
                  <a:pt x="197171" y="118827"/>
                  <a:pt x="198831" y="120328"/>
                  <a:pt x="199811" y="120336"/>
                </a:cubicBezTo>
                <a:cubicBezTo>
                  <a:pt x="200800" y="120336"/>
                  <a:pt x="202389" y="120646"/>
                  <a:pt x="203352" y="121016"/>
                </a:cubicBezTo>
                <a:cubicBezTo>
                  <a:pt x="204826" y="121581"/>
                  <a:pt x="204738" y="120937"/>
                  <a:pt x="202795" y="116937"/>
                </a:cubicBezTo>
                <a:cubicBezTo>
                  <a:pt x="200606" y="112425"/>
                  <a:pt x="200049" y="112037"/>
                  <a:pt x="191423" y="109114"/>
                </a:cubicBezTo>
                <a:cubicBezTo>
                  <a:pt x="182735" y="106165"/>
                  <a:pt x="182276" y="106112"/>
                  <a:pt x="180527" y="107949"/>
                </a:cubicBezTo>
                <a:cubicBezTo>
                  <a:pt x="179185" y="109362"/>
                  <a:pt x="179053" y="109997"/>
                  <a:pt x="180042" y="110368"/>
                </a:cubicBezTo>
                <a:cubicBezTo>
                  <a:pt x="180784" y="110642"/>
                  <a:pt x="181402" y="112628"/>
                  <a:pt x="181419" y="114800"/>
                </a:cubicBezTo>
                <a:cubicBezTo>
                  <a:pt x="181472" y="120336"/>
                  <a:pt x="185498" y="124716"/>
                  <a:pt x="191344" y="125581"/>
                </a:cubicBezTo>
                <a:cubicBezTo>
                  <a:pt x="191803" y="125652"/>
                  <a:pt x="191900" y="123621"/>
                  <a:pt x="191547" y="121061"/>
                </a:cubicBezTo>
                <a:close/>
                <a:moveTo>
                  <a:pt x="300794" y="123921"/>
                </a:moveTo>
                <a:cubicBezTo>
                  <a:pt x="300052" y="123630"/>
                  <a:pt x="298842" y="123630"/>
                  <a:pt x="298110" y="123921"/>
                </a:cubicBezTo>
                <a:cubicBezTo>
                  <a:pt x="297368" y="124221"/>
                  <a:pt x="297977" y="124469"/>
                  <a:pt x="299452" y="124469"/>
                </a:cubicBezTo>
                <a:cubicBezTo>
                  <a:pt x="300926" y="124469"/>
                  <a:pt x="301527" y="124221"/>
                  <a:pt x="300794" y="123921"/>
                </a:cubicBezTo>
                <a:close/>
                <a:moveTo>
                  <a:pt x="136724" y="117732"/>
                </a:moveTo>
                <a:cubicBezTo>
                  <a:pt x="136415" y="116928"/>
                  <a:pt x="135038" y="116054"/>
                  <a:pt x="133652" y="115789"/>
                </a:cubicBezTo>
                <a:cubicBezTo>
                  <a:pt x="131577" y="115392"/>
                  <a:pt x="131029" y="115860"/>
                  <a:pt x="130509" y="118473"/>
                </a:cubicBezTo>
                <a:cubicBezTo>
                  <a:pt x="130164" y="120213"/>
                  <a:pt x="130155" y="122076"/>
                  <a:pt x="130482" y="122614"/>
                </a:cubicBezTo>
                <a:cubicBezTo>
                  <a:pt x="131400" y="124098"/>
                  <a:pt x="137378" y="119427"/>
                  <a:pt x="136724" y="117732"/>
                </a:cubicBezTo>
                <a:close/>
                <a:moveTo>
                  <a:pt x="250810" y="116187"/>
                </a:moveTo>
                <a:cubicBezTo>
                  <a:pt x="253874" y="114606"/>
                  <a:pt x="257300" y="114642"/>
                  <a:pt x="257838" y="116257"/>
                </a:cubicBezTo>
                <a:cubicBezTo>
                  <a:pt x="258668" y="118738"/>
                  <a:pt x="262147" y="107905"/>
                  <a:pt x="263048" y="100020"/>
                </a:cubicBezTo>
                <a:cubicBezTo>
                  <a:pt x="264169" y="90316"/>
                  <a:pt x="263110" y="88091"/>
                  <a:pt x="258933" y="91376"/>
                </a:cubicBezTo>
                <a:cubicBezTo>
                  <a:pt x="255675" y="93945"/>
                  <a:pt x="245698" y="94378"/>
                  <a:pt x="243755" y="92047"/>
                </a:cubicBezTo>
                <a:cubicBezTo>
                  <a:pt x="242175" y="90131"/>
                  <a:pt x="243764" y="88807"/>
                  <a:pt x="249777" y="87023"/>
                </a:cubicBezTo>
                <a:cubicBezTo>
                  <a:pt x="255472" y="85328"/>
                  <a:pt x="254766" y="83977"/>
                  <a:pt x="248170" y="83968"/>
                </a:cubicBezTo>
                <a:cubicBezTo>
                  <a:pt x="245380" y="83959"/>
                  <a:pt x="242131" y="83809"/>
                  <a:pt x="240956" y="83632"/>
                </a:cubicBezTo>
                <a:cubicBezTo>
                  <a:pt x="239464" y="83412"/>
                  <a:pt x="238899" y="83853"/>
                  <a:pt x="239093" y="85072"/>
                </a:cubicBezTo>
                <a:cubicBezTo>
                  <a:pt x="239252" y="86034"/>
                  <a:pt x="238555" y="87147"/>
                  <a:pt x="237548" y="87535"/>
                </a:cubicBezTo>
                <a:cubicBezTo>
                  <a:pt x="236038" y="88109"/>
                  <a:pt x="236374" y="88630"/>
                  <a:pt x="239402" y="90449"/>
                </a:cubicBezTo>
                <a:cubicBezTo>
                  <a:pt x="241433" y="91658"/>
                  <a:pt x="244444" y="93919"/>
                  <a:pt x="246086" y="95464"/>
                </a:cubicBezTo>
                <a:cubicBezTo>
                  <a:pt x="249521" y="98696"/>
                  <a:pt x="249344" y="102077"/>
                  <a:pt x="245406" y="108540"/>
                </a:cubicBezTo>
                <a:cubicBezTo>
                  <a:pt x="244144" y="110606"/>
                  <a:pt x="243279" y="112778"/>
                  <a:pt x="243473" y="113370"/>
                </a:cubicBezTo>
                <a:cubicBezTo>
                  <a:pt x="243676" y="113953"/>
                  <a:pt x="243835" y="116045"/>
                  <a:pt x="243844" y="118014"/>
                </a:cubicBezTo>
                <a:lnTo>
                  <a:pt x="243852" y="121590"/>
                </a:lnTo>
                <a:lnTo>
                  <a:pt x="246157" y="119489"/>
                </a:lnTo>
                <a:cubicBezTo>
                  <a:pt x="247428" y="118332"/>
                  <a:pt x="249521" y="116849"/>
                  <a:pt x="250810" y="116187"/>
                </a:cubicBezTo>
                <a:close/>
                <a:moveTo>
                  <a:pt x="238255" y="115781"/>
                </a:moveTo>
                <a:cubicBezTo>
                  <a:pt x="238263" y="115339"/>
                  <a:pt x="237787" y="114977"/>
                  <a:pt x="237195" y="114977"/>
                </a:cubicBezTo>
                <a:cubicBezTo>
                  <a:pt x="236603" y="114977"/>
                  <a:pt x="236136" y="116063"/>
                  <a:pt x="236144" y="117387"/>
                </a:cubicBezTo>
                <a:cubicBezTo>
                  <a:pt x="236153" y="119348"/>
                  <a:pt x="236356" y="119498"/>
                  <a:pt x="237195" y="118200"/>
                </a:cubicBezTo>
                <a:cubicBezTo>
                  <a:pt x="237769" y="117308"/>
                  <a:pt x="238246" y="116222"/>
                  <a:pt x="238255" y="115781"/>
                </a:cubicBezTo>
                <a:close/>
                <a:moveTo>
                  <a:pt x="231650" y="108849"/>
                </a:moveTo>
                <a:cubicBezTo>
                  <a:pt x="230882" y="107922"/>
                  <a:pt x="228101" y="106245"/>
                  <a:pt x="225478" y="105123"/>
                </a:cubicBezTo>
                <a:cubicBezTo>
                  <a:pt x="222847" y="103993"/>
                  <a:pt x="220066" y="102166"/>
                  <a:pt x="219289" y="101062"/>
                </a:cubicBezTo>
                <a:cubicBezTo>
                  <a:pt x="217964" y="99172"/>
                  <a:pt x="217620" y="99155"/>
                  <a:pt x="213647" y="100709"/>
                </a:cubicBezTo>
                <a:cubicBezTo>
                  <a:pt x="208358" y="102792"/>
                  <a:pt x="207599" y="104682"/>
                  <a:pt x="210327" y="108938"/>
                </a:cubicBezTo>
                <a:cubicBezTo>
                  <a:pt x="211510" y="110783"/>
                  <a:pt x="212481" y="111692"/>
                  <a:pt x="212490" y="110951"/>
                </a:cubicBezTo>
                <a:cubicBezTo>
                  <a:pt x="212526" y="108443"/>
                  <a:pt x="215828" y="109591"/>
                  <a:pt x="217126" y="112558"/>
                </a:cubicBezTo>
                <a:cubicBezTo>
                  <a:pt x="219042" y="116955"/>
                  <a:pt x="221814" y="116672"/>
                  <a:pt x="221284" y="112134"/>
                </a:cubicBezTo>
                <a:cubicBezTo>
                  <a:pt x="220949" y="109273"/>
                  <a:pt x="221240" y="108540"/>
                  <a:pt x="222732" y="108540"/>
                </a:cubicBezTo>
                <a:cubicBezTo>
                  <a:pt x="224693" y="108540"/>
                  <a:pt x="231703" y="115286"/>
                  <a:pt x="232012" y="117467"/>
                </a:cubicBezTo>
                <a:cubicBezTo>
                  <a:pt x="232109" y="118164"/>
                  <a:pt x="232383" y="116884"/>
                  <a:pt x="232621" y="114633"/>
                </a:cubicBezTo>
                <a:cubicBezTo>
                  <a:pt x="232869" y="112240"/>
                  <a:pt x="232462" y="109829"/>
                  <a:pt x="231650" y="108849"/>
                </a:cubicBezTo>
                <a:close/>
                <a:moveTo>
                  <a:pt x="165791" y="115074"/>
                </a:moveTo>
                <a:cubicBezTo>
                  <a:pt x="167372" y="114456"/>
                  <a:pt x="166444" y="114050"/>
                  <a:pt x="162118" y="113476"/>
                </a:cubicBezTo>
                <a:cubicBezTo>
                  <a:pt x="155849" y="112646"/>
                  <a:pt x="152406" y="111242"/>
                  <a:pt x="152406" y="109520"/>
                </a:cubicBezTo>
                <a:cubicBezTo>
                  <a:pt x="152406" y="106245"/>
                  <a:pt x="169685" y="103702"/>
                  <a:pt x="172537" y="106563"/>
                </a:cubicBezTo>
                <a:cubicBezTo>
                  <a:pt x="173482" y="107498"/>
                  <a:pt x="174188" y="107472"/>
                  <a:pt x="175442" y="106430"/>
                </a:cubicBezTo>
                <a:cubicBezTo>
                  <a:pt x="176351" y="105671"/>
                  <a:pt x="177093" y="104691"/>
                  <a:pt x="177093" y="104240"/>
                </a:cubicBezTo>
                <a:cubicBezTo>
                  <a:pt x="177093" y="102960"/>
                  <a:pt x="168104" y="101027"/>
                  <a:pt x="162162" y="101027"/>
                </a:cubicBezTo>
                <a:cubicBezTo>
                  <a:pt x="157880" y="101027"/>
                  <a:pt x="156538" y="101459"/>
                  <a:pt x="155637" y="103154"/>
                </a:cubicBezTo>
                <a:cubicBezTo>
                  <a:pt x="155001" y="104329"/>
                  <a:pt x="153174" y="106015"/>
                  <a:pt x="151567" y="106898"/>
                </a:cubicBezTo>
                <a:cubicBezTo>
                  <a:pt x="149969" y="107781"/>
                  <a:pt x="147346" y="109591"/>
                  <a:pt x="145757" y="110933"/>
                </a:cubicBezTo>
                <a:lnTo>
                  <a:pt x="142852" y="113370"/>
                </a:lnTo>
                <a:lnTo>
                  <a:pt x="148706" y="113423"/>
                </a:lnTo>
                <a:cubicBezTo>
                  <a:pt x="151929" y="113458"/>
                  <a:pt x="155143" y="114059"/>
                  <a:pt x="155849" y="114765"/>
                </a:cubicBezTo>
                <a:cubicBezTo>
                  <a:pt x="157271" y="116187"/>
                  <a:pt x="162524" y="116354"/>
                  <a:pt x="165791" y="115074"/>
                </a:cubicBezTo>
                <a:close/>
                <a:moveTo>
                  <a:pt x="273943" y="110509"/>
                </a:moveTo>
                <a:cubicBezTo>
                  <a:pt x="273396" y="108426"/>
                  <a:pt x="273414" y="104982"/>
                  <a:pt x="273996" y="102263"/>
                </a:cubicBezTo>
                <a:cubicBezTo>
                  <a:pt x="275277" y="96179"/>
                  <a:pt x="273687" y="94343"/>
                  <a:pt x="270756" y="98528"/>
                </a:cubicBezTo>
                <a:cubicBezTo>
                  <a:pt x="267895" y="102607"/>
                  <a:pt x="267153" y="107119"/>
                  <a:pt x="269078" y="108717"/>
                </a:cubicBezTo>
                <a:cubicBezTo>
                  <a:pt x="269926" y="109414"/>
                  <a:pt x="271383" y="111472"/>
                  <a:pt x="272328" y="113291"/>
                </a:cubicBezTo>
                <a:cubicBezTo>
                  <a:pt x="274350" y="117184"/>
                  <a:pt x="275268" y="115604"/>
                  <a:pt x="273943" y="110509"/>
                </a:cubicBezTo>
                <a:close/>
                <a:moveTo>
                  <a:pt x="138499" y="104558"/>
                </a:moveTo>
                <a:cubicBezTo>
                  <a:pt x="139991" y="103225"/>
                  <a:pt x="143126" y="101203"/>
                  <a:pt x="145466" y="100064"/>
                </a:cubicBezTo>
                <a:lnTo>
                  <a:pt x="149713" y="97998"/>
                </a:lnTo>
                <a:lnTo>
                  <a:pt x="145686" y="97248"/>
                </a:lnTo>
                <a:cubicBezTo>
                  <a:pt x="142887" y="96718"/>
                  <a:pt x="140556" y="97018"/>
                  <a:pt x="138022" y="98219"/>
                </a:cubicBezTo>
                <a:cubicBezTo>
                  <a:pt x="136018" y="99172"/>
                  <a:pt x="132636" y="99949"/>
                  <a:pt x="130509" y="99949"/>
                </a:cubicBezTo>
                <a:cubicBezTo>
                  <a:pt x="126147" y="99949"/>
                  <a:pt x="125679" y="101124"/>
                  <a:pt x="128796" y="104240"/>
                </a:cubicBezTo>
                <a:cubicBezTo>
                  <a:pt x="129979" y="105424"/>
                  <a:pt x="130941" y="107428"/>
                  <a:pt x="130941" y="108699"/>
                </a:cubicBezTo>
                <a:cubicBezTo>
                  <a:pt x="130941" y="111260"/>
                  <a:pt x="131047" y="111207"/>
                  <a:pt x="138499" y="104558"/>
                </a:cubicBezTo>
                <a:close/>
                <a:moveTo>
                  <a:pt x="239570" y="100099"/>
                </a:moveTo>
                <a:cubicBezTo>
                  <a:pt x="235606" y="98077"/>
                  <a:pt x="231836" y="94510"/>
                  <a:pt x="231836" y="92789"/>
                </a:cubicBezTo>
                <a:cubicBezTo>
                  <a:pt x="231836" y="90776"/>
                  <a:pt x="229602" y="91058"/>
                  <a:pt x="226476" y="93469"/>
                </a:cubicBezTo>
                <a:cubicBezTo>
                  <a:pt x="224083" y="95305"/>
                  <a:pt x="223995" y="95596"/>
                  <a:pt x="225681" y="96250"/>
                </a:cubicBezTo>
                <a:cubicBezTo>
                  <a:pt x="226714" y="96647"/>
                  <a:pt x="228233" y="96418"/>
                  <a:pt x="229045" y="95746"/>
                </a:cubicBezTo>
                <a:cubicBezTo>
                  <a:pt x="230220" y="94766"/>
                  <a:pt x="231218" y="95384"/>
                  <a:pt x="233858" y="98731"/>
                </a:cubicBezTo>
                <a:cubicBezTo>
                  <a:pt x="237495" y="103313"/>
                  <a:pt x="237910" y="105150"/>
                  <a:pt x="235853" y="107481"/>
                </a:cubicBezTo>
                <a:cubicBezTo>
                  <a:pt x="235120" y="108320"/>
                  <a:pt x="236303" y="107331"/>
                  <a:pt x="238493" y="105291"/>
                </a:cubicBezTo>
                <a:lnTo>
                  <a:pt x="242475" y="101574"/>
                </a:lnTo>
                <a:lnTo>
                  <a:pt x="239570" y="100099"/>
                </a:lnTo>
                <a:close/>
                <a:moveTo>
                  <a:pt x="194169" y="99782"/>
                </a:moveTo>
                <a:cubicBezTo>
                  <a:pt x="192853" y="97221"/>
                  <a:pt x="191591" y="95685"/>
                  <a:pt x="191352" y="96382"/>
                </a:cubicBezTo>
                <a:cubicBezTo>
                  <a:pt x="190937" y="97610"/>
                  <a:pt x="195493" y="105521"/>
                  <a:pt x="196209" y="104806"/>
                </a:cubicBezTo>
                <a:cubicBezTo>
                  <a:pt x="196403" y="104611"/>
                  <a:pt x="195485" y="102351"/>
                  <a:pt x="194169" y="99782"/>
                </a:cubicBezTo>
                <a:close/>
                <a:moveTo>
                  <a:pt x="106254" y="100276"/>
                </a:moveTo>
                <a:cubicBezTo>
                  <a:pt x="106254" y="98113"/>
                  <a:pt x="105945" y="97680"/>
                  <a:pt x="105044" y="98590"/>
                </a:cubicBezTo>
                <a:cubicBezTo>
                  <a:pt x="104373" y="99261"/>
                  <a:pt x="104117" y="100559"/>
                  <a:pt x="104470" y="101486"/>
                </a:cubicBezTo>
                <a:cubicBezTo>
                  <a:pt x="105450" y="104046"/>
                  <a:pt x="106254" y="103499"/>
                  <a:pt x="106254" y="100276"/>
                </a:cubicBezTo>
                <a:close/>
                <a:moveTo>
                  <a:pt x="187847" y="100276"/>
                </a:moveTo>
                <a:cubicBezTo>
                  <a:pt x="185940" y="97848"/>
                  <a:pt x="184836" y="97415"/>
                  <a:pt x="181066" y="97627"/>
                </a:cubicBezTo>
                <a:cubicBezTo>
                  <a:pt x="175247" y="97945"/>
                  <a:pt x="168670" y="94290"/>
                  <a:pt x="170691" y="91862"/>
                </a:cubicBezTo>
                <a:cubicBezTo>
                  <a:pt x="171407" y="90996"/>
                  <a:pt x="173473" y="90290"/>
                  <a:pt x="175292" y="90290"/>
                </a:cubicBezTo>
                <a:cubicBezTo>
                  <a:pt x="177896" y="90290"/>
                  <a:pt x="178320" y="90016"/>
                  <a:pt x="177287" y="88974"/>
                </a:cubicBezTo>
                <a:cubicBezTo>
                  <a:pt x="176563" y="88259"/>
                  <a:pt x="174409" y="87791"/>
                  <a:pt x="172510" y="87950"/>
                </a:cubicBezTo>
                <a:cubicBezTo>
                  <a:pt x="170135" y="88153"/>
                  <a:pt x="167442" y="87217"/>
                  <a:pt x="163946" y="85001"/>
                </a:cubicBezTo>
                <a:cubicBezTo>
                  <a:pt x="159425" y="82123"/>
                  <a:pt x="158851" y="81973"/>
                  <a:pt x="158851" y="83747"/>
                </a:cubicBezTo>
                <a:cubicBezTo>
                  <a:pt x="158851" y="84842"/>
                  <a:pt x="160538" y="87032"/>
                  <a:pt x="162604" y="88612"/>
                </a:cubicBezTo>
                <a:cubicBezTo>
                  <a:pt x="164670" y="90184"/>
                  <a:pt x="167098" y="92895"/>
                  <a:pt x="167998" y="94643"/>
                </a:cubicBezTo>
                <a:cubicBezTo>
                  <a:pt x="169058" y="96682"/>
                  <a:pt x="170480" y="97813"/>
                  <a:pt x="172025" y="97830"/>
                </a:cubicBezTo>
                <a:cubicBezTo>
                  <a:pt x="173331" y="97848"/>
                  <a:pt x="177552" y="99005"/>
                  <a:pt x="181384" y="100408"/>
                </a:cubicBezTo>
                <a:cubicBezTo>
                  <a:pt x="190390" y="103702"/>
                  <a:pt x="190549" y="103702"/>
                  <a:pt x="187847" y="100276"/>
                </a:cubicBezTo>
                <a:close/>
                <a:moveTo>
                  <a:pt x="208579" y="95128"/>
                </a:moveTo>
                <a:cubicBezTo>
                  <a:pt x="210256" y="92480"/>
                  <a:pt x="211422" y="89698"/>
                  <a:pt x="211175" y="88957"/>
                </a:cubicBezTo>
                <a:cubicBezTo>
                  <a:pt x="210901" y="88153"/>
                  <a:pt x="208799" y="87588"/>
                  <a:pt x="205983" y="87562"/>
                </a:cubicBezTo>
                <a:cubicBezTo>
                  <a:pt x="203378" y="87535"/>
                  <a:pt x="199873" y="87102"/>
                  <a:pt x="198186" y="86608"/>
                </a:cubicBezTo>
                <a:lnTo>
                  <a:pt x="195140" y="85716"/>
                </a:lnTo>
                <a:lnTo>
                  <a:pt x="199802" y="92806"/>
                </a:lnTo>
                <a:cubicBezTo>
                  <a:pt x="202363" y="96709"/>
                  <a:pt x="204703" y="99914"/>
                  <a:pt x="205003" y="99923"/>
                </a:cubicBezTo>
                <a:cubicBezTo>
                  <a:pt x="205294" y="99940"/>
                  <a:pt x="206901" y="97777"/>
                  <a:pt x="208579" y="95128"/>
                </a:cubicBezTo>
                <a:close/>
                <a:moveTo>
                  <a:pt x="216843" y="95358"/>
                </a:moveTo>
                <a:cubicBezTo>
                  <a:pt x="217753" y="94634"/>
                  <a:pt x="218574" y="92939"/>
                  <a:pt x="218662" y="91597"/>
                </a:cubicBezTo>
                <a:cubicBezTo>
                  <a:pt x="218865" y="88568"/>
                  <a:pt x="222732" y="82131"/>
                  <a:pt x="224843" y="81319"/>
                </a:cubicBezTo>
                <a:cubicBezTo>
                  <a:pt x="227050" y="80472"/>
                  <a:pt x="227818" y="82282"/>
                  <a:pt x="226944" y="86273"/>
                </a:cubicBezTo>
                <a:cubicBezTo>
                  <a:pt x="226264" y="89354"/>
                  <a:pt x="226361" y="89566"/>
                  <a:pt x="227924" y="88268"/>
                </a:cubicBezTo>
                <a:cubicBezTo>
                  <a:pt x="228878" y="87473"/>
                  <a:pt x="229399" y="86405"/>
                  <a:pt x="229090" y="85902"/>
                </a:cubicBezTo>
                <a:cubicBezTo>
                  <a:pt x="228277" y="84595"/>
                  <a:pt x="230458" y="80683"/>
                  <a:pt x="234175" y="76746"/>
                </a:cubicBezTo>
                <a:cubicBezTo>
                  <a:pt x="236656" y="74123"/>
                  <a:pt x="237001" y="73276"/>
                  <a:pt x="235765" y="72799"/>
                </a:cubicBezTo>
                <a:cubicBezTo>
                  <a:pt x="234891" y="72463"/>
                  <a:pt x="233292" y="73196"/>
                  <a:pt x="232198" y="74415"/>
                </a:cubicBezTo>
                <a:cubicBezTo>
                  <a:pt x="231112" y="75642"/>
                  <a:pt x="228171" y="77567"/>
                  <a:pt x="225664" y="78688"/>
                </a:cubicBezTo>
                <a:cubicBezTo>
                  <a:pt x="223147" y="79809"/>
                  <a:pt x="221099" y="81310"/>
                  <a:pt x="221099" y="82026"/>
                </a:cubicBezTo>
                <a:cubicBezTo>
                  <a:pt x="221099" y="82732"/>
                  <a:pt x="219404" y="86114"/>
                  <a:pt x="217338" y="89539"/>
                </a:cubicBezTo>
                <a:cubicBezTo>
                  <a:pt x="215271" y="92965"/>
                  <a:pt x="213585" y="95985"/>
                  <a:pt x="213585" y="96250"/>
                </a:cubicBezTo>
                <a:cubicBezTo>
                  <a:pt x="213585" y="97115"/>
                  <a:pt x="215166" y="96682"/>
                  <a:pt x="216843" y="95358"/>
                </a:cubicBezTo>
                <a:close/>
                <a:moveTo>
                  <a:pt x="152406" y="95323"/>
                </a:moveTo>
                <a:cubicBezTo>
                  <a:pt x="152406" y="95137"/>
                  <a:pt x="150913" y="93883"/>
                  <a:pt x="149086" y="92533"/>
                </a:cubicBezTo>
                <a:cubicBezTo>
                  <a:pt x="146154" y="90361"/>
                  <a:pt x="145810" y="90308"/>
                  <a:pt x="146146" y="92012"/>
                </a:cubicBezTo>
                <a:cubicBezTo>
                  <a:pt x="146349" y="93080"/>
                  <a:pt x="147717" y="94290"/>
                  <a:pt x="149192" y="94696"/>
                </a:cubicBezTo>
                <a:cubicBezTo>
                  <a:pt x="150666" y="95111"/>
                  <a:pt x="151991" y="95490"/>
                  <a:pt x="152141" y="95552"/>
                </a:cubicBezTo>
                <a:cubicBezTo>
                  <a:pt x="152291" y="95605"/>
                  <a:pt x="152406" y="95508"/>
                  <a:pt x="152406" y="95323"/>
                </a:cubicBezTo>
                <a:close/>
                <a:moveTo>
                  <a:pt x="270156" y="89248"/>
                </a:moveTo>
                <a:cubicBezTo>
                  <a:pt x="268610" y="85151"/>
                  <a:pt x="270076" y="78255"/>
                  <a:pt x="272407" y="78697"/>
                </a:cubicBezTo>
                <a:cubicBezTo>
                  <a:pt x="273405" y="78882"/>
                  <a:pt x="274385" y="80127"/>
                  <a:pt x="274570" y="81443"/>
                </a:cubicBezTo>
                <a:cubicBezTo>
                  <a:pt x="274756" y="82767"/>
                  <a:pt x="275365" y="83853"/>
                  <a:pt x="275912" y="83853"/>
                </a:cubicBezTo>
                <a:cubicBezTo>
                  <a:pt x="277166" y="83853"/>
                  <a:pt x="277193" y="82105"/>
                  <a:pt x="275965" y="79756"/>
                </a:cubicBezTo>
                <a:cubicBezTo>
                  <a:pt x="275391" y="78653"/>
                  <a:pt x="275533" y="75951"/>
                  <a:pt x="276336" y="72852"/>
                </a:cubicBezTo>
                <a:cubicBezTo>
                  <a:pt x="277396" y="68755"/>
                  <a:pt x="277378" y="67748"/>
                  <a:pt x="276292" y="67748"/>
                </a:cubicBezTo>
                <a:cubicBezTo>
                  <a:pt x="275541" y="67748"/>
                  <a:pt x="274394" y="69382"/>
                  <a:pt x="273731" y="71377"/>
                </a:cubicBezTo>
                <a:cubicBezTo>
                  <a:pt x="273078" y="73373"/>
                  <a:pt x="271586" y="75863"/>
                  <a:pt x="270429" y="76913"/>
                </a:cubicBezTo>
                <a:cubicBezTo>
                  <a:pt x="268672" y="78503"/>
                  <a:pt x="268319" y="80233"/>
                  <a:pt x="268319" y="87438"/>
                </a:cubicBezTo>
                <a:cubicBezTo>
                  <a:pt x="268319" y="94952"/>
                  <a:pt x="268513" y="95808"/>
                  <a:pt x="269776" y="94078"/>
                </a:cubicBezTo>
                <a:cubicBezTo>
                  <a:pt x="270844" y="92612"/>
                  <a:pt x="270950" y="91349"/>
                  <a:pt x="270156" y="89248"/>
                </a:cubicBezTo>
                <a:close/>
                <a:moveTo>
                  <a:pt x="186735" y="88409"/>
                </a:moveTo>
                <a:cubicBezTo>
                  <a:pt x="186708" y="82335"/>
                  <a:pt x="185516" y="81063"/>
                  <a:pt x="182002" y="83359"/>
                </a:cubicBezTo>
                <a:lnTo>
                  <a:pt x="179132" y="85239"/>
                </a:lnTo>
                <a:lnTo>
                  <a:pt x="182611" y="88842"/>
                </a:lnTo>
                <a:cubicBezTo>
                  <a:pt x="184536" y="90820"/>
                  <a:pt x="186249" y="92435"/>
                  <a:pt x="186426" y="92435"/>
                </a:cubicBezTo>
                <a:cubicBezTo>
                  <a:pt x="186602" y="92435"/>
                  <a:pt x="186743" y="90625"/>
                  <a:pt x="186735" y="88409"/>
                </a:cubicBezTo>
                <a:close/>
                <a:moveTo>
                  <a:pt x="246828" y="73620"/>
                </a:moveTo>
                <a:cubicBezTo>
                  <a:pt x="244974" y="71386"/>
                  <a:pt x="242563" y="71669"/>
                  <a:pt x="242563" y="74114"/>
                </a:cubicBezTo>
                <a:cubicBezTo>
                  <a:pt x="242563" y="75448"/>
                  <a:pt x="243429" y="76313"/>
                  <a:pt x="244983" y="76534"/>
                </a:cubicBezTo>
                <a:cubicBezTo>
                  <a:pt x="247870" y="76940"/>
                  <a:pt x="248612" y="75774"/>
                  <a:pt x="246828" y="73620"/>
                </a:cubicBezTo>
                <a:close/>
                <a:moveTo>
                  <a:pt x="231836" y="60588"/>
                </a:moveTo>
                <a:cubicBezTo>
                  <a:pt x="231836" y="60393"/>
                  <a:pt x="231182" y="60234"/>
                  <a:pt x="230396" y="60234"/>
                </a:cubicBezTo>
                <a:cubicBezTo>
                  <a:pt x="229602" y="60234"/>
                  <a:pt x="228357" y="61568"/>
                  <a:pt x="227615" y="63192"/>
                </a:cubicBezTo>
                <a:lnTo>
                  <a:pt x="226273" y="66141"/>
                </a:lnTo>
                <a:lnTo>
                  <a:pt x="229054" y="63537"/>
                </a:lnTo>
                <a:cubicBezTo>
                  <a:pt x="230582" y="62106"/>
                  <a:pt x="231836" y="60782"/>
                  <a:pt x="231836" y="60588"/>
                </a:cubicBezTo>
                <a:close/>
                <a:moveTo>
                  <a:pt x="267560" y="61312"/>
                </a:moveTo>
                <a:cubicBezTo>
                  <a:pt x="267869" y="60129"/>
                  <a:pt x="267683" y="59166"/>
                  <a:pt x="267153" y="59166"/>
                </a:cubicBezTo>
                <a:cubicBezTo>
                  <a:pt x="266615" y="59166"/>
                  <a:pt x="266173" y="60129"/>
                  <a:pt x="266173" y="61312"/>
                </a:cubicBezTo>
                <a:cubicBezTo>
                  <a:pt x="266173" y="62495"/>
                  <a:pt x="266359" y="63457"/>
                  <a:pt x="266588" y="63457"/>
                </a:cubicBezTo>
                <a:cubicBezTo>
                  <a:pt x="266818" y="63457"/>
                  <a:pt x="267251" y="62495"/>
                  <a:pt x="267560" y="61312"/>
                </a:cubicBezTo>
                <a:close/>
                <a:moveTo>
                  <a:pt x="176695" y="49639"/>
                </a:moveTo>
                <a:cubicBezTo>
                  <a:pt x="173985" y="46796"/>
                  <a:pt x="171724" y="42072"/>
                  <a:pt x="171724" y="39238"/>
                </a:cubicBezTo>
                <a:cubicBezTo>
                  <a:pt x="171724" y="36951"/>
                  <a:pt x="175000" y="37375"/>
                  <a:pt x="177826" y="40033"/>
                </a:cubicBezTo>
                <a:cubicBezTo>
                  <a:pt x="179874" y="41949"/>
                  <a:pt x="180316" y="42055"/>
                  <a:pt x="180316" y="40633"/>
                </a:cubicBezTo>
                <a:cubicBezTo>
                  <a:pt x="180316" y="39680"/>
                  <a:pt x="179424" y="38267"/>
                  <a:pt x="178338" y="37490"/>
                </a:cubicBezTo>
                <a:cubicBezTo>
                  <a:pt x="175689" y="35609"/>
                  <a:pt x="174276" y="32704"/>
                  <a:pt x="173376" y="27301"/>
                </a:cubicBezTo>
                <a:cubicBezTo>
                  <a:pt x="172846" y="24078"/>
                  <a:pt x="172210" y="22965"/>
                  <a:pt x="171133" y="23380"/>
                </a:cubicBezTo>
                <a:cubicBezTo>
                  <a:pt x="170073" y="23787"/>
                  <a:pt x="169650" y="25861"/>
                  <a:pt x="169685" y="30559"/>
                </a:cubicBezTo>
                <a:cubicBezTo>
                  <a:pt x="169711" y="34188"/>
                  <a:pt x="169597" y="37887"/>
                  <a:pt x="169429" y="38770"/>
                </a:cubicBezTo>
                <a:cubicBezTo>
                  <a:pt x="169261" y="39662"/>
                  <a:pt x="171283" y="44730"/>
                  <a:pt x="173914" y="50045"/>
                </a:cubicBezTo>
                <a:cubicBezTo>
                  <a:pt x="178444" y="59184"/>
                  <a:pt x="178717" y="59510"/>
                  <a:pt x="179044" y="56076"/>
                </a:cubicBezTo>
                <a:cubicBezTo>
                  <a:pt x="179300" y="53383"/>
                  <a:pt x="178700" y="51741"/>
                  <a:pt x="176695" y="49639"/>
                </a:cubicBezTo>
                <a:close/>
                <a:moveTo>
                  <a:pt x="157968" y="23124"/>
                </a:moveTo>
                <a:cubicBezTo>
                  <a:pt x="157650" y="20431"/>
                  <a:pt x="157182" y="19619"/>
                  <a:pt x="156388" y="20414"/>
                </a:cubicBezTo>
                <a:cubicBezTo>
                  <a:pt x="155593" y="21199"/>
                  <a:pt x="155628" y="22356"/>
                  <a:pt x="156494" y="24254"/>
                </a:cubicBezTo>
                <a:cubicBezTo>
                  <a:pt x="158162" y="27928"/>
                  <a:pt x="158498" y="27671"/>
                  <a:pt x="157968" y="23124"/>
                </a:cubicBezTo>
                <a:close/>
              </a:path>
            </a:pathLst>
          </a:custGeom>
          <a:solidFill>
            <a:srgbClr val="8D8D8D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15" name="PANEL_01-DEM-grounded-tree-4_231">
            <a:extLst>
              <a:ext uri="{FF2B5EF4-FFF2-40B4-BE49-F238E27FC236}">
                <a16:creationId xmlns:a16="http://schemas.microsoft.com/office/drawing/2014/main" id="{A1F03F32-9296-4D08-A6EF-8A8622C89A22}"/>
              </a:ext>
            </a:extLst>
          </p:cNvPr>
          <p:cNvSpPr>
            <a:spLocks/>
          </p:cNvSpPr>
          <p:nvPr/>
        </p:nvSpPr>
        <p:spPr>
          <a:xfrm>
            <a:off x="1327916" y="4895731"/>
            <a:ext cx="273902" cy="390525"/>
          </a:xfrm>
          <a:custGeom>
            <a:pathLst>
              <a:path w="287561" h="410000">
                <a:moveTo>
                  <a:pt x="140853" y="371034"/>
                </a:moveTo>
                <a:lnTo>
                  <a:pt x="141145" y="332062"/>
                </a:lnTo>
                <a:lnTo>
                  <a:pt x="134745" y="329407"/>
                </a:lnTo>
                <a:cubicBezTo>
                  <a:pt x="131227" y="327940"/>
                  <a:pt x="124619" y="324773"/>
                  <a:pt x="120069" y="322358"/>
                </a:cubicBezTo>
                <a:cubicBezTo>
                  <a:pt x="113228" y="318729"/>
                  <a:pt x="111637" y="318165"/>
                  <a:pt x="110865" y="319093"/>
                </a:cubicBezTo>
                <a:cubicBezTo>
                  <a:pt x="110313" y="319749"/>
                  <a:pt x="110242" y="320411"/>
                  <a:pt x="110690" y="320683"/>
                </a:cubicBezTo>
                <a:cubicBezTo>
                  <a:pt x="112916" y="322059"/>
                  <a:pt x="111852" y="332581"/>
                  <a:pt x="109489" y="332581"/>
                </a:cubicBezTo>
                <a:cubicBezTo>
                  <a:pt x="108165" y="332581"/>
                  <a:pt x="106750" y="329349"/>
                  <a:pt x="106750" y="326318"/>
                </a:cubicBezTo>
                <a:cubicBezTo>
                  <a:pt x="106750" y="324656"/>
                  <a:pt x="106529" y="324422"/>
                  <a:pt x="105640" y="325156"/>
                </a:cubicBezTo>
                <a:cubicBezTo>
                  <a:pt x="105036" y="325662"/>
                  <a:pt x="104673" y="326895"/>
                  <a:pt x="104848" y="327901"/>
                </a:cubicBezTo>
                <a:cubicBezTo>
                  <a:pt x="105198" y="329985"/>
                  <a:pt x="102180" y="335645"/>
                  <a:pt x="100006" y="336989"/>
                </a:cubicBezTo>
                <a:cubicBezTo>
                  <a:pt x="98902" y="337664"/>
                  <a:pt x="98389" y="337612"/>
                  <a:pt x="97857" y="336762"/>
                </a:cubicBezTo>
                <a:cubicBezTo>
                  <a:pt x="97104" y="335554"/>
                  <a:pt x="98221" y="330407"/>
                  <a:pt x="99603" y="328713"/>
                </a:cubicBezTo>
                <a:cubicBezTo>
                  <a:pt x="100200" y="327979"/>
                  <a:pt x="100077" y="327694"/>
                  <a:pt x="99155" y="327694"/>
                </a:cubicBezTo>
                <a:cubicBezTo>
                  <a:pt x="98454" y="327694"/>
                  <a:pt x="97682" y="328018"/>
                  <a:pt x="97435" y="328414"/>
                </a:cubicBezTo>
                <a:cubicBezTo>
                  <a:pt x="96183" y="330452"/>
                  <a:pt x="86466" y="329991"/>
                  <a:pt x="85758" y="327862"/>
                </a:cubicBezTo>
                <a:cubicBezTo>
                  <a:pt x="85142" y="326025"/>
                  <a:pt x="91178" y="324214"/>
                  <a:pt x="96131" y="324753"/>
                </a:cubicBezTo>
                <a:cubicBezTo>
                  <a:pt x="98610" y="325026"/>
                  <a:pt x="101116" y="324941"/>
                  <a:pt x="101693" y="324565"/>
                </a:cubicBezTo>
                <a:cubicBezTo>
                  <a:pt x="102355" y="324137"/>
                  <a:pt x="101505" y="323838"/>
                  <a:pt x="99376" y="323760"/>
                </a:cubicBezTo>
                <a:cubicBezTo>
                  <a:pt x="95774" y="323617"/>
                  <a:pt x="94527" y="323156"/>
                  <a:pt x="94527" y="321962"/>
                </a:cubicBezTo>
                <a:cubicBezTo>
                  <a:pt x="94527" y="320008"/>
                  <a:pt x="104517" y="317094"/>
                  <a:pt x="105536" y="318742"/>
                </a:cubicBezTo>
                <a:cubicBezTo>
                  <a:pt x="105912" y="319359"/>
                  <a:pt x="106464" y="319307"/>
                  <a:pt x="107340" y="318580"/>
                </a:cubicBezTo>
                <a:cubicBezTo>
                  <a:pt x="108431" y="317678"/>
                  <a:pt x="108256" y="317464"/>
                  <a:pt x="106036" y="317009"/>
                </a:cubicBezTo>
                <a:cubicBezTo>
                  <a:pt x="101836" y="316153"/>
                  <a:pt x="96267" y="317094"/>
                  <a:pt x="95741" y="318755"/>
                </a:cubicBezTo>
                <a:cubicBezTo>
                  <a:pt x="95267" y="320242"/>
                  <a:pt x="91710" y="322267"/>
                  <a:pt x="87894" y="323215"/>
                </a:cubicBezTo>
                <a:cubicBezTo>
                  <a:pt x="84518" y="324059"/>
                  <a:pt x="84226" y="322196"/>
                  <a:pt x="87251" y="319080"/>
                </a:cubicBezTo>
                <a:cubicBezTo>
                  <a:pt x="90659" y="315568"/>
                  <a:pt x="89828" y="314679"/>
                  <a:pt x="85265" y="316957"/>
                </a:cubicBezTo>
                <a:cubicBezTo>
                  <a:pt x="81461" y="318859"/>
                  <a:pt x="77839" y="319262"/>
                  <a:pt x="76982" y="317879"/>
                </a:cubicBezTo>
                <a:cubicBezTo>
                  <a:pt x="76100" y="316445"/>
                  <a:pt x="78281" y="314666"/>
                  <a:pt x="81591" y="314140"/>
                </a:cubicBezTo>
                <a:lnTo>
                  <a:pt x="84739" y="313634"/>
                </a:lnTo>
                <a:lnTo>
                  <a:pt x="82298" y="310856"/>
                </a:lnTo>
                <a:cubicBezTo>
                  <a:pt x="78170" y="306156"/>
                  <a:pt x="79592" y="304177"/>
                  <a:pt x="84992" y="307111"/>
                </a:cubicBezTo>
                <a:cubicBezTo>
                  <a:pt x="86427" y="307883"/>
                  <a:pt x="88744" y="308526"/>
                  <a:pt x="90140" y="308532"/>
                </a:cubicBezTo>
                <a:lnTo>
                  <a:pt x="92684" y="308545"/>
                </a:lnTo>
                <a:lnTo>
                  <a:pt x="91159" y="305702"/>
                </a:lnTo>
                <a:cubicBezTo>
                  <a:pt x="90321" y="304144"/>
                  <a:pt x="89640" y="302216"/>
                  <a:pt x="89640" y="301424"/>
                </a:cubicBezTo>
                <a:cubicBezTo>
                  <a:pt x="89640" y="299581"/>
                  <a:pt x="91671" y="299574"/>
                  <a:pt x="93521" y="301424"/>
                </a:cubicBezTo>
                <a:cubicBezTo>
                  <a:pt x="94307" y="302210"/>
                  <a:pt x="95592" y="302736"/>
                  <a:pt x="96377" y="302586"/>
                </a:cubicBezTo>
                <a:cubicBezTo>
                  <a:pt x="97559" y="302359"/>
                  <a:pt x="97091" y="301288"/>
                  <a:pt x="93684" y="296348"/>
                </a:cubicBezTo>
                <a:cubicBezTo>
                  <a:pt x="88173" y="288377"/>
                  <a:pt x="87615" y="287968"/>
                  <a:pt x="81922" y="287637"/>
                </a:cubicBezTo>
                <a:cubicBezTo>
                  <a:pt x="77807" y="287397"/>
                  <a:pt x="77008" y="287579"/>
                  <a:pt x="76768" y="288780"/>
                </a:cubicBezTo>
                <a:cubicBezTo>
                  <a:pt x="76612" y="289565"/>
                  <a:pt x="77015" y="290740"/>
                  <a:pt x="77664" y="291389"/>
                </a:cubicBezTo>
                <a:cubicBezTo>
                  <a:pt x="79183" y="292908"/>
                  <a:pt x="79994" y="298770"/>
                  <a:pt x="79196" y="302430"/>
                </a:cubicBezTo>
                <a:cubicBezTo>
                  <a:pt x="78741" y="304508"/>
                  <a:pt x="78138" y="305287"/>
                  <a:pt x="76976" y="305287"/>
                </a:cubicBezTo>
                <a:cubicBezTo>
                  <a:pt x="75730" y="305287"/>
                  <a:pt x="75003" y="304125"/>
                  <a:pt x="73672" y="300003"/>
                </a:cubicBezTo>
                <a:cubicBezTo>
                  <a:pt x="72101" y="295122"/>
                  <a:pt x="71900" y="294855"/>
                  <a:pt x="71004" y="296524"/>
                </a:cubicBezTo>
                <a:cubicBezTo>
                  <a:pt x="70478" y="297510"/>
                  <a:pt x="70271" y="299230"/>
                  <a:pt x="70543" y="300334"/>
                </a:cubicBezTo>
                <a:cubicBezTo>
                  <a:pt x="71861" y="305566"/>
                  <a:pt x="64267" y="316529"/>
                  <a:pt x="62508" y="311946"/>
                </a:cubicBezTo>
                <a:cubicBezTo>
                  <a:pt x="61988" y="310590"/>
                  <a:pt x="63222" y="303774"/>
                  <a:pt x="64384" y="301606"/>
                </a:cubicBezTo>
                <a:cubicBezTo>
                  <a:pt x="65065" y="300334"/>
                  <a:pt x="64994" y="299990"/>
                  <a:pt x="64059" y="299990"/>
                </a:cubicBezTo>
                <a:cubicBezTo>
                  <a:pt x="63397" y="299990"/>
                  <a:pt x="62371" y="300477"/>
                  <a:pt x="61768" y="301080"/>
                </a:cubicBezTo>
                <a:cubicBezTo>
                  <a:pt x="59528" y="303326"/>
                  <a:pt x="56770" y="304190"/>
                  <a:pt x="51966" y="304170"/>
                </a:cubicBezTo>
                <a:cubicBezTo>
                  <a:pt x="46533" y="304144"/>
                  <a:pt x="44768" y="303229"/>
                  <a:pt x="46384" y="301288"/>
                </a:cubicBezTo>
                <a:cubicBezTo>
                  <a:pt x="48312" y="298964"/>
                  <a:pt x="54316" y="297290"/>
                  <a:pt x="58879" y="297796"/>
                </a:cubicBezTo>
                <a:cubicBezTo>
                  <a:pt x="62138" y="298159"/>
                  <a:pt x="63825" y="297913"/>
                  <a:pt x="65967" y="296783"/>
                </a:cubicBezTo>
                <a:lnTo>
                  <a:pt x="68784" y="295290"/>
                </a:lnTo>
                <a:lnTo>
                  <a:pt x="62910" y="295712"/>
                </a:lnTo>
                <a:cubicBezTo>
                  <a:pt x="57289" y="296115"/>
                  <a:pt x="57042" y="296056"/>
                  <a:pt x="57042" y="294349"/>
                </a:cubicBezTo>
                <a:cubicBezTo>
                  <a:pt x="57042" y="291798"/>
                  <a:pt x="64929" y="288222"/>
                  <a:pt x="69271" y="288799"/>
                </a:cubicBezTo>
                <a:cubicBezTo>
                  <a:pt x="72153" y="289189"/>
                  <a:pt x="74152" y="288364"/>
                  <a:pt x="74152" y="286787"/>
                </a:cubicBezTo>
                <a:cubicBezTo>
                  <a:pt x="74152" y="286002"/>
                  <a:pt x="67700" y="285930"/>
                  <a:pt x="62365" y="286664"/>
                </a:cubicBezTo>
                <a:cubicBezTo>
                  <a:pt x="59048" y="287118"/>
                  <a:pt x="58386" y="287527"/>
                  <a:pt x="57678" y="289552"/>
                </a:cubicBezTo>
                <a:cubicBezTo>
                  <a:pt x="56374" y="293291"/>
                  <a:pt x="46618" y="298257"/>
                  <a:pt x="44580" y="296219"/>
                </a:cubicBezTo>
                <a:cubicBezTo>
                  <a:pt x="43749" y="295388"/>
                  <a:pt x="46189" y="291383"/>
                  <a:pt x="48929" y="289085"/>
                </a:cubicBezTo>
                <a:lnTo>
                  <a:pt x="51467" y="286949"/>
                </a:lnTo>
                <a:lnTo>
                  <a:pt x="48182" y="286949"/>
                </a:lnTo>
                <a:cubicBezTo>
                  <a:pt x="46060" y="286949"/>
                  <a:pt x="44651" y="287397"/>
                  <a:pt x="44190" y="288215"/>
                </a:cubicBezTo>
                <a:cubicBezTo>
                  <a:pt x="43476" y="289500"/>
                  <a:pt x="38206" y="291733"/>
                  <a:pt x="35752" y="291805"/>
                </a:cubicBezTo>
                <a:cubicBezTo>
                  <a:pt x="35025" y="291824"/>
                  <a:pt x="33999" y="291324"/>
                  <a:pt x="33480" y="290701"/>
                </a:cubicBezTo>
                <a:cubicBezTo>
                  <a:pt x="32734" y="289799"/>
                  <a:pt x="32974" y="289215"/>
                  <a:pt x="34655" y="287891"/>
                </a:cubicBezTo>
                <a:cubicBezTo>
                  <a:pt x="35817" y="286975"/>
                  <a:pt x="38050" y="285807"/>
                  <a:pt x="39621" y="285288"/>
                </a:cubicBezTo>
                <a:lnTo>
                  <a:pt x="42464" y="284346"/>
                </a:lnTo>
                <a:lnTo>
                  <a:pt x="39569" y="281536"/>
                </a:lnTo>
                <a:cubicBezTo>
                  <a:pt x="37972" y="279984"/>
                  <a:pt x="36667" y="278329"/>
                  <a:pt x="36667" y="277855"/>
                </a:cubicBezTo>
                <a:cubicBezTo>
                  <a:pt x="36667" y="277382"/>
                  <a:pt x="35999" y="277823"/>
                  <a:pt x="35174" y="278842"/>
                </a:cubicBezTo>
                <a:cubicBezTo>
                  <a:pt x="34350" y="279855"/>
                  <a:pt x="33292" y="280452"/>
                  <a:pt x="32818" y="280160"/>
                </a:cubicBezTo>
                <a:cubicBezTo>
                  <a:pt x="31299" y="279219"/>
                  <a:pt x="30916" y="274324"/>
                  <a:pt x="32072" y="270501"/>
                </a:cubicBezTo>
                <a:cubicBezTo>
                  <a:pt x="33130" y="266976"/>
                  <a:pt x="33110" y="266808"/>
                  <a:pt x="31643" y="267191"/>
                </a:cubicBezTo>
                <a:cubicBezTo>
                  <a:pt x="30793" y="267411"/>
                  <a:pt x="29625" y="268275"/>
                  <a:pt x="29040" y="269112"/>
                </a:cubicBezTo>
                <a:cubicBezTo>
                  <a:pt x="26801" y="272306"/>
                  <a:pt x="15390" y="274519"/>
                  <a:pt x="14403" y="271949"/>
                </a:cubicBezTo>
                <a:cubicBezTo>
                  <a:pt x="13436" y="269430"/>
                  <a:pt x="22887" y="264432"/>
                  <a:pt x="27048" y="265263"/>
                </a:cubicBezTo>
                <a:cubicBezTo>
                  <a:pt x="29540" y="265763"/>
                  <a:pt x="33149" y="264374"/>
                  <a:pt x="34921" y="262231"/>
                </a:cubicBezTo>
                <a:cubicBezTo>
                  <a:pt x="35784" y="261193"/>
                  <a:pt x="35518" y="261186"/>
                  <a:pt x="32825" y="262147"/>
                </a:cubicBezTo>
                <a:cubicBezTo>
                  <a:pt x="29086" y="263478"/>
                  <a:pt x="24737" y="263634"/>
                  <a:pt x="24010" y="262452"/>
                </a:cubicBezTo>
                <a:cubicBezTo>
                  <a:pt x="22562" y="260115"/>
                  <a:pt x="31436" y="254838"/>
                  <a:pt x="35999" y="255312"/>
                </a:cubicBezTo>
                <a:cubicBezTo>
                  <a:pt x="37920" y="255513"/>
                  <a:pt x="38816" y="255111"/>
                  <a:pt x="39815" y="253605"/>
                </a:cubicBezTo>
                <a:lnTo>
                  <a:pt x="41127" y="251638"/>
                </a:lnTo>
                <a:lnTo>
                  <a:pt x="36252" y="252151"/>
                </a:lnTo>
                <a:cubicBezTo>
                  <a:pt x="29547" y="252852"/>
                  <a:pt x="24919" y="254566"/>
                  <a:pt x="24575" y="256474"/>
                </a:cubicBezTo>
                <a:cubicBezTo>
                  <a:pt x="23880" y="260297"/>
                  <a:pt x="14274" y="267483"/>
                  <a:pt x="12385" y="265594"/>
                </a:cubicBezTo>
                <a:cubicBezTo>
                  <a:pt x="11294" y="264510"/>
                  <a:pt x="13001" y="260790"/>
                  <a:pt x="16188" y="257298"/>
                </a:cubicBezTo>
                <a:lnTo>
                  <a:pt x="18337" y="254942"/>
                </a:lnTo>
                <a:lnTo>
                  <a:pt x="15130" y="255435"/>
                </a:lnTo>
                <a:cubicBezTo>
                  <a:pt x="13112" y="255747"/>
                  <a:pt x="11294" y="256688"/>
                  <a:pt x="10236" y="257967"/>
                </a:cubicBezTo>
                <a:cubicBezTo>
                  <a:pt x="7516" y="261271"/>
                  <a:pt x="0" y="263153"/>
                  <a:pt x="0" y="260537"/>
                </a:cubicBezTo>
                <a:cubicBezTo>
                  <a:pt x="0" y="258895"/>
                  <a:pt x="4693" y="255169"/>
                  <a:pt x="7445" y="254618"/>
                </a:cubicBezTo>
                <a:lnTo>
                  <a:pt x="9775" y="254150"/>
                </a:lnTo>
                <a:lnTo>
                  <a:pt x="6166" y="251859"/>
                </a:lnTo>
                <a:cubicBezTo>
                  <a:pt x="1843" y="249120"/>
                  <a:pt x="331" y="246809"/>
                  <a:pt x="1967" y="245446"/>
                </a:cubicBezTo>
                <a:cubicBezTo>
                  <a:pt x="2811" y="244745"/>
                  <a:pt x="3946" y="244836"/>
                  <a:pt x="6634" y="245822"/>
                </a:cubicBezTo>
                <a:cubicBezTo>
                  <a:pt x="12346" y="247919"/>
                  <a:pt x="13040" y="248068"/>
                  <a:pt x="13040" y="247205"/>
                </a:cubicBezTo>
                <a:cubicBezTo>
                  <a:pt x="13040" y="246750"/>
                  <a:pt x="14325" y="246140"/>
                  <a:pt x="15903" y="245848"/>
                </a:cubicBezTo>
                <a:lnTo>
                  <a:pt x="18772" y="245309"/>
                </a:lnTo>
                <a:lnTo>
                  <a:pt x="16286" y="243213"/>
                </a:lnTo>
                <a:cubicBezTo>
                  <a:pt x="10794" y="238598"/>
                  <a:pt x="10184" y="232723"/>
                  <a:pt x="15513" y="235774"/>
                </a:cubicBezTo>
                <a:cubicBezTo>
                  <a:pt x="17551" y="236949"/>
                  <a:pt x="18622" y="237027"/>
                  <a:pt x="22608" y="236293"/>
                </a:cubicBezTo>
                <a:cubicBezTo>
                  <a:pt x="25185" y="235819"/>
                  <a:pt x="27885" y="235138"/>
                  <a:pt x="28593" y="234781"/>
                </a:cubicBezTo>
                <a:cubicBezTo>
                  <a:pt x="29307" y="234424"/>
                  <a:pt x="30404" y="234456"/>
                  <a:pt x="31040" y="234859"/>
                </a:cubicBezTo>
                <a:cubicBezTo>
                  <a:pt x="32890" y="236027"/>
                  <a:pt x="33104" y="235768"/>
                  <a:pt x="32753" y="232782"/>
                </a:cubicBezTo>
                <a:cubicBezTo>
                  <a:pt x="32571" y="231224"/>
                  <a:pt x="32857" y="228134"/>
                  <a:pt x="33389" y="225914"/>
                </a:cubicBezTo>
                <a:cubicBezTo>
                  <a:pt x="35187" y="218423"/>
                  <a:pt x="38478" y="220273"/>
                  <a:pt x="38972" y="229049"/>
                </a:cubicBezTo>
                <a:cubicBezTo>
                  <a:pt x="39212" y="233275"/>
                  <a:pt x="38985" y="234807"/>
                  <a:pt x="37978" y="235819"/>
                </a:cubicBezTo>
                <a:cubicBezTo>
                  <a:pt x="36012" y="237780"/>
                  <a:pt x="36330" y="238377"/>
                  <a:pt x="40367" y="240344"/>
                </a:cubicBezTo>
                <a:cubicBezTo>
                  <a:pt x="43983" y="242096"/>
                  <a:pt x="44047" y="242103"/>
                  <a:pt x="43184" y="240487"/>
                </a:cubicBezTo>
                <a:cubicBezTo>
                  <a:pt x="42697" y="239578"/>
                  <a:pt x="42412" y="236371"/>
                  <a:pt x="42542" y="233359"/>
                </a:cubicBezTo>
                <a:cubicBezTo>
                  <a:pt x="42736" y="228991"/>
                  <a:pt x="43061" y="227829"/>
                  <a:pt x="44158" y="227621"/>
                </a:cubicBezTo>
                <a:cubicBezTo>
                  <a:pt x="44989" y="227465"/>
                  <a:pt x="46021" y="228264"/>
                  <a:pt x="46774" y="229653"/>
                </a:cubicBezTo>
                <a:cubicBezTo>
                  <a:pt x="47455" y="230912"/>
                  <a:pt x="48026" y="231633"/>
                  <a:pt x="48046" y="231250"/>
                </a:cubicBezTo>
                <a:cubicBezTo>
                  <a:pt x="48189" y="228160"/>
                  <a:pt x="33409" y="205863"/>
                  <a:pt x="31617" y="206467"/>
                </a:cubicBezTo>
                <a:cubicBezTo>
                  <a:pt x="31118" y="206629"/>
                  <a:pt x="30579" y="207661"/>
                  <a:pt x="30429" y="208758"/>
                </a:cubicBezTo>
                <a:cubicBezTo>
                  <a:pt x="30079" y="211225"/>
                  <a:pt x="25055" y="216054"/>
                  <a:pt x="22829" y="216054"/>
                </a:cubicBezTo>
                <a:cubicBezTo>
                  <a:pt x="20745" y="216054"/>
                  <a:pt x="20758" y="214730"/>
                  <a:pt x="22861" y="211277"/>
                </a:cubicBezTo>
                <a:cubicBezTo>
                  <a:pt x="25003" y="207772"/>
                  <a:pt x="24257" y="206999"/>
                  <a:pt x="21381" y="209738"/>
                </a:cubicBezTo>
                <a:cubicBezTo>
                  <a:pt x="18545" y="212439"/>
                  <a:pt x="11567" y="214373"/>
                  <a:pt x="10561" y="212731"/>
                </a:cubicBezTo>
                <a:cubicBezTo>
                  <a:pt x="9652" y="211270"/>
                  <a:pt x="10950" y="209803"/>
                  <a:pt x="14942" y="207765"/>
                </a:cubicBezTo>
                <a:cubicBezTo>
                  <a:pt x="17305" y="206558"/>
                  <a:pt x="17876" y="205928"/>
                  <a:pt x="17071" y="205435"/>
                </a:cubicBezTo>
                <a:cubicBezTo>
                  <a:pt x="16467" y="205058"/>
                  <a:pt x="15663" y="204942"/>
                  <a:pt x="15280" y="205175"/>
                </a:cubicBezTo>
                <a:cubicBezTo>
                  <a:pt x="13839" y="206071"/>
                  <a:pt x="6517" y="199677"/>
                  <a:pt x="6517" y="197522"/>
                </a:cubicBezTo>
                <a:cubicBezTo>
                  <a:pt x="6517" y="196958"/>
                  <a:pt x="7315" y="196497"/>
                  <a:pt x="8282" y="196497"/>
                </a:cubicBezTo>
                <a:cubicBezTo>
                  <a:pt x="10684" y="196497"/>
                  <a:pt x="17110" y="200359"/>
                  <a:pt x="17110" y="201806"/>
                </a:cubicBezTo>
                <a:cubicBezTo>
                  <a:pt x="17110" y="202449"/>
                  <a:pt x="18194" y="203533"/>
                  <a:pt x="19518" y="204215"/>
                </a:cubicBezTo>
                <a:cubicBezTo>
                  <a:pt x="23082" y="206058"/>
                  <a:pt x="23199" y="205746"/>
                  <a:pt x="19992" y="202929"/>
                </a:cubicBezTo>
                <a:cubicBezTo>
                  <a:pt x="16571" y="199924"/>
                  <a:pt x="16273" y="198126"/>
                  <a:pt x="19194" y="198126"/>
                </a:cubicBezTo>
                <a:cubicBezTo>
                  <a:pt x="21972" y="198126"/>
                  <a:pt x="25555" y="200060"/>
                  <a:pt x="27599" y="202657"/>
                </a:cubicBezTo>
                <a:cubicBezTo>
                  <a:pt x="28625" y="203961"/>
                  <a:pt x="29657" y="204539"/>
                  <a:pt x="30274" y="204163"/>
                </a:cubicBezTo>
                <a:cubicBezTo>
                  <a:pt x="30955" y="203741"/>
                  <a:pt x="29884" y="202319"/>
                  <a:pt x="26879" y="199671"/>
                </a:cubicBezTo>
                <a:cubicBezTo>
                  <a:pt x="23270" y="196484"/>
                  <a:pt x="22218" y="195945"/>
                  <a:pt x="20953" y="196620"/>
                </a:cubicBezTo>
                <a:cubicBezTo>
                  <a:pt x="19908" y="197178"/>
                  <a:pt x="18168" y="197139"/>
                  <a:pt x="15455" y="196490"/>
                </a:cubicBezTo>
                <a:cubicBezTo>
                  <a:pt x="8633" y="194855"/>
                  <a:pt x="7873" y="191602"/>
                  <a:pt x="14306" y="191602"/>
                </a:cubicBezTo>
                <a:cubicBezTo>
                  <a:pt x="16299" y="191602"/>
                  <a:pt x="17928" y="191323"/>
                  <a:pt x="17928" y="190986"/>
                </a:cubicBezTo>
                <a:cubicBezTo>
                  <a:pt x="17928" y="190097"/>
                  <a:pt x="14721" y="188214"/>
                  <a:pt x="13981" y="188669"/>
                </a:cubicBezTo>
                <a:cubicBezTo>
                  <a:pt x="12956" y="189311"/>
                  <a:pt x="6926" y="185527"/>
                  <a:pt x="6926" y="184242"/>
                </a:cubicBezTo>
                <a:cubicBezTo>
                  <a:pt x="6926" y="182535"/>
                  <a:pt x="10061" y="182320"/>
                  <a:pt x="12982" y="183833"/>
                </a:cubicBezTo>
                <a:lnTo>
                  <a:pt x="15481" y="185124"/>
                </a:lnTo>
                <a:lnTo>
                  <a:pt x="15494" y="182048"/>
                </a:lnTo>
                <a:cubicBezTo>
                  <a:pt x="15500" y="180360"/>
                  <a:pt x="15877" y="178426"/>
                  <a:pt x="16325" y="177751"/>
                </a:cubicBezTo>
                <a:cubicBezTo>
                  <a:pt x="17026" y="176706"/>
                  <a:pt x="17383" y="176809"/>
                  <a:pt x="18759" y="178452"/>
                </a:cubicBezTo>
                <a:cubicBezTo>
                  <a:pt x="19648" y="179510"/>
                  <a:pt x="20375" y="181496"/>
                  <a:pt x="20375" y="182866"/>
                </a:cubicBezTo>
                <a:cubicBezTo>
                  <a:pt x="20375" y="184235"/>
                  <a:pt x="20615" y="185111"/>
                  <a:pt x="20920" y="184813"/>
                </a:cubicBezTo>
                <a:cubicBezTo>
                  <a:pt x="21219" y="184508"/>
                  <a:pt x="22283" y="184800"/>
                  <a:pt x="23276" y="185455"/>
                </a:cubicBezTo>
                <a:cubicBezTo>
                  <a:pt x="25010" y="186591"/>
                  <a:pt x="25120" y="186520"/>
                  <a:pt x="25594" y="183969"/>
                </a:cubicBezTo>
                <a:cubicBezTo>
                  <a:pt x="26288" y="180276"/>
                  <a:pt x="28125" y="177880"/>
                  <a:pt x="29345" y="179081"/>
                </a:cubicBezTo>
                <a:cubicBezTo>
                  <a:pt x="30027" y="179750"/>
                  <a:pt x="31098" y="179769"/>
                  <a:pt x="33272" y="179133"/>
                </a:cubicBezTo>
                <a:cubicBezTo>
                  <a:pt x="37200" y="177991"/>
                  <a:pt x="37109" y="178160"/>
                  <a:pt x="35135" y="175648"/>
                </a:cubicBezTo>
                <a:cubicBezTo>
                  <a:pt x="34188" y="174440"/>
                  <a:pt x="33409" y="172954"/>
                  <a:pt x="33409" y="172344"/>
                </a:cubicBezTo>
                <a:cubicBezTo>
                  <a:pt x="33409" y="170714"/>
                  <a:pt x="36141" y="170987"/>
                  <a:pt x="38524" y="172863"/>
                </a:cubicBezTo>
                <a:cubicBezTo>
                  <a:pt x="39660" y="173759"/>
                  <a:pt x="41737" y="174492"/>
                  <a:pt x="43132" y="174492"/>
                </a:cubicBezTo>
                <a:cubicBezTo>
                  <a:pt x="45566" y="174492"/>
                  <a:pt x="45625" y="174414"/>
                  <a:pt x="44515" y="172655"/>
                </a:cubicBezTo>
                <a:cubicBezTo>
                  <a:pt x="43879" y="171649"/>
                  <a:pt x="43113" y="170000"/>
                  <a:pt x="42808" y="168988"/>
                </a:cubicBezTo>
                <a:cubicBezTo>
                  <a:pt x="42100" y="166606"/>
                  <a:pt x="44314" y="165632"/>
                  <a:pt x="46319" y="167449"/>
                </a:cubicBezTo>
                <a:cubicBezTo>
                  <a:pt x="47111" y="168163"/>
                  <a:pt x="49630" y="168897"/>
                  <a:pt x="51908" y="169079"/>
                </a:cubicBezTo>
                <a:cubicBezTo>
                  <a:pt x="54193" y="169254"/>
                  <a:pt x="56465" y="169650"/>
                  <a:pt x="56958" y="169955"/>
                </a:cubicBezTo>
                <a:cubicBezTo>
                  <a:pt x="59087" y="171273"/>
                  <a:pt x="57166" y="167612"/>
                  <a:pt x="51746" y="160024"/>
                </a:cubicBezTo>
                <a:cubicBezTo>
                  <a:pt x="49552" y="156947"/>
                  <a:pt x="46877" y="155675"/>
                  <a:pt x="47033" y="157784"/>
                </a:cubicBezTo>
                <a:cubicBezTo>
                  <a:pt x="47241" y="160530"/>
                  <a:pt x="41380" y="166339"/>
                  <a:pt x="38407" y="166339"/>
                </a:cubicBezTo>
                <a:cubicBezTo>
                  <a:pt x="36855" y="166339"/>
                  <a:pt x="37375" y="163470"/>
                  <a:pt x="39497" y="160342"/>
                </a:cubicBezTo>
                <a:cubicBezTo>
                  <a:pt x="41821" y="156921"/>
                  <a:pt x="41003" y="156460"/>
                  <a:pt x="37823" y="159407"/>
                </a:cubicBezTo>
                <a:cubicBezTo>
                  <a:pt x="35733" y="161348"/>
                  <a:pt x="31299" y="163068"/>
                  <a:pt x="28365" y="163081"/>
                </a:cubicBezTo>
                <a:cubicBezTo>
                  <a:pt x="24490" y="163094"/>
                  <a:pt x="26678" y="158966"/>
                  <a:pt x="31462" y="157232"/>
                </a:cubicBezTo>
                <a:cubicBezTo>
                  <a:pt x="33545" y="156479"/>
                  <a:pt x="33967" y="156012"/>
                  <a:pt x="33292" y="155194"/>
                </a:cubicBezTo>
                <a:cubicBezTo>
                  <a:pt x="32805" y="154617"/>
                  <a:pt x="32078" y="154344"/>
                  <a:pt x="31676" y="154591"/>
                </a:cubicBezTo>
                <a:cubicBezTo>
                  <a:pt x="30481" y="155331"/>
                  <a:pt x="25795" y="152001"/>
                  <a:pt x="24192" y="149281"/>
                </a:cubicBezTo>
                <a:cubicBezTo>
                  <a:pt x="22829" y="146964"/>
                  <a:pt x="22822" y="146730"/>
                  <a:pt x="24075" y="146250"/>
                </a:cubicBezTo>
                <a:cubicBezTo>
                  <a:pt x="26094" y="145477"/>
                  <a:pt x="32305" y="148820"/>
                  <a:pt x="33552" y="151345"/>
                </a:cubicBezTo>
                <a:cubicBezTo>
                  <a:pt x="34149" y="152559"/>
                  <a:pt x="35486" y="153857"/>
                  <a:pt x="36524" y="154240"/>
                </a:cubicBezTo>
                <a:cubicBezTo>
                  <a:pt x="38219" y="154850"/>
                  <a:pt x="38154" y="154662"/>
                  <a:pt x="35914" y="152423"/>
                </a:cubicBezTo>
                <a:cubicBezTo>
                  <a:pt x="34538" y="151046"/>
                  <a:pt x="33409" y="149567"/>
                  <a:pt x="33409" y="149138"/>
                </a:cubicBezTo>
                <a:cubicBezTo>
                  <a:pt x="33409" y="146386"/>
                  <a:pt x="41159" y="148651"/>
                  <a:pt x="43976" y="152234"/>
                </a:cubicBezTo>
                <a:cubicBezTo>
                  <a:pt x="45475" y="154136"/>
                  <a:pt x="47267" y="154753"/>
                  <a:pt x="47267" y="153370"/>
                </a:cubicBezTo>
                <a:cubicBezTo>
                  <a:pt x="47267" y="152955"/>
                  <a:pt x="45521" y="151118"/>
                  <a:pt x="43392" y="149287"/>
                </a:cubicBezTo>
                <a:cubicBezTo>
                  <a:pt x="40198" y="146535"/>
                  <a:pt x="39121" y="146042"/>
                  <a:pt x="37200" y="146451"/>
                </a:cubicBezTo>
                <a:cubicBezTo>
                  <a:pt x="34155" y="147106"/>
                  <a:pt x="27846" y="145308"/>
                  <a:pt x="26885" y="143517"/>
                </a:cubicBezTo>
                <a:cubicBezTo>
                  <a:pt x="25821" y="141524"/>
                  <a:pt x="26606" y="141083"/>
                  <a:pt x="31228" y="141083"/>
                </a:cubicBezTo>
                <a:cubicBezTo>
                  <a:pt x="35148" y="141083"/>
                  <a:pt x="35246" y="141024"/>
                  <a:pt x="33909" y="139551"/>
                </a:cubicBezTo>
                <a:cubicBezTo>
                  <a:pt x="33149" y="138714"/>
                  <a:pt x="31656" y="138025"/>
                  <a:pt x="30592" y="138025"/>
                </a:cubicBezTo>
                <a:cubicBezTo>
                  <a:pt x="28229" y="138025"/>
                  <a:pt x="23633" y="134890"/>
                  <a:pt x="23633" y="133281"/>
                </a:cubicBezTo>
                <a:cubicBezTo>
                  <a:pt x="23633" y="131736"/>
                  <a:pt x="27126" y="131775"/>
                  <a:pt x="30189" y="133358"/>
                </a:cubicBezTo>
                <a:lnTo>
                  <a:pt x="32597" y="134605"/>
                </a:lnTo>
                <a:lnTo>
                  <a:pt x="32597" y="131885"/>
                </a:lnTo>
                <a:cubicBezTo>
                  <a:pt x="32597" y="130392"/>
                  <a:pt x="33091" y="128497"/>
                  <a:pt x="33688" y="127672"/>
                </a:cubicBezTo>
                <a:cubicBezTo>
                  <a:pt x="34733" y="126244"/>
                  <a:pt x="34843" y="126264"/>
                  <a:pt x="36135" y="128107"/>
                </a:cubicBezTo>
                <a:cubicBezTo>
                  <a:pt x="36875" y="129165"/>
                  <a:pt x="37485" y="131054"/>
                  <a:pt x="37485" y="132300"/>
                </a:cubicBezTo>
                <a:cubicBezTo>
                  <a:pt x="37485" y="133676"/>
                  <a:pt x="37926" y="134559"/>
                  <a:pt x="38608" y="134559"/>
                </a:cubicBezTo>
                <a:cubicBezTo>
                  <a:pt x="39225" y="134559"/>
                  <a:pt x="40198" y="135130"/>
                  <a:pt x="40776" y="135819"/>
                </a:cubicBezTo>
                <a:cubicBezTo>
                  <a:pt x="41672" y="136903"/>
                  <a:pt x="42003" y="136526"/>
                  <a:pt x="43113" y="133177"/>
                </a:cubicBezTo>
                <a:cubicBezTo>
                  <a:pt x="44768" y="128192"/>
                  <a:pt x="47267" y="127276"/>
                  <a:pt x="47267" y="131651"/>
                </a:cubicBezTo>
                <a:cubicBezTo>
                  <a:pt x="47267" y="133631"/>
                  <a:pt x="47637" y="134559"/>
                  <a:pt x="48429" y="134559"/>
                </a:cubicBezTo>
                <a:cubicBezTo>
                  <a:pt x="49065" y="134559"/>
                  <a:pt x="50311" y="135481"/>
                  <a:pt x="51194" y="136597"/>
                </a:cubicBezTo>
                <a:cubicBezTo>
                  <a:pt x="52077" y="137720"/>
                  <a:pt x="53200" y="138636"/>
                  <a:pt x="53699" y="138636"/>
                </a:cubicBezTo>
                <a:cubicBezTo>
                  <a:pt x="54193" y="138636"/>
                  <a:pt x="54595" y="139395"/>
                  <a:pt x="54595" y="140323"/>
                </a:cubicBezTo>
                <a:cubicBezTo>
                  <a:pt x="54595" y="141991"/>
                  <a:pt x="54615" y="141998"/>
                  <a:pt x="56841" y="140447"/>
                </a:cubicBezTo>
                <a:cubicBezTo>
                  <a:pt x="59593" y="138532"/>
                  <a:pt x="64312" y="136870"/>
                  <a:pt x="65286" y="137474"/>
                </a:cubicBezTo>
                <a:cubicBezTo>
                  <a:pt x="66746" y="138369"/>
                  <a:pt x="65935" y="140206"/>
                  <a:pt x="63007" y="142621"/>
                </a:cubicBezTo>
                <a:cubicBezTo>
                  <a:pt x="61359" y="143978"/>
                  <a:pt x="58977" y="145315"/>
                  <a:pt x="57711" y="145594"/>
                </a:cubicBezTo>
                <a:cubicBezTo>
                  <a:pt x="55718" y="146035"/>
                  <a:pt x="55413" y="146483"/>
                  <a:pt x="55413" y="148995"/>
                </a:cubicBezTo>
                <a:lnTo>
                  <a:pt x="55413" y="151897"/>
                </a:lnTo>
                <a:lnTo>
                  <a:pt x="57114" y="149729"/>
                </a:lnTo>
                <a:cubicBezTo>
                  <a:pt x="59937" y="146139"/>
                  <a:pt x="66006" y="143725"/>
                  <a:pt x="66006" y="146191"/>
                </a:cubicBezTo>
                <a:cubicBezTo>
                  <a:pt x="66006" y="148294"/>
                  <a:pt x="61683" y="153494"/>
                  <a:pt x="59003" y="154610"/>
                </a:cubicBezTo>
                <a:cubicBezTo>
                  <a:pt x="57464" y="155253"/>
                  <a:pt x="56231" y="156363"/>
                  <a:pt x="56231" y="157090"/>
                </a:cubicBezTo>
                <a:cubicBezTo>
                  <a:pt x="56231" y="158232"/>
                  <a:pt x="59236" y="163899"/>
                  <a:pt x="59840" y="163899"/>
                </a:cubicBezTo>
                <a:cubicBezTo>
                  <a:pt x="59963" y="163899"/>
                  <a:pt x="59885" y="162062"/>
                  <a:pt x="59671" y="159822"/>
                </a:cubicBezTo>
                <a:cubicBezTo>
                  <a:pt x="59366" y="156622"/>
                  <a:pt x="59535" y="155746"/>
                  <a:pt x="60463" y="155746"/>
                </a:cubicBezTo>
                <a:cubicBezTo>
                  <a:pt x="63235" y="155746"/>
                  <a:pt x="67149" y="162146"/>
                  <a:pt x="68051" y="168137"/>
                </a:cubicBezTo>
                <a:cubicBezTo>
                  <a:pt x="68369" y="170260"/>
                  <a:pt x="69317" y="172577"/>
                  <a:pt x="70186" y="173363"/>
                </a:cubicBezTo>
                <a:cubicBezTo>
                  <a:pt x="71718" y="174745"/>
                  <a:pt x="71725" y="174719"/>
                  <a:pt x="70504" y="171811"/>
                </a:cubicBezTo>
                <a:cubicBezTo>
                  <a:pt x="68966" y="168118"/>
                  <a:pt x="68875" y="163899"/>
                  <a:pt x="70336" y="163899"/>
                </a:cubicBezTo>
                <a:cubicBezTo>
                  <a:pt x="72952" y="163899"/>
                  <a:pt x="78391" y="172064"/>
                  <a:pt x="78027" y="175433"/>
                </a:cubicBezTo>
                <a:cubicBezTo>
                  <a:pt x="77891" y="176641"/>
                  <a:pt x="78320" y="177381"/>
                  <a:pt x="79248" y="177575"/>
                </a:cubicBezTo>
                <a:cubicBezTo>
                  <a:pt x="81214" y="177984"/>
                  <a:pt x="81098" y="175609"/>
                  <a:pt x="78845" y="169143"/>
                </a:cubicBezTo>
                <a:cubicBezTo>
                  <a:pt x="77333" y="164820"/>
                  <a:pt x="76697" y="163899"/>
                  <a:pt x="75204" y="163899"/>
                </a:cubicBezTo>
                <a:cubicBezTo>
                  <a:pt x="73068" y="163899"/>
                  <a:pt x="68031" y="159693"/>
                  <a:pt x="66415" y="156564"/>
                </a:cubicBezTo>
                <a:cubicBezTo>
                  <a:pt x="64169" y="152221"/>
                  <a:pt x="67843" y="151838"/>
                  <a:pt x="73445" y="155824"/>
                </a:cubicBezTo>
                <a:lnTo>
                  <a:pt x="75788" y="157492"/>
                </a:lnTo>
                <a:lnTo>
                  <a:pt x="75788" y="155837"/>
                </a:lnTo>
                <a:cubicBezTo>
                  <a:pt x="75788" y="154928"/>
                  <a:pt x="74367" y="152773"/>
                  <a:pt x="72627" y="151053"/>
                </a:cubicBezTo>
                <a:cubicBezTo>
                  <a:pt x="69323" y="147781"/>
                  <a:pt x="67629" y="143205"/>
                  <a:pt x="69161" y="141673"/>
                </a:cubicBezTo>
                <a:cubicBezTo>
                  <a:pt x="70459" y="140375"/>
                  <a:pt x="75775" y="146295"/>
                  <a:pt x="75814" y="149086"/>
                </a:cubicBezTo>
                <a:cubicBezTo>
                  <a:pt x="75846" y="151170"/>
                  <a:pt x="75905" y="151144"/>
                  <a:pt x="77086" y="148418"/>
                </a:cubicBezTo>
                <a:cubicBezTo>
                  <a:pt x="79313" y="143277"/>
                  <a:pt x="83350" y="140245"/>
                  <a:pt x="84382" y="142933"/>
                </a:cubicBezTo>
                <a:cubicBezTo>
                  <a:pt x="84603" y="143504"/>
                  <a:pt x="84278" y="145646"/>
                  <a:pt x="83662" y="147691"/>
                </a:cubicBezTo>
                <a:cubicBezTo>
                  <a:pt x="82720" y="150826"/>
                  <a:pt x="82720" y="151650"/>
                  <a:pt x="83649" y="152922"/>
                </a:cubicBezTo>
                <a:cubicBezTo>
                  <a:pt x="84252" y="153753"/>
                  <a:pt x="84752" y="155188"/>
                  <a:pt x="84759" y="156109"/>
                </a:cubicBezTo>
                <a:cubicBezTo>
                  <a:pt x="84765" y="157551"/>
                  <a:pt x="85064" y="157408"/>
                  <a:pt x="86868" y="155123"/>
                </a:cubicBezTo>
                <a:cubicBezTo>
                  <a:pt x="88023" y="153656"/>
                  <a:pt x="90042" y="151903"/>
                  <a:pt x="91353" y="151222"/>
                </a:cubicBezTo>
                <a:cubicBezTo>
                  <a:pt x="93534" y="150099"/>
                  <a:pt x="93787" y="150112"/>
                  <a:pt x="94274" y="151365"/>
                </a:cubicBezTo>
                <a:cubicBezTo>
                  <a:pt x="94560" y="152124"/>
                  <a:pt x="94261" y="153695"/>
                  <a:pt x="93606" y="154857"/>
                </a:cubicBezTo>
                <a:cubicBezTo>
                  <a:pt x="92632" y="156577"/>
                  <a:pt x="92600" y="157349"/>
                  <a:pt x="93411" y="159011"/>
                </a:cubicBezTo>
                <a:cubicBezTo>
                  <a:pt x="95040" y="162341"/>
                  <a:pt x="96410" y="167767"/>
                  <a:pt x="95936" y="169007"/>
                </a:cubicBezTo>
                <a:cubicBezTo>
                  <a:pt x="95605" y="169864"/>
                  <a:pt x="96001" y="170065"/>
                  <a:pt x="97455" y="169786"/>
                </a:cubicBezTo>
                <a:cubicBezTo>
                  <a:pt x="98532" y="169578"/>
                  <a:pt x="99415" y="168897"/>
                  <a:pt x="99415" y="168267"/>
                </a:cubicBezTo>
                <a:cubicBezTo>
                  <a:pt x="99415" y="166872"/>
                  <a:pt x="102693" y="165528"/>
                  <a:pt x="106088" y="165528"/>
                </a:cubicBezTo>
                <a:cubicBezTo>
                  <a:pt x="108132" y="165528"/>
                  <a:pt x="108411" y="165320"/>
                  <a:pt x="107633" y="164386"/>
                </a:cubicBezTo>
                <a:cubicBezTo>
                  <a:pt x="107113" y="163762"/>
                  <a:pt x="105374" y="163243"/>
                  <a:pt x="103764" y="163243"/>
                </a:cubicBezTo>
                <a:cubicBezTo>
                  <a:pt x="100506" y="163243"/>
                  <a:pt x="94118" y="159336"/>
                  <a:pt x="94118" y="157343"/>
                </a:cubicBezTo>
                <a:cubicBezTo>
                  <a:pt x="94118" y="155616"/>
                  <a:pt x="98824" y="155402"/>
                  <a:pt x="101888" y="156986"/>
                </a:cubicBezTo>
                <a:cubicBezTo>
                  <a:pt x="105108" y="158647"/>
                  <a:pt x="105666" y="158148"/>
                  <a:pt x="103790" y="155292"/>
                </a:cubicBezTo>
                <a:cubicBezTo>
                  <a:pt x="102083" y="152682"/>
                  <a:pt x="101778" y="144912"/>
                  <a:pt x="103323" y="143368"/>
                </a:cubicBezTo>
                <a:cubicBezTo>
                  <a:pt x="105796" y="140894"/>
                  <a:pt x="109340" y="150307"/>
                  <a:pt x="107483" y="154389"/>
                </a:cubicBezTo>
                <a:cubicBezTo>
                  <a:pt x="106847" y="155785"/>
                  <a:pt x="106925" y="156986"/>
                  <a:pt x="107801" y="159063"/>
                </a:cubicBezTo>
                <a:lnTo>
                  <a:pt x="108983" y="161861"/>
                </a:lnTo>
                <a:lnTo>
                  <a:pt x="108645" y="158193"/>
                </a:lnTo>
                <a:cubicBezTo>
                  <a:pt x="107977" y="150871"/>
                  <a:pt x="111923" y="150566"/>
                  <a:pt x="113961" y="157784"/>
                </a:cubicBezTo>
                <a:cubicBezTo>
                  <a:pt x="114766" y="160634"/>
                  <a:pt x="114831" y="162185"/>
                  <a:pt x="114195" y="163574"/>
                </a:cubicBezTo>
                <a:cubicBezTo>
                  <a:pt x="113650" y="164775"/>
                  <a:pt x="113624" y="165645"/>
                  <a:pt x="114117" y="165956"/>
                </a:cubicBezTo>
                <a:cubicBezTo>
                  <a:pt x="115811" y="167001"/>
                  <a:pt x="116532" y="165197"/>
                  <a:pt x="116532" y="159907"/>
                </a:cubicBezTo>
                <a:cubicBezTo>
                  <a:pt x="116532" y="154824"/>
                  <a:pt x="116369" y="154305"/>
                  <a:pt x="114526" y="153468"/>
                </a:cubicBezTo>
                <a:cubicBezTo>
                  <a:pt x="110898" y="151812"/>
                  <a:pt x="107295" y="141894"/>
                  <a:pt x="110326" y="141894"/>
                </a:cubicBezTo>
                <a:cubicBezTo>
                  <a:pt x="110943" y="141894"/>
                  <a:pt x="112780" y="143361"/>
                  <a:pt x="114396" y="145159"/>
                </a:cubicBezTo>
                <a:lnTo>
                  <a:pt x="117343" y="148418"/>
                </a:lnTo>
                <a:lnTo>
                  <a:pt x="117343" y="145568"/>
                </a:lnTo>
                <a:cubicBezTo>
                  <a:pt x="117343" y="143997"/>
                  <a:pt x="116999" y="142712"/>
                  <a:pt x="116584" y="142712"/>
                </a:cubicBezTo>
                <a:cubicBezTo>
                  <a:pt x="116162" y="142712"/>
                  <a:pt x="115344" y="141388"/>
                  <a:pt x="114760" y="139772"/>
                </a:cubicBezTo>
                <a:cubicBezTo>
                  <a:pt x="113948" y="137532"/>
                  <a:pt x="112760" y="136364"/>
                  <a:pt x="109736" y="134825"/>
                </a:cubicBezTo>
                <a:cubicBezTo>
                  <a:pt x="104841" y="132346"/>
                  <a:pt x="103439" y="132722"/>
                  <a:pt x="103991" y="136351"/>
                </a:cubicBezTo>
                <a:cubicBezTo>
                  <a:pt x="104471" y="139518"/>
                  <a:pt x="101343" y="146379"/>
                  <a:pt x="99415" y="146379"/>
                </a:cubicBezTo>
                <a:cubicBezTo>
                  <a:pt x="98474" y="146379"/>
                  <a:pt x="98201" y="145334"/>
                  <a:pt x="98208" y="141790"/>
                </a:cubicBezTo>
                <a:cubicBezTo>
                  <a:pt x="98221" y="138408"/>
                  <a:pt x="97955" y="137305"/>
                  <a:pt x="97195" y="137597"/>
                </a:cubicBezTo>
                <a:cubicBezTo>
                  <a:pt x="96306" y="137941"/>
                  <a:pt x="95852" y="138960"/>
                  <a:pt x="96286" y="139655"/>
                </a:cubicBezTo>
                <a:cubicBezTo>
                  <a:pt x="96747" y="140401"/>
                  <a:pt x="93320" y="145328"/>
                  <a:pt x="91360" y="146723"/>
                </a:cubicBezTo>
                <a:cubicBezTo>
                  <a:pt x="88828" y="148521"/>
                  <a:pt x="85563" y="148989"/>
                  <a:pt x="85563" y="147548"/>
                </a:cubicBezTo>
                <a:cubicBezTo>
                  <a:pt x="85563" y="146133"/>
                  <a:pt x="87245" y="143277"/>
                  <a:pt x="89510" y="140849"/>
                </a:cubicBezTo>
                <a:lnTo>
                  <a:pt x="91626" y="138577"/>
                </a:lnTo>
                <a:lnTo>
                  <a:pt x="87121" y="139109"/>
                </a:lnTo>
                <a:cubicBezTo>
                  <a:pt x="83408" y="139544"/>
                  <a:pt x="81993" y="139324"/>
                  <a:pt x="79144" y="137870"/>
                </a:cubicBezTo>
                <a:cubicBezTo>
                  <a:pt x="77236" y="136896"/>
                  <a:pt x="75821" y="135663"/>
                  <a:pt x="76002" y="135130"/>
                </a:cubicBezTo>
                <a:cubicBezTo>
                  <a:pt x="76515" y="133579"/>
                  <a:pt x="85356" y="133423"/>
                  <a:pt x="87647" y="134923"/>
                </a:cubicBezTo>
                <a:cubicBezTo>
                  <a:pt x="88712" y="135624"/>
                  <a:pt x="90970" y="136150"/>
                  <a:pt x="92664" y="136098"/>
                </a:cubicBezTo>
                <a:lnTo>
                  <a:pt x="95748" y="136007"/>
                </a:lnTo>
                <a:lnTo>
                  <a:pt x="92898" y="135436"/>
                </a:lnTo>
                <a:cubicBezTo>
                  <a:pt x="89438" y="134741"/>
                  <a:pt x="86381" y="133164"/>
                  <a:pt x="86381" y="132067"/>
                </a:cubicBezTo>
                <a:cubicBezTo>
                  <a:pt x="86381" y="129717"/>
                  <a:pt x="96475" y="129224"/>
                  <a:pt x="99168" y="131444"/>
                </a:cubicBezTo>
                <a:cubicBezTo>
                  <a:pt x="99779" y="131943"/>
                  <a:pt x="100655" y="131963"/>
                  <a:pt x="101499" y="131489"/>
                </a:cubicBezTo>
                <a:cubicBezTo>
                  <a:pt x="102615" y="130866"/>
                  <a:pt x="102291" y="130509"/>
                  <a:pt x="99649" y="129451"/>
                </a:cubicBezTo>
                <a:cubicBezTo>
                  <a:pt x="94203" y="127270"/>
                  <a:pt x="90672" y="126893"/>
                  <a:pt x="89231" y="128334"/>
                </a:cubicBezTo>
                <a:cubicBezTo>
                  <a:pt x="86868" y="130697"/>
                  <a:pt x="79799" y="132015"/>
                  <a:pt x="77450" y="130522"/>
                </a:cubicBezTo>
                <a:cubicBezTo>
                  <a:pt x="76431" y="129879"/>
                  <a:pt x="76470" y="129535"/>
                  <a:pt x="77748" y="128120"/>
                </a:cubicBezTo>
                <a:cubicBezTo>
                  <a:pt x="78573" y="127218"/>
                  <a:pt x="80565" y="126037"/>
                  <a:pt x="82188" y="125504"/>
                </a:cubicBezTo>
                <a:cubicBezTo>
                  <a:pt x="84733" y="124660"/>
                  <a:pt x="84914" y="124446"/>
                  <a:pt x="83512" y="123914"/>
                </a:cubicBezTo>
                <a:cubicBezTo>
                  <a:pt x="82623" y="123576"/>
                  <a:pt x="79851" y="123499"/>
                  <a:pt x="77346" y="123739"/>
                </a:cubicBezTo>
                <a:cubicBezTo>
                  <a:pt x="72004" y="124245"/>
                  <a:pt x="68544" y="122966"/>
                  <a:pt x="70128" y="121058"/>
                </a:cubicBezTo>
                <a:cubicBezTo>
                  <a:pt x="70719" y="120344"/>
                  <a:pt x="72608" y="119896"/>
                  <a:pt x="75009" y="119896"/>
                </a:cubicBezTo>
                <a:lnTo>
                  <a:pt x="78923" y="119896"/>
                </a:lnTo>
                <a:lnTo>
                  <a:pt x="77846" y="117650"/>
                </a:lnTo>
                <a:cubicBezTo>
                  <a:pt x="75762" y="113327"/>
                  <a:pt x="75580" y="111769"/>
                  <a:pt x="77080" y="111198"/>
                </a:cubicBezTo>
                <a:cubicBezTo>
                  <a:pt x="78060" y="110822"/>
                  <a:pt x="79274" y="111523"/>
                  <a:pt x="81104" y="113522"/>
                </a:cubicBezTo>
                <a:cubicBezTo>
                  <a:pt x="82844" y="115424"/>
                  <a:pt x="84733" y="116547"/>
                  <a:pt x="86706" y="116871"/>
                </a:cubicBezTo>
                <a:cubicBezTo>
                  <a:pt x="88692" y="117189"/>
                  <a:pt x="89497" y="117066"/>
                  <a:pt x="89140" y="116488"/>
                </a:cubicBezTo>
                <a:cubicBezTo>
                  <a:pt x="88212" y="114982"/>
                  <a:pt x="87303" y="109958"/>
                  <a:pt x="87751" y="108790"/>
                </a:cubicBezTo>
                <a:cubicBezTo>
                  <a:pt x="88432" y="107024"/>
                  <a:pt x="90399" y="107479"/>
                  <a:pt x="91379" y="109627"/>
                </a:cubicBezTo>
                <a:cubicBezTo>
                  <a:pt x="91938" y="110847"/>
                  <a:pt x="93138" y="111711"/>
                  <a:pt x="94573" y="111925"/>
                </a:cubicBezTo>
                <a:cubicBezTo>
                  <a:pt x="96851" y="112256"/>
                  <a:pt x="96858" y="112237"/>
                  <a:pt x="95806" y="109763"/>
                </a:cubicBezTo>
                <a:cubicBezTo>
                  <a:pt x="92463" y="101896"/>
                  <a:pt x="90886" y="99456"/>
                  <a:pt x="89289" y="99689"/>
                </a:cubicBezTo>
                <a:cubicBezTo>
                  <a:pt x="88335" y="99832"/>
                  <a:pt x="87472" y="100760"/>
                  <a:pt x="87193" y="101968"/>
                </a:cubicBezTo>
                <a:cubicBezTo>
                  <a:pt x="86712" y="104051"/>
                  <a:pt x="78728" y="109601"/>
                  <a:pt x="77028" y="109036"/>
                </a:cubicBezTo>
                <a:cubicBezTo>
                  <a:pt x="75204" y="108426"/>
                  <a:pt x="75827" y="105999"/>
                  <a:pt x="78599" y="102928"/>
                </a:cubicBezTo>
                <a:cubicBezTo>
                  <a:pt x="80922" y="100358"/>
                  <a:pt x="81260" y="99605"/>
                  <a:pt x="80260" y="99222"/>
                </a:cubicBezTo>
                <a:cubicBezTo>
                  <a:pt x="79572" y="98956"/>
                  <a:pt x="78307" y="99443"/>
                  <a:pt x="77450" y="100300"/>
                </a:cubicBezTo>
                <a:cubicBezTo>
                  <a:pt x="74451" y="103298"/>
                  <a:pt x="64773" y="104765"/>
                  <a:pt x="63851" y="102364"/>
                </a:cubicBezTo>
                <a:cubicBezTo>
                  <a:pt x="63183" y="100611"/>
                  <a:pt x="64844" y="98936"/>
                  <a:pt x="68311" y="97872"/>
                </a:cubicBezTo>
                <a:cubicBezTo>
                  <a:pt x="69959" y="97366"/>
                  <a:pt x="71803" y="96794"/>
                  <a:pt x="72413" y="96600"/>
                </a:cubicBezTo>
                <a:cubicBezTo>
                  <a:pt x="73296" y="96314"/>
                  <a:pt x="73322" y="95996"/>
                  <a:pt x="72523" y="95035"/>
                </a:cubicBezTo>
                <a:cubicBezTo>
                  <a:pt x="71978" y="94373"/>
                  <a:pt x="71225" y="94023"/>
                  <a:pt x="70855" y="94250"/>
                </a:cubicBezTo>
                <a:cubicBezTo>
                  <a:pt x="69823" y="94886"/>
                  <a:pt x="64883" y="90212"/>
                  <a:pt x="63111" y="86915"/>
                </a:cubicBezTo>
                <a:cubicBezTo>
                  <a:pt x="61761" y="84409"/>
                  <a:pt x="61703" y="83871"/>
                  <a:pt x="62702" y="83248"/>
                </a:cubicBezTo>
                <a:cubicBezTo>
                  <a:pt x="64981" y="81839"/>
                  <a:pt x="72932" y="87863"/>
                  <a:pt x="73490" y="91420"/>
                </a:cubicBezTo>
                <a:cubicBezTo>
                  <a:pt x="73633" y="92335"/>
                  <a:pt x="75029" y="93867"/>
                  <a:pt x="76599" y="94821"/>
                </a:cubicBezTo>
                <a:lnTo>
                  <a:pt x="79455" y="96567"/>
                </a:lnTo>
                <a:lnTo>
                  <a:pt x="77722" y="94581"/>
                </a:lnTo>
                <a:cubicBezTo>
                  <a:pt x="75243" y="91738"/>
                  <a:pt x="73958" y="88986"/>
                  <a:pt x="74483" y="87623"/>
                </a:cubicBezTo>
                <a:cubicBezTo>
                  <a:pt x="75502" y="84968"/>
                  <a:pt x="85563" y="91472"/>
                  <a:pt x="85563" y="94782"/>
                </a:cubicBezTo>
                <a:cubicBezTo>
                  <a:pt x="85563" y="95821"/>
                  <a:pt x="86180" y="96262"/>
                  <a:pt x="87628" y="96262"/>
                </a:cubicBezTo>
                <a:lnTo>
                  <a:pt x="89698" y="96262"/>
                </a:lnTo>
                <a:lnTo>
                  <a:pt x="87835" y="93536"/>
                </a:lnTo>
                <a:cubicBezTo>
                  <a:pt x="83207" y="86759"/>
                  <a:pt x="81305" y="85260"/>
                  <a:pt x="77326" y="85240"/>
                </a:cubicBezTo>
                <a:cubicBezTo>
                  <a:pt x="73127" y="85221"/>
                  <a:pt x="66824" y="81742"/>
                  <a:pt x="66824" y="79450"/>
                </a:cubicBezTo>
                <a:cubicBezTo>
                  <a:pt x="66824" y="78353"/>
                  <a:pt x="67661" y="78198"/>
                  <a:pt x="72056" y="78477"/>
                </a:cubicBezTo>
                <a:lnTo>
                  <a:pt x="77287" y="78808"/>
                </a:lnTo>
                <a:lnTo>
                  <a:pt x="75658" y="76523"/>
                </a:lnTo>
                <a:cubicBezTo>
                  <a:pt x="74763" y="75270"/>
                  <a:pt x="73679" y="74459"/>
                  <a:pt x="73244" y="74725"/>
                </a:cubicBezTo>
                <a:cubicBezTo>
                  <a:pt x="71627" y="75724"/>
                  <a:pt x="65253" y="70343"/>
                  <a:pt x="65208" y="67942"/>
                </a:cubicBezTo>
                <a:cubicBezTo>
                  <a:pt x="65182" y="66261"/>
                  <a:pt x="68687" y="66786"/>
                  <a:pt x="71855" y="68941"/>
                </a:cubicBezTo>
                <a:lnTo>
                  <a:pt x="74821" y="70954"/>
                </a:lnTo>
                <a:lnTo>
                  <a:pt x="75795" y="66897"/>
                </a:lnTo>
                <a:cubicBezTo>
                  <a:pt x="76327" y="64670"/>
                  <a:pt x="77132" y="62619"/>
                  <a:pt x="77573" y="62340"/>
                </a:cubicBezTo>
                <a:cubicBezTo>
                  <a:pt x="79098" y="61405"/>
                  <a:pt x="80728" y="64177"/>
                  <a:pt x="80909" y="67994"/>
                </a:cubicBezTo>
                <a:cubicBezTo>
                  <a:pt x="81013" y="70363"/>
                  <a:pt x="81461" y="71804"/>
                  <a:pt x="82084" y="71810"/>
                </a:cubicBezTo>
                <a:cubicBezTo>
                  <a:pt x="82630" y="71810"/>
                  <a:pt x="83707" y="72771"/>
                  <a:pt x="84473" y="73939"/>
                </a:cubicBezTo>
                <a:lnTo>
                  <a:pt x="85868" y="76068"/>
                </a:lnTo>
                <a:lnTo>
                  <a:pt x="86920" y="72453"/>
                </a:lnTo>
                <a:cubicBezTo>
                  <a:pt x="88212" y="68020"/>
                  <a:pt x="90957" y="65138"/>
                  <a:pt x="92152" y="66955"/>
                </a:cubicBezTo>
                <a:cubicBezTo>
                  <a:pt x="92580" y="67611"/>
                  <a:pt x="92723" y="69337"/>
                  <a:pt x="92470" y="70798"/>
                </a:cubicBezTo>
                <a:cubicBezTo>
                  <a:pt x="91950" y="73797"/>
                  <a:pt x="92742" y="74115"/>
                  <a:pt x="95793" y="72115"/>
                </a:cubicBezTo>
                <a:cubicBezTo>
                  <a:pt x="96910" y="71388"/>
                  <a:pt x="99422" y="70746"/>
                  <a:pt x="101382" y="70694"/>
                </a:cubicBezTo>
                <a:cubicBezTo>
                  <a:pt x="103524" y="70629"/>
                  <a:pt x="104757" y="70265"/>
                  <a:pt x="104459" y="69779"/>
                </a:cubicBezTo>
                <a:cubicBezTo>
                  <a:pt x="104192" y="69331"/>
                  <a:pt x="103128" y="67721"/>
                  <a:pt x="102102" y="66202"/>
                </a:cubicBezTo>
                <a:cubicBezTo>
                  <a:pt x="100032" y="63145"/>
                  <a:pt x="99623" y="59588"/>
                  <a:pt x="101330" y="59588"/>
                </a:cubicBezTo>
                <a:cubicBezTo>
                  <a:pt x="102810" y="59588"/>
                  <a:pt x="109197" y="64268"/>
                  <a:pt x="109197" y="65345"/>
                </a:cubicBezTo>
                <a:cubicBezTo>
                  <a:pt x="109197" y="65819"/>
                  <a:pt x="109638" y="65929"/>
                  <a:pt x="110184" y="65592"/>
                </a:cubicBezTo>
                <a:cubicBezTo>
                  <a:pt x="110729" y="65261"/>
                  <a:pt x="112364" y="65066"/>
                  <a:pt x="113818" y="65164"/>
                </a:cubicBezTo>
                <a:lnTo>
                  <a:pt x="116473" y="65339"/>
                </a:lnTo>
                <a:lnTo>
                  <a:pt x="114889" y="61853"/>
                </a:lnTo>
                <a:cubicBezTo>
                  <a:pt x="112786" y="57219"/>
                  <a:pt x="112754" y="53889"/>
                  <a:pt x="114818" y="53889"/>
                </a:cubicBezTo>
                <a:cubicBezTo>
                  <a:pt x="115675" y="53889"/>
                  <a:pt x="117051" y="54895"/>
                  <a:pt x="117875" y="56128"/>
                </a:cubicBezTo>
                <a:cubicBezTo>
                  <a:pt x="119109" y="57958"/>
                  <a:pt x="120050" y="58400"/>
                  <a:pt x="123049" y="58530"/>
                </a:cubicBezTo>
                <a:cubicBezTo>
                  <a:pt x="128618" y="58776"/>
                  <a:pt x="130980" y="59211"/>
                  <a:pt x="132188" y="60211"/>
                </a:cubicBezTo>
                <a:cubicBezTo>
                  <a:pt x="133058" y="60931"/>
                  <a:pt x="133538" y="60412"/>
                  <a:pt x="134518" y="57686"/>
                </a:cubicBezTo>
                <a:cubicBezTo>
                  <a:pt x="135732" y="54324"/>
                  <a:pt x="135699" y="54129"/>
                  <a:pt x="133051" y="48365"/>
                </a:cubicBezTo>
                <a:cubicBezTo>
                  <a:pt x="130753" y="43373"/>
                  <a:pt x="130039" y="42477"/>
                  <a:pt x="128326" y="42477"/>
                </a:cubicBezTo>
                <a:cubicBezTo>
                  <a:pt x="126924" y="42477"/>
                  <a:pt x="126307" y="42925"/>
                  <a:pt x="126307" y="43957"/>
                </a:cubicBezTo>
                <a:cubicBezTo>
                  <a:pt x="126307" y="46547"/>
                  <a:pt x="118803" y="52253"/>
                  <a:pt x="115396" y="52253"/>
                </a:cubicBezTo>
                <a:cubicBezTo>
                  <a:pt x="112111" y="52253"/>
                  <a:pt x="113630" y="48099"/>
                  <a:pt x="118453" y="43925"/>
                </a:cubicBezTo>
                <a:lnTo>
                  <a:pt x="121010" y="41705"/>
                </a:lnTo>
                <a:lnTo>
                  <a:pt x="118336" y="41685"/>
                </a:lnTo>
                <a:cubicBezTo>
                  <a:pt x="116739" y="41672"/>
                  <a:pt x="115480" y="42133"/>
                  <a:pt x="115207" y="42847"/>
                </a:cubicBezTo>
                <a:cubicBezTo>
                  <a:pt x="114468" y="44788"/>
                  <a:pt x="109268" y="46041"/>
                  <a:pt x="102881" y="45827"/>
                </a:cubicBezTo>
                <a:cubicBezTo>
                  <a:pt x="100785" y="45755"/>
                  <a:pt x="100233" y="45392"/>
                  <a:pt x="100233" y="44068"/>
                </a:cubicBezTo>
                <a:cubicBezTo>
                  <a:pt x="100233" y="42283"/>
                  <a:pt x="105607" y="39271"/>
                  <a:pt x="108859" y="39232"/>
                </a:cubicBezTo>
                <a:cubicBezTo>
                  <a:pt x="109788" y="39225"/>
                  <a:pt x="110794" y="38979"/>
                  <a:pt x="111092" y="38680"/>
                </a:cubicBezTo>
                <a:cubicBezTo>
                  <a:pt x="111891" y="37882"/>
                  <a:pt x="110015" y="35960"/>
                  <a:pt x="108444" y="35960"/>
                </a:cubicBezTo>
                <a:cubicBezTo>
                  <a:pt x="106964" y="35960"/>
                  <a:pt x="101797" y="30936"/>
                  <a:pt x="100330" y="28067"/>
                </a:cubicBezTo>
                <a:cubicBezTo>
                  <a:pt x="98837" y="25146"/>
                  <a:pt x="99207" y="23731"/>
                  <a:pt x="101460" y="23731"/>
                </a:cubicBezTo>
                <a:cubicBezTo>
                  <a:pt x="104102" y="23731"/>
                  <a:pt x="112072" y="31215"/>
                  <a:pt x="111371" y="33039"/>
                </a:cubicBezTo>
                <a:cubicBezTo>
                  <a:pt x="111060" y="33851"/>
                  <a:pt x="111845" y="35019"/>
                  <a:pt x="113585" y="36350"/>
                </a:cubicBezTo>
                <a:cubicBezTo>
                  <a:pt x="117525" y="39355"/>
                  <a:pt x="117713" y="38901"/>
                  <a:pt x="114474" y="34188"/>
                </a:cubicBezTo>
                <a:cubicBezTo>
                  <a:pt x="111975" y="30553"/>
                  <a:pt x="111735" y="29813"/>
                  <a:pt x="112721" y="28820"/>
                </a:cubicBezTo>
                <a:cubicBezTo>
                  <a:pt x="113715" y="27827"/>
                  <a:pt x="114325" y="27898"/>
                  <a:pt x="117135" y="29333"/>
                </a:cubicBezTo>
                <a:cubicBezTo>
                  <a:pt x="120932" y="31267"/>
                  <a:pt x="124678" y="35402"/>
                  <a:pt x="124678" y="37648"/>
                </a:cubicBezTo>
                <a:cubicBezTo>
                  <a:pt x="124678" y="38777"/>
                  <a:pt x="125249" y="39219"/>
                  <a:pt x="126716" y="39219"/>
                </a:cubicBezTo>
                <a:cubicBezTo>
                  <a:pt x="129299" y="39219"/>
                  <a:pt x="129273" y="38589"/>
                  <a:pt x="126515" y="34558"/>
                </a:cubicBezTo>
                <a:cubicBezTo>
                  <a:pt x="121952" y="27898"/>
                  <a:pt x="119887" y="25977"/>
                  <a:pt x="117843" y="26490"/>
                </a:cubicBezTo>
                <a:cubicBezTo>
                  <a:pt x="114149" y="27418"/>
                  <a:pt x="104309" y="22465"/>
                  <a:pt x="104309" y="19681"/>
                </a:cubicBezTo>
                <a:cubicBezTo>
                  <a:pt x="104309" y="17785"/>
                  <a:pt x="111404" y="17883"/>
                  <a:pt x="115169" y="19830"/>
                </a:cubicBezTo>
                <a:cubicBezTo>
                  <a:pt x="116512" y="20525"/>
                  <a:pt x="116558" y="20414"/>
                  <a:pt x="115675" y="18701"/>
                </a:cubicBezTo>
                <a:cubicBezTo>
                  <a:pt x="114098" y="15663"/>
                  <a:pt x="112384" y="14034"/>
                  <a:pt x="111229" y="14475"/>
                </a:cubicBezTo>
                <a:cubicBezTo>
                  <a:pt x="109762" y="15040"/>
                  <a:pt x="103491" y="9256"/>
                  <a:pt x="103491" y="7341"/>
                </a:cubicBezTo>
                <a:cubicBezTo>
                  <a:pt x="103491" y="4420"/>
                  <a:pt x="109242" y="6387"/>
                  <a:pt x="112384" y="10379"/>
                </a:cubicBezTo>
                <a:lnTo>
                  <a:pt x="114085" y="12547"/>
                </a:lnTo>
                <a:lnTo>
                  <a:pt x="114085" y="10522"/>
                </a:lnTo>
                <a:cubicBezTo>
                  <a:pt x="114085" y="7867"/>
                  <a:pt x="115636" y="3265"/>
                  <a:pt x="117038" y="1766"/>
                </a:cubicBezTo>
                <a:cubicBezTo>
                  <a:pt x="118687" y="0"/>
                  <a:pt x="119751" y="1564"/>
                  <a:pt x="120355" y="6660"/>
                </a:cubicBezTo>
                <a:cubicBezTo>
                  <a:pt x="120757" y="10074"/>
                  <a:pt x="121445" y="11638"/>
                  <a:pt x="123431" y="13690"/>
                </a:cubicBezTo>
                <a:lnTo>
                  <a:pt x="125989" y="16325"/>
                </a:lnTo>
                <a:lnTo>
                  <a:pt x="126911" y="12898"/>
                </a:lnTo>
                <a:cubicBezTo>
                  <a:pt x="127988" y="8880"/>
                  <a:pt x="130974" y="5258"/>
                  <a:pt x="132201" y="6485"/>
                </a:cubicBezTo>
                <a:cubicBezTo>
                  <a:pt x="132649" y="6926"/>
                  <a:pt x="132876" y="8763"/>
                  <a:pt x="132701" y="10554"/>
                </a:cubicBezTo>
                <a:cubicBezTo>
                  <a:pt x="132532" y="12352"/>
                  <a:pt x="132649" y="13657"/>
                  <a:pt x="132967" y="13462"/>
                </a:cubicBezTo>
                <a:cubicBezTo>
                  <a:pt x="133603" y="13066"/>
                  <a:pt x="137199" y="17656"/>
                  <a:pt x="137978" y="19863"/>
                </a:cubicBezTo>
                <a:cubicBezTo>
                  <a:pt x="138257" y="20648"/>
                  <a:pt x="138860" y="21291"/>
                  <a:pt x="139321" y="21291"/>
                </a:cubicBezTo>
                <a:cubicBezTo>
                  <a:pt x="139782" y="21291"/>
                  <a:pt x="140165" y="22478"/>
                  <a:pt x="140172" y="23939"/>
                </a:cubicBezTo>
                <a:cubicBezTo>
                  <a:pt x="140185" y="25471"/>
                  <a:pt x="140451" y="26172"/>
                  <a:pt x="140808" y="25607"/>
                </a:cubicBezTo>
                <a:cubicBezTo>
                  <a:pt x="141872" y="23939"/>
                  <a:pt x="148564" y="21323"/>
                  <a:pt x="151829" y="21310"/>
                </a:cubicBezTo>
                <a:cubicBezTo>
                  <a:pt x="154581" y="21291"/>
                  <a:pt x="154912" y="21498"/>
                  <a:pt x="154685" y="23095"/>
                </a:cubicBezTo>
                <a:cubicBezTo>
                  <a:pt x="154302" y="25711"/>
                  <a:pt x="147415" y="29742"/>
                  <a:pt x="143144" y="29839"/>
                </a:cubicBezTo>
                <a:lnTo>
                  <a:pt x="139756" y="29924"/>
                </a:lnTo>
                <a:lnTo>
                  <a:pt x="139497" y="33961"/>
                </a:lnTo>
                <a:lnTo>
                  <a:pt x="139243" y="37992"/>
                </a:lnTo>
                <a:lnTo>
                  <a:pt x="141535" y="35818"/>
                </a:lnTo>
                <a:cubicBezTo>
                  <a:pt x="145624" y="31929"/>
                  <a:pt x="153199" y="29891"/>
                  <a:pt x="153199" y="32669"/>
                </a:cubicBezTo>
                <a:cubicBezTo>
                  <a:pt x="153199" y="35545"/>
                  <a:pt x="143054" y="43354"/>
                  <a:pt x="140983" y="42075"/>
                </a:cubicBezTo>
                <a:cubicBezTo>
                  <a:pt x="140068" y="41510"/>
                  <a:pt x="138925" y="43652"/>
                  <a:pt x="138257" y="47164"/>
                </a:cubicBezTo>
                <a:cubicBezTo>
                  <a:pt x="137744" y="49884"/>
                  <a:pt x="138335" y="50500"/>
                  <a:pt x="139925" y="48903"/>
                </a:cubicBezTo>
                <a:cubicBezTo>
                  <a:pt x="141671" y="47164"/>
                  <a:pt x="142807" y="49059"/>
                  <a:pt x="142424" y="53064"/>
                </a:cubicBezTo>
                <a:cubicBezTo>
                  <a:pt x="142034" y="57128"/>
                  <a:pt x="143540" y="60951"/>
                  <a:pt x="144521" y="58393"/>
                </a:cubicBezTo>
                <a:cubicBezTo>
                  <a:pt x="145118" y="56836"/>
                  <a:pt x="147195" y="56771"/>
                  <a:pt x="148065" y="58270"/>
                </a:cubicBezTo>
                <a:cubicBezTo>
                  <a:pt x="148428" y="58893"/>
                  <a:pt x="150310" y="59659"/>
                  <a:pt x="152258" y="59984"/>
                </a:cubicBezTo>
                <a:cubicBezTo>
                  <a:pt x="155665" y="60555"/>
                  <a:pt x="155763" y="60509"/>
                  <a:pt x="154874" y="58861"/>
                </a:cubicBezTo>
                <a:cubicBezTo>
                  <a:pt x="154341" y="57861"/>
                  <a:pt x="153153" y="57147"/>
                  <a:pt x="152043" y="57147"/>
                </a:cubicBezTo>
                <a:cubicBezTo>
                  <a:pt x="150856" y="57147"/>
                  <a:pt x="149045" y="55946"/>
                  <a:pt x="147266" y="53973"/>
                </a:cubicBezTo>
                <a:cubicBezTo>
                  <a:pt x="140081" y="46021"/>
                  <a:pt x="144702" y="43068"/>
                  <a:pt x="152355" y="50721"/>
                </a:cubicBezTo>
                <a:lnTo>
                  <a:pt x="154938" y="53304"/>
                </a:lnTo>
                <a:lnTo>
                  <a:pt x="154426" y="48501"/>
                </a:lnTo>
                <a:cubicBezTo>
                  <a:pt x="153991" y="44444"/>
                  <a:pt x="154205" y="43126"/>
                  <a:pt x="155795" y="40030"/>
                </a:cubicBezTo>
                <a:cubicBezTo>
                  <a:pt x="156834" y="38018"/>
                  <a:pt x="158229" y="36363"/>
                  <a:pt x="158904" y="36363"/>
                </a:cubicBezTo>
                <a:cubicBezTo>
                  <a:pt x="160748" y="36363"/>
                  <a:pt x="160631" y="46638"/>
                  <a:pt x="158762" y="48709"/>
                </a:cubicBezTo>
                <a:cubicBezTo>
                  <a:pt x="157100" y="50552"/>
                  <a:pt x="156094" y="54265"/>
                  <a:pt x="156899" y="55570"/>
                </a:cubicBezTo>
                <a:cubicBezTo>
                  <a:pt x="157256" y="56141"/>
                  <a:pt x="158028" y="54921"/>
                  <a:pt x="158807" y="52558"/>
                </a:cubicBezTo>
                <a:cubicBezTo>
                  <a:pt x="159800" y="49572"/>
                  <a:pt x="160527" y="48585"/>
                  <a:pt x="161754" y="48585"/>
                </a:cubicBezTo>
                <a:cubicBezTo>
                  <a:pt x="163240" y="48585"/>
                  <a:pt x="163390" y="49131"/>
                  <a:pt x="163390" y="54564"/>
                </a:cubicBezTo>
                <a:cubicBezTo>
                  <a:pt x="163390" y="59283"/>
                  <a:pt x="163091" y="60756"/>
                  <a:pt x="161981" y="61568"/>
                </a:cubicBezTo>
                <a:cubicBezTo>
                  <a:pt x="160774" y="62450"/>
                  <a:pt x="160728" y="62807"/>
                  <a:pt x="161676" y="64099"/>
                </a:cubicBezTo>
                <a:cubicBezTo>
                  <a:pt x="162715" y="65521"/>
                  <a:pt x="162844" y="65469"/>
                  <a:pt x="163987" y="63210"/>
                </a:cubicBezTo>
                <a:cubicBezTo>
                  <a:pt x="164655" y="61892"/>
                  <a:pt x="165837" y="58880"/>
                  <a:pt x="166609" y="56517"/>
                </a:cubicBezTo>
                <a:cubicBezTo>
                  <a:pt x="167992" y="52272"/>
                  <a:pt x="167992" y="52207"/>
                  <a:pt x="166252" y="50799"/>
                </a:cubicBezTo>
                <a:cubicBezTo>
                  <a:pt x="164915" y="49715"/>
                  <a:pt x="164376" y="48164"/>
                  <a:pt x="164032" y="44347"/>
                </a:cubicBezTo>
                <a:cubicBezTo>
                  <a:pt x="163786" y="41588"/>
                  <a:pt x="163805" y="38739"/>
                  <a:pt x="164084" y="38012"/>
                </a:cubicBezTo>
                <a:cubicBezTo>
                  <a:pt x="164960" y="35720"/>
                  <a:pt x="167615" y="38037"/>
                  <a:pt x="169303" y="42562"/>
                </a:cubicBezTo>
                <a:lnTo>
                  <a:pt x="170861" y="46723"/>
                </a:lnTo>
                <a:lnTo>
                  <a:pt x="171945" y="44100"/>
                </a:lnTo>
                <a:cubicBezTo>
                  <a:pt x="172814" y="41997"/>
                  <a:pt x="172834" y="41153"/>
                  <a:pt x="172023" y="39855"/>
                </a:cubicBezTo>
                <a:cubicBezTo>
                  <a:pt x="170212" y="36953"/>
                  <a:pt x="172750" y="28333"/>
                  <a:pt x="175008" y="29722"/>
                </a:cubicBezTo>
                <a:cubicBezTo>
                  <a:pt x="176313" y="30534"/>
                  <a:pt x="177027" y="36155"/>
                  <a:pt x="176125" y="38518"/>
                </a:cubicBezTo>
                <a:lnTo>
                  <a:pt x="175333" y="40601"/>
                </a:lnTo>
                <a:lnTo>
                  <a:pt x="178293" y="39096"/>
                </a:lnTo>
                <a:cubicBezTo>
                  <a:pt x="185277" y="35538"/>
                  <a:pt x="188769" y="38803"/>
                  <a:pt x="182570" y="43094"/>
                </a:cubicBezTo>
                <a:cubicBezTo>
                  <a:pt x="180409" y="44587"/>
                  <a:pt x="179331" y="45957"/>
                  <a:pt x="179305" y="47216"/>
                </a:cubicBezTo>
                <a:cubicBezTo>
                  <a:pt x="179292" y="48254"/>
                  <a:pt x="178922" y="49760"/>
                  <a:pt x="178494" y="50565"/>
                </a:cubicBezTo>
                <a:cubicBezTo>
                  <a:pt x="177748" y="51961"/>
                  <a:pt x="177884" y="51967"/>
                  <a:pt x="181285" y="50747"/>
                </a:cubicBezTo>
                <a:cubicBezTo>
                  <a:pt x="184401" y="49624"/>
                  <a:pt x="184855" y="49157"/>
                  <a:pt x="184797" y="47151"/>
                </a:cubicBezTo>
                <a:cubicBezTo>
                  <a:pt x="184693" y="43535"/>
                  <a:pt x="186374" y="42458"/>
                  <a:pt x="188263" y="44924"/>
                </a:cubicBezTo>
                <a:cubicBezTo>
                  <a:pt x="190119" y="47346"/>
                  <a:pt x="191476" y="52973"/>
                  <a:pt x="190626" y="54713"/>
                </a:cubicBezTo>
                <a:cubicBezTo>
                  <a:pt x="190288" y="55395"/>
                  <a:pt x="190522" y="56862"/>
                  <a:pt x="191138" y="57971"/>
                </a:cubicBezTo>
                <a:cubicBezTo>
                  <a:pt x="192216" y="59919"/>
                  <a:pt x="192261" y="59847"/>
                  <a:pt x="192287" y="56070"/>
                </a:cubicBezTo>
                <a:cubicBezTo>
                  <a:pt x="192307" y="52863"/>
                  <a:pt x="192566" y="52188"/>
                  <a:pt x="193657" y="52402"/>
                </a:cubicBezTo>
                <a:cubicBezTo>
                  <a:pt x="196039" y="52870"/>
                  <a:pt x="198356" y="56946"/>
                  <a:pt x="198512" y="60951"/>
                </a:cubicBezTo>
                <a:cubicBezTo>
                  <a:pt x="198603" y="63255"/>
                  <a:pt x="199122" y="64982"/>
                  <a:pt x="199836" y="65384"/>
                </a:cubicBezTo>
                <a:cubicBezTo>
                  <a:pt x="201310" y="66209"/>
                  <a:pt x="201394" y="64904"/>
                  <a:pt x="200317" y="58212"/>
                </a:cubicBezTo>
                <a:cubicBezTo>
                  <a:pt x="199648" y="54070"/>
                  <a:pt x="199200" y="53116"/>
                  <a:pt x="197824" y="52915"/>
                </a:cubicBezTo>
                <a:cubicBezTo>
                  <a:pt x="194131" y="52363"/>
                  <a:pt x="189185" y="42925"/>
                  <a:pt x="192054" y="41906"/>
                </a:cubicBezTo>
                <a:cubicBezTo>
                  <a:pt x="192586" y="41718"/>
                  <a:pt x="194507" y="42912"/>
                  <a:pt x="196331" y="44561"/>
                </a:cubicBezTo>
                <a:cubicBezTo>
                  <a:pt x="199596" y="47508"/>
                  <a:pt x="199648" y="47521"/>
                  <a:pt x="199648" y="45541"/>
                </a:cubicBezTo>
                <a:cubicBezTo>
                  <a:pt x="199648" y="44438"/>
                  <a:pt x="198746" y="42555"/>
                  <a:pt x="197649" y="41374"/>
                </a:cubicBezTo>
                <a:cubicBezTo>
                  <a:pt x="195617" y="39180"/>
                  <a:pt x="194176" y="34305"/>
                  <a:pt x="195111" y="32786"/>
                </a:cubicBezTo>
                <a:cubicBezTo>
                  <a:pt x="196013" y="31326"/>
                  <a:pt x="198038" y="32799"/>
                  <a:pt x="199752" y="36155"/>
                </a:cubicBezTo>
                <a:lnTo>
                  <a:pt x="201413" y="39407"/>
                </a:lnTo>
                <a:lnTo>
                  <a:pt x="204029" y="36869"/>
                </a:lnTo>
                <a:cubicBezTo>
                  <a:pt x="208430" y="32604"/>
                  <a:pt x="210416" y="33877"/>
                  <a:pt x="207995" y="39414"/>
                </a:cubicBezTo>
                <a:cubicBezTo>
                  <a:pt x="206807" y="42133"/>
                  <a:pt x="206652" y="43464"/>
                  <a:pt x="207268" y="45561"/>
                </a:cubicBezTo>
                <a:lnTo>
                  <a:pt x="208054" y="48241"/>
                </a:lnTo>
                <a:lnTo>
                  <a:pt x="210163" y="46236"/>
                </a:lnTo>
                <a:cubicBezTo>
                  <a:pt x="212747" y="43782"/>
                  <a:pt x="216765" y="42568"/>
                  <a:pt x="216765" y="44243"/>
                </a:cubicBezTo>
                <a:cubicBezTo>
                  <a:pt x="216765" y="44866"/>
                  <a:pt x="216193" y="46190"/>
                  <a:pt x="215492" y="47183"/>
                </a:cubicBezTo>
                <a:cubicBezTo>
                  <a:pt x="214791" y="48183"/>
                  <a:pt x="214415" y="49306"/>
                  <a:pt x="214642" y="49682"/>
                </a:cubicBezTo>
                <a:cubicBezTo>
                  <a:pt x="214876" y="50059"/>
                  <a:pt x="215155" y="52714"/>
                  <a:pt x="215265" y="55589"/>
                </a:cubicBezTo>
                <a:lnTo>
                  <a:pt x="215460" y="60815"/>
                </a:lnTo>
                <a:lnTo>
                  <a:pt x="218757" y="61009"/>
                </a:lnTo>
                <a:cubicBezTo>
                  <a:pt x="225891" y="61431"/>
                  <a:pt x="229006" y="64761"/>
                  <a:pt x="223690" y="66280"/>
                </a:cubicBezTo>
                <a:cubicBezTo>
                  <a:pt x="220828" y="67098"/>
                  <a:pt x="215298" y="66442"/>
                  <a:pt x="213668" y="65092"/>
                </a:cubicBezTo>
                <a:cubicBezTo>
                  <a:pt x="212773" y="64352"/>
                  <a:pt x="212208" y="64573"/>
                  <a:pt x="211001" y="66150"/>
                </a:cubicBezTo>
                <a:cubicBezTo>
                  <a:pt x="210157" y="67247"/>
                  <a:pt x="209456" y="68331"/>
                  <a:pt x="209443" y="68552"/>
                </a:cubicBezTo>
                <a:cubicBezTo>
                  <a:pt x="209436" y="68779"/>
                  <a:pt x="211533" y="68857"/>
                  <a:pt x="214110" y="68734"/>
                </a:cubicBezTo>
                <a:cubicBezTo>
                  <a:pt x="216693" y="68610"/>
                  <a:pt x="219309" y="68844"/>
                  <a:pt x="219939" y="69266"/>
                </a:cubicBezTo>
                <a:cubicBezTo>
                  <a:pt x="221853" y="70538"/>
                  <a:pt x="220263" y="72570"/>
                  <a:pt x="216583" y="73556"/>
                </a:cubicBezTo>
                <a:lnTo>
                  <a:pt x="213097" y="74485"/>
                </a:lnTo>
                <a:lnTo>
                  <a:pt x="213097" y="78853"/>
                </a:lnTo>
                <a:cubicBezTo>
                  <a:pt x="213097" y="81255"/>
                  <a:pt x="213208" y="83222"/>
                  <a:pt x="213344" y="83222"/>
                </a:cubicBezTo>
                <a:cubicBezTo>
                  <a:pt x="213480" y="83222"/>
                  <a:pt x="214642" y="82073"/>
                  <a:pt x="215927" y="80671"/>
                </a:cubicBezTo>
                <a:cubicBezTo>
                  <a:pt x="218439" y="77918"/>
                  <a:pt x="225482" y="75452"/>
                  <a:pt x="226929" y="76815"/>
                </a:cubicBezTo>
                <a:cubicBezTo>
                  <a:pt x="228870" y="78639"/>
                  <a:pt x="222249" y="84033"/>
                  <a:pt x="218069" y="84039"/>
                </a:cubicBezTo>
                <a:cubicBezTo>
                  <a:pt x="216576" y="84046"/>
                  <a:pt x="214538" y="84877"/>
                  <a:pt x="213097" y="86071"/>
                </a:cubicBezTo>
                <a:lnTo>
                  <a:pt x="210650" y="88096"/>
                </a:lnTo>
                <a:lnTo>
                  <a:pt x="213681" y="86883"/>
                </a:lnTo>
                <a:cubicBezTo>
                  <a:pt x="217829" y="85214"/>
                  <a:pt x="221036" y="85273"/>
                  <a:pt x="220692" y="87006"/>
                </a:cubicBezTo>
                <a:cubicBezTo>
                  <a:pt x="220263" y="89187"/>
                  <a:pt x="214687" y="93159"/>
                  <a:pt x="211734" y="93393"/>
                </a:cubicBezTo>
                <a:cubicBezTo>
                  <a:pt x="209923" y="93536"/>
                  <a:pt x="208930" y="94075"/>
                  <a:pt x="208742" y="95016"/>
                </a:cubicBezTo>
                <a:cubicBezTo>
                  <a:pt x="208502" y="96210"/>
                  <a:pt x="208865" y="96334"/>
                  <a:pt x="211156" y="95834"/>
                </a:cubicBezTo>
                <a:cubicBezTo>
                  <a:pt x="212636" y="95509"/>
                  <a:pt x="215421" y="94568"/>
                  <a:pt x="217342" y="93744"/>
                </a:cubicBezTo>
                <a:cubicBezTo>
                  <a:pt x="220010" y="92601"/>
                  <a:pt x="220834" y="91803"/>
                  <a:pt x="220834" y="90375"/>
                </a:cubicBezTo>
                <a:cubicBezTo>
                  <a:pt x="220834" y="87045"/>
                  <a:pt x="228202" y="80482"/>
                  <a:pt x="229967" y="82248"/>
                </a:cubicBezTo>
                <a:cubicBezTo>
                  <a:pt x="230616" y="82897"/>
                  <a:pt x="230305" y="84267"/>
                  <a:pt x="228818" y="87279"/>
                </a:cubicBezTo>
                <a:cubicBezTo>
                  <a:pt x="226851" y="91245"/>
                  <a:pt x="226838" y="91387"/>
                  <a:pt x="228435" y="90881"/>
                </a:cubicBezTo>
                <a:cubicBezTo>
                  <a:pt x="229357" y="90589"/>
                  <a:pt x="231246" y="89135"/>
                  <a:pt x="232641" y="87655"/>
                </a:cubicBezTo>
                <a:cubicBezTo>
                  <a:pt x="235082" y="85072"/>
                  <a:pt x="239106" y="83293"/>
                  <a:pt x="240158" y="84345"/>
                </a:cubicBezTo>
                <a:cubicBezTo>
                  <a:pt x="241080" y="85266"/>
                  <a:pt x="238814" y="88940"/>
                  <a:pt x="236737" y="89881"/>
                </a:cubicBezTo>
                <a:cubicBezTo>
                  <a:pt x="234310" y="90991"/>
                  <a:pt x="234128" y="91900"/>
                  <a:pt x="236192" y="92556"/>
                </a:cubicBezTo>
                <a:cubicBezTo>
                  <a:pt x="237016" y="92815"/>
                  <a:pt x="238568" y="93958"/>
                  <a:pt x="239632" y="95094"/>
                </a:cubicBezTo>
                <a:cubicBezTo>
                  <a:pt x="241229" y="96794"/>
                  <a:pt x="241365" y="97288"/>
                  <a:pt x="240411" y="97878"/>
                </a:cubicBezTo>
                <a:cubicBezTo>
                  <a:pt x="239178" y="98644"/>
                  <a:pt x="235231" y="98145"/>
                  <a:pt x="232856" y="96931"/>
                </a:cubicBezTo>
                <a:cubicBezTo>
                  <a:pt x="231934" y="96463"/>
                  <a:pt x="231428" y="96509"/>
                  <a:pt x="231428" y="97067"/>
                </a:cubicBezTo>
                <a:cubicBezTo>
                  <a:pt x="231428" y="97541"/>
                  <a:pt x="230538" y="98268"/>
                  <a:pt x="229448" y="98683"/>
                </a:cubicBezTo>
                <a:lnTo>
                  <a:pt x="227468" y="99436"/>
                </a:lnTo>
                <a:lnTo>
                  <a:pt x="230798" y="102773"/>
                </a:lnTo>
                <a:cubicBezTo>
                  <a:pt x="234511" y="106485"/>
                  <a:pt x="234219" y="108465"/>
                  <a:pt x="230162" y="107109"/>
                </a:cubicBezTo>
                <a:cubicBezTo>
                  <a:pt x="228078" y="106414"/>
                  <a:pt x="222366" y="107706"/>
                  <a:pt x="219484" y="109523"/>
                </a:cubicBezTo>
                <a:cubicBezTo>
                  <a:pt x="218965" y="109854"/>
                  <a:pt x="218050" y="109932"/>
                  <a:pt x="217446" y="109699"/>
                </a:cubicBezTo>
                <a:cubicBezTo>
                  <a:pt x="216589" y="109368"/>
                  <a:pt x="216401" y="110387"/>
                  <a:pt x="216583" y="114379"/>
                </a:cubicBezTo>
                <a:cubicBezTo>
                  <a:pt x="216816" y="119721"/>
                  <a:pt x="216005" y="122155"/>
                  <a:pt x="214324" y="121123"/>
                </a:cubicBezTo>
                <a:cubicBezTo>
                  <a:pt x="211812" y="119571"/>
                  <a:pt x="209917" y="110101"/>
                  <a:pt x="211870" y="108894"/>
                </a:cubicBezTo>
                <a:cubicBezTo>
                  <a:pt x="213344" y="107985"/>
                  <a:pt x="212734" y="107141"/>
                  <a:pt x="209995" y="106304"/>
                </a:cubicBezTo>
                <a:lnTo>
                  <a:pt x="207301" y="105473"/>
                </a:lnTo>
                <a:lnTo>
                  <a:pt x="208450" y="110004"/>
                </a:lnTo>
                <a:cubicBezTo>
                  <a:pt x="209313" y="113385"/>
                  <a:pt x="209378" y="114898"/>
                  <a:pt x="208703" y="115982"/>
                </a:cubicBezTo>
                <a:cubicBezTo>
                  <a:pt x="208203" y="116774"/>
                  <a:pt x="207801" y="118455"/>
                  <a:pt x="207801" y="119708"/>
                </a:cubicBezTo>
                <a:cubicBezTo>
                  <a:pt x="207801" y="120967"/>
                  <a:pt x="207119" y="123323"/>
                  <a:pt x="206288" y="124953"/>
                </a:cubicBezTo>
                <a:lnTo>
                  <a:pt x="204782" y="127906"/>
                </a:lnTo>
                <a:lnTo>
                  <a:pt x="206749" y="127159"/>
                </a:lnTo>
                <a:cubicBezTo>
                  <a:pt x="209430" y="126140"/>
                  <a:pt x="214915" y="126212"/>
                  <a:pt x="215570" y="127276"/>
                </a:cubicBezTo>
                <a:cubicBezTo>
                  <a:pt x="216388" y="128600"/>
                  <a:pt x="213584" y="131210"/>
                  <a:pt x="210280" y="132203"/>
                </a:cubicBezTo>
                <a:cubicBezTo>
                  <a:pt x="208229" y="132813"/>
                  <a:pt x="207281" y="133599"/>
                  <a:pt x="207197" y="134735"/>
                </a:cubicBezTo>
                <a:cubicBezTo>
                  <a:pt x="207126" y="135637"/>
                  <a:pt x="206515" y="136993"/>
                  <a:pt x="205827" y="137746"/>
                </a:cubicBezTo>
                <a:cubicBezTo>
                  <a:pt x="204678" y="139012"/>
                  <a:pt x="204932" y="139122"/>
                  <a:pt x="209157" y="139226"/>
                </a:cubicBezTo>
                <a:cubicBezTo>
                  <a:pt x="216180" y="139389"/>
                  <a:pt x="218426" y="142725"/>
                  <a:pt x="212292" y="143880"/>
                </a:cubicBezTo>
                <a:cubicBezTo>
                  <a:pt x="210611" y="144192"/>
                  <a:pt x="209430" y="144893"/>
                  <a:pt x="209430" y="145568"/>
                </a:cubicBezTo>
                <a:cubicBezTo>
                  <a:pt x="209430" y="146211"/>
                  <a:pt x="208326" y="147983"/>
                  <a:pt x="206983" y="149515"/>
                </a:cubicBezTo>
                <a:cubicBezTo>
                  <a:pt x="205639" y="151046"/>
                  <a:pt x="204536" y="152682"/>
                  <a:pt x="204536" y="153156"/>
                </a:cubicBezTo>
                <a:cubicBezTo>
                  <a:pt x="204536" y="153623"/>
                  <a:pt x="203861" y="154227"/>
                  <a:pt x="203030" y="154487"/>
                </a:cubicBezTo>
                <a:cubicBezTo>
                  <a:pt x="201719" y="154902"/>
                  <a:pt x="201965" y="155441"/>
                  <a:pt x="204996" y="158693"/>
                </a:cubicBezTo>
                <a:cubicBezTo>
                  <a:pt x="206905" y="160744"/>
                  <a:pt x="209079" y="163146"/>
                  <a:pt x="209826" y="164042"/>
                </a:cubicBezTo>
                <a:cubicBezTo>
                  <a:pt x="211650" y="166203"/>
                  <a:pt x="212390" y="165320"/>
                  <a:pt x="210734" y="162958"/>
                </a:cubicBezTo>
                <a:cubicBezTo>
                  <a:pt x="209047" y="160549"/>
                  <a:pt x="208904" y="152487"/>
                  <a:pt x="210553" y="152487"/>
                </a:cubicBezTo>
                <a:cubicBezTo>
                  <a:pt x="212266" y="152487"/>
                  <a:pt x="213487" y="154402"/>
                  <a:pt x="214253" y="158310"/>
                </a:cubicBezTo>
                <a:cubicBezTo>
                  <a:pt x="214642" y="160264"/>
                  <a:pt x="214993" y="161400"/>
                  <a:pt x="215044" y="160841"/>
                </a:cubicBezTo>
                <a:cubicBezTo>
                  <a:pt x="215090" y="160283"/>
                  <a:pt x="215674" y="159822"/>
                  <a:pt x="216336" y="159822"/>
                </a:cubicBezTo>
                <a:cubicBezTo>
                  <a:pt x="218076" y="159822"/>
                  <a:pt x="220023" y="164106"/>
                  <a:pt x="220023" y="167930"/>
                </a:cubicBezTo>
                <a:cubicBezTo>
                  <a:pt x="220023" y="169747"/>
                  <a:pt x="220386" y="171234"/>
                  <a:pt x="220834" y="171234"/>
                </a:cubicBezTo>
                <a:cubicBezTo>
                  <a:pt x="221756" y="171234"/>
                  <a:pt x="221873" y="168215"/>
                  <a:pt x="221139" y="163762"/>
                </a:cubicBezTo>
                <a:cubicBezTo>
                  <a:pt x="220821" y="161822"/>
                  <a:pt x="220127" y="160640"/>
                  <a:pt x="219153" y="160387"/>
                </a:cubicBezTo>
                <a:cubicBezTo>
                  <a:pt x="217264" y="159894"/>
                  <a:pt x="214220" y="155032"/>
                  <a:pt x="214506" y="152961"/>
                </a:cubicBezTo>
                <a:cubicBezTo>
                  <a:pt x="214856" y="150462"/>
                  <a:pt x="216563" y="150540"/>
                  <a:pt x="219205" y="153176"/>
                </a:cubicBezTo>
                <a:cubicBezTo>
                  <a:pt x="221250" y="155220"/>
                  <a:pt x="221652" y="155376"/>
                  <a:pt x="221652" y="154117"/>
                </a:cubicBezTo>
                <a:cubicBezTo>
                  <a:pt x="221652" y="153286"/>
                  <a:pt x="221055" y="152007"/>
                  <a:pt x="220322" y="151280"/>
                </a:cubicBezTo>
                <a:cubicBezTo>
                  <a:pt x="219595" y="150547"/>
                  <a:pt x="218809" y="148320"/>
                  <a:pt x="218588" y="146327"/>
                </a:cubicBezTo>
                <a:cubicBezTo>
                  <a:pt x="218251" y="143348"/>
                  <a:pt x="218413" y="142712"/>
                  <a:pt x="219523" y="142712"/>
                </a:cubicBezTo>
                <a:cubicBezTo>
                  <a:pt x="220257" y="142712"/>
                  <a:pt x="221464" y="143978"/>
                  <a:pt x="222204" y="145523"/>
                </a:cubicBezTo>
                <a:lnTo>
                  <a:pt x="223548" y="148340"/>
                </a:lnTo>
                <a:lnTo>
                  <a:pt x="225930" y="146334"/>
                </a:lnTo>
                <a:cubicBezTo>
                  <a:pt x="229571" y="143264"/>
                  <a:pt x="231051" y="145256"/>
                  <a:pt x="228623" y="149962"/>
                </a:cubicBezTo>
                <a:cubicBezTo>
                  <a:pt x="227974" y="151215"/>
                  <a:pt x="227637" y="152981"/>
                  <a:pt x="227877" y="153890"/>
                </a:cubicBezTo>
                <a:cubicBezTo>
                  <a:pt x="228305" y="155538"/>
                  <a:pt x="228305" y="155538"/>
                  <a:pt x="231441" y="153825"/>
                </a:cubicBezTo>
                <a:cubicBezTo>
                  <a:pt x="235108" y="151812"/>
                  <a:pt x="236205" y="152397"/>
                  <a:pt x="234680" y="155545"/>
                </a:cubicBezTo>
                <a:cubicBezTo>
                  <a:pt x="234082" y="156778"/>
                  <a:pt x="233634" y="157998"/>
                  <a:pt x="233686" y="158258"/>
                </a:cubicBezTo>
                <a:cubicBezTo>
                  <a:pt x="233738" y="158518"/>
                  <a:pt x="233868" y="160634"/>
                  <a:pt x="233972" y="162964"/>
                </a:cubicBezTo>
                <a:cubicBezTo>
                  <a:pt x="234147" y="166787"/>
                  <a:pt x="234374" y="167242"/>
                  <a:pt x="236263" y="167644"/>
                </a:cubicBezTo>
                <a:cubicBezTo>
                  <a:pt x="239937" y="168417"/>
                  <a:pt x="242021" y="169533"/>
                  <a:pt x="242021" y="170721"/>
                </a:cubicBezTo>
                <a:cubicBezTo>
                  <a:pt x="242021" y="173084"/>
                  <a:pt x="234589" y="173759"/>
                  <a:pt x="232219" y="171617"/>
                </a:cubicBezTo>
                <a:cubicBezTo>
                  <a:pt x="230967" y="170481"/>
                  <a:pt x="230720" y="170546"/>
                  <a:pt x="229584" y="172272"/>
                </a:cubicBezTo>
                <a:lnTo>
                  <a:pt x="228338" y="174181"/>
                </a:lnTo>
                <a:lnTo>
                  <a:pt x="232369" y="174245"/>
                </a:lnTo>
                <a:cubicBezTo>
                  <a:pt x="234589" y="174278"/>
                  <a:pt x="236627" y="174525"/>
                  <a:pt x="236899" y="174797"/>
                </a:cubicBezTo>
                <a:cubicBezTo>
                  <a:pt x="238198" y="176095"/>
                  <a:pt x="235121" y="182444"/>
                  <a:pt x="231551" y="185819"/>
                </a:cubicBezTo>
                <a:cubicBezTo>
                  <a:pt x="229467" y="187792"/>
                  <a:pt x="228740" y="188779"/>
                  <a:pt x="229941" y="188013"/>
                </a:cubicBezTo>
                <a:cubicBezTo>
                  <a:pt x="231135" y="187241"/>
                  <a:pt x="232745" y="186728"/>
                  <a:pt x="233518" y="186871"/>
                </a:cubicBezTo>
                <a:cubicBezTo>
                  <a:pt x="234472" y="187039"/>
                  <a:pt x="235205" y="186293"/>
                  <a:pt x="235822" y="184501"/>
                </a:cubicBezTo>
                <a:cubicBezTo>
                  <a:pt x="236322" y="183060"/>
                  <a:pt x="237334" y="181275"/>
                  <a:pt x="238074" y="180535"/>
                </a:cubicBezTo>
                <a:cubicBezTo>
                  <a:pt x="239327" y="179289"/>
                  <a:pt x="239489" y="179321"/>
                  <a:pt x="240392" y="181009"/>
                </a:cubicBezTo>
                <a:cubicBezTo>
                  <a:pt x="240930" y="182009"/>
                  <a:pt x="241209" y="183885"/>
                  <a:pt x="241021" y="185176"/>
                </a:cubicBezTo>
                <a:cubicBezTo>
                  <a:pt x="240697" y="187409"/>
                  <a:pt x="240755" y="187461"/>
                  <a:pt x="242164" y="186182"/>
                </a:cubicBezTo>
                <a:cubicBezTo>
                  <a:pt x="242981" y="185436"/>
                  <a:pt x="243656" y="184027"/>
                  <a:pt x="243656" y="183041"/>
                </a:cubicBezTo>
                <a:cubicBezTo>
                  <a:pt x="243656" y="181171"/>
                  <a:pt x="247019" y="176939"/>
                  <a:pt x="248505" y="176939"/>
                </a:cubicBezTo>
                <a:cubicBezTo>
                  <a:pt x="249803" y="176939"/>
                  <a:pt x="249524" y="181230"/>
                  <a:pt x="248090" y="183274"/>
                </a:cubicBezTo>
                <a:cubicBezTo>
                  <a:pt x="246837" y="185066"/>
                  <a:pt x="246856" y="185085"/>
                  <a:pt x="250537" y="185085"/>
                </a:cubicBezTo>
                <a:cubicBezTo>
                  <a:pt x="253620" y="185085"/>
                  <a:pt x="254250" y="185345"/>
                  <a:pt x="254250" y="186611"/>
                </a:cubicBezTo>
                <a:cubicBezTo>
                  <a:pt x="254250" y="187708"/>
                  <a:pt x="253276" y="188409"/>
                  <a:pt x="250783" y="189116"/>
                </a:cubicBezTo>
                <a:cubicBezTo>
                  <a:pt x="248882" y="189655"/>
                  <a:pt x="246662" y="190986"/>
                  <a:pt x="245857" y="192076"/>
                </a:cubicBezTo>
                <a:cubicBezTo>
                  <a:pt x="244390" y="194050"/>
                  <a:pt x="244396" y="194050"/>
                  <a:pt x="246785" y="194050"/>
                </a:cubicBezTo>
                <a:cubicBezTo>
                  <a:pt x="248103" y="194050"/>
                  <a:pt x="250044" y="194757"/>
                  <a:pt x="251102" y="195614"/>
                </a:cubicBezTo>
                <a:lnTo>
                  <a:pt x="253023" y="197185"/>
                </a:lnTo>
                <a:lnTo>
                  <a:pt x="250985" y="197944"/>
                </a:lnTo>
                <a:cubicBezTo>
                  <a:pt x="249868" y="198360"/>
                  <a:pt x="248538" y="198846"/>
                  <a:pt x="248038" y="199028"/>
                </a:cubicBezTo>
                <a:cubicBezTo>
                  <a:pt x="247538" y="199204"/>
                  <a:pt x="245500" y="200800"/>
                  <a:pt x="243507" y="202579"/>
                </a:cubicBezTo>
                <a:lnTo>
                  <a:pt x="239892" y="205811"/>
                </a:lnTo>
                <a:lnTo>
                  <a:pt x="241852" y="209317"/>
                </a:lnTo>
                <a:cubicBezTo>
                  <a:pt x="243858" y="212906"/>
                  <a:pt x="243806" y="215236"/>
                  <a:pt x="241729" y="215236"/>
                </a:cubicBezTo>
                <a:cubicBezTo>
                  <a:pt x="240093" y="215236"/>
                  <a:pt x="235504" y="209810"/>
                  <a:pt x="235504" y="207876"/>
                </a:cubicBezTo>
                <a:cubicBezTo>
                  <a:pt x="235504" y="206616"/>
                  <a:pt x="234946" y="206272"/>
                  <a:pt x="232907" y="206272"/>
                </a:cubicBezTo>
                <a:lnTo>
                  <a:pt x="230311" y="206272"/>
                </a:lnTo>
                <a:lnTo>
                  <a:pt x="232401" y="208512"/>
                </a:lnTo>
                <a:cubicBezTo>
                  <a:pt x="236426" y="212835"/>
                  <a:pt x="236919" y="215236"/>
                  <a:pt x="233764" y="215236"/>
                </a:cubicBezTo>
                <a:cubicBezTo>
                  <a:pt x="231927" y="215236"/>
                  <a:pt x="226540" y="210582"/>
                  <a:pt x="226540" y="208992"/>
                </a:cubicBezTo>
                <a:cubicBezTo>
                  <a:pt x="226540" y="208109"/>
                  <a:pt x="225696" y="207876"/>
                  <a:pt x="223236" y="208057"/>
                </a:cubicBezTo>
                <a:cubicBezTo>
                  <a:pt x="220036" y="208304"/>
                  <a:pt x="219867" y="208460"/>
                  <a:pt x="218004" y="213055"/>
                </a:cubicBezTo>
                <a:cubicBezTo>
                  <a:pt x="216485" y="216794"/>
                  <a:pt x="216343" y="217703"/>
                  <a:pt x="217310" y="217333"/>
                </a:cubicBezTo>
                <a:cubicBezTo>
                  <a:pt x="220250" y="216204"/>
                  <a:pt x="222321" y="215976"/>
                  <a:pt x="222788" y="216729"/>
                </a:cubicBezTo>
                <a:cubicBezTo>
                  <a:pt x="223671" y="218157"/>
                  <a:pt x="219218" y="222506"/>
                  <a:pt x="215986" y="223376"/>
                </a:cubicBezTo>
                <a:cubicBezTo>
                  <a:pt x="214272" y="223837"/>
                  <a:pt x="212403" y="224785"/>
                  <a:pt x="211818" y="225486"/>
                </a:cubicBezTo>
                <a:cubicBezTo>
                  <a:pt x="210936" y="226550"/>
                  <a:pt x="211254" y="226524"/>
                  <a:pt x="213772" y="225323"/>
                </a:cubicBezTo>
                <a:cubicBezTo>
                  <a:pt x="215921" y="224298"/>
                  <a:pt x="217031" y="224142"/>
                  <a:pt x="217660" y="224772"/>
                </a:cubicBezTo>
                <a:cubicBezTo>
                  <a:pt x="218283" y="225401"/>
                  <a:pt x="219315" y="224804"/>
                  <a:pt x="221263" y="222682"/>
                </a:cubicBezTo>
                <a:cubicBezTo>
                  <a:pt x="223411" y="220351"/>
                  <a:pt x="224203" y="219929"/>
                  <a:pt x="224995" y="220708"/>
                </a:cubicBezTo>
                <a:cubicBezTo>
                  <a:pt x="225787" y="221494"/>
                  <a:pt x="225729" y="222377"/>
                  <a:pt x="224722" y="224940"/>
                </a:cubicBezTo>
                <a:cubicBezTo>
                  <a:pt x="223489" y="228082"/>
                  <a:pt x="223496" y="228154"/>
                  <a:pt x="224995" y="227219"/>
                </a:cubicBezTo>
                <a:cubicBezTo>
                  <a:pt x="225845" y="226687"/>
                  <a:pt x="226540" y="226024"/>
                  <a:pt x="226540" y="225745"/>
                </a:cubicBezTo>
                <a:cubicBezTo>
                  <a:pt x="226540" y="224583"/>
                  <a:pt x="230954" y="220942"/>
                  <a:pt x="232356" y="220942"/>
                </a:cubicBezTo>
                <a:cubicBezTo>
                  <a:pt x="234335" y="220942"/>
                  <a:pt x="234284" y="222643"/>
                  <a:pt x="232219" y="225272"/>
                </a:cubicBezTo>
                <a:cubicBezTo>
                  <a:pt x="230629" y="227297"/>
                  <a:pt x="230623" y="227407"/>
                  <a:pt x="232057" y="228173"/>
                </a:cubicBezTo>
                <a:cubicBezTo>
                  <a:pt x="233226" y="228803"/>
                  <a:pt x="233790" y="228601"/>
                  <a:pt x="234634" y="227251"/>
                </a:cubicBezTo>
                <a:cubicBezTo>
                  <a:pt x="235679" y="225577"/>
                  <a:pt x="235744" y="225570"/>
                  <a:pt x="236828" y="227057"/>
                </a:cubicBezTo>
                <a:cubicBezTo>
                  <a:pt x="237445" y="227900"/>
                  <a:pt x="237951" y="229426"/>
                  <a:pt x="237951" y="230458"/>
                </a:cubicBezTo>
                <a:cubicBezTo>
                  <a:pt x="237951" y="232308"/>
                  <a:pt x="237977" y="232314"/>
                  <a:pt x="240807" y="230958"/>
                </a:cubicBezTo>
                <a:cubicBezTo>
                  <a:pt x="244909" y="229004"/>
                  <a:pt x="246065" y="230477"/>
                  <a:pt x="243150" y="233950"/>
                </a:cubicBezTo>
                <a:cubicBezTo>
                  <a:pt x="241923" y="235404"/>
                  <a:pt x="240833" y="237429"/>
                  <a:pt x="240723" y="238455"/>
                </a:cubicBezTo>
                <a:cubicBezTo>
                  <a:pt x="240528" y="240298"/>
                  <a:pt x="240554" y="240305"/>
                  <a:pt x="243747" y="239052"/>
                </a:cubicBezTo>
                <a:cubicBezTo>
                  <a:pt x="246305" y="238046"/>
                  <a:pt x="247175" y="237994"/>
                  <a:pt x="247960" y="238792"/>
                </a:cubicBezTo>
                <a:cubicBezTo>
                  <a:pt x="248739" y="239584"/>
                  <a:pt x="248596" y="240091"/>
                  <a:pt x="247278" y="241168"/>
                </a:cubicBezTo>
                <a:cubicBezTo>
                  <a:pt x="246357" y="241921"/>
                  <a:pt x="245052" y="244517"/>
                  <a:pt x="244377" y="246939"/>
                </a:cubicBezTo>
                <a:lnTo>
                  <a:pt x="243157" y="251346"/>
                </a:lnTo>
                <a:lnTo>
                  <a:pt x="247590" y="253683"/>
                </a:lnTo>
                <a:lnTo>
                  <a:pt x="252030" y="256013"/>
                </a:lnTo>
                <a:lnTo>
                  <a:pt x="256067" y="254001"/>
                </a:lnTo>
                <a:lnTo>
                  <a:pt x="260104" y="251995"/>
                </a:lnTo>
                <a:lnTo>
                  <a:pt x="257313" y="250827"/>
                </a:lnTo>
                <a:cubicBezTo>
                  <a:pt x="254392" y="249606"/>
                  <a:pt x="250985" y="245965"/>
                  <a:pt x="250985" y="244057"/>
                </a:cubicBezTo>
                <a:cubicBezTo>
                  <a:pt x="250985" y="242609"/>
                  <a:pt x="252452" y="242655"/>
                  <a:pt x="255386" y="244186"/>
                </a:cubicBezTo>
                <a:cubicBezTo>
                  <a:pt x="258345" y="245731"/>
                  <a:pt x="259150" y="245102"/>
                  <a:pt x="256729" y="243135"/>
                </a:cubicBezTo>
                <a:cubicBezTo>
                  <a:pt x="255470" y="242122"/>
                  <a:pt x="254762" y="240454"/>
                  <a:pt x="254470" y="237819"/>
                </a:cubicBezTo>
                <a:cubicBezTo>
                  <a:pt x="254230" y="235709"/>
                  <a:pt x="254289" y="233982"/>
                  <a:pt x="254600" y="233982"/>
                </a:cubicBezTo>
                <a:cubicBezTo>
                  <a:pt x="256158" y="233982"/>
                  <a:pt x="258203" y="235806"/>
                  <a:pt x="259118" y="238013"/>
                </a:cubicBezTo>
                <a:cubicBezTo>
                  <a:pt x="260176" y="240564"/>
                  <a:pt x="261578" y="240655"/>
                  <a:pt x="261578" y="238169"/>
                </a:cubicBezTo>
                <a:cubicBezTo>
                  <a:pt x="261578" y="236060"/>
                  <a:pt x="266887" y="231211"/>
                  <a:pt x="268510" y="231834"/>
                </a:cubicBezTo>
                <a:cubicBezTo>
                  <a:pt x="270042" y="232418"/>
                  <a:pt x="269536" y="235092"/>
                  <a:pt x="267446" y="237468"/>
                </a:cubicBezTo>
                <a:cubicBezTo>
                  <a:pt x="266290" y="238779"/>
                  <a:pt x="266290" y="239039"/>
                  <a:pt x="267439" y="240188"/>
                </a:cubicBezTo>
                <a:cubicBezTo>
                  <a:pt x="268588" y="241337"/>
                  <a:pt x="268757" y="241188"/>
                  <a:pt x="269237" y="238617"/>
                </a:cubicBezTo>
                <a:cubicBezTo>
                  <a:pt x="270256" y="233217"/>
                  <a:pt x="273807" y="232554"/>
                  <a:pt x="273807" y="237760"/>
                </a:cubicBezTo>
                <a:cubicBezTo>
                  <a:pt x="273807" y="241486"/>
                  <a:pt x="275267" y="241012"/>
                  <a:pt x="276715" y="236813"/>
                </a:cubicBezTo>
                <a:cubicBezTo>
                  <a:pt x="277870" y="233450"/>
                  <a:pt x="280012" y="231250"/>
                  <a:pt x="281336" y="232061"/>
                </a:cubicBezTo>
                <a:cubicBezTo>
                  <a:pt x="282102" y="232541"/>
                  <a:pt x="281869" y="234787"/>
                  <a:pt x="280772" y="237390"/>
                </a:cubicBezTo>
                <a:cubicBezTo>
                  <a:pt x="280291" y="238520"/>
                  <a:pt x="280746" y="238812"/>
                  <a:pt x="283310" y="239020"/>
                </a:cubicBezTo>
                <a:cubicBezTo>
                  <a:pt x="287561" y="239370"/>
                  <a:pt x="287438" y="241376"/>
                  <a:pt x="283082" y="242882"/>
                </a:cubicBezTo>
                <a:cubicBezTo>
                  <a:pt x="281232" y="243518"/>
                  <a:pt x="279305" y="244712"/>
                  <a:pt x="278792" y="245530"/>
                </a:cubicBezTo>
                <a:cubicBezTo>
                  <a:pt x="277974" y="246841"/>
                  <a:pt x="278143" y="247016"/>
                  <a:pt x="280161" y="247016"/>
                </a:cubicBezTo>
                <a:cubicBezTo>
                  <a:pt x="282927" y="247016"/>
                  <a:pt x="285685" y="248853"/>
                  <a:pt x="284880" y="250152"/>
                </a:cubicBezTo>
                <a:cubicBezTo>
                  <a:pt x="284562" y="250671"/>
                  <a:pt x="283498" y="251106"/>
                  <a:pt x="282518" y="251112"/>
                </a:cubicBezTo>
                <a:cubicBezTo>
                  <a:pt x="281538" y="251125"/>
                  <a:pt x="279201" y="252540"/>
                  <a:pt x="277331" y="254254"/>
                </a:cubicBezTo>
                <a:lnTo>
                  <a:pt x="273937" y="257363"/>
                </a:lnTo>
                <a:lnTo>
                  <a:pt x="275494" y="259732"/>
                </a:lnTo>
                <a:cubicBezTo>
                  <a:pt x="277409" y="262640"/>
                  <a:pt x="277559" y="265763"/>
                  <a:pt x="275780" y="265763"/>
                </a:cubicBezTo>
                <a:cubicBezTo>
                  <a:pt x="273917" y="265763"/>
                  <a:pt x="269731" y="261290"/>
                  <a:pt x="269731" y="259304"/>
                </a:cubicBezTo>
                <a:cubicBezTo>
                  <a:pt x="269731" y="258025"/>
                  <a:pt x="269211" y="257610"/>
                  <a:pt x="267608" y="257610"/>
                </a:cubicBezTo>
                <a:lnTo>
                  <a:pt x="265485" y="257610"/>
                </a:lnTo>
                <a:lnTo>
                  <a:pt x="268017" y="260492"/>
                </a:lnTo>
                <a:cubicBezTo>
                  <a:pt x="269406" y="262076"/>
                  <a:pt x="270542" y="263737"/>
                  <a:pt x="270542" y="264185"/>
                </a:cubicBezTo>
                <a:cubicBezTo>
                  <a:pt x="270542" y="266743"/>
                  <a:pt x="264473" y="264984"/>
                  <a:pt x="262227" y="261777"/>
                </a:cubicBezTo>
                <a:cubicBezTo>
                  <a:pt x="261175" y="260278"/>
                  <a:pt x="261072" y="260291"/>
                  <a:pt x="258715" y="262180"/>
                </a:cubicBezTo>
                <a:cubicBezTo>
                  <a:pt x="256275" y="264133"/>
                  <a:pt x="256586" y="264484"/>
                  <a:pt x="260500" y="264172"/>
                </a:cubicBezTo>
                <a:cubicBezTo>
                  <a:pt x="263292" y="263952"/>
                  <a:pt x="269068" y="267236"/>
                  <a:pt x="268737" y="268859"/>
                </a:cubicBezTo>
                <a:cubicBezTo>
                  <a:pt x="268283" y="271105"/>
                  <a:pt x="262318" y="270566"/>
                  <a:pt x="258521" y="267937"/>
                </a:cubicBezTo>
                <a:cubicBezTo>
                  <a:pt x="256794" y="266736"/>
                  <a:pt x="254665" y="265769"/>
                  <a:pt x="253795" y="265776"/>
                </a:cubicBezTo>
                <a:cubicBezTo>
                  <a:pt x="252705" y="265782"/>
                  <a:pt x="253231" y="266366"/>
                  <a:pt x="255470" y="267632"/>
                </a:cubicBezTo>
                <a:cubicBezTo>
                  <a:pt x="259527" y="269930"/>
                  <a:pt x="259728" y="271780"/>
                  <a:pt x="255970" y="272137"/>
                </a:cubicBezTo>
                <a:cubicBezTo>
                  <a:pt x="252426" y="272474"/>
                  <a:pt x="249816" y="271806"/>
                  <a:pt x="248142" y="270131"/>
                </a:cubicBezTo>
                <a:cubicBezTo>
                  <a:pt x="247272" y="269261"/>
                  <a:pt x="246532" y="269080"/>
                  <a:pt x="246013" y="269599"/>
                </a:cubicBezTo>
                <a:cubicBezTo>
                  <a:pt x="244974" y="270631"/>
                  <a:pt x="246324" y="271734"/>
                  <a:pt x="251115" y="273792"/>
                </a:cubicBezTo>
                <a:cubicBezTo>
                  <a:pt x="254496" y="275240"/>
                  <a:pt x="254983" y="275272"/>
                  <a:pt x="256119" y="274130"/>
                </a:cubicBezTo>
                <a:cubicBezTo>
                  <a:pt x="257592" y="272656"/>
                  <a:pt x="264726" y="271858"/>
                  <a:pt x="266388" y="272974"/>
                </a:cubicBezTo>
                <a:cubicBezTo>
                  <a:pt x="268335" y="274298"/>
                  <a:pt x="266686" y="276304"/>
                  <a:pt x="262785" y="277349"/>
                </a:cubicBezTo>
                <a:cubicBezTo>
                  <a:pt x="259657" y="278180"/>
                  <a:pt x="259254" y="278505"/>
                  <a:pt x="260332" y="279283"/>
                </a:cubicBezTo>
                <a:cubicBezTo>
                  <a:pt x="261059" y="279816"/>
                  <a:pt x="263116" y="280056"/>
                  <a:pt x="265070" y="279835"/>
                </a:cubicBezTo>
                <a:cubicBezTo>
                  <a:pt x="267725" y="279537"/>
                  <a:pt x="268997" y="279829"/>
                  <a:pt x="270555" y="281088"/>
                </a:cubicBezTo>
                <a:cubicBezTo>
                  <a:pt x="273158" y="283198"/>
                  <a:pt x="272204" y="284100"/>
                  <a:pt x="267348" y="284100"/>
                </a:cubicBezTo>
                <a:lnTo>
                  <a:pt x="263473" y="284100"/>
                </a:lnTo>
                <a:lnTo>
                  <a:pt x="264194" y="287293"/>
                </a:lnTo>
                <a:cubicBezTo>
                  <a:pt x="264739" y="289708"/>
                  <a:pt x="264629" y="290766"/>
                  <a:pt x="263765" y="291636"/>
                </a:cubicBezTo>
                <a:cubicBezTo>
                  <a:pt x="262597" y="292798"/>
                  <a:pt x="261766" y="292116"/>
                  <a:pt x="258728" y="287521"/>
                </a:cubicBezTo>
                <a:cubicBezTo>
                  <a:pt x="258281" y="286839"/>
                  <a:pt x="257086" y="286041"/>
                  <a:pt x="256080" y="285749"/>
                </a:cubicBezTo>
                <a:cubicBezTo>
                  <a:pt x="254425" y="285262"/>
                  <a:pt x="254250" y="285489"/>
                  <a:pt x="254250" y="288053"/>
                </a:cubicBezTo>
                <a:cubicBezTo>
                  <a:pt x="254250" y="293233"/>
                  <a:pt x="252101" y="295394"/>
                  <a:pt x="250498" y="291831"/>
                </a:cubicBezTo>
                <a:cubicBezTo>
                  <a:pt x="250095" y="290928"/>
                  <a:pt x="247778" y="288994"/>
                  <a:pt x="245351" y="287540"/>
                </a:cubicBezTo>
                <a:lnTo>
                  <a:pt x="240937" y="284892"/>
                </a:lnTo>
                <a:lnTo>
                  <a:pt x="237523" y="288501"/>
                </a:lnTo>
                <a:cubicBezTo>
                  <a:pt x="235101" y="291065"/>
                  <a:pt x="233712" y="291947"/>
                  <a:pt x="232719" y="291571"/>
                </a:cubicBezTo>
                <a:cubicBezTo>
                  <a:pt x="231707" y="291182"/>
                  <a:pt x="231466" y="290519"/>
                  <a:pt x="231862" y="289195"/>
                </a:cubicBezTo>
                <a:cubicBezTo>
                  <a:pt x="232752" y="286183"/>
                  <a:pt x="236257" y="281244"/>
                  <a:pt x="237503" y="281244"/>
                </a:cubicBezTo>
                <a:cubicBezTo>
                  <a:pt x="239171" y="281244"/>
                  <a:pt x="239684" y="280043"/>
                  <a:pt x="238905" y="277940"/>
                </a:cubicBezTo>
                <a:cubicBezTo>
                  <a:pt x="238250" y="276168"/>
                  <a:pt x="238178" y="276200"/>
                  <a:pt x="236484" y="278939"/>
                </a:cubicBezTo>
                <a:cubicBezTo>
                  <a:pt x="233901" y="283126"/>
                  <a:pt x="231603" y="285002"/>
                  <a:pt x="230460" y="283860"/>
                </a:cubicBezTo>
                <a:cubicBezTo>
                  <a:pt x="229084" y="282484"/>
                  <a:pt x="231058" y="276603"/>
                  <a:pt x="233816" y="273844"/>
                </a:cubicBezTo>
                <a:cubicBezTo>
                  <a:pt x="235523" y="272137"/>
                  <a:pt x="235971" y="271027"/>
                  <a:pt x="235705" y="269183"/>
                </a:cubicBezTo>
                <a:cubicBezTo>
                  <a:pt x="235355" y="266821"/>
                  <a:pt x="235238" y="266769"/>
                  <a:pt x="230740" y="266821"/>
                </a:cubicBezTo>
                <a:cubicBezTo>
                  <a:pt x="228208" y="266847"/>
                  <a:pt x="222464" y="266756"/>
                  <a:pt x="217985" y="266606"/>
                </a:cubicBezTo>
                <a:cubicBezTo>
                  <a:pt x="213500" y="266464"/>
                  <a:pt x="208982" y="266691"/>
                  <a:pt x="207943" y="267113"/>
                </a:cubicBezTo>
                <a:cubicBezTo>
                  <a:pt x="206898" y="267535"/>
                  <a:pt x="205366" y="269404"/>
                  <a:pt x="204523" y="271299"/>
                </a:cubicBezTo>
                <a:cubicBezTo>
                  <a:pt x="203017" y="274655"/>
                  <a:pt x="203017" y="274727"/>
                  <a:pt x="204529" y="274727"/>
                </a:cubicBezTo>
                <a:cubicBezTo>
                  <a:pt x="205379" y="274727"/>
                  <a:pt x="206301" y="274357"/>
                  <a:pt x="206574" y="273909"/>
                </a:cubicBezTo>
                <a:cubicBezTo>
                  <a:pt x="207138" y="273000"/>
                  <a:pt x="213610" y="272948"/>
                  <a:pt x="216758" y="273824"/>
                </a:cubicBezTo>
                <a:cubicBezTo>
                  <a:pt x="219608" y="274616"/>
                  <a:pt x="219848" y="276966"/>
                  <a:pt x="217173" y="277985"/>
                </a:cubicBezTo>
                <a:cubicBezTo>
                  <a:pt x="214279" y="279082"/>
                  <a:pt x="207528" y="279017"/>
                  <a:pt x="206392" y="277881"/>
                </a:cubicBezTo>
                <a:cubicBezTo>
                  <a:pt x="205795" y="277291"/>
                  <a:pt x="204380" y="277187"/>
                  <a:pt x="202361" y="277596"/>
                </a:cubicBezTo>
                <a:lnTo>
                  <a:pt x="199239" y="278219"/>
                </a:lnTo>
                <a:lnTo>
                  <a:pt x="203718" y="279121"/>
                </a:lnTo>
                <a:cubicBezTo>
                  <a:pt x="208820" y="280147"/>
                  <a:pt x="209975" y="281990"/>
                  <a:pt x="206502" y="283574"/>
                </a:cubicBezTo>
                <a:cubicBezTo>
                  <a:pt x="203010" y="285164"/>
                  <a:pt x="197389" y="285671"/>
                  <a:pt x="196007" y="284522"/>
                </a:cubicBezTo>
                <a:cubicBezTo>
                  <a:pt x="194708" y="283451"/>
                  <a:pt x="192313" y="283912"/>
                  <a:pt x="192313" y="285236"/>
                </a:cubicBezTo>
                <a:cubicBezTo>
                  <a:pt x="192313" y="286281"/>
                  <a:pt x="194079" y="286742"/>
                  <a:pt x="200583" y="287391"/>
                </a:cubicBezTo>
                <a:cubicBezTo>
                  <a:pt x="205685" y="287904"/>
                  <a:pt x="206035" y="287832"/>
                  <a:pt x="206574" y="286144"/>
                </a:cubicBezTo>
                <a:cubicBezTo>
                  <a:pt x="207249" y="284015"/>
                  <a:pt x="212805" y="281289"/>
                  <a:pt x="216511" y="281263"/>
                </a:cubicBezTo>
                <a:cubicBezTo>
                  <a:pt x="221159" y="281231"/>
                  <a:pt x="220575" y="283457"/>
                  <a:pt x="214954" y="287190"/>
                </a:cubicBezTo>
                <a:lnTo>
                  <a:pt x="211929" y="289202"/>
                </a:lnTo>
                <a:lnTo>
                  <a:pt x="214389" y="289695"/>
                </a:lnTo>
                <a:cubicBezTo>
                  <a:pt x="216005" y="290013"/>
                  <a:pt x="217550" y="289728"/>
                  <a:pt x="218874" y="288864"/>
                </a:cubicBezTo>
                <a:cubicBezTo>
                  <a:pt x="221944" y="286846"/>
                  <a:pt x="228987" y="287203"/>
                  <a:pt x="228987" y="289377"/>
                </a:cubicBezTo>
                <a:cubicBezTo>
                  <a:pt x="228987" y="290506"/>
                  <a:pt x="221853" y="292895"/>
                  <a:pt x="219952" y="292402"/>
                </a:cubicBezTo>
                <a:lnTo>
                  <a:pt x="218206" y="291941"/>
                </a:lnTo>
                <a:lnTo>
                  <a:pt x="219874" y="293726"/>
                </a:lnTo>
                <a:cubicBezTo>
                  <a:pt x="224534" y="298705"/>
                  <a:pt x="224709" y="303638"/>
                  <a:pt x="220140" y="301269"/>
                </a:cubicBezTo>
                <a:cubicBezTo>
                  <a:pt x="218952" y="300658"/>
                  <a:pt x="217355" y="299464"/>
                  <a:pt x="216589" y="298620"/>
                </a:cubicBezTo>
                <a:cubicBezTo>
                  <a:pt x="215557" y="297478"/>
                  <a:pt x="214376" y="297166"/>
                  <a:pt x="211968" y="297393"/>
                </a:cubicBezTo>
                <a:lnTo>
                  <a:pt x="208735" y="297705"/>
                </a:lnTo>
                <a:lnTo>
                  <a:pt x="210300" y="300269"/>
                </a:lnTo>
                <a:cubicBezTo>
                  <a:pt x="211968" y="303008"/>
                  <a:pt x="212442" y="308136"/>
                  <a:pt x="211020" y="308136"/>
                </a:cubicBezTo>
                <a:cubicBezTo>
                  <a:pt x="210546" y="308136"/>
                  <a:pt x="209358" y="307279"/>
                  <a:pt x="208372" y="306228"/>
                </a:cubicBezTo>
                <a:cubicBezTo>
                  <a:pt x="207132" y="304910"/>
                  <a:pt x="205581" y="304280"/>
                  <a:pt x="203380" y="304209"/>
                </a:cubicBezTo>
                <a:lnTo>
                  <a:pt x="200180" y="304099"/>
                </a:lnTo>
                <a:lnTo>
                  <a:pt x="202874" y="306877"/>
                </a:lnTo>
                <a:cubicBezTo>
                  <a:pt x="205736" y="309837"/>
                  <a:pt x="205801" y="312212"/>
                  <a:pt x="203017" y="312212"/>
                </a:cubicBezTo>
                <a:cubicBezTo>
                  <a:pt x="202153" y="312212"/>
                  <a:pt x="199375" y="311122"/>
                  <a:pt x="196850" y="309791"/>
                </a:cubicBezTo>
                <a:cubicBezTo>
                  <a:pt x="194189" y="308396"/>
                  <a:pt x="192307" y="307792"/>
                  <a:pt x="192385" y="308370"/>
                </a:cubicBezTo>
                <a:cubicBezTo>
                  <a:pt x="192651" y="310492"/>
                  <a:pt x="192248" y="311226"/>
                  <a:pt x="190483" y="311817"/>
                </a:cubicBezTo>
                <a:cubicBezTo>
                  <a:pt x="189133" y="312264"/>
                  <a:pt x="190080" y="312576"/>
                  <a:pt x="194098" y="312991"/>
                </a:cubicBezTo>
                <a:cubicBezTo>
                  <a:pt x="199538" y="313556"/>
                  <a:pt x="202095" y="314744"/>
                  <a:pt x="202095" y="316711"/>
                </a:cubicBezTo>
                <a:cubicBezTo>
                  <a:pt x="202095" y="317970"/>
                  <a:pt x="194494" y="319930"/>
                  <a:pt x="192527" y="319177"/>
                </a:cubicBezTo>
                <a:cubicBezTo>
                  <a:pt x="191521" y="318788"/>
                  <a:pt x="191684" y="319223"/>
                  <a:pt x="193086" y="320722"/>
                </a:cubicBezTo>
                <a:cubicBezTo>
                  <a:pt x="194436" y="322157"/>
                  <a:pt x="195896" y="322806"/>
                  <a:pt x="197792" y="322806"/>
                </a:cubicBezTo>
                <a:cubicBezTo>
                  <a:pt x="200816" y="322806"/>
                  <a:pt x="204445" y="324396"/>
                  <a:pt x="206178" y="326480"/>
                </a:cubicBezTo>
                <a:cubicBezTo>
                  <a:pt x="208476" y="329251"/>
                  <a:pt x="203192" y="329797"/>
                  <a:pt x="197960" y="327324"/>
                </a:cubicBezTo>
                <a:lnTo>
                  <a:pt x="195870" y="326337"/>
                </a:lnTo>
                <a:lnTo>
                  <a:pt x="196169" y="330478"/>
                </a:lnTo>
                <a:cubicBezTo>
                  <a:pt x="196708" y="338027"/>
                  <a:pt x="193456" y="338858"/>
                  <a:pt x="190950" y="331815"/>
                </a:cubicBezTo>
                <a:cubicBezTo>
                  <a:pt x="190145" y="329550"/>
                  <a:pt x="189009" y="327694"/>
                  <a:pt x="188425" y="327694"/>
                </a:cubicBezTo>
                <a:cubicBezTo>
                  <a:pt x="187847" y="327694"/>
                  <a:pt x="186465" y="327103"/>
                  <a:pt x="185361" y="326376"/>
                </a:cubicBezTo>
                <a:lnTo>
                  <a:pt x="183349" y="325065"/>
                </a:lnTo>
                <a:lnTo>
                  <a:pt x="183349" y="328362"/>
                </a:lnTo>
                <a:cubicBezTo>
                  <a:pt x="183349" y="332491"/>
                  <a:pt x="182122" y="335846"/>
                  <a:pt x="180604" y="335846"/>
                </a:cubicBezTo>
                <a:cubicBezTo>
                  <a:pt x="179273" y="335846"/>
                  <a:pt x="178462" y="334120"/>
                  <a:pt x="178462" y="331296"/>
                </a:cubicBezTo>
                <a:cubicBezTo>
                  <a:pt x="178462" y="329933"/>
                  <a:pt x="178001" y="329323"/>
                  <a:pt x="176982" y="329323"/>
                </a:cubicBezTo>
                <a:cubicBezTo>
                  <a:pt x="176170" y="329323"/>
                  <a:pt x="174450" y="328226"/>
                  <a:pt x="173165" y="326882"/>
                </a:cubicBezTo>
                <a:cubicBezTo>
                  <a:pt x="171880" y="325532"/>
                  <a:pt x="170367" y="324435"/>
                  <a:pt x="169809" y="324435"/>
                </a:cubicBezTo>
                <a:cubicBezTo>
                  <a:pt x="169251" y="324435"/>
                  <a:pt x="168556" y="323689"/>
                  <a:pt x="168264" y="322773"/>
                </a:cubicBezTo>
                <a:cubicBezTo>
                  <a:pt x="167765" y="321183"/>
                  <a:pt x="167628" y="321222"/>
                  <a:pt x="165266" y="323526"/>
                </a:cubicBezTo>
                <a:cubicBezTo>
                  <a:pt x="163902" y="324857"/>
                  <a:pt x="161734" y="326382"/>
                  <a:pt x="160443" y="326915"/>
                </a:cubicBezTo>
                <a:cubicBezTo>
                  <a:pt x="157502" y="328135"/>
                  <a:pt x="157496" y="328427"/>
                  <a:pt x="160125" y="346271"/>
                </a:cubicBezTo>
                <a:cubicBezTo>
                  <a:pt x="162137" y="359915"/>
                  <a:pt x="163773" y="383374"/>
                  <a:pt x="163786" y="398738"/>
                </a:cubicBezTo>
                <a:cubicBezTo>
                  <a:pt x="163792" y="405547"/>
                  <a:pt x="163597" y="406690"/>
                  <a:pt x="162371" y="407066"/>
                </a:cubicBezTo>
                <a:cubicBezTo>
                  <a:pt x="159911" y="407826"/>
                  <a:pt x="145579" y="409994"/>
                  <a:pt x="143015" y="409994"/>
                </a:cubicBezTo>
                <a:lnTo>
                  <a:pt x="140568" y="410000"/>
                </a:lnTo>
                <a:lnTo>
                  <a:pt x="140853" y="371034"/>
                </a:lnTo>
                <a:close/>
                <a:moveTo>
                  <a:pt x="178935" y="320294"/>
                </a:moveTo>
                <a:cubicBezTo>
                  <a:pt x="178228" y="318522"/>
                  <a:pt x="177644" y="316204"/>
                  <a:pt x="177644" y="315153"/>
                </a:cubicBezTo>
                <a:cubicBezTo>
                  <a:pt x="177644" y="313907"/>
                  <a:pt x="175807" y="311336"/>
                  <a:pt x="172347" y="307760"/>
                </a:cubicBezTo>
                <a:cubicBezTo>
                  <a:pt x="168667" y="303943"/>
                  <a:pt x="167057" y="302736"/>
                  <a:pt x="167064" y="303781"/>
                </a:cubicBezTo>
                <a:cubicBezTo>
                  <a:pt x="167083" y="305773"/>
                  <a:pt x="167790" y="306650"/>
                  <a:pt x="170718" y="308272"/>
                </a:cubicBezTo>
                <a:cubicBezTo>
                  <a:pt x="173736" y="309941"/>
                  <a:pt x="176592" y="314406"/>
                  <a:pt x="175404" y="315594"/>
                </a:cubicBezTo>
                <a:cubicBezTo>
                  <a:pt x="174840" y="316159"/>
                  <a:pt x="173756" y="316003"/>
                  <a:pt x="172036" y="315114"/>
                </a:cubicBezTo>
                <a:cubicBezTo>
                  <a:pt x="170640" y="314387"/>
                  <a:pt x="169504" y="314082"/>
                  <a:pt x="169511" y="314432"/>
                </a:cubicBezTo>
                <a:cubicBezTo>
                  <a:pt x="169537" y="315711"/>
                  <a:pt x="170763" y="316918"/>
                  <a:pt x="172347" y="317217"/>
                </a:cubicBezTo>
                <a:cubicBezTo>
                  <a:pt x="173275" y="317392"/>
                  <a:pt x="175041" y="319333"/>
                  <a:pt x="176423" y="321696"/>
                </a:cubicBezTo>
                <a:cubicBezTo>
                  <a:pt x="178260" y="324831"/>
                  <a:pt x="179039" y="325578"/>
                  <a:pt x="179546" y="324695"/>
                </a:cubicBezTo>
                <a:cubicBezTo>
                  <a:pt x="179954" y="323994"/>
                  <a:pt x="179714" y="322228"/>
                  <a:pt x="178935" y="320294"/>
                </a:cubicBezTo>
                <a:close/>
                <a:moveTo>
                  <a:pt x="189068" y="320885"/>
                </a:moveTo>
                <a:lnTo>
                  <a:pt x="187250" y="319138"/>
                </a:lnTo>
                <a:lnTo>
                  <a:pt x="188691" y="321988"/>
                </a:lnTo>
                <a:cubicBezTo>
                  <a:pt x="189561" y="323715"/>
                  <a:pt x="190282" y="324403"/>
                  <a:pt x="190502" y="323741"/>
                </a:cubicBezTo>
                <a:cubicBezTo>
                  <a:pt x="190710" y="323130"/>
                  <a:pt x="190061" y="321845"/>
                  <a:pt x="189068" y="320885"/>
                </a:cubicBezTo>
                <a:close/>
                <a:moveTo>
                  <a:pt x="161020" y="319138"/>
                </a:moveTo>
                <a:cubicBezTo>
                  <a:pt x="162669" y="318015"/>
                  <a:pt x="164753" y="317100"/>
                  <a:pt x="165642" y="317100"/>
                </a:cubicBezTo>
                <a:cubicBezTo>
                  <a:pt x="167051" y="317100"/>
                  <a:pt x="167206" y="316711"/>
                  <a:pt x="166784" y="314147"/>
                </a:cubicBezTo>
                <a:cubicBezTo>
                  <a:pt x="166525" y="312524"/>
                  <a:pt x="166168" y="311051"/>
                  <a:pt x="165993" y="310875"/>
                </a:cubicBezTo>
                <a:cubicBezTo>
                  <a:pt x="165434" y="310317"/>
                  <a:pt x="157275" y="318924"/>
                  <a:pt x="157275" y="320067"/>
                </a:cubicBezTo>
                <a:cubicBezTo>
                  <a:pt x="157275" y="321560"/>
                  <a:pt x="157548" y="321495"/>
                  <a:pt x="161020" y="319138"/>
                </a:cubicBezTo>
                <a:close/>
                <a:moveTo>
                  <a:pt x="140139" y="314861"/>
                </a:moveTo>
                <a:cubicBezTo>
                  <a:pt x="140126" y="314523"/>
                  <a:pt x="139023" y="310032"/>
                  <a:pt x="137692" y="304878"/>
                </a:cubicBezTo>
                <a:cubicBezTo>
                  <a:pt x="136361" y="299724"/>
                  <a:pt x="134836" y="292279"/>
                  <a:pt x="134304" y="288338"/>
                </a:cubicBezTo>
                <a:cubicBezTo>
                  <a:pt x="133428" y="281815"/>
                  <a:pt x="133187" y="281192"/>
                  <a:pt x="131655" y="281413"/>
                </a:cubicBezTo>
                <a:cubicBezTo>
                  <a:pt x="130565" y="281568"/>
                  <a:pt x="129883" y="282367"/>
                  <a:pt x="129708" y="283691"/>
                </a:cubicBezTo>
                <a:cubicBezTo>
                  <a:pt x="129150" y="287891"/>
                  <a:pt x="119758" y="295232"/>
                  <a:pt x="118187" y="292694"/>
                </a:cubicBezTo>
                <a:cubicBezTo>
                  <a:pt x="117200" y="291104"/>
                  <a:pt x="118057" y="288994"/>
                  <a:pt x="121160" y="285372"/>
                </a:cubicBezTo>
                <a:cubicBezTo>
                  <a:pt x="123646" y="282464"/>
                  <a:pt x="123788" y="282062"/>
                  <a:pt x="122367" y="282062"/>
                </a:cubicBezTo>
                <a:cubicBezTo>
                  <a:pt x="119907" y="282062"/>
                  <a:pt x="118161" y="282918"/>
                  <a:pt x="118161" y="284132"/>
                </a:cubicBezTo>
                <a:cubicBezTo>
                  <a:pt x="118161" y="284729"/>
                  <a:pt x="116876" y="285677"/>
                  <a:pt x="115305" y="286248"/>
                </a:cubicBezTo>
                <a:cubicBezTo>
                  <a:pt x="112546" y="287241"/>
                  <a:pt x="112455" y="287417"/>
                  <a:pt x="112455" y="291493"/>
                </a:cubicBezTo>
                <a:cubicBezTo>
                  <a:pt x="112455" y="297887"/>
                  <a:pt x="113241" y="301028"/>
                  <a:pt x="114558" y="299931"/>
                </a:cubicBezTo>
                <a:cubicBezTo>
                  <a:pt x="116110" y="298646"/>
                  <a:pt x="117200" y="299626"/>
                  <a:pt x="117810" y="302859"/>
                </a:cubicBezTo>
                <a:cubicBezTo>
                  <a:pt x="118427" y="306150"/>
                  <a:pt x="120634" y="307721"/>
                  <a:pt x="131136" y="312323"/>
                </a:cubicBezTo>
                <a:cubicBezTo>
                  <a:pt x="138192" y="315413"/>
                  <a:pt x="140178" y="315977"/>
                  <a:pt x="140139" y="314861"/>
                </a:cubicBezTo>
                <a:close/>
                <a:moveTo>
                  <a:pt x="187614" y="314199"/>
                </a:moveTo>
                <a:cubicBezTo>
                  <a:pt x="188308" y="313498"/>
                  <a:pt x="184901" y="310168"/>
                  <a:pt x="181928" y="308642"/>
                </a:cubicBezTo>
                <a:cubicBezTo>
                  <a:pt x="180467" y="307889"/>
                  <a:pt x="179279" y="306741"/>
                  <a:pt x="179279" y="306078"/>
                </a:cubicBezTo>
                <a:cubicBezTo>
                  <a:pt x="179279" y="305338"/>
                  <a:pt x="178494" y="304878"/>
                  <a:pt x="177241" y="304878"/>
                </a:cubicBezTo>
                <a:cubicBezTo>
                  <a:pt x="173593" y="304878"/>
                  <a:pt x="174995" y="306805"/>
                  <a:pt x="182337" y="311888"/>
                </a:cubicBezTo>
                <a:cubicBezTo>
                  <a:pt x="186432" y="314725"/>
                  <a:pt x="186887" y="314926"/>
                  <a:pt x="187614" y="314199"/>
                </a:cubicBezTo>
                <a:close/>
                <a:moveTo>
                  <a:pt x="92080" y="313524"/>
                </a:moveTo>
                <a:cubicBezTo>
                  <a:pt x="92080" y="313342"/>
                  <a:pt x="91535" y="312991"/>
                  <a:pt x="90860" y="312732"/>
                </a:cubicBezTo>
                <a:cubicBezTo>
                  <a:pt x="90191" y="312472"/>
                  <a:pt x="89640" y="312615"/>
                  <a:pt x="89640" y="313050"/>
                </a:cubicBezTo>
                <a:cubicBezTo>
                  <a:pt x="89640" y="313485"/>
                  <a:pt x="90191" y="313842"/>
                  <a:pt x="90860" y="313842"/>
                </a:cubicBezTo>
                <a:cubicBezTo>
                  <a:pt x="91535" y="313842"/>
                  <a:pt x="92080" y="313699"/>
                  <a:pt x="92080" y="313524"/>
                </a:cubicBezTo>
                <a:close/>
                <a:moveTo>
                  <a:pt x="105322" y="312998"/>
                </a:moveTo>
                <a:cubicBezTo>
                  <a:pt x="104316" y="312595"/>
                  <a:pt x="103491" y="311609"/>
                  <a:pt x="103491" y="310810"/>
                </a:cubicBezTo>
                <a:cubicBezTo>
                  <a:pt x="103491" y="309895"/>
                  <a:pt x="102193" y="308759"/>
                  <a:pt x="99960" y="307721"/>
                </a:cubicBezTo>
                <a:cubicBezTo>
                  <a:pt x="97325" y="306500"/>
                  <a:pt x="96429" y="306358"/>
                  <a:pt x="96429" y="307162"/>
                </a:cubicBezTo>
                <a:cubicBezTo>
                  <a:pt x="96429" y="307753"/>
                  <a:pt x="97377" y="308727"/>
                  <a:pt x="98539" y="309324"/>
                </a:cubicBezTo>
                <a:cubicBezTo>
                  <a:pt x="99694" y="309921"/>
                  <a:pt x="101343" y="311187"/>
                  <a:pt x="102193" y="312128"/>
                </a:cubicBezTo>
                <a:cubicBezTo>
                  <a:pt x="103043" y="313069"/>
                  <a:pt x="104510" y="313816"/>
                  <a:pt x="105452" y="313790"/>
                </a:cubicBezTo>
                <a:cubicBezTo>
                  <a:pt x="107100" y="313738"/>
                  <a:pt x="107094" y="313712"/>
                  <a:pt x="105322" y="312998"/>
                </a:cubicBezTo>
                <a:close/>
                <a:moveTo>
                  <a:pt x="161903" y="306507"/>
                </a:moveTo>
                <a:cubicBezTo>
                  <a:pt x="163513" y="306507"/>
                  <a:pt x="164272" y="304501"/>
                  <a:pt x="163825" y="301411"/>
                </a:cubicBezTo>
                <a:lnTo>
                  <a:pt x="163383" y="298361"/>
                </a:lnTo>
                <a:lnTo>
                  <a:pt x="159722" y="300801"/>
                </a:lnTo>
                <a:cubicBezTo>
                  <a:pt x="157704" y="302145"/>
                  <a:pt x="155789" y="303333"/>
                  <a:pt x="155471" y="303450"/>
                </a:cubicBezTo>
                <a:cubicBezTo>
                  <a:pt x="155153" y="303560"/>
                  <a:pt x="155295" y="305235"/>
                  <a:pt x="155789" y="307162"/>
                </a:cubicBezTo>
                <a:lnTo>
                  <a:pt x="156678" y="310674"/>
                </a:lnTo>
                <a:lnTo>
                  <a:pt x="158859" y="308590"/>
                </a:lnTo>
                <a:cubicBezTo>
                  <a:pt x="160053" y="307442"/>
                  <a:pt x="161423" y="306507"/>
                  <a:pt x="161903" y="306507"/>
                </a:cubicBezTo>
                <a:close/>
                <a:moveTo>
                  <a:pt x="187017" y="303248"/>
                </a:moveTo>
                <a:cubicBezTo>
                  <a:pt x="186744" y="302800"/>
                  <a:pt x="186147" y="302430"/>
                  <a:pt x="185699" y="302430"/>
                </a:cubicBezTo>
                <a:cubicBezTo>
                  <a:pt x="185251" y="302430"/>
                  <a:pt x="185108" y="302800"/>
                  <a:pt x="185387" y="303248"/>
                </a:cubicBezTo>
                <a:cubicBezTo>
                  <a:pt x="185667" y="303696"/>
                  <a:pt x="186257" y="304060"/>
                  <a:pt x="186705" y="304060"/>
                </a:cubicBezTo>
                <a:cubicBezTo>
                  <a:pt x="187153" y="304060"/>
                  <a:pt x="187296" y="303696"/>
                  <a:pt x="187017" y="303248"/>
                </a:cubicBezTo>
                <a:close/>
                <a:moveTo>
                  <a:pt x="175372" y="300619"/>
                </a:moveTo>
                <a:cubicBezTo>
                  <a:pt x="175054" y="298685"/>
                  <a:pt x="177014" y="295154"/>
                  <a:pt x="179993" y="292324"/>
                </a:cubicBezTo>
                <a:cubicBezTo>
                  <a:pt x="182408" y="290026"/>
                  <a:pt x="182441" y="289890"/>
                  <a:pt x="181168" y="287741"/>
                </a:cubicBezTo>
                <a:lnTo>
                  <a:pt x="179864" y="285528"/>
                </a:lnTo>
                <a:lnTo>
                  <a:pt x="173483" y="290838"/>
                </a:lnTo>
                <a:lnTo>
                  <a:pt x="167109" y="296154"/>
                </a:lnTo>
                <a:lnTo>
                  <a:pt x="169627" y="299334"/>
                </a:lnTo>
                <a:cubicBezTo>
                  <a:pt x="171380" y="301554"/>
                  <a:pt x="172672" y="302443"/>
                  <a:pt x="173879" y="302275"/>
                </a:cubicBezTo>
                <a:cubicBezTo>
                  <a:pt x="174995" y="302112"/>
                  <a:pt x="175528" y="301528"/>
                  <a:pt x="175372" y="300619"/>
                </a:cubicBezTo>
                <a:close/>
                <a:moveTo>
                  <a:pt x="205035" y="299289"/>
                </a:moveTo>
                <a:cubicBezTo>
                  <a:pt x="204990" y="298458"/>
                  <a:pt x="203828" y="296835"/>
                  <a:pt x="202459" y="295686"/>
                </a:cubicBezTo>
                <a:cubicBezTo>
                  <a:pt x="200096" y="293700"/>
                  <a:pt x="199914" y="293668"/>
                  <a:pt x="199038" y="295076"/>
                </a:cubicBezTo>
                <a:cubicBezTo>
                  <a:pt x="198239" y="296348"/>
                  <a:pt x="198454" y="296712"/>
                  <a:pt x="200479" y="297549"/>
                </a:cubicBezTo>
                <a:cubicBezTo>
                  <a:pt x="201783" y="298088"/>
                  <a:pt x="203276" y="299042"/>
                  <a:pt x="203796" y="299665"/>
                </a:cubicBezTo>
                <a:cubicBezTo>
                  <a:pt x="205022" y="301139"/>
                  <a:pt x="205146" y="301100"/>
                  <a:pt x="205035" y="299289"/>
                </a:cubicBezTo>
                <a:close/>
                <a:moveTo>
                  <a:pt x="187796" y="295044"/>
                </a:moveTo>
                <a:cubicBezTo>
                  <a:pt x="187101" y="293914"/>
                  <a:pt x="186608" y="294122"/>
                  <a:pt x="186608" y="295556"/>
                </a:cubicBezTo>
                <a:cubicBezTo>
                  <a:pt x="186608" y="296251"/>
                  <a:pt x="186984" y="296595"/>
                  <a:pt x="187439" y="296309"/>
                </a:cubicBezTo>
                <a:cubicBezTo>
                  <a:pt x="187893" y="296030"/>
                  <a:pt x="188055" y="295459"/>
                  <a:pt x="187796" y="295044"/>
                </a:cubicBezTo>
                <a:close/>
                <a:moveTo>
                  <a:pt x="213500" y="293064"/>
                </a:moveTo>
                <a:cubicBezTo>
                  <a:pt x="213500" y="292389"/>
                  <a:pt x="212909" y="291837"/>
                  <a:pt x="212182" y="291837"/>
                </a:cubicBezTo>
                <a:cubicBezTo>
                  <a:pt x="211098" y="291837"/>
                  <a:pt x="211040" y="292058"/>
                  <a:pt x="211870" y="293064"/>
                </a:cubicBezTo>
                <a:cubicBezTo>
                  <a:pt x="212429" y="293733"/>
                  <a:pt x="213026" y="294284"/>
                  <a:pt x="213195" y="294284"/>
                </a:cubicBezTo>
                <a:cubicBezTo>
                  <a:pt x="213363" y="294284"/>
                  <a:pt x="213500" y="293733"/>
                  <a:pt x="213500" y="293064"/>
                </a:cubicBezTo>
                <a:close/>
                <a:moveTo>
                  <a:pt x="104173" y="287676"/>
                </a:moveTo>
                <a:cubicBezTo>
                  <a:pt x="103290" y="287131"/>
                  <a:pt x="103277" y="286683"/>
                  <a:pt x="104102" y="285359"/>
                </a:cubicBezTo>
                <a:cubicBezTo>
                  <a:pt x="104932" y="284015"/>
                  <a:pt x="104874" y="283087"/>
                  <a:pt x="103770" y="280238"/>
                </a:cubicBezTo>
                <a:cubicBezTo>
                  <a:pt x="103037" y="278329"/>
                  <a:pt x="101687" y="275941"/>
                  <a:pt x="100778" y="274928"/>
                </a:cubicBezTo>
                <a:cubicBezTo>
                  <a:pt x="98798" y="272721"/>
                  <a:pt x="96676" y="272474"/>
                  <a:pt x="97286" y="274519"/>
                </a:cubicBezTo>
                <a:cubicBezTo>
                  <a:pt x="97526" y="275304"/>
                  <a:pt x="97221" y="276843"/>
                  <a:pt x="96617" y="277940"/>
                </a:cubicBezTo>
                <a:cubicBezTo>
                  <a:pt x="95592" y="279803"/>
                  <a:pt x="95819" y="280309"/>
                  <a:pt x="100123" y="285885"/>
                </a:cubicBezTo>
                <a:cubicBezTo>
                  <a:pt x="103894" y="290773"/>
                  <a:pt x="104764" y="291526"/>
                  <a:pt x="104991" y="290098"/>
                </a:cubicBezTo>
                <a:cubicBezTo>
                  <a:pt x="105140" y="289137"/>
                  <a:pt x="104777" y="288053"/>
                  <a:pt x="104173" y="287676"/>
                </a:cubicBezTo>
                <a:close/>
                <a:moveTo>
                  <a:pt x="198019" y="291195"/>
                </a:moveTo>
                <a:cubicBezTo>
                  <a:pt x="198019" y="290838"/>
                  <a:pt x="195546" y="289955"/>
                  <a:pt x="192521" y="289234"/>
                </a:cubicBezTo>
                <a:cubicBezTo>
                  <a:pt x="189496" y="288514"/>
                  <a:pt x="186283" y="287637"/>
                  <a:pt x="185387" y="287293"/>
                </a:cubicBezTo>
                <a:cubicBezTo>
                  <a:pt x="183771" y="286677"/>
                  <a:pt x="183771" y="286683"/>
                  <a:pt x="185355" y="288488"/>
                </a:cubicBezTo>
                <a:cubicBezTo>
                  <a:pt x="186361" y="289637"/>
                  <a:pt x="187555" y="290156"/>
                  <a:pt x="188613" y="289916"/>
                </a:cubicBezTo>
                <a:cubicBezTo>
                  <a:pt x="189529" y="289702"/>
                  <a:pt x="191560" y="290000"/>
                  <a:pt x="193131" y="290584"/>
                </a:cubicBezTo>
                <a:cubicBezTo>
                  <a:pt x="196591" y="291870"/>
                  <a:pt x="198019" y="292051"/>
                  <a:pt x="198019" y="291195"/>
                </a:cubicBezTo>
                <a:close/>
                <a:moveTo>
                  <a:pt x="157373" y="284723"/>
                </a:moveTo>
                <a:cubicBezTo>
                  <a:pt x="162760" y="281516"/>
                  <a:pt x="170861" y="274461"/>
                  <a:pt x="173632" y="270566"/>
                </a:cubicBezTo>
                <a:cubicBezTo>
                  <a:pt x="175210" y="268353"/>
                  <a:pt x="175229" y="268009"/>
                  <a:pt x="174067" y="262400"/>
                </a:cubicBezTo>
                <a:cubicBezTo>
                  <a:pt x="173009" y="257285"/>
                  <a:pt x="171925" y="255228"/>
                  <a:pt x="170264" y="255182"/>
                </a:cubicBezTo>
                <a:cubicBezTo>
                  <a:pt x="170010" y="255176"/>
                  <a:pt x="169017" y="256234"/>
                  <a:pt x="168050" y="257538"/>
                </a:cubicBezTo>
                <a:cubicBezTo>
                  <a:pt x="166148" y="260109"/>
                  <a:pt x="159508" y="262803"/>
                  <a:pt x="156146" y="262361"/>
                </a:cubicBezTo>
                <a:cubicBezTo>
                  <a:pt x="155042" y="262219"/>
                  <a:pt x="153420" y="262783"/>
                  <a:pt x="152465" y="263653"/>
                </a:cubicBezTo>
                <a:cubicBezTo>
                  <a:pt x="150603" y="265341"/>
                  <a:pt x="150135" y="268359"/>
                  <a:pt x="151771" y="268145"/>
                </a:cubicBezTo>
                <a:cubicBezTo>
                  <a:pt x="155529" y="267658"/>
                  <a:pt x="155815" y="269618"/>
                  <a:pt x="152595" y="273831"/>
                </a:cubicBezTo>
                <a:cubicBezTo>
                  <a:pt x="150628" y="276408"/>
                  <a:pt x="150401" y="277343"/>
                  <a:pt x="150641" y="281653"/>
                </a:cubicBezTo>
                <a:cubicBezTo>
                  <a:pt x="150901" y="286216"/>
                  <a:pt x="151239" y="287761"/>
                  <a:pt x="151966" y="287761"/>
                </a:cubicBezTo>
                <a:cubicBezTo>
                  <a:pt x="152134" y="287761"/>
                  <a:pt x="154568" y="286398"/>
                  <a:pt x="157373" y="284723"/>
                </a:cubicBezTo>
                <a:close/>
                <a:moveTo>
                  <a:pt x="249031" y="280887"/>
                </a:moveTo>
                <a:cubicBezTo>
                  <a:pt x="248310" y="279381"/>
                  <a:pt x="247726" y="277602"/>
                  <a:pt x="247726" y="276940"/>
                </a:cubicBezTo>
                <a:cubicBezTo>
                  <a:pt x="247726" y="276272"/>
                  <a:pt x="246720" y="275084"/>
                  <a:pt x="245487" y="274292"/>
                </a:cubicBezTo>
                <a:lnTo>
                  <a:pt x="243248" y="272864"/>
                </a:lnTo>
                <a:lnTo>
                  <a:pt x="245162" y="274954"/>
                </a:lnTo>
                <a:cubicBezTo>
                  <a:pt x="247376" y="277369"/>
                  <a:pt x="246798" y="279121"/>
                  <a:pt x="243968" y="278582"/>
                </a:cubicBezTo>
                <a:cubicBezTo>
                  <a:pt x="242897" y="278381"/>
                  <a:pt x="242021" y="278524"/>
                  <a:pt x="242021" y="278913"/>
                </a:cubicBezTo>
                <a:cubicBezTo>
                  <a:pt x="242021" y="279296"/>
                  <a:pt x="242722" y="279614"/>
                  <a:pt x="243572" y="279614"/>
                </a:cubicBezTo>
                <a:cubicBezTo>
                  <a:pt x="244422" y="279614"/>
                  <a:pt x="246168" y="280828"/>
                  <a:pt x="247441" y="282308"/>
                </a:cubicBezTo>
                <a:cubicBezTo>
                  <a:pt x="250154" y="285450"/>
                  <a:pt x="250881" y="284794"/>
                  <a:pt x="249031" y="280887"/>
                </a:cubicBezTo>
                <a:close/>
                <a:moveTo>
                  <a:pt x="53784" y="284178"/>
                </a:moveTo>
                <a:cubicBezTo>
                  <a:pt x="53784" y="283996"/>
                  <a:pt x="52680" y="283464"/>
                  <a:pt x="51337" y="282996"/>
                </a:cubicBezTo>
                <a:cubicBezTo>
                  <a:pt x="49993" y="282529"/>
                  <a:pt x="48896" y="282464"/>
                  <a:pt x="48896" y="282860"/>
                </a:cubicBezTo>
                <a:cubicBezTo>
                  <a:pt x="48896" y="283477"/>
                  <a:pt x="49688" y="283762"/>
                  <a:pt x="53174" y="284392"/>
                </a:cubicBezTo>
                <a:cubicBezTo>
                  <a:pt x="53511" y="284457"/>
                  <a:pt x="53784" y="284359"/>
                  <a:pt x="53784" y="284178"/>
                </a:cubicBezTo>
                <a:close/>
                <a:moveTo>
                  <a:pt x="82266" y="283236"/>
                </a:moveTo>
                <a:cubicBezTo>
                  <a:pt x="80390" y="280978"/>
                  <a:pt x="78397" y="280309"/>
                  <a:pt x="76690" y="281374"/>
                </a:cubicBezTo>
                <a:cubicBezTo>
                  <a:pt x="75561" y="282081"/>
                  <a:pt x="74010" y="282146"/>
                  <a:pt x="71180" y="281601"/>
                </a:cubicBezTo>
                <a:cubicBezTo>
                  <a:pt x="66285" y="280653"/>
                  <a:pt x="65467" y="278615"/>
                  <a:pt x="69427" y="277232"/>
                </a:cubicBezTo>
                <a:cubicBezTo>
                  <a:pt x="71459" y="276525"/>
                  <a:pt x="71835" y="276122"/>
                  <a:pt x="70972" y="275584"/>
                </a:cubicBezTo>
                <a:cubicBezTo>
                  <a:pt x="70284" y="275162"/>
                  <a:pt x="69258" y="275227"/>
                  <a:pt x="68434" y="275739"/>
                </a:cubicBezTo>
                <a:cubicBezTo>
                  <a:pt x="67136" y="276551"/>
                  <a:pt x="62644" y="275882"/>
                  <a:pt x="58373" y="274246"/>
                </a:cubicBezTo>
                <a:cubicBezTo>
                  <a:pt x="57490" y="273909"/>
                  <a:pt x="57042" y="274169"/>
                  <a:pt x="57042" y="275006"/>
                </a:cubicBezTo>
                <a:cubicBezTo>
                  <a:pt x="57042" y="275720"/>
                  <a:pt x="58574" y="276966"/>
                  <a:pt x="60508" y="277829"/>
                </a:cubicBezTo>
                <a:cubicBezTo>
                  <a:pt x="62410" y="278680"/>
                  <a:pt x="64669" y="280166"/>
                  <a:pt x="65519" y="281127"/>
                </a:cubicBezTo>
                <a:cubicBezTo>
                  <a:pt x="66707" y="282464"/>
                  <a:pt x="68057" y="282886"/>
                  <a:pt x="71225" y="282938"/>
                </a:cubicBezTo>
                <a:cubicBezTo>
                  <a:pt x="74522" y="282983"/>
                  <a:pt x="81299" y="283827"/>
                  <a:pt x="83012" y="284405"/>
                </a:cubicBezTo>
                <a:cubicBezTo>
                  <a:pt x="83181" y="284457"/>
                  <a:pt x="82844" y="283931"/>
                  <a:pt x="82266" y="283236"/>
                </a:cubicBezTo>
                <a:close/>
                <a:moveTo>
                  <a:pt x="189925" y="283217"/>
                </a:moveTo>
                <a:cubicBezTo>
                  <a:pt x="190788" y="282172"/>
                  <a:pt x="190794" y="281815"/>
                  <a:pt x="189938" y="281283"/>
                </a:cubicBezTo>
                <a:cubicBezTo>
                  <a:pt x="189230" y="280848"/>
                  <a:pt x="188977" y="279257"/>
                  <a:pt x="189172" y="276460"/>
                </a:cubicBezTo>
                <a:cubicBezTo>
                  <a:pt x="189522" y="271429"/>
                  <a:pt x="188276" y="270942"/>
                  <a:pt x="186290" y="275337"/>
                </a:cubicBezTo>
                <a:cubicBezTo>
                  <a:pt x="185530" y="277018"/>
                  <a:pt x="184213" y="279309"/>
                  <a:pt x="183362" y="280426"/>
                </a:cubicBezTo>
                <a:lnTo>
                  <a:pt x="181817" y="282464"/>
                </a:lnTo>
                <a:lnTo>
                  <a:pt x="184823" y="283399"/>
                </a:lnTo>
                <a:cubicBezTo>
                  <a:pt x="188892" y="284665"/>
                  <a:pt x="188717" y="284671"/>
                  <a:pt x="189925" y="283217"/>
                </a:cubicBezTo>
                <a:close/>
                <a:moveTo>
                  <a:pt x="258728" y="281244"/>
                </a:moveTo>
                <a:cubicBezTo>
                  <a:pt x="258449" y="280796"/>
                  <a:pt x="258066" y="280432"/>
                  <a:pt x="257865" y="280432"/>
                </a:cubicBezTo>
                <a:cubicBezTo>
                  <a:pt x="257670" y="280432"/>
                  <a:pt x="257508" y="280796"/>
                  <a:pt x="257508" y="281244"/>
                </a:cubicBezTo>
                <a:cubicBezTo>
                  <a:pt x="257508" y="281692"/>
                  <a:pt x="257898" y="282062"/>
                  <a:pt x="258371" y="282062"/>
                </a:cubicBezTo>
                <a:cubicBezTo>
                  <a:pt x="258845" y="282062"/>
                  <a:pt x="259008" y="281692"/>
                  <a:pt x="258728" y="281244"/>
                </a:cubicBezTo>
                <a:close/>
                <a:moveTo>
                  <a:pt x="113663" y="278784"/>
                </a:moveTo>
                <a:cubicBezTo>
                  <a:pt x="112734" y="277758"/>
                  <a:pt x="111878" y="277421"/>
                  <a:pt x="111404" y="277894"/>
                </a:cubicBezTo>
                <a:cubicBezTo>
                  <a:pt x="110300" y="278998"/>
                  <a:pt x="111456" y="280432"/>
                  <a:pt x="113442" y="280432"/>
                </a:cubicBezTo>
                <a:cubicBezTo>
                  <a:pt x="115110" y="280432"/>
                  <a:pt x="115110" y="280387"/>
                  <a:pt x="113663" y="278784"/>
                </a:cubicBezTo>
                <a:close/>
                <a:moveTo>
                  <a:pt x="50175" y="277511"/>
                </a:moveTo>
                <a:lnTo>
                  <a:pt x="52959" y="276992"/>
                </a:lnTo>
                <a:lnTo>
                  <a:pt x="50986" y="274642"/>
                </a:lnTo>
                <a:cubicBezTo>
                  <a:pt x="49896" y="273344"/>
                  <a:pt x="48766" y="271527"/>
                  <a:pt x="48468" y="270598"/>
                </a:cubicBezTo>
                <a:cubicBezTo>
                  <a:pt x="47968" y="269021"/>
                  <a:pt x="47825" y="268995"/>
                  <a:pt x="46469" y="270228"/>
                </a:cubicBezTo>
                <a:cubicBezTo>
                  <a:pt x="45105" y="271462"/>
                  <a:pt x="44885" y="271403"/>
                  <a:pt x="43282" y="269359"/>
                </a:cubicBezTo>
                <a:cubicBezTo>
                  <a:pt x="42334" y="268158"/>
                  <a:pt x="41133" y="265756"/>
                  <a:pt x="40614" y="264023"/>
                </a:cubicBezTo>
                <a:cubicBezTo>
                  <a:pt x="39705" y="260992"/>
                  <a:pt x="39627" y="260940"/>
                  <a:pt x="38498" y="262550"/>
                </a:cubicBezTo>
                <a:cubicBezTo>
                  <a:pt x="37582" y="263861"/>
                  <a:pt x="37524" y="264705"/>
                  <a:pt x="38232" y="266418"/>
                </a:cubicBezTo>
                <a:cubicBezTo>
                  <a:pt x="38848" y="267924"/>
                  <a:pt x="38881" y="269482"/>
                  <a:pt x="38329" y="271377"/>
                </a:cubicBezTo>
                <a:cubicBezTo>
                  <a:pt x="37427" y="274519"/>
                  <a:pt x="37784" y="275538"/>
                  <a:pt x="39796" y="275538"/>
                </a:cubicBezTo>
                <a:cubicBezTo>
                  <a:pt x="40568" y="275538"/>
                  <a:pt x="42470" y="276421"/>
                  <a:pt x="44028" y="277492"/>
                </a:cubicBezTo>
                <a:cubicBezTo>
                  <a:pt x="45586" y="278563"/>
                  <a:pt x="46975" y="279128"/>
                  <a:pt x="47118" y="278738"/>
                </a:cubicBezTo>
                <a:cubicBezTo>
                  <a:pt x="47267" y="278355"/>
                  <a:pt x="48637" y="277803"/>
                  <a:pt x="50175" y="277511"/>
                </a:cubicBezTo>
                <a:close/>
                <a:moveTo>
                  <a:pt x="118200" y="276700"/>
                </a:moveTo>
                <a:cubicBezTo>
                  <a:pt x="112754" y="271786"/>
                  <a:pt x="112838" y="268288"/>
                  <a:pt x="118356" y="269982"/>
                </a:cubicBezTo>
                <a:cubicBezTo>
                  <a:pt x="122231" y="271176"/>
                  <a:pt x="127125" y="275214"/>
                  <a:pt x="127125" y="277232"/>
                </a:cubicBezTo>
                <a:cubicBezTo>
                  <a:pt x="127125" y="278440"/>
                  <a:pt x="127696" y="278803"/>
                  <a:pt x="129637" y="278803"/>
                </a:cubicBezTo>
                <a:lnTo>
                  <a:pt x="132155" y="278803"/>
                </a:lnTo>
                <a:lnTo>
                  <a:pt x="129845" y="275694"/>
                </a:lnTo>
                <a:cubicBezTo>
                  <a:pt x="125898" y="270404"/>
                  <a:pt x="120874" y="266347"/>
                  <a:pt x="119336" y="267204"/>
                </a:cubicBezTo>
                <a:cubicBezTo>
                  <a:pt x="118051" y="267924"/>
                  <a:pt x="113539" y="267411"/>
                  <a:pt x="110729" y="266223"/>
                </a:cubicBezTo>
                <a:cubicBezTo>
                  <a:pt x="108437" y="265263"/>
                  <a:pt x="107990" y="268366"/>
                  <a:pt x="110164" y="270112"/>
                </a:cubicBezTo>
                <a:cubicBezTo>
                  <a:pt x="111203" y="270949"/>
                  <a:pt x="112598" y="272747"/>
                  <a:pt x="113273" y="274117"/>
                </a:cubicBezTo>
                <a:cubicBezTo>
                  <a:pt x="113942" y="275480"/>
                  <a:pt x="115772" y="277278"/>
                  <a:pt x="117330" y="278109"/>
                </a:cubicBezTo>
                <a:cubicBezTo>
                  <a:pt x="121556" y="280348"/>
                  <a:pt x="121796" y="279952"/>
                  <a:pt x="118200" y="276700"/>
                </a:cubicBezTo>
                <a:close/>
                <a:moveTo>
                  <a:pt x="197584" y="272870"/>
                </a:moveTo>
                <a:cubicBezTo>
                  <a:pt x="197727" y="270501"/>
                  <a:pt x="197519" y="270118"/>
                  <a:pt x="196260" y="270449"/>
                </a:cubicBezTo>
                <a:cubicBezTo>
                  <a:pt x="195078" y="270761"/>
                  <a:pt x="194760" y="271637"/>
                  <a:pt x="194760" y="274590"/>
                </a:cubicBezTo>
                <a:cubicBezTo>
                  <a:pt x="194760" y="278050"/>
                  <a:pt x="194858" y="278232"/>
                  <a:pt x="196084" y="277005"/>
                </a:cubicBezTo>
                <a:cubicBezTo>
                  <a:pt x="196818" y="276278"/>
                  <a:pt x="197493" y="274415"/>
                  <a:pt x="197584" y="272870"/>
                </a:cubicBezTo>
                <a:close/>
                <a:moveTo>
                  <a:pt x="75386" y="273922"/>
                </a:moveTo>
                <a:cubicBezTo>
                  <a:pt x="74100" y="272578"/>
                  <a:pt x="72841" y="271695"/>
                  <a:pt x="72588" y="271955"/>
                </a:cubicBezTo>
                <a:cubicBezTo>
                  <a:pt x="72166" y="272377"/>
                  <a:pt x="76476" y="276343"/>
                  <a:pt x="77365" y="276350"/>
                </a:cubicBezTo>
                <a:cubicBezTo>
                  <a:pt x="77560" y="276356"/>
                  <a:pt x="76671" y="275259"/>
                  <a:pt x="75386" y="273922"/>
                </a:cubicBezTo>
                <a:close/>
                <a:moveTo>
                  <a:pt x="132895" y="271592"/>
                </a:moveTo>
                <a:cubicBezTo>
                  <a:pt x="131649" y="269261"/>
                  <a:pt x="131798" y="267392"/>
                  <a:pt x="133233" y="267392"/>
                </a:cubicBezTo>
                <a:cubicBezTo>
                  <a:pt x="134914" y="267392"/>
                  <a:pt x="134771" y="265866"/>
                  <a:pt x="132623" y="261005"/>
                </a:cubicBezTo>
                <a:cubicBezTo>
                  <a:pt x="131376" y="258188"/>
                  <a:pt x="130468" y="257052"/>
                  <a:pt x="129793" y="257474"/>
                </a:cubicBezTo>
                <a:cubicBezTo>
                  <a:pt x="129033" y="257941"/>
                  <a:pt x="129001" y="258850"/>
                  <a:pt x="129663" y="261238"/>
                </a:cubicBezTo>
                <a:cubicBezTo>
                  <a:pt x="130137" y="262971"/>
                  <a:pt x="130364" y="265704"/>
                  <a:pt x="130156" y="267314"/>
                </a:cubicBezTo>
                <a:cubicBezTo>
                  <a:pt x="129883" y="269488"/>
                  <a:pt x="130215" y="270715"/>
                  <a:pt x="131448" y="272072"/>
                </a:cubicBezTo>
                <a:cubicBezTo>
                  <a:pt x="133382" y="274214"/>
                  <a:pt x="134161" y="273954"/>
                  <a:pt x="132895" y="271592"/>
                </a:cubicBezTo>
                <a:close/>
                <a:moveTo>
                  <a:pt x="242839" y="272831"/>
                </a:moveTo>
                <a:cubicBezTo>
                  <a:pt x="242839" y="272682"/>
                  <a:pt x="241923" y="271702"/>
                  <a:pt x="240800" y="270650"/>
                </a:cubicBezTo>
                <a:cubicBezTo>
                  <a:pt x="239087" y="269041"/>
                  <a:pt x="238762" y="268956"/>
                  <a:pt x="238762" y="270125"/>
                </a:cubicBezTo>
                <a:cubicBezTo>
                  <a:pt x="238762" y="270891"/>
                  <a:pt x="239587" y="271851"/>
                  <a:pt x="240599" y="272254"/>
                </a:cubicBezTo>
                <a:cubicBezTo>
                  <a:pt x="242845" y="273156"/>
                  <a:pt x="242839" y="273156"/>
                  <a:pt x="242839" y="272831"/>
                </a:cubicBezTo>
                <a:close/>
                <a:moveTo>
                  <a:pt x="95696" y="269748"/>
                </a:moveTo>
                <a:cubicBezTo>
                  <a:pt x="95423" y="269313"/>
                  <a:pt x="93768" y="268047"/>
                  <a:pt x="92009" y="266937"/>
                </a:cubicBezTo>
                <a:cubicBezTo>
                  <a:pt x="88887" y="264964"/>
                  <a:pt x="85414" y="264841"/>
                  <a:pt x="84291" y="266658"/>
                </a:cubicBezTo>
                <a:cubicBezTo>
                  <a:pt x="84051" y="267048"/>
                  <a:pt x="84382" y="267171"/>
                  <a:pt x="85031" y="266918"/>
                </a:cubicBezTo>
                <a:cubicBezTo>
                  <a:pt x="86914" y="266198"/>
                  <a:pt x="92840" y="268132"/>
                  <a:pt x="93891" y="269820"/>
                </a:cubicBezTo>
                <a:cubicBezTo>
                  <a:pt x="94424" y="270670"/>
                  <a:pt x="95151" y="271176"/>
                  <a:pt x="95520" y="270949"/>
                </a:cubicBezTo>
                <a:cubicBezTo>
                  <a:pt x="95884" y="270722"/>
                  <a:pt x="95962" y="270183"/>
                  <a:pt x="95696" y="269748"/>
                </a:cubicBezTo>
                <a:close/>
                <a:moveTo>
                  <a:pt x="61930" y="268885"/>
                </a:moveTo>
                <a:cubicBezTo>
                  <a:pt x="64844" y="268768"/>
                  <a:pt x="67681" y="268950"/>
                  <a:pt x="68239" y="269294"/>
                </a:cubicBezTo>
                <a:cubicBezTo>
                  <a:pt x="68953" y="269735"/>
                  <a:pt x="69096" y="269488"/>
                  <a:pt x="68732" y="268450"/>
                </a:cubicBezTo>
                <a:cubicBezTo>
                  <a:pt x="67979" y="266301"/>
                  <a:pt x="62637" y="260836"/>
                  <a:pt x="60457" y="259979"/>
                </a:cubicBezTo>
                <a:cubicBezTo>
                  <a:pt x="59308" y="259531"/>
                  <a:pt x="58659" y="258687"/>
                  <a:pt x="58801" y="257818"/>
                </a:cubicBezTo>
                <a:cubicBezTo>
                  <a:pt x="59119" y="255883"/>
                  <a:pt x="58055" y="254351"/>
                  <a:pt x="56380" y="254345"/>
                </a:cubicBezTo>
                <a:cubicBezTo>
                  <a:pt x="55627" y="254345"/>
                  <a:pt x="53953" y="253793"/>
                  <a:pt x="52674" y="253125"/>
                </a:cubicBezTo>
                <a:cubicBezTo>
                  <a:pt x="47085" y="250217"/>
                  <a:pt x="40107" y="252865"/>
                  <a:pt x="44028" y="256409"/>
                </a:cubicBezTo>
                <a:cubicBezTo>
                  <a:pt x="45761" y="257980"/>
                  <a:pt x="47215" y="262283"/>
                  <a:pt x="47325" y="266172"/>
                </a:cubicBezTo>
                <a:cubicBezTo>
                  <a:pt x="47364" y="267515"/>
                  <a:pt x="47579" y="268158"/>
                  <a:pt x="47806" y="267593"/>
                </a:cubicBezTo>
                <a:cubicBezTo>
                  <a:pt x="48396" y="266126"/>
                  <a:pt x="50058" y="266340"/>
                  <a:pt x="52265" y="268171"/>
                </a:cubicBezTo>
                <a:cubicBezTo>
                  <a:pt x="53323" y="269047"/>
                  <a:pt x="54738" y="269618"/>
                  <a:pt x="55413" y="269430"/>
                </a:cubicBezTo>
                <a:cubicBezTo>
                  <a:pt x="56088" y="269248"/>
                  <a:pt x="59016" y="269002"/>
                  <a:pt x="61930" y="268885"/>
                </a:cubicBezTo>
                <a:close/>
                <a:moveTo>
                  <a:pt x="244332" y="265828"/>
                </a:moveTo>
                <a:cubicBezTo>
                  <a:pt x="244565" y="264231"/>
                  <a:pt x="244344" y="264062"/>
                  <a:pt x="242702" y="264562"/>
                </a:cubicBezTo>
                <a:cubicBezTo>
                  <a:pt x="240112" y="265360"/>
                  <a:pt x="240009" y="265535"/>
                  <a:pt x="241216" y="266989"/>
                </a:cubicBezTo>
                <a:cubicBezTo>
                  <a:pt x="242598" y="268658"/>
                  <a:pt x="243994" y="268132"/>
                  <a:pt x="244332" y="265828"/>
                </a:cubicBezTo>
                <a:close/>
                <a:moveTo>
                  <a:pt x="95709" y="263523"/>
                </a:moveTo>
                <a:cubicBezTo>
                  <a:pt x="95689" y="262290"/>
                  <a:pt x="94865" y="259999"/>
                  <a:pt x="93878" y="258428"/>
                </a:cubicBezTo>
                <a:cubicBezTo>
                  <a:pt x="91853" y="255202"/>
                  <a:pt x="91496" y="256208"/>
                  <a:pt x="93249" y="260232"/>
                </a:cubicBezTo>
                <a:cubicBezTo>
                  <a:pt x="93885" y="261706"/>
                  <a:pt x="94605" y="263549"/>
                  <a:pt x="94852" y="264335"/>
                </a:cubicBezTo>
                <a:cubicBezTo>
                  <a:pt x="95482" y="266366"/>
                  <a:pt x="95754" y="266107"/>
                  <a:pt x="95709" y="263523"/>
                </a:cubicBezTo>
                <a:close/>
                <a:moveTo>
                  <a:pt x="105121" y="262452"/>
                </a:moveTo>
                <a:cubicBezTo>
                  <a:pt x="105121" y="261582"/>
                  <a:pt x="105549" y="260875"/>
                  <a:pt x="106075" y="260875"/>
                </a:cubicBezTo>
                <a:cubicBezTo>
                  <a:pt x="106594" y="260875"/>
                  <a:pt x="106834" y="260680"/>
                  <a:pt x="106601" y="260453"/>
                </a:cubicBezTo>
                <a:cubicBezTo>
                  <a:pt x="106367" y="260219"/>
                  <a:pt x="105244" y="260511"/>
                  <a:pt x="104102" y="261102"/>
                </a:cubicBezTo>
                <a:cubicBezTo>
                  <a:pt x="102466" y="261952"/>
                  <a:pt x="102193" y="262478"/>
                  <a:pt x="102810" y="263582"/>
                </a:cubicBezTo>
                <a:cubicBezTo>
                  <a:pt x="103764" y="265282"/>
                  <a:pt x="105121" y="264620"/>
                  <a:pt x="105121" y="262452"/>
                </a:cubicBezTo>
                <a:close/>
                <a:moveTo>
                  <a:pt x="252588" y="260979"/>
                </a:moveTo>
                <a:cubicBezTo>
                  <a:pt x="252568" y="259862"/>
                  <a:pt x="252374" y="259901"/>
                  <a:pt x="251368" y="261232"/>
                </a:cubicBezTo>
                <a:cubicBezTo>
                  <a:pt x="249810" y="263290"/>
                  <a:pt x="249829" y="264620"/>
                  <a:pt x="251394" y="263315"/>
                </a:cubicBezTo>
                <a:cubicBezTo>
                  <a:pt x="252069" y="262757"/>
                  <a:pt x="252607" y="261706"/>
                  <a:pt x="252588" y="260979"/>
                </a:cubicBezTo>
                <a:close/>
                <a:moveTo>
                  <a:pt x="200180" y="260894"/>
                </a:moveTo>
                <a:cubicBezTo>
                  <a:pt x="208132" y="258992"/>
                  <a:pt x="212792" y="258681"/>
                  <a:pt x="220471" y="259544"/>
                </a:cubicBezTo>
                <a:cubicBezTo>
                  <a:pt x="226150" y="260180"/>
                  <a:pt x="226228" y="260167"/>
                  <a:pt x="227195" y="258045"/>
                </a:cubicBezTo>
                <a:cubicBezTo>
                  <a:pt x="228669" y="254806"/>
                  <a:pt x="228500" y="254630"/>
                  <a:pt x="223892" y="254630"/>
                </a:cubicBezTo>
                <a:cubicBezTo>
                  <a:pt x="221542" y="254630"/>
                  <a:pt x="218894" y="254442"/>
                  <a:pt x="218017" y="254215"/>
                </a:cubicBezTo>
                <a:cubicBezTo>
                  <a:pt x="215427" y="253540"/>
                  <a:pt x="213195" y="249801"/>
                  <a:pt x="213097" y="245997"/>
                </a:cubicBezTo>
                <a:cubicBezTo>
                  <a:pt x="213032" y="243096"/>
                  <a:pt x="212727" y="242492"/>
                  <a:pt x="211241" y="242278"/>
                </a:cubicBezTo>
                <a:cubicBezTo>
                  <a:pt x="209547" y="242031"/>
                  <a:pt x="209521" y="242122"/>
                  <a:pt x="210663" y="244316"/>
                </a:cubicBezTo>
                <a:cubicBezTo>
                  <a:pt x="212007" y="246887"/>
                  <a:pt x="212260" y="250755"/>
                  <a:pt x="211130" y="251456"/>
                </a:cubicBezTo>
                <a:cubicBezTo>
                  <a:pt x="210098" y="252092"/>
                  <a:pt x="206269" y="247348"/>
                  <a:pt x="205691" y="244712"/>
                </a:cubicBezTo>
                <a:cubicBezTo>
                  <a:pt x="204847" y="240831"/>
                  <a:pt x="204562" y="240376"/>
                  <a:pt x="203179" y="240642"/>
                </a:cubicBezTo>
                <a:cubicBezTo>
                  <a:pt x="200907" y="241084"/>
                  <a:pt x="190794" y="262517"/>
                  <a:pt x="192871" y="262498"/>
                </a:cubicBezTo>
                <a:cubicBezTo>
                  <a:pt x="193235" y="262491"/>
                  <a:pt x="196526" y="261771"/>
                  <a:pt x="200180" y="260894"/>
                </a:cubicBezTo>
                <a:close/>
                <a:moveTo>
                  <a:pt x="81481" y="260959"/>
                </a:moveTo>
                <a:cubicBezTo>
                  <a:pt x="83960" y="260271"/>
                  <a:pt x="82584" y="259155"/>
                  <a:pt x="78936" y="258902"/>
                </a:cubicBezTo>
                <a:cubicBezTo>
                  <a:pt x="76398" y="258726"/>
                  <a:pt x="75334" y="259486"/>
                  <a:pt x="76191" y="260875"/>
                </a:cubicBezTo>
                <a:cubicBezTo>
                  <a:pt x="76755" y="261777"/>
                  <a:pt x="78436" y="261810"/>
                  <a:pt x="81481" y="260959"/>
                </a:cubicBezTo>
                <a:close/>
                <a:moveTo>
                  <a:pt x="116532" y="260310"/>
                </a:moveTo>
                <a:cubicBezTo>
                  <a:pt x="116532" y="259187"/>
                  <a:pt x="112949" y="255981"/>
                  <a:pt x="111702" y="255987"/>
                </a:cubicBezTo>
                <a:cubicBezTo>
                  <a:pt x="110995" y="255994"/>
                  <a:pt x="110028" y="256837"/>
                  <a:pt x="109554" y="257863"/>
                </a:cubicBezTo>
                <a:cubicBezTo>
                  <a:pt x="108762" y="259577"/>
                  <a:pt x="108892" y="259752"/>
                  <a:pt x="111138" y="259921"/>
                </a:cubicBezTo>
                <a:cubicBezTo>
                  <a:pt x="112488" y="260025"/>
                  <a:pt x="113766" y="260278"/>
                  <a:pt x="113974" y="260492"/>
                </a:cubicBezTo>
                <a:cubicBezTo>
                  <a:pt x="114565" y="261076"/>
                  <a:pt x="116532" y="260940"/>
                  <a:pt x="116532" y="260310"/>
                </a:cubicBezTo>
                <a:close/>
                <a:moveTo>
                  <a:pt x="233459" y="260044"/>
                </a:moveTo>
                <a:cubicBezTo>
                  <a:pt x="233180" y="259590"/>
                  <a:pt x="232602" y="259427"/>
                  <a:pt x="232187" y="259687"/>
                </a:cubicBezTo>
                <a:cubicBezTo>
                  <a:pt x="231058" y="260382"/>
                  <a:pt x="231272" y="260875"/>
                  <a:pt x="232700" y="260875"/>
                </a:cubicBezTo>
                <a:cubicBezTo>
                  <a:pt x="233401" y="260875"/>
                  <a:pt x="233738" y="260498"/>
                  <a:pt x="233459" y="260044"/>
                </a:cubicBezTo>
                <a:close/>
                <a:moveTo>
                  <a:pt x="119965" y="257623"/>
                </a:moveTo>
                <a:cubicBezTo>
                  <a:pt x="119628" y="255332"/>
                  <a:pt x="118161" y="254897"/>
                  <a:pt x="118161" y="257091"/>
                </a:cubicBezTo>
                <a:cubicBezTo>
                  <a:pt x="118161" y="257876"/>
                  <a:pt x="119673" y="260057"/>
                  <a:pt x="120218" y="260057"/>
                </a:cubicBezTo>
                <a:cubicBezTo>
                  <a:pt x="120277" y="260057"/>
                  <a:pt x="120160" y="258960"/>
                  <a:pt x="119965" y="257623"/>
                </a:cubicBezTo>
                <a:close/>
                <a:moveTo>
                  <a:pt x="179247" y="254962"/>
                </a:moveTo>
                <a:cubicBezTo>
                  <a:pt x="179266" y="254183"/>
                  <a:pt x="178922" y="253540"/>
                  <a:pt x="178488" y="253540"/>
                </a:cubicBezTo>
                <a:cubicBezTo>
                  <a:pt x="177352" y="253540"/>
                  <a:pt x="176287" y="251190"/>
                  <a:pt x="175632" y="247224"/>
                </a:cubicBezTo>
                <a:cubicBezTo>
                  <a:pt x="174872" y="242629"/>
                  <a:pt x="176878" y="241571"/>
                  <a:pt x="179734" y="245069"/>
                </a:cubicBezTo>
                <a:cubicBezTo>
                  <a:pt x="181584" y="247328"/>
                  <a:pt x="181662" y="247354"/>
                  <a:pt x="181694" y="245595"/>
                </a:cubicBezTo>
                <a:cubicBezTo>
                  <a:pt x="181707" y="244582"/>
                  <a:pt x="181415" y="243758"/>
                  <a:pt x="181038" y="243758"/>
                </a:cubicBezTo>
                <a:cubicBezTo>
                  <a:pt x="179727" y="243758"/>
                  <a:pt x="178656" y="240013"/>
                  <a:pt x="178767" y="235787"/>
                </a:cubicBezTo>
                <a:cubicBezTo>
                  <a:pt x="178819" y="233450"/>
                  <a:pt x="178806" y="231535"/>
                  <a:pt x="178734" y="231535"/>
                </a:cubicBezTo>
                <a:cubicBezTo>
                  <a:pt x="177131" y="231542"/>
                  <a:pt x="176014" y="232989"/>
                  <a:pt x="175995" y="235086"/>
                </a:cubicBezTo>
                <a:cubicBezTo>
                  <a:pt x="175982" y="236495"/>
                  <a:pt x="175313" y="239117"/>
                  <a:pt x="174502" y="240908"/>
                </a:cubicBezTo>
                <a:cubicBezTo>
                  <a:pt x="173236" y="243700"/>
                  <a:pt x="173178" y="244524"/>
                  <a:pt x="174067" y="246672"/>
                </a:cubicBezTo>
                <a:cubicBezTo>
                  <a:pt x="174638" y="248049"/>
                  <a:pt x="175541" y="251684"/>
                  <a:pt x="176073" y="254747"/>
                </a:cubicBezTo>
                <a:cubicBezTo>
                  <a:pt x="176995" y="260018"/>
                  <a:pt x="177105" y="260213"/>
                  <a:pt x="178131" y="258350"/>
                </a:cubicBezTo>
                <a:cubicBezTo>
                  <a:pt x="178728" y="257272"/>
                  <a:pt x="179234" y="255747"/>
                  <a:pt x="179247" y="254962"/>
                </a:cubicBezTo>
                <a:close/>
                <a:moveTo>
                  <a:pt x="246915" y="258428"/>
                </a:moveTo>
                <a:cubicBezTo>
                  <a:pt x="247908" y="257785"/>
                  <a:pt x="247798" y="257636"/>
                  <a:pt x="246337" y="257623"/>
                </a:cubicBezTo>
                <a:cubicBezTo>
                  <a:pt x="244150" y="257610"/>
                  <a:pt x="240392" y="255974"/>
                  <a:pt x="240392" y="255039"/>
                </a:cubicBezTo>
                <a:cubicBezTo>
                  <a:pt x="240392" y="253903"/>
                  <a:pt x="238224" y="254267"/>
                  <a:pt x="237133" y="255578"/>
                </a:cubicBezTo>
                <a:cubicBezTo>
                  <a:pt x="236283" y="256604"/>
                  <a:pt x="236426" y="256798"/>
                  <a:pt x="238055" y="256811"/>
                </a:cubicBezTo>
                <a:cubicBezTo>
                  <a:pt x="239119" y="256818"/>
                  <a:pt x="240904" y="257331"/>
                  <a:pt x="242021" y="257954"/>
                </a:cubicBezTo>
                <a:cubicBezTo>
                  <a:pt x="244546" y="259349"/>
                  <a:pt x="245364" y="259427"/>
                  <a:pt x="246915" y="258428"/>
                </a:cubicBezTo>
                <a:close/>
                <a:moveTo>
                  <a:pt x="157204" y="257292"/>
                </a:moveTo>
                <a:cubicBezTo>
                  <a:pt x="157717" y="256669"/>
                  <a:pt x="159229" y="255708"/>
                  <a:pt x="160553" y="255163"/>
                </a:cubicBezTo>
                <a:cubicBezTo>
                  <a:pt x="161877" y="254611"/>
                  <a:pt x="162760" y="253839"/>
                  <a:pt x="162513" y="253443"/>
                </a:cubicBezTo>
                <a:cubicBezTo>
                  <a:pt x="161923" y="252495"/>
                  <a:pt x="158314" y="252514"/>
                  <a:pt x="157723" y="253475"/>
                </a:cubicBezTo>
                <a:cubicBezTo>
                  <a:pt x="157463" y="253891"/>
                  <a:pt x="156159" y="254468"/>
                  <a:pt x="154822" y="254760"/>
                </a:cubicBezTo>
                <a:cubicBezTo>
                  <a:pt x="151141" y="255572"/>
                  <a:pt x="151661" y="257577"/>
                  <a:pt x="155750" y="258330"/>
                </a:cubicBezTo>
                <a:cubicBezTo>
                  <a:pt x="156029" y="258382"/>
                  <a:pt x="156685" y="257915"/>
                  <a:pt x="157204" y="257292"/>
                </a:cubicBezTo>
                <a:close/>
                <a:moveTo>
                  <a:pt x="103063" y="255520"/>
                </a:moveTo>
                <a:cubicBezTo>
                  <a:pt x="105997" y="252586"/>
                  <a:pt x="104958" y="251787"/>
                  <a:pt x="100856" y="253826"/>
                </a:cubicBezTo>
                <a:cubicBezTo>
                  <a:pt x="98454" y="255013"/>
                  <a:pt x="97818" y="255630"/>
                  <a:pt x="98805" y="255825"/>
                </a:cubicBezTo>
                <a:cubicBezTo>
                  <a:pt x="99590" y="255974"/>
                  <a:pt x="100233" y="256441"/>
                  <a:pt x="100233" y="256857"/>
                </a:cubicBezTo>
                <a:cubicBezTo>
                  <a:pt x="100233" y="258045"/>
                  <a:pt x="100817" y="257766"/>
                  <a:pt x="103063" y="255520"/>
                </a:cubicBezTo>
                <a:close/>
                <a:moveTo>
                  <a:pt x="232090" y="255552"/>
                </a:moveTo>
                <a:cubicBezTo>
                  <a:pt x="231836" y="255306"/>
                  <a:pt x="231382" y="255753"/>
                  <a:pt x="231077" y="256558"/>
                </a:cubicBezTo>
                <a:cubicBezTo>
                  <a:pt x="230629" y="257720"/>
                  <a:pt x="230727" y="257811"/>
                  <a:pt x="231531" y="257013"/>
                </a:cubicBezTo>
                <a:cubicBezTo>
                  <a:pt x="232090" y="256461"/>
                  <a:pt x="232336" y="255805"/>
                  <a:pt x="232090" y="255552"/>
                </a:cubicBezTo>
                <a:close/>
                <a:moveTo>
                  <a:pt x="128313" y="247893"/>
                </a:moveTo>
                <a:cubicBezTo>
                  <a:pt x="129027" y="246517"/>
                  <a:pt x="130104" y="245387"/>
                  <a:pt x="130708" y="245387"/>
                </a:cubicBezTo>
                <a:cubicBezTo>
                  <a:pt x="131941" y="245387"/>
                  <a:pt x="133038" y="249587"/>
                  <a:pt x="132311" y="251489"/>
                </a:cubicBezTo>
                <a:cubicBezTo>
                  <a:pt x="132038" y="252196"/>
                  <a:pt x="132285" y="252722"/>
                  <a:pt x="132882" y="252722"/>
                </a:cubicBezTo>
                <a:cubicBezTo>
                  <a:pt x="133453" y="252722"/>
                  <a:pt x="134550" y="253293"/>
                  <a:pt x="135316" y="253988"/>
                </a:cubicBezTo>
                <a:cubicBezTo>
                  <a:pt x="136615" y="255163"/>
                  <a:pt x="136842" y="254858"/>
                  <a:pt x="138490" y="249710"/>
                </a:cubicBezTo>
                <a:cubicBezTo>
                  <a:pt x="139464" y="246659"/>
                  <a:pt x="140425" y="243777"/>
                  <a:pt x="140632" y="243297"/>
                </a:cubicBezTo>
                <a:cubicBezTo>
                  <a:pt x="140866" y="242758"/>
                  <a:pt x="136933" y="241726"/>
                  <a:pt x="130195" y="240558"/>
                </a:cubicBezTo>
                <a:cubicBezTo>
                  <a:pt x="113572" y="237676"/>
                  <a:pt x="114383" y="237741"/>
                  <a:pt x="113792" y="239273"/>
                </a:cubicBezTo>
                <a:cubicBezTo>
                  <a:pt x="113403" y="240279"/>
                  <a:pt x="113916" y="240882"/>
                  <a:pt x="115727" y="241571"/>
                </a:cubicBezTo>
                <a:cubicBezTo>
                  <a:pt x="118291" y="242538"/>
                  <a:pt x="119777" y="245796"/>
                  <a:pt x="119784" y="250483"/>
                </a:cubicBezTo>
                <a:cubicBezTo>
                  <a:pt x="119790" y="252157"/>
                  <a:pt x="120186" y="252722"/>
                  <a:pt x="121380" y="252722"/>
                </a:cubicBezTo>
                <a:cubicBezTo>
                  <a:pt x="122257" y="252722"/>
                  <a:pt x="123633" y="253605"/>
                  <a:pt x="124438" y="254676"/>
                </a:cubicBezTo>
                <a:lnTo>
                  <a:pt x="125898" y="256630"/>
                </a:lnTo>
                <a:lnTo>
                  <a:pt x="126456" y="253514"/>
                </a:lnTo>
                <a:cubicBezTo>
                  <a:pt x="126768" y="251807"/>
                  <a:pt x="127599" y="249275"/>
                  <a:pt x="128313" y="247893"/>
                </a:cubicBezTo>
                <a:close/>
                <a:moveTo>
                  <a:pt x="88679" y="252787"/>
                </a:moveTo>
                <a:cubicBezTo>
                  <a:pt x="88634" y="249561"/>
                  <a:pt x="88510" y="249490"/>
                  <a:pt x="85154" y="250723"/>
                </a:cubicBezTo>
                <a:cubicBezTo>
                  <a:pt x="83636" y="251275"/>
                  <a:pt x="83662" y="251353"/>
                  <a:pt x="85563" y="251852"/>
                </a:cubicBezTo>
                <a:cubicBezTo>
                  <a:pt x="86686" y="252151"/>
                  <a:pt x="87653" y="252923"/>
                  <a:pt x="87712" y="253579"/>
                </a:cubicBezTo>
                <a:cubicBezTo>
                  <a:pt x="87900" y="255624"/>
                  <a:pt x="87998" y="255981"/>
                  <a:pt x="88367" y="255981"/>
                </a:cubicBezTo>
                <a:cubicBezTo>
                  <a:pt x="88562" y="255981"/>
                  <a:pt x="88699" y="254546"/>
                  <a:pt x="88679" y="252787"/>
                </a:cubicBezTo>
                <a:close/>
                <a:moveTo>
                  <a:pt x="270010" y="253988"/>
                </a:moveTo>
                <a:cubicBezTo>
                  <a:pt x="270256" y="253339"/>
                  <a:pt x="271853" y="252073"/>
                  <a:pt x="273560" y="251177"/>
                </a:cubicBezTo>
                <a:lnTo>
                  <a:pt x="276656" y="249554"/>
                </a:lnTo>
                <a:lnTo>
                  <a:pt x="272171" y="250022"/>
                </a:lnTo>
                <a:cubicBezTo>
                  <a:pt x="269711" y="250275"/>
                  <a:pt x="267361" y="250788"/>
                  <a:pt x="266965" y="251151"/>
                </a:cubicBezTo>
                <a:cubicBezTo>
                  <a:pt x="266563" y="251515"/>
                  <a:pt x="267024" y="251612"/>
                  <a:pt x="267984" y="251359"/>
                </a:cubicBezTo>
                <a:cubicBezTo>
                  <a:pt x="269938" y="250846"/>
                  <a:pt x="270399" y="252540"/>
                  <a:pt x="268750" y="254189"/>
                </a:cubicBezTo>
                <a:cubicBezTo>
                  <a:pt x="268095" y="254845"/>
                  <a:pt x="268069" y="255169"/>
                  <a:pt x="268666" y="255169"/>
                </a:cubicBezTo>
                <a:cubicBezTo>
                  <a:pt x="269153" y="255169"/>
                  <a:pt x="269756" y="254637"/>
                  <a:pt x="270010" y="253988"/>
                </a:cubicBezTo>
                <a:close/>
                <a:moveTo>
                  <a:pt x="17928" y="252002"/>
                </a:moveTo>
                <a:cubicBezTo>
                  <a:pt x="17928" y="251606"/>
                  <a:pt x="17194" y="251093"/>
                  <a:pt x="16299" y="250859"/>
                </a:cubicBezTo>
                <a:cubicBezTo>
                  <a:pt x="15241" y="250580"/>
                  <a:pt x="14669" y="250833"/>
                  <a:pt x="14669" y="251580"/>
                </a:cubicBezTo>
                <a:cubicBezTo>
                  <a:pt x="14669" y="252209"/>
                  <a:pt x="15403" y="252722"/>
                  <a:pt x="16299" y="252722"/>
                </a:cubicBezTo>
                <a:cubicBezTo>
                  <a:pt x="17194" y="252722"/>
                  <a:pt x="17928" y="252398"/>
                  <a:pt x="17928" y="252002"/>
                </a:cubicBezTo>
                <a:close/>
                <a:moveTo>
                  <a:pt x="69252" y="248620"/>
                </a:moveTo>
                <a:cubicBezTo>
                  <a:pt x="68362" y="246361"/>
                  <a:pt x="67635" y="244388"/>
                  <a:pt x="67635" y="244232"/>
                </a:cubicBezTo>
                <a:cubicBezTo>
                  <a:pt x="67635" y="244076"/>
                  <a:pt x="66727" y="243777"/>
                  <a:pt x="65617" y="243563"/>
                </a:cubicBezTo>
                <a:lnTo>
                  <a:pt x="63598" y="243174"/>
                </a:lnTo>
                <a:lnTo>
                  <a:pt x="66026" y="245939"/>
                </a:lnTo>
                <a:cubicBezTo>
                  <a:pt x="67356" y="247464"/>
                  <a:pt x="68453" y="249606"/>
                  <a:pt x="68453" y="250716"/>
                </a:cubicBezTo>
                <a:cubicBezTo>
                  <a:pt x="68453" y="251950"/>
                  <a:pt x="68921" y="252722"/>
                  <a:pt x="69661" y="252722"/>
                </a:cubicBezTo>
                <a:cubicBezTo>
                  <a:pt x="70680" y="252722"/>
                  <a:pt x="70615" y="252067"/>
                  <a:pt x="69252" y="248620"/>
                </a:cubicBezTo>
                <a:close/>
                <a:moveTo>
                  <a:pt x="112650" y="249061"/>
                </a:moveTo>
                <a:cubicBezTo>
                  <a:pt x="111631" y="246315"/>
                  <a:pt x="111118" y="245705"/>
                  <a:pt x="110605" y="246621"/>
                </a:cubicBezTo>
                <a:cubicBezTo>
                  <a:pt x="110177" y="247393"/>
                  <a:pt x="110450" y="248737"/>
                  <a:pt x="111365" y="250281"/>
                </a:cubicBezTo>
                <a:cubicBezTo>
                  <a:pt x="113500" y="253903"/>
                  <a:pt x="114201" y="253241"/>
                  <a:pt x="112650" y="249061"/>
                </a:cubicBezTo>
                <a:close/>
                <a:moveTo>
                  <a:pt x="168965" y="243868"/>
                </a:moveTo>
                <a:cubicBezTo>
                  <a:pt x="166337" y="238650"/>
                  <a:pt x="165538" y="237689"/>
                  <a:pt x="164032" y="237897"/>
                </a:cubicBezTo>
                <a:cubicBezTo>
                  <a:pt x="163039" y="238033"/>
                  <a:pt x="161436" y="237721"/>
                  <a:pt x="160462" y="237202"/>
                </a:cubicBezTo>
                <a:cubicBezTo>
                  <a:pt x="159073" y="236456"/>
                  <a:pt x="158547" y="236495"/>
                  <a:pt x="157996" y="237358"/>
                </a:cubicBezTo>
                <a:cubicBezTo>
                  <a:pt x="156905" y="239084"/>
                  <a:pt x="157158" y="239980"/>
                  <a:pt x="158437" y="238916"/>
                </a:cubicBezTo>
                <a:cubicBezTo>
                  <a:pt x="160761" y="236994"/>
                  <a:pt x="169913" y="247627"/>
                  <a:pt x="168251" y="250320"/>
                </a:cubicBezTo>
                <a:cubicBezTo>
                  <a:pt x="167979" y="250755"/>
                  <a:pt x="168615" y="251424"/>
                  <a:pt x="169647" y="251813"/>
                </a:cubicBezTo>
                <a:cubicBezTo>
                  <a:pt x="172639" y="252936"/>
                  <a:pt x="172457" y="250807"/>
                  <a:pt x="168965" y="243868"/>
                </a:cubicBezTo>
                <a:close/>
                <a:moveTo>
                  <a:pt x="231389" y="247685"/>
                </a:moveTo>
                <a:cubicBezTo>
                  <a:pt x="232142" y="244160"/>
                  <a:pt x="232090" y="243252"/>
                  <a:pt x="231077" y="242239"/>
                </a:cubicBezTo>
                <a:cubicBezTo>
                  <a:pt x="229993" y="241155"/>
                  <a:pt x="229876" y="241428"/>
                  <a:pt x="230026" y="244628"/>
                </a:cubicBezTo>
                <a:cubicBezTo>
                  <a:pt x="230123" y="246614"/>
                  <a:pt x="229902" y="249068"/>
                  <a:pt x="229539" y="250074"/>
                </a:cubicBezTo>
                <a:cubicBezTo>
                  <a:pt x="229136" y="251184"/>
                  <a:pt x="229195" y="251911"/>
                  <a:pt x="229675" y="251911"/>
                </a:cubicBezTo>
                <a:cubicBezTo>
                  <a:pt x="230116" y="251911"/>
                  <a:pt x="230889" y="250009"/>
                  <a:pt x="231389" y="247685"/>
                </a:cubicBezTo>
                <a:close/>
                <a:moveTo>
                  <a:pt x="239716" y="246010"/>
                </a:moveTo>
                <a:cubicBezTo>
                  <a:pt x="241813" y="243070"/>
                  <a:pt x="241131" y="243148"/>
                  <a:pt x="238074" y="246205"/>
                </a:cubicBezTo>
                <a:cubicBezTo>
                  <a:pt x="236731" y="247549"/>
                  <a:pt x="235971" y="248646"/>
                  <a:pt x="236380" y="248646"/>
                </a:cubicBezTo>
                <a:cubicBezTo>
                  <a:pt x="236796" y="248646"/>
                  <a:pt x="237185" y="249477"/>
                  <a:pt x="237243" y="250483"/>
                </a:cubicBezTo>
                <a:cubicBezTo>
                  <a:pt x="237347" y="252190"/>
                  <a:pt x="237380" y="252170"/>
                  <a:pt x="237737" y="250288"/>
                </a:cubicBezTo>
                <a:cubicBezTo>
                  <a:pt x="237944" y="249172"/>
                  <a:pt x="238834" y="247250"/>
                  <a:pt x="239716" y="246010"/>
                </a:cubicBezTo>
                <a:close/>
                <a:moveTo>
                  <a:pt x="101200" y="248620"/>
                </a:moveTo>
                <a:cubicBezTo>
                  <a:pt x="103550" y="248172"/>
                  <a:pt x="105789" y="247490"/>
                  <a:pt x="106179" y="247101"/>
                </a:cubicBezTo>
                <a:cubicBezTo>
                  <a:pt x="106568" y="246711"/>
                  <a:pt x="105393" y="246796"/>
                  <a:pt x="103563" y="247283"/>
                </a:cubicBezTo>
                <a:cubicBezTo>
                  <a:pt x="101077" y="247945"/>
                  <a:pt x="99999" y="247925"/>
                  <a:pt x="99279" y="247205"/>
                </a:cubicBezTo>
                <a:cubicBezTo>
                  <a:pt x="97280" y="245205"/>
                  <a:pt x="103939" y="240499"/>
                  <a:pt x="108762" y="240499"/>
                </a:cubicBezTo>
                <a:cubicBezTo>
                  <a:pt x="109969" y="240499"/>
                  <a:pt x="110826" y="240032"/>
                  <a:pt x="110826" y="239383"/>
                </a:cubicBezTo>
                <a:cubicBezTo>
                  <a:pt x="110826" y="238507"/>
                  <a:pt x="110067" y="238409"/>
                  <a:pt x="107360" y="238916"/>
                </a:cubicBezTo>
                <a:cubicBezTo>
                  <a:pt x="102031" y="239915"/>
                  <a:pt x="99415" y="241142"/>
                  <a:pt x="99415" y="242642"/>
                </a:cubicBezTo>
                <a:cubicBezTo>
                  <a:pt x="99415" y="243394"/>
                  <a:pt x="97974" y="245387"/>
                  <a:pt x="96209" y="247062"/>
                </a:cubicBezTo>
                <a:cubicBezTo>
                  <a:pt x="93002" y="250113"/>
                  <a:pt x="92600" y="251748"/>
                  <a:pt x="95430" y="250230"/>
                </a:cubicBezTo>
                <a:cubicBezTo>
                  <a:pt x="96254" y="249788"/>
                  <a:pt x="98850" y="249068"/>
                  <a:pt x="101200" y="248620"/>
                </a:cubicBezTo>
                <a:close/>
                <a:moveTo>
                  <a:pt x="74620" y="247016"/>
                </a:moveTo>
                <a:cubicBezTo>
                  <a:pt x="75438" y="247016"/>
                  <a:pt x="75788" y="246043"/>
                  <a:pt x="75788" y="243758"/>
                </a:cubicBezTo>
                <a:cubicBezTo>
                  <a:pt x="75788" y="239837"/>
                  <a:pt x="74548" y="239454"/>
                  <a:pt x="73808" y="243148"/>
                </a:cubicBezTo>
                <a:cubicBezTo>
                  <a:pt x="73140" y="246491"/>
                  <a:pt x="72621" y="250340"/>
                  <a:pt x="73094" y="248445"/>
                </a:cubicBezTo>
                <a:cubicBezTo>
                  <a:pt x="73296" y="247659"/>
                  <a:pt x="73977" y="247016"/>
                  <a:pt x="74620" y="247016"/>
                </a:cubicBezTo>
                <a:close/>
                <a:moveTo>
                  <a:pt x="159573" y="245640"/>
                </a:moveTo>
                <a:cubicBezTo>
                  <a:pt x="156685" y="239922"/>
                  <a:pt x="156749" y="239980"/>
                  <a:pt x="156269" y="242492"/>
                </a:cubicBezTo>
                <a:cubicBezTo>
                  <a:pt x="155971" y="244050"/>
                  <a:pt x="156555" y="245257"/>
                  <a:pt x="158651" y="247419"/>
                </a:cubicBezTo>
                <a:cubicBezTo>
                  <a:pt x="160177" y="248990"/>
                  <a:pt x="161533" y="250275"/>
                  <a:pt x="161670" y="250275"/>
                </a:cubicBezTo>
                <a:cubicBezTo>
                  <a:pt x="161806" y="250275"/>
                  <a:pt x="160858" y="248191"/>
                  <a:pt x="159573" y="245640"/>
                </a:cubicBezTo>
                <a:close/>
                <a:moveTo>
                  <a:pt x="184888" y="247627"/>
                </a:moveTo>
                <a:cubicBezTo>
                  <a:pt x="185699" y="245205"/>
                  <a:pt x="185673" y="245115"/>
                  <a:pt x="184563" y="246562"/>
                </a:cubicBezTo>
                <a:cubicBezTo>
                  <a:pt x="183894" y="247432"/>
                  <a:pt x="183349" y="248626"/>
                  <a:pt x="183349" y="249210"/>
                </a:cubicBezTo>
                <a:cubicBezTo>
                  <a:pt x="183349" y="251028"/>
                  <a:pt x="183966" y="250398"/>
                  <a:pt x="184888" y="247627"/>
                </a:cubicBezTo>
                <a:close/>
                <a:moveTo>
                  <a:pt x="223664" y="249418"/>
                </a:moveTo>
                <a:cubicBezTo>
                  <a:pt x="223372" y="248951"/>
                  <a:pt x="222704" y="248717"/>
                  <a:pt x="222184" y="248905"/>
                </a:cubicBezTo>
                <a:cubicBezTo>
                  <a:pt x="221665" y="249087"/>
                  <a:pt x="220601" y="248912"/>
                  <a:pt x="219815" y="248509"/>
                </a:cubicBezTo>
                <a:cubicBezTo>
                  <a:pt x="218757" y="247964"/>
                  <a:pt x="218394" y="248101"/>
                  <a:pt x="218394" y="249029"/>
                </a:cubicBezTo>
                <a:cubicBezTo>
                  <a:pt x="218394" y="249918"/>
                  <a:pt x="219225" y="250275"/>
                  <a:pt x="221289" y="250275"/>
                </a:cubicBezTo>
                <a:cubicBezTo>
                  <a:pt x="223113" y="250275"/>
                  <a:pt x="223995" y="249957"/>
                  <a:pt x="223664" y="249418"/>
                </a:cubicBezTo>
                <a:close/>
                <a:moveTo>
                  <a:pt x="266751" y="247146"/>
                </a:moveTo>
                <a:cubicBezTo>
                  <a:pt x="269432" y="244401"/>
                  <a:pt x="269653" y="243894"/>
                  <a:pt x="268543" y="242973"/>
                </a:cubicBezTo>
                <a:cubicBezTo>
                  <a:pt x="267491" y="242103"/>
                  <a:pt x="267283" y="242161"/>
                  <a:pt x="267283" y="243336"/>
                </a:cubicBezTo>
                <a:cubicBezTo>
                  <a:pt x="267283" y="244102"/>
                  <a:pt x="266037" y="245984"/>
                  <a:pt x="264512" y="247510"/>
                </a:cubicBezTo>
                <a:cubicBezTo>
                  <a:pt x="262993" y="249029"/>
                  <a:pt x="262182" y="250275"/>
                  <a:pt x="262720" y="250275"/>
                </a:cubicBezTo>
                <a:cubicBezTo>
                  <a:pt x="263253" y="250275"/>
                  <a:pt x="265070" y="248873"/>
                  <a:pt x="266751" y="247146"/>
                </a:cubicBezTo>
                <a:close/>
                <a:moveTo>
                  <a:pt x="42236" y="248633"/>
                </a:moveTo>
                <a:lnTo>
                  <a:pt x="49299" y="248620"/>
                </a:lnTo>
                <a:lnTo>
                  <a:pt x="46637" y="246919"/>
                </a:lnTo>
                <a:cubicBezTo>
                  <a:pt x="44826" y="245757"/>
                  <a:pt x="43658" y="245465"/>
                  <a:pt x="42970" y="246004"/>
                </a:cubicBezTo>
                <a:cubicBezTo>
                  <a:pt x="41328" y="247302"/>
                  <a:pt x="38076" y="247776"/>
                  <a:pt x="35103" y="247153"/>
                </a:cubicBezTo>
                <a:cubicBezTo>
                  <a:pt x="31416" y="246380"/>
                  <a:pt x="30981" y="244732"/>
                  <a:pt x="34142" y="243537"/>
                </a:cubicBezTo>
                <a:cubicBezTo>
                  <a:pt x="35531" y="243018"/>
                  <a:pt x="36667" y="242323"/>
                  <a:pt x="36667" y="241999"/>
                </a:cubicBezTo>
                <a:cubicBezTo>
                  <a:pt x="36667" y="240766"/>
                  <a:pt x="34915" y="240402"/>
                  <a:pt x="33720" y="241395"/>
                </a:cubicBezTo>
                <a:cubicBezTo>
                  <a:pt x="32357" y="242525"/>
                  <a:pt x="26295" y="242479"/>
                  <a:pt x="23225" y="241317"/>
                </a:cubicBezTo>
                <a:cubicBezTo>
                  <a:pt x="21608" y="240701"/>
                  <a:pt x="21316" y="240831"/>
                  <a:pt x="21407" y="242090"/>
                </a:cubicBezTo>
                <a:cubicBezTo>
                  <a:pt x="21485" y="243070"/>
                  <a:pt x="22543" y="243907"/>
                  <a:pt x="24425" y="244472"/>
                </a:cubicBezTo>
                <a:cubicBezTo>
                  <a:pt x="26016" y="244946"/>
                  <a:pt x="28593" y="246277"/>
                  <a:pt x="30144" y="247419"/>
                </a:cubicBezTo>
                <a:cubicBezTo>
                  <a:pt x="31689" y="248561"/>
                  <a:pt x="33461" y="249308"/>
                  <a:pt x="34064" y="249074"/>
                </a:cubicBezTo>
                <a:cubicBezTo>
                  <a:pt x="34675" y="248840"/>
                  <a:pt x="38355" y="248639"/>
                  <a:pt x="42236" y="248633"/>
                </a:cubicBezTo>
                <a:close/>
                <a:moveTo>
                  <a:pt x="51642" y="240194"/>
                </a:moveTo>
                <a:cubicBezTo>
                  <a:pt x="50000" y="235858"/>
                  <a:pt x="48559" y="232412"/>
                  <a:pt x="48442" y="232535"/>
                </a:cubicBezTo>
                <a:cubicBezTo>
                  <a:pt x="48318" y="232658"/>
                  <a:pt x="48520" y="234404"/>
                  <a:pt x="48890" y="236417"/>
                </a:cubicBezTo>
                <a:cubicBezTo>
                  <a:pt x="49273" y="238494"/>
                  <a:pt x="49240" y="240662"/>
                  <a:pt x="48818" y="241454"/>
                </a:cubicBezTo>
                <a:cubicBezTo>
                  <a:pt x="48409" y="242213"/>
                  <a:pt x="48078" y="243167"/>
                  <a:pt x="48078" y="243576"/>
                </a:cubicBezTo>
                <a:cubicBezTo>
                  <a:pt x="48078" y="244355"/>
                  <a:pt x="53920" y="248782"/>
                  <a:pt x="54362" y="248341"/>
                </a:cubicBezTo>
                <a:cubicBezTo>
                  <a:pt x="54504" y="248198"/>
                  <a:pt x="53278" y="244537"/>
                  <a:pt x="51642" y="240194"/>
                </a:cubicBezTo>
                <a:close/>
                <a:moveTo>
                  <a:pt x="155646" y="247782"/>
                </a:moveTo>
                <a:cubicBezTo>
                  <a:pt x="155646" y="247309"/>
                  <a:pt x="155276" y="247146"/>
                  <a:pt x="154828" y="247425"/>
                </a:cubicBezTo>
                <a:cubicBezTo>
                  <a:pt x="154380" y="247705"/>
                  <a:pt x="154017" y="248094"/>
                  <a:pt x="154017" y="248289"/>
                </a:cubicBezTo>
                <a:cubicBezTo>
                  <a:pt x="154017" y="248483"/>
                  <a:pt x="154380" y="248646"/>
                  <a:pt x="154828" y="248646"/>
                </a:cubicBezTo>
                <a:cubicBezTo>
                  <a:pt x="155276" y="248646"/>
                  <a:pt x="155646" y="248263"/>
                  <a:pt x="155646" y="247782"/>
                </a:cubicBezTo>
                <a:close/>
                <a:moveTo>
                  <a:pt x="91600" y="244167"/>
                </a:moveTo>
                <a:cubicBezTo>
                  <a:pt x="92872" y="242226"/>
                  <a:pt x="92859" y="242129"/>
                  <a:pt x="91314" y="242129"/>
                </a:cubicBezTo>
                <a:cubicBezTo>
                  <a:pt x="89932" y="242129"/>
                  <a:pt x="88010" y="244232"/>
                  <a:pt x="88010" y="245744"/>
                </a:cubicBezTo>
                <a:cubicBezTo>
                  <a:pt x="88010" y="247016"/>
                  <a:pt x="90432" y="245952"/>
                  <a:pt x="91600" y="244167"/>
                </a:cubicBezTo>
                <a:close/>
                <a:moveTo>
                  <a:pt x="225923" y="244193"/>
                </a:moveTo>
                <a:cubicBezTo>
                  <a:pt x="226131" y="243083"/>
                  <a:pt x="225988" y="242375"/>
                  <a:pt x="225605" y="242609"/>
                </a:cubicBezTo>
                <a:cubicBezTo>
                  <a:pt x="224930" y="243025"/>
                  <a:pt x="224593" y="246205"/>
                  <a:pt x="225222" y="246205"/>
                </a:cubicBezTo>
                <a:cubicBezTo>
                  <a:pt x="225397" y="246205"/>
                  <a:pt x="225709" y="245296"/>
                  <a:pt x="225923" y="244193"/>
                </a:cubicBezTo>
                <a:close/>
                <a:moveTo>
                  <a:pt x="60865" y="240662"/>
                </a:moveTo>
                <a:cubicBezTo>
                  <a:pt x="58568" y="238267"/>
                  <a:pt x="57951" y="235605"/>
                  <a:pt x="59691" y="235612"/>
                </a:cubicBezTo>
                <a:cubicBezTo>
                  <a:pt x="60249" y="235618"/>
                  <a:pt x="61774" y="236176"/>
                  <a:pt x="63072" y="236852"/>
                </a:cubicBezTo>
                <a:cubicBezTo>
                  <a:pt x="66350" y="238565"/>
                  <a:pt x="66655" y="237754"/>
                  <a:pt x="63760" y="235041"/>
                </a:cubicBezTo>
                <a:cubicBezTo>
                  <a:pt x="60898" y="232366"/>
                  <a:pt x="59210" y="229387"/>
                  <a:pt x="59905" y="228257"/>
                </a:cubicBezTo>
                <a:cubicBezTo>
                  <a:pt x="60749" y="226888"/>
                  <a:pt x="62008" y="227368"/>
                  <a:pt x="64455" y="229991"/>
                </a:cubicBezTo>
                <a:cubicBezTo>
                  <a:pt x="65850" y="231483"/>
                  <a:pt x="66824" y="232048"/>
                  <a:pt x="66824" y="231367"/>
                </a:cubicBezTo>
                <a:cubicBezTo>
                  <a:pt x="66824" y="230730"/>
                  <a:pt x="67616" y="229361"/>
                  <a:pt x="68583" y="228322"/>
                </a:cubicBezTo>
                <a:cubicBezTo>
                  <a:pt x="70173" y="226615"/>
                  <a:pt x="70446" y="226557"/>
                  <a:pt x="71316" y="227745"/>
                </a:cubicBezTo>
                <a:cubicBezTo>
                  <a:pt x="72166" y="228913"/>
                  <a:pt x="72387" y="228816"/>
                  <a:pt x="73244" y="226933"/>
                </a:cubicBezTo>
                <a:cubicBezTo>
                  <a:pt x="74425" y="224343"/>
                  <a:pt x="73808" y="223519"/>
                  <a:pt x="71686" y="224843"/>
                </a:cubicBezTo>
                <a:cubicBezTo>
                  <a:pt x="70024" y="225882"/>
                  <a:pt x="63799" y="226180"/>
                  <a:pt x="61592" y="225336"/>
                </a:cubicBezTo>
                <a:cubicBezTo>
                  <a:pt x="60885" y="225064"/>
                  <a:pt x="60301" y="224324"/>
                  <a:pt x="60301" y="223688"/>
                </a:cubicBezTo>
                <a:cubicBezTo>
                  <a:pt x="60301" y="221721"/>
                  <a:pt x="64429" y="220760"/>
                  <a:pt x="70894" y="221234"/>
                </a:cubicBezTo>
                <a:cubicBezTo>
                  <a:pt x="76775" y="221662"/>
                  <a:pt x="76866" y="221643"/>
                  <a:pt x="73341" y="220702"/>
                </a:cubicBezTo>
                <a:cubicBezTo>
                  <a:pt x="68706" y="219462"/>
                  <a:pt x="68544" y="217658"/>
                  <a:pt x="72932" y="216204"/>
                </a:cubicBezTo>
                <a:cubicBezTo>
                  <a:pt x="75885" y="215230"/>
                  <a:pt x="78209" y="215210"/>
                  <a:pt x="81390" y="216132"/>
                </a:cubicBezTo>
                <a:cubicBezTo>
                  <a:pt x="82006" y="216314"/>
                  <a:pt x="82662" y="216048"/>
                  <a:pt x="82844" y="215541"/>
                </a:cubicBezTo>
                <a:cubicBezTo>
                  <a:pt x="83272" y="214399"/>
                  <a:pt x="80513" y="213633"/>
                  <a:pt x="75879" y="213620"/>
                </a:cubicBezTo>
                <a:cubicBezTo>
                  <a:pt x="73133" y="213607"/>
                  <a:pt x="71881" y="214068"/>
                  <a:pt x="70472" y="215580"/>
                </a:cubicBezTo>
                <a:cubicBezTo>
                  <a:pt x="67207" y="219112"/>
                  <a:pt x="58237" y="220591"/>
                  <a:pt x="60074" y="217301"/>
                </a:cubicBezTo>
                <a:cubicBezTo>
                  <a:pt x="60450" y="216632"/>
                  <a:pt x="62008" y="215158"/>
                  <a:pt x="63540" y="214029"/>
                </a:cubicBezTo>
                <a:lnTo>
                  <a:pt x="66324" y="211978"/>
                </a:lnTo>
                <a:lnTo>
                  <a:pt x="63884" y="211978"/>
                </a:lnTo>
                <a:cubicBezTo>
                  <a:pt x="62540" y="211978"/>
                  <a:pt x="61093" y="212328"/>
                  <a:pt x="60671" y="212750"/>
                </a:cubicBezTo>
                <a:cubicBezTo>
                  <a:pt x="60242" y="213179"/>
                  <a:pt x="58340" y="213769"/>
                  <a:pt x="56445" y="214074"/>
                </a:cubicBezTo>
                <a:cubicBezTo>
                  <a:pt x="53609" y="214529"/>
                  <a:pt x="52901" y="214373"/>
                  <a:pt x="52453" y="213218"/>
                </a:cubicBezTo>
                <a:cubicBezTo>
                  <a:pt x="51791" y="211491"/>
                  <a:pt x="53174" y="210517"/>
                  <a:pt x="57231" y="209836"/>
                </a:cubicBezTo>
                <a:lnTo>
                  <a:pt x="60275" y="209330"/>
                </a:lnTo>
                <a:lnTo>
                  <a:pt x="58250" y="206921"/>
                </a:lnTo>
                <a:cubicBezTo>
                  <a:pt x="56153" y="204429"/>
                  <a:pt x="55543" y="201384"/>
                  <a:pt x="57153" y="201384"/>
                </a:cubicBezTo>
                <a:cubicBezTo>
                  <a:pt x="57659" y="201384"/>
                  <a:pt x="59398" y="202202"/>
                  <a:pt x="61021" y="203208"/>
                </a:cubicBezTo>
                <a:cubicBezTo>
                  <a:pt x="62644" y="204208"/>
                  <a:pt x="65098" y="205032"/>
                  <a:pt x="66480" y="205039"/>
                </a:cubicBezTo>
                <a:lnTo>
                  <a:pt x="68992" y="205052"/>
                </a:lnTo>
                <a:lnTo>
                  <a:pt x="67506" y="202605"/>
                </a:lnTo>
                <a:cubicBezTo>
                  <a:pt x="64669" y="197964"/>
                  <a:pt x="66305" y="194400"/>
                  <a:pt x="69596" y="198035"/>
                </a:cubicBezTo>
                <a:cubicBezTo>
                  <a:pt x="70414" y="198937"/>
                  <a:pt x="71634" y="199411"/>
                  <a:pt x="72549" y="199171"/>
                </a:cubicBezTo>
                <a:cubicBezTo>
                  <a:pt x="73406" y="198944"/>
                  <a:pt x="75217" y="199152"/>
                  <a:pt x="76573" y="199625"/>
                </a:cubicBezTo>
                <a:cubicBezTo>
                  <a:pt x="80137" y="200865"/>
                  <a:pt x="79780" y="199658"/>
                  <a:pt x="74555" y="192712"/>
                </a:cubicBezTo>
                <a:cubicBezTo>
                  <a:pt x="71439" y="188571"/>
                  <a:pt x="69375" y="186598"/>
                  <a:pt x="67830" y="186267"/>
                </a:cubicBezTo>
                <a:cubicBezTo>
                  <a:pt x="66603" y="186001"/>
                  <a:pt x="64799" y="185468"/>
                  <a:pt x="63825" y="185073"/>
                </a:cubicBezTo>
                <a:cubicBezTo>
                  <a:pt x="61872" y="184287"/>
                  <a:pt x="59437" y="186085"/>
                  <a:pt x="61080" y="187098"/>
                </a:cubicBezTo>
                <a:cubicBezTo>
                  <a:pt x="63137" y="188370"/>
                  <a:pt x="61417" y="197308"/>
                  <a:pt x="59113" y="197308"/>
                </a:cubicBezTo>
                <a:cubicBezTo>
                  <a:pt x="57938" y="197308"/>
                  <a:pt x="57432" y="196062"/>
                  <a:pt x="56802" y="191602"/>
                </a:cubicBezTo>
                <a:cubicBezTo>
                  <a:pt x="56491" y="189409"/>
                  <a:pt x="55932" y="190239"/>
                  <a:pt x="55076" y="194192"/>
                </a:cubicBezTo>
                <a:cubicBezTo>
                  <a:pt x="54115" y="198574"/>
                  <a:pt x="48078" y="203676"/>
                  <a:pt x="48078" y="200099"/>
                </a:cubicBezTo>
                <a:cubicBezTo>
                  <a:pt x="48078" y="199255"/>
                  <a:pt x="47338" y="199697"/>
                  <a:pt x="45910" y="201391"/>
                </a:cubicBezTo>
                <a:cubicBezTo>
                  <a:pt x="44716" y="202806"/>
                  <a:pt x="42886" y="204292"/>
                  <a:pt x="41834" y="204695"/>
                </a:cubicBezTo>
                <a:cubicBezTo>
                  <a:pt x="39127" y="205721"/>
                  <a:pt x="39192" y="210186"/>
                  <a:pt x="41957" y="212783"/>
                </a:cubicBezTo>
                <a:cubicBezTo>
                  <a:pt x="45449" y="216067"/>
                  <a:pt x="51772" y="225875"/>
                  <a:pt x="56594" y="235508"/>
                </a:cubicBezTo>
                <a:cubicBezTo>
                  <a:pt x="60022" y="242356"/>
                  <a:pt x="61476" y="244543"/>
                  <a:pt x="62151" y="243868"/>
                </a:cubicBezTo>
                <a:cubicBezTo>
                  <a:pt x="62826" y="243193"/>
                  <a:pt x="62488" y="242356"/>
                  <a:pt x="60865" y="240662"/>
                </a:cubicBezTo>
                <a:close/>
                <a:moveTo>
                  <a:pt x="83597" y="239377"/>
                </a:moveTo>
                <a:cubicBezTo>
                  <a:pt x="79176" y="236689"/>
                  <a:pt x="79021" y="234794"/>
                  <a:pt x="83220" y="234794"/>
                </a:cubicBezTo>
                <a:cubicBezTo>
                  <a:pt x="84570" y="234794"/>
                  <a:pt x="86355" y="235164"/>
                  <a:pt x="87199" y="235612"/>
                </a:cubicBezTo>
                <a:cubicBezTo>
                  <a:pt x="88218" y="236157"/>
                  <a:pt x="88893" y="236157"/>
                  <a:pt x="89231" y="235612"/>
                </a:cubicBezTo>
                <a:cubicBezTo>
                  <a:pt x="89510" y="235164"/>
                  <a:pt x="90490" y="234794"/>
                  <a:pt x="91412" y="234794"/>
                </a:cubicBezTo>
                <a:cubicBezTo>
                  <a:pt x="92885" y="234794"/>
                  <a:pt x="92723" y="234391"/>
                  <a:pt x="90062" y="231451"/>
                </a:cubicBezTo>
                <a:cubicBezTo>
                  <a:pt x="87855" y="229004"/>
                  <a:pt x="87284" y="227861"/>
                  <a:pt x="87946" y="227199"/>
                </a:cubicBezTo>
                <a:cubicBezTo>
                  <a:pt x="88582" y="226557"/>
                  <a:pt x="89497" y="226544"/>
                  <a:pt x="91094" y="227147"/>
                </a:cubicBezTo>
                <a:cubicBezTo>
                  <a:pt x="92522" y="227686"/>
                  <a:pt x="94151" y="227719"/>
                  <a:pt x="95572" y="227245"/>
                </a:cubicBezTo>
                <a:lnTo>
                  <a:pt x="97812" y="226505"/>
                </a:lnTo>
                <a:lnTo>
                  <a:pt x="95151" y="223227"/>
                </a:lnTo>
                <a:cubicBezTo>
                  <a:pt x="93690" y="221422"/>
                  <a:pt x="91938" y="219274"/>
                  <a:pt x="91269" y="218456"/>
                </a:cubicBezTo>
                <a:cubicBezTo>
                  <a:pt x="90594" y="217638"/>
                  <a:pt x="89062" y="216729"/>
                  <a:pt x="87855" y="216431"/>
                </a:cubicBezTo>
                <a:lnTo>
                  <a:pt x="85667" y="215898"/>
                </a:lnTo>
                <a:lnTo>
                  <a:pt x="86135" y="220429"/>
                </a:lnTo>
                <a:cubicBezTo>
                  <a:pt x="86634" y="225291"/>
                  <a:pt x="85343" y="229906"/>
                  <a:pt x="83480" y="229906"/>
                </a:cubicBezTo>
                <a:cubicBezTo>
                  <a:pt x="82273" y="229906"/>
                  <a:pt x="81617" y="228238"/>
                  <a:pt x="81344" y="224493"/>
                </a:cubicBezTo>
                <a:cubicBezTo>
                  <a:pt x="81104" y="221195"/>
                  <a:pt x="79131" y="221766"/>
                  <a:pt x="79228" y="225103"/>
                </a:cubicBezTo>
                <a:cubicBezTo>
                  <a:pt x="79313" y="228173"/>
                  <a:pt x="75048" y="233600"/>
                  <a:pt x="72621" y="233509"/>
                </a:cubicBezTo>
                <a:cubicBezTo>
                  <a:pt x="70569" y="233431"/>
                  <a:pt x="70602" y="233236"/>
                  <a:pt x="72114" y="236131"/>
                </a:cubicBezTo>
                <a:cubicBezTo>
                  <a:pt x="72783" y="237410"/>
                  <a:pt x="73335" y="238052"/>
                  <a:pt x="73335" y="237553"/>
                </a:cubicBezTo>
                <a:cubicBezTo>
                  <a:pt x="73341" y="236449"/>
                  <a:pt x="77333" y="232353"/>
                  <a:pt x="78404" y="232353"/>
                </a:cubicBezTo>
                <a:cubicBezTo>
                  <a:pt x="78826" y="232353"/>
                  <a:pt x="79072" y="233541"/>
                  <a:pt x="78943" y="235002"/>
                </a:cubicBezTo>
                <a:cubicBezTo>
                  <a:pt x="78819" y="236456"/>
                  <a:pt x="79163" y="239182"/>
                  <a:pt x="79715" y="241064"/>
                </a:cubicBezTo>
                <a:lnTo>
                  <a:pt x="80708" y="244472"/>
                </a:lnTo>
                <a:lnTo>
                  <a:pt x="83408" y="242693"/>
                </a:lnTo>
                <a:lnTo>
                  <a:pt x="86109" y="240908"/>
                </a:lnTo>
                <a:lnTo>
                  <a:pt x="83597" y="239377"/>
                </a:lnTo>
                <a:close/>
                <a:moveTo>
                  <a:pt x="222464" y="243304"/>
                </a:moveTo>
                <a:cubicBezTo>
                  <a:pt x="222464" y="242603"/>
                  <a:pt x="222094" y="242265"/>
                  <a:pt x="221639" y="242544"/>
                </a:cubicBezTo>
                <a:cubicBezTo>
                  <a:pt x="221185" y="242823"/>
                  <a:pt x="221023" y="243401"/>
                  <a:pt x="221276" y="243816"/>
                </a:cubicBezTo>
                <a:cubicBezTo>
                  <a:pt x="221977" y="244946"/>
                  <a:pt x="222464" y="244732"/>
                  <a:pt x="222464" y="243304"/>
                </a:cubicBezTo>
                <a:close/>
                <a:moveTo>
                  <a:pt x="263214" y="241720"/>
                </a:moveTo>
                <a:cubicBezTo>
                  <a:pt x="263765" y="241051"/>
                  <a:pt x="264044" y="240499"/>
                  <a:pt x="263817" y="240499"/>
                </a:cubicBezTo>
                <a:cubicBezTo>
                  <a:pt x="263597" y="240499"/>
                  <a:pt x="262954" y="241051"/>
                  <a:pt x="262396" y="241720"/>
                </a:cubicBezTo>
                <a:cubicBezTo>
                  <a:pt x="261838" y="242395"/>
                  <a:pt x="261565" y="242947"/>
                  <a:pt x="261786" y="242947"/>
                </a:cubicBezTo>
                <a:cubicBezTo>
                  <a:pt x="262013" y="242947"/>
                  <a:pt x="262655" y="242395"/>
                  <a:pt x="263214" y="241720"/>
                </a:cubicBezTo>
                <a:close/>
                <a:moveTo>
                  <a:pt x="192112" y="234684"/>
                </a:moveTo>
                <a:cubicBezTo>
                  <a:pt x="195130" y="230075"/>
                  <a:pt x="196390" y="227349"/>
                  <a:pt x="196390" y="225408"/>
                </a:cubicBezTo>
                <a:cubicBezTo>
                  <a:pt x="196390" y="221611"/>
                  <a:pt x="195169" y="221221"/>
                  <a:pt x="192274" y="224116"/>
                </a:cubicBezTo>
                <a:cubicBezTo>
                  <a:pt x="189697" y="226693"/>
                  <a:pt x="184621" y="228238"/>
                  <a:pt x="183245" y="226868"/>
                </a:cubicBezTo>
                <a:cubicBezTo>
                  <a:pt x="182733" y="226349"/>
                  <a:pt x="183492" y="225161"/>
                  <a:pt x="185433" y="223454"/>
                </a:cubicBezTo>
                <a:cubicBezTo>
                  <a:pt x="188678" y="220611"/>
                  <a:pt x="188646" y="219196"/>
                  <a:pt x="185374" y="220948"/>
                </a:cubicBezTo>
                <a:cubicBezTo>
                  <a:pt x="184174" y="221591"/>
                  <a:pt x="182966" y="223266"/>
                  <a:pt x="182441" y="225005"/>
                </a:cubicBezTo>
                <a:cubicBezTo>
                  <a:pt x="181681" y="227550"/>
                  <a:pt x="181798" y="228361"/>
                  <a:pt x="183265" y="230769"/>
                </a:cubicBezTo>
                <a:cubicBezTo>
                  <a:pt x="184206" y="232308"/>
                  <a:pt x="184978" y="234398"/>
                  <a:pt x="184978" y="235404"/>
                </a:cubicBezTo>
                <a:cubicBezTo>
                  <a:pt x="184978" y="236417"/>
                  <a:pt x="185387" y="237241"/>
                  <a:pt x="185887" y="237241"/>
                </a:cubicBezTo>
                <a:cubicBezTo>
                  <a:pt x="186426" y="237241"/>
                  <a:pt x="186653" y="238202"/>
                  <a:pt x="186452" y="239597"/>
                </a:cubicBezTo>
                <a:cubicBezTo>
                  <a:pt x="185920" y="243193"/>
                  <a:pt x="187348" y="241953"/>
                  <a:pt x="192112" y="234684"/>
                </a:cubicBezTo>
                <a:close/>
                <a:moveTo>
                  <a:pt x="93047" y="239130"/>
                </a:moveTo>
                <a:cubicBezTo>
                  <a:pt x="92463" y="238890"/>
                  <a:pt x="91762" y="238922"/>
                  <a:pt x="91490" y="239195"/>
                </a:cubicBezTo>
                <a:cubicBezTo>
                  <a:pt x="91217" y="239461"/>
                  <a:pt x="91697" y="239656"/>
                  <a:pt x="92561" y="239623"/>
                </a:cubicBezTo>
                <a:cubicBezTo>
                  <a:pt x="93508" y="239578"/>
                  <a:pt x="93703" y="239390"/>
                  <a:pt x="93047" y="239130"/>
                </a:cubicBezTo>
                <a:close/>
                <a:moveTo>
                  <a:pt x="209021" y="238052"/>
                </a:moveTo>
                <a:cubicBezTo>
                  <a:pt x="209663" y="237020"/>
                  <a:pt x="207775" y="237020"/>
                  <a:pt x="206165" y="238052"/>
                </a:cubicBezTo>
                <a:cubicBezTo>
                  <a:pt x="205172" y="238695"/>
                  <a:pt x="205282" y="238844"/>
                  <a:pt x="206730" y="238857"/>
                </a:cubicBezTo>
                <a:cubicBezTo>
                  <a:pt x="207716" y="238864"/>
                  <a:pt x="208742" y="238500"/>
                  <a:pt x="209021" y="238052"/>
                </a:cubicBezTo>
                <a:close/>
                <a:moveTo>
                  <a:pt x="222016" y="237131"/>
                </a:moveTo>
                <a:cubicBezTo>
                  <a:pt x="222470" y="236722"/>
                  <a:pt x="221685" y="236423"/>
                  <a:pt x="220133" y="236423"/>
                </a:cubicBezTo>
                <a:cubicBezTo>
                  <a:pt x="218666" y="236423"/>
                  <a:pt x="216829" y="236086"/>
                  <a:pt x="216051" y="235664"/>
                </a:cubicBezTo>
                <a:cubicBezTo>
                  <a:pt x="215194" y="235209"/>
                  <a:pt x="214175" y="235203"/>
                  <a:pt x="213461" y="235657"/>
                </a:cubicBezTo>
                <a:cubicBezTo>
                  <a:pt x="212539" y="236235"/>
                  <a:pt x="212688" y="236404"/>
                  <a:pt x="214116" y="236410"/>
                </a:cubicBezTo>
                <a:cubicBezTo>
                  <a:pt x="215181" y="236417"/>
                  <a:pt x="215947" y="236929"/>
                  <a:pt x="215947" y="237624"/>
                </a:cubicBezTo>
                <a:cubicBezTo>
                  <a:pt x="215947" y="238539"/>
                  <a:pt x="216583" y="238708"/>
                  <a:pt x="218595" y="238331"/>
                </a:cubicBezTo>
                <a:cubicBezTo>
                  <a:pt x="220049" y="238059"/>
                  <a:pt x="221594" y="237520"/>
                  <a:pt x="222016" y="237131"/>
                </a:cubicBezTo>
                <a:close/>
                <a:moveTo>
                  <a:pt x="233388" y="233418"/>
                </a:moveTo>
                <a:cubicBezTo>
                  <a:pt x="230934" y="231620"/>
                  <a:pt x="230603" y="232223"/>
                  <a:pt x="232486" y="235079"/>
                </a:cubicBezTo>
                <a:cubicBezTo>
                  <a:pt x="234063" y="237481"/>
                  <a:pt x="234316" y="237611"/>
                  <a:pt x="234563" y="236144"/>
                </a:cubicBezTo>
                <a:cubicBezTo>
                  <a:pt x="234718" y="235222"/>
                  <a:pt x="234199" y="234002"/>
                  <a:pt x="233388" y="233418"/>
                </a:cubicBezTo>
                <a:close/>
                <a:moveTo>
                  <a:pt x="105549" y="235320"/>
                </a:moveTo>
                <a:cubicBezTo>
                  <a:pt x="104718" y="234716"/>
                  <a:pt x="104238" y="233703"/>
                  <a:pt x="104478" y="233080"/>
                </a:cubicBezTo>
                <a:cubicBezTo>
                  <a:pt x="104809" y="232210"/>
                  <a:pt x="103894" y="231899"/>
                  <a:pt x="100538" y="231750"/>
                </a:cubicBezTo>
                <a:cubicBezTo>
                  <a:pt x="98065" y="231639"/>
                  <a:pt x="96157" y="231905"/>
                  <a:pt x="96157" y="232360"/>
                </a:cubicBezTo>
                <a:cubicBezTo>
                  <a:pt x="96157" y="232801"/>
                  <a:pt x="96981" y="233165"/>
                  <a:pt x="97994" y="233171"/>
                </a:cubicBezTo>
                <a:cubicBezTo>
                  <a:pt x="99000" y="233171"/>
                  <a:pt x="100927" y="233879"/>
                  <a:pt x="102271" y="234742"/>
                </a:cubicBezTo>
                <a:cubicBezTo>
                  <a:pt x="105134" y="236572"/>
                  <a:pt x="107951" y="237072"/>
                  <a:pt x="105549" y="235320"/>
                </a:cubicBezTo>
                <a:close/>
                <a:moveTo>
                  <a:pt x="228383" y="234314"/>
                </a:moveTo>
                <a:cubicBezTo>
                  <a:pt x="228740" y="232431"/>
                  <a:pt x="228649" y="232334"/>
                  <a:pt x="227565" y="233418"/>
                </a:cubicBezTo>
                <a:cubicBezTo>
                  <a:pt x="226897" y="234086"/>
                  <a:pt x="226598" y="235041"/>
                  <a:pt x="226897" y="235534"/>
                </a:cubicBezTo>
                <a:cubicBezTo>
                  <a:pt x="227708" y="236845"/>
                  <a:pt x="227935" y="236657"/>
                  <a:pt x="228383" y="234314"/>
                </a:cubicBezTo>
                <a:close/>
                <a:moveTo>
                  <a:pt x="214785" y="231866"/>
                </a:moveTo>
                <a:cubicBezTo>
                  <a:pt x="217128" y="230490"/>
                  <a:pt x="218394" y="229186"/>
                  <a:pt x="218394" y="228134"/>
                </a:cubicBezTo>
                <a:cubicBezTo>
                  <a:pt x="218394" y="226719"/>
                  <a:pt x="218082" y="226829"/>
                  <a:pt x="215882" y="229030"/>
                </a:cubicBezTo>
                <a:cubicBezTo>
                  <a:pt x="214506" y="230406"/>
                  <a:pt x="212487" y="231756"/>
                  <a:pt x="211403" y="232029"/>
                </a:cubicBezTo>
                <a:cubicBezTo>
                  <a:pt x="210319" y="232301"/>
                  <a:pt x="209430" y="232853"/>
                  <a:pt x="209430" y="233255"/>
                </a:cubicBezTo>
                <a:cubicBezTo>
                  <a:pt x="209430" y="234482"/>
                  <a:pt x="211020" y="234073"/>
                  <a:pt x="214785" y="231866"/>
                </a:cubicBezTo>
                <a:close/>
                <a:moveTo>
                  <a:pt x="167868" y="229335"/>
                </a:moveTo>
                <a:cubicBezTo>
                  <a:pt x="167868" y="227219"/>
                  <a:pt x="167609" y="226576"/>
                  <a:pt x="167005" y="227180"/>
                </a:cubicBezTo>
                <a:cubicBezTo>
                  <a:pt x="166252" y="227939"/>
                  <a:pt x="166713" y="232353"/>
                  <a:pt x="167550" y="232353"/>
                </a:cubicBezTo>
                <a:cubicBezTo>
                  <a:pt x="167726" y="232353"/>
                  <a:pt x="167868" y="230997"/>
                  <a:pt x="167868" y="229335"/>
                </a:cubicBezTo>
                <a:close/>
                <a:moveTo>
                  <a:pt x="150317" y="221552"/>
                </a:moveTo>
                <a:cubicBezTo>
                  <a:pt x="152706" y="216509"/>
                  <a:pt x="155308" y="210517"/>
                  <a:pt x="156113" y="208233"/>
                </a:cubicBezTo>
                <a:cubicBezTo>
                  <a:pt x="157561" y="204104"/>
                  <a:pt x="157561" y="204072"/>
                  <a:pt x="155704" y="201469"/>
                </a:cubicBezTo>
                <a:cubicBezTo>
                  <a:pt x="153510" y="198386"/>
                  <a:pt x="152290" y="198528"/>
                  <a:pt x="151401" y="201969"/>
                </a:cubicBezTo>
                <a:cubicBezTo>
                  <a:pt x="150700" y="204675"/>
                  <a:pt x="145442" y="209868"/>
                  <a:pt x="144189" y="209096"/>
                </a:cubicBezTo>
                <a:cubicBezTo>
                  <a:pt x="143067" y="208401"/>
                  <a:pt x="143248" y="206525"/>
                  <a:pt x="144702" y="203715"/>
                </a:cubicBezTo>
                <a:cubicBezTo>
                  <a:pt x="146396" y="200437"/>
                  <a:pt x="145559" y="199781"/>
                  <a:pt x="143086" y="202449"/>
                </a:cubicBezTo>
                <a:cubicBezTo>
                  <a:pt x="141996" y="203630"/>
                  <a:pt x="139438" y="205006"/>
                  <a:pt x="137374" y="205526"/>
                </a:cubicBezTo>
                <a:cubicBezTo>
                  <a:pt x="135323" y="206045"/>
                  <a:pt x="133642" y="206551"/>
                  <a:pt x="133642" y="206655"/>
                </a:cubicBezTo>
                <a:cubicBezTo>
                  <a:pt x="133642" y="206759"/>
                  <a:pt x="133979" y="207908"/>
                  <a:pt x="134388" y="209206"/>
                </a:cubicBezTo>
                <a:cubicBezTo>
                  <a:pt x="134804" y="210504"/>
                  <a:pt x="135355" y="212582"/>
                  <a:pt x="135628" y="213808"/>
                </a:cubicBezTo>
                <a:cubicBezTo>
                  <a:pt x="136056" y="215775"/>
                  <a:pt x="136498" y="216054"/>
                  <a:pt x="139204" y="216054"/>
                </a:cubicBezTo>
                <a:cubicBezTo>
                  <a:pt x="142956" y="216054"/>
                  <a:pt x="145936" y="217904"/>
                  <a:pt x="144508" y="219352"/>
                </a:cubicBezTo>
                <a:cubicBezTo>
                  <a:pt x="143118" y="220760"/>
                  <a:pt x="136335" y="221344"/>
                  <a:pt x="134927" y="220176"/>
                </a:cubicBezTo>
                <a:cubicBezTo>
                  <a:pt x="133986" y="219397"/>
                  <a:pt x="133583" y="219527"/>
                  <a:pt x="132882" y="220838"/>
                </a:cubicBezTo>
                <a:cubicBezTo>
                  <a:pt x="132402" y="221734"/>
                  <a:pt x="132012" y="222578"/>
                  <a:pt x="132012" y="222721"/>
                </a:cubicBezTo>
                <a:cubicBezTo>
                  <a:pt x="132012" y="222863"/>
                  <a:pt x="134025" y="222850"/>
                  <a:pt x="136491" y="222701"/>
                </a:cubicBezTo>
                <a:cubicBezTo>
                  <a:pt x="140139" y="222474"/>
                  <a:pt x="140976" y="222662"/>
                  <a:pt x="140976" y="223694"/>
                </a:cubicBezTo>
                <a:cubicBezTo>
                  <a:pt x="140976" y="225544"/>
                  <a:pt x="136433" y="227615"/>
                  <a:pt x="133025" y="227323"/>
                </a:cubicBezTo>
                <a:cubicBezTo>
                  <a:pt x="129234" y="226998"/>
                  <a:pt x="128481" y="228835"/>
                  <a:pt x="132162" y="229432"/>
                </a:cubicBezTo>
                <a:cubicBezTo>
                  <a:pt x="137991" y="230380"/>
                  <a:pt x="139062" y="230503"/>
                  <a:pt x="142456" y="230607"/>
                </a:cubicBezTo>
                <a:lnTo>
                  <a:pt x="145981" y="230717"/>
                </a:lnTo>
                <a:lnTo>
                  <a:pt x="150317" y="221552"/>
                </a:lnTo>
                <a:close/>
                <a:moveTo>
                  <a:pt x="163474" y="229432"/>
                </a:moveTo>
                <a:cubicBezTo>
                  <a:pt x="163201" y="228725"/>
                  <a:pt x="162968" y="227712"/>
                  <a:pt x="162955" y="227193"/>
                </a:cubicBezTo>
                <a:cubicBezTo>
                  <a:pt x="162942" y="226667"/>
                  <a:pt x="162552" y="226881"/>
                  <a:pt x="162098" y="227673"/>
                </a:cubicBezTo>
                <a:cubicBezTo>
                  <a:pt x="161202" y="229199"/>
                  <a:pt x="161708" y="230717"/>
                  <a:pt x="163117" y="230717"/>
                </a:cubicBezTo>
                <a:cubicBezTo>
                  <a:pt x="163584" y="230717"/>
                  <a:pt x="163747" y="230140"/>
                  <a:pt x="163474" y="229432"/>
                </a:cubicBezTo>
                <a:close/>
                <a:moveTo>
                  <a:pt x="177793" y="223688"/>
                </a:moveTo>
                <a:cubicBezTo>
                  <a:pt x="179364" y="221968"/>
                  <a:pt x="179364" y="221955"/>
                  <a:pt x="177287" y="221435"/>
                </a:cubicBezTo>
                <a:cubicBezTo>
                  <a:pt x="176138" y="221143"/>
                  <a:pt x="175203" y="220403"/>
                  <a:pt x="175203" y="219787"/>
                </a:cubicBezTo>
                <a:cubicBezTo>
                  <a:pt x="175203" y="218508"/>
                  <a:pt x="179273" y="216866"/>
                  <a:pt x="182434" y="216866"/>
                </a:cubicBezTo>
                <a:lnTo>
                  <a:pt x="184531" y="216866"/>
                </a:lnTo>
                <a:lnTo>
                  <a:pt x="182012" y="214568"/>
                </a:lnTo>
                <a:cubicBezTo>
                  <a:pt x="178851" y="211679"/>
                  <a:pt x="177047" y="206753"/>
                  <a:pt x="178514" y="204994"/>
                </a:cubicBezTo>
                <a:cubicBezTo>
                  <a:pt x="179396" y="203929"/>
                  <a:pt x="179779" y="204007"/>
                  <a:pt x="181538" y="205636"/>
                </a:cubicBezTo>
                <a:cubicBezTo>
                  <a:pt x="182648" y="206655"/>
                  <a:pt x="184050" y="208596"/>
                  <a:pt x="184647" y="209940"/>
                </a:cubicBezTo>
                <a:cubicBezTo>
                  <a:pt x="185316" y="211459"/>
                  <a:pt x="185744" y="211842"/>
                  <a:pt x="185764" y="210959"/>
                </a:cubicBezTo>
                <a:cubicBezTo>
                  <a:pt x="185816" y="208680"/>
                  <a:pt x="188691" y="209278"/>
                  <a:pt x="191022" y="212043"/>
                </a:cubicBezTo>
                <a:cubicBezTo>
                  <a:pt x="193001" y="214393"/>
                  <a:pt x="193508" y="215853"/>
                  <a:pt x="193189" y="218294"/>
                </a:cubicBezTo>
                <a:cubicBezTo>
                  <a:pt x="193118" y="218852"/>
                  <a:pt x="193624" y="219313"/>
                  <a:pt x="194319" y="219313"/>
                </a:cubicBezTo>
                <a:cubicBezTo>
                  <a:pt x="196013" y="219313"/>
                  <a:pt x="195916" y="218495"/>
                  <a:pt x="193553" y="213166"/>
                </a:cubicBezTo>
                <a:cubicBezTo>
                  <a:pt x="192443" y="210654"/>
                  <a:pt x="191171" y="208823"/>
                  <a:pt x="190723" y="209102"/>
                </a:cubicBezTo>
                <a:cubicBezTo>
                  <a:pt x="190269" y="209381"/>
                  <a:pt x="189074" y="209193"/>
                  <a:pt x="188055" y="208680"/>
                </a:cubicBezTo>
                <a:cubicBezTo>
                  <a:pt x="185686" y="207499"/>
                  <a:pt x="178462" y="199716"/>
                  <a:pt x="178462" y="198347"/>
                </a:cubicBezTo>
                <a:cubicBezTo>
                  <a:pt x="178462" y="197743"/>
                  <a:pt x="177468" y="197308"/>
                  <a:pt x="176105" y="197308"/>
                </a:cubicBezTo>
                <a:cubicBezTo>
                  <a:pt x="173860" y="197308"/>
                  <a:pt x="173645" y="197646"/>
                  <a:pt x="171309" y="204844"/>
                </a:cubicBezTo>
                <a:cubicBezTo>
                  <a:pt x="169303" y="211043"/>
                  <a:pt x="169069" y="212504"/>
                  <a:pt x="169997" y="213036"/>
                </a:cubicBezTo>
                <a:cubicBezTo>
                  <a:pt x="171289" y="213782"/>
                  <a:pt x="171471" y="217716"/>
                  <a:pt x="170387" y="221500"/>
                </a:cubicBezTo>
                <a:cubicBezTo>
                  <a:pt x="169809" y="223506"/>
                  <a:pt x="169913" y="224188"/>
                  <a:pt x="170835" y="224538"/>
                </a:cubicBezTo>
                <a:cubicBezTo>
                  <a:pt x="171484" y="224791"/>
                  <a:pt x="172425" y="226154"/>
                  <a:pt x="172918" y="227569"/>
                </a:cubicBezTo>
                <a:lnTo>
                  <a:pt x="173814" y="230140"/>
                </a:lnTo>
                <a:lnTo>
                  <a:pt x="175015" y="227784"/>
                </a:lnTo>
                <a:cubicBezTo>
                  <a:pt x="175677" y="226485"/>
                  <a:pt x="176923" y="224642"/>
                  <a:pt x="177793" y="223688"/>
                </a:cubicBezTo>
                <a:close/>
                <a:moveTo>
                  <a:pt x="124678" y="225830"/>
                </a:moveTo>
                <a:cubicBezTo>
                  <a:pt x="124678" y="223947"/>
                  <a:pt x="123282" y="223766"/>
                  <a:pt x="121160" y="225375"/>
                </a:cubicBezTo>
                <a:cubicBezTo>
                  <a:pt x="119719" y="226466"/>
                  <a:pt x="119719" y="226518"/>
                  <a:pt x="121160" y="226888"/>
                </a:cubicBezTo>
                <a:cubicBezTo>
                  <a:pt x="124042" y="227634"/>
                  <a:pt x="124678" y="227446"/>
                  <a:pt x="124678" y="225830"/>
                </a:cubicBezTo>
                <a:close/>
                <a:moveTo>
                  <a:pt x="128001" y="222772"/>
                </a:moveTo>
                <a:cubicBezTo>
                  <a:pt x="127326" y="221611"/>
                  <a:pt x="127170" y="221877"/>
                  <a:pt x="127170" y="224200"/>
                </a:cubicBezTo>
                <a:cubicBezTo>
                  <a:pt x="127170" y="226531"/>
                  <a:pt x="127326" y="226790"/>
                  <a:pt x="128001" y="225629"/>
                </a:cubicBezTo>
                <a:cubicBezTo>
                  <a:pt x="128566" y="224661"/>
                  <a:pt x="128566" y="223746"/>
                  <a:pt x="128001" y="222772"/>
                </a:cubicBezTo>
                <a:close/>
                <a:moveTo>
                  <a:pt x="200453" y="221143"/>
                </a:moveTo>
                <a:cubicBezTo>
                  <a:pt x="200459" y="220585"/>
                  <a:pt x="200096" y="220124"/>
                  <a:pt x="199648" y="220124"/>
                </a:cubicBezTo>
                <a:cubicBezTo>
                  <a:pt x="199200" y="220124"/>
                  <a:pt x="198837" y="221137"/>
                  <a:pt x="198850" y="222370"/>
                </a:cubicBezTo>
                <a:cubicBezTo>
                  <a:pt x="198856" y="224116"/>
                  <a:pt x="199031" y="224337"/>
                  <a:pt x="199648" y="223389"/>
                </a:cubicBezTo>
                <a:cubicBezTo>
                  <a:pt x="200083" y="222714"/>
                  <a:pt x="200446" y="221708"/>
                  <a:pt x="200453" y="221143"/>
                </a:cubicBezTo>
                <a:close/>
                <a:moveTo>
                  <a:pt x="117343" y="221299"/>
                </a:moveTo>
                <a:cubicBezTo>
                  <a:pt x="117343" y="221104"/>
                  <a:pt x="116772" y="220942"/>
                  <a:pt x="116077" y="220942"/>
                </a:cubicBezTo>
                <a:cubicBezTo>
                  <a:pt x="115376" y="220942"/>
                  <a:pt x="115032" y="221312"/>
                  <a:pt x="115318" y="221773"/>
                </a:cubicBezTo>
                <a:cubicBezTo>
                  <a:pt x="115779" y="222519"/>
                  <a:pt x="117343" y="222162"/>
                  <a:pt x="117343" y="221299"/>
                </a:cubicBezTo>
                <a:close/>
                <a:moveTo>
                  <a:pt x="123470" y="216632"/>
                </a:moveTo>
                <a:cubicBezTo>
                  <a:pt x="122568" y="213529"/>
                  <a:pt x="121679" y="212023"/>
                  <a:pt x="120569" y="211731"/>
                </a:cubicBezTo>
                <a:cubicBezTo>
                  <a:pt x="119011" y="211322"/>
                  <a:pt x="119011" y="211374"/>
                  <a:pt x="120653" y="213672"/>
                </a:cubicBezTo>
                <a:cubicBezTo>
                  <a:pt x="121575" y="214970"/>
                  <a:pt x="122399" y="217047"/>
                  <a:pt x="122484" y="218287"/>
                </a:cubicBezTo>
                <a:cubicBezTo>
                  <a:pt x="122627" y="220306"/>
                  <a:pt x="123788" y="222104"/>
                  <a:pt x="124502" y="221390"/>
                </a:cubicBezTo>
                <a:cubicBezTo>
                  <a:pt x="124652" y="221241"/>
                  <a:pt x="124191" y="219099"/>
                  <a:pt x="123470" y="216632"/>
                </a:cubicBezTo>
                <a:close/>
                <a:moveTo>
                  <a:pt x="130792" y="214016"/>
                </a:moveTo>
                <a:cubicBezTo>
                  <a:pt x="130792" y="211556"/>
                  <a:pt x="130513" y="209537"/>
                  <a:pt x="130182" y="209537"/>
                </a:cubicBezTo>
                <a:cubicBezTo>
                  <a:pt x="129845" y="209531"/>
                  <a:pt x="129565" y="209998"/>
                  <a:pt x="129565" y="210563"/>
                </a:cubicBezTo>
                <a:cubicBezTo>
                  <a:pt x="129565" y="211128"/>
                  <a:pt x="128793" y="213049"/>
                  <a:pt x="127839" y="214821"/>
                </a:cubicBezTo>
                <a:cubicBezTo>
                  <a:pt x="126378" y="217547"/>
                  <a:pt x="126333" y="217859"/>
                  <a:pt x="127553" y="216853"/>
                </a:cubicBezTo>
                <a:cubicBezTo>
                  <a:pt x="128825" y="215788"/>
                  <a:pt x="129092" y="215814"/>
                  <a:pt x="129883" y="217073"/>
                </a:cubicBezTo>
                <a:cubicBezTo>
                  <a:pt x="130377" y="217859"/>
                  <a:pt x="130786" y="218495"/>
                  <a:pt x="130786" y="218495"/>
                </a:cubicBezTo>
                <a:cubicBezTo>
                  <a:pt x="130786" y="218495"/>
                  <a:pt x="130792" y="216483"/>
                  <a:pt x="130792" y="214016"/>
                </a:cubicBezTo>
                <a:close/>
                <a:moveTo>
                  <a:pt x="205847" y="214639"/>
                </a:moveTo>
                <a:cubicBezTo>
                  <a:pt x="205191" y="213990"/>
                  <a:pt x="204854" y="214431"/>
                  <a:pt x="204159" y="216866"/>
                </a:cubicBezTo>
                <a:lnTo>
                  <a:pt x="203575" y="218904"/>
                </a:lnTo>
                <a:lnTo>
                  <a:pt x="204951" y="217015"/>
                </a:lnTo>
                <a:cubicBezTo>
                  <a:pt x="205710" y="215983"/>
                  <a:pt x="206113" y="214912"/>
                  <a:pt x="205847" y="214639"/>
                </a:cubicBezTo>
                <a:close/>
                <a:moveTo>
                  <a:pt x="116752" y="214425"/>
                </a:moveTo>
                <a:cubicBezTo>
                  <a:pt x="116473" y="212328"/>
                  <a:pt x="116635" y="211160"/>
                  <a:pt x="117213" y="211160"/>
                </a:cubicBezTo>
                <a:cubicBezTo>
                  <a:pt x="117706" y="211160"/>
                  <a:pt x="117207" y="209829"/>
                  <a:pt x="116097" y="208194"/>
                </a:cubicBezTo>
                <a:cubicBezTo>
                  <a:pt x="113935" y="205006"/>
                  <a:pt x="113611" y="203832"/>
                  <a:pt x="114902" y="203832"/>
                </a:cubicBezTo>
                <a:cubicBezTo>
                  <a:pt x="116512" y="203832"/>
                  <a:pt x="115675" y="201566"/>
                  <a:pt x="113896" y="201099"/>
                </a:cubicBezTo>
                <a:cubicBezTo>
                  <a:pt x="111624" y="200502"/>
                  <a:pt x="111657" y="200463"/>
                  <a:pt x="108360" y="208116"/>
                </a:cubicBezTo>
                <a:cubicBezTo>
                  <a:pt x="105244" y="215353"/>
                  <a:pt x="105491" y="216152"/>
                  <a:pt x="111001" y="216664"/>
                </a:cubicBezTo>
                <a:lnTo>
                  <a:pt x="114480" y="216989"/>
                </a:lnTo>
                <a:lnTo>
                  <a:pt x="112559" y="214938"/>
                </a:lnTo>
                <a:cubicBezTo>
                  <a:pt x="110093" y="212315"/>
                  <a:pt x="109067" y="205461"/>
                  <a:pt x="111138" y="205461"/>
                </a:cubicBezTo>
                <a:cubicBezTo>
                  <a:pt x="112858" y="205461"/>
                  <a:pt x="115707" y="210108"/>
                  <a:pt x="115714" y="212932"/>
                </a:cubicBezTo>
                <a:cubicBezTo>
                  <a:pt x="115714" y="214983"/>
                  <a:pt x="116415" y="217683"/>
                  <a:pt x="116947" y="217683"/>
                </a:cubicBezTo>
                <a:cubicBezTo>
                  <a:pt x="117083" y="217683"/>
                  <a:pt x="116992" y="216217"/>
                  <a:pt x="116752" y="214425"/>
                </a:cubicBezTo>
                <a:close/>
                <a:moveTo>
                  <a:pt x="186608" y="214425"/>
                </a:moveTo>
                <a:cubicBezTo>
                  <a:pt x="186088" y="213451"/>
                  <a:pt x="185485" y="212835"/>
                  <a:pt x="185264" y="213049"/>
                </a:cubicBezTo>
                <a:cubicBezTo>
                  <a:pt x="185050" y="213270"/>
                  <a:pt x="185335" y="214204"/>
                  <a:pt x="185913" y="215120"/>
                </a:cubicBezTo>
                <a:cubicBezTo>
                  <a:pt x="187270" y="217294"/>
                  <a:pt x="187841" y="216723"/>
                  <a:pt x="186608" y="214425"/>
                </a:cubicBezTo>
                <a:close/>
                <a:moveTo>
                  <a:pt x="199259" y="211978"/>
                </a:moveTo>
                <a:cubicBezTo>
                  <a:pt x="199875" y="211978"/>
                  <a:pt x="200797" y="212620"/>
                  <a:pt x="201297" y="213406"/>
                </a:cubicBezTo>
                <a:cubicBezTo>
                  <a:pt x="202115" y="214672"/>
                  <a:pt x="202153" y="214652"/>
                  <a:pt x="201621" y="213198"/>
                </a:cubicBezTo>
                <a:cubicBezTo>
                  <a:pt x="201297" y="212302"/>
                  <a:pt x="200784" y="209920"/>
                  <a:pt x="200479" y="207901"/>
                </a:cubicBezTo>
                <a:cubicBezTo>
                  <a:pt x="199947" y="204318"/>
                  <a:pt x="199421" y="204539"/>
                  <a:pt x="198532" y="208719"/>
                </a:cubicBezTo>
                <a:cubicBezTo>
                  <a:pt x="197928" y="211549"/>
                  <a:pt x="197350" y="215139"/>
                  <a:pt x="197779" y="213406"/>
                </a:cubicBezTo>
                <a:cubicBezTo>
                  <a:pt x="197973" y="212620"/>
                  <a:pt x="198642" y="211978"/>
                  <a:pt x="199259" y="211978"/>
                </a:cubicBezTo>
                <a:close/>
                <a:moveTo>
                  <a:pt x="86784" y="211978"/>
                </a:moveTo>
                <a:cubicBezTo>
                  <a:pt x="86511" y="211530"/>
                  <a:pt x="85479" y="211199"/>
                  <a:pt x="84499" y="211244"/>
                </a:cubicBezTo>
                <a:cubicBezTo>
                  <a:pt x="82837" y="211322"/>
                  <a:pt x="82850" y="211368"/>
                  <a:pt x="84752" y="211978"/>
                </a:cubicBezTo>
                <a:cubicBezTo>
                  <a:pt x="85868" y="212335"/>
                  <a:pt x="86901" y="212666"/>
                  <a:pt x="87037" y="212711"/>
                </a:cubicBezTo>
                <a:cubicBezTo>
                  <a:pt x="87180" y="212757"/>
                  <a:pt x="87063" y="212426"/>
                  <a:pt x="86784" y="211978"/>
                </a:cubicBezTo>
                <a:close/>
                <a:moveTo>
                  <a:pt x="80468" y="210284"/>
                </a:moveTo>
                <a:cubicBezTo>
                  <a:pt x="78307" y="209024"/>
                  <a:pt x="78703" y="207090"/>
                  <a:pt x="81130" y="207090"/>
                </a:cubicBezTo>
                <a:cubicBezTo>
                  <a:pt x="82279" y="207090"/>
                  <a:pt x="83012" y="206759"/>
                  <a:pt x="82759" y="206350"/>
                </a:cubicBezTo>
                <a:cubicBezTo>
                  <a:pt x="82506" y="205941"/>
                  <a:pt x="81578" y="205798"/>
                  <a:pt x="80689" y="206032"/>
                </a:cubicBezTo>
                <a:cubicBezTo>
                  <a:pt x="79806" y="206266"/>
                  <a:pt x="77606" y="205688"/>
                  <a:pt x="75801" y="204747"/>
                </a:cubicBezTo>
                <a:cubicBezTo>
                  <a:pt x="73127" y="203351"/>
                  <a:pt x="72523" y="203260"/>
                  <a:pt x="72523" y="204247"/>
                </a:cubicBezTo>
                <a:cubicBezTo>
                  <a:pt x="72523" y="204916"/>
                  <a:pt x="72861" y="205461"/>
                  <a:pt x="73276" y="205461"/>
                </a:cubicBezTo>
                <a:cubicBezTo>
                  <a:pt x="73685" y="205461"/>
                  <a:pt x="75236" y="206740"/>
                  <a:pt x="76716" y="208310"/>
                </a:cubicBezTo>
                <a:cubicBezTo>
                  <a:pt x="78190" y="209881"/>
                  <a:pt x="79962" y="211154"/>
                  <a:pt x="80650" y="211141"/>
                </a:cubicBezTo>
                <a:cubicBezTo>
                  <a:pt x="81656" y="211121"/>
                  <a:pt x="81623" y="210952"/>
                  <a:pt x="80468" y="210284"/>
                </a:cubicBezTo>
                <a:close/>
                <a:moveTo>
                  <a:pt x="102466" y="203215"/>
                </a:moveTo>
                <a:cubicBezTo>
                  <a:pt x="105101" y="198074"/>
                  <a:pt x="107029" y="192972"/>
                  <a:pt x="107912" y="188753"/>
                </a:cubicBezTo>
                <a:cubicBezTo>
                  <a:pt x="108658" y="185170"/>
                  <a:pt x="110599" y="179562"/>
                  <a:pt x="112215" y="176290"/>
                </a:cubicBezTo>
                <a:cubicBezTo>
                  <a:pt x="114448" y="171792"/>
                  <a:pt x="114928" y="170124"/>
                  <a:pt x="114214" y="169403"/>
                </a:cubicBezTo>
                <a:cubicBezTo>
                  <a:pt x="113500" y="168689"/>
                  <a:pt x="113033" y="168696"/>
                  <a:pt x="112293" y="169442"/>
                </a:cubicBezTo>
                <a:cubicBezTo>
                  <a:pt x="111754" y="169974"/>
                  <a:pt x="110631" y="170416"/>
                  <a:pt x="109801" y="170416"/>
                </a:cubicBezTo>
                <a:cubicBezTo>
                  <a:pt x="108957" y="170416"/>
                  <a:pt x="108515" y="170792"/>
                  <a:pt x="108807" y="171266"/>
                </a:cubicBezTo>
                <a:cubicBezTo>
                  <a:pt x="109762" y="172811"/>
                  <a:pt x="107509" y="174388"/>
                  <a:pt x="103018" y="175323"/>
                </a:cubicBezTo>
                <a:cubicBezTo>
                  <a:pt x="99396" y="176076"/>
                  <a:pt x="98162" y="176024"/>
                  <a:pt x="96189" y="175037"/>
                </a:cubicBezTo>
                <a:cubicBezTo>
                  <a:pt x="93541" y="173720"/>
                  <a:pt x="93151" y="173966"/>
                  <a:pt x="91399" y="178056"/>
                </a:cubicBezTo>
                <a:cubicBezTo>
                  <a:pt x="90490" y="180178"/>
                  <a:pt x="90529" y="180334"/>
                  <a:pt x="91853" y="179776"/>
                </a:cubicBezTo>
                <a:cubicBezTo>
                  <a:pt x="94449" y="178666"/>
                  <a:pt x="102745" y="178309"/>
                  <a:pt x="103693" y="179257"/>
                </a:cubicBezTo>
                <a:cubicBezTo>
                  <a:pt x="106146" y="181710"/>
                  <a:pt x="94430" y="187247"/>
                  <a:pt x="91139" y="185196"/>
                </a:cubicBezTo>
                <a:cubicBezTo>
                  <a:pt x="89912" y="184430"/>
                  <a:pt x="89367" y="184754"/>
                  <a:pt x="87628" y="187318"/>
                </a:cubicBezTo>
                <a:cubicBezTo>
                  <a:pt x="85524" y="190415"/>
                  <a:pt x="85083" y="191680"/>
                  <a:pt x="86174" y="191512"/>
                </a:cubicBezTo>
                <a:cubicBezTo>
                  <a:pt x="88270" y="191174"/>
                  <a:pt x="88822" y="191862"/>
                  <a:pt x="88822" y="194816"/>
                </a:cubicBezTo>
                <a:cubicBezTo>
                  <a:pt x="88822" y="196581"/>
                  <a:pt x="89192" y="198256"/>
                  <a:pt x="89640" y="198535"/>
                </a:cubicBezTo>
                <a:cubicBezTo>
                  <a:pt x="90088" y="198808"/>
                  <a:pt x="90451" y="198645"/>
                  <a:pt x="90451" y="198171"/>
                </a:cubicBezTo>
                <a:cubicBezTo>
                  <a:pt x="90451" y="196821"/>
                  <a:pt x="92664" y="197159"/>
                  <a:pt x="93216" y="198600"/>
                </a:cubicBezTo>
                <a:cubicBezTo>
                  <a:pt x="93489" y="199307"/>
                  <a:pt x="93710" y="200989"/>
                  <a:pt x="93710" y="202339"/>
                </a:cubicBezTo>
                <a:cubicBezTo>
                  <a:pt x="93710" y="203702"/>
                  <a:pt x="94709" y="206194"/>
                  <a:pt x="95955" y="207960"/>
                </a:cubicBezTo>
                <a:cubicBezTo>
                  <a:pt x="97189" y="209700"/>
                  <a:pt x="98234" y="211134"/>
                  <a:pt x="98286" y="211147"/>
                </a:cubicBezTo>
                <a:cubicBezTo>
                  <a:pt x="98338" y="211154"/>
                  <a:pt x="100220" y="207590"/>
                  <a:pt x="102466" y="203215"/>
                </a:cubicBezTo>
                <a:close/>
                <a:moveTo>
                  <a:pt x="67635" y="210031"/>
                </a:moveTo>
                <a:cubicBezTo>
                  <a:pt x="67635" y="209849"/>
                  <a:pt x="67064" y="209492"/>
                  <a:pt x="66370" y="209219"/>
                </a:cubicBezTo>
                <a:cubicBezTo>
                  <a:pt x="65649" y="208947"/>
                  <a:pt x="65318" y="209083"/>
                  <a:pt x="65604" y="209544"/>
                </a:cubicBezTo>
                <a:cubicBezTo>
                  <a:pt x="66084" y="210316"/>
                  <a:pt x="67635" y="210686"/>
                  <a:pt x="67635" y="210031"/>
                </a:cubicBezTo>
                <a:close/>
                <a:moveTo>
                  <a:pt x="209534" y="209531"/>
                </a:moveTo>
                <a:cubicBezTo>
                  <a:pt x="210890" y="209531"/>
                  <a:pt x="216271" y="197191"/>
                  <a:pt x="216265" y="194102"/>
                </a:cubicBezTo>
                <a:cubicBezTo>
                  <a:pt x="216258" y="192505"/>
                  <a:pt x="216726" y="190830"/>
                  <a:pt x="217303" y="190382"/>
                </a:cubicBezTo>
                <a:cubicBezTo>
                  <a:pt x="218595" y="189376"/>
                  <a:pt x="220971" y="175174"/>
                  <a:pt x="220004" y="174181"/>
                </a:cubicBezTo>
                <a:cubicBezTo>
                  <a:pt x="219608" y="173765"/>
                  <a:pt x="218712" y="174051"/>
                  <a:pt x="217907" y="174856"/>
                </a:cubicBezTo>
                <a:cubicBezTo>
                  <a:pt x="216849" y="175914"/>
                  <a:pt x="215447" y="176193"/>
                  <a:pt x="212162" y="175985"/>
                </a:cubicBezTo>
                <a:cubicBezTo>
                  <a:pt x="209599" y="175823"/>
                  <a:pt x="207677" y="176069"/>
                  <a:pt x="207483" y="176576"/>
                </a:cubicBezTo>
                <a:cubicBezTo>
                  <a:pt x="207301" y="177056"/>
                  <a:pt x="205717" y="177874"/>
                  <a:pt x="203964" y="178400"/>
                </a:cubicBezTo>
                <a:cubicBezTo>
                  <a:pt x="202212" y="178925"/>
                  <a:pt x="199908" y="180276"/>
                  <a:pt x="198850" y="181405"/>
                </a:cubicBezTo>
                <a:lnTo>
                  <a:pt x="196922" y="183456"/>
                </a:lnTo>
                <a:lnTo>
                  <a:pt x="199564" y="183456"/>
                </a:lnTo>
                <a:cubicBezTo>
                  <a:pt x="205042" y="183456"/>
                  <a:pt x="207528" y="186922"/>
                  <a:pt x="202790" y="187961"/>
                </a:cubicBezTo>
                <a:cubicBezTo>
                  <a:pt x="197694" y="189084"/>
                  <a:pt x="194397" y="195666"/>
                  <a:pt x="196701" y="200112"/>
                </a:cubicBezTo>
                <a:cubicBezTo>
                  <a:pt x="197753" y="202137"/>
                  <a:pt x="197908" y="202196"/>
                  <a:pt x="198363" y="200774"/>
                </a:cubicBezTo>
                <a:cubicBezTo>
                  <a:pt x="198635" y="199905"/>
                  <a:pt x="199778" y="198340"/>
                  <a:pt x="200894" y="197289"/>
                </a:cubicBezTo>
                <a:cubicBezTo>
                  <a:pt x="203439" y="194900"/>
                  <a:pt x="205360" y="196075"/>
                  <a:pt x="203958" y="199158"/>
                </a:cubicBezTo>
                <a:cubicBezTo>
                  <a:pt x="203309" y="200586"/>
                  <a:pt x="203374" y="201430"/>
                  <a:pt x="204224" y="202598"/>
                </a:cubicBezTo>
                <a:cubicBezTo>
                  <a:pt x="204847" y="203442"/>
                  <a:pt x="205353" y="204968"/>
                  <a:pt x="205353" y="205974"/>
                </a:cubicBezTo>
                <a:cubicBezTo>
                  <a:pt x="205353" y="206980"/>
                  <a:pt x="205723" y="208038"/>
                  <a:pt x="206184" y="208317"/>
                </a:cubicBezTo>
                <a:cubicBezTo>
                  <a:pt x="206639" y="208603"/>
                  <a:pt x="206762" y="209232"/>
                  <a:pt x="206457" y="209725"/>
                </a:cubicBezTo>
                <a:cubicBezTo>
                  <a:pt x="206093" y="210316"/>
                  <a:pt x="206392" y="210433"/>
                  <a:pt x="207320" y="210076"/>
                </a:cubicBezTo>
                <a:cubicBezTo>
                  <a:pt x="208106" y="209777"/>
                  <a:pt x="209099" y="209531"/>
                  <a:pt x="209534" y="209531"/>
                </a:cubicBezTo>
                <a:close/>
                <a:moveTo>
                  <a:pt x="34279" y="201527"/>
                </a:moveTo>
                <a:cubicBezTo>
                  <a:pt x="32461" y="199794"/>
                  <a:pt x="30968" y="197769"/>
                  <a:pt x="30968" y="197029"/>
                </a:cubicBezTo>
                <a:cubicBezTo>
                  <a:pt x="30968" y="195458"/>
                  <a:pt x="33441" y="195224"/>
                  <a:pt x="34876" y="196659"/>
                </a:cubicBezTo>
                <a:cubicBezTo>
                  <a:pt x="35570" y="197354"/>
                  <a:pt x="35856" y="197367"/>
                  <a:pt x="35856" y="196711"/>
                </a:cubicBezTo>
                <a:cubicBezTo>
                  <a:pt x="35856" y="196205"/>
                  <a:pt x="35142" y="195562"/>
                  <a:pt x="34272" y="195289"/>
                </a:cubicBezTo>
                <a:cubicBezTo>
                  <a:pt x="33402" y="195010"/>
                  <a:pt x="32026" y="193349"/>
                  <a:pt x="31215" y="191590"/>
                </a:cubicBezTo>
                <a:cubicBezTo>
                  <a:pt x="30410" y="189824"/>
                  <a:pt x="29495" y="188376"/>
                  <a:pt x="29190" y="188363"/>
                </a:cubicBezTo>
                <a:cubicBezTo>
                  <a:pt x="28885" y="188357"/>
                  <a:pt x="28852" y="190454"/>
                  <a:pt x="29118" y="193031"/>
                </a:cubicBezTo>
                <a:cubicBezTo>
                  <a:pt x="29527" y="197061"/>
                  <a:pt x="30085" y="198282"/>
                  <a:pt x="33130" y="201780"/>
                </a:cubicBezTo>
                <a:cubicBezTo>
                  <a:pt x="35077" y="204013"/>
                  <a:pt x="36713" y="206214"/>
                  <a:pt x="36765" y="206668"/>
                </a:cubicBezTo>
                <a:cubicBezTo>
                  <a:pt x="36817" y="207123"/>
                  <a:pt x="37024" y="206863"/>
                  <a:pt x="37225" y="206090"/>
                </a:cubicBezTo>
                <a:cubicBezTo>
                  <a:pt x="37459" y="205201"/>
                  <a:pt x="36382" y="203527"/>
                  <a:pt x="34279" y="201527"/>
                </a:cubicBezTo>
                <a:close/>
                <a:moveTo>
                  <a:pt x="134492" y="201767"/>
                </a:moveTo>
                <a:cubicBezTo>
                  <a:pt x="136907" y="200210"/>
                  <a:pt x="139230" y="198937"/>
                  <a:pt x="139659" y="198937"/>
                </a:cubicBezTo>
                <a:cubicBezTo>
                  <a:pt x="141418" y="198937"/>
                  <a:pt x="139224" y="197899"/>
                  <a:pt x="136887" y="197626"/>
                </a:cubicBezTo>
                <a:cubicBezTo>
                  <a:pt x="135219" y="197431"/>
                  <a:pt x="133486" y="197951"/>
                  <a:pt x="131785" y="199152"/>
                </a:cubicBezTo>
                <a:cubicBezTo>
                  <a:pt x="127508" y="202176"/>
                  <a:pt x="127300" y="202488"/>
                  <a:pt x="128098" y="204649"/>
                </a:cubicBezTo>
                <a:cubicBezTo>
                  <a:pt x="128618" y="206045"/>
                  <a:pt x="129027" y="206337"/>
                  <a:pt x="129468" y="205623"/>
                </a:cubicBezTo>
                <a:cubicBezTo>
                  <a:pt x="129812" y="205058"/>
                  <a:pt x="132077" y="203325"/>
                  <a:pt x="134492" y="201767"/>
                </a:cubicBezTo>
                <a:close/>
                <a:moveTo>
                  <a:pt x="228507" y="203306"/>
                </a:moveTo>
                <a:cubicBezTo>
                  <a:pt x="228955" y="202144"/>
                  <a:pt x="228838" y="202111"/>
                  <a:pt x="227578" y="203072"/>
                </a:cubicBezTo>
                <a:cubicBezTo>
                  <a:pt x="226780" y="203682"/>
                  <a:pt x="225982" y="204286"/>
                  <a:pt x="225793" y="204416"/>
                </a:cubicBezTo>
                <a:cubicBezTo>
                  <a:pt x="225605" y="204539"/>
                  <a:pt x="226027" y="204643"/>
                  <a:pt x="226722" y="204643"/>
                </a:cubicBezTo>
                <a:cubicBezTo>
                  <a:pt x="227423" y="204643"/>
                  <a:pt x="228228" y="204039"/>
                  <a:pt x="228507" y="203306"/>
                </a:cubicBezTo>
                <a:close/>
                <a:moveTo>
                  <a:pt x="189912" y="202274"/>
                </a:moveTo>
                <a:cubicBezTo>
                  <a:pt x="189068" y="200703"/>
                  <a:pt x="184336" y="195679"/>
                  <a:pt x="183693" y="195679"/>
                </a:cubicBezTo>
                <a:cubicBezTo>
                  <a:pt x="182726" y="195679"/>
                  <a:pt x="183687" y="197243"/>
                  <a:pt x="186588" y="200365"/>
                </a:cubicBezTo>
                <a:cubicBezTo>
                  <a:pt x="190041" y="204085"/>
                  <a:pt x="191249" y="204779"/>
                  <a:pt x="189912" y="202274"/>
                </a:cubicBezTo>
                <a:close/>
                <a:moveTo>
                  <a:pt x="224911" y="200067"/>
                </a:moveTo>
                <a:cubicBezTo>
                  <a:pt x="224911" y="199450"/>
                  <a:pt x="224216" y="198937"/>
                  <a:pt x="223372" y="198937"/>
                </a:cubicBezTo>
                <a:cubicBezTo>
                  <a:pt x="222301" y="198937"/>
                  <a:pt x="221730" y="199651"/>
                  <a:pt x="221490" y="201300"/>
                </a:cubicBezTo>
                <a:cubicBezTo>
                  <a:pt x="221152" y="203604"/>
                  <a:pt x="221191" y="203630"/>
                  <a:pt x="223028" y="202430"/>
                </a:cubicBezTo>
                <a:cubicBezTo>
                  <a:pt x="224060" y="201754"/>
                  <a:pt x="224911" y="200690"/>
                  <a:pt x="224911" y="200067"/>
                </a:cubicBezTo>
                <a:close/>
                <a:moveTo>
                  <a:pt x="240405" y="199022"/>
                </a:moveTo>
                <a:cubicBezTo>
                  <a:pt x="242280" y="198184"/>
                  <a:pt x="243416" y="197256"/>
                  <a:pt x="242929" y="196958"/>
                </a:cubicBezTo>
                <a:cubicBezTo>
                  <a:pt x="242449" y="196666"/>
                  <a:pt x="241339" y="196802"/>
                  <a:pt x="240463" y="197269"/>
                </a:cubicBezTo>
                <a:cubicBezTo>
                  <a:pt x="239587" y="197743"/>
                  <a:pt x="237587" y="198126"/>
                  <a:pt x="236010" y="198126"/>
                </a:cubicBezTo>
                <a:cubicBezTo>
                  <a:pt x="234439" y="198126"/>
                  <a:pt x="232933" y="198489"/>
                  <a:pt x="232661" y="198931"/>
                </a:cubicBezTo>
                <a:cubicBezTo>
                  <a:pt x="232375" y="199385"/>
                  <a:pt x="232693" y="199535"/>
                  <a:pt x="233388" y="199262"/>
                </a:cubicBezTo>
                <a:cubicBezTo>
                  <a:pt x="235679" y="198386"/>
                  <a:pt x="236503" y="199749"/>
                  <a:pt x="235095" y="202073"/>
                </a:cubicBezTo>
                <a:lnTo>
                  <a:pt x="233777" y="204234"/>
                </a:lnTo>
                <a:lnTo>
                  <a:pt x="235394" y="202391"/>
                </a:lnTo>
                <a:cubicBezTo>
                  <a:pt x="236276" y="201378"/>
                  <a:pt x="238535" y="199859"/>
                  <a:pt x="240405" y="199022"/>
                </a:cubicBezTo>
                <a:close/>
                <a:moveTo>
                  <a:pt x="43957" y="196101"/>
                </a:moveTo>
                <a:cubicBezTo>
                  <a:pt x="47072" y="193829"/>
                  <a:pt x="46417" y="193543"/>
                  <a:pt x="41548" y="195062"/>
                </a:cubicBezTo>
                <a:cubicBezTo>
                  <a:pt x="38316" y="196068"/>
                  <a:pt x="37842" y="196802"/>
                  <a:pt x="38803" y="199301"/>
                </a:cubicBezTo>
                <a:cubicBezTo>
                  <a:pt x="39251" y="200469"/>
                  <a:pt x="39413" y="200476"/>
                  <a:pt x="40231" y="199385"/>
                </a:cubicBezTo>
                <a:cubicBezTo>
                  <a:pt x="40737" y="198710"/>
                  <a:pt x="42418" y="197230"/>
                  <a:pt x="43957" y="196101"/>
                </a:cubicBezTo>
                <a:close/>
                <a:moveTo>
                  <a:pt x="126307" y="195556"/>
                </a:moveTo>
                <a:cubicBezTo>
                  <a:pt x="126307" y="195173"/>
                  <a:pt x="125301" y="194906"/>
                  <a:pt x="124068" y="194958"/>
                </a:cubicBezTo>
                <a:cubicBezTo>
                  <a:pt x="122692" y="195017"/>
                  <a:pt x="122373" y="195199"/>
                  <a:pt x="123250" y="195426"/>
                </a:cubicBezTo>
                <a:cubicBezTo>
                  <a:pt x="124937" y="195867"/>
                  <a:pt x="125048" y="196568"/>
                  <a:pt x="123659" y="198145"/>
                </a:cubicBezTo>
                <a:cubicBezTo>
                  <a:pt x="123100" y="198782"/>
                  <a:pt x="123464" y="198613"/>
                  <a:pt x="124477" y="197775"/>
                </a:cubicBezTo>
                <a:cubicBezTo>
                  <a:pt x="125483" y="196932"/>
                  <a:pt x="126307" y="195932"/>
                  <a:pt x="126307" y="195556"/>
                </a:cubicBezTo>
                <a:close/>
                <a:moveTo>
                  <a:pt x="157152" y="195588"/>
                </a:moveTo>
                <a:cubicBezTo>
                  <a:pt x="155140" y="194309"/>
                  <a:pt x="154737" y="194842"/>
                  <a:pt x="156217" y="196828"/>
                </a:cubicBezTo>
                <a:cubicBezTo>
                  <a:pt x="157353" y="198347"/>
                  <a:pt x="157743" y="198509"/>
                  <a:pt x="157963" y="197535"/>
                </a:cubicBezTo>
                <a:cubicBezTo>
                  <a:pt x="158119" y="196847"/>
                  <a:pt x="157756" y="195971"/>
                  <a:pt x="157152" y="195588"/>
                </a:cubicBezTo>
                <a:close/>
                <a:moveTo>
                  <a:pt x="232356" y="195160"/>
                </a:moveTo>
                <a:cubicBezTo>
                  <a:pt x="235588" y="191979"/>
                  <a:pt x="236049" y="191155"/>
                  <a:pt x="235283" y="189928"/>
                </a:cubicBezTo>
                <a:cubicBezTo>
                  <a:pt x="234472" y="188630"/>
                  <a:pt x="234219" y="188811"/>
                  <a:pt x="232972" y="191602"/>
                </a:cubicBezTo>
                <a:cubicBezTo>
                  <a:pt x="232200" y="193329"/>
                  <a:pt x="230616" y="195361"/>
                  <a:pt x="229461" y="196120"/>
                </a:cubicBezTo>
                <a:cubicBezTo>
                  <a:pt x="227475" y="197418"/>
                  <a:pt x="226657" y="198937"/>
                  <a:pt x="227935" y="198937"/>
                </a:cubicBezTo>
                <a:cubicBezTo>
                  <a:pt x="228260" y="198937"/>
                  <a:pt x="230246" y="197237"/>
                  <a:pt x="232356" y="195160"/>
                </a:cubicBezTo>
                <a:close/>
                <a:moveTo>
                  <a:pt x="140613" y="194913"/>
                </a:moveTo>
                <a:cubicBezTo>
                  <a:pt x="137731" y="191901"/>
                  <a:pt x="138237" y="189525"/>
                  <a:pt x="141593" y="190350"/>
                </a:cubicBezTo>
                <a:cubicBezTo>
                  <a:pt x="144533" y="191070"/>
                  <a:pt x="149116" y="194186"/>
                  <a:pt x="149123" y="195478"/>
                </a:cubicBezTo>
                <a:cubicBezTo>
                  <a:pt x="149123" y="196036"/>
                  <a:pt x="149707" y="196497"/>
                  <a:pt x="150414" y="196497"/>
                </a:cubicBezTo>
                <a:cubicBezTo>
                  <a:pt x="152400" y="196497"/>
                  <a:pt x="151414" y="194848"/>
                  <a:pt x="147441" y="191544"/>
                </a:cubicBezTo>
                <a:cubicBezTo>
                  <a:pt x="143839" y="188552"/>
                  <a:pt x="143813" y="188545"/>
                  <a:pt x="139347" y="189389"/>
                </a:cubicBezTo>
                <a:lnTo>
                  <a:pt x="134862" y="190233"/>
                </a:lnTo>
                <a:lnTo>
                  <a:pt x="138367" y="193771"/>
                </a:lnTo>
                <a:cubicBezTo>
                  <a:pt x="140295" y="195718"/>
                  <a:pt x="142099" y="197308"/>
                  <a:pt x="142391" y="197308"/>
                </a:cubicBezTo>
                <a:cubicBezTo>
                  <a:pt x="142677" y="197308"/>
                  <a:pt x="141879" y="196231"/>
                  <a:pt x="140613" y="194913"/>
                </a:cubicBezTo>
                <a:close/>
                <a:moveTo>
                  <a:pt x="115714" y="194867"/>
                </a:moveTo>
                <a:cubicBezTo>
                  <a:pt x="115714" y="194510"/>
                  <a:pt x="115162" y="194011"/>
                  <a:pt x="114493" y="193758"/>
                </a:cubicBezTo>
                <a:cubicBezTo>
                  <a:pt x="113663" y="193439"/>
                  <a:pt x="113273" y="193796"/>
                  <a:pt x="113273" y="194867"/>
                </a:cubicBezTo>
                <a:cubicBezTo>
                  <a:pt x="113273" y="195932"/>
                  <a:pt x="113663" y="196289"/>
                  <a:pt x="114493" y="195971"/>
                </a:cubicBezTo>
                <a:cubicBezTo>
                  <a:pt x="115162" y="195718"/>
                  <a:pt x="115714" y="195218"/>
                  <a:pt x="115714" y="194867"/>
                </a:cubicBezTo>
                <a:close/>
                <a:moveTo>
                  <a:pt x="130383" y="195186"/>
                </a:moveTo>
                <a:cubicBezTo>
                  <a:pt x="130383" y="195010"/>
                  <a:pt x="129832" y="194867"/>
                  <a:pt x="129163" y="194867"/>
                </a:cubicBezTo>
                <a:cubicBezTo>
                  <a:pt x="128488" y="194867"/>
                  <a:pt x="127936" y="195218"/>
                  <a:pt x="127936" y="195653"/>
                </a:cubicBezTo>
                <a:cubicBezTo>
                  <a:pt x="127936" y="196088"/>
                  <a:pt x="128488" y="196231"/>
                  <a:pt x="129163" y="195971"/>
                </a:cubicBezTo>
                <a:cubicBezTo>
                  <a:pt x="129832" y="195718"/>
                  <a:pt x="130383" y="195361"/>
                  <a:pt x="130383" y="195186"/>
                </a:cubicBezTo>
                <a:close/>
                <a:moveTo>
                  <a:pt x="50026" y="193582"/>
                </a:moveTo>
                <a:cubicBezTo>
                  <a:pt x="50370" y="192686"/>
                  <a:pt x="50110" y="192381"/>
                  <a:pt x="49162" y="192563"/>
                </a:cubicBezTo>
                <a:cubicBezTo>
                  <a:pt x="48416" y="192706"/>
                  <a:pt x="47656" y="193284"/>
                  <a:pt x="47468" y="193848"/>
                </a:cubicBezTo>
                <a:cubicBezTo>
                  <a:pt x="46968" y="195341"/>
                  <a:pt x="49448" y="195088"/>
                  <a:pt x="50026" y="193582"/>
                </a:cubicBezTo>
                <a:close/>
                <a:moveTo>
                  <a:pt x="122464" y="191538"/>
                </a:moveTo>
                <a:cubicBezTo>
                  <a:pt x="124139" y="190161"/>
                  <a:pt x="125301" y="188688"/>
                  <a:pt x="125041" y="188279"/>
                </a:cubicBezTo>
                <a:cubicBezTo>
                  <a:pt x="124788" y="187864"/>
                  <a:pt x="123652" y="188623"/>
                  <a:pt x="122516" y="189973"/>
                </a:cubicBezTo>
                <a:cubicBezTo>
                  <a:pt x="121387" y="191317"/>
                  <a:pt x="119939" y="192420"/>
                  <a:pt x="119310" y="192420"/>
                </a:cubicBezTo>
                <a:cubicBezTo>
                  <a:pt x="118680" y="192420"/>
                  <a:pt x="118161" y="192784"/>
                  <a:pt x="118161" y="193232"/>
                </a:cubicBezTo>
                <a:cubicBezTo>
                  <a:pt x="118161" y="194601"/>
                  <a:pt x="119284" y="194160"/>
                  <a:pt x="122464" y="191538"/>
                </a:cubicBezTo>
                <a:close/>
                <a:moveTo>
                  <a:pt x="180532" y="193180"/>
                </a:moveTo>
                <a:cubicBezTo>
                  <a:pt x="181395" y="191784"/>
                  <a:pt x="180623" y="191648"/>
                  <a:pt x="178916" y="192894"/>
                </a:cubicBezTo>
                <a:cubicBezTo>
                  <a:pt x="177592" y="193861"/>
                  <a:pt x="177553" y="194050"/>
                  <a:pt x="178663" y="194050"/>
                </a:cubicBezTo>
                <a:cubicBezTo>
                  <a:pt x="179396" y="194050"/>
                  <a:pt x="180240" y="193660"/>
                  <a:pt x="180532" y="193180"/>
                </a:cubicBezTo>
                <a:close/>
                <a:moveTo>
                  <a:pt x="152550" y="191440"/>
                </a:moveTo>
                <a:cubicBezTo>
                  <a:pt x="151336" y="190233"/>
                  <a:pt x="151258" y="187533"/>
                  <a:pt x="152439" y="187533"/>
                </a:cubicBezTo>
                <a:cubicBezTo>
                  <a:pt x="152913" y="187533"/>
                  <a:pt x="154108" y="187935"/>
                  <a:pt x="155088" y="188435"/>
                </a:cubicBezTo>
                <a:cubicBezTo>
                  <a:pt x="156269" y="189039"/>
                  <a:pt x="155996" y="188558"/>
                  <a:pt x="154283" y="187007"/>
                </a:cubicBezTo>
                <a:cubicBezTo>
                  <a:pt x="152861" y="185728"/>
                  <a:pt x="151102" y="183580"/>
                  <a:pt x="150369" y="182236"/>
                </a:cubicBezTo>
                <a:lnTo>
                  <a:pt x="149045" y="179789"/>
                </a:lnTo>
                <a:lnTo>
                  <a:pt x="149499" y="182236"/>
                </a:lnTo>
                <a:cubicBezTo>
                  <a:pt x="149746" y="183580"/>
                  <a:pt x="150181" y="185962"/>
                  <a:pt x="150466" y="187533"/>
                </a:cubicBezTo>
                <a:cubicBezTo>
                  <a:pt x="150966" y="190298"/>
                  <a:pt x="152089" y="192420"/>
                  <a:pt x="153056" y="192420"/>
                </a:cubicBezTo>
                <a:cubicBezTo>
                  <a:pt x="153316" y="192420"/>
                  <a:pt x="153089" y="191979"/>
                  <a:pt x="152550" y="191440"/>
                </a:cubicBezTo>
                <a:close/>
                <a:moveTo>
                  <a:pt x="161351" y="189519"/>
                </a:moveTo>
                <a:cubicBezTo>
                  <a:pt x="161351" y="188292"/>
                  <a:pt x="160878" y="187533"/>
                  <a:pt x="160125" y="187533"/>
                </a:cubicBezTo>
                <a:cubicBezTo>
                  <a:pt x="158904" y="187533"/>
                  <a:pt x="158379" y="190804"/>
                  <a:pt x="159424" y="191856"/>
                </a:cubicBezTo>
                <a:cubicBezTo>
                  <a:pt x="160352" y="192777"/>
                  <a:pt x="161351" y="191564"/>
                  <a:pt x="161351" y="189519"/>
                </a:cubicBezTo>
                <a:close/>
                <a:moveTo>
                  <a:pt x="193079" y="188461"/>
                </a:moveTo>
                <a:cubicBezTo>
                  <a:pt x="196734" y="186825"/>
                  <a:pt x="196435" y="185306"/>
                  <a:pt x="192735" y="186708"/>
                </a:cubicBezTo>
                <a:cubicBezTo>
                  <a:pt x="191547" y="187163"/>
                  <a:pt x="189522" y="187533"/>
                  <a:pt x="188237" y="187533"/>
                </a:cubicBezTo>
                <a:cubicBezTo>
                  <a:pt x="186945" y="187533"/>
                  <a:pt x="185686" y="187864"/>
                  <a:pt x="185433" y="188266"/>
                </a:cubicBezTo>
                <a:cubicBezTo>
                  <a:pt x="185186" y="188675"/>
                  <a:pt x="185764" y="188805"/>
                  <a:pt x="186731" y="188552"/>
                </a:cubicBezTo>
                <a:cubicBezTo>
                  <a:pt x="188282" y="188143"/>
                  <a:pt x="188432" y="188350"/>
                  <a:pt x="188029" y="190447"/>
                </a:cubicBezTo>
                <a:cubicBezTo>
                  <a:pt x="187640" y="192479"/>
                  <a:pt x="187718" y="192609"/>
                  <a:pt x="188600" y="191401"/>
                </a:cubicBezTo>
                <a:cubicBezTo>
                  <a:pt x="189159" y="190635"/>
                  <a:pt x="191177" y="189311"/>
                  <a:pt x="193079" y="188461"/>
                </a:cubicBezTo>
                <a:close/>
                <a:moveTo>
                  <a:pt x="177124" y="188746"/>
                </a:moveTo>
                <a:cubicBezTo>
                  <a:pt x="176547" y="187241"/>
                  <a:pt x="175534" y="187805"/>
                  <a:pt x="174976" y="189947"/>
                </a:cubicBezTo>
                <a:cubicBezTo>
                  <a:pt x="174612" y="191323"/>
                  <a:pt x="174781" y="191453"/>
                  <a:pt x="176066" y="190765"/>
                </a:cubicBezTo>
                <a:cubicBezTo>
                  <a:pt x="176943" y="190298"/>
                  <a:pt x="177391" y="189441"/>
                  <a:pt x="177124" y="188746"/>
                </a:cubicBezTo>
                <a:close/>
                <a:moveTo>
                  <a:pt x="46949" y="185825"/>
                </a:moveTo>
                <a:cubicBezTo>
                  <a:pt x="47747" y="185157"/>
                  <a:pt x="50415" y="184618"/>
                  <a:pt x="53297" y="184540"/>
                </a:cubicBezTo>
                <a:cubicBezTo>
                  <a:pt x="59626" y="184365"/>
                  <a:pt x="59775" y="183125"/>
                  <a:pt x="53511" y="182801"/>
                </a:cubicBezTo>
                <a:cubicBezTo>
                  <a:pt x="49376" y="182586"/>
                  <a:pt x="48500" y="182814"/>
                  <a:pt x="46774" y="184540"/>
                </a:cubicBezTo>
                <a:cubicBezTo>
                  <a:pt x="44255" y="187059"/>
                  <a:pt x="38718" y="188604"/>
                  <a:pt x="37492" y="187130"/>
                </a:cubicBezTo>
                <a:cubicBezTo>
                  <a:pt x="36855" y="186364"/>
                  <a:pt x="37381" y="185442"/>
                  <a:pt x="39536" y="183554"/>
                </a:cubicBezTo>
                <a:cubicBezTo>
                  <a:pt x="42347" y="181087"/>
                  <a:pt x="42373" y="181009"/>
                  <a:pt x="40413" y="181009"/>
                </a:cubicBezTo>
                <a:cubicBezTo>
                  <a:pt x="39303" y="181009"/>
                  <a:pt x="38167" y="181379"/>
                  <a:pt x="37894" y="181827"/>
                </a:cubicBezTo>
                <a:cubicBezTo>
                  <a:pt x="37615" y="182275"/>
                  <a:pt x="35759" y="182638"/>
                  <a:pt x="33772" y="182638"/>
                </a:cubicBezTo>
                <a:cubicBezTo>
                  <a:pt x="31780" y="182638"/>
                  <a:pt x="30150" y="183008"/>
                  <a:pt x="30150" y="183456"/>
                </a:cubicBezTo>
                <a:cubicBezTo>
                  <a:pt x="30150" y="183904"/>
                  <a:pt x="30423" y="184274"/>
                  <a:pt x="30761" y="184274"/>
                </a:cubicBezTo>
                <a:cubicBezTo>
                  <a:pt x="31098" y="184281"/>
                  <a:pt x="32838" y="185689"/>
                  <a:pt x="34623" y="187409"/>
                </a:cubicBezTo>
                <a:lnTo>
                  <a:pt x="37868" y="190538"/>
                </a:lnTo>
                <a:lnTo>
                  <a:pt x="41717" y="188753"/>
                </a:lnTo>
                <a:cubicBezTo>
                  <a:pt x="43833" y="187773"/>
                  <a:pt x="46189" y="186455"/>
                  <a:pt x="46949" y="185825"/>
                </a:cubicBezTo>
                <a:close/>
                <a:moveTo>
                  <a:pt x="51947" y="189415"/>
                </a:moveTo>
                <a:cubicBezTo>
                  <a:pt x="51168" y="189207"/>
                  <a:pt x="49883" y="189207"/>
                  <a:pt x="49097" y="189415"/>
                </a:cubicBezTo>
                <a:cubicBezTo>
                  <a:pt x="48312" y="189616"/>
                  <a:pt x="48955" y="189785"/>
                  <a:pt x="50525" y="189785"/>
                </a:cubicBezTo>
                <a:cubicBezTo>
                  <a:pt x="52090" y="189785"/>
                  <a:pt x="52732" y="189616"/>
                  <a:pt x="51947" y="189415"/>
                </a:cubicBezTo>
                <a:close/>
                <a:moveTo>
                  <a:pt x="115714" y="187533"/>
                </a:moveTo>
                <a:cubicBezTo>
                  <a:pt x="115714" y="187085"/>
                  <a:pt x="115324" y="186715"/>
                  <a:pt x="114850" y="186715"/>
                </a:cubicBezTo>
                <a:cubicBezTo>
                  <a:pt x="114377" y="186715"/>
                  <a:pt x="114214" y="187085"/>
                  <a:pt x="114493" y="187533"/>
                </a:cubicBezTo>
                <a:cubicBezTo>
                  <a:pt x="114773" y="187980"/>
                  <a:pt x="115156" y="188344"/>
                  <a:pt x="115357" y="188344"/>
                </a:cubicBezTo>
                <a:cubicBezTo>
                  <a:pt x="115552" y="188344"/>
                  <a:pt x="115714" y="187980"/>
                  <a:pt x="115714" y="187533"/>
                </a:cubicBezTo>
                <a:close/>
                <a:moveTo>
                  <a:pt x="186634" y="182606"/>
                </a:moveTo>
                <a:cubicBezTo>
                  <a:pt x="187770" y="181016"/>
                  <a:pt x="188166" y="179614"/>
                  <a:pt x="187802" y="178471"/>
                </a:cubicBezTo>
                <a:cubicBezTo>
                  <a:pt x="187315" y="176933"/>
                  <a:pt x="187095" y="177095"/>
                  <a:pt x="185809" y="179958"/>
                </a:cubicBezTo>
                <a:cubicBezTo>
                  <a:pt x="185017" y="181730"/>
                  <a:pt x="183408" y="183937"/>
                  <a:pt x="182233" y="184858"/>
                </a:cubicBezTo>
                <a:cubicBezTo>
                  <a:pt x="181051" y="185787"/>
                  <a:pt x="180091" y="186974"/>
                  <a:pt x="180091" y="187500"/>
                </a:cubicBezTo>
                <a:cubicBezTo>
                  <a:pt x="180091" y="188863"/>
                  <a:pt x="184563" y="185520"/>
                  <a:pt x="186634" y="182606"/>
                </a:cubicBezTo>
                <a:close/>
                <a:moveTo>
                  <a:pt x="81169" y="182165"/>
                </a:moveTo>
                <a:cubicBezTo>
                  <a:pt x="80624" y="180736"/>
                  <a:pt x="77690" y="180639"/>
                  <a:pt x="77177" y="182028"/>
                </a:cubicBezTo>
                <a:cubicBezTo>
                  <a:pt x="76969" y="182593"/>
                  <a:pt x="77768" y="184086"/>
                  <a:pt x="78943" y="185352"/>
                </a:cubicBezTo>
                <a:lnTo>
                  <a:pt x="81085" y="187662"/>
                </a:lnTo>
                <a:lnTo>
                  <a:pt x="81344" y="185488"/>
                </a:lnTo>
                <a:cubicBezTo>
                  <a:pt x="81494" y="184294"/>
                  <a:pt x="81409" y="182801"/>
                  <a:pt x="81169" y="182165"/>
                </a:cubicBezTo>
                <a:close/>
                <a:moveTo>
                  <a:pt x="227358" y="185150"/>
                </a:moveTo>
                <a:cubicBezTo>
                  <a:pt x="227358" y="184339"/>
                  <a:pt x="228085" y="182749"/>
                  <a:pt x="228974" y="181619"/>
                </a:cubicBezTo>
                <a:lnTo>
                  <a:pt x="230590" y="179568"/>
                </a:lnTo>
                <a:lnTo>
                  <a:pt x="228357" y="179127"/>
                </a:lnTo>
                <a:cubicBezTo>
                  <a:pt x="224794" y="178419"/>
                  <a:pt x="223574" y="180211"/>
                  <a:pt x="224891" y="184209"/>
                </a:cubicBezTo>
                <a:cubicBezTo>
                  <a:pt x="225962" y="187448"/>
                  <a:pt x="227358" y="187980"/>
                  <a:pt x="227358" y="185150"/>
                </a:cubicBezTo>
                <a:close/>
                <a:moveTo>
                  <a:pt x="121770" y="184352"/>
                </a:moveTo>
                <a:cubicBezTo>
                  <a:pt x="121556" y="184138"/>
                  <a:pt x="120744" y="184618"/>
                  <a:pt x="119972" y="185430"/>
                </a:cubicBezTo>
                <a:cubicBezTo>
                  <a:pt x="118628" y="186832"/>
                  <a:pt x="118648" y="186851"/>
                  <a:pt x="120361" y="185819"/>
                </a:cubicBezTo>
                <a:cubicBezTo>
                  <a:pt x="121354" y="185228"/>
                  <a:pt x="121984" y="184566"/>
                  <a:pt x="121770" y="184352"/>
                </a:cubicBezTo>
                <a:close/>
                <a:moveTo>
                  <a:pt x="132038" y="183820"/>
                </a:moveTo>
                <a:cubicBezTo>
                  <a:pt x="133025" y="182229"/>
                  <a:pt x="133694" y="180853"/>
                  <a:pt x="133531" y="180762"/>
                </a:cubicBezTo>
                <a:cubicBezTo>
                  <a:pt x="133369" y="180672"/>
                  <a:pt x="132045" y="179763"/>
                  <a:pt x="130584" y="178744"/>
                </a:cubicBezTo>
                <a:cubicBezTo>
                  <a:pt x="129131" y="177725"/>
                  <a:pt x="127936" y="177251"/>
                  <a:pt x="127936" y="177699"/>
                </a:cubicBezTo>
                <a:cubicBezTo>
                  <a:pt x="127936" y="178147"/>
                  <a:pt x="126878" y="179717"/>
                  <a:pt x="125586" y="181184"/>
                </a:cubicBezTo>
                <a:cubicBezTo>
                  <a:pt x="123607" y="183443"/>
                  <a:pt x="123419" y="184027"/>
                  <a:pt x="124366" y="184917"/>
                </a:cubicBezTo>
                <a:cubicBezTo>
                  <a:pt x="125288" y="185774"/>
                  <a:pt x="125496" y="185761"/>
                  <a:pt x="125496" y="184819"/>
                </a:cubicBezTo>
                <a:cubicBezTo>
                  <a:pt x="125496" y="183495"/>
                  <a:pt x="128553" y="179380"/>
                  <a:pt x="129539" y="179380"/>
                </a:cubicBezTo>
                <a:cubicBezTo>
                  <a:pt x="130727" y="179380"/>
                  <a:pt x="131130" y="181665"/>
                  <a:pt x="130396" y="184222"/>
                </a:cubicBezTo>
                <a:cubicBezTo>
                  <a:pt x="129468" y="187461"/>
                  <a:pt x="129845" y="187370"/>
                  <a:pt x="132038" y="183820"/>
                </a:cubicBezTo>
                <a:close/>
                <a:moveTo>
                  <a:pt x="86070" y="179328"/>
                </a:moveTo>
                <a:cubicBezTo>
                  <a:pt x="84168" y="176102"/>
                  <a:pt x="84440" y="169604"/>
                  <a:pt x="86479" y="169604"/>
                </a:cubicBezTo>
                <a:cubicBezTo>
                  <a:pt x="86888" y="169604"/>
                  <a:pt x="87946" y="170792"/>
                  <a:pt x="88835" y="172253"/>
                </a:cubicBezTo>
                <a:cubicBezTo>
                  <a:pt x="90230" y="174551"/>
                  <a:pt x="90445" y="174661"/>
                  <a:pt x="90451" y="173116"/>
                </a:cubicBezTo>
                <a:cubicBezTo>
                  <a:pt x="90451" y="172129"/>
                  <a:pt x="90042" y="171071"/>
                  <a:pt x="89536" y="170760"/>
                </a:cubicBezTo>
                <a:cubicBezTo>
                  <a:pt x="88939" y="170390"/>
                  <a:pt x="88763" y="168397"/>
                  <a:pt x="89030" y="165035"/>
                </a:cubicBezTo>
                <a:cubicBezTo>
                  <a:pt x="89426" y="160166"/>
                  <a:pt x="89361" y="159913"/>
                  <a:pt x="87913" y="160692"/>
                </a:cubicBezTo>
                <a:cubicBezTo>
                  <a:pt x="87069" y="161140"/>
                  <a:pt x="86375" y="162321"/>
                  <a:pt x="86375" y="163315"/>
                </a:cubicBezTo>
                <a:cubicBezTo>
                  <a:pt x="86375" y="164308"/>
                  <a:pt x="85667" y="166274"/>
                  <a:pt x="84810" y="167690"/>
                </a:cubicBezTo>
                <a:cubicBezTo>
                  <a:pt x="83363" y="170059"/>
                  <a:pt x="83311" y="170851"/>
                  <a:pt x="84174" y="178082"/>
                </a:cubicBezTo>
                <a:cubicBezTo>
                  <a:pt x="85057" y="185527"/>
                  <a:pt x="85161" y="185806"/>
                  <a:pt x="86245" y="183735"/>
                </a:cubicBezTo>
                <a:cubicBezTo>
                  <a:pt x="87245" y="181833"/>
                  <a:pt x="87219" y="181275"/>
                  <a:pt x="86070" y="179328"/>
                </a:cubicBezTo>
                <a:close/>
                <a:moveTo>
                  <a:pt x="122042" y="178841"/>
                </a:moveTo>
                <a:cubicBezTo>
                  <a:pt x="124009" y="177173"/>
                  <a:pt x="124042" y="176998"/>
                  <a:pt x="122724" y="175680"/>
                </a:cubicBezTo>
                <a:cubicBezTo>
                  <a:pt x="121400" y="174356"/>
                  <a:pt x="121199" y="174401"/>
                  <a:pt x="119018" y="176485"/>
                </a:cubicBezTo>
                <a:cubicBezTo>
                  <a:pt x="116954" y="178465"/>
                  <a:pt x="116811" y="178938"/>
                  <a:pt x="117616" y="181068"/>
                </a:cubicBezTo>
                <a:cubicBezTo>
                  <a:pt x="118388" y="183119"/>
                  <a:pt x="118609" y="183249"/>
                  <a:pt x="119238" y="182022"/>
                </a:cubicBezTo>
                <a:cubicBezTo>
                  <a:pt x="119634" y="181243"/>
                  <a:pt x="120900" y="179808"/>
                  <a:pt x="122042" y="178841"/>
                </a:cubicBezTo>
                <a:close/>
                <a:moveTo>
                  <a:pt x="138932" y="182625"/>
                </a:moveTo>
                <a:cubicBezTo>
                  <a:pt x="138653" y="182171"/>
                  <a:pt x="138075" y="182009"/>
                  <a:pt x="137660" y="182268"/>
                </a:cubicBezTo>
                <a:cubicBezTo>
                  <a:pt x="136530" y="182969"/>
                  <a:pt x="136738" y="183456"/>
                  <a:pt x="138172" y="183456"/>
                </a:cubicBezTo>
                <a:cubicBezTo>
                  <a:pt x="138873" y="183456"/>
                  <a:pt x="139211" y="183086"/>
                  <a:pt x="138932" y="182625"/>
                </a:cubicBezTo>
                <a:close/>
                <a:moveTo>
                  <a:pt x="162935" y="178809"/>
                </a:moveTo>
                <a:cubicBezTo>
                  <a:pt x="162961" y="178270"/>
                  <a:pt x="159586" y="174414"/>
                  <a:pt x="155438" y="170240"/>
                </a:cubicBezTo>
                <a:cubicBezTo>
                  <a:pt x="149389" y="164139"/>
                  <a:pt x="146377" y="161835"/>
                  <a:pt x="140159" y="158518"/>
                </a:cubicBezTo>
                <a:lnTo>
                  <a:pt x="132421" y="154396"/>
                </a:lnTo>
                <a:lnTo>
                  <a:pt x="131837" y="156908"/>
                </a:lnTo>
                <a:cubicBezTo>
                  <a:pt x="131513" y="158284"/>
                  <a:pt x="131428" y="159920"/>
                  <a:pt x="131649" y="160536"/>
                </a:cubicBezTo>
                <a:cubicBezTo>
                  <a:pt x="131863" y="161153"/>
                  <a:pt x="131623" y="162166"/>
                  <a:pt x="131110" y="162776"/>
                </a:cubicBezTo>
                <a:cubicBezTo>
                  <a:pt x="130364" y="163678"/>
                  <a:pt x="130604" y="163899"/>
                  <a:pt x="132350" y="163899"/>
                </a:cubicBezTo>
                <a:cubicBezTo>
                  <a:pt x="134693" y="163899"/>
                  <a:pt x="140509" y="166560"/>
                  <a:pt x="141431" y="168053"/>
                </a:cubicBezTo>
                <a:cubicBezTo>
                  <a:pt x="141742" y="168559"/>
                  <a:pt x="141561" y="169241"/>
                  <a:pt x="141022" y="169572"/>
                </a:cubicBezTo>
                <a:cubicBezTo>
                  <a:pt x="139185" y="170708"/>
                  <a:pt x="140886" y="176030"/>
                  <a:pt x="143514" y="177394"/>
                </a:cubicBezTo>
                <a:cubicBezTo>
                  <a:pt x="145838" y="178594"/>
                  <a:pt x="145864" y="178581"/>
                  <a:pt x="145864" y="176323"/>
                </a:cubicBezTo>
                <a:cubicBezTo>
                  <a:pt x="145864" y="173830"/>
                  <a:pt x="148019" y="170143"/>
                  <a:pt x="149090" y="170805"/>
                </a:cubicBezTo>
                <a:cubicBezTo>
                  <a:pt x="149460" y="171032"/>
                  <a:pt x="149979" y="172097"/>
                  <a:pt x="150252" y="173174"/>
                </a:cubicBezTo>
                <a:cubicBezTo>
                  <a:pt x="150752" y="175180"/>
                  <a:pt x="156042" y="181009"/>
                  <a:pt x="157353" y="181009"/>
                </a:cubicBezTo>
                <a:cubicBezTo>
                  <a:pt x="157762" y="181009"/>
                  <a:pt x="158087" y="181587"/>
                  <a:pt x="158087" y="182294"/>
                </a:cubicBezTo>
                <a:cubicBezTo>
                  <a:pt x="158087" y="183326"/>
                  <a:pt x="158560" y="183203"/>
                  <a:pt x="160488" y="181684"/>
                </a:cubicBezTo>
                <a:cubicBezTo>
                  <a:pt x="161806" y="180639"/>
                  <a:pt x="162909" y="179347"/>
                  <a:pt x="162935" y="178809"/>
                </a:cubicBezTo>
                <a:close/>
                <a:moveTo>
                  <a:pt x="63968" y="181009"/>
                </a:moveTo>
                <a:cubicBezTo>
                  <a:pt x="63689" y="180561"/>
                  <a:pt x="62482" y="180230"/>
                  <a:pt x="61274" y="180276"/>
                </a:cubicBezTo>
                <a:lnTo>
                  <a:pt x="59080" y="180360"/>
                </a:lnTo>
                <a:lnTo>
                  <a:pt x="61119" y="181009"/>
                </a:lnTo>
                <a:cubicBezTo>
                  <a:pt x="64007" y="181937"/>
                  <a:pt x="64539" y="181937"/>
                  <a:pt x="63968" y="181009"/>
                </a:cubicBezTo>
                <a:close/>
                <a:moveTo>
                  <a:pt x="56374" y="179334"/>
                </a:moveTo>
                <a:cubicBezTo>
                  <a:pt x="55095" y="178822"/>
                  <a:pt x="54621" y="178114"/>
                  <a:pt x="54913" y="177147"/>
                </a:cubicBezTo>
                <a:cubicBezTo>
                  <a:pt x="55225" y="176095"/>
                  <a:pt x="54543" y="175336"/>
                  <a:pt x="52362" y="174310"/>
                </a:cubicBezTo>
                <a:cubicBezTo>
                  <a:pt x="50727" y="173544"/>
                  <a:pt x="49234" y="173064"/>
                  <a:pt x="49045" y="173252"/>
                </a:cubicBezTo>
                <a:cubicBezTo>
                  <a:pt x="48344" y="173953"/>
                  <a:pt x="55069" y="179958"/>
                  <a:pt x="56633" y="180022"/>
                </a:cubicBezTo>
                <a:cubicBezTo>
                  <a:pt x="58048" y="180081"/>
                  <a:pt x="58009" y="179990"/>
                  <a:pt x="56374" y="179334"/>
                </a:cubicBezTo>
                <a:close/>
                <a:moveTo>
                  <a:pt x="186238" y="175648"/>
                </a:moveTo>
                <a:cubicBezTo>
                  <a:pt x="187724" y="176024"/>
                  <a:pt x="188172" y="175693"/>
                  <a:pt x="188613" y="173875"/>
                </a:cubicBezTo>
                <a:cubicBezTo>
                  <a:pt x="190288" y="167066"/>
                  <a:pt x="194273" y="166339"/>
                  <a:pt x="193813" y="172928"/>
                </a:cubicBezTo>
                <a:lnTo>
                  <a:pt x="193540" y="176842"/>
                </a:lnTo>
                <a:lnTo>
                  <a:pt x="195370" y="175122"/>
                </a:lnTo>
                <a:cubicBezTo>
                  <a:pt x="196377" y="174174"/>
                  <a:pt x="197039" y="173239"/>
                  <a:pt x="196844" y="173045"/>
                </a:cubicBezTo>
                <a:cubicBezTo>
                  <a:pt x="196649" y="172850"/>
                  <a:pt x="196818" y="171844"/>
                  <a:pt x="197214" y="170805"/>
                </a:cubicBezTo>
                <a:cubicBezTo>
                  <a:pt x="197837" y="169156"/>
                  <a:pt x="197610" y="168806"/>
                  <a:pt x="195396" y="168034"/>
                </a:cubicBezTo>
                <a:cubicBezTo>
                  <a:pt x="192021" y="166859"/>
                  <a:pt x="187426" y="163289"/>
                  <a:pt x="187426" y="161841"/>
                </a:cubicBezTo>
                <a:cubicBezTo>
                  <a:pt x="187426" y="160932"/>
                  <a:pt x="186971" y="160848"/>
                  <a:pt x="185335" y="161471"/>
                </a:cubicBezTo>
                <a:cubicBezTo>
                  <a:pt x="184187" y="161912"/>
                  <a:pt x="182168" y="162269"/>
                  <a:pt x="180850" y="162269"/>
                </a:cubicBezTo>
                <a:cubicBezTo>
                  <a:pt x="177404" y="162269"/>
                  <a:pt x="177903" y="163749"/>
                  <a:pt x="181454" y="164055"/>
                </a:cubicBezTo>
                <a:cubicBezTo>
                  <a:pt x="185712" y="164412"/>
                  <a:pt x="185699" y="166015"/>
                  <a:pt x="181434" y="168085"/>
                </a:cubicBezTo>
                <a:cubicBezTo>
                  <a:pt x="177430" y="170033"/>
                  <a:pt x="176540" y="171662"/>
                  <a:pt x="178001" y="174395"/>
                </a:cubicBezTo>
                <a:cubicBezTo>
                  <a:pt x="179091" y="176433"/>
                  <a:pt x="180091" y="175875"/>
                  <a:pt x="180091" y="173226"/>
                </a:cubicBezTo>
                <a:cubicBezTo>
                  <a:pt x="180091" y="171234"/>
                  <a:pt x="185829" y="165528"/>
                  <a:pt x="187834" y="165528"/>
                </a:cubicBezTo>
                <a:cubicBezTo>
                  <a:pt x="190879" y="165528"/>
                  <a:pt x="187828" y="172045"/>
                  <a:pt x="183083" y="175661"/>
                </a:cubicBezTo>
                <a:cubicBezTo>
                  <a:pt x="181519" y="176861"/>
                  <a:pt x="180019" y="178393"/>
                  <a:pt x="179760" y="179075"/>
                </a:cubicBezTo>
                <a:cubicBezTo>
                  <a:pt x="179494" y="179756"/>
                  <a:pt x="180435" y="179166"/>
                  <a:pt x="181843" y="177751"/>
                </a:cubicBezTo>
                <a:cubicBezTo>
                  <a:pt x="183719" y="175881"/>
                  <a:pt x="184901" y="175316"/>
                  <a:pt x="186238" y="175648"/>
                </a:cubicBezTo>
                <a:close/>
                <a:moveTo>
                  <a:pt x="196818" y="177906"/>
                </a:moveTo>
                <a:cubicBezTo>
                  <a:pt x="196565" y="177660"/>
                  <a:pt x="195909" y="177906"/>
                  <a:pt x="195357" y="178465"/>
                </a:cubicBezTo>
                <a:cubicBezTo>
                  <a:pt x="194559" y="179270"/>
                  <a:pt x="194650" y="179367"/>
                  <a:pt x="195812" y="178919"/>
                </a:cubicBezTo>
                <a:cubicBezTo>
                  <a:pt x="196617" y="178614"/>
                  <a:pt x="197071" y="178160"/>
                  <a:pt x="196818" y="177906"/>
                </a:cubicBezTo>
                <a:close/>
                <a:moveTo>
                  <a:pt x="136089" y="173739"/>
                </a:moveTo>
                <a:cubicBezTo>
                  <a:pt x="136089" y="170799"/>
                  <a:pt x="135881" y="170500"/>
                  <a:pt x="133440" y="169981"/>
                </a:cubicBezTo>
                <a:cubicBezTo>
                  <a:pt x="131980" y="169676"/>
                  <a:pt x="130137" y="168845"/>
                  <a:pt x="129332" y="168137"/>
                </a:cubicBezTo>
                <a:cubicBezTo>
                  <a:pt x="127988" y="166950"/>
                  <a:pt x="127703" y="167021"/>
                  <a:pt x="125684" y="169040"/>
                </a:cubicBezTo>
                <a:lnTo>
                  <a:pt x="123496" y="171234"/>
                </a:lnTo>
                <a:lnTo>
                  <a:pt x="127307" y="171234"/>
                </a:lnTo>
                <a:cubicBezTo>
                  <a:pt x="131857" y="171234"/>
                  <a:pt x="135375" y="172655"/>
                  <a:pt x="135206" y="174434"/>
                </a:cubicBezTo>
                <a:cubicBezTo>
                  <a:pt x="135044" y="176160"/>
                  <a:pt x="135187" y="176939"/>
                  <a:pt x="135680" y="176939"/>
                </a:cubicBezTo>
                <a:cubicBezTo>
                  <a:pt x="135907" y="176939"/>
                  <a:pt x="136089" y="175498"/>
                  <a:pt x="136089" y="173739"/>
                </a:cubicBezTo>
                <a:close/>
                <a:moveTo>
                  <a:pt x="224586" y="173895"/>
                </a:moveTo>
                <a:cubicBezTo>
                  <a:pt x="224320" y="173629"/>
                  <a:pt x="224125" y="174109"/>
                  <a:pt x="224158" y="174966"/>
                </a:cubicBezTo>
                <a:cubicBezTo>
                  <a:pt x="224197" y="175914"/>
                  <a:pt x="224391" y="176108"/>
                  <a:pt x="224651" y="175459"/>
                </a:cubicBezTo>
                <a:cubicBezTo>
                  <a:pt x="224885" y="174869"/>
                  <a:pt x="224859" y="174168"/>
                  <a:pt x="224586" y="173895"/>
                </a:cubicBezTo>
                <a:close/>
                <a:moveTo>
                  <a:pt x="209612" y="172863"/>
                </a:moveTo>
                <a:cubicBezTo>
                  <a:pt x="211078" y="171974"/>
                  <a:pt x="212941" y="171240"/>
                  <a:pt x="213753" y="171234"/>
                </a:cubicBezTo>
                <a:cubicBezTo>
                  <a:pt x="214564" y="171234"/>
                  <a:pt x="214993" y="170857"/>
                  <a:pt x="214707" y="170390"/>
                </a:cubicBezTo>
                <a:cubicBezTo>
                  <a:pt x="214421" y="169922"/>
                  <a:pt x="213045" y="169767"/>
                  <a:pt x="211598" y="170039"/>
                </a:cubicBezTo>
                <a:cubicBezTo>
                  <a:pt x="209625" y="170409"/>
                  <a:pt x="208268" y="170033"/>
                  <a:pt x="205957" y="168462"/>
                </a:cubicBezTo>
                <a:cubicBezTo>
                  <a:pt x="203328" y="166677"/>
                  <a:pt x="202906" y="166586"/>
                  <a:pt x="202906" y="167793"/>
                </a:cubicBezTo>
                <a:cubicBezTo>
                  <a:pt x="202906" y="168566"/>
                  <a:pt x="202381" y="170182"/>
                  <a:pt x="201751" y="171389"/>
                </a:cubicBezTo>
                <a:cubicBezTo>
                  <a:pt x="200615" y="173570"/>
                  <a:pt x="200635" y="173590"/>
                  <a:pt x="203594" y="173901"/>
                </a:cubicBezTo>
                <a:cubicBezTo>
                  <a:pt x="205230" y="174077"/>
                  <a:pt x="206658" y="174278"/>
                  <a:pt x="206762" y="174356"/>
                </a:cubicBezTo>
                <a:cubicBezTo>
                  <a:pt x="206859" y="174427"/>
                  <a:pt x="208145" y="173759"/>
                  <a:pt x="209612" y="172863"/>
                </a:cubicBezTo>
                <a:close/>
                <a:moveTo>
                  <a:pt x="226533" y="166580"/>
                </a:moveTo>
                <a:cubicBezTo>
                  <a:pt x="227617" y="166859"/>
                  <a:pt x="228117" y="166391"/>
                  <a:pt x="228435" y="164820"/>
                </a:cubicBezTo>
                <a:cubicBezTo>
                  <a:pt x="228675" y="163639"/>
                  <a:pt x="229117" y="162036"/>
                  <a:pt x="229422" y="161250"/>
                </a:cubicBezTo>
                <a:cubicBezTo>
                  <a:pt x="229746" y="160420"/>
                  <a:pt x="229597" y="159822"/>
                  <a:pt x="229071" y="159822"/>
                </a:cubicBezTo>
                <a:cubicBezTo>
                  <a:pt x="228578" y="159822"/>
                  <a:pt x="228169" y="160348"/>
                  <a:pt x="228169" y="160984"/>
                </a:cubicBezTo>
                <a:cubicBezTo>
                  <a:pt x="228169" y="161620"/>
                  <a:pt x="227254" y="163230"/>
                  <a:pt x="226131" y="164567"/>
                </a:cubicBezTo>
                <a:cubicBezTo>
                  <a:pt x="225015" y="165898"/>
                  <a:pt x="224138" y="167482"/>
                  <a:pt x="224190" y="168092"/>
                </a:cubicBezTo>
                <a:cubicBezTo>
                  <a:pt x="224242" y="168696"/>
                  <a:pt x="224456" y="168520"/>
                  <a:pt x="224670" y="167696"/>
                </a:cubicBezTo>
                <a:cubicBezTo>
                  <a:pt x="224924" y="166722"/>
                  <a:pt x="225579" y="166326"/>
                  <a:pt x="226533" y="166580"/>
                </a:cubicBezTo>
                <a:close/>
                <a:moveTo>
                  <a:pt x="202653" y="165528"/>
                </a:moveTo>
                <a:cubicBezTo>
                  <a:pt x="202887" y="165528"/>
                  <a:pt x="201939" y="164230"/>
                  <a:pt x="200550" y="162646"/>
                </a:cubicBezTo>
                <a:cubicBezTo>
                  <a:pt x="199155" y="161062"/>
                  <a:pt x="198019" y="159069"/>
                  <a:pt x="198019" y="158213"/>
                </a:cubicBezTo>
                <a:cubicBezTo>
                  <a:pt x="198019" y="156045"/>
                  <a:pt x="197272" y="155824"/>
                  <a:pt x="193566" y="156895"/>
                </a:cubicBezTo>
                <a:lnTo>
                  <a:pt x="190333" y="157823"/>
                </a:lnTo>
                <a:lnTo>
                  <a:pt x="193196" y="159511"/>
                </a:lnTo>
                <a:cubicBezTo>
                  <a:pt x="194767" y="160446"/>
                  <a:pt x="196954" y="162341"/>
                  <a:pt x="198058" y="163730"/>
                </a:cubicBezTo>
                <a:cubicBezTo>
                  <a:pt x="199155" y="165119"/>
                  <a:pt x="200544" y="166093"/>
                  <a:pt x="201141" y="165891"/>
                </a:cubicBezTo>
                <a:cubicBezTo>
                  <a:pt x="201738" y="165690"/>
                  <a:pt x="202420" y="165528"/>
                  <a:pt x="202653" y="165528"/>
                </a:cubicBezTo>
                <a:close/>
                <a:moveTo>
                  <a:pt x="214415" y="164165"/>
                </a:moveTo>
                <a:cubicBezTo>
                  <a:pt x="213454" y="162510"/>
                  <a:pt x="213227" y="163042"/>
                  <a:pt x="214012" y="165087"/>
                </a:cubicBezTo>
                <a:cubicBezTo>
                  <a:pt x="214291" y="165820"/>
                  <a:pt x="214687" y="166242"/>
                  <a:pt x="214902" y="166034"/>
                </a:cubicBezTo>
                <a:cubicBezTo>
                  <a:pt x="215109" y="165820"/>
                  <a:pt x="214895" y="164983"/>
                  <a:pt x="214415" y="164165"/>
                </a:cubicBezTo>
                <a:close/>
                <a:moveTo>
                  <a:pt x="125152" y="163457"/>
                </a:moveTo>
                <a:cubicBezTo>
                  <a:pt x="124827" y="162166"/>
                  <a:pt x="125229" y="160043"/>
                  <a:pt x="126210" y="157810"/>
                </a:cubicBezTo>
                <a:cubicBezTo>
                  <a:pt x="127462" y="154993"/>
                  <a:pt x="127566" y="154149"/>
                  <a:pt x="126722" y="153825"/>
                </a:cubicBezTo>
                <a:cubicBezTo>
                  <a:pt x="126080" y="153578"/>
                  <a:pt x="125242" y="154389"/>
                  <a:pt x="124645" y="155830"/>
                </a:cubicBezTo>
                <a:cubicBezTo>
                  <a:pt x="124094" y="157161"/>
                  <a:pt x="122776" y="158933"/>
                  <a:pt x="121718" y="159764"/>
                </a:cubicBezTo>
                <a:cubicBezTo>
                  <a:pt x="120653" y="160601"/>
                  <a:pt x="119790" y="161757"/>
                  <a:pt x="119790" y="162347"/>
                </a:cubicBezTo>
                <a:cubicBezTo>
                  <a:pt x="119790" y="163172"/>
                  <a:pt x="120004" y="163191"/>
                  <a:pt x="120770" y="162432"/>
                </a:cubicBezTo>
                <a:cubicBezTo>
                  <a:pt x="122224" y="160978"/>
                  <a:pt x="123866" y="161250"/>
                  <a:pt x="123866" y="162945"/>
                </a:cubicBezTo>
                <a:cubicBezTo>
                  <a:pt x="123866" y="164360"/>
                  <a:pt x="124515" y="165528"/>
                  <a:pt x="125307" y="165528"/>
                </a:cubicBezTo>
                <a:cubicBezTo>
                  <a:pt x="125509" y="165528"/>
                  <a:pt x="125437" y="164593"/>
                  <a:pt x="125152" y="163457"/>
                </a:cubicBezTo>
                <a:close/>
                <a:moveTo>
                  <a:pt x="159722" y="159822"/>
                </a:moveTo>
                <a:cubicBezTo>
                  <a:pt x="159242" y="158927"/>
                  <a:pt x="158664" y="158193"/>
                  <a:pt x="158437" y="158193"/>
                </a:cubicBezTo>
                <a:cubicBezTo>
                  <a:pt x="158216" y="158193"/>
                  <a:pt x="158424" y="158927"/>
                  <a:pt x="158904" y="159822"/>
                </a:cubicBezTo>
                <a:cubicBezTo>
                  <a:pt x="159385" y="160718"/>
                  <a:pt x="159962" y="161452"/>
                  <a:pt x="160183" y="161452"/>
                </a:cubicBezTo>
                <a:cubicBezTo>
                  <a:pt x="160410" y="161452"/>
                  <a:pt x="160196" y="160718"/>
                  <a:pt x="159722" y="159822"/>
                </a:cubicBezTo>
                <a:close/>
                <a:moveTo>
                  <a:pt x="165506" y="157576"/>
                </a:moveTo>
                <a:cubicBezTo>
                  <a:pt x="164941" y="156213"/>
                  <a:pt x="163935" y="155285"/>
                  <a:pt x="163026" y="155285"/>
                </a:cubicBezTo>
                <a:cubicBezTo>
                  <a:pt x="161663" y="155285"/>
                  <a:pt x="161734" y="155564"/>
                  <a:pt x="163662" y="157836"/>
                </a:cubicBezTo>
                <a:cubicBezTo>
                  <a:pt x="166220" y="160841"/>
                  <a:pt x="166823" y="160757"/>
                  <a:pt x="165506" y="157576"/>
                </a:cubicBezTo>
                <a:close/>
                <a:moveTo>
                  <a:pt x="80111" y="155701"/>
                </a:moveTo>
                <a:cubicBezTo>
                  <a:pt x="80384" y="154636"/>
                  <a:pt x="80202" y="154143"/>
                  <a:pt x="79592" y="154344"/>
                </a:cubicBezTo>
                <a:cubicBezTo>
                  <a:pt x="78417" y="154733"/>
                  <a:pt x="77807" y="157382"/>
                  <a:pt x="78891" y="157382"/>
                </a:cubicBezTo>
                <a:cubicBezTo>
                  <a:pt x="79319" y="157382"/>
                  <a:pt x="79864" y="156622"/>
                  <a:pt x="80111" y="155701"/>
                </a:cubicBezTo>
                <a:close/>
                <a:moveTo>
                  <a:pt x="186257" y="156564"/>
                </a:moveTo>
                <a:cubicBezTo>
                  <a:pt x="186887" y="156564"/>
                  <a:pt x="187912" y="155344"/>
                  <a:pt x="188535" y="153851"/>
                </a:cubicBezTo>
                <a:cubicBezTo>
                  <a:pt x="190541" y="149054"/>
                  <a:pt x="197084" y="145276"/>
                  <a:pt x="196182" y="149437"/>
                </a:cubicBezTo>
                <a:cubicBezTo>
                  <a:pt x="195961" y="150443"/>
                  <a:pt x="195513" y="151910"/>
                  <a:pt x="195182" y="152702"/>
                </a:cubicBezTo>
                <a:cubicBezTo>
                  <a:pt x="194721" y="153792"/>
                  <a:pt x="194884" y="154019"/>
                  <a:pt x="195844" y="153649"/>
                </a:cubicBezTo>
                <a:cubicBezTo>
                  <a:pt x="196539" y="153383"/>
                  <a:pt x="197220" y="152377"/>
                  <a:pt x="197363" y="151410"/>
                </a:cubicBezTo>
                <a:cubicBezTo>
                  <a:pt x="197499" y="150449"/>
                  <a:pt x="199343" y="148379"/>
                  <a:pt x="201459" y="146814"/>
                </a:cubicBezTo>
                <a:cubicBezTo>
                  <a:pt x="203977" y="144951"/>
                  <a:pt x="205029" y="143692"/>
                  <a:pt x="204510" y="143166"/>
                </a:cubicBezTo>
                <a:cubicBezTo>
                  <a:pt x="203984" y="142647"/>
                  <a:pt x="202913" y="142842"/>
                  <a:pt x="201401" y="143731"/>
                </a:cubicBezTo>
                <a:cubicBezTo>
                  <a:pt x="200128" y="144484"/>
                  <a:pt x="197564" y="145341"/>
                  <a:pt x="195701" y="145639"/>
                </a:cubicBezTo>
                <a:cubicBezTo>
                  <a:pt x="193839" y="145932"/>
                  <a:pt x="192313" y="146503"/>
                  <a:pt x="192313" y="146892"/>
                </a:cubicBezTo>
                <a:cubicBezTo>
                  <a:pt x="192313" y="147288"/>
                  <a:pt x="190022" y="149878"/>
                  <a:pt x="187224" y="152650"/>
                </a:cubicBezTo>
                <a:cubicBezTo>
                  <a:pt x="184420" y="155415"/>
                  <a:pt x="182798" y="157434"/>
                  <a:pt x="183622" y="157122"/>
                </a:cubicBezTo>
                <a:cubicBezTo>
                  <a:pt x="184440" y="156817"/>
                  <a:pt x="185628" y="156564"/>
                  <a:pt x="186257" y="156564"/>
                </a:cubicBezTo>
                <a:close/>
                <a:moveTo>
                  <a:pt x="157976" y="151832"/>
                </a:moveTo>
                <a:cubicBezTo>
                  <a:pt x="154484" y="147853"/>
                  <a:pt x="156340" y="146230"/>
                  <a:pt x="161390" y="148846"/>
                </a:cubicBezTo>
                <a:cubicBezTo>
                  <a:pt x="164383" y="150391"/>
                  <a:pt x="164422" y="149930"/>
                  <a:pt x="161553" y="146983"/>
                </a:cubicBezTo>
                <a:cubicBezTo>
                  <a:pt x="160319" y="145717"/>
                  <a:pt x="158762" y="143887"/>
                  <a:pt x="158087" y="142913"/>
                </a:cubicBezTo>
                <a:lnTo>
                  <a:pt x="156866" y="141135"/>
                </a:lnTo>
                <a:lnTo>
                  <a:pt x="152439" y="142660"/>
                </a:lnTo>
                <a:cubicBezTo>
                  <a:pt x="149408" y="143712"/>
                  <a:pt x="147435" y="143965"/>
                  <a:pt x="146163" y="143484"/>
                </a:cubicBezTo>
                <a:cubicBezTo>
                  <a:pt x="144624" y="142900"/>
                  <a:pt x="144014" y="143179"/>
                  <a:pt x="142638" y="145107"/>
                </a:cubicBezTo>
                <a:cubicBezTo>
                  <a:pt x="141723" y="146392"/>
                  <a:pt x="140976" y="147801"/>
                  <a:pt x="140976" y="148229"/>
                </a:cubicBezTo>
                <a:cubicBezTo>
                  <a:pt x="140976" y="148664"/>
                  <a:pt x="143586" y="150527"/>
                  <a:pt x="146766" y="152371"/>
                </a:cubicBezTo>
                <a:lnTo>
                  <a:pt x="152563" y="155727"/>
                </a:lnTo>
                <a:lnTo>
                  <a:pt x="152043" y="152948"/>
                </a:lnTo>
                <a:cubicBezTo>
                  <a:pt x="151732" y="151306"/>
                  <a:pt x="151875" y="149956"/>
                  <a:pt x="152381" y="149638"/>
                </a:cubicBezTo>
                <a:cubicBezTo>
                  <a:pt x="153407" y="149008"/>
                  <a:pt x="158087" y="153779"/>
                  <a:pt x="158087" y="155460"/>
                </a:cubicBezTo>
                <a:cubicBezTo>
                  <a:pt x="158087" y="156415"/>
                  <a:pt x="158294" y="156441"/>
                  <a:pt x="159216" y="155577"/>
                </a:cubicBezTo>
                <a:cubicBezTo>
                  <a:pt x="160164" y="154694"/>
                  <a:pt x="159969" y="154104"/>
                  <a:pt x="157976" y="151832"/>
                </a:cubicBezTo>
                <a:close/>
                <a:moveTo>
                  <a:pt x="182875" y="149755"/>
                </a:moveTo>
                <a:cubicBezTo>
                  <a:pt x="182025" y="147541"/>
                  <a:pt x="180526" y="148671"/>
                  <a:pt x="180240" y="151735"/>
                </a:cubicBezTo>
                <a:lnTo>
                  <a:pt x="179987" y="154526"/>
                </a:lnTo>
                <a:lnTo>
                  <a:pt x="181701" y="152845"/>
                </a:lnTo>
                <a:cubicBezTo>
                  <a:pt x="182791" y="151773"/>
                  <a:pt x="183219" y="150644"/>
                  <a:pt x="182875" y="149755"/>
                </a:cubicBezTo>
                <a:close/>
                <a:moveTo>
                  <a:pt x="48539" y="149021"/>
                </a:moveTo>
                <a:cubicBezTo>
                  <a:pt x="47780" y="147859"/>
                  <a:pt x="47598" y="146749"/>
                  <a:pt x="48046" y="146029"/>
                </a:cubicBezTo>
                <a:cubicBezTo>
                  <a:pt x="48643" y="145055"/>
                  <a:pt x="49078" y="145088"/>
                  <a:pt x="50863" y="146256"/>
                </a:cubicBezTo>
                <a:cubicBezTo>
                  <a:pt x="52129" y="147087"/>
                  <a:pt x="52966" y="147275"/>
                  <a:pt x="52966" y="146730"/>
                </a:cubicBezTo>
                <a:cubicBezTo>
                  <a:pt x="52966" y="146230"/>
                  <a:pt x="52245" y="145626"/>
                  <a:pt x="51369" y="145399"/>
                </a:cubicBezTo>
                <a:cubicBezTo>
                  <a:pt x="50486" y="145172"/>
                  <a:pt x="48987" y="143368"/>
                  <a:pt x="48033" y="141401"/>
                </a:cubicBezTo>
                <a:cubicBezTo>
                  <a:pt x="46228" y="137662"/>
                  <a:pt x="44288" y="137136"/>
                  <a:pt x="45664" y="140758"/>
                </a:cubicBezTo>
                <a:cubicBezTo>
                  <a:pt x="46099" y="141888"/>
                  <a:pt x="46449" y="143958"/>
                  <a:pt x="46449" y="145347"/>
                </a:cubicBezTo>
                <a:cubicBezTo>
                  <a:pt x="46449" y="146743"/>
                  <a:pt x="47053" y="148547"/>
                  <a:pt x="47799" y="149372"/>
                </a:cubicBezTo>
                <a:cubicBezTo>
                  <a:pt x="49643" y="151410"/>
                  <a:pt x="49993" y="151241"/>
                  <a:pt x="48539" y="149021"/>
                </a:cubicBezTo>
                <a:close/>
                <a:moveTo>
                  <a:pt x="126307" y="149586"/>
                </a:moveTo>
                <a:cubicBezTo>
                  <a:pt x="126307" y="149391"/>
                  <a:pt x="125943" y="149229"/>
                  <a:pt x="125496" y="149229"/>
                </a:cubicBezTo>
                <a:cubicBezTo>
                  <a:pt x="125048" y="149229"/>
                  <a:pt x="124678" y="149618"/>
                  <a:pt x="124678" y="150092"/>
                </a:cubicBezTo>
                <a:cubicBezTo>
                  <a:pt x="124678" y="150566"/>
                  <a:pt x="125048" y="150728"/>
                  <a:pt x="125496" y="150449"/>
                </a:cubicBezTo>
                <a:cubicBezTo>
                  <a:pt x="125943" y="150177"/>
                  <a:pt x="126307" y="149787"/>
                  <a:pt x="126307" y="149586"/>
                </a:cubicBezTo>
                <a:close/>
                <a:moveTo>
                  <a:pt x="191469" y="142063"/>
                </a:moveTo>
                <a:cubicBezTo>
                  <a:pt x="194209" y="137480"/>
                  <a:pt x="194481" y="136610"/>
                  <a:pt x="193475" y="135604"/>
                </a:cubicBezTo>
                <a:cubicBezTo>
                  <a:pt x="191969" y="134098"/>
                  <a:pt x="191982" y="127977"/>
                  <a:pt x="193495" y="124349"/>
                </a:cubicBezTo>
                <a:cubicBezTo>
                  <a:pt x="195429" y="119721"/>
                  <a:pt x="197279" y="121071"/>
                  <a:pt x="198421" y="127925"/>
                </a:cubicBezTo>
                <a:cubicBezTo>
                  <a:pt x="198953" y="131164"/>
                  <a:pt x="199122" y="131366"/>
                  <a:pt x="200297" y="130184"/>
                </a:cubicBezTo>
                <a:cubicBezTo>
                  <a:pt x="201011" y="129477"/>
                  <a:pt x="201667" y="127426"/>
                  <a:pt x="201758" y="125621"/>
                </a:cubicBezTo>
                <a:cubicBezTo>
                  <a:pt x="201848" y="123823"/>
                  <a:pt x="202692" y="120870"/>
                  <a:pt x="203633" y="119065"/>
                </a:cubicBezTo>
                <a:cubicBezTo>
                  <a:pt x="206106" y="114320"/>
                  <a:pt x="204996" y="112879"/>
                  <a:pt x="199168" y="113249"/>
                </a:cubicBezTo>
                <a:cubicBezTo>
                  <a:pt x="195831" y="113457"/>
                  <a:pt x="194059" y="113119"/>
                  <a:pt x="191963" y="111886"/>
                </a:cubicBezTo>
                <a:cubicBezTo>
                  <a:pt x="189581" y="110477"/>
                  <a:pt x="189113" y="110419"/>
                  <a:pt x="188711" y="111471"/>
                </a:cubicBezTo>
                <a:cubicBezTo>
                  <a:pt x="187860" y="113684"/>
                  <a:pt x="188204" y="114106"/>
                  <a:pt x="191294" y="114664"/>
                </a:cubicBezTo>
                <a:cubicBezTo>
                  <a:pt x="197882" y="115859"/>
                  <a:pt x="199265" y="118461"/>
                  <a:pt x="194053" y="119864"/>
                </a:cubicBezTo>
                <a:cubicBezTo>
                  <a:pt x="191294" y="120604"/>
                  <a:pt x="190840" y="121077"/>
                  <a:pt x="190431" y="123596"/>
                </a:cubicBezTo>
                <a:cubicBezTo>
                  <a:pt x="189860" y="127121"/>
                  <a:pt x="186887" y="132119"/>
                  <a:pt x="185361" y="132119"/>
                </a:cubicBezTo>
                <a:cubicBezTo>
                  <a:pt x="184745" y="132119"/>
                  <a:pt x="183862" y="133495"/>
                  <a:pt x="183395" y="135169"/>
                </a:cubicBezTo>
                <a:cubicBezTo>
                  <a:pt x="182045" y="140031"/>
                  <a:pt x="182395" y="140959"/>
                  <a:pt x="184206" y="137298"/>
                </a:cubicBezTo>
                <a:cubicBezTo>
                  <a:pt x="186160" y="133352"/>
                  <a:pt x="188594" y="130918"/>
                  <a:pt x="189821" y="131677"/>
                </a:cubicBezTo>
                <a:cubicBezTo>
                  <a:pt x="192054" y="133060"/>
                  <a:pt x="189275" y="143225"/>
                  <a:pt x="186186" y="144951"/>
                </a:cubicBezTo>
                <a:cubicBezTo>
                  <a:pt x="185206" y="145503"/>
                  <a:pt x="184965" y="146256"/>
                  <a:pt x="185361" y="147522"/>
                </a:cubicBezTo>
                <a:cubicBezTo>
                  <a:pt x="186134" y="149956"/>
                  <a:pt x="187432" y="148801"/>
                  <a:pt x="191469" y="142063"/>
                </a:cubicBezTo>
                <a:close/>
                <a:moveTo>
                  <a:pt x="121419" y="147145"/>
                </a:moveTo>
                <a:cubicBezTo>
                  <a:pt x="121419" y="146944"/>
                  <a:pt x="121049" y="146782"/>
                  <a:pt x="120601" y="146782"/>
                </a:cubicBezTo>
                <a:cubicBezTo>
                  <a:pt x="120154" y="146782"/>
                  <a:pt x="119790" y="147171"/>
                  <a:pt x="119790" y="147645"/>
                </a:cubicBezTo>
                <a:cubicBezTo>
                  <a:pt x="119790" y="148126"/>
                  <a:pt x="120154" y="148281"/>
                  <a:pt x="120601" y="148009"/>
                </a:cubicBezTo>
                <a:cubicBezTo>
                  <a:pt x="121049" y="147730"/>
                  <a:pt x="121419" y="147340"/>
                  <a:pt x="121419" y="147145"/>
                </a:cubicBezTo>
                <a:close/>
                <a:moveTo>
                  <a:pt x="137030" y="143322"/>
                </a:moveTo>
                <a:cubicBezTo>
                  <a:pt x="136679" y="139596"/>
                  <a:pt x="135368" y="138012"/>
                  <a:pt x="134051" y="139726"/>
                </a:cubicBezTo>
                <a:cubicBezTo>
                  <a:pt x="133603" y="140310"/>
                  <a:pt x="132545" y="141174"/>
                  <a:pt x="131694" y="141641"/>
                </a:cubicBezTo>
                <a:cubicBezTo>
                  <a:pt x="130286" y="142426"/>
                  <a:pt x="130422" y="142680"/>
                  <a:pt x="133311" y="144640"/>
                </a:cubicBezTo>
                <a:cubicBezTo>
                  <a:pt x="135044" y="145821"/>
                  <a:pt x="136666" y="146782"/>
                  <a:pt x="136907" y="146782"/>
                </a:cubicBezTo>
                <a:cubicBezTo>
                  <a:pt x="137153" y="146782"/>
                  <a:pt x="137205" y="145224"/>
                  <a:pt x="137030" y="143322"/>
                </a:cubicBezTo>
                <a:close/>
                <a:moveTo>
                  <a:pt x="141801" y="138649"/>
                </a:moveTo>
                <a:cubicBezTo>
                  <a:pt x="141152" y="137428"/>
                  <a:pt x="140723" y="133884"/>
                  <a:pt x="140892" y="131100"/>
                </a:cubicBezTo>
                <a:cubicBezTo>
                  <a:pt x="141009" y="129107"/>
                  <a:pt x="142963" y="129321"/>
                  <a:pt x="144592" y="131508"/>
                </a:cubicBezTo>
                <a:cubicBezTo>
                  <a:pt x="145780" y="133105"/>
                  <a:pt x="145884" y="133131"/>
                  <a:pt x="145377" y="131710"/>
                </a:cubicBezTo>
                <a:cubicBezTo>
                  <a:pt x="145066" y="130814"/>
                  <a:pt x="144637" y="128886"/>
                  <a:pt x="144430" y="127432"/>
                </a:cubicBezTo>
                <a:cubicBezTo>
                  <a:pt x="143956" y="124083"/>
                  <a:pt x="143177" y="124089"/>
                  <a:pt x="141184" y="127471"/>
                </a:cubicBezTo>
                <a:cubicBezTo>
                  <a:pt x="139847" y="129736"/>
                  <a:pt x="139659" y="131223"/>
                  <a:pt x="139990" y="136961"/>
                </a:cubicBezTo>
                <a:cubicBezTo>
                  <a:pt x="140347" y="143056"/>
                  <a:pt x="140490" y="143562"/>
                  <a:pt x="141424" y="141823"/>
                </a:cubicBezTo>
                <a:cubicBezTo>
                  <a:pt x="142022" y="140700"/>
                  <a:pt x="142184" y="139369"/>
                  <a:pt x="141801" y="138649"/>
                </a:cubicBezTo>
                <a:close/>
                <a:moveTo>
                  <a:pt x="165636" y="140992"/>
                </a:moveTo>
                <a:cubicBezTo>
                  <a:pt x="166635" y="139233"/>
                  <a:pt x="167472" y="138623"/>
                  <a:pt x="168401" y="138980"/>
                </a:cubicBezTo>
                <a:cubicBezTo>
                  <a:pt x="169582" y="139434"/>
                  <a:pt x="169666" y="138804"/>
                  <a:pt x="169173" y="133151"/>
                </a:cubicBezTo>
                <a:cubicBezTo>
                  <a:pt x="168861" y="129671"/>
                  <a:pt x="167868" y="124018"/>
                  <a:pt x="166953" y="120591"/>
                </a:cubicBezTo>
                <a:cubicBezTo>
                  <a:pt x="165408" y="114801"/>
                  <a:pt x="165116" y="114333"/>
                  <a:pt x="162812" y="113872"/>
                </a:cubicBezTo>
                <a:cubicBezTo>
                  <a:pt x="159060" y="113119"/>
                  <a:pt x="158904" y="113197"/>
                  <a:pt x="158904" y="115696"/>
                </a:cubicBezTo>
                <a:cubicBezTo>
                  <a:pt x="158904" y="118429"/>
                  <a:pt x="155691" y="123557"/>
                  <a:pt x="153984" y="123557"/>
                </a:cubicBezTo>
                <a:cubicBezTo>
                  <a:pt x="152459" y="123557"/>
                  <a:pt x="152018" y="120487"/>
                  <a:pt x="153095" y="117403"/>
                </a:cubicBezTo>
                <a:cubicBezTo>
                  <a:pt x="153926" y="115021"/>
                  <a:pt x="153063" y="114074"/>
                  <a:pt x="151842" y="116021"/>
                </a:cubicBezTo>
                <a:cubicBezTo>
                  <a:pt x="150752" y="117773"/>
                  <a:pt x="150499" y="119318"/>
                  <a:pt x="150421" y="124784"/>
                </a:cubicBezTo>
                <a:lnTo>
                  <a:pt x="150343" y="130080"/>
                </a:lnTo>
                <a:lnTo>
                  <a:pt x="154549" y="129808"/>
                </a:lnTo>
                <a:cubicBezTo>
                  <a:pt x="158995" y="129516"/>
                  <a:pt x="162163" y="130626"/>
                  <a:pt x="162163" y="132476"/>
                </a:cubicBezTo>
                <a:cubicBezTo>
                  <a:pt x="162163" y="134832"/>
                  <a:pt x="152167" y="136461"/>
                  <a:pt x="150135" y="134436"/>
                </a:cubicBezTo>
                <a:cubicBezTo>
                  <a:pt x="148973" y="133268"/>
                  <a:pt x="147071" y="134618"/>
                  <a:pt x="146429" y="137065"/>
                </a:cubicBezTo>
                <a:cubicBezTo>
                  <a:pt x="146104" y="138305"/>
                  <a:pt x="146331" y="138610"/>
                  <a:pt x="147357" y="138324"/>
                </a:cubicBezTo>
                <a:cubicBezTo>
                  <a:pt x="152303" y="136941"/>
                  <a:pt x="154069" y="136987"/>
                  <a:pt x="157626" y="138610"/>
                </a:cubicBezTo>
                <a:cubicBezTo>
                  <a:pt x="159683" y="139544"/>
                  <a:pt x="161819" y="141037"/>
                  <a:pt x="162371" y="141920"/>
                </a:cubicBezTo>
                <a:cubicBezTo>
                  <a:pt x="163688" y="144036"/>
                  <a:pt x="163948" y="143965"/>
                  <a:pt x="165636" y="140992"/>
                </a:cubicBezTo>
                <a:close/>
                <a:moveTo>
                  <a:pt x="37764" y="139006"/>
                </a:moveTo>
                <a:cubicBezTo>
                  <a:pt x="37498" y="138318"/>
                  <a:pt x="37109" y="137928"/>
                  <a:pt x="36894" y="138142"/>
                </a:cubicBezTo>
                <a:cubicBezTo>
                  <a:pt x="36680" y="138350"/>
                  <a:pt x="36752" y="138921"/>
                  <a:pt x="37044" y="139395"/>
                </a:cubicBezTo>
                <a:cubicBezTo>
                  <a:pt x="37849" y="140700"/>
                  <a:pt x="38316" y="140447"/>
                  <a:pt x="37764" y="139006"/>
                </a:cubicBezTo>
                <a:close/>
                <a:moveTo>
                  <a:pt x="128280" y="135942"/>
                </a:moveTo>
                <a:cubicBezTo>
                  <a:pt x="127488" y="135500"/>
                  <a:pt x="126294" y="135500"/>
                  <a:pt x="125301" y="135942"/>
                </a:cubicBezTo>
                <a:cubicBezTo>
                  <a:pt x="123931" y="136552"/>
                  <a:pt x="124165" y="136682"/>
                  <a:pt x="126619" y="136682"/>
                </a:cubicBezTo>
                <a:cubicBezTo>
                  <a:pt x="128832" y="136682"/>
                  <a:pt x="129254" y="136487"/>
                  <a:pt x="128280" y="135942"/>
                </a:cubicBezTo>
                <a:close/>
                <a:moveTo>
                  <a:pt x="136900" y="134936"/>
                </a:moveTo>
                <a:cubicBezTo>
                  <a:pt x="136900" y="134241"/>
                  <a:pt x="136258" y="131489"/>
                  <a:pt x="135479" y="128821"/>
                </a:cubicBezTo>
                <a:cubicBezTo>
                  <a:pt x="134336" y="124933"/>
                  <a:pt x="133720" y="123972"/>
                  <a:pt x="132376" y="123966"/>
                </a:cubicBezTo>
                <a:cubicBezTo>
                  <a:pt x="130656" y="123966"/>
                  <a:pt x="126365" y="119993"/>
                  <a:pt x="124814" y="116962"/>
                </a:cubicBezTo>
                <a:cubicBezTo>
                  <a:pt x="124191" y="115742"/>
                  <a:pt x="124191" y="115002"/>
                  <a:pt x="124814" y="114379"/>
                </a:cubicBezTo>
                <a:cubicBezTo>
                  <a:pt x="125892" y="113301"/>
                  <a:pt x="127547" y="113840"/>
                  <a:pt x="130993" y="116391"/>
                </a:cubicBezTo>
                <a:cubicBezTo>
                  <a:pt x="132447" y="117462"/>
                  <a:pt x="133642" y="118202"/>
                  <a:pt x="133642" y="118020"/>
                </a:cubicBezTo>
                <a:cubicBezTo>
                  <a:pt x="133642" y="116722"/>
                  <a:pt x="131707" y="112561"/>
                  <a:pt x="131104" y="112561"/>
                </a:cubicBezTo>
                <a:cubicBezTo>
                  <a:pt x="129955" y="112561"/>
                  <a:pt x="127131" y="107492"/>
                  <a:pt x="127125" y="105427"/>
                </a:cubicBezTo>
                <a:cubicBezTo>
                  <a:pt x="127125" y="104389"/>
                  <a:pt x="127625" y="103597"/>
                  <a:pt x="128274" y="103597"/>
                </a:cubicBezTo>
                <a:cubicBezTo>
                  <a:pt x="129403" y="103597"/>
                  <a:pt x="133083" y="107433"/>
                  <a:pt x="133908" y="109471"/>
                </a:cubicBezTo>
                <a:cubicBezTo>
                  <a:pt x="134239" y="110289"/>
                  <a:pt x="134524" y="110250"/>
                  <a:pt x="135180" y="109296"/>
                </a:cubicBezTo>
                <a:cubicBezTo>
                  <a:pt x="135712" y="108537"/>
                  <a:pt x="135738" y="107978"/>
                  <a:pt x="135245" y="107803"/>
                </a:cubicBezTo>
                <a:cubicBezTo>
                  <a:pt x="134810" y="107654"/>
                  <a:pt x="134453" y="107024"/>
                  <a:pt x="134453" y="106408"/>
                </a:cubicBezTo>
                <a:cubicBezTo>
                  <a:pt x="134453" y="105207"/>
                  <a:pt x="136725" y="103746"/>
                  <a:pt x="140113" y="102773"/>
                </a:cubicBezTo>
                <a:lnTo>
                  <a:pt x="142197" y="102169"/>
                </a:lnTo>
                <a:lnTo>
                  <a:pt x="139886" y="101247"/>
                </a:lnTo>
                <a:cubicBezTo>
                  <a:pt x="138620" y="100741"/>
                  <a:pt x="137160" y="100579"/>
                  <a:pt x="136654" y="100897"/>
                </a:cubicBezTo>
                <a:cubicBezTo>
                  <a:pt x="134570" y="102182"/>
                  <a:pt x="127936" y="100501"/>
                  <a:pt x="127936" y="98690"/>
                </a:cubicBezTo>
                <a:cubicBezTo>
                  <a:pt x="127936" y="98268"/>
                  <a:pt x="128761" y="97716"/>
                  <a:pt x="129773" y="97463"/>
                </a:cubicBezTo>
                <a:cubicBezTo>
                  <a:pt x="131435" y="97041"/>
                  <a:pt x="131604" y="96515"/>
                  <a:pt x="131604" y="91764"/>
                </a:cubicBezTo>
                <a:cubicBezTo>
                  <a:pt x="131604" y="86649"/>
                  <a:pt x="131571" y="86564"/>
                  <a:pt x="130078" y="88051"/>
                </a:cubicBezTo>
                <a:cubicBezTo>
                  <a:pt x="129241" y="88888"/>
                  <a:pt x="128417" y="90758"/>
                  <a:pt x="128254" y="92205"/>
                </a:cubicBezTo>
                <a:cubicBezTo>
                  <a:pt x="127709" y="96872"/>
                  <a:pt x="122211" y="103597"/>
                  <a:pt x="118946" y="103597"/>
                </a:cubicBezTo>
                <a:cubicBezTo>
                  <a:pt x="117304" y="103597"/>
                  <a:pt x="118576" y="97346"/>
                  <a:pt x="120952" y="93757"/>
                </a:cubicBezTo>
                <a:lnTo>
                  <a:pt x="123068" y="90556"/>
                </a:lnTo>
                <a:lnTo>
                  <a:pt x="121186" y="90556"/>
                </a:lnTo>
                <a:cubicBezTo>
                  <a:pt x="120147" y="90556"/>
                  <a:pt x="118894" y="90959"/>
                  <a:pt x="118401" y="91452"/>
                </a:cubicBezTo>
                <a:cubicBezTo>
                  <a:pt x="117908" y="91946"/>
                  <a:pt x="116110" y="92348"/>
                  <a:pt x="114403" y="92348"/>
                </a:cubicBezTo>
                <a:cubicBezTo>
                  <a:pt x="111956" y="92348"/>
                  <a:pt x="110534" y="93023"/>
                  <a:pt x="107684" y="95529"/>
                </a:cubicBezTo>
                <a:cubicBezTo>
                  <a:pt x="104355" y="98463"/>
                  <a:pt x="102992" y="99079"/>
                  <a:pt x="100531" y="98787"/>
                </a:cubicBezTo>
                <a:cubicBezTo>
                  <a:pt x="99584" y="98677"/>
                  <a:pt x="98630" y="101208"/>
                  <a:pt x="98610" y="103889"/>
                </a:cubicBezTo>
                <a:cubicBezTo>
                  <a:pt x="98604" y="104720"/>
                  <a:pt x="99746" y="107803"/>
                  <a:pt x="101148" y="110737"/>
                </a:cubicBezTo>
                <a:lnTo>
                  <a:pt x="103693" y="116073"/>
                </a:lnTo>
                <a:lnTo>
                  <a:pt x="104770" y="113502"/>
                </a:lnTo>
                <a:cubicBezTo>
                  <a:pt x="106094" y="110367"/>
                  <a:pt x="109482" y="106855"/>
                  <a:pt x="111196" y="106855"/>
                </a:cubicBezTo>
                <a:cubicBezTo>
                  <a:pt x="113857" y="106855"/>
                  <a:pt x="112014" y="113820"/>
                  <a:pt x="108256" y="117936"/>
                </a:cubicBezTo>
                <a:cubicBezTo>
                  <a:pt x="106795" y="119539"/>
                  <a:pt x="106782" y="119721"/>
                  <a:pt x="108074" y="120792"/>
                </a:cubicBezTo>
                <a:cubicBezTo>
                  <a:pt x="108937" y="121499"/>
                  <a:pt x="109567" y="121610"/>
                  <a:pt x="109742" y="121084"/>
                </a:cubicBezTo>
                <a:cubicBezTo>
                  <a:pt x="109904" y="120616"/>
                  <a:pt x="110709" y="118968"/>
                  <a:pt x="111540" y="117416"/>
                </a:cubicBezTo>
                <a:cubicBezTo>
                  <a:pt x="114844" y="111250"/>
                  <a:pt x="117771" y="115034"/>
                  <a:pt x="115376" y="122369"/>
                </a:cubicBezTo>
                <a:lnTo>
                  <a:pt x="114039" y="126452"/>
                </a:lnTo>
                <a:lnTo>
                  <a:pt x="116304" y="128445"/>
                </a:lnTo>
                <a:cubicBezTo>
                  <a:pt x="117687" y="129665"/>
                  <a:pt x="119595" y="130444"/>
                  <a:pt x="121212" y="130463"/>
                </a:cubicBezTo>
                <a:cubicBezTo>
                  <a:pt x="123951" y="130489"/>
                  <a:pt x="124814" y="129172"/>
                  <a:pt x="122607" y="128328"/>
                </a:cubicBezTo>
                <a:cubicBezTo>
                  <a:pt x="121919" y="128062"/>
                  <a:pt x="120842" y="126841"/>
                  <a:pt x="120205" y="125615"/>
                </a:cubicBezTo>
                <a:cubicBezTo>
                  <a:pt x="118972" y="123239"/>
                  <a:pt x="118304" y="117027"/>
                  <a:pt x="119186" y="116151"/>
                </a:cubicBezTo>
                <a:cubicBezTo>
                  <a:pt x="121049" y="114288"/>
                  <a:pt x="125658" y="121324"/>
                  <a:pt x="125658" y="126030"/>
                </a:cubicBezTo>
                <a:cubicBezTo>
                  <a:pt x="125658" y="127478"/>
                  <a:pt x="126391" y="129710"/>
                  <a:pt x="127287" y="130996"/>
                </a:cubicBezTo>
                <a:cubicBezTo>
                  <a:pt x="128222" y="132339"/>
                  <a:pt x="128663" y="132644"/>
                  <a:pt x="128313" y="131710"/>
                </a:cubicBezTo>
                <a:cubicBezTo>
                  <a:pt x="126515" y="126880"/>
                  <a:pt x="126930" y="122817"/>
                  <a:pt x="129150" y="123667"/>
                </a:cubicBezTo>
                <a:cubicBezTo>
                  <a:pt x="131097" y="124414"/>
                  <a:pt x="134453" y="130717"/>
                  <a:pt x="134453" y="133612"/>
                </a:cubicBezTo>
                <a:cubicBezTo>
                  <a:pt x="134453" y="135364"/>
                  <a:pt x="134849" y="136188"/>
                  <a:pt x="135680" y="136188"/>
                </a:cubicBezTo>
                <a:cubicBezTo>
                  <a:pt x="136348" y="136188"/>
                  <a:pt x="136900" y="135624"/>
                  <a:pt x="136900" y="134936"/>
                </a:cubicBezTo>
                <a:close/>
                <a:moveTo>
                  <a:pt x="203685" y="133599"/>
                </a:moveTo>
                <a:cubicBezTo>
                  <a:pt x="204659" y="133293"/>
                  <a:pt x="204639" y="133144"/>
                  <a:pt x="203556" y="132729"/>
                </a:cubicBezTo>
                <a:cubicBezTo>
                  <a:pt x="202770" y="132424"/>
                  <a:pt x="201647" y="132904"/>
                  <a:pt x="200745" y="133923"/>
                </a:cubicBezTo>
                <a:cubicBezTo>
                  <a:pt x="199278" y="135578"/>
                  <a:pt x="199278" y="135598"/>
                  <a:pt x="200868" y="134793"/>
                </a:cubicBezTo>
                <a:cubicBezTo>
                  <a:pt x="201770" y="134339"/>
                  <a:pt x="203030" y="133800"/>
                  <a:pt x="203685" y="133599"/>
                </a:cubicBezTo>
                <a:close/>
                <a:moveTo>
                  <a:pt x="182525" y="131048"/>
                </a:moveTo>
                <a:cubicBezTo>
                  <a:pt x="182531" y="130691"/>
                  <a:pt x="182168" y="130619"/>
                  <a:pt x="181720" y="130892"/>
                </a:cubicBezTo>
                <a:cubicBezTo>
                  <a:pt x="181272" y="131171"/>
                  <a:pt x="180909" y="132021"/>
                  <a:pt x="180922" y="132774"/>
                </a:cubicBezTo>
                <a:cubicBezTo>
                  <a:pt x="180928" y="133962"/>
                  <a:pt x="181038" y="133988"/>
                  <a:pt x="181720" y="132930"/>
                </a:cubicBezTo>
                <a:cubicBezTo>
                  <a:pt x="182155" y="132261"/>
                  <a:pt x="182518" y="131411"/>
                  <a:pt x="182525" y="131048"/>
                </a:cubicBezTo>
                <a:close/>
                <a:moveTo>
                  <a:pt x="106867" y="128828"/>
                </a:moveTo>
                <a:cubicBezTo>
                  <a:pt x="105809" y="127951"/>
                  <a:pt x="104523" y="127231"/>
                  <a:pt x="104011" y="127231"/>
                </a:cubicBezTo>
                <a:cubicBezTo>
                  <a:pt x="103504" y="127237"/>
                  <a:pt x="104186" y="127964"/>
                  <a:pt x="105530" y="128860"/>
                </a:cubicBezTo>
                <a:cubicBezTo>
                  <a:pt x="108645" y="130924"/>
                  <a:pt x="109359" y="130905"/>
                  <a:pt x="106867" y="128828"/>
                </a:cubicBezTo>
                <a:close/>
                <a:moveTo>
                  <a:pt x="100648" y="125459"/>
                </a:moveTo>
                <a:cubicBezTo>
                  <a:pt x="98597" y="123843"/>
                  <a:pt x="98519" y="123602"/>
                  <a:pt x="99772" y="122681"/>
                </a:cubicBezTo>
                <a:cubicBezTo>
                  <a:pt x="101005" y="121785"/>
                  <a:pt x="100759" y="121402"/>
                  <a:pt x="97507" y="119162"/>
                </a:cubicBezTo>
                <a:cubicBezTo>
                  <a:pt x="95495" y="117780"/>
                  <a:pt x="93671" y="116190"/>
                  <a:pt x="93443" y="115625"/>
                </a:cubicBezTo>
                <a:cubicBezTo>
                  <a:pt x="93203" y="115034"/>
                  <a:pt x="93002" y="115242"/>
                  <a:pt x="92963" y="116118"/>
                </a:cubicBezTo>
                <a:cubicBezTo>
                  <a:pt x="92924" y="116956"/>
                  <a:pt x="93995" y="118896"/>
                  <a:pt x="95345" y="120428"/>
                </a:cubicBezTo>
                <a:cubicBezTo>
                  <a:pt x="96689" y="121954"/>
                  <a:pt x="97786" y="123758"/>
                  <a:pt x="97786" y="124427"/>
                </a:cubicBezTo>
                <a:cubicBezTo>
                  <a:pt x="97786" y="125102"/>
                  <a:pt x="98610" y="125985"/>
                  <a:pt x="99623" y="126387"/>
                </a:cubicBezTo>
                <a:cubicBezTo>
                  <a:pt x="102680" y="127614"/>
                  <a:pt x="103011" y="127315"/>
                  <a:pt x="100648" y="125459"/>
                </a:cubicBezTo>
                <a:close/>
                <a:moveTo>
                  <a:pt x="85550" y="121097"/>
                </a:moveTo>
                <a:cubicBezTo>
                  <a:pt x="84979" y="120415"/>
                  <a:pt x="84304" y="120065"/>
                  <a:pt x="84045" y="120324"/>
                </a:cubicBezTo>
                <a:cubicBezTo>
                  <a:pt x="83785" y="120584"/>
                  <a:pt x="84116" y="121136"/>
                  <a:pt x="84772" y="121558"/>
                </a:cubicBezTo>
                <a:cubicBezTo>
                  <a:pt x="86498" y="122648"/>
                  <a:pt x="86725" y="122512"/>
                  <a:pt x="85550" y="121097"/>
                </a:cubicBezTo>
                <a:close/>
                <a:moveTo>
                  <a:pt x="136582" y="116040"/>
                </a:moveTo>
                <a:cubicBezTo>
                  <a:pt x="136309" y="115768"/>
                  <a:pt x="136115" y="116248"/>
                  <a:pt x="136154" y="117111"/>
                </a:cubicBezTo>
                <a:cubicBezTo>
                  <a:pt x="136193" y="118059"/>
                  <a:pt x="136381" y="118254"/>
                  <a:pt x="136647" y="117598"/>
                </a:cubicBezTo>
                <a:cubicBezTo>
                  <a:pt x="136881" y="117014"/>
                  <a:pt x="136848" y="116313"/>
                  <a:pt x="136582" y="116040"/>
                </a:cubicBezTo>
                <a:close/>
                <a:moveTo>
                  <a:pt x="142930" y="116767"/>
                </a:moveTo>
                <a:cubicBezTo>
                  <a:pt x="143157" y="116397"/>
                  <a:pt x="142833" y="116092"/>
                  <a:pt x="142197" y="116092"/>
                </a:cubicBezTo>
                <a:cubicBezTo>
                  <a:pt x="141567" y="116092"/>
                  <a:pt x="141236" y="116397"/>
                  <a:pt x="141470" y="116767"/>
                </a:cubicBezTo>
                <a:cubicBezTo>
                  <a:pt x="141697" y="117144"/>
                  <a:pt x="142028" y="117449"/>
                  <a:pt x="142197" y="117449"/>
                </a:cubicBezTo>
                <a:cubicBezTo>
                  <a:pt x="142372" y="117449"/>
                  <a:pt x="142697" y="117144"/>
                  <a:pt x="142930" y="116767"/>
                </a:cubicBezTo>
                <a:close/>
                <a:moveTo>
                  <a:pt x="180065" y="110776"/>
                </a:moveTo>
                <a:cubicBezTo>
                  <a:pt x="180104" y="106563"/>
                  <a:pt x="181460" y="103318"/>
                  <a:pt x="182940" y="103889"/>
                </a:cubicBezTo>
                <a:cubicBezTo>
                  <a:pt x="184174" y="104363"/>
                  <a:pt x="184991" y="103266"/>
                  <a:pt x="187523" y="97788"/>
                </a:cubicBezTo>
                <a:cubicBezTo>
                  <a:pt x="188841" y="94925"/>
                  <a:pt x="188834" y="94841"/>
                  <a:pt x="187315" y="95237"/>
                </a:cubicBezTo>
                <a:cubicBezTo>
                  <a:pt x="186452" y="95464"/>
                  <a:pt x="185342" y="96431"/>
                  <a:pt x="184855" y="97379"/>
                </a:cubicBezTo>
                <a:cubicBezTo>
                  <a:pt x="184368" y="98333"/>
                  <a:pt x="182960" y="100215"/>
                  <a:pt x="181727" y="101559"/>
                </a:cubicBezTo>
                <a:cubicBezTo>
                  <a:pt x="180143" y="103285"/>
                  <a:pt x="179344" y="105200"/>
                  <a:pt x="179013" y="108076"/>
                </a:cubicBezTo>
                <a:cubicBezTo>
                  <a:pt x="178754" y="110315"/>
                  <a:pt x="178319" y="113437"/>
                  <a:pt x="178046" y="115002"/>
                </a:cubicBezTo>
                <a:cubicBezTo>
                  <a:pt x="177546" y="117851"/>
                  <a:pt x="177553" y="117851"/>
                  <a:pt x="178793" y="115820"/>
                </a:cubicBezTo>
                <a:cubicBezTo>
                  <a:pt x="179474" y="114697"/>
                  <a:pt x="180045" y="112431"/>
                  <a:pt x="180065" y="110776"/>
                </a:cubicBezTo>
                <a:close/>
                <a:moveTo>
                  <a:pt x="147493" y="112990"/>
                </a:moveTo>
                <a:cubicBezTo>
                  <a:pt x="147493" y="112775"/>
                  <a:pt x="146370" y="112016"/>
                  <a:pt x="144994" y="111308"/>
                </a:cubicBezTo>
                <a:cubicBezTo>
                  <a:pt x="139367" y="108394"/>
                  <a:pt x="147766" y="106174"/>
                  <a:pt x="153718" y="108998"/>
                </a:cubicBezTo>
                <a:cubicBezTo>
                  <a:pt x="156522" y="110328"/>
                  <a:pt x="158690" y="109887"/>
                  <a:pt x="156438" y="108439"/>
                </a:cubicBezTo>
                <a:cubicBezTo>
                  <a:pt x="153673" y="106667"/>
                  <a:pt x="146578" y="104889"/>
                  <a:pt x="146000" y="105823"/>
                </a:cubicBezTo>
                <a:cubicBezTo>
                  <a:pt x="145682" y="106336"/>
                  <a:pt x="144423" y="107135"/>
                  <a:pt x="143203" y="107595"/>
                </a:cubicBezTo>
                <a:cubicBezTo>
                  <a:pt x="140912" y="108472"/>
                  <a:pt x="140100" y="110932"/>
                  <a:pt x="142099" y="110932"/>
                </a:cubicBezTo>
                <a:cubicBezTo>
                  <a:pt x="142716" y="110932"/>
                  <a:pt x="143677" y="111477"/>
                  <a:pt x="144235" y="112152"/>
                </a:cubicBezTo>
                <a:cubicBezTo>
                  <a:pt x="145176" y="113282"/>
                  <a:pt x="147493" y="113879"/>
                  <a:pt x="147493" y="112990"/>
                </a:cubicBezTo>
                <a:close/>
                <a:moveTo>
                  <a:pt x="176014" y="102974"/>
                </a:moveTo>
                <a:cubicBezTo>
                  <a:pt x="176014" y="96372"/>
                  <a:pt x="175878" y="95769"/>
                  <a:pt x="174204" y="95029"/>
                </a:cubicBezTo>
                <a:cubicBezTo>
                  <a:pt x="173204" y="94587"/>
                  <a:pt x="171614" y="93069"/>
                  <a:pt x="170672" y="91653"/>
                </a:cubicBezTo>
                <a:lnTo>
                  <a:pt x="168952" y="89083"/>
                </a:lnTo>
                <a:lnTo>
                  <a:pt x="167927" y="91920"/>
                </a:lnTo>
                <a:cubicBezTo>
                  <a:pt x="167362" y="93477"/>
                  <a:pt x="167122" y="94970"/>
                  <a:pt x="167388" y="95237"/>
                </a:cubicBezTo>
                <a:cubicBezTo>
                  <a:pt x="167654" y="95503"/>
                  <a:pt x="167868" y="95288"/>
                  <a:pt x="167868" y="94769"/>
                </a:cubicBezTo>
                <a:cubicBezTo>
                  <a:pt x="167868" y="94243"/>
                  <a:pt x="168543" y="93815"/>
                  <a:pt x="169374" y="93815"/>
                </a:cubicBezTo>
                <a:cubicBezTo>
                  <a:pt x="171458" y="93815"/>
                  <a:pt x="173853" y="99430"/>
                  <a:pt x="173821" y="104233"/>
                </a:cubicBezTo>
                <a:cubicBezTo>
                  <a:pt x="173795" y="107531"/>
                  <a:pt x="174625" y="110114"/>
                  <a:pt x="175709" y="110114"/>
                </a:cubicBezTo>
                <a:cubicBezTo>
                  <a:pt x="175878" y="110114"/>
                  <a:pt x="176014" y="106901"/>
                  <a:pt x="176014" y="102974"/>
                </a:cubicBezTo>
                <a:close/>
                <a:moveTo>
                  <a:pt x="202335" y="106401"/>
                </a:moveTo>
                <a:cubicBezTo>
                  <a:pt x="202751" y="104207"/>
                  <a:pt x="202484" y="103740"/>
                  <a:pt x="200096" y="102455"/>
                </a:cubicBezTo>
                <a:cubicBezTo>
                  <a:pt x="196656" y="100598"/>
                  <a:pt x="195065" y="100949"/>
                  <a:pt x="193144" y="103999"/>
                </a:cubicBezTo>
                <a:lnTo>
                  <a:pt x="191599" y="106447"/>
                </a:lnTo>
                <a:lnTo>
                  <a:pt x="194462" y="106654"/>
                </a:lnTo>
                <a:cubicBezTo>
                  <a:pt x="196033" y="106771"/>
                  <a:pt x="198304" y="107381"/>
                  <a:pt x="199505" y="108011"/>
                </a:cubicBezTo>
                <a:cubicBezTo>
                  <a:pt x="200706" y="108641"/>
                  <a:pt x="201725" y="109095"/>
                  <a:pt x="201770" y="109023"/>
                </a:cubicBezTo>
                <a:cubicBezTo>
                  <a:pt x="201822" y="108952"/>
                  <a:pt x="202069" y="107771"/>
                  <a:pt x="202335" y="106401"/>
                </a:cubicBezTo>
                <a:close/>
                <a:moveTo>
                  <a:pt x="161806" y="107238"/>
                </a:moveTo>
                <a:cubicBezTo>
                  <a:pt x="160936" y="106576"/>
                  <a:pt x="159859" y="106038"/>
                  <a:pt x="159411" y="106038"/>
                </a:cubicBezTo>
                <a:cubicBezTo>
                  <a:pt x="158956" y="106038"/>
                  <a:pt x="159307" y="106576"/>
                  <a:pt x="160177" y="107238"/>
                </a:cubicBezTo>
                <a:cubicBezTo>
                  <a:pt x="161046" y="107894"/>
                  <a:pt x="162124" y="108433"/>
                  <a:pt x="162572" y="108433"/>
                </a:cubicBezTo>
                <a:cubicBezTo>
                  <a:pt x="163020" y="108433"/>
                  <a:pt x="162676" y="107894"/>
                  <a:pt x="161806" y="107238"/>
                </a:cubicBezTo>
                <a:close/>
                <a:moveTo>
                  <a:pt x="156113" y="103986"/>
                </a:moveTo>
                <a:cubicBezTo>
                  <a:pt x="155250" y="103331"/>
                  <a:pt x="154341" y="102993"/>
                  <a:pt x="154101" y="103240"/>
                </a:cubicBezTo>
                <a:cubicBezTo>
                  <a:pt x="153588" y="103753"/>
                  <a:pt x="155659" y="105207"/>
                  <a:pt x="156866" y="105187"/>
                </a:cubicBezTo>
                <a:cubicBezTo>
                  <a:pt x="157314" y="105181"/>
                  <a:pt x="156977" y="104636"/>
                  <a:pt x="156113" y="103986"/>
                </a:cubicBezTo>
                <a:close/>
                <a:moveTo>
                  <a:pt x="215596" y="103500"/>
                </a:moveTo>
                <a:cubicBezTo>
                  <a:pt x="215940" y="102941"/>
                  <a:pt x="217803" y="102734"/>
                  <a:pt x="220451" y="102954"/>
                </a:cubicBezTo>
                <a:cubicBezTo>
                  <a:pt x="223788" y="103227"/>
                  <a:pt x="224658" y="103065"/>
                  <a:pt x="224333" y="102227"/>
                </a:cubicBezTo>
                <a:cubicBezTo>
                  <a:pt x="224106" y="101637"/>
                  <a:pt x="223210" y="101150"/>
                  <a:pt x="222347" y="101150"/>
                </a:cubicBezTo>
                <a:cubicBezTo>
                  <a:pt x="221477" y="101150"/>
                  <a:pt x="219400" y="100449"/>
                  <a:pt x="217732" y="99599"/>
                </a:cubicBezTo>
                <a:cubicBezTo>
                  <a:pt x="215700" y="98566"/>
                  <a:pt x="213876" y="98216"/>
                  <a:pt x="212260" y="98553"/>
                </a:cubicBezTo>
                <a:lnTo>
                  <a:pt x="209832" y="99060"/>
                </a:lnTo>
                <a:lnTo>
                  <a:pt x="212688" y="99495"/>
                </a:lnTo>
                <a:cubicBezTo>
                  <a:pt x="216077" y="100007"/>
                  <a:pt x="216466" y="101857"/>
                  <a:pt x="213500" y="103357"/>
                </a:cubicBezTo>
                <a:cubicBezTo>
                  <a:pt x="211552" y="104343"/>
                  <a:pt x="211546" y="104389"/>
                  <a:pt x="213253" y="104395"/>
                </a:cubicBezTo>
                <a:cubicBezTo>
                  <a:pt x="214233" y="104402"/>
                  <a:pt x="215291" y="103999"/>
                  <a:pt x="215596" y="103500"/>
                </a:cubicBezTo>
                <a:close/>
                <a:moveTo>
                  <a:pt x="207502" y="100747"/>
                </a:moveTo>
                <a:lnTo>
                  <a:pt x="209832" y="99534"/>
                </a:lnTo>
                <a:lnTo>
                  <a:pt x="207658" y="99527"/>
                </a:lnTo>
                <a:cubicBezTo>
                  <a:pt x="204406" y="99521"/>
                  <a:pt x="202491" y="100384"/>
                  <a:pt x="203861" y="101254"/>
                </a:cubicBezTo>
                <a:cubicBezTo>
                  <a:pt x="205211" y="102111"/>
                  <a:pt x="204776" y="102169"/>
                  <a:pt x="207502" y="100747"/>
                </a:cubicBezTo>
                <a:close/>
                <a:moveTo>
                  <a:pt x="142885" y="99079"/>
                </a:moveTo>
                <a:cubicBezTo>
                  <a:pt x="142625" y="98385"/>
                  <a:pt x="142229" y="97995"/>
                  <a:pt x="142015" y="98209"/>
                </a:cubicBezTo>
                <a:cubicBezTo>
                  <a:pt x="141801" y="98424"/>
                  <a:pt x="141872" y="98988"/>
                  <a:pt x="142164" y="99469"/>
                </a:cubicBezTo>
                <a:cubicBezTo>
                  <a:pt x="142969" y="100767"/>
                  <a:pt x="143437" y="100514"/>
                  <a:pt x="142885" y="99079"/>
                </a:cubicBezTo>
                <a:close/>
                <a:moveTo>
                  <a:pt x="94755" y="95840"/>
                </a:moveTo>
                <a:cubicBezTo>
                  <a:pt x="92450" y="94224"/>
                  <a:pt x="89951" y="88291"/>
                  <a:pt x="91087" y="87149"/>
                </a:cubicBezTo>
                <a:cubicBezTo>
                  <a:pt x="91756" y="86480"/>
                  <a:pt x="92548" y="86597"/>
                  <a:pt x="94080" y="87603"/>
                </a:cubicBezTo>
                <a:cubicBezTo>
                  <a:pt x="95890" y="88784"/>
                  <a:pt x="96157" y="88804"/>
                  <a:pt x="96157" y="87720"/>
                </a:cubicBezTo>
                <a:cubicBezTo>
                  <a:pt x="96157" y="87038"/>
                  <a:pt x="95650" y="86480"/>
                  <a:pt x="95021" y="86480"/>
                </a:cubicBezTo>
                <a:cubicBezTo>
                  <a:pt x="93703" y="86480"/>
                  <a:pt x="91269" y="80885"/>
                  <a:pt x="91269" y="77854"/>
                </a:cubicBezTo>
                <a:cubicBezTo>
                  <a:pt x="91269" y="76127"/>
                  <a:pt x="91087" y="75958"/>
                  <a:pt x="90191" y="76847"/>
                </a:cubicBezTo>
                <a:cubicBezTo>
                  <a:pt x="89484" y="77555"/>
                  <a:pt x="89140" y="79885"/>
                  <a:pt x="89198" y="83631"/>
                </a:cubicBezTo>
                <a:cubicBezTo>
                  <a:pt x="89263" y="88343"/>
                  <a:pt x="89692" y="90044"/>
                  <a:pt x="91639" y="93406"/>
                </a:cubicBezTo>
                <a:cubicBezTo>
                  <a:pt x="95125" y="99443"/>
                  <a:pt x="95689" y="100079"/>
                  <a:pt x="96027" y="98352"/>
                </a:cubicBezTo>
                <a:cubicBezTo>
                  <a:pt x="96183" y="97567"/>
                  <a:pt x="95605" y="96437"/>
                  <a:pt x="94755" y="95840"/>
                </a:cubicBezTo>
                <a:close/>
                <a:moveTo>
                  <a:pt x="152173" y="96515"/>
                </a:moveTo>
                <a:cubicBezTo>
                  <a:pt x="151414" y="95756"/>
                  <a:pt x="150564" y="95366"/>
                  <a:pt x="150284" y="95645"/>
                </a:cubicBezTo>
                <a:cubicBezTo>
                  <a:pt x="149486" y="96444"/>
                  <a:pt x="150713" y="97891"/>
                  <a:pt x="152199" y="97891"/>
                </a:cubicBezTo>
                <a:cubicBezTo>
                  <a:pt x="153446" y="97891"/>
                  <a:pt x="153439" y="97781"/>
                  <a:pt x="152173" y="96515"/>
                </a:cubicBezTo>
                <a:close/>
                <a:moveTo>
                  <a:pt x="204990" y="95925"/>
                </a:moveTo>
                <a:cubicBezTo>
                  <a:pt x="206515" y="94802"/>
                  <a:pt x="206502" y="94717"/>
                  <a:pt x="204328" y="93010"/>
                </a:cubicBezTo>
                <a:cubicBezTo>
                  <a:pt x="203101" y="92043"/>
                  <a:pt x="202069" y="90641"/>
                  <a:pt x="202037" y="89888"/>
                </a:cubicBezTo>
                <a:cubicBezTo>
                  <a:pt x="202004" y="89135"/>
                  <a:pt x="201452" y="89946"/>
                  <a:pt x="200816" y="91692"/>
                </a:cubicBezTo>
                <a:cubicBezTo>
                  <a:pt x="200174" y="93439"/>
                  <a:pt x="199239" y="95366"/>
                  <a:pt x="198733" y="95970"/>
                </a:cubicBezTo>
                <a:cubicBezTo>
                  <a:pt x="197993" y="96866"/>
                  <a:pt x="198356" y="97073"/>
                  <a:pt x="200615" y="97073"/>
                </a:cubicBezTo>
                <a:cubicBezTo>
                  <a:pt x="202153" y="97073"/>
                  <a:pt x="204120" y="96554"/>
                  <a:pt x="204990" y="95925"/>
                </a:cubicBezTo>
                <a:close/>
                <a:moveTo>
                  <a:pt x="145436" y="91920"/>
                </a:moveTo>
                <a:cubicBezTo>
                  <a:pt x="145079" y="89291"/>
                  <a:pt x="145273" y="88122"/>
                  <a:pt x="146215" y="87350"/>
                </a:cubicBezTo>
                <a:cubicBezTo>
                  <a:pt x="147279" y="86461"/>
                  <a:pt x="147688" y="86688"/>
                  <a:pt x="148908" y="88830"/>
                </a:cubicBezTo>
                <a:cubicBezTo>
                  <a:pt x="149700" y="90225"/>
                  <a:pt x="150960" y="91361"/>
                  <a:pt x="151706" y="91368"/>
                </a:cubicBezTo>
                <a:cubicBezTo>
                  <a:pt x="152452" y="91368"/>
                  <a:pt x="153666" y="91602"/>
                  <a:pt x="154393" y="91881"/>
                </a:cubicBezTo>
                <a:cubicBezTo>
                  <a:pt x="155516" y="92309"/>
                  <a:pt x="155445" y="91822"/>
                  <a:pt x="153971" y="88784"/>
                </a:cubicBezTo>
                <a:cubicBezTo>
                  <a:pt x="152303" y="85357"/>
                  <a:pt x="151881" y="85065"/>
                  <a:pt x="145338" y="82845"/>
                </a:cubicBezTo>
                <a:cubicBezTo>
                  <a:pt x="138737" y="80606"/>
                  <a:pt x="138393" y="80567"/>
                  <a:pt x="137069" y="81962"/>
                </a:cubicBezTo>
                <a:cubicBezTo>
                  <a:pt x="136043" y="83033"/>
                  <a:pt x="135946" y="83514"/>
                  <a:pt x="136699" y="83793"/>
                </a:cubicBezTo>
                <a:cubicBezTo>
                  <a:pt x="137257" y="84001"/>
                  <a:pt x="137731" y="85519"/>
                  <a:pt x="137744" y="87162"/>
                </a:cubicBezTo>
                <a:cubicBezTo>
                  <a:pt x="137776" y="91361"/>
                  <a:pt x="140840" y="94691"/>
                  <a:pt x="145280" y="95353"/>
                </a:cubicBezTo>
                <a:cubicBezTo>
                  <a:pt x="145624" y="95405"/>
                  <a:pt x="145695" y="93860"/>
                  <a:pt x="145436" y="91920"/>
                </a:cubicBezTo>
                <a:close/>
                <a:moveTo>
                  <a:pt x="228377" y="94094"/>
                </a:moveTo>
                <a:cubicBezTo>
                  <a:pt x="227812" y="93867"/>
                  <a:pt x="226897" y="93867"/>
                  <a:pt x="226339" y="94094"/>
                </a:cubicBezTo>
                <a:cubicBezTo>
                  <a:pt x="225774" y="94315"/>
                  <a:pt x="226235" y="94503"/>
                  <a:pt x="227358" y="94503"/>
                </a:cubicBezTo>
                <a:cubicBezTo>
                  <a:pt x="228474" y="94503"/>
                  <a:pt x="228935" y="94315"/>
                  <a:pt x="228377" y="94094"/>
                </a:cubicBezTo>
                <a:close/>
                <a:moveTo>
                  <a:pt x="103809" y="89388"/>
                </a:moveTo>
                <a:cubicBezTo>
                  <a:pt x="103576" y="88778"/>
                  <a:pt x="102524" y="88116"/>
                  <a:pt x="101473" y="87915"/>
                </a:cubicBezTo>
                <a:cubicBezTo>
                  <a:pt x="99895" y="87616"/>
                  <a:pt x="99486" y="87967"/>
                  <a:pt x="99091" y="89953"/>
                </a:cubicBezTo>
                <a:cubicBezTo>
                  <a:pt x="98824" y="91271"/>
                  <a:pt x="98818" y="92692"/>
                  <a:pt x="99071" y="93101"/>
                </a:cubicBezTo>
                <a:cubicBezTo>
                  <a:pt x="99766" y="94224"/>
                  <a:pt x="104303" y="90673"/>
                  <a:pt x="103809" y="89388"/>
                </a:cubicBezTo>
                <a:close/>
                <a:moveTo>
                  <a:pt x="190431" y="88213"/>
                </a:moveTo>
                <a:cubicBezTo>
                  <a:pt x="192755" y="87019"/>
                  <a:pt x="195351" y="87045"/>
                  <a:pt x="195760" y="88272"/>
                </a:cubicBezTo>
                <a:cubicBezTo>
                  <a:pt x="196390" y="90154"/>
                  <a:pt x="199031" y="81923"/>
                  <a:pt x="199719" y="75945"/>
                </a:cubicBezTo>
                <a:cubicBezTo>
                  <a:pt x="200570" y="68571"/>
                  <a:pt x="199765" y="66884"/>
                  <a:pt x="196597" y="69383"/>
                </a:cubicBezTo>
                <a:cubicBezTo>
                  <a:pt x="194118" y="71330"/>
                  <a:pt x="186543" y="71661"/>
                  <a:pt x="185069" y="69883"/>
                </a:cubicBezTo>
                <a:cubicBezTo>
                  <a:pt x="183869" y="68435"/>
                  <a:pt x="185076" y="67429"/>
                  <a:pt x="189639" y="66072"/>
                </a:cubicBezTo>
                <a:cubicBezTo>
                  <a:pt x="193968" y="64787"/>
                  <a:pt x="193430" y="63761"/>
                  <a:pt x="188425" y="63748"/>
                </a:cubicBezTo>
                <a:cubicBezTo>
                  <a:pt x="186309" y="63748"/>
                  <a:pt x="183843" y="63638"/>
                  <a:pt x="182940" y="63502"/>
                </a:cubicBezTo>
                <a:cubicBezTo>
                  <a:pt x="181817" y="63333"/>
                  <a:pt x="181382" y="63664"/>
                  <a:pt x="181532" y="64592"/>
                </a:cubicBezTo>
                <a:cubicBezTo>
                  <a:pt x="181655" y="65326"/>
                  <a:pt x="181123" y="66163"/>
                  <a:pt x="180357" y="66462"/>
                </a:cubicBezTo>
                <a:cubicBezTo>
                  <a:pt x="179208" y="66897"/>
                  <a:pt x="179461" y="67293"/>
                  <a:pt x="181765" y="68675"/>
                </a:cubicBezTo>
                <a:cubicBezTo>
                  <a:pt x="183310" y="69597"/>
                  <a:pt x="185595" y="71311"/>
                  <a:pt x="186841" y="72479"/>
                </a:cubicBezTo>
                <a:cubicBezTo>
                  <a:pt x="189451" y="74933"/>
                  <a:pt x="189314" y="77509"/>
                  <a:pt x="186322" y="82410"/>
                </a:cubicBezTo>
                <a:cubicBezTo>
                  <a:pt x="185368" y="83975"/>
                  <a:pt x="184706" y="85623"/>
                  <a:pt x="184855" y="86078"/>
                </a:cubicBezTo>
                <a:cubicBezTo>
                  <a:pt x="185011" y="86526"/>
                  <a:pt x="185134" y="88109"/>
                  <a:pt x="185134" y="89602"/>
                </a:cubicBezTo>
                <a:lnTo>
                  <a:pt x="185141" y="92316"/>
                </a:lnTo>
                <a:lnTo>
                  <a:pt x="186893" y="90725"/>
                </a:lnTo>
                <a:cubicBezTo>
                  <a:pt x="187860" y="89849"/>
                  <a:pt x="189451" y="88720"/>
                  <a:pt x="190431" y="88213"/>
                </a:cubicBezTo>
                <a:close/>
                <a:moveTo>
                  <a:pt x="180896" y="87908"/>
                </a:moveTo>
                <a:cubicBezTo>
                  <a:pt x="180902" y="87571"/>
                  <a:pt x="180539" y="87298"/>
                  <a:pt x="180091" y="87298"/>
                </a:cubicBezTo>
                <a:cubicBezTo>
                  <a:pt x="179643" y="87298"/>
                  <a:pt x="179279" y="88122"/>
                  <a:pt x="179286" y="89128"/>
                </a:cubicBezTo>
                <a:cubicBezTo>
                  <a:pt x="179299" y="90615"/>
                  <a:pt x="179455" y="90732"/>
                  <a:pt x="180091" y="89739"/>
                </a:cubicBezTo>
                <a:cubicBezTo>
                  <a:pt x="180526" y="89070"/>
                  <a:pt x="180889" y="88246"/>
                  <a:pt x="180896" y="87908"/>
                </a:cubicBezTo>
                <a:close/>
                <a:moveTo>
                  <a:pt x="175878" y="82644"/>
                </a:moveTo>
                <a:cubicBezTo>
                  <a:pt x="175294" y="81943"/>
                  <a:pt x="173184" y="80671"/>
                  <a:pt x="171192" y="79814"/>
                </a:cubicBezTo>
                <a:cubicBezTo>
                  <a:pt x="169193" y="78957"/>
                  <a:pt x="167083" y="77574"/>
                  <a:pt x="166492" y="76731"/>
                </a:cubicBezTo>
                <a:cubicBezTo>
                  <a:pt x="165486" y="75296"/>
                  <a:pt x="165227" y="75283"/>
                  <a:pt x="162208" y="76464"/>
                </a:cubicBezTo>
                <a:cubicBezTo>
                  <a:pt x="158197" y="78042"/>
                  <a:pt x="157619" y="79476"/>
                  <a:pt x="159690" y="82715"/>
                </a:cubicBezTo>
                <a:cubicBezTo>
                  <a:pt x="160586" y="84117"/>
                  <a:pt x="161326" y="84799"/>
                  <a:pt x="161332" y="84241"/>
                </a:cubicBezTo>
                <a:cubicBezTo>
                  <a:pt x="161358" y="82339"/>
                  <a:pt x="163870" y="83209"/>
                  <a:pt x="164850" y="85461"/>
                </a:cubicBezTo>
                <a:cubicBezTo>
                  <a:pt x="166311" y="88797"/>
                  <a:pt x="168414" y="88583"/>
                  <a:pt x="168011" y="85136"/>
                </a:cubicBezTo>
                <a:cubicBezTo>
                  <a:pt x="167752" y="82962"/>
                  <a:pt x="167979" y="82410"/>
                  <a:pt x="169108" y="82410"/>
                </a:cubicBezTo>
                <a:cubicBezTo>
                  <a:pt x="170595" y="82410"/>
                  <a:pt x="175917" y="87532"/>
                  <a:pt x="176151" y="89187"/>
                </a:cubicBezTo>
                <a:cubicBezTo>
                  <a:pt x="176229" y="89719"/>
                  <a:pt x="176436" y="88745"/>
                  <a:pt x="176612" y="87038"/>
                </a:cubicBezTo>
                <a:cubicBezTo>
                  <a:pt x="176800" y="85221"/>
                  <a:pt x="176495" y="83390"/>
                  <a:pt x="175878" y="82644"/>
                </a:cubicBezTo>
                <a:close/>
                <a:moveTo>
                  <a:pt x="125879" y="87369"/>
                </a:moveTo>
                <a:cubicBezTo>
                  <a:pt x="127079" y="86902"/>
                  <a:pt x="126372" y="86590"/>
                  <a:pt x="123087" y="86156"/>
                </a:cubicBezTo>
                <a:cubicBezTo>
                  <a:pt x="118330" y="85526"/>
                  <a:pt x="115714" y="84461"/>
                  <a:pt x="115714" y="83150"/>
                </a:cubicBezTo>
                <a:cubicBezTo>
                  <a:pt x="115714" y="80671"/>
                  <a:pt x="128832" y="78743"/>
                  <a:pt x="131000" y="80904"/>
                </a:cubicBezTo>
                <a:cubicBezTo>
                  <a:pt x="131714" y="81618"/>
                  <a:pt x="132246" y="81599"/>
                  <a:pt x="133200" y="80807"/>
                </a:cubicBezTo>
                <a:cubicBezTo>
                  <a:pt x="133895" y="80229"/>
                  <a:pt x="134460" y="79483"/>
                  <a:pt x="134460" y="79145"/>
                </a:cubicBezTo>
                <a:cubicBezTo>
                  <a:pt x="134460" y="78172"/>
                  <a:pt x="127631" y="76705"/>
                  <a:pt x="123126" y="76705"/>
                </a:cubicBezTo>
                <a:cubicBezTo>
                  <a:pt x="119874" y="76705"/>
                  <a:pt x="118855" y="77036"/>
                  <a:pt x="118161" y="78327"/>
                </a:cubicBezTo>
                <a:cubicBezTo>
                  <a:pt x="117687" y="79217"/>
                  <a:pt x="116298" y="80495"/>
                  <a:pt x="115078" y="81164"/>
                </a:cubicBezTo>
                <a:cubicBezTo>
                  <a:pt x="113857" y="81833"/>
                  <a:pt x="111871" y="83209"/>
                  <a:pt x="110664" y="84228"/>
                </a:cubicBezTo>
                <a:lnTo>
                  <a:pt x="108463" y="86078"/>
                </a:lnTo>
                <a:lnTo>
                  <a:pt x="112903" y="86117"/>
                </a:lnTo>
                <a:cubicBezTo>
                  <a:pt x="115350" y="86143"/>
                  <a:pt x="117791" y="86597"/>
                  <a:pt x="118323" y="87136"/>
                </a:cubicBezTo>
                <a:cubicBezTo>
                  <a:pt x="119407" y="88220"/>
                  <a:pt x="123393" y="88343"/>
                  <a:pt x="125879" y="87369"/>
                </a:cubicBezTo>
                <a:close/>
                <a:moveTo>
                  <a:pt x="207989" y="83910"/>
                </a:moveTo>
                <a:cubicBezTo>
                  <a:pt x="207573" y="82319"/>
                  <a:pt x="207593" y="79703"/>
                  <a:pt x="208028" y="77639"/>
                </a:cubicBezTo>
                <a:cubicBezTo>
                  <a:pt x="209008" y="73031"/>
                  <a:pt x="207794" y="71629"/>
                  <a:pt x="205568" y="74809"/>
                </a:cubicBezTo>
                <a:cubicBezTo>
                  <a:pt x="203400" y="77905"/>
                  <a:pt x="202835" y="81333"/>
                  <a:pt x="204295" y="82547"/>
                </a:cubicBezTo>
                <a:cubicBezTo>
                  <a:pt x="204938" y="83079"/>
                  <a:pt x="206048" y="84637"/>
                  <a:pt x="206762" y="86013"/>
                </a:cubicBezTo>
                <a:cubicBezTo>
                  <a:pt x="208294" y="88973"/>
                  <a:pt x="208995" y="87772"/>
                  <a:pt x="207989" y="83910"/>
                </a:cubicBezTo>
                <a:close/>
                <a:moveTo>
                  <a:pt x="105153" y="79385"/>
                </a:moveTo>
                <a:cubicBezTo>
                  <a:pt x="106289" y="78373"/>
                  <a:pt x="108671" y="76841"/>
                  <a:pt x="110443" y="75978"/>
                </a:cubicBezTo>
                <a:lnTo>
                  <a:pt x="113669" y="74407"/>
                </a:lnTo>
                <a:lnTo>
                  <a:pt x="110612" y="73836"/>
                </a:lnTo>
                <a:cubicBezTo>
                  <a:pt x="108489" y="73433"/>
                  <a:pt x="106717" y="73660"/>
                  <a:pt x="104790" y="74576"/>
                </a:cubicBezTo>
                <a:cubicBezTo>
                  <a:pt x="103271" y="75296"/>
                  <a:pt x="100700" y="75887"/>
                  <a:pt x="99091" y="75887"/>
                </a:cubicBezTo>
                <a:cubicBezTo>
                  <a:pt x="95774" y="75887"/>
                  <a:pt x="95417" y="76776"/>
                  <a:pt x="97786" y="79145"/>
                </a:cubicBezTo>
                <a:cubicBezTo>
                  <a:pt x="98682" y="80041"/>
                  <a:pt x="99415" y="81566"/>
                  <a:pt x="99415" y="82534"/>
                </a:cubicBezTo>
                <a:cubicBezTo>
                  <a:pt x="99415" y="84474"/>
                  <a:pt x="99493" y="84435"/>
                  <a:pt x="105153" y="79385"/>
                </a:cubicBezTo>
                <a:close/>
                <a:moveTo>
                  <a:pt x="181895" y="75997"/>
                </a:moveTo>
                <a:cubicBezTo>
                  <a:pt x="178883" y="74465"/>
                  <a:pt x="176014" y="71758"/>
                  <a:pt x="176014" y="70447"/>
                </a:cubicBezTo>
                <a:cubicBezTo>
                  <a:pt x="176014" y="68922"/>
                  <a:pt x="174327" y="69136"/>
                  <a:pt x="171945" y="70967"/>
                </a:cubicBezTo>
                <a:cubicBezTo>
                  <a:pt x="170134" y="72362"/>
                  <a:pt x="170069" y="72583"/>
                  <a:pt x="171348" y="73076"/>
                </a:cubicBezTo>
                <a:cubicBezTo>
                  <a:pt x="172133" y="73381"/>
                  <a:pt x="173282" y="73206"/>
                  <a:pt x="173898" y="72693"/>
                </a:cubicBezTo>
                <a:cubicBezTo>
                  <a:pt x="174794" y="71953"/>
                  <a:pt x="175547" y="72427"/>
                  <a:pt x="177559" y="74959"/>
                </a:cubicBezTo>
                <a:cubicBezTo>
                  <a:pt x="180318" y="78444"/>
                  <a:pt x="180636" y="79833"/>
                  <a:pt x="179072" y="81605"/>
                </a:cubicBezTo>
                <a:cubicBezTo>
                  <a:pt x="178514" y="82241"/>
                  <a:pt x="179416" y="81495"/>
                  <a:pt x="181077" y="79944"/>
                </a:cubicBezTo>
                <a:lnTo>
                  <a:pt x="184102" y="77120"/>
                </a:lnTo>
                <a:lnTo>
                  <a:pt x="181895" y="75997"/>
                </a:lnTo>
                <a:close/>
                <a:moveTo>
                  <a:pt x="147422" y="75763"/>
                </a:moveTo>
                <a:cubicBezTo>
                  <a:pt x="146422" y="73816"/>
                  <a:pt x="145462" y="72654"/>
                  <a:pt x="145280" y="73180"/>
                </a:cubicBezTo>
                <a:cubicBezTo>
                  <a:pt x="144968" y="74108"/>
                  <a:pt x="148428" y="80119"/>
                  <a:pt x="148967" y="79574"/>
                </a:cubicBezTo>
                <a:cubicBezTo>
                  <a:pt x="149116" y="79424"/>
                  <a:pt x="148422" y="77711"/>
                  <a:pt x="147422" y="75763"/>
                </a:cubicBezTo>
                <a:close/>
                <a:moveTo>
                  <a:pt x="80676" y="76133"/>
                </a:moveTo>
                <a:cubicBezTo>
                  <a:pt x="80676" y="74491"/>
                  <a:pt x="80442" y="74167"/>
                  <a:pt x="79754" y="74855"/>
                </a:cubicBezTo>
                <a:cubicBezTo>
                  <a:pt x="79241" y="75361"/>
                  <a:pt x="79047" y="76354"/>
                  <a:pt x="79319" y="77055"/>
                </a:cubicBezTo>
                <a:cubicBezTo>
                  <a:pt x="80066" y="79002"/>
                  <a:pt x="80676" y="78587"/>
                  <a:pt x="80676" y="76133"/>
                </a:cubicBezTo>
                <a:close/>
                <a:moveTo>
                  <a:pt x="142625" y="76133"/>
                </a:moveTo>
                <a:cubicBezTo>
                  <a:pt x="141178" y="74290"/>
                  <a:pt x="140340" y="73965"/>
                  <a:pt x="137471" y="74121"/>
                </a:cubicBezTo>
                <a:cubicBezTo>
                  <a:pt x="133058" y="74361"/>
                  <a:pt x="128066" y="71590"/>
                  <a:pt x="129598" y="69746"/>
                </a:cubicBezTo>
                <a:cubicBezTo>
                  <a:pt x="130137" y="69091"/>
                  <a:pt x="131714" y="68552"/>
                  <a:pt x="133090" y="68552"/>
                </a:cubicBezTo>
                <a:cubicBezTo>
                  <a:pt x="135070" y="68552"/>
                  <a:pt x="135388" y="68344"/>
                  <a:pt x="134602" y="67559"/>
                </a:cubicBezTo>
                <a:cubicBezTo>
                  <a:pt x="134051" y="67007"/>
                  <a:pt x="132421" y="66656"/>
                  <a:pt x="130974" y="66780"/>
                </a:cubicBezTo>
                <a:cubicBezTo>
                  <a:pt x="129176" y="66929"/>
                  <a:pt x="127125" y="66222"/>
                  <a:pt x="124477" y="64534"/>
                </a:cubicBezTo>
                <a:cubicBezTo>
                  <a:pt x="121043" y="62346"/>
                  <a:pt x="120601" y="62243"/>
                  <a:pt x="120601" y="63586"/>
                </a:cubicBezTo>
                <a:cubicBezTo>
                  <a:pt x="120601" y="64417"/>
                  <a:pt x="121887" y="66079"/>
                  <a:pt x="123457" y="67280"/>
                </a:cubicBezTo>
                <a:cubicBezTo>
                  <a:pt x="125028" y="68474"/>
                  <a:pt x="126872" y="70532"/>
                  <a:pt x="127553" y="71856"/>
                </a:cubicBezTo>
                <a:cubicBezTo>
                  <a:pt x="128352" y="73407"/>
                  <a:pt x="129436" y="74264"/>
                  <a:pt x="130610" y="74277"/>
                </a:cubicBezTo>
                <a:cubicBezTo>
                  <a:pt x="131604" y="74290"/>
                  <a:pt x="134804" y="75173"/>
                  <a:pt x="137718" y="76237"/>
                </a:cubicBezTo>
                <a:cubicBezTo>
                  <a:pt x="144553" y="78736"/>
                  <a:pt x="144670" y="78736"/>
                  <a:pt x="142625" y="76133"/>
                </a:cubicBezTo>
                <a:close/>
                <a:moveTo>
                  <a:pt x="158366" y="72226"/>
                </a:moveTo>
                <a:cubicBezTo>
                  <a:pt x="159631" y="70214"/>
                  <a:pt x="160521" y="68104"/>
                  <a:pt x="160332" y="67539"/>
                </a:cubicBezTo>
                <a:cubicBezTo>
                  <a:pt x="160125" y="66936"/>
                  <a:pt x="158528" y="66501"/>
                  <a:pt x="156392" y="66481"/>
                </a:cubicBezTo>
                <a:cubicBezTo>
                  <a:pt x="154413" y="66462"/>
                  <a:pt x="151751" y="66137"/>
                  <a:pt x="150473" y="65761"/>
                </a:cubicBezTo>
                <a:lnTo>
                  <a:pt x="148155" y="65079"/>
                </a:lnTo>
                <a:lnTo>
                  <a:pt x="151699" y="70467"/>
                </a:lnTo>
                <a:cubicBezTo>
                  <a:pt x="153647" y="73427"/>
                  <a:pt x="155419" y="75861"/>
                  <a:pt x="155646" y="75867"/>
                </a:cubicBezTo>
                <a:cubicBezTo>
                  <a:pt x="155867" y="75880"/>
                  <a:pt x="157093" y="74238"/>
                  <a:pt x="158366" y="72226"/>
                </a:cubicBezTo>
                <a:close/>
                <a:moveTo>
                  <a:pt x="164642" y="72401"/>
                </a:moveTo>
                <a:cubicBezTo>
                  <a:pt x="165330" y="71856"/>
                  <a:pt x="165954" y="70571"/>
                  <a:pt x="166018" y="69545"/>
                </a:cubicBezTo>
                <a:cubicBezTo>
                  <a:pt x="166168" y="67247"/>
                  <a:pt x="169108" y="62359"/>
                  <a:pt x="170711" y="61743"/>
                </a:cubicBezTo>
                <a:cubicBezTo>
                  <a:pt x="172386" y="61100"/>
                  <a:pt x="172970" y="62470"/>
                  <a:pt x="172302" y="65501"/>
                </a:cubicBezTo>
                <a:cubicBezTo>
                  <a:pt x="171789" y="67844"/>
                  <a:pt x="171867" y="68000"/>
                  <a:pt x="173048" y="67020"/>
                </a:cubicBezTo>
                <a:cubicBezTo>
                  <a:pt x="173775" y="66416"/>
                  <a:pt x="174171" y="65605"/>
                  <a:pt x="173931" y="65215"/>
                </a:cubicBezTo>
                <a:cubicBezTo>
                  <a:pt x="173321" y="64229"/>
                  <a:pt x="174969" y="61262"/>
                  <a:pt x="177799" y="58270"/>
                </a:cubicBezTo>
                <a:cubicBezTo>
                  <a:pt x="179682" y="56277"/>
                  <a:pt x="179942" y="55635"/>
                  <a:pt x="179000" y="55271"/>
                </a:cubicBezTo>
                <a:cubicBezTo>
                  <a:pt x="178338" y="55018"/>
                  <a:pt x="177124" y="55570"/>
                  <a:pt x="176300" y="56504"/>
                </a:cubicBezTo>
                <a:cubicBezTo>
                  <a:pt x="175469" y="57433"/>
                  <a:pt x="173236" y="58893"/>
                  <a:pt x="171335" y="59744"/>
                </a:cubicBezTo>
                <a:cubicBezTo>
                  <a:pt x="169426" y="60600"/>
                  <a:pt x="167868" y="61736"/>
                  <a:pt x="167868" y="62275"/>
                </a:cubicBezTo>
                <a:cubicBezTo>
                  <a:pt x="167868" y="62814"/>
                  <a:pt x="166583" y="65384"/>
                  <a:pt x="165012" y="67981"/>
                </a:cubicBezTo>
                <a:cubicBezTo>
                  <a:pt x="163448" y="70584"/>
                  <a:pt x="162163" y="72875"/>
                  <a:pt x="162163" y="73076"/>
                </a:cubicBezTo>
                <a:cubicBezTo>
                  <a:pt x="162163" y="73738"/>
                  <a:pt x="163364" y="73407"/>
                  <a:pt x="164642" y="72401"/>
                </a:cubicBezTo>
                <a:close/>
                <a:moveTo>
                  <a:pt x="115714" y="72375"/>
                </a:moveTo>
                <a:cubicBezTo>
                  <a:pt x="115714" y="72232"/>
                  <a:pt x="114578" y="71285"/>
                  <a:pt x="113195" y="70259"/>
                </a:cubicBezTo>
                <a:cubicBezTo>
                  <a:pt x="110969" y="68610"/>
                  <a:pt x="110709" y="68565"/>
                  <a:pt x="110956" y="69863"/>
                </a:cubicBezTo>
                <a:cubicBezTo>
                  <a:pt x="111112" y="70674"/>
                  <a:pt x="112157" y="71590"/>
                  <a:pt x="113273" y="71901"/>
                </a:cubicBezTo>
                <a:cubicBezTo>
                  <a:pt x="114390" y="72213"/>
                  <a:pt x="115402" y="72505"/>
                  <a:pt x="115513" y="72544"/>
                </a:cubicBezTo>
                <a:cubicBezTo>
                  <a:pt x="115623" y="72589"/>
                  <a:pt x="115714" y="72511"/>
                  <a:pt x="115714" y="72375"/>
                </a:cubicBezTo>
                <a:close/>
                <a:moveTo>
                  <a:pt x="205113" y="67766"/>
                </a:moveTo>
                <a:cubicBezTo>
                  <a:pt x="203938" y="64651"/>
                  <a:pt x="205055" y="59412"/>
                  <a:pt x="206827" y="59750"/>
                </a:cubicBezTo>
                <a:cubicBezTo>
                  <a:pt x="207586" y="59893"/>
                  <a:pt x="208320" y="60834"/>
                  <a:pt x="208463" y="61840"/>
                </a:cubicBezTo>
                <a:cubicBezTo>
                  <a:pt x="208612" y="62840"/>
                  <a:pt x="209066" y="63664"/>
                  <a:pt x="209482" y="63664"/>
                </a:cubicBezTo>
                <a:cubicBezTo>
                  <a:pt x="210436" y="63664"/>
                  <a:pt x="210455" y="62340"/>
                  <a:pt x="209527" y="60555"/>
                </a:cubicBezTo>
                <a:cubicBezTo>
                  <a:pt x="209092" y="59718"/>
                  <a:pt x="209203" y="57666"/>
                  <a:pt x="209806" y="55310"/>
                </a:cubicBezTo>
                <a:cubicBezTo>
                  <a:pt x="210611" y="52207"/>
                  <a:pt x="210605" y="51441"/>
                  <a:pt x="209774" y="51441"/>
                </a:cubicBezTo>
                <a:cubicBezTo>
                  <a:pt x="209203" y="51441"/>
                  <a:pt x="208333" y="52681"/>
                  <a:pt x="207833" y="54194"/>
                </a:cubicBezTo>
                <a:cubicBezTo>
                  <a:pt x="207333" y="55706"/>
                  <a:pt x="206204" y="57601"/>
                  <a:pt x="205321" y="58393"/>
                </a:cubicBezTo>
                <a:cubicBezTo>
                  <a:pt x="203984" y="59607"/>
                  <a:pt x="203724" y="60918"/>
                  <a:pt x="203724" y="66390"/>
                </a:cubicBezTo>
                <a:cubicBezTo>
                  <a:pt x="203724" y="72096"/>
                  <a:pt x="203867" y="72745"/>
                  <a:pt x="204828" y="71434"/>
                </a:cubicBezTo>
                <a:cubicBezTo>
                  <a:pt x="205639" y="70317"/>
                  <a:pt x="205717" y="69357"/>
                  <a:pt x="205113" y="67766"/>
                </a:cubicBezTo>
                <a:close/>
                <a:moveTo>
                  <a:pt x="141781" y="67130"/>
                </a:moveTo>
                <a:cubicBezTo>
                  <a:pt x="141762" y="62515"/>
                  <a:pt x="140853" y="61548"/>
                  <a:pt x="138185" y="63294"/>
                </a:cubicBezTo>
                <a:lnTo>
                  <a:pt x="136004" y="64722"/>
                </a:lnTo>
                <a:lnTo>
                  <a:pt x="138653" y="67455"/>
                </a:lnTo>
                <a:cubicBezTo>
                  <a:pt x="140107" y="68954"/>
                  <a:pt x="141405" y="70181"/>
                  <a:pt x="141541" y="70181"/>
                </a:cubicBezTo>
                <a:cubicBezTo>
                  <a:pt x="141677" y="70181"/>
                  <a:pt x="141788" y="68812"/>
                  <a:pt x="141781" y="67130"/>
                </a:cubicBezTo>
                <a:close/>
                <a:moveTo>
                  <a:pt x="187400" y="55894"/>
                </a:moveTo>
                <a:cubicBezTo>
                  <a:pt x="185998" y="54200"/>
                  <a:pt x="184167" y="54414"/>
                  <a:pt x="184167" y="56271"/>
                </a:cubicBezTo>
                <a:cubicBezTo>
                  <a:pt x="184167" y="57283"/>
                  <a:pt x="184823" y="57939"/>
                  <a:pt x="185998" y="58108"/>
                </a:cubicBezTo>
                <a:cubicBezTo>
                  <a:pt x="188198" y="58419"/>
                  <a:pt x="188763" y="57530"/>
                  <a:pt x="187400" y="55894"/>
                </a:cubicBezTo>
                <a:close/>
                <a:moveTo>
                  <a:pt x="176014" y="46002"/>
                </a:moveTo>
                <a:cubicBezTo>
                  <a:pt x="176014" y="45859"/>
                  <a:pt x="175528" y="45736"/>
                  <a:pt x="174924" y="45736"/>
                </a:cubicBezTo>
                <a:cubicBezTo>
                  <a:pt x="174327" y="45736"/>
                  <a:pt x="173379" y="46742"/>
                  <a:pt x="172814" y="47975"/>
                </a:cubicBezTo>
                <a:lnTo>
                  <a:pt x="171802" y="50221"/>
                </a:lnTo>
                <a:lnTo>
                  <a:pt x="173905" y="48241"/>
                </a:lnTo>
                <a:cubicBezTo>
                  <a:pt x="175067" y="47157"/>
                  <a:pt x="176014" y="46145"/>
                  <a:pt x="176014" y="46002"/>
                </a:cubicBezTo>
                <a:close/>
                <a:moveTo>
                  <a:pt x="203147" y="46554"/>
                </a:moveTo>
                <a:cubicBezTo>
                  <a:pt x="203380" y="45658"/>
                  <a:pt x="203237" y="44924"/>
                  <a:pt x="202835" y="44924"/>
                </a:cubicBezTo>
                <a:cubicBezTo>
                  <a:pt x="202426" y="44924"/>
                  <a:pt x="202095" y="45658"/>
                  <a:pt x="202095" y="46554"/>
                </a:cubicBezTo>
                <a:cubicBezTo>
                  <a:pt x="202095" y="47449"/>
                  <a:pt x="202231" y="48183"/>
                  <a:pt x="202407" y="48183"/>
                </a:cubicBezTo>
                <a:cubicBezTo>
                  <a:pt x="202575" y="48183"/>
                  <a:pt x="202913" y="47449"/>
                  <a:pt x="203147" y="46554"/>
                </a:cubicBezTo>
                <a:close/>
                <a:moveTo>
                  <a:pt x="134155" y="37687"/>
                </a:moveTo>
                <a:cubicBezTo>
                  <a:pt x="132097" y="35532"/>
                  <a:pt x="130383" y="31942"/>
                  <a:pt x="130383" y="29794"/>
                </a:cubicBezTo>
                <a:cubicBezTo>
                  <a:pt x="130383" y="28054"/>
                  <a:pt x="132869" y="28379"/>
                  <a:pt x="135018" y="30398"/>
                </a:cubicBezTo>
                <a:cubicBezTo>
                  <a:pt x="136569" y="31852"/>
                  <a:pt x="136900" y="31936"/>
                  <a:pt x="136900" y="30852"/>
                </a:cubicBezTo>
                <a:cubicBezTo>
                  <a:pt x="136900" y="30125"/>
                  <a:pt x="136225" y="29054"/>
                  <a:pt x="135401" y="28463"/>
                </a:cubicBezTo>
                <a:cubicBezTo>
                  <a:pt x="133389" y="27042"/>
                  <a:pt x="132318" y="24828"/>
                  <a:pt x="131636" y="20726"/>
                </a:cubicBezTo>
                <a:cubicBezTo>
                  <a:pt x="131234" y="18279"/>
                  <a:pt x="130747" y="17435"/>
                  <a:pt x="129935" y="17753"/>
                </a:cubicBezTo>
                <a:cubicBezTo>
                  <a:pt x="129131" y="18058"/>
                  <a:pt x="128806" y="19635"/>
                  <a:pt x="128832" y="23199"/>
                </a:cubicBezTo>
                <a:cubicBezTo>
                  <a:pt x="128858" y="25958"/>
                  <a:pt x="128767" y="28768"/>
                  <a:pt x="128637" y="29437"/>
                </a:cubicBezTo>
                <a:cubicBezTo>
                  <a:pt x="128514" y="30112"/>
                  <a:pt x="130046" y="33961"/>
                  <a:pt x="132045" y="37992"/>
                </a:cubicBezTo>
                <a:cubicBezTo>
                  <a:pt x="135485" y="44931"/>
                  <a:pt x="135693" y="45184"/>
                  <a:pt x="135940" y="42581"/>
                </a:cubicBezTo>
                <a:cubicBezTo>
                  <a:pt x="136134" y="40530"/>
                  <a:pt x="135680" y="39284"/>
                  <a:pt x="134155" y="37687"/>
                </a:cubicBezTo>
                <a:close/>
                <a:moveTo>
                  <a:pt x="119939" y="17558"/>
                </a:moveTo>
                <a:cubicBezTo>
                  <a:pt x="119699" y="15514"/>
                  <a:pt x="119336" y="14897"/>
                  <a:pt x="118739" y="15494"/>
                </a:cubicBezTo>
                <a:cubicBezTo>
                  <a:pt x="118135" y="16098"/>
                  <a:pt x="118161" y="16974"/>
                  <a:pt x="118816" y="18415"/>
                </a:cubicBezTo>
                <a:cubicBezTo>
                  <a:pt x="120089" y="21200"/>
                  <a:pt x="120342" y="21011"/>
                  <a:pt x="119939" y="17558"/>
                </a:cubicBezTo>
                <a:close/>
              </a:path>
            </a:pathLst>
          </a:custGeom>
          <a:solidFill>
            <a:srgbClr val="8D8D8D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16" name="PANEL_01-DEM-grounded-tree-8_232">
            <a:extLst>
              <a:ext uri="{FF2B5EF4-FFF2-40B4-BE49-F238E27FC236}">
                <a16:creationId xmlns:a16="http://schemas.microsoft.com/office/drawing/2014/main" id="{A5885B93-8025-44C5-A16C-B04BE6F7D58A}"/>
              </a:ext>
            </a:extLst>
          </p:cNvPr>
          <p:cNvSpPr>
            <a:spLocks/>
          </p:cNvSpPr>
          <p:nvPr/>
        </p:nvSpPr>
        <p:spPr>
          <a:xfrm>
            <a:off x="2144850" y="5066934"/>
            <a:ext cx="347389" cy="495300"/>
          </a:xfrm>
          <a:custGeom>
            <a:pathLst>
              <a:path w="364713" h="520000">
                <a:moveTo>
                  <a:pt x="178648" y="470573"/>
                </a:moveTo>
                <a:lnTo>
                  <a:pt x="179011" y="421147"/>
                </a:lnTo>
                <a:lnTo>
                  <a:pt x="170894" y="417775"/>
                </a:lnTo>
                <a:cubicBezTo>
                  <a:pt x="166434" y="415926"/>
                  <a:pt x="158058" y="411898"/>
                  <a:pt x="152284" y="408838"/>
                </a:cubicBezTo>
                <a:cubicBezTo>
                  <a:pt x="143605" y="404230"/>
                  <a:pt x="141591" y="403521"/>
                  <a:pt x="140605" y="404697"/>
                </a:cubicBezTo>
                <a:cubicBezTo>
                  <a:pt x="139914" y="405536"/>
                  <a:pt x="139819" y="406365"/>
                  <a:pt x="140389" y="406711"/>
                </a:cubicBezTo>
                <a:cubicBezTo>
                  <a:pt x="143216" y="408466"/>
                  <a:pt x="141867" y="421812"/>
                  <a:pt x="138859" y="421812"/>
                </a:cubicBezTo>
                <a:cubicBezTo>
                  <a:pt x="137182" y="421812"/>
                  <a:pt x="135393" y="417706"/>
                  <a:pt x="135393" y="413860"/>
                </a:cubicBezTo>
                <a:cubicBezTo>
                  <a:pt x="135393" y="411751"/>
                  <a:pt x="135108" y="411457"/>
                  <a:pt x="133984" y="412390"/>
                </a:cubicBezTo>
                <a:cubicBezTo>
                  <a:pt x="133215" y="413030"/>
                  <a:pt x="132757" y="414594"/>
                  <a:pt x="132973" y="415874"/>
                </a:cubicBezTo>
                <a:cubicBezTo>
                  <a:pt x="133422" y="418510"/>
                  <a:pt x="129601" y="425693"/>
                  <a:pt x="126835" y="427396"/>
                </a:cubicBezTo>
                <a:cubicBezTo>
                  <a:pt x="125444" y="428252"/>
                  <a:pt x="124787" y="428183"/>
                  <a:pt x="124112" y="427102"/>
                </a:cubicBezTo>
                <a:cubicBezTo>
                  <a:pt x="123162" y="425581"/>
                  <a:pt x="124579" y="419046"/>
                  <a:pt x="126325" y="416902"/>
                </a:cubicBezTo>
                <a:cubicBezTo>
                  <a:pt x="127086" y="415969"/>
                  <a:pt x="126930" y="415606"/>
                  <a:pt x="125763" y="415606"/>
                </a:cubicBezTo>
                <a:cubicBezTo>
                  <a:pt x="124873" y="415606"/>
                  <a:pt x="123888" y="416021"/>
                  <a:pt x="123577" y="416522"/>
                </a:cubicBezTo>
                <a:cubicBezTo>
                  <a:pt x="121986" y="419098"/>
                  <a:pt x="109668" y="418519"/>
                  <a:pt x="108769" y="415822"/>
                </a:cubicBezTo>
                <a:cubicBezTo>
                  <a:pt x="107991" y="413488"/>
                  <a:pt x="115641" y="411197"/>
                  <a:pt x="121925" y="411880"/>
                </a:cubicBezTo>
                <a:cubicBezTo>
                  <a:pt x="125072" y="412217"/>
                  <a:pt x="128244" y="412114"/>
                  <a:pt x="128979" y="411638"/>
                </a:cubicBezTo>
                <a:cubicBezTo>
                  <a:pt x="129818" y="411094"/>
                  <a:pt x="128737" y="410722"/>
                  <a:pt x="126040" y="410618"/>
                </a:cubicBezTo>
                <a:cubicBezTo>
                  <a:pt x="121476" y="410437"/>
                  <a:pt x="119894" y="409849"/>
                  <a:pt x="119894" y="408336"/>
                </a:cubicBezTo>
                <a:cubicBezTo>
                  <a:pt x="119894" y="405864"/>
                  <a:pt x="132558" y="402156"/>
                  <a:pt x="133854" y="404256"/>
                </a:cubicBezTo>
                <a:cubicBezTo>
                  <a:pt x="134330" y="405034"/>
                  <a:pt x="135030" y="404965"/>
                  <a:pt x="136136" y="404049"/>
                </a:cubicBezTo>
                <a:cubicBezTo>
                  <a:pt x="137519" y="402899"/>
                  <a:pt x="137295" y="402631"/>
                  <a:pt x="134485" y="402061"/>
                </a:cubicBezTo>
                <a:cubicBezTo>
                  <a:pt x="129161" y="400971"/>
                  <a:pt x="122098" y="402164"/>
                  <a:pt x="121433" y="404273"/>
                </a:cubicBezTo>
                <a:cubicBezTo>
                  <a:pt x="120836" y="406158"/>
                  <a:pt x="116315" y="408717"/>
                  <a:pt x="111475" y="409927"/>
                </a:cubicBezTo>
                <a:cubicBezTo>
                  <a:pt x="107196" y="410990"/>
                  <a:pt x="106824" y="408630"/>
                  <a:pt x="110662" y="404680"/>
                </a:cubicBezTo>
                <a:cubicBezTo>
                  <a:pt x="114976" y="400228"/>
                  <a:pt x="113930" y="399104"/>
                  <a:pt x="108147" y="401991"/>
                </a:cubicBezTo>
                <a:cubicBezTo>
                  <a:pt x="103323" y="404403"/>
                  <a:pt x="98725" y="404913"/>
                  <a:pt x="97644" y="403158"/>
                </a:cubicBezTo>
                <a:cubicBezTo>
                  <a:pt x="96512" y="401335"/>
                  <a:pt x="99287" y="399087"/>
                  <a:pt x="103479" y="398413"/>
                </a:cubicBezTo>
                <a:lnTo>
                  <a:pt x="107472" y="397773"/>
                </a:lnTo>
                <a:lnTo>
                  <a:pt x="104378" y="394255"/>
                </a:lnTo>
                <a:cubicBezTo>
                  <a:pt x="99148" y="388291"/>
                  <a:pt x="100946" y="385784"/>
                  <a:pt x="107801" y="389501"/>
                </a:cubicBezTo>
                <a:cubicBezTo>
                  <a:pt x="109616" y="390486"/>
                  <a:pt x="112555" y="391299"/>
                  <a:pt x="114327" y="391307"/>
                </a:cubicBezTo>
                <a:lnTo>
                  <a:pt x="117552" y="391316"/>
                </a:lnTo>
                <a:lnTo>
                  <a:pt x="115615" y="387720"/>
                </a:lnTo>
                <a:cubicBezTo>
                  <a:pt x="114561" y="385732"/>
                  <a:pt x="113688" y="383294"/>
                  <a:pt x="113688" y="382292"/>
                </a:cubicBezTo>
                <a:cubicBezTo>
                  <a:pt x="113688" y="379949"/>
                  <a:pt x="116272" y="379949"/>
                  <a:pt x="118606" y="382292"/>
                </a:cubicBezTo>
                <a:cubicBezTo>
                  <a:pt x="119609" y="383286"/>
                  <a:pt x="121243" y="383951"/>
                  <a:pt x="122237" y="383761"/>
                </a:cubicBezTo>
                <a:cubicBezTo>
                  <a:pt x="123732" y="383476"/>
                  <a:pt x="123144" y="382119"/>
                  <a:pt x="118814" y="375852"/>
                </a:cubicBezTo>
                <a:cubicBezTo>
                  <a:pt x="111829" y="365747"/>
                  <a:pt x="111120" y="365220"/>
                  <a:pt x="103902" y="364805"/>
                </a:cubicBezTo>
                <a:cubicBezTo>
                  <a:pt x="98681" y="364502"/>
                  <a:pt x="97670" y="364727"/>
                  <a:pt x="97368" y="366257"/>
                </a:cubicBezTo>
                <a:cubicBezTo>
                  <a:pt x="97169" y="367251"/>
                  <a:pt x="97679" y="368738"/>
                  <a:pt x="98500" y="369559"/>
                </a:cubicBezTo>
                <a:cubicBezTo>
                  <a:pt x="100428" y="371487"/>
                  <a:pt x="101456" y="378920"/>
                  <a:pt x="100445" y="383571"/>
                </a:cubicBezTo>
                <a:cubicBezTo>
                  <a:pt x="99866" y="386199"/>
                  <a:pt x="99105" y="387184"/>
                  <a:pt x="97627" y="387184"/>
                </a:cubicBezTo>
                <a:cubicBezTo>
                  <a:pt x="96045" y="387184"/>
                  <a:pt x="95129" y="385715"/>
                  <a:pt x="93443" y="380485"/>
                </a:cubicBezTo>
                <a:cubicBezTo>
                  <a:pt x="91446" y="374296"/>
                  <a:pt x="91187" y="373959"/>
                  <a:pt x="90055" y="376068"/>
                </a:cubicBezTo>
                <a:cubicBezTo>
                  <a:pt x="89380" y="377330"/>
                  <a:pt x="89121" y="379508"/>
                  <a:pt x="89475" y="380909"/>
                </a:cubicBezTo>
                <a:cubicBezTo>
                  <a:pt x="91135" y="387539"/>
                  <a:pt x="81506" y="401447"/>
                  <a:pt x="79275" y="395629"/>
                </a:cubicBezTo>
                <a:cubicBezTo>
                  <a:pt x="78618" y="393909"/>
                  <a:pt x="80192" y="385265"/>
                  <a:pt x="81661" y="382516"/>
                </a:cubicBezTo>
                <a:cubicBezTo>
                  <a:pt x="82517" y="380909"/>
                  <a:pt x="82430" y="380468"/>
                  <a:pt x="81246" y="380468"/>
                </a:cubicBezTo>
                <a:cubicBezTo>
                  <a:pt x="80408" y="380468"/>
                  <a:pt x="79102" y="381090"/>
                  <a:pt x="78342" y="381851"/>
                </a:cubicBezTo>
                <a:cubicBezTo>
                  <a:pt x="75498" y="384695"/>
                  <a:pt x="71997" y="385801"/>
                  <a:pt x="65903" y="385767"/>
                </a:cubicBezTo>
                <a:cubicBezTo>
                  <a:pt x="59022" y="385741"/>
                  <a:pt x="56783" y="384582"/>
                  <a:pt x="58832" y="382119"/>
                </a:cubicBezTo>
                <a:cubicBezTo>
                  <a:pt x="61278" y="379171"/>
                  <a:pt x="68885" y="377045"/>
                  <a:pt x="74677" y="377684"/>
                </a:cubicBezTo>
                <a:cubicBezTo>
                  <a:pt x="78809" y="378143"/>
                  <a:pt x="80952" y="377840"/>
                  <a:pt x="83667" y="376396"/>
                </a:cubicBezTo>
                <a:lnTo>
                  <a:pt x="87237" y="374512"/>
                </a:lnTo>
                <a:lnTo>
                  <a:pt x="79794" y="375048"/>
                </a:lnTo>
                <a:cubicBezTo>
                  <a:pt x="72663" y="375558"/>
                  <a:pt x="72351" y="375480"/>
                  <a:pt x="72351" y="373311"/>
                </a:cubicBezTo>
                <a:cubicBezTo>
                  <a:pt x="72351" y="370078"/>
                  <a:pt x="82344" y="365540"/>
                  <a:pt x="87859" y="366283"/>
                </a:cubicBezTo>
                <a:cubicBezTo>
                  <a:pt x="91515" y="366767"/>
                  <a:pt x="94048" y="365721"/>
                  <a:pt x="94048" y="363724"/>
                </a:cubicBezTo>
                <a:cubicBezTo>
                  <a:pt x="94048" y="362730"/>
                  <a:pt x="85871" y="362644"/>
                  <a:pt x="79102" y="363569"/>
                </a:cubicBezTo>
                <a:cubicBezTo>
                  <a:pt x="74893" y="364148"/>
                  <a:pt x="74054" y="364658"/>
                  <a:pt x="73155" y="367234"/>
                </a:cubicBezTo>
                <a:cubicBezTo>
                  <a:pt x="71504" y="371979"/>
                  <a:pt x="59126" y="378272"/>
                  <a:pt x="56541" y="375688"/>
                </a:cubicBezTo>
                <a:cubicBezTo>
                  <a:pt x="55487" y="374633"/>
                  <a:pt x="58581" y="369559"/>
                  <a:pt x="62056" y="366637"/>
                </a:cubicBezTo>
                <a:lnTo>
                  <a:pt x="65272" y="363932"/>
                </a:lnTo>
                <a:lnTo>
                  <a:pt x="61105" y="363932"/>
                </a:lnTo>
                <a:cubicBezTo>
                  <a:pt x="58417" y="363932"/>
                  <a:pt x="56628" y="364502"/>
                  <a:pt x="56049" y="365540"/>
                </a:cubicBezTo>
                <a:cubicBezTo>
                  <a:pt x="55141" y="367165"/>
                  <a:pt x="48450" y="370000"/>
                  <a:pt x="45347" y="370086"/>
                </a:cubicBezTo>
                <a:cubicBezTo>
                  <a:pt x="44422" y="370112"/>
                  <a:pt x="43126" y="369481"/>
                  <a:pt x="42460" y="368686"/>
                </a:cubicBezTo>
                <a:cubicBezTo>
                  <a:pt x="41518" y="367545"/>
                  <a:pt x="41820" y="366802"/>
                  <a:pt x="43947" y="365125"/>
                </a:cubicBezTo>
                <a:cubicBezTo>
                  <a:pt x="45425" y="363966"/>
                  <a:pt x="48260" y="362480"/>
                  <a:pt x="50248" y="361823"/>
                </a:cubicBezTo>
                <a:lnTo>
                  <a:pt x="53862" y="360630"/>
                </a:lnTo>
                <a:lnTo>
                  <a:pt x="50179" y="357060"/>
                </a:lnTo>
                <a:cubicBezTo>
                  <a:pt x="48165" y="355097"/>
                  <a:pt x="46505" y="352997"/>
                  <a:pt x="46505" y="352401"/>
                </a:cubicBezTo>
                <a:cubicBezTo>
                  <a:pt x="46505" y="351795"/>
                  <a:pt x="45658" y="352357"/>
                  <a:pt x="44612" y="353645"/>
                </a:cubicBezTo>
                <a:cubicBezTo>
                  <a:pt x="43566" y="354933"/>
                  <a:pt x="42218" y="355685"/>
                  <a:pt x="41630" y="355322"/>
                </a:cubicBezTo>
                <a:cubicBezTo>
                  <a:pt x="39694" y="354129"/>
                  <a:pt x="39218" y="347923"/>
                  <a:pt x="40671" y="343074"/>
                </a:cubicBezTo>
                <a:cubicBezTo>
                  <a:pt x="42019" y="338596"/>
                  <a:pt x="41993" y="338389"/>
                  <a:pt x="40135" y="338873"/>
                </a:cubicBezTo>
                <a:cubicBezTo>
                  <a:pt x="39054" y="339149"/>
                  <a:pt x="37567" y="340247"/>
                  <a:pt x="36833" y="341310"/>
                </a:cubicBezTo>
                <a:cubicBezTo>
                  <a:pt x="33997" y="345356"/>
                  <a:pt x="19518" y="348165"/>
                  <a:pt x="18265" y="344906"/>
                </a:cubicBezTo>
                <a:cubicBezTo>
                  <a:pt x="17038" y="341708"/>
                  <a:pt x="29027" y="335372"/>
                  <a:pt x="34309" y="336426"/>
                </a:cubicBezTo>
                <a:cubicBezTo>
                  <a:pt x="37464" y="337057"/>
                  <a:pt x="42045" y="335303"/>
                  <a:pt x="44293" y="332588"/>
                </a:cubicBezTo>
                <a:cubicBezTo>
                  <a:pt x="45390" y="331266"/>
                  <a:pt x="45053" y="331257"/>
                  <a:pt x="41639" y="332476"/>
                </a:cubicBezTo>
                <a:cubicBezTo>
                  <a:pt x="36893" y="334162"/>
                  <a:pt x="31378" y="334360"/>
                  <a:pt x="30453" y="332856"/>
                </a:cubicBezTo>
                <a:cubicBezTo>
                  <a:pt x="28621" y="329900"/>
                  <a:pt x="39867" y="323210"/>
                  <a:pt x="45658" y="323806"/>
                </a:cubicBezTo>
                <a:cubicBezTo>
                  <a:pt x="48096" y="324065"/>
                  <a:pt x="49228" y="323555"/>
                  <a:pt x="50499" y="321645"/>
                </a:cubicBezTo>
                <a:lnTo>
                  <a:pt x="52159" y="319147"/>
                </a:lnTo>
                <a:lnTo>
                  <a:pt x="45978" y="319795"/>
                </a:lnTo>
                <a:cubicBezTo>
                  <a:pt x="37472" y="320686"/>
                  <a:pt x="31603" y="322864"/>
                  <a:pt x="31162" y="325276"/>
                </a:cubicBezTo>
                <a:cubicBezTo>
                  <a:pt x="30289" y="330125"/>
                  <a:pt x="18101" y="339244"/>
                  <a:pt x="15706" y="336850"/>
                </a:cubicBezTo>
                <a:cubicBezTo>
                  <a:pt x="14323" y="335467"/>
                  <a:pt x="16484" y="330756"/>
                  <a:pt x="20530" y="326321"/>
                </a:cubicBezTo>
                <a:lnTo>
                  <a:pt x="23253" y="323339"/>
                </a:lnTo>
                <a:lnTo>
                  <a:pt x="19190" y="323962"/>
                </a:lnTo>
                <a:cubicBezTo>
                  <a:pt x="16631" y="324359"/>
                  <a:pt x="14323" y="325552"/>
                  <a:pt x="12983" y="327177"/>
                </a:cubicBezTo>
                <a:cubicBezTo>
                  <a:pt x="9526" y="331361"/>
                  <a:pt x="0" y="333755"/>
                  <a:pt x="0" y="330436"/>
                </a:cubicBezTo>
                <a:cubicBezTo>
                  <a:pt x="0" y="328353"/>
                  <a:pt x="5947" y="323625"/>
                  <a:pt x="9448" y="322924"/>
                </a:cubicBezTo>
                <a:lnTo>
                  <a:pt x="12404" y="322328"/>
                </a:lnTo>
                <a:lnTo>
                  <a:pt x="7823" y="319432"/>
                </a:lnTo>
                <a:cubicBezTo>
                  <a:pt x="2343" y="315949"/>
                  <a:pt x="415" y="313018"/>
                  <a:pt x="2490" y="311298"/>
                </a:cubicBezTo>
                <a:cubicBezTo>
                  <a:pt x="3561" y="310408"/>
                  <a:pt x="5005" y="310520"/>
                  <a:pt x="8411" y="311774"/>
                </a:cubicBezTo>
                <a:cubicBezTo>
                  <a:pt x="15663" y="314427"/>
                  <a:pt x="16536" y="314617"/>
                  <a:pt x="16536" y="313520"/>
                </a:cubicBezTo>
                <a:cubicBezTo>
                  <a:pt x="16536" y="312949"/>
                  <a:pt x="18170" y="312180"/>
                  <a:pt x="20175" y="311799"/>
                </a:cubicBezTo>
                <a:lnTo>
                  <a:pt x="23806" y="311117"/>
                </a:lnTo>
                <a:lnTo>
                  <a:pt x="20651" y="308463"/>
                </a:lnTo>
                <a:cubicBezTo>
                  <a:pt x="13692" y="302602"/>
                  <a:pt x="12914" y="295151"/>
                  <a:pt x="19674" y="299032"/>
                </a:cubicBezTo>
                <a:cubicBezTo>
                  <a:pt x="22267" y="300519"/>
                  <a:pt x="23616" y="300614"/>
                  <a:pt x="28673" y="299681"/>
                </a:cubicBezTo>
                <a:cubicBezTo>
                  <a:pt x="31949" y="299084"/>
                  <a:pt x="35363" y="298220"/>
                  <a:pt x="36262" y="297762"/>
                </a:cubicBezTo>
                <a:cubicBezTo>
                  <a:pt x="37170" y="297312"/>
                  <a:pt x="38561" y="297355"/>
                  <a:pt x="39365" y="297865"/>
                </a:cubicBezTo>
                <a:cubicBezTo>
                  <a:pt x="41708" y="299352"/>
                  <a:pt x="41985" y="299024"/>
                  <a:pt x="41544" y="295229"/>
                </a:cubicBezTo>
                <a:cubicBezTo>
                  <a:pt x="41310" y="293258"/>
                  <a:pt x="41673" y="289334"/>
                  <a:pt x="42348" y="286524"/>
                </a:cubicBezTo>
                <a:cubicBezTo>
                  <a:pt x="44630" y="277024"/>
                  <a:pt x="48805" y="279367"/>
                  <a:pt x="49427" y="290501"/>
                </a:cubicBezTo>
                <a:cubicBezTo>
                  <a:pt x="49738" y="295860"/>
                  <a:pt x="49444" y="297796"/>
                  <a:pt x="48165" y="299084"/>
                </a:cubicBezTo>
                <a:cubicBezTo>
                  <a:pt x="45676" y="301574"/>
                  <a:pt x="46082" y="302334"/>
                  <a:pt x="51199" y="304815"/>
                </a:cubicBezTo>
                <a:cubicBezTo>
                  <a:pt x="55781" y="307045"/>
                  <a:pt x="55867" y="307045"/>
                  <a:pt x="54769" y="305005"/>
                </a:cubicBezTo>
                <a:cubicBezTo>
                  <a:pt x="54155" y="303856"/>
                  <a:pt x="53784" y="299784"/>
                  <a:pt x="53957" y="295964"/>
                </a:cubicBezTo>
                <a:cubicBezTo>
                  <a:pt x="54199" y="290423"/>
                  <a:pt x="54614" y="288953"/>
                  <a:pt x="56005" y="288685"/>
                </a:cubicBezTo>
                <a:cubicBezTo>
                  <a:pt x="57060" y="288486"/>
                  <a:pt x="58365" y="289498"/>
                  <a:pt x="59325" y="291261"/>
                </a:cubicBezTo>
                <a:cubicBezTo>
                  <a:pt x="60189" y="292860"/>
                  <a:pt x="60915" y="293768"/>
                  <a:pt x="60941" y="293284"/>
                </a:cubicBezTo>
                <a:cubicBezTo>
                  <a:pt x="61123" y="289368"/>
                  <a:pt x="42374" y="261093"/>
                  <a:pt x="40100" y="261854"/>
                </a:cubicBezTo>
                <a:cubicBezTo>
                  <a:pt x="39460" y="262062"/>
                  <a:pt x="38786" y="263376"/>
                  <a:pt x="38587" y="264767"/>
                </a:cubicBezTo>
                <a:cubicBezTo>
                  <a:pt x="38155" y="267896"/>
                  <a:pt x="31776" y="274016"/>
                  <a:pt x="28958" y="274016"/>
                </a:cubicBezTo>
                <a:cubicBezTo>
                  <a:pt x="26313" y="274016"/>
                  <a:pt x="26321" y="272339"/>
                  <a:pt x="29001" y="267957"/>
                </a:cubicBezTo>
                <a:cubicBezTo>
                  <a:pt x="31707" y="263514"/>
                  <a:pt x="30764" y="262537"/>
                  <a:pt x="27117" y="266012"/>
                </a:cubicBezTo>
                <a:cubicBezTo>
                  <a:pt x="23521" y="269435"/>
                  <a:pt x="14678" y="271881"/>
                  <a:pt x="13390" y="269807"/>
                </a:cubicBezTo>
                <a:cubicBezTo>
                  <a:pt x="12240" y="267948"/>
                  <a:pt x="13882" y="266081"/>
                  <a:pt x="18948" y="263505"/>
                </a:cubicBezTo>
                <a:cubicBezTo>
                  <a:pt x="21947" y="261975"/>
                  <a:pt x="22674" y="261180"/>
                  <a:pt x="21654" y="260549"/>
                </a:cubicBezTo>
                <a:cubicBezTo>
                  <a:pt x="20884" y="260073"/>
                  <a:pt x="19864" y="259927"/>
                  <a:pt x="19380" y="260220"/>
                </a:cubicBezTo>
                <a:cubicBezTo>
                  <a:pt x="17548" y="261353"/>
                  <a:pt x="8272" y="253245"/>
                  <a:pt x="8272" y="250513"/>
                </a:cubicBezTo>
                <a:cubicBezTo>
                  <a:pt x="8272" y="249796"/>
                  <a:pt x="9275" y="249208"/>
                  <a:pt x="10503" y="249208"/>
                </a:cubicBezTo>
                <a:cubicBezTo>
                  <a:pt x="13545" y="249208"/>
                  <a:pt x="21705" y="254109"/>
                  <a:pt x="21705" y="255942"/>
                </a:cubicBezTo>
                <a:cubicBezTo>
                  <a:pt x="21705" y="256754"/>
                  <a:pt x="23080" y="258137"/>
                  <a:pt x="24757" y="259002"/>
                </a:cubicBezTo>
                <a:cubicBezTo>
                  <a:pt x="29278" y="261336"/>
                  <a:pt x="29425" y="260938"/>
                  <a:pt x="25362" y="257368"/>
                </a:cubicBezTo>
                <a:cubicBezTo>
                  <a:pt x="21023" y="253565"/>
                  <a:pt x="20642" y="251274"/>
                  <a:pt x="24342" y="251274"/>
                </a:cubicBezTo>
                <a:cubicBezTo>
                  <a:pt x="27860" y="251274"/>
                  <a:pt x="32415" y="253729"/>
                  <a:pt x="35009" y="257022"/>
                </a:cubicBezTo>
                <a:cubicBezTo>
                  <a:pt x="36305" y="258682"/>
                  <a:pt x="37611" y="259417"/>
                  <a:pt x="38397" y="258932"/>
                </a:cubicBezTo>
                <a:cubicBezTo>
                  <a:pt x="39262" y="258397"/>
                  <a:pt x="37905" y="256599"/>
                  <a:pt x="34092" y="253236"/>
                </a:cubicBezTo>
                <a:cubicBezTo>
                  <a:pt x="29511" y="249199"/>
                  <a:pt x="28180" y="248508"/>
                  <a:pt x="26581" y="249363"/>
                </a:cubicBezTo>
                <a:cubicBezTo>
                  <a:pt x="25250" y="250081"/>
                  <a:pt x="23045" y="250029"/>
                  <a:pt x="19605" y="249199"/>
                </a:cubicBezTo>
                <a:cubicBezTo>
                  <a:pt x="10952" y="247125"/>
                  <a:pt x="9984" y="243010"/>
                  <a:pt x="18144" y="243010"/>
                </a:cubicBezTo>
                <a:cubicBezTo>
                  <a:pt x="20677" y="243010"/>
                  <a:pt x="22734" y="242656"/>
                  <a:pt x="22734" y="242224"/>
                </a:cubicBezTo>
                <a:cubicBezTo>
                  <a:pt x="22734" y="241100"/>
                  <a:pt x="18671" y="238714"/>
                  <a:pt x="17738" y="239285"/>
                </a:cubicBezTo>
                <a:cubicBezTo>
                  <a:pt x="16432" y="240097"/>
                  <a:pt x="8782" y="235300"/>
                  <a:pt x="8782" y="233675"/>
                </a:cubicBezTo>
                <a:cubicBezTo>
                  <a:pt x="8782" y="231505"/>
                  <a:pt x="12759" y="231237"/>
                  <a:pt x="16467" y="233156"/>
                </a:cubicBezTo>
                <a:lnTo>
                  <a:pt x="19639" y="234790"/>
                </a:lnTo>
                <a:lnTo>
                  <a:pt x="19657" y="230891"/>
                </a:lnTo>
                <a:cubicBezTo>
                  <a:pt x="19665" y="228747"/>
                  <a:pt x="20141" y="226293"/>
                  <a:pt x="20711" y="225437"/>
                </a:cubicBezTo>
                <a:cubicBezTo>
                  <a:pt x="21593" y="224114"/>
                  <a:pt x="22043" y="224244"/>
                  <a:pt x="23789" y="226327"/>
                </a:cubicBezTo>
                <a:cubicBezTo>
                  <a:pt x="24921" y="227667"/>
                  <a:pt x="25837" y="230191"/>
                  <a:pt x="25837" y="231928"/>
                </a:cubicBezTo>
                <a:cubicBezTo>
                  <a:pt x="25837" y="233666"/>
                  <a:pt x="26148" y="234772"/>
                  <a:pt x="26529" y="234392"/>
                </a:cubicBezTo>
                <a:cubicBezTo>
                  <a:pt x="26909" y="234012"/>
                  <a:pt x="28258" y="234375"/>
                  <a:pt x="29528" y="235205"/>
                </a:cubicBezTo>
                <a:cubicBezTo>
                  <a:pt x="31724" y="236648"/>
                  <a:pt x="31854" y="236562"/>
                  <a:pt x="32467" y="233320"/>
                </a:cubicBezTo>
                <a:cubicBezTo>
                  <a:pt x="33340" y="228635"/>
                  <a:pt x="35674" y="225601"/>
                  <a:pt x="37222" y="227122"/>
                </a:cubicBezTo>
                <a:cubicBezTo>
                  <a:pt x="38086" y="227978"/>
                  <a:pt x="39443" y="227995"/>
                  <a:pt x="42201" y="227192"/>
                </a:cubicBezTo>
                <a:cubicBezTo>
                  <a:pt x="47180" y="225739"/>
                  <a:pt x="47067" y="225955"/>
                  <a:pt x="44561" y="222766"/>
                </a:cubicBezTo>
                <a:cubicBezTo>
                  <a:pt x="43359" y="221244"/>
                  <a:pt x="42374" y="219360"/>
                  <a:pt x="42374" y="218582"/>
                </a:cubicBezTo>
                <a:cubicBezTo>
                  <a:pt x="42374" y="216507"/>
                  <a:pt x="45840" y="216862"/>
                  <a:pt x="48857" y="219239"/>
                </a:cubicBezTo>
                <a:cubicBezTo>
                  <a:pt x="50300" y="220371"/>
                  <a:pt x="52937" y="221305"/>
                  <a:pt x="54709" y="221305"/>
                </a:cubicBezTo>
                <a:cubicBezTo>
                  <a:pt x="57795" y="221305"/>
                  <a:pt x="57864" y="221210"/>
                  <a:pt x="56463" y="218980"/>
                </a:cubicBezTo>
                <a:cubicBezTo>
                  <a:pt x="55651" y="217700"/>
                  <a:pt x="54683" y="215600"/>
                  <a:pt x="54294" y="214321"/>
                </a:cubicBezTo>
                <a:cubicBezTo>
                  <a:pt x="53395" y="211304"/>
                  <a:pt x="56204" y="210068"/>
                  <a:pt x="58746" y="212367"/>
                </a:cubicBezTo>
                <a:cubicBezTo>
                  <a:pt x="59757" y="213283"/>
                  <a:pt x="62947" y="214208"/>
                  <a:pt x="65834" y="214433"/>
                </a:cubicBezTo>
                <a:cubicBezTo>
                  <a:pt x="68729" y="214658"/>
                  <a:pt x="71608" y="215168"/>
                  <a:pt x="72239" y="215548"/>
                </a:cubicBezTo>
                <a:cubicBezTo>
                  <a:pt x="74936" y="217225"/>
                  <a:pt x="72507" y="212583"/>
                  <a:pt x="65626" y="202954"/>
                </a:cubicBezTo>
                <a:cubicBezTo>
                  <a:pt x="62843" y="199046"/>
                  <a:pt x="59454" y="197439"/>
                  <a:pt x="59653" y="200118"/>
                </a:cubicBezTo>
                <a:cubicBezTo>
                  <a:pt x="59912" y="203593"/>
                  <a:pt x="52487" y="210967"/>
                  <a:pt x="48710" y="210967"/>
                </a:cubicBezTo>
                <a:cubicBezTo>
                  <a:pt x="46747" y="210967"/>
                  <a:pt x="47404" y="207327"/>
                  <a:pt x="50093" y="203360"/>
                </a:cubicBezTo>
                <a:cubicBezTo>
                  <a:pt x="53040" y="199021"/>
                  <a:pt x="52003" y="198441"/>
                  <a:pt x="47975" y="202176"/>
                </a:cubicBezTo>
                <a:cubicBezTo>
                  <a:pt x="45313" y="204631"/>
                  <a:pt x="39694" y="206817"/>
                  <a:pt x="35977" y="206826"/>
                </a:cubicBezTo>
                <a:cubicBezTo>
                  <a:pt x="31058" y="206843"/>
                  <a:pt x="33833" y="201614"/>
                  <a:pt x="39901" y="199418"/>
                </a:cubicBezTo>
                <a:cubicBezTo>
                  <a:pt x="42546" y="198459"/>
                  <a:pt x="43082" y="197871"/>
                  <a:pt x="42227" y="196834"/>
                </a:cubicBezTo>
                <a:cubicBezTo>
                  <a:pt x="41613" y="196090"/>
                  <a:pt x="40688" y="195744"/>
                  <a:pt x="40169" y="196064"/>
                </a:cubicBezTo>
                <a:cubicBezTo>
                  <a:pt x="38665" y="196998"/>
                  <a:pt x="32718" y="192780"/>
                  <a:pt x="30687" y="189331"/>
                </a:cubicBezTo>
                <a:cubicBezTo>
                  <a:pt x="28958" y="186392"/>
                  <a:pt x="28941" y="186098"/>
                  <a:pt x="30540" y="185484"/>
                </a:cubicBezTo>
                <a:cubicBezTo>
                  <a:pt x="33098" y="184507"/>
                  <a:pt x="40973" y="188743"/>
                  <a:pt x="42555" y="191950"/>
                </a:cubicBezTo>
                <a:cubicBezTo>
                  <a:pt x="43307" y="193488"/>
                  <a:pt x="45001" y="195139"/>
                  <a:pt x="46324" y="195615"/>
                </a:cubicBezTo>
                <a:cubicBezTo>
                  <a:pt x="48476" y="196393"/>
                  <a:pt x="48390" y="196159"/>
                  <a:pt x="45546" y="193315"/>
                </a:cubicBezTo>
                <a:cubicBezTo>
                  <a:pt x="43800" y="191569"/>
                  <a:pt x="42374" y="189694"/>
                  <a:pt x="42374" y="189149"/>
                </a:cubicBezTo>
                <a:cubicBezTo>
                  <a:pt x="42374" y="185657"/>
                  <a:pt x="52202" y="188535"/>
                  <a:pt x="55781" y="193073"/>
                </a:cubicBezTo>
                <a:cubicBezTo>
                  <a:pt x="57674" y="195485"/>
                  <a:pt x="59947" y="196272"/>
                  <a:pt x="59947" y="194508"/>
                </a:cubicBezTo>
                <a:cubicBezTo>
                  <a:pt x="59947" y="193990"/>
                  <a:pt x="57734" y="191656"/>
                  <a:pt x="55037" y="189339"/>
                </a:cubicBezTo>
                <a:cubicBezTo>
                  <a:pt x="50983" y="185847"/>
                  <a:pt x="49617" y="185225"/>
                  <a:pt x="47180" y="185743"/>
                </a:cubicBezTo>
                <a:cubicBezTo>
                  <a:pt x="43324" y="186573"/>
                  <a:pt x="35320" y="184291"/>
                  <a:pt x="34101" y="182018"/>
                </a:cubicBezTo>
                <a:cubicBezTo>
                  <a:pt x="32744" y="179485"/>
                  <a:pt x="33747" y="178932"/>
                  <a:pt x="39607" y="178932"/>
                </a:cubicBezTo>
                <a:cubicBezTo>
                  <a:pt x="44586" y="178932"/>
                  <a:pt x="44699" y="178863"/>
                  <a:pt x="43013" y="176987"/>
                </a:cubicBezTo>
                <a:cubicBezTo>
                  <a:pt x="42045" y="175924"/>
                  <a:pt x="40152" y="175051"/>
                  <a:pt x="38795" y="175051"/>
                </a:cubicBezTo>
                <a:cubicBezTo>
                  <a:pt x="35804" y="175051"/>
                  <a:pt x="29969" y="171083"/>
                  <a:pt x="29969" y="169043"/>
                </a:cubicBezTo>
                <a:cubicBezTo>
                  <a:pt x="29969" y="167072"/>
                  <a:pt x="34404" y="167124"/>
                  <a:pt x="38294" y="169138"/>
                </a:cubicBezTo>
                <a:lnTo>
                  <a:pt x="41345" y="170711"/>
                </a:lnTo>
                <a:lnTo>
                  <a:pt x="41345" y="167271"/>
                </a:lnTo>
                <a:cubicBezTo>
                  <a:pt x="41345" y="165369"/>
                  <a:pt x="41967" y="162966"/>
                  <a:pt x="42728" y="161920"/>
                </a:cubicBezTo>
                <a:cubicBezTo>
                  <a:pt x="44050" y="160114"/>
                  <a:pt x="44197" y="160140"/>
                  <a:pt x="45831" y="162474"/>
                </a:cubicBezTo>
                <a:cubicBezTo>
                  <a:pt x="46773" y="163822"/>
                  <a:pt x="47543" y="166208"/>
                  <a:pt x="47543" y="167790"/>
                </a:cubicBezTo>
                <a:cubicBezTo>
                  <a:pt x="47543" y="169536"/>
                  <a:pt x="48096" y="170659"/>
                  <a:pt x="48969" y="170659"/>
                </a:cubicBezTo>
                <a:cubicBezTo>
                  <a:pt x="49747" y="170659"/>
                  <a:pt x="50983" y="171377"/>
                  <a:pt x="51718" y="172259"/>
                </a:cubicBezTo>
                <a:cubicBezTo>
                  <a:pt x="52850" y="173624"/>
                  <a:pt x="53274" y="173158"/>
                  <a:pt x="54683" y="168905"/>
                </a:cubicBezTo>
                <a:cubicBezTo>
                  <a:pt x="56783" y="162586"/>
                  <a:pt x="59947" y="161419"/>
                  <a:pt x="59947" y="166968"/>
                </a:cubicBezTo>
                <a:cubicBezTo>
                  <a:pt x="59947" y="169475"/>
                  <a:pt x="60414" y="170659"/>
                  <a:pt x="61417" y="170659"/>
                </a:cubicBezTo>
                <a:cubicBezTo>
                  <a:pt x="62229" y="170659"/>
                  <a:pt x="63811" y="171826"/>
                  <a:pt x="64926" y="173244"/>
                </a:cubicBezTo>
                <a:cubicBezTo>
                  <a:pt x="66050" y="174662"/>
                  <a:pt x="67476" y="175829"/>
                  <a:pt x="68107" y="175829"/>
                </a:cubicBezTo>
                <a:cubicBezTo>
                  <a:pt x="68729" y="175829"/>
                  <a:pt x="69248" y="176788"/>
                  <a:pt x="69248" y="177964"/>
                </a:cubicBezTo>
                <a:cubicBezTo>
                  <a:pt x="69248" y="180090"/>
                  <a:pt x="69265" y="180090"/>
                  <a:pt x="72092" y="178128"/>
                </a:cubicBezTo>
                <a:cubicBezTo>
                  <a:pt x="75576" y="175690"/>
                  <a:pt x="81566" y="173590"/>
                  <a:pt x="82802" y="174350"/>
                </a:cubicBezTo>
                <a:cubicBezTo>
                  <a:pt x="84652" y="175491"/>
                  <a:pt x="83623" y="177825"/>
                  <a:pt x="79915" y="180877"/>
                </a:cubicBezTo>
                <a:cubicBezTo>
                  <a:pt x="77823" y="182606"/>
                  <a:pt x="74798" y="184300"/>
                  <a:pt x="73199" y="184654"/>
                </a:cubicBezTo>
                <a:cubicBezTo>
                  <a:pt x="70666" y="185207"/>
                  <a:pt x="70277" y="185778"/>
                  <a:pt x="70277" y="188968"/>
                </a:cubicBezTo>
                <a:lnTo>
                  <a:pt x="70277" y="192641"/>
                </a:lnTo>
                <a:lnTo>
                  <a:pt x="72438" y="189901"/>
                </a:lnTo>
                <a:cubicBezTo>
                  <a:pt x="76025" y="185346"/>
                  <a:pt x="83718" y="182277"/>
                  <a:pt x="83718" y="185406"/>
                </a:cubicBezTo>
                <a:cubicBezTo>
                  <a:pt x="83718" y="188077"/>
                  <a:pt x="78229" y="194673"/>
                  <a:pt x="74832" y="196090"/>
                </a:cubicBezTo>
                <a:cubicBezTo>
                  <a:pt x="72887" y="196903"/>
                  <a:pt x="71314" y="198303"/>
                  <a:pt x="71314" y="199237"/>
                </a:cubicBezTo>
                <a:cubicBezTo>
                  <a:pt x="71314" y="200689"/>
                  <a:pt x="75126" y="207863"/>
                  <a:pt x="75895" y="207863"/>
                </a:cubicBezTo>
                <a:cubicBezTo>
                  <a:pt x="76051" y="207863"/>
                  <a:pt x="75956" y="205538"/>
                  <a:pt x="75679" y="202703"/>
                </a:cubicBezTo>
                <a:cubicBezTo>
                  <a:pt x="75290" y="198640"/>
                  <a:pt x="75506" y="197534"/>
                  <a:pt x="76691" y="197534"/>
                </a:cubicBezTo>
                <a:cubicBezTo>
                  <a:pt x="80200" y="197534"/>
                  <a:pt x="85171" y="205642"/>
                  <a:pt x="86312" y="213249"/>
                </a:cubicBezTo>
                <a:cubicBezTo>
                  <a:pt x="86709" y="215937"/>
                  <a:pt x="87911" y="218876"/>
                  <a:pt x="89017" y="219870"/>
                </a:cubicBezTo>
                <a:cubicBezTo>
                  <a:pt x="90954" y="221633"/>
                  <a:pt x="90962" y="221590"/>
                  <a:pt x="89424" y="217899"/>
                </a:cubicBezTo>
                <a:cubicBezTo>
                  <a:pt x="87470" y="213223"/>
                  <a:pt x="87358" y="207863"/>
                  <a:pt x="89207" y="207863"/>
                </a:cubicBezTo>
                <a:cubicBezTo>
                  <a:pt x="92527" y="207863"/>
                  <a:pt x="99425" y="218219"/>
                  <a:pt x="98958" y="222498"/>
                </a:cubicBezTo>
                <a:cubicBezTo>
                  <a:pt x="98794" y="224028"/>
                  <a:pt x="99330" y="224970"/>
                  <a:pt x="100514" y="225212"/>
                </a:cubicBezTo>
                <a:cubicBezTo>
                  <a:pt x="103003" y="225731"/>
                  <a:pt x="102857" y="222723"/>
                  <a:pt x="99995" y="214519"/>
                </a:cubicBezTo>
                <a:cubicBezTo>
                  <a:pt x="98085" y="209039"/>
                  <a:pt x="97272" y="207863"/>
                  <a:pt x="95379" y="207863"/>
                </a:cubicBezTo>
                <a:cubicBezTo>
                  <a:pt x="92674" y="207863"/>
                  <a:pt x="86286" y="202539"/>
                  <a:pt x="84237" y="198562"/>
                </a:cubicBezTo>
                <a:cubicBezTo>
                  <a:pt x="81385" y="193056"/>
                  <a:pt x="86052" y="192572"/>
                  <a:pt x="93158" y="197629"/>
                </a:cubicBezTo>
                <a:lnTo>
                  <a:pt x="96123" y="199738"/>
                </a:lnTo>
                <a:lnTo>
                  <a:pt x="96123" y="197646"/>
                </a:lnTo>
                <a:cubicBezTo>
                  <a:pt x="96123" y="196488"/>
                  <a:pt x="94316" y="193756"/>
                  <a:pt x="92112" y="191578"/>
                </a:cubicBezTo>
                <a:cubicBezTo>
                  <a:pt x="87919" y="187429"/>
                  <a:pt x="85776" y="181620"/>
                  <a:pt x="87712" y="179684"/>
                </a:cubicBezTo>
                <a:cubicBezTo>
                  <a:pt x="89363" y="178041"/>
                  <a:pt x="96105" y="185544"/>
                  <a:pt x="96157" y="189080"/>
                </a:cubicBezTo>
                <a:cubicBezTo>
                  <a:pt x="96201" y="191725"/>
                  <a:pt x="96270" y="191690"/>
                  <a:pt x="97765" y="188241"/>
                </a:cubicBezTo>
                <a:cubicBezTo>
                  <a:pt x="100592" y="181715"/>
                  <a:pt x="105718" y="177869"/>
                  <a:pt x="107023" y="181283"/>
                </a:cubicBezTo>
                <a:cubicBezTo>
                  <a:pt x="107300" y="182000"/>
                  <a:pt x="106893" y="184723"/>
                  <a:pt x="106107" y="187317"/>
                </a:cubicBezTo>
                <a:cubicBezTo>
                  <a:pt x="104914" y="191284"/>
                  <a:pt x="104914" y="192339"/>
                  <a:pt x="106089" y="193947"/>
                </a:cubicBezTo>
                <a:cubicBezTo>
                  <a:pt x="106859" y="195001"/>
                  <a:pt x="107490" y="196816"/>
                  <a:pt x="107498" y="197992"/>
                </a:cubicBezTo>
                <a:cubicBezTo>
                  <a:pt x="107507" y="199816"/>
                  <a:pt x="107887" y="199643"/>
                  <a:pt x="110178" y="196739"/>
                </a:cubicBezTo>
                <a:cubicBezTo>
                  <a:pt x="111639" y="194880"/>
                  <a:pt x="114198" y="192650"/>
                  <a:pt x="115866" y="191794"/>
                </a:cubicBezTo>
                <a:cubicBezTo>
                  <a:pt x="118623" y="190359"/>
                  <a:pt x="118952" y="190377"/>
                  <a:pt x="119566" y="191976"/>
                </a:cubicBezTo>
                <a:cubicBezTo>
                  <a:pt x="119937" y="192935"/>
                  <a:pt x="119557" y="194932"/>
                  <a:pt x="118719" y="196401"/>
                </a:cubicBezTo>
                <a:cubicBezTo>
                  <a:pt x="117491" y="198580"/>
                  <a:pt x="117439" y="199565"/>
                  <a:pt x="118468" y="201666"/>
                </a:cubicBezTo>
                <a:cubicBezTo>
                  <a:pt x="120542" y="205893"/>
                  <a:pt x="122280" y="212773"/>
                  <a:pt x="121675" y="214346"/>
                </a:cubicBezTo>
                <a:cubicBezTo>
                  <a:pt x="121260" y="215427"/>
                  <a:pt x="121761" y="215686"/>
                  <a:pt x="123602" y="215341"/>
                </a:cubicBezTo>
                <a:cubicBezTo>
                  <a:pt x="124968" y="215073"/>
                  <a:pt x="126092" y="214208"/>
                  <a:pt x="126092" y="213404"/>
                </a:cubicBezTo>
                <a:cubicBezTo>
                  <a:pt x="126092" y="211641"/>
                  <a:pt x="130250" y="209938"/>
                  <a:pt x="134555" y="209938"/>
                </a:cubicBezTo>
                <a:cubicBezTo>
                  <a:pt x="137148" y="209938"/>
                  <a:pt x="137494" y="209679"/>
                  <a:pt x="136517" y="208486"/>
                </a:cubicBezTo>
                <a:cubicBezTo>
                  <a:pt x="135851" y="207691"/>
                  <a:pt x="133647" y="207042"/>
                  <a:pt x="131607" y="207042"/>
                </a:cubicBezTo>
                <a:cubicBezTo>
                  <a:pt x="127475" y="207042"/>
                  <a:pt x="119375" y="202081"/>
                  <a:pt x="119375" y="199548"/>
                </a:cubicBezTo>
                <a:cubicBezTo>
                  <a:pt x="119375" y="197361"/>
                  <a:pt x="125340" y="197093"/>
                  <a:pt x="129221" y="199098"/>
                </a:cubicBezTo>
                <a:cubicBezTo>
                  <a:pt x="133310" y="201208"/>
                  <a:pt x="134019" y="200576"/>
                  <a:pt x="131641" y="196946"/>
                </a:cubicBezTo>
                <a:cubicBezTo>
                  <a:pt x="129472" y="193644"/>
                  <a:pt x="129091" y="183790"/>
                  <a:pt x="131045" y="181828"/>
                </a:cubicBezTo>
                <a:cubicBezTo>
                  <a:pt x="134183" y="178698"/>
                  <a:pt x="138678" y="190627"/>
                  <a:pt x="136318" y="195805"/>
                </a:cubicBezTo>
                <a:cubicBezTo>
                  <a:pt x="135514" y="197577"/>
                  <a:pt x="135618" y="199098"/>
                  <a:pt x="136724" y="201735"/>
                </a:cubicBezTo>
                <a:lnTo>
                  <a:pt x="138220" y="205287"/>
                </a:lnTo>
                <a:lnTo>
                  <a:pt x="137796" y="200637"/>
                </a:lnTo>
                <a:cubicBezTo>
                  <a:pt x="136949" y="191345"/>
                  <a:pt x="141945" y="190956"/>
                  <a:pt x="144539" y="200110"/>
                </a:cubicBezTo>
                <a:cubicBezTo>
                  <a:pt x="145559" y="203732"/>
                  <a:pt x="145636" y="205694"/>
                  <a:pt x="144832" y="207457"/>
                </a:cubicBezTo>
                <a:cubicBezTo>
                  <a:pt x="144141" y="208979"/>
                  <a:pt x="144106" y="210085"/>
                  <a:pt x="144737" y="210474"/>
                </a:cubicBezTo>
                <a:cubicBezTo>
                  <a:pt x="146881" y="211805"/>
                  <a:pt x="147797" y="209514"/>
                  <a:pt x="147797" y="202807"/>
                </a:cubicBezTo>
                <a:cubicBezTo>
                  <a:pt x="147797" y="196367"/>
                  <a:pt x="147590" y="195701"/>
                  <a:pt x="145256" y="194638"/>
                </a:cubicBezTo>
                <a:cubicBezTo>
                  <a:pt x="140649" y="192538"/>
                  <a:pt x="136085" y="179960"/>
                  <a:pt x="139923" y="179960"/>
                </a:cubicBezTo>
                <a:cubicBezTo>
                  <a:pt x="140709" y="179960"/>
                  <a:pt x="143034" y="181828"/>
                  <a:pt x="145092" y="184101"/>
                </a:cubicBezTo>
                <a:lnTo>
                  <a:pt x="148826" y="188233"/>
                </a:lnTo>
                <a:lnTo>
                  <a:pt x="148826" y="184620"/>
                </a:lnTo>
                <a:cubicBezTo>
                  <a:pt x="148826" y="182623"/>
                  <a:pt x="148394" y="180998"/>
                  <a:pt x="147867" y="180998"/>
                </a:cubicBezTo>
                <a:cubicBezTo>
                  <a:pt x="147331" y="180998"/>
                  <a:pt x="146293" y="179321"/>
                  <a:pt x="145550" y="177272"/>
                </a:cubicBezTo>
                <a:cubicBezTo>
                  <a:pt x="144521" y="174428"/>
                  <a:pt x="143017" y="172941"/>
                  <a:pt x="139179" y="170997"/>
                </a:cubicBezTo>
                <a:cubicBezTo>
                  <a:pt x="132973" y="167850"/>
                  <a:pt x="131192" y="168326"/>
                  <a:pt x="131892" y="172933"/>
                </a:cubicBezTo>
                <a:cubicBezTo>
                  <a:pt x="132506" y="176952"/>
                  <a:pt x="128538" y="185648"/>
                  <a:pt x="126092" y="185648"/>
                </a:cubicBezTo>
                <a:cubicBezTo>
                  <a:pt x="124899" y="185648"/>
                  <a:pt x="124545" y="184317"/>
                  <a:pt x="124562" y="179831"/>
                </a:cubicBezTo>
                <a:cubicBezTo>
                  <a:pt x="124579" y="175543"/>
                  <a:pt x="124233" y="174143"/>
                  <a:pt x="123274" y="174515"/>
                </a:cubicBezTo>
                <a:cubicBezTo>
                  <a:pt x="122150" y="174947"/>
                  <a:pt x="121571" y="176243"/>
                  <a:pt x="122116" y="177117"/>
                </a:cubicBezTo>
                <a:cubicBezTo>
                  <a:pt x="122703" y="178067"/>
                  <a:pt x="118355" y="184308"/>
                  <a:pt x="115875" y="186080"/>
                </a:cubicBezTo>
                <a:cubicBezTo>
                  <a:pt x="112659" y="188371"/>
                  <a:pt x="108518" y="188959"/>
                  <a:pt x="108518" y="187126"/>
                </a:cubicBezTo>
                <a:cubicBezTo>
                  <a:pt x="108518" y="185337"/>
                  <a:pt x="110654" y="181715"/>
                  <a:pt x="113523" y="178638"/>
                </a:cubicBezTo>
                <a:lnTo>
                  <a:pt x="116212" y="175759"/>
                </a:lnTo>
                <a:lnTo>
                  <a:pt x="110489" y="176425"/>
                </a:lnTo>
                <a:cubicBezTo>
                  <a:pt x="105787" y="176978"/>
                  <a:pt x="103998" y="176702"/>
                  <a:pt x="100376" y="174860"/>
                </a:cubicBezTo>
                <a:cubicBezTo>
                  <a:pt x="97964" y="173624"/>
                  <a:pt x="96166" y="172060"/>
                  <a:pt x="96391" y="171377"/>
                </a:cubicBezTo>
                <a:cubicBezTo>
                  <a:pt x="97039" y="169415"/>
                  <a:pt x="108259" y="169216"/>
                  <a:pt x="111164" y="171126"/>
                </a:cubicBezTo>
                <a:cubicBezTo>
                  <a:pt x="112512" y="172008"/>
                  <a:pt x="115373" y="172674"/>
                  <a:pt x="117526" y="172613"/>
                </a:cubicBezTo>
                <a:lnTo>
                  <a:pt x="121441" y="172492"/>
                </a:lnTo>
                <a:lnTo>
                  <a:pt x="117820" y="171766"/>
                </a:lnTo>
                <a:cubicBezTo>
                  <a:pt x="113428" y="170893"/>
                  <a:pt x="109556" y="168887"/>
                  <a:pt x="109556" y="167496"/>
                </a:cubicBezTo>
                <a:cubicBezTo>
                  <a:pt x="109556" y="164522"/>
                  <a:pt x="122366" y="163891"/>
                  <a:pt x="125781" y="166709"/>
                </a:cubicBezTo>
                <a:cubicBezTo>
                  <a:pt x="126550" y="167340"/>
                  <a:pt x="127657" y="167366"/>
                  <a:pt x="128728" y="166761"/>
                </a:cubicBezTo>
                <a:cubicBezTo>
                  <a:pt x="130146" y="165974"/>
                  <a:pt x="129731" y="165516"/>
                  <a:pt x="126386" y="164176"/>
                </a:cubicBezTo>
                <a:cubicBezTo>
                  <a:pt x="119471" y="161419"/>
                  <a:pt x="115002" y="160935"/>
                  <a:pt x="113169" y="162759"/>
                </a:cubicBezTo>
                <a:cubicBezTo>
                  <a:pt x="110169" y="165758"/>
                  <a:pt x="101214" y="167427"/>
                  <a:pt x="98223" y="165542"/>
                </a:cubicBezTo>
                <a:cubicBezTo>
                  <a:pt x="96935" y="164721"/>
                  <a:pt x="96987" y="164289"/>
                  <a:pt x="98612" y="162491"/>
                </a:cubicBezTo>
                <a:cubicBezTo>
                  <a:pt x="99650" y="161341"/>
                  <a:pt x="102182" y="159846"/>
                  <a:pt x="104240" y="159172"/>
                </a:cubicBezTo>
                <a:cubicBezTo>
                  <a:pt x="107464" y="158108"/>
                  <a:pt x="107697" y="157832"/>
                  <a:pt x="105925" y="157157"/>
                </a:cubicBezTo>
                <a:cubicBezTo>
                  <a:pt x="104793" y="156734"/>
                  <a:pt x="101275" y="156630"/>
                  <a:pt x="98102" y="156933"/>
                </a:cubicBezTo>
                <a:cubicBezTo>
                  <a:pt x="91325" y="157581"/>
                  <a:pt x="86943" y="155947"/>
                  <a:pt x="88948" y="153536"/>
                </a:cubicBezTo>
                <a:cubicBezTo>
                  <a:pt x="89700" y="152628"/>
                  <a:pt x="92095" y="152057"/>
                  <a:pt x="95137" y="152057"/>
                </a:cubicBezTo>
                <a:lnTo>
                  <a:pt x="100099" y="152057"/>
                </a:lnTo>
                <a:lnTo>
                  <a:pt x="98733" y="149214"/>
                </a:lnTo>
                <a:cubicBezTo>
                  <a:pt x="96088" y="143725"/>
                  <a:pt x="95855" y="141754"/>
                  <a:pt x="97756" y="141028"/>
                </a:cubicBezTo>
                <a:cubicBezTo>
                  <a:pt x="99001" y="140552"/>
                  <a:pt x="100540" y="141443"/>
                  <a:pt x="102865" y="143975"/>
                </a:cubicBezTo>
                <a:cubicBezTo>
                  <a:pt x="105078" y="146387"/>
                  <a:pt x="107464" y="147813"/>
                  <a:pt x="109962" y="148219"/>
                </a:cubicBezTo>
                <a:cubicBezTo>
                  <a:pt x="112486" y="148634"/>
                  <a:pt x="113515" y="148470"/>
                  <a:pt x="113057" y="147744"/>
                </a:cubicBezTo>
                <a:cubicBezTo>
                  <a:pt x="111881" y="145834"/>
                  <a:pt x="110731" y="139463"/>
                  <a:pt x="111293" y="137976"/>
                </a:cubicBezTo>
                <a:cubicBezTo>
                  <a:pt x="112158" y="135737"/>
                  <a:pt x="114656" y="136308"/>
                  <a:pt x="115901" y="139040"/>
                </a:cubicBezTo>
                <a:cubicBezTo>
                  <a:pt x="116609" y="140587"/>
                  <a:pt x="118131" y="141685"/>
                  <a:pt x="119946" y="141953"/>
                </a:cubicBezTo>
                <a:cubicBezTo>
                  <a:pt x="122833" y="142376"/>
                  <a:pt x="122850" y="142350"/>
                  <a:pt x="121511" y="139204"/>
                </a:cubicBezTo>
                <a:cubicBezTo>
                  <a:pt x="117275" y="129237"/>
                  <a:pt x="115270" y="126143"/>
                  <a:pt x="113247" y="126436"/>
                </a:cubicBezTo>
                <a:cubicBezTo>
                  <a:pt x="112037" y="126609"/>
                  <a:pt x="110947" y="127794"/>
                  <a:pt x="110593" y="129324"/>
                </a:cubicBezTo>
                <a:cubicBezTo>
                  <a:pt x="109979" y="131960"/>
                  <a:pt x="99857" y="139005"/>
                  <a:pt x="97696" y="138287"/>
                </a:cubicBezTo>
                <a:cubicBezTo>
                  <a:pt x="95379" y="137518"/>
                  <a:pt x="96175" y="134432"/>
                  <a:pt x="99693" y="130542"/>
                </a:cubicBezTo>
                <a:cubicBezTo>
                  <a:pt x="102640" y="127284"/>
                  <a:pt x="103064" y="126324"/>
                  <a:pt x="101793" y="125840"/>
                </a:cubicBezTo>
                <a:cubicBezTo>
                  <a:pt x="100920" y="125503"/>
                  <a:pt x="99321" y="126117"/>
                  <a:pt x="98232" y="127206"/>
                </a:cubicBezTo>
                <a:cubicBezTo>
                  <a:pt x="94428" y="131009"/>
                  <a:pt x="82154" y="132868"/>
                  <a:pt x="80987" y="129825"/>
                </a:cubicBezTo>
                <a:cubicBezTo>
                  <a:pt x="80131" y="127603"/>
                  <a:pt x="82240" y="125477"/>
                  <a:pt x="86640" y="124129"/>
                </a:cubicBezTo>
                <a:cubicBezTo>
                  <a:pt x="88732" y="123489"/>
                  <a:pt x="91066" y="122763"/>
                  <a:pt x="91844" y="122512"/>
                </a:cubicBezTo>
                <a:cubicBezTo>
                  <a:pt x="92968" y="122149"/>
                  <a:pt x="92994" y="121751"/>
                  <a:pt x="91982" y="120533"/>
                </a:cubicBezTo>
                <a:cubicBezTo>
                  <a:pt x="91291" y="119694"/>
                  <a:pt x="90331" y="119245"/>
                  <a:pt x="89864" y="119539"/>
                </a:cubicBezTo>
                <a:cubicBezTo>
                  <a:pt x="88559" y="120342"/>
                  <a:pt x="82292" y="114413"/>
                  <a:pt x="80045" y="110229"/>
                </a:cubicBezTo>
                <a:cubicBezTo>
                  <a:pt x="78333" y="107057"/>
                  <a:pt x="78255" y="106365"/>
                  <a:pt x="79526" y="105587"/>
                </a:cubicBezTo>
                <a:cubicBezTo>
                  <a:pt x="82413" y="103798"/>
                  <a:pt x="92501" y="111439"/>
                  <a:pt x="93210" y="115943"/>
                </a:cubicBezTo>
                <a:cubicBezTo>
                  <a:pt x="93391" y="117101"/>
                  <a:pt x="95163" y="119046"/>
                  <a:pt x="97151" y="120265"/>
                </a:cubicBezTo>
                <a:lnTo>
                  <a:pt x="100773" y="122469"/>
                </a:lnTo>
                <a:lnTo>
                  <a:pt x="98578" y="119953"/>
                </a:lnTo>
                <a:cubicBezTo>
                  <a:pt x="95431" y="116349"/>
                  <a:pt x="93806" y="112857"/>
                  <a:pt x="94463" y="111128"/>
                </a:cubicBezTo>
                <a:cubicBezTo>
                  <a:pt x="95760" y="107757"/>
                  <a:pt x="108518" y="116012"/>
                  <a:pt x="108518" y="120213"/>
                </a:cubicBezTo>
                <a:cubicBezTo>
                  <a:pt x="108518" y="121527"/>
                  <a:pt x="109305" y="122089"/>
                  <a:pt x="111146" y="122089"/>
                </a:cubicBezTo>
                <a:lnTo>
                  <a:pt x="113765" y="122089"/>
                </a:lnTo>
                <a:lnTo>
                  <a:pt x="111406" y="118622"/>
                </a:lnTo>
                <a:cubicBezTo>
                  <a:pt x="105536" y="110039"/>
                  <a:pt x="103124" y="108137"/>
                  <a:pt x="98068" y="108111"/>
                </a:cubicBezTo>
                <a:cubicBezTo>
                  <a:pt x="92752" y="108085"/>
                  <a:pt x="84747" y="103677"/>
                  <a:pt x="84747" y="100764"/>
                </a:cubicBezTo>
                <a:cubicBezTo>
                  <a:pt x="84747" y="99372"/>
                  <a:pt x="85810" y="99173"/>
                  <a:pt x="91386" y="99528"/>
                </a:cubicBezTo>
                <a:lnTo>
                  <a:pt x="98024" y="99951"/>
                </a:lnTo>
                <a:lnTo>
                  <a:pt x="95959" y="97055"/>
                </a:lnTo>
                <a:cubicBezTo>
                  <a:pt x="94826" y="95456"/>
                  <a:pt x="93443" y="94436"/>
                  <a:pt x="92898" y="94773"/>
                </a:cubicBezTo>
                <a:cubicBezTo>
                  <a:pt x="90850" y="96035"/>
                  <a:pt x="82759" y="89215"/>
                  <a:pt x="82707" y="86173"/>
                </a:cubicBezTo>
                <a:cubicBezTo>
                  <a:pt x="82672" y="84037"/>
                  <a:pt x="87116" y="84703"/>
                  <a:pt x="91135" y="87435"/>
                </a:cubicBezTo>
                <a:lnTo>
                  <a:pt x="94895" y="89993"/>
                </a:lnTo>
                <a:lnTo>
                  <a:pt x="96123" y="84850"/>
                </a:lnTo>
                <a:cubicBezTo>
                  <a:pt x="96806" y="82015"/>
                  <a:pt x="97826" y="79422"/>
                  <a:pt x="98388" y="79067"/>
                </a:cubicBezTo>
                <a:cubicBezTo>
                  <a:pt x="100315" y="77874"/>
                  <a:pt x="102390" y="81392"/>
                  <a:pt x="102614" y="86233"/>
                </a:cubicBezTo>
                <a:cubicBezTo>
                  <a:pt x="102753" y="89233"/>
                  <a:pt x="103315" y="91065"/>
                  <a:pt x="104101" y="91074"/>
                </a:cubicBezTo>
                <a:cubicBezTo>
                  <a:pt x="104801" y="91074"/>
                  <a:pt x="106167" y="92293"/>
                  <a:pt x="107144" y="93779"/>
                </a:cubicBezTo>
                <a:lnTo>
                  <a:pt x="108907" y="96476"/>
                </a:lnTo>
                <a:lnTo>
                  <a:pt x="110247" y="91886"/>
                </a:lnTo>
                <a:cubicBezTo>
                  <a:pt x="111881" y="86268"/>
                  <a:pt x="115356" y="82611"/>
                  <a:pt x="116877" y="84919"/>
                </a:cubicBezTo>
                <a:cubicBezTo>
                  <a:pt x="117422" y="85749"/>
                  <a:pt x="117603" y="87936"/>
                  <a:pt x="117284" y="89786"/>
                </a:cubicBezTo>
                <a:cubicBezTo>
                  <a:pt x="116618" y="93598"/>
                  <a:pt x="117629" y="93995"/>
                  <a:pt x="121493" y="91463"/>
                </a:cubicBezTo>
                <a:cubicBezTo>
                  <a:pt x="122911" y="90538"/>
                  <a:pt x="126101" y="89725"/>
                  <a:pt x="128590" y="89656"/>
                </a:cubicBezTo>
                <a:cubicBezTo>
                  <a:pt x="131304" y="89578"/>
                  <a:pt x="132860" y="89111"/>
                  <a:pt x="132489" y="88498"/>
                </a:cubicBezTo>
                <a:cubicBezTo>
                  <a:pt x="132143" y="87927"/>
                  <a:pt x="130803" y="85887"/>
                  <a:pt x="129498" y="83960"/>
                </a:cubicBezTo>
                <a:cubicBezTo>
                  <a:pt x="126870" y="80078"/>
                  <a:pt x="126351" y="75575"/>
                  <a:pt x="128521" y="75575"/>
                </a:cubicBezTo>
                <a:cubicBezTo>
                  <a:pt x="130397" y="75575"/>
                  <a:pt x="138496" y="81505"/>
                  <a:pt x="138496" y="82879"/>
                </a:cubicBezTo>
                <a:cubicBezTo>
                  <a:pt x="138496" y="83476"/>
                  <a:pt x="139058" y="83614"/>
                  <a:pt x="139750" y="83190"/>
                </a:cubicBezTo>
                <a:cubicBezTo>
                  <a:pt x="140433" y="82767"/>
                  <a:pt x="142516" y="82516"/>
                  <a:pt x="144357" y="82646"/>
                </a:cubicBezTo>
                <a:lnTo>
                  <a:pt x="147720" y="82870"/>
                </a:lnTo>
                <a:lnTo>
                  <a:pt x="145714" y="78445"/>
                </a:lnTo>
                <a:cubicBezTo>
                  <a:pt x="143043" y="72567"/>
                  <a:pt x="143009" y="68340"/>
                  <a:pt x="145628" y="68340"/>
                </a:cubicBezTo>
                <a:cubicBezTo>
                  <a:pt x="146708" y="68340"/>
                  <a:pt x="148454" y="69619"/>
                  <a:pt x="149500" y="71184"/>
                </a:cubicBezTo>
                <a:cubicBezTo>
                  <a:pt x="151065" y="73509"/>
                  <a:pt x="152266" y="74062"/>
                  <a:pt x="156061" y="74235"/>
                </a:cubicBezTo>
                <a:cubicBezTo>
                  <a:pt x="163123" y="74546"/>
                  <a:pt x="166123" y="75099"/>
                  <a:pt x="167653" y="76362"/>
                </a:cubicBezTo>
                <a:cubicBezTo>
                  <a:pt x="168759" y="77278"/>
                  <a:pt x="169364" y="76621"/>
                  <a:pt x="170609" y="73163"/>
                </a:cubicBezTo>
                <a:cubicBezTo>
                  <a:pt x="172148" y="68893"/>
                  <a:pt x="172105" y="68651"/>
                  <a:pt x="168751" y="61338"/>
                </a:cubicBezTo>
                <a:cubicBezTo>
                  <a:pt x="165838" y="55011"/>
                  <a:pt x="164930" y="53870"/>
                  <a:pt x="162760" y="53870"/>
                </a:cubicBezTo>
                <a:cubicBezTo>
                  <a:pt x="160980" y="53870"/>
                  <a:pt x="160202" y="54440"/>
                  <a:pt x="160202" y="55745"/>
                </a:cubicBezTo>
                <a:cubicBezTo>
                  <a:pt x="160202" y="59030"/>
                  <a:pt x="150676" y="66274"/>
                  <a:pt x="146362" y="66274"/>
                </a:cubicBezTo>
                <a:cubicBezTo>
                  <a:pt x="142187" y="66274"/>
                  <a:pt x="144124" y="61001"/>
                  <a:pt x="150235" y="55711"/>
                </a:cubicBezTo>
                <a:lnTo>
                  <a:pt x="153477" y="52893"/>
                </a:lnTo>
                <a:lnTo>
                  <a:pt x="150088" y="52867"/>
                </a:lnTo>
                <a:cubicBezTo>
                  <a:pt x="148057" y="52850"/>
                  <a:pt x="146466" y="53438"/>
                  <a:pt x="146120" y="54336"/>
                </a:cubicBezTo>
                <a:cubicBezTo>
                  <a:pt x="145178" y="56800"/>
                  <a:pt x="138583" y="58399"/>
                  <a:pt x="130483" y="58123"/>
                </a:cubicBezTo>
                <a:cubicBezTo>
                  <a:pt x="127821" y="58027"/>
                  <a:pt x="127129" y="57569"/>
                  <a:pt x="127129" y="55892"/>
                </a:cubicBezTo>
                <a:cubicBezTo>
                  <a:pt x="127129" y="53628"/>
                  <a:pt x="133949" y="49807"/>
                  <a:pt x="138064" y="49764"/>
                </a:cubicBezTo>
                <a:cubicBezTo>
                  <a:pt x="139248" y="49746"/>
                  <a:pt x="140519" y="49435"/>
                  <a:pt x="140899" y="49055"/>
                </a:cubicBezTo>
                <a:cubicBezTo>
                  <a:pt x="141911" y="48044"/>
                  <a:pt x="139534" y="45606"/>
                  <a:pt x="137545" y="45606"/>
                </a:cubicBezTo>
                <a:cubicBezTo>
                  <a:pt x="135661" y="45606"/>
                  <a:pt x="129109" y="39235"/>
                  <a:pt x="127250" y="35596"/>
                </a:cubicBezTo>
                <a:cubicBezTo>
                  <a:pt x="125357" y="31897"/>
                  <a:pt x="125824" y="30099"/>
                  <a:pt x="128677" y="30099"/>
                </a:cubicBezTo>
                <a:cubicBezTo>
                  <a:pt x="132030" y="30099"/>
                  <a:pt x="142144" y="39590"/>
                  <a:pt x="141254" y="41906"/>
                </a:cubicBezTo>
                <a:cubicBezTo>
                  <a:pt x="140856" y="42935"/>
                  <a:pt x="141850" y="44413"/>
                  <a:pt x="144054" y="46099"/>
                </a:cubicBezTo>
                <a:cubicBezTo>
                  <a:pt x="149059" y="49911"/>
                  <a:pt x="149301" y="49332"/>
                  <a:pt x="145187" y="43359"/>
                </a:cubicBezTo>
                <a:cubicBezTo>
                  <a:pt x="142014" y="38751"/>
                  <a:pt x="141712" y="37809"/>
                  <a:pt x="142965" y="36556"/>
                </a:cubicBezTo>
                <a:cubicBezTo>
                  <a:pt x="144227" y="35294"/>
                  <a:pt x="145005" y="35380"/>
                  <a:pt x="148567" y="37204"/>
                </a:cubicBezTo>
                <a:cubicBezTo>
                  <a:pt x="153381" y="39659"/>
                  <a:pt x="158136" y="44897"/>
                  <a:pt x="158136" y="47750"/>
                </a:cubicBezTo>
                <a:cubicBezTo>
                  <a:pt x="158136" y="49185"/>
                  <a:pt x="158853" y="49738"/>
                  <a:pt x="160712" y="49738"/>
                </a:cubicBezTo>
                <a:cubicBezTo>
                  <a:pt x="163988" y="49738"/>
                  <a:pt x="163953" y="48943"/>
                  <a:pt x="160461" y="43834"/>
                </a:cubicBezTo>
                <a:cubicBezTo>
                  <a:pt x="154678" y="35380"/>
                  <a:pt x="152059" y="32942"/>
                  <a:pt x="149466" y="33599"/>
                </a:cubicBezTo>
                <a:cubicBezTo>
                  <a:pt x="144772" y="34775"/>
                  <a:pt x="132290" y="28499"/>
                  <a:pt x="132290" y="24964"/>
                </a:cubicBezTo>
                <a:cubicBezTo>
                  <a:pt x="132290" y="22561"/>
                  <a:pt x="141297" y="22682"/>
                  <a:pt x="146069" y="25146"/>
                </a:cubicBezTo>
                <a:cubicBezTo>
                  <a:pt x="147771" y="26027"/>
                  <a:pt x="147832" y="25889"/>
                  <a:pt x="146708" y="23719"/>
                </a:cubicBezTo>
                <a:cubicBezTo>
                  <a:pt x="144711" y="19864"/>
                  <a:pt x="142542" y="17798"/>
                  <a:pt x="141072" y="18360"/>
                </a:cubicBezTo>
                <a:cubicBezTo>
                  <a:pt x="139214" y="19077"/>
                  <a:pt x="131261" y="11739"/>
                  <a:pt x="131261" y="9310"/>
                </a:cubicBezTo>
                <a:cubicBezTo>
                  <a:pt x="131261" y="5610"/>
                  <a:pt x="138548" y="8099"/>
                  <a:pt x="142533" y="13165"/>
                </a:cubicBezTo>
                <a:lnTo>
                  <a:pt x="144694" y="15914"/>
                </a:lnTo>
                <a:lnTo>
                  <a:pt x="144694" y="13338"/>
                </a:lnTo>
                <a:cubicBezTo>
                  <a:pt x="144694" y="9975"/>
                  <a:pt x="146665" y="4140"/>
                  <a:pt x="148446" y="2239"/>
                </a:cubicBezTo>
                <a:cubicBezTo>
                  <a:pt x="150538" y="0"/>
                  <a:pt x="151877" y="1988"/>
                  <a:pt x="152647" y="8445"/>
                </a:cubicBezTo>
                <a:cubicBezTo>
                  <a:pt x="153157" y="12776"/>
                  <a:pt x="154030" y="14764"/>
                  <a:pt x="156554" y="17357"/>
                </a:cubicBezTo>
                <a:lnTo>
                  <a:pt x="159795" y="20702"/>
                </a:lnTo>
                <a:lnTo>
                  <a:pt x="160962" y="16355"/>
                </a:lnTo>
                <a:cubicBezTo>
                  <a:pt x="162328" y="11263"/>
                  <a:pt x="166123" y="6673"/>
                  <a:pt x="167670" y="8220"/>
                </a:cubicBezTo>
                <a:cubicBezTo>
                  <a:pt x="168241" y="8791"/>
                  <a:pt x="168526" y="11116"/>
                  <a:pt x="168310" y="13390"/>
                </a:cubicBezTo>
                <a:cubicBezTo>
                  <a:pt x="168094" y="15663"/>
                  <a:pt x="168241" y="17323"/>
                  <a:pt x="168638" y="17072"/>
                </a:cubicBezTo>
                <a:cubicBezTo>
                  <a:pt x="169451" y="16571"/>
                  <a:pt x="174015" y="22397"/>
                  <a:pt x="175000" y="25189"/>
                </a:cubicBezTo>
                <a:cubicBezTo>
                  <a:pt x="175346" y="26183"/>
                  <a:pt x="176116" y="27004"/>
                  <a:pt x="176703" y="27004"/>
                </a:cubicBezTo>
                <a:cubicBezTo>
                  <a:pt x="177291" y="27004"/>
                  <a:pt x="177775" y="28508"/>
                  <a:pt x="177784" y="30358"/>
                </a:cubicBezTo>
                <a:cubicBezTo>
                  <a:pt x="177793" y="32303"/>
                  <a:pt x="178130" y="33193"/>
                  <a:pt x="178588" y="32476"/>
                </a:cubicBezTo>
                <a:cubicBezTo>
                  <a:pt x="179936" y="30358"/>
                  <a:pt x="188425" y="27047"/>
                  <a:pt x="192565" y="27021"/>
                </a:cubicBezTo>
                <a:cubicBezTo>
                  <a:pt x="196058" y="27004"/>
                  <a:pt x="196481" y="27263"/>
                  <a:pt x="196187" y="29286"/>
                </a:cubicBezTo>
                <a:cubicBezTo>
                  <a:pt x="195703" y="32605"/>
                  <a:pt x="186973" y="37714"/>
                  <a:pt x="181553" y="37844"/>
                </a:cubicBezTo>
                <a:lnTo>
                  <a:pt x="177248" y="37947"/>
                </a:lnTo>
                <a:lnTo>
                  <a:pt x="176928" y="43065"/>
                </a:lnTo>
                <a:lnTo>
                  <a:pt x="176600" y="48191"/>
                </a:lnTo>
                <a:lnTo>
                  <a:pt x="179513" y="45424"/>
                </a:lnTo>
                <a:cubicBezTo>
                  <a:pt x="184699" y="40497"/>
                  <a:pt x="194303" y="37904"/>
                  <a:pt x="194303" y="41431"/>
                </a:cubicBezTo>
                <a:cubicBezTo>
                  <a:pt x="194303" y="45079"/>
                  <a:pt x="181432" y="54985"/>
                  <a:pt x="178813" y="53360"/>
                </a:cubicBezTo>
                <a:cubicBezTo>
                  <a:pt x="177654" y="52642"/>
                  <a:pt x="176202" y="55365"/>
                  <a:pt x="175355" y="59817"/>
                </a:cubicBezTo>
                <a:cubicBezTo>
                  <a:pt x="174698" y="63266"/>
                  <a:pt x="175450" y="64044"/>
                  <a:pt x="177473" y="62021"/>
                </a:cubicBezTo>
                <a:cubicBezTo>
                  <a:pt x="179677" y="59817"/>
                  <a:pt x="181120" y="62220"/>
                  <a:pt x="180636" y="67294"/>
                </a:cubicBezTo>
                <a:cubicBezTo>
                  <a:pt x="180144" y="72446"/>
                  <a:pt x="182054" y="77304"/>
                  <a:pt x="183299" y="74054"/>
                </a:cubicBezTo>
                <a:cubicBezTo>
                  <a:pt x="184051" y="72083"/>
                  <a:pt x="186687" y="71996"/>
                  <a:pt x="187794" y="73907"/>
                </a:cubicBezTo>
                <a:cubicBezTo>
                  <a:pt x="188252" y="74685"/>
                  <a:pt x="190638" y="75670"/>
                  <a:pt x="193110" y="76076"/>
                </a:cubicBezTo>
                <a:cubicBezTo>
                  <a:pt x="197432" y="76794"/>
                  <a:pt x="197553" y="76751"/>
                  <a:pt x="196429" y="74650"/>
                </a:cubicBezTo>
                <a:cubicBezTo>
                  <a:pt x="195755" y="73388"/>
                  <a:pt x="194251" y="72472"/>
                  <a:pt x="192842" y="72472"/>
                </a:cubicBezTo>
                <a:cubicBezTo>
                  <a:pt x="191329" y="72472"/>
                  <a:pt x="189039" y="70950"/>
                  <a:pt x="186782" y="68452"/>
                </a:cubicBezTo>
                <a:cubicBezTo>
                  <a:pt x="177663" y="58365"/>
                  <a:pt x="183524" y="54622"/>
                  <a:pt x="193231" y="64329"/>
                </a:cubicBezTo>
                <a:lnTo>
                  <a:pt x="196507" y="67605"/>
                </a:lnTo>
                <a:lnTo>
                  <a:pt x="195859" y="61511"/>
                </a:lnTo>
                <a:cubicBezTo>
                  <a:pt x="195306" y="56368"/>
                  <a:pt x="195582" y="54700"/>
                  <a:pt x="197596" y="50775"/>
                </a:cubicBezTo>
                <a:cubicBezTo>
                  <a:pt x="198910" y="48217"/>
                  <a:pt x="200691" y="46125"/>
                  <a:pt x="201538" y="46125"/>
                </a:cubicBezTo>
                <a:cubicBezTo>
                  <a:pt x="203872" y="46125"/>
                  <a:pt x="203725" y="59151"/>
                  <a:pt x="201365" y="61770"/>
                </a:cubicBezTo>
                <a:cubicBezTo>
                  <a:pt x="199256" y="64113"/>
                  <a:pt x="197977" y="68815"/>
                  <a:pt x="198997" y="70475"/>
                </a:cubicBezTo>
                <a:cubicBezTo>
                  <a:pt x="199446" y="71201"/>
                  <a:pt x="200423" y="69654"/>
                  <a:pt x="201417" y="66654"/>
                </a:cubicBezTo>
                <a:cubicBezTo>
                  <a:pt x="202679" y="62868"/>
                  <a:pt x="203604" y="61623"/>
                  <a:pt x="205160" y="61623"/>
                </a:cubicBezTo>
                <a:cubicBezTo>
                  <a:pt x="207036" y="61623"/>
                  <a:pt x="207226" y="62315"/>
                  <a:pt x="207226" y="69204"/>
                </a:cubicBezTo>
                <a:cubicBezTo>
                  <a:pt x="207226" y="75186"/>
                  <a:pt x="206845" y="77053"/>
                  <a:pt x="205445" y="78082"/>
                </a:cubicBezTo>
                <a:cubicBezTo>
                  <a:pt x="203906" y="79197"/>
                  <a:pt x="203855" y="79655"/>
                  <a:pt x="205056" y="81297"/>
                </a:cubicBezTo>
                <a:cubicBezTo>
                  <a:pt x="206370" y="83095"/>
                  <a:pt x="206534" y="83035"/>
                  <a:pt x="207986" y="80165"/>
                </a:cubicBezTo>
                <a:cubicBezTo>
                  <a:pt x="208834" y="78497"/>
                  <a:pt x="210329" y="74676"/>
                  <a:pt x="211306" y="71676"/>
                </a:cubicBezTo>
                <a:cubicBezTo>
                  <a:pt x="213069" y="66300"/>
                  <a:pt x="213061" y="66213"/>
                  <a:pt x="210856" y="64424"/>
                </a:cubicBezTo>
                <a:cubicBezTo>
                  <a:pt x="209162" y="63050"/>
                  <a:pt x="208479" y="61079"/>
                  <a:pt x="208047" y="56247"/>
                </a:cubicBezTo>
                <a:cubicBezTo>
                  <a:pt x="207727" y="52746"/>
                  <a:pt x="207753" y="49124"/>
                  <a:pt x="208107" y="48217"/>
                </a:cubicBezTo>
                <a:cubicBezTo>
                  <a:pt x="209223" y="45303"/>
                  <a:pt x="212594" y="48242"/>
                  <a:pt x="214729" y="53982"/>
                </a:cubicBezTo>
                <a:lnTo>
                  <a:pt x="216700" y="59255"/>
                </a:lnTo>
                <a:lnTo>
                  <a:pt x="218083" y="55927"/>
                </a:lnTo>
                <a:cubicBezTo>
                  <a:pt x="219189" y="53265"/>
                  <a:pt x="219207" y="52193"/>
                  <a:pt x="218178" y="50550"/>
                </a:cubicBezTo>
                <a:cubicBezTo>
                  <a:pt x="215879" y="46868"/>
                  <a:pt x="219103" y="35933"/>
                  <a:pt x="221964" y="37697"/>
                </a:cubicBezTo>
                <a:cubicBezTo>
                  <a:pt x="223615" y="38725"/>
                  <a:pt x="224523" y="45848"/>
                  <a:pt x="223382" y="48856"/>
                </a:cubicBezTo>
                <a:lnTo>
                  <a:pt x="222379" y="51493"/>
                </a:lnTo>
                <a:lnTo>
                  <a:pt x="226130" y="49582"/>
                </a:lnTo>
                <a:cubicBezTo>
                  <a:pt x="234991" y="45070"/>
                  <a:pt x="239417" y="49219"/>
                  <a:pt x="231550" y="54656"/>
                </a:cubicBezTo>
                <a:cubicBezTo>
                  <a:pt x="228819" y="56549"/>
                  <a:pt x="227444" y="58287"/>
                  <a:pt x="227418" y="59886"/>
                </a:cubicBezTo>
                <a:cubicBezTo>
                  <a:pt x="227393" y="61200"/>
                  <a:pt x="226934" y="63110"/>
                  <a:pt x="226381" y="64130"/>
                </a:cubicBezTo>
                <a:cubicBezTo>
                  <a:pt x="225439" y="65902"/>
                  <a:pt x="225612" y="65911"/>
                  <a:pt x="229925" y="64355"/>
                </a:cubicBezTo>
                <a:cubicBezTo>
                  <a:pt x="233876" y="62937"/>
                  <a:pt x="234455" y="62350"/>
                  <a:pt x="234377" y="59800"/>
                </a:cubicBezTo>
                <a:cubicBezTo>
                  <a:pt x="234247" y="55218"/>
                  <a:pt x="236374" y="53844"/>
                  <a:pt x="238777" y="56973"/>
                </a:cubicBezTo>
                <a:cubicBezTo>
                  <a:pt x="241128" y="60050"/>
                  <a:pt x="242857" y="67190"/>
                  <a:pt x="241768" y="69394"/>
                </a:cubicBezTo>
                <a:cubicBezTo>
                  <a:pt x="241344" y="70250"/>
                  <a:pt x="241638" y="72117"/>
                  <a:pt x="242425" y="73526"/>
                </a:cubicBezTo>
                <a:cubicBezTo>
                  <a:pt x="243790" y="75990"/>
                  <a:pt x="243842" y="75903"/>
                  <a:pt x="243877" y="71106"/>
                </a:cubicBezTo>
                <a:cubicBezTo>
                  <a:pt x="243911" y="67043"/>
                  <a:pt x="244231" y="66187"/>
                  <a:pt x="245614" y="66455"/>
                </a:cubicBezTo>
                <a:cubicBezTo>
                  <a:pt x="248640" y="67052"/>
                  <a:pt x="251570" y="72221"/>
                  <a:pt x="251778" y="77304"/>
                </a:cubicBezTo>
                <a:cubicBezTo>
                  <a:pt x="251890" y="80225"/>
                  <a:pt x="252547" y="82412"/>
                  <a:pt x="253455" y="82922"/>
                </a:cubicBezTo>
                <a:cubicBezTo>
                  <a:pt x="255322" y="83968"/>
                  <a:pt x="255434" y="82317"/>
                  <a:pt x="254060" y="73829"/>
                </a:cubicBezTo>
                <a:cubicBezTo>
                  <a:pt x="253213" y="68573"/>
                  <a:pt x="252642" y="67372"/>
                  <a:pt x="250905" y="67112"/>
                </a:cubicBezTo>
                <a:cubicBezTo>
                  <a:pt x="246219" y="66412"/>
                  <a:pt x="239944" y="54440"/>
                  <a:pt x="243583" y="53144"/>
                </a:cubicBezTo>
                <a:cubicBezTo>
                  <a:pt x="244257" y="52910"/>
                  <a:pt x="246695" y="54423"/>
                  <a:pt x="249012" y="56515"/>
                </a:cubicBezTo>
                <a:cubicBezTo>
                  <a:pt x="253143" y="60249"/>
                  <a:pt x="253221" y="60275"/>
                  <a:pt x="253221" y="57760"/>
                </a:cubicBezTo>
                <a:cubicBezTo>
                  <a:pt x="253221" y="56359"/>
                  <a:pt x="252072" y="53973"/>
                  <a:pt x="250680" y="52469"/>
                </a:cubicBezTo>
                <a:cubicBezTo>
                  <a:pt x="248104" y="49686"/>
                  <a:pt x="246271" y="43505"/>
                  <a:pt x="247464" y="41578"/>
                </a:cubicBezTo>
                <a:cubicBezTo>
                  <a:pt x="248605" y="39728"/>
                  <a:pt x="251173" y="41595"/>
                  <a:pt x="253342" y="45857"/>
                </a:cubicBezTo>
                <a:lnTo>
                  <a:pt x="255451" y="49980"/>
                </a:lnTo>
                <a:lnTo>
                  <a:pt x="258779" y="46756"/>
                </a:lnTo>
                <a:cubicBezTo>
                  <a:pt x="264355" y="41353"/>
                  <a:pt x="266870" y="42961"/>
                  <a:pt x="263802" y="49989"/>
                </a:cubicBezTo>
                <a:cubicBezTo>
                  <a:pt x="262298" y="53429"/>
                  <a:pt x="262099" y="55123"/>
                  <a:pt x="262877" y="57785"/>
                </a:cubicBezTo>
                <a:lnTo>
                  <a:pt x="263871" y="61183"/>
                </a:lnTo>
                <a:lnTo>
                  <a:pt x="266559" y="58633"/>
                </a:lnTo>
                <a:cubicBezTo>
                  <a:pt x="269827" y="55529"/>
                  <a:pt x="274918" y="53991"/>
                  <a:pt x="274918" y="56117"/>
                </a:cubicBezTo>
                <a:cubicBezTo>
                  <a:pt x="274918" y="56904"/>
                  <a:pt x="274201" y="58581"/>
                  <a:pt x="273310" y="59843"/>
                </a:cubicBezTo>
                <a:cubicBezTo>
                  <a:pt x="272428" y="61113"/>
                  <a:pt x="271944" y="62531"/>
                  <a:pt x="272238" y="63006"/>
                </a:cubicBezTo>
                <a:cubicBezTo>
                  <a:pt x="272532" y="63482"/>
                  <a:pt x="272887" y="66853"/>
                  <a:pt x="273016" y="70501"/>
                </a:cubicBezTo>
                <a:lnTo>
                  <a:pt x="273267" y="77131"/>
                </a:lnTo>
                <a:lnTo>
                  <a:pt x="277451" y="77373"/>
                </a:lnTo>
                <a:cubicBezTo>
                  <a:pt x="286492" y="77909"/>
                  <a:pt x="290451" y="82136"/>
                  <a:pt x="283709" y="84063"/>
                </a:cubicBezTo>
                <a:cubicBezTo>
                  <a:pt x="280079" y="85101"/>
                  <a:pt x="273059" y="84271"/>
                  <a:pt x="271002" y="82559"/>
                </a:cubicBezTo>
                <a:cubicBezTo>
                  <a:pt x="269861" y="81617"/>
                  <a:pt x="269144" y="81894"/>
                  <a:pt x="267614" y="83899"/>
                </a:cubicBezTo>
                <a:cubicBezTo>
                  <a:pt x="266542" y="85291"/>
                  <a:pt x="265651" y="86657"/>
                  <a:pt x="265643" y="86942"/>
                </a:cubicBezTo>
                <a:cubicBezTo>
                  <a:pt x="265626" y="87227"/>
                  <a:pt x="268288" y="87331"/>
                  <a:pt x="271564" y="87175"/>
                </a:cubicBezTo>
                <a:cubicBezTo>
                  <a:pt x="274832" y="87011"/>
                  <a:pt x="278151" y="87314"/>
                  <a:pt x="278946" y="87841"/>
                </a:cubicBezTo>
                <a:cubicBezTo>
                  <a:pt x="281375" y="89457"/>
                  <a:pt x="279361" y="92042"/>
                  <a:pt x="274693" y="93287"/>
                </a:cubicBezTo>
                <a:lnTo>
                  <a:pt x="270267" y="94471"/>
                </a:lnTo>
                <a:lnTo>
                  <a:pt x="270267" y="100012"/>
                </a:lnTo>
                <a:cubicBezTo>
                  <a:pt x="270267" y="103054"/>
                  <a:pt x="270414" y="105552"/>
                  <a:pt x="270587" y="105552"/>
                </a:cubicBezTo>
                <a:cubicBezTo>
                  <a:pt x="270760" y="105552"/>
                  <a:pt x="272238" y="104092"/>
                  <a:pt x="273863" y="102311"/>
                </a:cubicBezTo>
                <a:cubicBezTo>
                  <a:pt x="277044" y="98819"/>
                  <a:pt x="285982" y="95690"/>
                  <a:pt x="287815" y="97418"/>
                </a:cubicBezTo>
                <a:cubicBezTo>
                  <a:pt x="290279" y="99735"/>
                  <a:pt x="281877" y="106581"/>
                  <a:pt x="276578" y="106590"/>
                </a:cubicBezTo>
                <a:cubicBezTo>
                  <a:pt x="274685" y="106590"/>
                  <a:pt x="272100" y="107644"/>
                  <a:pt x="270267" y="109166"/>
                </a:cubicBezTo>
                <a:lnTo>
                  <a:pt x="267173" y="111733"/>
                </a:lnTo>
                <a:lnTo>
                  <a:pt x="271011" y="110194"/>
                </a:lnTo>
                <a:cubicBezTo>
                  <a:pt x="276275" y="108077"/>
                  <a:pt x="280338" y="108146"/>
                  <a:pt x="279906" y="110350"/>
                </a:cubicBezTo>
                <a:cubicBezTo>
                  <a:pt x="279361" y="113116"/>
                  <a:pt x="272290" y="118155"/>
                  <a:pt x="268547" y="118449"/>
                </a:cubicBezTo>
                <a:cubicBezTo>
                  <a:pt x="266248" y="118631"/>
                  <a:pt x="264986" y="119314"/>
                  <a:pt x="264752" y="120507"/>
                </a:cubicBezTo>
                <a:cubicBezTo>
                  <a:pt x="264450" y="122019"/>
                  <a:pt x="264908" y="122175"/>
                  <a:pt x="267804" y="121544"/>
                </a:cubicBezTo>
                <a:cubicBezTo>
                  <a:pt x="269688" y="121129"/>
                  <a:pt x="273215" y="119936"/>
                  <a:pt x="275653" y="118890"/>
                </a:cubicBezTo>
                <a:cubicBezTo>
                  <a:pt x="279041" y="117438"/>
                  <a:pt x="280087" y="116427"/>
                  <a:pt x="280087" y="114620"/>
                </a:cubicBezTo>
                <a:cubicBezTo>
                  <a:pt x="280087" y="110393"/>
                  <a:pt x="289431" y="102078"/>
                  <a:pt x="291670" y="104308"/>
                </a:cubicBezTo>
                <a:cubicBezTo>
                  <a:pt x="292491" y="105138"/>
                  <a:pt x="292094" y="106875"/>
                  <a:pt x="290209" y="110687"/>
                </a:cubicBezTo>
                <a:cubicBezTo>
                  <a:pt x="287720" y="115727"/>
                  <a:pt x="287703" y="115899"/>
                  <a:pt x="289734" y="115260"/>
                </a:cubicBezTo>
                <a:cubicBezTo>
                  <a:pt x="290892" y="114888"/>
                  <a:pt x="293295" y="113056"/>
                  <a:pt x="295067" y="111171"/>
                </a:cubicBezTo>
                <a:cubicBezTo>
                  <a:pt x="298162" y="107895"/>
                  <a:pt x="303262" y="105639"/>
                  <a:pt x="304593" y="106970"/>
                </a:cubicBezTo>
                <a:cubicBezTo>
                  <a:pt x="305760" y="108137"/>
                  <a:pt x="302890" y="112796"/>
                  <a:pt x="300254" y="113998"/>
                </a:cubicBezTo>
                <a:cubicBezTo>
                  <a:pt x="297177" y="115398"/>
                  <a:pt x="296943" y="116548"/>
                  <a:pt x="299562" y="117386"/>
                </a:cubicBezTo>
                <a:cubicBezTo>
                  <a:pt x="300608" y="117715"/>
                  <a:pt x="302571" y="119167"/>
                  <a:pt x="303928" y="120610"/>
                </a:cubicBezTo>
                <a:cubicBezTo>
                  <a:pt x="305959" y="122763"/>
                  <a:pt x="306132" y="123385"/>
                  <a:pt x="304913" y="124137"/>
                </a:cubicBezTo>
                <a:cubicBezTo>
                  <a:pt x="303349" y="125105"/>
                  <a:pt x="298352" y="124474"/>
                  <a:pt x="295335" y="122936"/>
                </a:cubicBezTo>
                <a:cubicBezTo>
                  <a:pt x="294168" y="122339"/>
                  <a:pt x="293529" y="122400"/>
                  <a:pt x="293529" y="123109"/>
                </a:cubicBezTo>
                <a:cubicBezTo>
                  <a:pt x="293529" y="123714"/>
                  <a:pt x="292396" y="124630"/>
                  <a:pt x="291013" y="125157"/>
                </a:cubicBezTo>
                <a:lnTo>
                  <a:pt x="288498" y="126117"/>
                </a:lnTo>
                <a:lnTo>
                  <a:pt x="292725" y="130344"/>
                </a:lnTo>
                <a:cubicBezTo>
                  <a:pt x="297436" y="135055"/>
                  <a:pt x="297064" y="137561"/>
                  <a:pt x="291921" y="135850"/>
                </a:cubicBezTo>
                <a:cubicBezTo>
                  <a:pt x="289276" y="134968"/>
                  <a:pt x="282032" y="136602"/>
                  <a:pt x="278376" y="138910"/>
                </a:cubicBezTo>
                <a:cubicBezTo>
                  <a:pt x="277710" y="139325"/>
                  <a:pt x="276552" y="139420"/>
                  <a:pt x="275791" y="139126"/>
                </a:cubicBezTo>
                <a:cubicBezTo>
                  <a:pt x="274702" y="138711"/>
                  <a:pt x="274468" y="139999"/>
                  <a:pt x="274693" y="145064"/>
                </a:cubicBezTo>
                <a:cubicBezTo>
                  <a:pt x="274996" y="151841"/>
                  <a:pt x="273958" y="154927"/>
                  <a:pt x="271832" y="153613"/>
                </a:cubicBezTo>
                <a:cubicBezTo>
                  <a:pt x="268642" y="151643"/>
                  <a:pt x="266239" y="139636"/>
                  <a:pt x="268720" y="138106"/>
                </a:cubicBezTo>
                <a:cubicBezTo>
                  <a:pt x="270587" y="136956"/>
                  <a:pt x="269809" y="135884"/>
                  <a:pt x="266334" y="134821"/>
                </a:cubicBezTo>
                <a:lnTo>
                  <a:pt x="262920" y="133767"/>
                </a:lnTo>
                <a:lnTo>
                  <a:pt x="264381" y="139515"/>
                </a:lnTo>
                <a:cubicBezTo>
                  <a:pt x="265470" y="143802"/>
                  <a:pt x="265556" y="145721"/>
                  <a:pt x="264701" y="147096"/>
                </a:cubicBezTo>
                <a:cubicBezTo>
                  <a:pt x="264070" y="148107"/>
                  <a:pt x="263551" y="150234"/>
                  <a:pt x="263551" y="151824"/>
                </a:cubicBezTo>
                <a:cubicBezTo>
                  <a:pt x="263551" y="153415"/>
                  <a:pt x="262695" y="156405"/>
                  <a:pt x="261641" y="158471"/>
                </a:cubicBezTo>
                <a:lnTo>
                  <a:pt x="259730" y="162223"/>
                </a:lnTo>
                <a:lnTo>
                  <a:pt x="262220" y="161272"/>
                </a:lnTo>
                <a:cubicBezTo>
                  <a:pt x="265626" y="159984"/>
                  <a:pt x="272575" y="160079"/>
                  <a:pt x="273414" y="161428"/>
                </a:cubicBezTo>
                <a:cubicBezTo>
                  <a:pt x="274451" y="163105"/>
                  <a:pt x="270890" y="166415"/>
                  <a:pt x="266697" y="167669"/>
                </a:cubicBezTo>
                <a:cubicBezTo>
                  <a:pt x="264104" y="168447"/>
                  <a:pt x="262894" y="169432"/>
                  <a:pt x="262790" y="170876"/>
                </a:cubicBezTo>
                <a:cubicBezTo>
                  <a:pt x="262704" y="172025"/>
                  <a:pt x="261917" y="173745"/>
                  <a:pt x="261053" y="174696"/>
                </a:cubicBezTo>
                <a:cubicBezTo>
                  <a:pt x="259601" y="176313"/>
                  <a:pt x="259912" y="176451"/>
                  <a:pt x="265280" y="176572"/>
                </a:cubicBezTo>
                <a:cubicBezTo>
                  <a:pt x="274183" y="176779"/>
                  <a:pt x="277027" y="181015"/>
                  <a:pt x="269247" y="182476"/>
                </a:cubicBezTo>
                <a:cubicBezTo>
                  <a:pt x="267121" y="182873"/>
                  <a:pt x="265617" y="183764"/>
                  <a:pt x="265617" y="184628"/>
                </a:cubicBezTo>
                <a:cubicBezTo>
                  <a:pt x="265617" y="185432"/>
                  <a:pt x="264225" y="187680"/>
                  <a:pt x="262522" y="189624"/>
                </a:cubicBezTo>
                <a:cubicBezTo>
                  <a:pt x="260811" y="191569"/>
                  <a:pt x="259419" y="193644"/>
                  <a:pt x="259419" y="194240"/>
                </a:cubicBezTo>
                <a:cubicBezTo>
                  <a:pt x="259419" y="194837"/>
                  <a:pt x="258555" y="195598"/>
                  <a:pt x="257509" y="195935"/>
                </a:cubicBezTo>
                <a:cubicBezTo>
                  <a:pt x="255840" y="196462"/>
                  <a:pt x="256160" y="197145"/>
                  <a:pt x="259998" y="201268"/>
                </a:cubicBezTo>
                <a:cubicBezTo>
                  <a:pt x="262419" y="203861"/>
                  <a:pt x="265176" y="206921"/>
                  <a:pt x="266127" y="208045"/>
                </a:cubicBezTo>
                <a:cubicBezTo>
                  <a:pt x="268435" y="210794"/>
                  <a:pt x="269377" y="209670"/>
                  <a:pt x="267277" y="206671"/>
                </a:cubicBezTo>
                <a:cubicBezTo>
                  <a:pt x="265141" y="203619"/>
                  <a:pt x="264960" y="193402"/>
                  <a:pt x="267043" y="193402"/>
                </a:cubicBezTo>
                <a:cubicBezTo>
                  <a:pt x="269221" y="193402"/>
                  <a:pt x="270769" y="195822"/>
                  <a:pt x="271746" y="200784"/>
                </a:cubicBezTo>
                <a:cubicBezTo>
                  <a:pt x="272230" y="203256"/>
                  <a:pt x="272679" y="204700"/>
                  <a:pt x="272740" y="203991"/>
                </a:cubicBezTo>
                <a:cubicBezTo>
                  <a:pt x="272800" y="203282"/>
                  <a:pt x="273544" y="202703"/>
                  <a:pt x="274382" y="202703"/>
                </a:cubicBezTo>
                <a:cubicBezTo>
                  <a:pt x="276586" y="202703"/>
                  <a:pt x="279059" y="208131"/>
                  <a:pt x="279059" y="212981"/>
                </a:cubicBezTo>
                <a:cubicBezTo>
                  <a:pt x="279059" y="215289"/>
                  <a:pt x="279517" y="217173"/>
                  <a:pt x="280087" y="217173"/>
                </a:cubicBezTo>
                <a:cubicBezTo>
                  <a:pt x="281254" y="217173"/>
                  <a:pt x="281410" y="213344"/>
                  <a:pt x="280476" y="207699"/>
                </a:cubicBezTo>
                <a:cubicBezTo>
                  <a:pt x="280070" y="205236"/>
                  <a:pt x="279188" y="203740"/>
                  <a:pt x="277952" y="203420"/>
                </a:cubicBezTo>
                <a:cubicBezTo>
                  <a:pt x="275558" y="202789"/>
                  <a:pt x="271694" y="196618"/>
                  <a:pt x="272065" y="193998"/>
                </a:cubicBezTo>
                <a:cubicBezTo>
                  <a:pt x="272506" y="190826"/>
                  <a:pt x="274667" y="190921"/>
                  <a:pt x="278021" y="194266"/>
                </a:cubicBezTo>
                <a:cubicBezTo>
                  <a:pt x="280614" y="196860"/>
                  <a:pt x="281124" y="197058"/>
                  <a:pt x="281124" y="195459"/>
                </a:cubicBezTo>
                <a:cubicBezTo>
                  <a:pt x="281124" y="194405"/>
                  <a:pt x="280364" y="192788"/>
                  <a:pt x="279439" y="191863"/>
                </a:cubicBezTo>
                <a:cubicBezTo>
                  <a:pt x="278514" y="190938"/>
                  <a:pt x="277520" y="188112"/>
                  <a:pt x="277235" y="185588"/>
                </a:cubicBezTo>
                <a:cubicBezTo>
                  <a:pt x="276811" y="181802"/>
                  <a:pt x="277019" y="180998"/>
                  <a:pt x="278419" y="180998"/>
                </a:cubicBezTo>
                <a:cubicBezTo>
                  <a:pt x="279361" y="180998"/>
                  <a:pt x="280891" y="182606"/>
                  <a:pt x="281825" y="184568"/>
                </a:cubicBezTo>
                <a:lnTo>
                  <a:pt x="283528" y="188129"/>
                </a:lnTo>
                <a:lnTo>
                  <a:pt x="286544" y="185588"/>
                </a:lnTo>
                <a:cubicBezTo>
                  <a:pt x="291169" y="181698"/>
                  <a:pt x="293045" y="184222"/>
                  <a:pt x="289959" y="190195"/>
                </a:cubicBezTo>
                <a:cubicBezTo>
                  <a:pt x="289138" y="191777"/>
                  <a:pt x="288714" y="194024"/>
                  <a:pt x="289017" y="195174"/>
                </a:cubicBezTo>
                <a:cubicBezTo>
                  <a:pt x="289561" y="197266"/>
                  <a:pt x="289561" y="197266"/>
                  <a:pt x="293537" y="195088"/>
                </a:cubicBezTo>
                <a:cubicBezTo>
                  <a:pt x="298188" y="192546"/>
                  <a:pt x="299580" y="193281"/>
                  <a:pt x="297643" y="197266"/>
                </a:cubicBezTo>
                <a:cubicBezTo>
                  <a:pt x="296883" y="198839"/>
                  <a:pt x="296321" y="200386"/>
                  <a:pt x="296390" y="200715"/>
                </a:cubicBezTo>
                <a:cubicBezTo>
                  <a:pt x="296451" y="201043"/>
                  <a:pt x="296615" y="203732"/>
                  <a:pt x="296753" y="206688"/>
                </a:cubicBezTo>
                <a:cubicBezTo>
                  <a:pt x="296978" y="211529"/>
                  <a:pt x="297254" y="212108"/>
                  <a:pt x="299657" y="212618"/>
                </a:cubicBezTo>
                <a:cubicBezTo>
                  <a:pt x="304317" y="213603"/>
                  <a:pt x="306962" y="215012"/>
                  <a:pt x="306962" y="216516"/>
                </a:cubicBezTo>
                <a:cubicBezTo>
                  <a:pt x="306962" y="219516"/>
                  <a:pt x="297531" y="220380"/>
                  <a:pt x="294523" y="217657"/>
                </a:cubicBezTo>
                <a:cubicBezTo>
                  <a:pt x="292932" y="216214"/>
                  <a:pt x="292621" y="216291"/>
                  <a:pt x="291186" y="218487"/>
                </a:cubicBezTo>
                <a:lnTo>
                  <a:pt x="289596" y="220916"/>
                </a:lnTo>
                <a:lnTo>
                  <a:pt x="294713" y="220985"/>
                </a:lnTo>
                <a:cubicBezTo>
                  <a:pt x="297531" y="221028"/>
                  <a:pt x="300116" y="221348"/>
                  <a:pt x="300461" y="221694"/>
                </a:cubicBezTo>
                <a:cubicBezTo>
                  <a:pt x="302112" y="223345"/>
                  <a:pt x="298205" y="231384"/>
                  <a:pt x="293676" y="235671"/>
                </a:cubicBezTo>
                <a:cubicBezTo>
                  <a:pt x="291039" y="238169"/>
                  <a:pt x="290114" y="239423"/>
                  <a:pt x="291636" y="238446"/>
                </a:cubicBezTo>
                <a:cubicBezTo>
                  <a:pt x="293148" y="237478"/>
                  <a:pt x="295188" y="236821"/>
                  <a:pt x="296174" y="237003"/>
                </a:cubicBezTo>
                <a:cubicBezTo>
                  <a:pt x="297384" y="237219"/>
                  <a:pt x="298309" y="236268"/>
                  <a:pt x="299096" y="233994"/>
                </a:cubicBezTo>
                <a:cubicBezTo>
                  <a:pt x="299727" y="232170"/>
                  <a:pt x="301015" y="229906"/>
                  <a:pt x="301948" y="228964"/>
                </a:cubicBezTo>
                <a:cubicBezTo>
                  <a:pt x="303539" y="227382"/>
                  <a:pt x="303746" y="227425"/>
                  <a:pt x="304896" y="229569"/>
                </a:cubicBezTo>
                <a:cubicBezTo>
                  <a:pt x="305570" y="230839"/>
                  <a:pt x="305933" y="233216"/>
                  <a:pt x="305691" y="234859"/>
                </a:cubicBezTo>
                <a:cubicBezTo>
                  <a:pt x="305276" y="237685"/>
                  <a:pt x="305345" y="237746"/>
                  <a:pt x="307143" y="236129"/>
                </a:cubicBezTo>
                <a:cubicBezTo>
                  <a:pt x="308181" y="235187"/>
                  <a:pt x="309028" y="233398"/>
                  <a:pt x="309028" y="232145"/>
                </a:cubicBezTo>
                <a:cubicBezTo>
                  <a:pt x="309028" y="229776"/>
                  <a:pt x="313298" y="224408"/>
                  <a:pt x="315182" y="224408"/>
                </a:cubicBezTo>
                <a:cubicBezTo>
                  <a:pt x="316825" y="224408"/>
                  <a:pt x="316470" y="229845"/>
                  <a:pt x="314655" y="232438"/>
                </a:cubicBezTo>
                <a:cubicBezTo>
                  <a:pt x="313065" y="234712"/>
                  <a:pt x="313090" y="234738"/>
                  <a:pt x="317758" y="234738"/>
                </a:cubicBezTo>
                <a:cubicBezTo>
                  <a:pt x="321665" y="234738"/>
                  <a:pt x="322461" y="235066"/>
                  <a:pt x="322461" y="236674"/>
                </a:cubicBezTo>
                <a:cubicBezTo>
                  <a:pt x="322461" y="238066"/>
                  <a:pt x="321225" y="238956"/>
                  <a:pt x="318069" y="239855"/>
                </a:cubicBezTo>
                <a:cubicBezTo>
                  <a:pt x="315658" y="240538"/>
                  <a:pt x="312840" y="242224"/>
                  <a:pt x="311820" y="243607"/>
                </a:cubicBezTo>
                <a:cubicBezTo>
                  <a:pt x="309970" y="246105"/>
                  <a:pt x="309970" y="246105"/>
                  <a:pt x="312995" y="246105"/>
                </a:cubicBezTo>
                <a:cubicBezTo>
                  <a:pt x="314672" y="246105"/>
                  <a:pt x="317136" y="247004"/>
                  <a:pt x="318476" y="248093"/>
                </a:cubicBezTo>
                <a:lnTo>
                  <a:pt x="320913" y="250081"/>
                </a:lnTo>
                <a:lnTo>
                  <a:pt x="318329" y="251049"/>
                </a:lnTo>
                <a:cubicBezTo>
                  <a:pt x="316911" y="251576"/>
                  <a:pt x="315226" y="252199"/>
                  <a:pt x="314586" y="252423"/>
                </a:cubicBezTo>
                <a:cubicBezTo>
                  <a:pt x="313955" y="252640"/>
                  <a:pt x="311370" y="254671"/>
                  <a:pt x="308846" y="256927"/>
                </a:cubicBezTo>
                <a:lnTo>
                  <a:pt x="304256" y="261024"/>
                </a:lnTo>
                <a:lnTo>
                  <a:pt x="306746" y="265476"/>
                </a:lnTo>
                <a:cubicBezTo>
                  <a:pt x="309287" y="270023"/>
                  <a:pt x="309218" y="272979"/>
                  <a:pt x="306581" y="272979"/>
                </a:cubicBezTo>
                <a:cubicBezTo>
                  <a:pt x="304515" y="272979"/>
                  <a:pt x="298689" y="266090"/>
                  <a:pt x="298689" y="263643"/>
                </a:cubicBezTo>
                <a:cubicBezTo>
                  <a:pt x="298689" y="262044"/>
                  <a:pt x="297981" y="261612"/>
                  <a:pt x="295396" y="261612"/>
                </a:cubicBezTo>
                <a:lnTo>
                  <a:pt x="292103" y="261612"/>
                </a:lnTo>
                <a:lnTo>
                  <a:pt x="294756" y="264456"/>
                </a:lnTo>
                <a:cubicBezTo>
                  <a:pt x="299865" y="269928"/>
                  <a:pt x="300487" y="272979"/>
                  <a:pt x="296485" y="272979"/>
                </a:cubicBezTo>
                <a:cubicBezTo>
                  <a:pt x="294151" y="272979"/>
                  <a:pt x="287322" y="267075"/>
                  <a:pt x="287322" y="265061"/>
                </a:cubicBezTo>
                <a:cubicBezTo>
                  <a:pt x="287322" y="263946"/>
                  <a:pt x="286259" y="263643"/>
                  <a:pt x="283130" y="263877"/>
                </a:cubicBezTo>
                <a:cubicBezTo>
                  <a:pt x="279067" y="264188"/>
                  <a:pt x="278860" y="264387"/>
                  <a:pt x="276500" y="270213"/>
                </a:cubicBezTo>
                <a:cubicBezTo>
                  <a:pt x="274572" y="274959"/>
                  <a:pt x="274391" y="276108"/>
                  <a:pt x="275618" y="275641"/>
                </a:cubicBezTo>
                <a:cubicBezTo>
                  <a:pt x="279344" y="274206"/>
                  <a:pt x="281972" y="273921"/>
                  <a:pt x="282568" y="274872"/>
                </a:cubicBezTo>
                <a:cubicBezTo>
                  <a:pt x="283683" y="276687"/>
                  <a:pt x="278030" y="282202"/>
                  <a:pt x="273933" y="283300"/>
                </a:cubicBezTo>
                <a:cubicBezTo>
                  <a:pt x="271763" y="283888"/>
                  <a:pt x="269394" y="285089"/>
                  <a:pt x="268651" y="285980"/>
                </a:cubicBezTo>
                <a:cubicBezTo>
                  <a:pt x="267527" y="287328"/>
                  <a:pt x="267934" y="287302"/>
                  <a:pt x="271132" y="285772"/>
                </a:cubicBezTo>
                <a:cubicBezTo>
                  <a:pt x="273855" y="284476"/>
                  <a:pt x="275264" y="284277"/>
                  <a:pt x="276059" y="285072"/>
                </a:cubicBezTo>
                <a:cubicBezTo>
                  <a:pt x="276854" y="285867"/>
                  <a:pt x="278160" y="285115"/>
                  <a:pt x="280632" y="282427"/>
                </a:cubicBezTo>
                <a:cubicBezTo>
                  <a:pt x="283355" y="279462"/>
                  <a:pt x="284357" y="278935"/>
                  <a:pt x="285360" y="279920"/>
                </a:cubicBezTo>
                <a:cubicBezTo>
                  <a:pt x="286363" y="280914"/>
                  <a:pt x="286294" y="282038"/>
                  <a:pt x="285014" y="285288"/>
                </a:cubicBezTo>
                <a:cubicBezTo>
                  <a:pt x="283450" y="289264"/>
                  <a:pt x="283467" y="289360"/>
                  <a:pt x="285360" y="288175"/>
                </a:cubicBezTo>
                <a:cubicBezTo>
                  <a:pt x="286441" y="287501"/>
                  <a:pt x="287322" y="286663"/>
                  <a:pt x="287322" y="286308"/>
                </a:cubicBezTo>
                <a:cubicBezTo>
                  <a:pt x="287322" y="284839"/>
                  <a:pt x="292924" y="280214"/>
                  <a:pt x="294696" y="280214"/>
                </a:cubicBezTo>
                <a:cubicBezTo>
                  <a:pt x="297211" y="280214"/>
                  <a:pt x="297142" y="282375"/>
                  <a:pt x="294523" y="285703"/>
                </a:cubicBezTo>
                <a:cubicBezTo>
                  <a:pt x="292509" y="288270"/>
                  <a:pt x="292500" y="288417"/>
                  <a:pt x="294324" y="289394"/>
                </a:cubicBezTo>
                <a:cubicBezTo>
                  <a:pt x="295802" y="290181"/>
                  <a:pt x="296520" y="289930"/>
                  <a:pt x="297583" y="288218"/>
                </a:cubicBezTo>
                <a:cubicBezTo>
                  <a:pt x="298914" y="286092"/>
                  <a:pt x="298992" y="286083"/>
                  <a:pt x="300375" y="287968"/>
                </a:cubicBezTo>
                <a:cubicBezTo>
                  <a:pt x="301153" y="289040"/>
                  <a:pt x="301793" y="290976"/>
                  <a:pt x="301793" y="292281"/>
                </a:cubicBezTo>
                <a:cubicBezTo>
                  <a:pt x="301793" y="294632"/>
                  <a:pt x="301827" y="294632"/>
                  <a:pt x="305423" y="292921"/>
                </a:cubicBezTo>
                <a:cubicBezTo>
                  <a:pt x="310627" y="290440"/>
                  <a:pt x="312088" y="292307"/>
                  <a:pt x="308388" y="296707"/>
                </a:cubicBezTo>
                <a:cubicBezTo>
                  <a:pt x="306832" y="298557"/>
                  <a:pt x="305449" y="301133"/>
                  <a:pt x="305311" y="302429"/>
                </a:cubicBezTo>
                <a:cubicBezTo>
                  <a:pt x="305060" y="304763"/>
                  <a:pt x="305095" y="304772"/>
                  <a:pt x="309149" y="303181"/>
                </a:cubicBezTo>
                <a:cubicBezTo>
                  <a:pt x="312390" y="301911"/>
                  <a:pt x="313497" y="301842"/>
                  <a:pt x="314491" y="302853"/>
                </a:cubicBezTo>
                <a:cubicBezTo>
                  <a:pt x="315476" y="303864"/>
                  <a:pt x="315295" y="304504"/>
                  <a:pt x="313626" y="305870"/>
                </a:cubicBezTo>
                <a:cubicBezTo>
                  <a:pt x="312459" y="306820"/>
                  <a:pt x="310800" y="310114"/>
                  <a:pt x="309953" y="313191"/>
                </a:cubicBezTo>
                <a:lnTo>
                  <a:pt x="308397" y="318775"/>
                </a:lnTo>
                <a:lnTo>
                  <a:pt x="314024" y="321740"/>
                </a:lnTo>
                <a:lnTo>
                  <a:pt x="319651" y="324696"/>
                </a:lnTo>
                <a:lnTo>
                  <a:pt x="324769" y="322146"/>
                </a:lnTo>
                <a:lnTo>
                  <a:pt x="329886" y="319596"/>
                </a:lnTo>
                <a:lnTo>
                  <a:pt x="326351" y="318118"/>
                </a:lnTo>
                <a:cubicBezTo>
                  <a:pt x="322651" y="316571"/>
                  <a:pt x="318329" y="311946"/>
                  <a:pt x="318329" y="309535"/>
                </a:cubicBezTo>
                <a:cubicBezTo>
                  <a:pt x="318329" y="307694"/>
                  <a:pt x="320187" y="307754"/>
                  <a:pt x="323913" y="309699"/>
                </a:cubicBezTo>
                <a:cubicBezTo>
                  <a:pt x="327664" y="311653"/>
                  <a:pt x="328684" y="310857"/>
                  <a:pt x="325607" y="308359"/>
                </a:cubicBezTo>
                <a:cubicBezTo>
                  <a:pt x="324017" y="307071"/>
                  <a:pt x="323118" y="304962"/>
                  <a:pt x="322746" y="301617"/>
                </a:cubicBezTo>
                <a:cubicBezTo>
                  <a:pt x="322443" y="298946"/>
                  <a:pt x="322521" y="296750"/>
                  <a:pt x="322910" y="296750"/>
                </a:cubicBezTo>
                <a:cubicBezTo>
                  <a:pt x="324890" y="296750"/>
                  <a:pt x="327483" y="299067"/>
                  <a:pt x="328641" y="301867"/>
                </a:cubicBezTo>
                <a:cubicBezTo>
                  <a:pt x="329981" y="305100"/>
                  <a:pt x="331762" y="305213"/>
                  <a:pt x="331762" y="302058"/>
                </a:cubicBezTo>
                <a:cubicBezTo>
                  <a:pt x="331762" y="299387"/>
                  <a:pt x="338496" y="293232"/>
                  <a:pt x="340553" y="294027"/>
                </a:cubicBezTo>
                <a:cubicBezTo>
                  <a:pt x="342498" y="294771"/>
                  <a:pt x="341858" y="298159"/>
                  <a:pt x="339204" y="301176"/>
                </a:cubicBezTo>
                <a:cubicBezTo>
                  <a:pt x="337744" y="302844"/>
                  <a:pt x="337744" y="303173"/>
                  <a:pt x="339196" y="304625"/>
                </a:cubicBezTo>
                <a:cubicBezTo>
                  <a:pt x="340648" y="306077"/>
                  <a:pt x="340873" y="305887"/>
                  <a:pt x="341478" y="302628"/>
                </a:cubicBezTo>
                <a:cubicBezTo>
                  <a:pt x="342766" y="295782"/>
                  <a:pt x="347269" y="294944"/>
                  <a:pt x="347269" y="301548"/>
                </a:cubicBezTo>
                <a:cubicBezTo>
                  <a:pt x="347269" y="306276"/>
                  <a:pt x="349128" y="305662"/>
                  <a:pt x="350960" y="300346"/>
                </a:cubicBezTo>
                <a:cubicBezTo>
                  <a:pt x="352421" y="296085"/>
                  <a:pt x="355144" y="293284"/>
                  <a:pt x="356821" y="294321"/>
                </a:cubicBezTo>
                <a:cubicBezTo>
                  <a:pt x="357798" y="294926"/>
                  <a:pt x="357495" y="297779"/>
                  <a:pt x="356104" y="301072"/>
                </a:cubicBezTo>
                <a:cubicBezTo>
                  <a:pt x="355499" y="302507"/>
                  <a:pt x="356069" y="302879"/>
                  <a:pt x="359328" y="303147"/>
                </a:cubicBezTo>
                <a:cubicBezTo>
                  <a:pt x="364713" y="303588"/>
                  <a:pt x="364558" y="306129"/>
                  <a:pt x="359034" y="308039"/>
                </a:cubicBezTo>
                <a:cubicBezTo>
                  <a:pt x="356691" y="308852"/>
                  <a:pt x="354245" y="310365"/>
                  <a:pt x="353597" y="311402"/>
                </a:cubicBezTo>
                <a:cubicBezTo>
                  <a:pt x="352560" y="313061"/>
                  <a:pt x="352767" y="313286"/>
                  <a:pt x="355334" y="313286"/>
                </a:cubicBezTo>
                <a:cubicBezTo>
                  <a:pt x="358835" y="313286"/>
                  <a:pt x="362336" y="315611"/>
                  <a:pt x="361316" y="317262"/>
                </a:cubicBezTo>
                <a:cubicBezTo>
                  <a:pt x="360910" y="317919"/>
                  <a:pt x="359561" y="318464"/>
                  <a:pt x="358317" y="318481"/>
                </a:cubicBezTo>
                <a:cubicBezTo>
                  <a:pt x="357072" y="318499"/>
                  <a:pt x="354116" y="320288"/>
                  <a:pt x="351747" y="322458"/>
                </a:cubicBezTo>
                <a:lnTo>
                  <a:pt x="347434" y="326408"/>
                </a:lnTo>
                <a:lnTo>
                  <a:pt x="349413" y="329407"/>
                </a:lnTo>
                <a:cubicBezTo>
                  <a:pt x="351842" y="333098"/>
                  <a:pt x="352032" y="337057"/>
                  <a:pt x="349776" y="337057"/>
                </a:cubicBezTo>
                <a:cubicBezTo>
                  <a:pt x="347416" y="337057"/>
                  <a:pt x="342100" y="331387"/>
                  <a:pt x="342100" y="328871"/>
                </a:cubicBezTo>
                <a:cubicBezTo>
                  <a:pt x="342100" y="327246"/>
                  <a:pt x="341443" y="326719"/>
                  <a:pt x="339412" y="326719"/>
                </a:cubicBezTo>
                <a:lnTo>
                  <a:pt x="336724" y="326719"/>
                </a:lnTo>
                <a:lnTo>
                  <a:pt x="339930" y="330376"/>
                </a:lnTo>
                <a:cubicBezTo>
                  <a:pt x="341694" y="332390"/>
                  <a:pt x="343137" y="334490"/>
                  <a:pt x="343137" y="335061"/>
                </a:cubicBezTo>
                <a:cubicBezTo>
                  <a:pt x="343137" y="338302"/>
                  <a:pt x="335436" y="336072"/>
                  <a:pt x="332583" y="332009"/>
                </a:cubicBezTo>
                <a:cubicBezTo>
                  <a:pt x="331252" y="330108"/>
                  <a:pt x="331122" y="330125"/>
                  <a:pt x="328131" y="332519"/>
                </a:cubicBezTo>
                <a:cubicBezTo>
                  <a:pt x="325037" y="334991"/>
                  <a:pt x="325434" y="335432"/>
                  <a:pt x="330387" y="335043"/>
                </a:cubicBezTo>
                <a:cubicBezTo>
                  <a:pt x="333931" y="334758"/>
                  <a:pt x="341262" y="338933"/>
                  <a:pt x="340847" y="340990"/>
                </a:cubicBezTo>
                <a:cubicBezTo>
                  <a:pt x="340268" y="343834"/>
                  <a:pt x="332695" y="343151"/>
                  <a:pt x="327881" y="339815"/>
                </a:cubicBezTo>
                <a:cubicBezTo>
                  <a:pt x="325694" y="338302"/>
                  <a:pt x="322997" y="337066"/>
                  <a:pt x="321890" y="337075"/>
                </a:cubicBezTo>
                <a:cubicBezTo>
                  <a:pt x="320507" y="337083"/>
                  <a:pt x="321173" y="337827"/>
                  <a:pt x="324017" y="339434"/>
                </a:cubicBezTo>
                <a:cubicBezTo>
                  <a:pt x="329160" y="342348"/>
                  <a:pt x="329419" y="344690"/>
                  <a:pt x="324648" y="345148"/>
                </a:cubicBezTo>
                <a:cubicBezTo>
                  <a:pt x="320153" y="345572"/>
                  <a:pt x="316842" y="344725"/>
                  <a:pt x="314716" y="342598"/>
                </a:cubicBezTo>
                <a:cubicBezTo>
                  <a:pt x="313618" y="341500"/>
                  <a:pt x="312676" y="341267"/>
                  <a:pt x="312019" y="341924"/>
                </a:cubicBezTo>
                <a:cubicBezTo>
                  <a:pt x="310705" y="343238"/>
                  <a:pt x="312416" y="344638"/>
                  <a:pt x="318493" y="347240"/>
                </a:cubicBezTo>
                <a:cubicBezTo>
                  <a:pt x="322781" y="349081"/>
                  <a:pt x="323394" y="349124"/>
                  <a:pt x="324838" y="347672"/>
                </a:cubicBezTo>
                <a:cubicBezTo>
                  <a:pt x="326714" y="345805"/>
                  <a:pt x="335755" y="344785"/>
                  <a:pt x="337856" y="346211"/>
                </a:cubicBezTo>
                <a:cubicBezTo>
                  <a:pt x="340337" y="347880"/>
                  <a:pt x="338236" y="350430"/>
                  <a:pt x="333292" y="351752"/>
                </a:cubicBezTo>
                <a:cubicBezTo>
                  <a:pt x="329333" y="352815"/>
                  <a:pt x="328814" y="353213"/>
                  <a:pt x="330180" y="354216"/>
                </a:cubicBezTo>
                <a:cubicBezTo>
                  <a:pt x="331105" y="354890"/>
                  <a:pt x="333707" y="355193"/>
                  <a:pt x="336188" y="354907"/>
                </a:cubicBezTo>
                <a:cubicBezTo>
                  <a:pt x="339559" y="354527"/>
                  <a:pt x="341175" y="354899"/>
                  <a:pt x="343146" y="356498"/>
                </a:cubicBezTo>
                <a:cubicBezTo>
                  <a:pt x="346448" y="359177"/>
                  <a:pt x="345238" y="360310"/>
                  <a:pt x="339083" y="360310"/>
                </a:cubicBezTo>
                <a:lnTo>
                  <a:pt x="334165" y="360310"/>
                </a:lnTo>
                <a:lnTo>
                  <a:pt x="335081" y="364364"/>
                </a:lnTo>
                <a:cubicBezTo>
                  <a:pt x="335764" y="367433"/>
                  <a:pt x="335634" y="368772"/>
                  <a:pt x="334537" y="369870"/>
                </a:cubicBezTo>
                <a:cubicBezTo>
                  <a:pt x="333058" y="371348"/>
                  <a:pt x="331995" y="370484"/>
                  <a:pt x="328149" y="364658"/>
                </a:cubicBezTo>
                <a:cubicBezTo>
                  <a:pt x="327578" y="363793"/>
                  <a:pt x="326065" y="362782"/>
                  <a:pt x="324786" y="362410"/>
                </a:cubicBezTo>
                <a:cubicBezTo>
                  <a:pt x="322694" y="361788"/>
                  <a:pt x="322461" y="362073"/>
                  <a:pt x="322461" y="365323"/>
                </a:cubicBezTo>
                <a:cubicBezTo>
                  <a:pt x="322461" y="371902"/>
                  <a:pt x="319746" y="374642"/>
                  <a:pt x="317715" y="370121"/>
                </a:cubicBezTo>
                <a:cubicBezTo>
                  <a:pt x="317196" y="368971"/>
                  <a:pt x="314257" y="366525"/>
                  <a:pt x="311180" y="364675"/>
                </a:cubicBezTo>
                <a:lnTo>
                  <a:pt x="305579" y="361321"/>
                </a:lnTo>
                <a:lnTo>
                  <a:pt x="301257" y="365894"/>
                </a:lnTo>
                <a:cubicBezTo>
                  <a:pt x="298179" y="369153"/>
                  <a:pt x="296416" y="370276"/>
                  <a:pt x="295154" y="369792"/>
                </a:cubicBezTo>
                <a:cubicBezTo>
                  <a:pt x="293883" y="369300"/>
                  <a:pt x="293572" y="368453"/>
                  <a:pt x="294073" y="366776"/>
                </a:cubicBezTo>
                <a:cubicBezTo>
                  <a:pt x="295197" y="362955"/>
                  <a:pt x="299649" y="356697"/>
                  <a:pt x="301231" y="356697"/>
                </a:cubicBezTo>
                <a:cubicBezTo>
                  <a:pt x="303349" y="356697"/>
                  <a:pt x="303997" y="355167"/>
                  <a:pt x="303011" y="352504"/>
                </a:cubicBezTo>
                <a:cubicBezTo>
                  <a:pt x="302182" y="350257"/>
                  <a:pt x="302078" y="350300"/>
                  <a:pt x="299943" y="353766"/>
                </a:cubicBezTo>
                <a:cubicBezTo>
                  <a:pt x="296658" y="359082"/>
                  <a:pt x="293745" y="361460"/>
                  <a:pt x="292293" y="360016"/>
                </a:cubicBezTo>
                <a:cubicBezTo>
                  <a:pt x="290547" y="358270"/>
                  <a:pt x="293053" y="350810"/>
                  <a:pt x="296554" y="347309"/>
                </a:cubicBezTo>
                <a:cubicBezTo>
                  <a:pt x="298715" y="345148"/>
                  <a:pt x="299286" y="343731"/>
                  <a:pt x="298940" y="341397"/>
                </a:cubicBezTo>
                <a:cubicBezTo>
                  <a:pt x="298508" y="338406"/>
                  <a:pt x="298361" y="338337"/>
                  <a:pt x="292647" y="338397"/>
                </a:cubicBezTo>
                <a:cubicBezTo>
                  <a:pt x="289440" y="338432"/>
                  <a:pt x="282153" y="338319"/>
                  <a:pt x="276474" y="338138"/>
                </a:cubicBezTo>
                <a:cubicBezTo>
                  <a:pt x="270786" y="337948"/>
                  <a:pt x="265055" y="338242"/>
                  <a:pt x="263741" y="338769"/>
                </a:cubicBezTo>
                <a:cubicBezTo>
                  <a:pt x="262410" y="339305"/>
                  <a:pt x="260474" y="341682"/>
                  <a:pt x="259393" y="344085"/>
                </a:cubicBezTo>
                <a:cubicBezTo>
                  <a:pt x="257491" y="348338"/>
                  <a:pt x="257491" y="348424"/>
                  <a:pt x="259410" y="348424"/>
                </a:cubicBezTo>
                <a:cubicBezTo>
                  <a:pt x="260482" y="348424"/>
                  <a:pt x="261649" y="347966"/>
                  <a:pt x="262004" y="347396"/>
                </a:cubicBezTo>
                <a:cubicBezTo>
                  <a:pt x="262712" y="346246"/>
                  <a:pt x="270924" y="346177"/>
                  <a:pt x="274918" y="347283"/>
                </a:cubicBezTo>
                <a:cubicBezTo>
                  <a:pt x="278531" y="348295"/>
                  <a:pt x="278834" y="351268"/>
                  <a:pt x="275445" y="352556"/>
                </a:cubicBezTo>
                <a:cubicBezTo>
                  <a:pt x="271772" y="353956"/>
                  <a:pt x="263214" y="353879"/>
                  <a:pt x="261770" y="352435"/>
                </a:cubicBezTo>
                <a:cubicBezTo>
                  <a:pt x="261010" y="351674"/>
                  <a:pt x="259220" y="351545"/>
                  <a:pt x="256653" y="352063"/>
                </a:cubicBezTo>
                <a:lnTo>
                  <a:pt x="252703" y="352859"/>
                </a:lnTo>
                <a:lnTo>
                  <a:pt x="258373" y="354000"/>
                </a:lnTo>
                <a:cubicBezTo>
                  <a:pt x="264848" y="355305"/>
                  <a:pt x="266308" y="357647"/>
                  <a:pt x="261909" y="359653"/>
                </a:cubicBezTo>
                <a:cubicBezTo>
                  <a:pt x="257483" y="361667"/>
                  <a:pt x="250351" y="362315"/>
                  <a:pt x="248597" y="360854"/>
                </a:cubicBezTo>
                <a:cubicBezTo>
                  <a:pt x="246954" y="359489"/>
                  <a:pt x="243911" y="360076"/>
                  <a:pt x="243911" y="361762"/>
                </a:cubicBezTo>
                <a:cubicBezTo>
                  <a:pt x="243911" y="363085"/>
                  <a:pt x="246159" y="363664"/>
                  <a:pt x="254405" y="364494"/>
                </a:cubicBezTo>
                <a:cubicBezTo>
                  <a:pt x="260871" y="365142"/>
                  <a:pt x="261321" y="365047"/>
                  <a:pt x="261995" y="362912"/>
                </a:cubicBezTo>
                <a:cubicBezTo>
                  <a:pt x="262851" y="360215"/>
                  <a:pt x="269896" y="356749"/>
                  <a:pt x="274598" y="356723"/>
                </a:cubicBezTo>
                <a:cubicBezTo>
                  <a:pt x="280502" y="356679"/>
                  <a:pt x="279759" y="359497"/>
                  <a:pt x="272627" y="364234"/>
                </a:cubicBezTo>
                <a:lnTo>
                  <a:pt x="268789" y="366784"/>
                </a:lnTo>
                <a:lnTo>
                  <a:pt x="271910" y="367415"/>
                </a:lnTo>
                <a:cubicBezTo>
                  <a:pt x="273958" y="367822"/>
                  <a:pt x="275921" y="367458"/>
                  <a:pt x="277598" y="366361"/>
                </a:cubicBezTo>
                <a:cubicBezTo>
                  <a:pt x="281496" y="363802"/>
                  <a:pt x="290426" y="364252"/>
                  <a:pt x="290426" y="367009"/>
                </a:cubicBezTo>
                <a:cubicBezTo>
                  <a:pt x="290426" y="368444"/>
                  <a:pt x="281384" y="371469"/>
                  <a:pt x="278963" y="370847"/>
                </a:cubicBezTo>
                <a:lnTo>
                  <a:pt x="276751" y="370259"/>
                </a:lnTo>
                <a:lnTo>
                  <a:pt x="278868" y="372524"/>
                </a:lnTo>
                <a:cubicBezTo>
                  <a:pt x="284781" y="378834"/>
                  <a:pt x="285006" y="385092"/>
                  <a:pt x="279205" y="382093"/>
                </a:cubicBezTo>
                <a:cubicBezTo>
                  <a:pt x="277701" y="381315"/>
                  <a:pt x="275670" y="379802"/>
                  <a:pt x="274702" y="378730"/>
                </a:cubicBezTo>
                <a:cubicBezTo>
                  <a:pt x="273397" y="377287"/>
                  <a:pt x="271893" y="376889"/>
                  <a:pt x="268841" y="377174"/>
                </a:cubicBezTo>
                <a:lnTo>
                  <a:pt x="264735" y="377572"/>
                </a:lnTo>
                <a:lnTo>
                  <a:pt x="266723" y="380822"/>
                </a:lnTo>
                <a:cubicBezTo>
                  <a:pt x="268841" y="384297"/>
                  <a:pt x="269438" y="390806"/>
                  <a:pt x="267640" y="390806"/>
                </a:cubicBezTo>
                <a:cubicBezTo>
                  <a:pt x="267043" y="390806"/>
                  <a:pt x="265530" y="389708"/>
                  <a:pt x="264277" y="388377"/>
                </a:cubicBezTo>
                <a:cubicBezTo>
                  <a:pt x="262712" y="386709"/>
                  <a:pt x="260742" y="385914"/>
                  <a:pt x="257950" y="385818"/>
                </a:cubicBezTo>
                <a:lnTo>
                  <a:pt x="253895" y="385680"/>
                </a:lnTo>
                <a:lnTo>
                  <a:pt x="257310" y="389207"/>
                </a:lnTo>
                <a:cubicBezTo>
                  <a:pt x="260940" y="392958"/>
                  <a:pt x="261018" y="395967"/>
                  <a:pt x="257491" y="395967"/>
                </a:cubicBezTo>
                <a:cubicBezTo>
                  <a:pt x="256394" y="395967"/>
                  <a:pt x="252875" y="394592"/>
                  <a:pt x="249668" y="392907"/>
                </a:cubicBezTo>
                <a:cubicBezTo>
                  <a:pt x="246289" y="391126"/>
                  <a:pt x="243911" y="390365"/>
                  <a:pt x="243998" y="391100"/>
                </a:cubicBezTo>
                <a:cubicBezTo>
                  <a:pt x="244344" y="393788"/>
                  <a:pt x="243825" y="394722"/>
                  <a:pt x="241586" y="395474"/>
                </a:cubicBezTo>
                <a:cubicBezTo>
                  <a:pt x="239875" y="396044"/>
                  <a:pt x="241085" y="396433"/>
                  <a:pt x="246176" y="396961"/>
                </a:cubicBezTo>
                <a:cubicBezTo>
                  <a:pt x="253074" y="397669"/>
                  <a:pt x="256316" y="399182"/>
                  <a:pt x="256316" y="401680"/>
                </a:cubicBezTo>
                <a:cubicBezTo>
                  <a:pt x="256316" y="403279"/>
                  <a:pt x="246678" y="405760"/>
                  <a:pt x="244188" y="404801"/>
                </a:cubicBezTo>
                <a:cubicBezTo>
                  <a:pt x="242909" y="404317"/>
                  <a:pt x="243108" y="404870"/>
                  <a:pt x="244897" y="406763"/>
                </a:cubicBezTo>
                <a:cubicBezTo>
                  <a:pt x="246608" y="408587"/>
                  <a:pt x="248458" y="409408"/>
                  <a:pt x="250861" y="409408"/>
                </a:cubicBezTo>
                <a:cubicBezTo>
                  <a:pt x="254691" y="409408"/>
                  <a:pt x="259298" y="411422"/>
                  <a:pt x="261494" y="414067"/>
                </a:cubicBezTo>
                <a:cubicBezTo>
                  <a:pt x="264415" y="417585"/>
                  <a:pt x="257716" y="418277"/>
                  <a:pt x="251077" y="415139"/>
                </a:cubicBezTo>
                <a:lnTo>
                  <a:pt x="248424" y="413886"/>
                </a:lnTo>
                <a:lnTo>
                  <a:pt x="248795" y="419141"/>
                </a:lnTo>
                <a:cubicBezTo>
                  <a:pt x="249478" y="428710"/>
                  <a:pt x="245355" y="429765"/>
                  <a:pt x="242183" y="420827"/>
                </a:cubicBezTo>
                <a:cubicBezTo>
                  <a:pt x="241163" y="417957"/>
                  <a:pt x="239728" y="415606"/>
                  <a:pt x="238984" y="415606"/>
                </a:cubicBezTo>
                <a:cubicBezTo>
                  <a:pt x="238250" y="415606"/>
                  <a:pt x="236495" y="414854"/>
                  <a:pt x="235094" y="413938"/>
                </a:cubicBezTo>
                <a:lnTo>
                  <a:pt x="232544" y="412269"/>
                </a:lnTo>
                <a:lnTo>
                  <a:pt x="232544" y="416453"/>
                </a:lnTo>
                <a:cubicBezTo>
                  <a:pt x="232544" y="421691"/>
                  <a:pt x="230988" y="425944"/>
                  <a:pt x="229061" y="425944"/>
                </a:cubicBezTo>
                <a:cubicBezTo>
                  <a:pt x="227375" y="425944"/>
                  <a:pt x="226347" y="423757"/>
                  <a:pt x="226347" y="420170"/>
                </a:cubicBezTo>
                <a:cubicBezTo>
                  <a:pt x="226347" y="418450"/>
                  <a:pt x="225767" y="417672"/>
                  <a:pt x="224471" y="417672"/>
                </a:cubicBezTo>
                <a:cubicBezTo>
                  <a:pt x="223442" y="417672"/>
                  <a:pt x="221264" y="416280"/>
                  <a:pt x="219630" y="414577"/>
                </a:cubicBezTo>
                <a:cubicBezTo>
                  <a:pt x="217996" y="412866"/>
                  <a:pt x="216077" y="411474"/>
                  <a:pt x="215369" y="411474"/>
                </a:cubicBezTo>
                <a:cubicBezTo>
                  <a:pt x="214660" y="411474"/>
                  <a:pt x="213778" y="410523"/>
                  <a:pt x="213415" y="409365"/>
                </a:cubicBezTo>
                <a:cubicBezTo>
                  <a:pt x="212775" y="407351"/>
                  <a:pt x="212602" y="407394"/>
                  <a:pt x="209612" y="410324"/>
                </a:cubicBezTo>
                <a:cubicBezTo>
                  <a:pt x="207883" y="412010"/>
                  <a:pt x="205125" y="413946"/>
                  <a:pt x="203492" y="414620"/>
                </a:cubicBezTo>
                <a:cubicBezTo>
                  <a:pt x="199757" y="416168"/>
                  <a:pt x="199757" y="416539"/>
                  <a:pt x="203085" y="439170"/>
                </a:cubicBezTo>
                <a:cubicBezTo>
                  <a:pt x="205635" y="456466"/>
                  <a:pt x="207710" y="486228"/>
                  <a:pt x="207736" y="505711"/>
                </a:cubicBezTo>
                <a:cubicBezTo>
                  <a:pt x="207736" y="514347"/>
                  <a:pt x="207494" y="515799"/>
                  <a:pt x="205929" y="516274"/>
                </a:cubicBezTo>
                <a:cubicBezTo>
                  <a:pt x="202817" y="517234"/>
                  <a:pt x="184639" y="519983"/>
                  <a:pt x="181388" y="519991"/>
                </a:cubicBezTo>
                <a:lnTo>
                  <a:pt x="178285" y="520000"/>
                </a:lnTo>
                <a:lnTo>
                  <a:pt x="178648" y="470573"/>
                </a:lnTo>
                <a:close/>
                <a:moveTo>
                  <a:pt x="226952" y="406218"/>
                </a:moveTo>
                <a:cubicBezTo>
                  <a:pt x="226044" y="403971"/>
                  <a:pt x="225309" y="401041"/>
                  <a:pt x="225309" y="399701"/>
                </a:cubicBezTo>
                <a:cubicBezTo>
                  <a:pt x="225309" y="398119"/>
                  <a:pt x="222975" y="394860"/>
                  <a:pt x="218593" y="390322"/>
                </a:cubicBezTo>
                <a:cubicBezTo>
                  <a:pt x="213916" y="385481"/>
                  <a:pt x="211876" y="383951"/>
                  <a:pt x="211894" y="385274"/>
                </a:cubicBezTo>
                <a:cubicBezTo>
                  <a:pt x="211911" y="387807"/>
                  <a:pt x="212810" y="388913"/>
                  <a:pt x="216527" y="390970"/>
                </a:cubicBezTo>
                <a:cubicBezTo>
                  <a:pt x="220356" y="393097"/>
                  <a:pt x="223969" y="398759"/>
                  <a:pt x="222465" y="400263"/>
                </a:cubicBezTo>
                <a:cubicBezTo>
                  <a:pt x="221757" y="400971"/>
                  <a:pt x="220374" y="400773"/>
                  <a:pt x="218195" y="399649"/>
                </a:cubicBezTo>
                <a:cubicBezTo>
                  <a:pt x="216423" y="398733"/>
                  <a:pt x="214980" y="398344"/>
                  <a:pt x="214988" y="398785"/>
                </a:cubicBezTo>
                <a:cubicBezTo>
                  <a:pt x="215023" y="400410"/>
                  <a:pt x="216579" y="401940"/>
                  <a:pt x="218593" y="402320"/>
                </a:cubicBezTo>
                <a:cubicBezTo>
                  <a:pt x="219760" y="402536"/>
                  <a:pt x="222007" y="405008"/>
                  <a:pt x="223762" y="407999"/>
                </a:cubicBezTo>
                <a:cubicBezTo>
                  <a:pt x="226087" y="411975"/>
                  <a:pt x="227073" y="412926"/>
                  <a:pt x="227721" y="411802"/>
                </a:cubicBezTo>
                <a:cubicBezTo>
                  <a:pt x="228240" y="410912"/>
                  <a:pt x="227928" y="408673"/>
                  <a:pt x="226952" y="406218"/>
                </a:cubicBezTo>
                <a:close/>
                <a:moveTo>
                  <a:pt x="239797" y="406970"/>
                </a:moveTo>
                <a:lnTo>
                  <a:pt x="237498" y="404758"/>
                </a:lnTo>
                <a:lnTo>
                  <a:pt x="239321" y="408371"/>
                </a:lnTo>
                <a:cubicBezTo>
                  <a:pt x="240419" y="410558"/>
                  <a:pt x="241336" y="411431"/>
                  <a:pt x="241621" y="410592"/>
                </a:cubicBezTo>
                <a:cubicBezTo>
                  <a:pt x="241880" y="409823"/>
                  <a:pt x="241059" y="408189"/>
                  <a:pt x="239797" y="406970"/>
                </a:cubicBezTo>
                <a:close/>
                <a:moveTo>
                  <a:pt x="204218" y="404758"/>
                </a:moveTo>
                <a:cubicBezTo>
                  <a:pt x="206318" y="403331"/>
                  <a:pt x="208955" y="402173"/>
                  <a:pt x="210087" y="402173"/>
                </a:cubicBezTo>
                <a:cubicBezTo>
                  <a:pt x="211876" y="402173"/>
                  <a:pt x="212066" y="401680"/>
                  <a:pt x="211539" y="398421"/>
                </a:cubicBezTo>
                <a:cubicBezTo>
                  <a:pt x="211202" y="396364"/>
                  <a:pt x="210753" y="394497"/>
                  <a:pt x="210528" y="394281"/>
                </a:cubicBezTo>
                <a:cubicBezTo>
                  <a:pt x="209819" y="393572"/>
                  <a:pt x="199472" y="404481"/>
                  <a:pt x="199472" y="405933"/>
                </a:cubicBezTo>
                <a:cubicBezTo>
                  <a:pt x="199472" y="407826"/>
                  <a:pt x="199818" y="407740"/>
                  <a:pt x="204218" y="404758"/>
                </a:cubicBezTo>
                <a:close/>
                <a:moveTo>
                  <a:pt x="177741" y="399329"/>
                </a:moveTo>
                <a:cubicBezTo>
                  <a:pt x="177723" y="398906"/>
                  <a:pt x="176332" y="393209"/>
                  <a:pt x="174637" y="386666"/>
                </a:cubicBezTo>
                <a:cubicBezTo>
                  <a:pt x="172952" y="380131"/>
                  <a:pt x="171016" y="370691"/>
                  <a:pt x="170341" y="365695"/>
                </a:cubicBezTo>
                <a:cubicBezTo>
                  <a:pt x="169226" y="357423"/>
                  <a:pt x="168924" y="356627"/>
                  <a:pt x="166979" y="356904"/>
                </a:cubicBezTo>
                <a:cubicBezTo>
                  <a:pt x="165596" y="357103"/>
                  <a:pt x="164731" y="358114"/>
                  <a:pt x="164506" y="359800"/>
                </a:cubicBezTo>
                <a:cubicBezTo>
                  <a:pt x="163798" y="365125"/>
                  <a:pt x="151886" y="374434"/>
                  <a:pt x="149898" y="371219"/>
                </a:cubicBezTo>
                <a:cubicBezTo>
                  <a:pt x="148644" y="369196"/>
                  <a:pt x="149734" y="366525"/>
                  <a:pt x="153667" y="361926"/>
                </a:cubicBezTo>
                <a:cubicBezTo>
                  <a:pt x="156822" y="358244"/>
                  <a:pt x="157003" y="357725"/>
                  <a:pt x="155197" y="357725"/>
                </a:cubicBezTo>
                <a:cubicBezTo>
                  <a:pt x="152085" y="357725"/>
                  <a:pt x="149863" y="358823"/>
                  <a:pt x="149863" y="360353"/>
                </a:cubicBezTo>
                <a:cubicBezTo>
                  <a:pt x="149863" y="361114"/>
                  <a:pt x="148238" y="362315"/>
                  <a:pt x="146241" y="363041"/>
                </a:cubicBezTo>
                <a:cubicBezTo>
                  <a:pt x="142749" y="364303"/>
                  <a:pt x="142628" y="364520"/>
                  <a:pt x="142628" y="369697"/>
                </a:cubicBezTo>
                <a:cubicBezTo>
                  <a:pt x="142628" y="377805"/>
                  <a:pt x="143622" y="381790"/>
                  <a:pt x="145299" y="380399"/>
                </a:cubicBezTo>
                <a:cubicBezTo>
                  <a:pt x="147270" y="378765"/>
                  <a:pt x="148653" y="380010"/>
                  <a:pt x="149422" y="384107"/>
                </a:cubicBezTo>
                <a:cubicBezTo>
                  <a:pt x="150200" y="388282"/>
                  <a:pt x="153001" y="390270"/>
                  <a:pt x="166313" y="396105"/>
                </a:cubicBezTo>
                <a:cubicBezTo>
                  <a:pt x="175268" y="400029"/>
                  <a:pt x="177793" y="400747"/>
                  <a:pt x="177741" y="399329"/>
                </a:cubicBezTo>
                <a:close/>
                <a:moveTo>
                  <a:pt x="237947" y="398491"/>
                </a:moveTo>
                <a:cubicBezTo>
                  <a:pt x="238837" y="397609"/>
                  <a:pt x="234515" y="393382"/>
                  <a:pt x="230738" y="391437"/>
                </a:cubicBezTo>
                <a:cubicBezTo>
                  <a:pt x="228888" y="390495"/>
                  <a:pt x="227375" y="389034"/>
                  <a:pt x="227375" y="388196"/>
                </a:cubicBezTo>
                <a:cubicBezTo>
                  <a:pt x="227375" y="387253"/>
                  <a:pt x="226381" y="386666"/>
                  <a:pt x="224791" y="386666"/>
                </a:cubicBezTo>
                <a:cubicBezTo>
                  <a:pt x="220166" y="386666"/>
                  <a:pt x="221947" y="389112"/>
                  <a:pt x="231256" y="395560"/>
                </a:cubicBezTo>
                <a:cubicBezTo>
                  <a:pt x="236452" y="399156"/>
                  <a:pt x="237031" y="399407"/>
                  <a:pt x="237947" y="398491"/>
                </a:cubicBezTo>
                <a:close/>
                <a:moveTo>
                  <a:pt x="116791" y="397635"/>
                </a:moveTo>
                <a:cubicBezTo>
                  <a:pt x="116791" y="397410"/>
                  <a:pt x="116091" y="396961"/>
                  <a:pt x="115244" y="396632"/>
                </a:cubicBezTo>
                <a:cubicBezTo>
                  <a:pt x="114388" y="396304"/>
                  <a:pt x="113688" y="396485"/>
                  <a:pt x="113688" y="397038"/>
                </a:cubicBezTo>
                <a:cubicBezTo>
                  <a:pt x="113688" y="397583"/>
                  <a:pt x="114388" y="398041"/>
                  <a:pt x="115244" y="398041"/>
                </a:cubicBezTo>
                <a:cubicBezTo>
                  <a:pt x="116091" y="398041"/>
                  <a:pt x="116791" y="397851"/>
                  <a:pt x="116791" y="397635"/>
                </a:cubicBezTo>
                <a:close/>
                <a:moveTo>
                  <a:pt x="133586" y="396969"/>
                </a:moveTo>
                <a:cubicBezTo>
                  <a:pt x="132307" y="396459"/>
                  <a:pt x="131261" y="395206"/>
                  <a:pt x="131261" y="394195"/>
                </a:cubicBezTo>
                <a:cubicBezTo>
                  <a:pt x="131261" y="393028"/>
                  <a:pt x="129610" y="391593"/>
                  <a:pt x="126783" y="390279"/>
                </a:cubicBezTo>
                <a:cubicBezTo>
                  <a:pt x="123438" y="388731"/>
                  <a:pt x="122306" y="388550"/>
                  <a:pt x="122306" y="389561"/>
                </a:cubicBezTo>
                <a:cubicBezTo>
                  <a:pt x="122306" y="390313"/>
                  <a:pt x="123507" y="391549"/>
                  <a:pt x="124977" y="392310"/>
                </a:cubicBezTo>
                <a:cubicBezTo>
                  <a:pt x="126446" y="393071"/>
                  <a:pt x="128530" y="394670"/>
                  <a:pt x="129610" y="395863"/>
                </a:cubicBezTo>
                <a:cubicBezTo>
                  <a:pt x="130691" y="397056"/>
                  <a:pt x="132558" y="398007"/>
                  <a:pt x="133742" y="397972"/>
                </a:cubicBezTo>
                <a:cubicBezTo>
                  <a:pt x="135834" y="397911"/>
                  <a:pt x="135834" y="397877"/>
                  <a:pt x="133586" y="396969"/>
                </a:cubicBezTo>
                <a:close/>
                <a:moveTo>
                  <a:pt x="205341" y="388731"/>
                </a:moveTo>
                <a:cubicBezTo>
                  <a:pt x="207381" y="388731"/>
                  <a:pt x="208341" y="386190"/>
                  <a:pt x="207779" y="382274"/>
                </a:cubicBezTo>
                <a:lnTo>
                  <a:pt x="207226" y="378402"/>
                </a:lnTo>
                <a:lnTo>
                  <a:pt x="202575" y="381496"/>
                </a:lnTo>
                <a:cubicBezTo>
                  <a:pt x="200017" y="383199"/>
                  <a:pt x="197588" y="384712"/>
                  <a:pt x="197190" y="384859"/>
                </a:cubicBezTo>
                <a:cubicBezTo>
                  <a:pt x="196784" y="384997"/>
                  <a:pt x="196965" y="387124"/>
                  <a:pt x="197588" y="389570"/>
                </a:cubicBezTo>
                <a:lnTo>
                  <a:pt x="198720" y="394022"/>
                </a:lnTo>
                <a:lnTo>
                  <a:pt x="201477" y="391377"/>
                </a:lnTo>
                <a:cubicBezTo>
                  <a:pt x="202999" y="389924"/>
                  <a:pt x="204736" y="388731"/>
                  <a:pt x="205341" y="388731"/>
                </a:cubicBezTo>
                <a:close/>
                <a:moveTo>
                  <a:pt x="237195" y="384600"/>
                </a:moveTo>
                <a:cubicBezTo>
                  <a:pt x="236849" y="384029"/>
                  <a:pt x="236097" y="383571"/>
                  <a:pt x="235527" y="383571"/>
                </a:cubicBezTo>
                <a:cubicBezTo>
                  <a:pt x="234956" y="383571"/>
                  <a:pt x="234775" y="384029"/>
                  <a:pt x="235129" y="384600"/>
                </a:cubicBezTo>
                <a:cubicBezTo>
                  <a:pt x="235483" y="385170"/>
                  <a:pt x="236235" y="385637"/>
                  <a:pt x="236806" y="385637"/>
                </a:cubicBezTo>
                <a:cubicBezTo>
                  <a:pt x="237368" y="385637"/>
                  <a:pt x="237549" y="385170"/>
                  <a:pt x="237195" y="384600"/>
                </a:cubicBezTo>
                <a:close/>
                <a:moveTo>
                  <a:pt x="222431" y="381263"/>
                </a:moveTo>
                <a:cubicBezTo>
                  <a:pt x="222016" y="378808"/>
                  <a:pt x="224514" y="374331"/>
                  <a:pt x="228283" y="370752"/>
                </a:cubicBezTo>
                <a:cubicBezTo>
                  <a:pt x="231343" y="367839"/>
                  <a:pt x="231395" y="367666"/>
                  <a:pt x="229778" y="364934"/>
                </a:cubicBezTo>
                <a:lnTo>
                  <a:pt x="228119" y="362125"/>
                </a:lnTo>
                <a:lnTo>
                  <a:pt x="220028" y="368867"/>
                </a:lnTo>
                <a:lnTo>
                  <a:pt x="211945" y="375601"/>
                </a:lnTo>
                <a:lnTo>
                  <a:pt x="215144" y="379638"/>
                </a:lnTo>
                <a:cubicBezTo>
                  <a:pt x="217365" y="382456"/>
                  <a:pt x="218999" y="383580"/>
                  <a:pt x="220529" y="383364"/>
                </a:cubicBezTo>
                <a:cubicBezTo>
                  <a:pt x="221955" y="383165"/>
                  <a:pt x="222621" y="382421"/>
                  <a:pt x="222431" y="381263"/>
                </a:cubicBezTo>
                <a:close/>
                <a:moveTo>
                  <a:pt x="260050" y="379586"/>
                </a:moveTo>
                <a:cubicBezTo>
                  <a:pt x="259990" y="378523"/>
                  <a:pt x="258511" y="376466"/>
                  <a:pt x="256774" y="375005"/>
                </a:cubicBezTo>
                <a:cubicBezTo>
                  <a:pt x="253783" y="372498"/>
                  <a:pt x="253558" y="372455"/>
                  <a:pt x="252435" y="374244"/>
                </a:cubicBezTo>
                <a:cubicBezTo>
                  <a:pt x="251432" y="375852"/>
                  <a:pt x="251700" y="376310"/>
                  <a:pt x="254267" y="377373"/>
                </a:cubicBezTo>
                <a:cubicBezTo>
                  <a:pt x="255927" y="378065"/>
                  <a:pt x="257820" y="379266"/>
                  <a:pt x="258477" y="380062"/>
                </a:cubicBezTo>
                <a:cubicBezTo>
                  <a:pt x="260024" y="381929"/>
                  <a:pt x="260188" y="381877"/>
                  <a:pt x="260050" y="379586"/>
                </a:cubicBezTo>
                <a:close/>
                <a:moveTo>
                  <a:pt x="238189" y="374192"/>
                </a:moveTo>
                <a:cubicBezTo>
                  <a:pt x="237299" y="372757"/>
                  <a:pt x="236676" y="373025"/>
                  <a:pt x="236676" y="374841"/>
                </a:cubicBezTo>
                <a:cubicBezTo>
                  <a:pt x="236676" y="375731"/>
                  <a:pt x="237152" y="376163"/>
                  <a:pt x="237731" y="375809"/>
                </a:cubicBezTo>
                <a:cubicBezTo>
                  <a:pt x="238310" y="375446"/>
                  <a:pt x="238509" y="374719"/>
                  <a:pt x="238189" y="374192"/>
                </a:cubicBezTo>
                <a:close/>
                <a:moveTo>
                  <a:pt x="270786" y="371685"/>
                </a:moveTo>
                <a:cubicBezTo>
                  <a:pt x="270786" y="370830"/>
                  <a:pt x="270034" y="370129"/>
                  <a:pt x="269109" y="370129"/>
                </a:cubicBezTo>
                <a:cubicBezTo>
                  <a:pt x="267735" y="370129"/>
                  <a:pt x="267666" y="370415"/>
                  <a:pt x="268720" y="371685"/>
                </a:cubicBezTo>
                <a:cubicBezTo>
                  <a:pt x="269429" y="372533"/>
                  <a:pt x="270181" y="373233"/>
                  <a:pt x="270397" y="373233"/>
                </a:cubicBezTo>
                <a:cubicBezTo>
                  <a:pt x="270613" y="373233"/>
                  <a:pt x="270786" y="372533"/>
                  <a:pt x="270786" y="371685"/>
                </a:cubicBezTo>
                <a:close/>
                <a:moveTo>
                  <a:pt x="132126" y="364857"/>
                </a:moveTo>
                <a:cubicBezTo>
                  <a:pt x="131010" y="364156"/>
                  <a:pt x="130985" y="363595"/>
                  <a:pt x="132030" y="361909"/>
                </a:cubicBezTo>
                <a:cubicBezTo>
                  <a:pt x="133085" y="360206"/>
                  <a:pt x="133016" y="359031"/>
                  <a:pt x="131616" y="355417"/>
                </a:cubicBezTo>
                <a:cubicBezTo>
                  <a:pt x="130682" y="352997"/>
                  <a:pt x="128970" y="349963"/>
                  <a:pt x="127821" y="348684"/>
                </a:cubicBezTo>
                <a:cubicBezTo>
                  <a:pt x="125305" y="345883"/>
                  <a:pt x="122617" y="345572"/>
                  <a:pt x="123395" y="348165"/>
                </a:cubicBezTo>
                <a:cubicBezTo>
                  <a:pt x="123689" y="349168"/>
                  <a:pt x="123309" y="351113"/>
                  <a:pt x="122548" y="352504"/>
                </a:cubicBezTo>
                <a:cubicBezTo>
                  <a:pt x="121243" y="354864"/>
                  <a:pt x="121528" y="355504"/>
                  <a:pt x="126982" y="362575"/>
                </a:cubicBezTo>
                <a:cubicBezTo>
                  <a:pt x="131771" y="368781"/>
                  <a:pt x="132869" y="369732"/>
                  <a:pt x="133154" y="367925"/>
                </a:cubicBezTo>
                <a:cubicBezTo>
                  <a:pt x="133353" y="366706"/>
                  <a:pt x="132886" y="365323"/>
                  <a:pt x="132126" y="364857"/>
                </a:cubicBezTo>
                <a:close/>
                <a:moveTo>
                  <a:pt x="251147" y="369317"/>
                </a:moveTo>
                <a:cubicBezTo>
                  <a:pt x="251147" y="368867"/>
                  <a:pt x="248009" y="367744"/>
                  <a:pt x="244171" y="366827"/>
                </a:cubicBezTo>
                <a:cubicBezTo>
                  <a:pt x="240333" y="365911"/>
                  <a:pt x="236270" y="364805"/>
                  <a:pt x="235129" y="364373"/>
                </a:cubicBezTo>
                <a:cubicBezTo>
                  <a:pt x="233072" y="363586"/>
                  <a:pt x="233072" y="363595"/>
                  <a:pt x="235086" y="365877"/>
                </a:cubicBezTo>
                <a:cubicBezTo>
                  <a:pt x="236365" y="367337"/>
                  <a:pt x="237878" y="368003"/>
                  <a:pt x="239218" y="367692"/>
                </a:cubicBezTo>
                <a:cubicBezTo>
                  <a:pt x="240376" y="367415"/>
                  <a:pt x="242961" y="367804"/>
                  <a:pt x="244949" y="368539"/>
                </a:cubicBezTo>
                <a:cubicBezTo>
                  <a:pt x="249340" y="370173"/>
                  <a:pt x="251147" y="370397"/>
                  <a:pt x="251147" y="369317"/>
                </a:cubicBezTo>
                <a:close/>
                <a:moveTo>
                  <a:pt x="199602" y="361105"/>
                </a:moveTo>
                <a:cubicBezTo>
                  <a:pt x="206431" y="357042"/>
                  <a:pt x="216700" y="348096"/>
                  <a:pt x="220218" y="343151"/>
                </a:cubicBezTo>
                <a:cubicBezTo>
                  <a:pt x="222223" y="340342"/>
                  <a:pt x="222241" y="339910"/>
                  <a:pt x="220771" y="332796"/>
                </a:cubicBezTo>
                <a:cubicBezTo>
                  <a:pt x="219431" y="326304"/>
                  <a:pt x="218057" y="323694"/>
                  <a:pt x="215948" y="323642"/>
                </a:cubicBezTo>
                <a:cubicBezTo>
                  <a:pt x="215628" y="323633"/>
                  <a:pt x="214366" y="324973"/>
                  <a:pt x="213147" y="326624"/>
                </a:cubicBezTo>
                <a:cubicBezTo>
                  <a:pt x="210727" y="329891"/>
                  <a:pt x="202307" y="333306"/>
                  <a:pt x="198046" y="332753"/>
                </a:cubicBezTo>
                <a:cubicBezTo>
                  <a:pt x="196637" y="332562"/>
                  <a:pt x="194588" y="333280"/>
                  <a:pt x="193369" y="334386"/>
                </a:cubicBezTo>
                <a:cubicBezTo>
                  <a:pt x="191009" y="336521"/>
                  <a:pt x="190422" y="340351"/>
                  <a:pt x="192496" y="340083"/>
                </a:cubicBezTo>
                <a:cubicBezTo>
                  <a:pt x="197259" y="339460"/>
                  <a:pt x="197622" y="341950"/>
                  <a:pt x="193542" y="347292"/>
                </a:cubicBezTo>
                <a:cubicBezTo>
                  <a:pt x="191044" y="350559"/>
                  <a:pt x="190750" y="351744"/>
                  <a:pt x="191061" y="357207"/>
                </a:cubicBezTo>
                <a:cubicBezTo>
                  <a:pt x="191390" y="363007"/>
                  <a:pt x="191813" y="364960"/>
                  <a:pt x="192738" y="364960"/>
                </a:cubicBezTo>
                <a:cubicBezTo>
                  <a:pt x="192954" y="364960"/>
                  <a:pt x="196040" y="363232"/>
                  <a:pt x="199602" y="361105"/>
                </a:cubicBezTo>
                <a:close/>
                <a:moveTo>
                  <a:pt x="315848" y="356239"/>
                </a:moveTo>
                <a:cubicBezTo>
                  <a:pt x="314940" y="354328"/>
                  <a:pt x="314197" y="352072"/>
                  <a:pt x="314197" y="351234"/>
                </a:cubicBezTo>
                <a:cubicBezTo>
                  <a:pt x="314197" y="350386"/>
                  <a:pt x="312918" y="348882"/>
                  <a:pt x="311353" y="347880"/>
                </a:cubicBezTo>
                <a:lnTo>
                  <a:pt x="308509" y="346064"/>
                </a:lnTo>
                <a:lnTo>
                  <a:pt x="310947" y="348718"/>
                </a:lnTo>
                <a:cubicBezTo>
                  <a:pt x="313747" y="351778"/>
                  <a:pt x="313013" y="354008"/>
                  <a:pt x="309425" y="353317"/>
                </a:cubicBezTo>
                <a:cubicBezTo>
                  <a:pt x="308068" y="353057"/>
                  <a:pt x="306962" y="353248"/>
                  <a:pt x="306962" y="353740"/>
                </a:cubicBezTo>
                <a:cubicBezTo>
                  <a:pt x="306962" y="354224"/>
                  <a:pt x="307843" y="354631"/>
                  <a:pt x="308924" y="354631"/>
                </a:cubicBezTo>
                <a:cubicBezTo>
                  <a:pt x="310005" y="354631"/>
                  <a:pt x="312217" y="356169"/>
                  <a:pt x="313834" y="358045"/>
                </a:cubicBezTo>
                <a:cubicBezTo>
                  <a:pt x="317266" y="362030"/>
                  <a:pt x="318199" y="361200"/>
                  <a:pt x="315848" y="356239"/>
                </a:cubicBezTo>
                <a:close/>
                <a:moveTo>
                  <a:pt x="68211" y="360414"/>
                </a:moveTo>
                <a:cubicBezTo>
                  <a:pt x="68211" y="360189"/>
                  <a:pt x="66819" y="359515"/>
                  <a:pt x="65116" y="358918"/>
                </a:cubicBezTo>
                <a:cubicBezTo>
                  <a:pt x="63405" y="358322"/>
                  <a:pt x="62013" y="358244"/>
                  <a:pt x="62013" y="358745"/>
                </a:cubicBezTo>
                <a:cubicBezTo>
                  <a:pt x="62013" y="359523"/>
                  <a:pt x="63024" y="359886"/>
                  <a:pt x="67442" y="360690"/>
                </a:cubicBezTo>
                <a:cubicBezTo>
                  <a:pt x="67865" y="360768"/>
                  <a:pt x="68211" y="360647"/>
                  <a:pt x="68211" y="360414"/>
                </a:cubicBezTo>
                <a:close/>
                <a:moveTo>
                  <a:pt x="104343" y="359221"/>
                </a:moveTo>
                <a:cubicBezTo>
                  <a:pt x="101966" y="356360"/>
                  <a:pt x="99433" y="355512"/>
                  <a:pt x="97272" y="356861"/>
                </a:cubicBezTo>
                <a:cubicBezTo>
                  <a:pt x="95829" y="357760"/>
                  <a:pt x="93867" y="357838"/>
                  <a:pt x="90279" y="357146"/>
                </a:cubicBezTo>
                <a:cubicBezTo>
                  <a:pt x="84073" y="355945"/>
                  <a:pt x="83036" y="353360"/>
                  <a:pt x="88058" y="351614"/>
                </a:cubicBezTo>
                <a:cubicBezTo>
                  <a:pt x="90625" y="350715"/>
                  <a:pt x="91109" y="350196"/>
                  <a:pt x="90011" y="349522"/>
                </a:cubicBezTo>
                <a:cubicBezTo>
                  <a:pt x="89138" y="348986"/>
                  <a:pt x="87842" y="349064"/>
                  <a:pt x="86796" y="349712"/>
                </a:cubicBezTo>
                <a:cubicBezTo>
                  <a:pt x="85145" y="350741"/>
                  <a:pt x="79448" y="349894"/>
                  <a:pt x="74028" y="347819"/>
                </a:cubicBezTo>
                <a:cubicBezTo>
                  <a:pt x="72922" y="347396"/>
                  <a:pt x="72351" y="347724"/>
                  <a:pt x="72351" y="348787"/>
                </a:cubicBezTo>
                <a:cubicBezTo>
                  <a:pt x="72351" y="349686"/>
                  <a:pt x="74288" y="351268"/>
                  <a:pt x="76743" y="352366"/>
                </a:cubicBezTo>
                <a:cubicBezTo>
                  <a:pt x="79154" y="353446"/>
                  <a:pt x="82016" y="355322"/>
                  <a:pt x="83105" y="356550"/>
                </a:cubicBezTo>
                <a:cubicBezTo>
                  <a:pt x="84609" y="358235"/>
                  <a:pt x="86312" y="358780"/>
                  <a:pt x="90340" y="358840"/>
                </a:cubicBezTo>
                <a:cubicBezTo>
                  <a:pt x="94524" y="358901"/>
                  <a:pt x="103116" y="359973"/>
                  <a:pt x="105286" y="360699"/>
                </a:cubicBezTo>
                <a:cubicBezTo>
                  <a:pt x="105502" y="360768"/>
                  <a:pt x="105078" y="360111"/>
                  <a:pt x="104343" y="359221"/>
                </a:cubicBezTo>
                <a:close/>
                <a:moveTo>
                  <a:pt x="240877" y="359203"/>
                </a:moveTo>
                <a:cubicBezTo>
                  <a:pt x="241984" y="357872"/>
                  <a:pt x="241984" y="357423"/>
                  <a:pt x="240895" y="356749"/>
                </a:cubicBezTo>
                <a:cubicBezTo>
                  <a:pt x="240004" y="356195"/>
                  <a:pt x="239684" y="354181"/>
                  <a:pt x="239927" y="350629"/>
                </a:cubicBezTo>
                <a:cubicBezTo>
                  <a:pt x="240376" y="344249"/>
                  <a:pt x="238794" y="343635"/>
                  <a:pt x="236270" y="349202"/>
                </a:cubicBezTo>
                <a:cubicBezTo>
                  <a:pt x="235302" y="351337"/>
                  <a:pt x="233634" y="354242"/>
                  <a:pt x="232562" y="355659"/>
                </a:cubicBezTo>
                <a:lnTo>
                  <a:pt x="230600" y="358235"/>
                </a:lnTo>
                <a:lnTo>
                  <a:pt x="234420" y="359428"/>
                </a:lnTo>
                <a:cubicBezTo>
                  <a:pt x="239572" y="361027"/>
                  <a:pt x="239356" y="361036"/>
                  <a:pt x="240877" y="359203"/>
                </a:cubicBezTo>
                <a:close/>
                <a:moveTo>
                  <a:pt x="328149" y="356697"/>
                </a:moveTo>
                <a:cubicBezTo>
                  <a:pt x="327794" y="356126"/>
                  <a:pt x="327301" y="355659"/>
                  <a:pt x="327051" y="355659"/>
                </a:cubicBezTo>
                <a:cubicBezTo>
                  <a:pt x="326800" y="355659"/>
                  <a:pt x="326601" y="356126"/>
                  <a:pt x="326601" y="356697"/>
                </a:cubicBezTo>
                <a:cubicBezTo>
                  <a:pt x="326601" y="357267"/>
                  <a:pt x="327094" y="357725"/>
                  <a:pt x="327690" y="357725"/>
                </a:cubicBezTo>
                <a:cubicBezTo>
                  <a:pt x="328295" y="357725"/>
                  <a:pt x="328503" y="357267"/>
                  <a:pt x="328149" y="356697"/>
                </a:cubicBezTo>
                <a:close/>
                <a:moveTo>
                  <a:pt x="144158" y="353567"/>
                </a:moveTo>
                <a:cubicBezTo>
                  <a:pt x="142983" y="352271"/>
                  <a:pt x="141893" y="351847"/>
                  <a:pt x="141297" y="352444"/>
                </a:cubicBezTo>
                <a:cubicBezTo>
                  <a:pt x="139897" y="353844"/>
                  <a:pt x="141357" y="355659"/>
                  <a:pt x="143882" y="355659"/>
                </a:cubicBezTo>
                <a:cubicBezTo>
                  <a:pt x="145991" y="355659"/>
                  <a:pt x="145999" y="355607"/>
                  <a:pt x="144158" y="353567"/>
                </a:cubicBezTo>
                <a:close/>
                <a:moveTo>
                  <a:pt x="63629" y="351960"/>
                </a:moveTo>
                <a:lnTo>
                  <a:pt x="67174" y="351303"/>
                </a:lnTo>
                <a:lnTo>
                  <a:pt x="64667" y="348321"/>
                </a:lnTo>
                <a:cubicBezTo>
                  <a:pt x="63284" y="346678"/>
                  <a:pt x="61849" y="344370"/>
                  <a:pt x="61477" y="343186"/>
                </a:cubicBezTo>
                <a:cubicBezTo>
                  <a:pt x="60837" y="341189"/>
                  <a:pt x="60665" y="341163"/>
                  <a:pt x="58936" y="342719"/>
                </a:cubicBezTo>
                <a:cubicBezTo>
                  <a:pt x="57207" y="344284"/>
                  <a:pt x="56930" y="344215"/>
                  <a:pt x="54890" y="341621"/>
                </a:cubicBezTo>
                <a:cubicBezTo>
                  <a:pt x="53689" y="340100"/>
                  <a:pt x="52167" y="337049"/>
                  <a:pt x="51510" y="334853"/>
                </a:cubicBezTo>
                <a:cubicBezTo>
                  <a:pt x="50361" y="331007"/>
                  <a:pt x="50266" y="330937"/>
                  <a:pt x="48831" y="332986"/>
                </a:cubicBezTo>
                <a:cubicBezTo>
                  <a:pt x="47664" y="334646"/>
                  <a:pt x="47586" y="335718"/>
                  <a:pt x="48485" y="337896"/>
                </a:cubicBezTo>
                <a:cubicBezTo>
                  <a:pt x="49272" y="339806"/>
                  <a:pt x="49315" y="341777"/>
                  <a:pt x="48615" y="344180"/>
                </a:cubicBezTo>
                <a:cubicBezTo>
                  <a:pt x="47465" y="348165"/>
                  <a:pt x="47923" y="349462"/>
                  <a:pt x="50473" y="349462"/>
                </a:cubicBezTo>
                <a:cubicBezTo>
                  <a:pt x="51450" y="349462"/>
                  <a:pt x="53870" y="350577"/>
                  <a:pt x="55841" y="351934"/>
                </a:cubicBezTo>
                <a:cubicBezTo>
                  <a:pt x="57812" y="353300"/>
                  <a:pt x="59575" y="354008"/>
                  <a:pt x="59766" y="353516"/>
                </a:cubicBezTo>
                <a:cubicBezTo>
                  <a:pt x="59947" y="353032"/>
                  <a:pt x="61685" y="352331"/>
                  <a:pt x="63629" y="351960"/>
                </a:cubicBezTo>
                <a:close/>
                <a:moveTo>
                  <a:pt x="149907" y="350931"/>
                </a:moveTo>
                <a:cubicBezTo>
                  <a:pt x="143009" y="344699"/>
                  <a:pt x="143112" y="340264"/>
                  <a:pt x="150105" y="342417"/>
                </a:cubicBezTo>
                <a:cubicBezTo>
                  <a:pt x="155024" y="343921"/>
                  <a:pt x="161230" y="349047"/>
                  <a:pt x="161230" y="351605"/>
                </a:cubicBezTo>
                <a:cubicBezTo>
                  <a:pt x="161230" y="353144"/>
                  <a:pt x="161965" y="353593"/>
                  <a:pt x="164420" y="353593"/>
                </a:cubicBezTo>
                <a:lnTo>
                  <a:pt x="167610" y="353593"/>
                </a:lnTo>
                <a:lnTo>
                  <a:pt x="164679" y="349660"/>
                </a:lnTo>
                <a:cubicBezTo>
                  <a:pt x="159683" y="342953"/>
                  <a:pt x="153304" y="337801"/>
                  <a:pt x="151359" y="338890"/>
                </a:cubicBezTo>
                <a:cubicBezTo>
                  <a:pt x="149725" y="339798"/>
                  <a:pt x="144003" y="339149"/>
                  <a:pt x="140433" y="337645"/>
                </a:cubicBezTo>
                <a:cubicBezTo>
                  <a:pt x="137528" y="336426"/>
                  <a:pt x="136966" y="340359"/>
                  <a:pt x="139724" y="342581"/>
                </a:cubicBezTo>
                <a:cubicBezTo>
                  <a:pt x="141038" y="343635"/>
                  <a:pt x="142810" y="345918"/>
                  <a:pt x="143665" y="347655"/>
                </a:cubicBezTo>
                <a:cubicBezTo>
                  <a:pt x="144513" y="349384"/>
                  <a:pt x="146829" y="351666"/>
                  <a:pt x="148817" y="352720"/>
                </a:cubicBezTo>
                <a:cubicBezTo>
                  <a:pt x="154168" y="355556"/>
                  <a:pt x="154479" y="355054"/>
                  <a:pt x="149907" y="350931"/>
                </a:cubicBezTo>
                <a:close/>
                <a:moveTo>
                  <a:pt x="250593" y="346073"/>
                </a:moveTo>
                <a:cubicBezTo>
                  <a:pt x="250784" y="343074"/>
                  <a:pt x="250516" y="342590"/>
                  <a:pt x="248916" y="343004"/>
                </a:cubicBezTo>
                <a:cubicBezTo>
                  <a:pt x="247421" y="343393"/>
                  <a:pt x="247015" y="344509"/>
                  <a:pt x="247015" y="348251"/>
                </a:cubicBezTo>
                <a:cubicBezTo>
                  <a:pt x="247015" y="352643"/>
                  <a:pt x="247144" y="352876"/>
                  <a:pt x="248700" y="351320"/>
                </a:cubicBezTo>
                <a:cubicBezTo>
                  <a:pt x="249625" y="350395"/>
                  <a:pt x="250481" y="348035"/>
                  <a:pt x="250593" y="346073"/>
                </a:cubicBezTo>
                <a:close/>
                <a:moveTo>
                  <a:pt x="95613" y="347404"/>
                </a:moveTo>
                <a:cubicBezTo>
                  <a:pt x="93988" y="345701"/>
                  <a:pt x="92388" y="344586"/>
                  <a:pt x="92060" y="344915"/>
                </a:cubicBezTo>
                <a:cubicBezTo>
                  <a:pt x="91533" y="345451"/>
                  <a:pt x="96996" y="350473"/>
                  <a:pt x="98120" y="350490"/>
                </a:cubicBezTo>
                <a:cubicBezTo>
                  <a:pt x="98370" y="350490"/>
                  <a:pt x="97238" y="349107"/>
                  <a:pt x="95613" y="347404"/>
                </a:cubicBezTo>
                <a:close/>
                <a:moveTo>
                  <a:pt x="168552" y="344448"/>
                </a:moveTo>
                <a:cubicBezTo>
                  <a:pt x="166970" y="341500"/>
                  <a:pt x="167160" y="339123"/>
                  <a:pt x="168984" y="339123"/>
                </a:cubicBezTo>
                <a:cubicBezTo>
                  <a:pt x="171119" y="339123"/>
                  <a:pt x="170929" y="337187"/>
                  <a:pt x="168206" y="331024"/>
                </a:cubicBezTo>
                <a:cubicBezTo>
                  <a:pt x="166633" y="327454"/>
                  <a:pt x="165475" y="326019"/>
                  <a:pt x="164619" y="326546"/>
                </a:cubicBezTo>
                <a:cubicBezTo>
                  <a:pt x="163651" y="327143"/>
                  <a:pt x="163616" y="328292"/>
                  <a:pt x="164455" y="331326"/>
                </a:cubicBezTo>
                <a:cubicBezTo>
                  <a:pt x="165060" y="333522"/>
                  <a:pt x="165345" y="336988"/>
                  <a:pt x="165077" y="339028"/>
                </a:cubicBezTo>
                <a:cubicBezTo>
                  <a:pt x="164731" y="341786"/>
                  <a:pt x="165155" y="343342"/>
                  <a:pt x="166711" y="345062"/>
                </a:cubicBezTo>
                <a:cubicBezTo>
                  <a:pt x="169174" y="347776"/>
                  <a:pt x="170151" y="347448"/>
                  <a:pt x="168552" y="344448"/>
                </a:cubicBezTo>
                <a:close/>
                <a:moveTo>
                  <a:pt x="307990" y="346021"/>
                </a:moveTo>
                <a:cubicBezTo>
                  <a:pt x="307990" y="345840"/>
                  <a:pt x="306832" y="344595"/>
                  <a:pt x="305414" y="343264"/>
                </a:cubicBezTo>
                <a:cubicBezTo>
                  <a:pt x="303236" y="341215"/>
                  <a:pt x="302830" y="341111"/>
                  <a:pt x="302830" y="342598"/>
                </a:cubicBezTo>
                <a:cubicBezTo>
                  <a:pt x="302830" y="343566"/>
                  <a:pt x="303876" y="344777"/>
                  <a:pt x="305155" y="345295"/>
                </a:cubicBezTo>
                <a:cubicBezTo>
                  <a:pt x="307999" y="346436"/>
                  <a:pt x="307990" y="346436"/>
                  <a:pt x="307990" y="346021"/>
                </a:cubicBezTo>
                <a:close/>
                <a:moveTo>
                  <a:pt x="121372" y="342114"/>
                </a:moveTo>
                <a:cubicBezTo>
                  <a:pt x="121026" y="341561"/>
                  <a:pt x="118926" y="339953"/>
                  <a:pt x="116696" y="338553"/>
                </a:cubicBezTo>
                <a:cubicBezTo>
                  <a:pt x="112737" y="336055"/>
                  <a:pt x="108328" y="335890"/>
                  <a:pt x="106911" y="338198"/>
                </a:cubicBezTo>
                <a:cubicBezTo>
                  <a:pt x="106599" y="338691"/>
                  <a:pt x="107023" y="338847"/>
                  <a:pt x="107844" y="338527"/>
                </a:cubicBezTo>
                <a:cubicBezTo>
                  <a:pt x="110239" y="337611"/>
                  <a:pt x="117750" y="340065"/>
                  <a:pt x="119082" y="342201"/>
                </a:cubicBezTo>
                <a:cubicBezTo>
                  <a:pt x="119756" y="343281"/>
                  <a:pt x="120681" y="343929"/>
                  <a:pt x="121148" y="343635"/>
                </a:cubicBezTo>
                <a:cubicBezTo>
                  <a:pt x="121614" y="343350"/>
                  <a:pt x="121709" y="342667"/>
                  <a:pt x="121372" y="342114"/>
                </a:cubicBezTo>
                <a:close/>
                <a:moveTo>
                  <a:pt x="78549" y="341016"/>
                </a:moveTo>
                <a:cubicBezTo>
                  <a:pt x="82240" y="340869"/>
                  <a:pt x="85845" y="341103"/>
                  <a:pt x="86545" y="341544"/>
                </a:cubicBezTo>
                <a:cubicBezTo>
                  <a:pt x="87453" y="342105"/>
                  <a:pt x="87634" y="341786"/>
                  <a:pt x="87176" y="340472"/>
                </a:cubicBezTo>
                <a:cubicBezTo>
                  <a:pt x="86217" y="337740"/>
                  <a:pt x="79448" y="330808"/>
                  <a:pt x="76673" y="329727"/>
                </a:cubicBezTo>
                <a:cubicBezTo>
                  <a:pt x="75221" y="329157"/>
                  <a:pt x="74400" y="328085"/>
                  <a:pt x="74582" y="326978"/>
                </a:cubicBezTo>
                <a:cubicBezTo>
                  <a:pt x="74988" y="324532"/>
                  <a:pt x="73631" y="322587"/>
                  <a:pt x="71513" y="322587"/>
                </a:cubicBezTo>
                <a:cubicBezTo>
                  <a:pt x="70553" y="322579"/>
                  <a:pt x="68436" y="321878"/>
                  <a:pt x="66802" y="321031"/>
                </a:cubicBezTo>
                <a:cubicBezTo>
                  <a:pt x="59722" y="317340"/>
                  <a:pt x="50871" y="320703"/>
                  <a:pt x="55841" y="325198"/>
                </a:cubicBezTo>
                <a:cubicBezTo>
                  <a:pt x="58037" y="327186"/>
                  <a:pt x="59878" y="332649"/>
                  <a:pt x="60025" y="337576"/>
                </a:cubicBezTo>
                <a:cubicBezTo>
                  <a:pt x="60068" y="339279"/>
                  <a:pt x="60345" y="340091"/>
                  <a:pt x="60630" y="339383"/>
                </a:cubicBezTo>
                <a:cubicBezTo>
                  <a:pt x="61382" y="337524"/>
                  <a:pt x="63491" y="337792"/>
                  <a:pt x="66292" y="340117"/>
                </a:cubicBezTo>
                <a:cubicBezTo>
                  <a:pt x="67632" y="341232"/>
                  <a:pt x="69430" y="341950"/>
                  <a:pt x="70277" y="341717"/>
                </a:cubicBezTo>
                <a:cubicBezTo>
                  <a:pt x="71133" y="341474"/>
                  <a:pt x="74858" y="341163"/>
                  <a:pt x="78549" y="341016"/>
                </a:cubicBezTo>
                <a:close/>
                <a:moveTo>
                  <a:pt x="309883" y="337144"/>
                </a:moveTo>
                <a:cubicBezTo>
                  <a:pt x="310186" y="335112"/>
                  <a:pt x="309901" y="334896"/>
                  <a:pt x="307818" y="335545"/>
                </a:cubicBezTo>
                <a:cubicBezTo>
                  <a:pt x="304533" y="336547"/>
                  <a:pt x="304403" y="336772"/>
                  <a:pt x="305933" y="338622"/>
                </a:cubicBezTo>
                <a:cubicBezTo>
                  <a:pt x="307688" y="340731"/>
                  <a:pt x="309460" y="340065"/>
                  <a:pt x="309883" y="337144"/>
                </a:cubicBezTo>
                <a:close/>
                <a:moveTo>
                  <a:pt x="121390" y="334213"/>
                </a:moveTo>
                <a:cubicBezTo>
                  <a:pt x="121364" y="332658"/>
                  <a:pt x="120318" y="329745"/>
                  <a:pt x="119073" y="327756"/>
                </a:cubicBezTo>
                <a:cubicBezTo>
                  <a:pt x="116497" y="323659"/>
                  <a:pt x="116047" y="324947"/>
                  <a:pt x="118260" y="330047"/>
                </a:cubicBezTo>
                <a:cubicBezTo>
                  <a:pt x="119073" y="331914"/>
                  <a:pt x="119989" y="334257"/>
                  <a:pt x="120300" y="335251"/>
                </a:cubicBezTo>
                <a:cubicBezTo>
                  <a:pt x="121096" y="337827"/>
                  <a:pt x="121450" y="337490"/>
                  <a:pt x="121390" y="334213"/>
                </a:cubicBezTo>
                <a:close/>
                <a:moveTo>
                  <a:pt x="133327" y="332865"/>
                </a:moveTo>
                <a:cubicBezTo>
                  <a:pt x="133327" y="331759"/>
                  <a:pt x="133872" y="330860"/>
                  <a:pt x="134529" y="330860"/>
                </a:cubicBezTo>
                <a:cubicBezTo>
                  <a:pt x="135194" y="330860"/>
                  <a:pt x="135497" y="330618"/>
                  <a:pt x="135203" y="330324"/>
                </a:cubicBezTo>
                <a:cubicBezTo>
                  <a:pt x="134909" y="330030"/>
                  <a:pt x="133483" y="330401"/>
                  <a:pt x="132030" y="331153"/>
                </a:cubicBezTo>
                <a:cubicBezTo>
                  <a:pt x="129965" y="332225"/>
                  <a:pt x="129610" y="332900"/>
                  <a:pt x="130397" y="334291"/>
                </a:cubicBezTo>
                <a:cubicBezTo>
                  <a:pt x="131598" y="336452"/>
                  <a:pt x="133327" y="335614"/>
                  <a:pt x="133327" y="332865"/>
                </a:cubicBezTo>
                <a:close/>
                <a:moveTo>
                  <a:pt x="320360" y="330989"/>
                </a:moveTo>
                <a:cubicBezTo>
                  <a:pt x="320334" y="329580"/>
                  <a:pt x="320092" y="329632"/>
                  <a:pt x="318813" y="331318"/>
                </a:cubicBezTo>
                <a:cubicBezTo>
                  <a:pt x="316842" y="333928"/>
                  <a:pt x="316859" y="335605"/>
                  <a:pt x="318847" y="333954"/>
                </a:cubicBezTo>
                <a:cubicBezTo>
                  <a:pt x="319695" y="333254"/>
                  <a:pt x="320377" y="331914"/>
                  <a:pt x="320360" y="330989"/>
                </a:cubicBezTo>
                <a:close/>
                <a:moveTo>
                  <a:pt x="253895" y="330886"/>
                </a:moveTo>
                <a:cubicBezTo>
                  <a:pt x="263975" y="328474"/>
                  <a:pt x="269887" y="328076"/>
                  <a:pt x="279629" y="329174"/>
                </a:cubicBezTo>
                <a:cubicBezTo>
                  <a:pt x="286830" y="329987"/>
                  <a:pt x="286933" y="329961"/>
                  <a:pt x="288152" y="327272"/>
                </a:cubicBezTo>
                <a:cubicBezTo>
                  <a:pt x="290028" y="323166"/>
                  <a:pt x="289812" y="322942"/>
                  <a:pt x="283968" y="322942"/>
                </a:cubicBezTo>
                <a:cubicBezTo>
                  <a:pt x="280978" y="322942"/>
                  <a:pt x="277624" y="322700"/>
                  <a:pt x="276517" y="322414"/>
                </a:cubicBezTo>
                <a:cubicBezTo>
                  <a:pt x="273232" y="321559"/>
                  <a:pt x="270388" y="316822"/>
                  <a:pt x="270276" y="311998"/>
                </a:cubicBezTo>
                <a:cubicBezTo>
                  <a:pt x="270190" y="308316"/>
                  <a:pt x="269809" y="307547"/>
                  <a:pt x="267916" y="307279"/>
                </a:cubicBezTo>
                <a:cubicBezTo>
                  <a:pt x="265772" y="306967"/>
                  <a:pt x="265738" y="307080"/>
                  <a:pt x="267190" y="309863"/>
                </a:cubicBezTo>
                <a:cubicBezTo>
                  <a:pt x="268893" y="313122"/>
                  <a:pt x="269213" y="318032"/>
                  <a:pt x="267778" y="318914"/>
                </a:cubicBezTo>
                <a:cubicBezTo>
                  <a:pt x="266473" y="319726"/>
                  <a:pt x="261606" y="313701"/>
                  <a:pt x="260880" y="310365"/>
                </a:cubicBezTo>
                <a:cubicBezTo>
                  <a:pt x="259808" y="305437"/>
                  <a:pt x="259454" y="304858"/>
                  <a:pt x="257699" y="305204"/>
                </a:cubicBezTo>
                <a:cubicBezTo>
                  <a:pt x="254812" y="305757"/>
                  <a:pt x="241992" y="332943"/>
                  <a:pt x="244620" y="332917"/>
                </a:cubicBezTo>
                <a:cubicBezTo>
                  <a:pt x="245087" y="332917"/>
                  <a:pt x="249254" y="332001"/>
                  <a:pt x="253895" y="330886"/>
                </a:cubicBezTo>
                <a:close/>
                <a:moveTo>
                  <a:pt x="103341" y="330972"/>
                </a:moveTo>
                <a:cubicBezTo>
                  <a:pt x="106487" y="330090"/>
                  <a:pt x="104741" y="328681"/>
                  <a:pt x="100116" y="328361"/>
                </a:cubicBezTo>
                <a:cubicBezTo>
                  <a:pt x="96892" y="328137"/>
                  <a:pt x="95552" y="329105"/>
                  <a:pt x="96633" y="330860"/>
                </a:cubicBezTo>
                <a:cubicBezTo>
                  <a:pt x="97350" y="332009"/>
                  <a:pt x="99485" y="332044"/>
                  <a:pt x="103341" y="330972"/>
                </a:cubicBezTo>
                <a:close/>
                <a:moveTo>
                  <a:pt x="147797" y="330151"/>
                </a:moveTo>
                <a:cubicBezTo>
                  <a:pt x="147797" y="328725"/>
                  <a:pt x="143259" y="324653"/>
                  <a:pt x="141669" y="324662"/>
                </a:cubicBezTo>
                <a:cubicBezTo>
                  <a:pt x="140778" y="324670"/>
                  <a:pt x="139551" y="325742"/>
                  <a:pt x="138946" y="327048"/>
                </a:cubicBezTo>
                <a:cubicBezTo>
                  <a:pt x="137943" y="329217"/>
                  <a:pt x="138107" y="329433"/>
                  <a:pt x="140960" y="329649"/>
                </a:cubicBezTo>
                <a:cubicBezTo>
                  <a:pt x="142671" y="329779"/>
                  <a:pt x="144288" y="330108"/>
                  <a:pt x="144556" y="330376"/>
                </a:cubicBezTo>
                <a:cubicBezTo>
                  <a:pt x="145299" y="331119"/>
                  <a:pt x="147797" y="330946"/>
                  <a:pt x="147797" y="330151"/>
                </a:cubicBezTo>
                <a:close/>
                <a:moveTo>
                  <a:pt x="296096" y="329805"/>
                </a:moveTo>
                <a:cubicBezTo>
                  <a:pt x="295742" y="329226"/>
                  <a:pt x="295016" y="329027"/>
                  <a:pt x="294488" y="329356"/>
                </a:cubicBezTo>
                <a:cubicBezTo>
                  <a:pt x="293053" y="330237"/>
                  <a:pt x="293321" y="330860"/>
                  <a:pt x="295137" y="330860"/>
                </a:cubicBezTo>
                <a:cubicBezTo>
                  <a:pt x="296018" y="330860"/>
                  <a:pt x="296459" y="330384"/>
                  <a:pt x="296096" y="329805"/>
                </a:cubicBezTo>
                <a:close/>
                <a:moveTo>
                  <a:pt x="152154" y="326736"/>
                </a:moveTo>
                <a:cubicBezTo>
                  <a:pt x="151722" y="323832"/>
                  <a:pt x="149863" y="323279"/>
                  <a:pt x="149863" y="326062"/>
                </a:cubicBezTo>
                <a:cubicBezTo>
                  <a:pt x="149863" y="327056"/>
                  <a:pt x="151782" y="329822"/>
                  <a:pt x="152474" y="329822"/>
                </a:cubicBezTo>
                <a:cubicBezTo>
                  <a:pt x="152543" y="329822"/>
                  <a:pt x="152405" y="328431"/>
                  <a:pt x="152154" y="326736"/>
                </a:cubicBezTo>
                <a:close/>
                <a:moveTo>
                  <a:pt x="227341" y="323365"/>
                </a:moveTo>
                <a:cubicBezTo>
                  <a:pt x="227358" y="322371"/>
                  <a:pt x="226926" y="321559"/>
                  <a:pt x="226381" y="321559"/>
                </a:cubicBezTo>
                <a:cubicBezTo>
                  <a:pt x="224938" y="321559"/>
                  <a:pt x="223589" y="318576"/>
                  <a:pt x="222759" y="313546"/>
                </a:cubicBezTo>
                <a:cubicBezTo>
                  <a:pt x="221791" y="307719"/>
                  <a:pt x="224333" y="306380"/>
                  <a:pt x="227954" y="310814"/>
                </a:cubicBezTo>
                <a:cubicBezTo>
                  <a:pt x="230306" y="313684"/>
                  <a:pt x="230409" y="313710"/>
                  <a:pt x="230444" y="311480"/>
                </a:cubicBezTo>
                <a:cubicBezTo>
                  <a:pt x="230461" y="310200"/>
                  <a:pt x="230090" y="309154"/>
                  <a:pt x="229614" y="309154"/>
                </a:cubicBezTo>
                <a:cubicBezTo>
                  <a:pt x="227954" y="309154"/>
                  <a:pt x="226597" y="304400"/>
                  <a:pt x="226727" y="299041"/>
                </a:cubicBezTo>
                <a:cubicBezTo>
                  <a:pt x="226805" y="296076"/>
                  <a:pt x="226779" y="293647"/>
                  <a:pt x="226684" y="293647"/>
                </a:cubicBezTo>
                <a:cubicBezTo>
                  <a:pt x="224652" y="293656"/>
                  <a:pt x="223243" y="295497"/>
                  <a:pt x="223217" y="298151"/>
                </a:cubicBezTo>
                <a:cubicBezTo>
                  <a:pt x="223200" y="299940"/>
                  <a:pt x="222353" y="303259"/>
                  <a:pt x="221324" y="305533"/>
                </a:cubicBezTo>
                <a:cubicBezTo>
                  <a:pt x="219725" y="309077"/>
                  <a:pt x="219639" y="310123"/>
                  <a:pt x="220771" y="312845"/>
                </a:cubicBezTo>
                <a:cubicBezTo>
                  <a:pt x="221497" y="314600"/>
                  <a:pt x="222638" y="319207"/>
                  <a:pt x="223321" y="323089"/>
                </a:cubicBezTo>
                <a:cubicBezTo>
                  <a:pt x="224479" y="329770"/>
                  <a:pt x="224618" y="330021"/>
                  <a:pt x="225923" y="327661"/>
                </a:cubicBezTo>
                <a:cubicBezTo>
                  <a:pt x="226684" y="326296"/>
                  <a:pt x="227323" y="324359"/>
                  <a:pt x="227341" y="323365"/>
                </a:cubicBezTo>
                <a:close/>
                <a:moveTo>
                  <a:pt x="313160" y="327756"/>
                </a:moveTo>
                <a:cubicBezTo>
                  <a:pt x="314422" y="326944"/>
                  <a:pt x="314283" y="326754"/>
                  <a:pt x="312434" y="326736"/>
                </a:cubicBezTo>
                <a:cubicBezTo>
                  <a:pt x="309659" y="326719"/>
                  <a:pt x="304896" y="324645"/>
                  <a:pt x="304896" y="323460"/>
                </a:cubicBezTo>
                <a:cubicBezTo>
                  <a:pt x="304896" y="322025"/>
                  <a:pt x="302138" y="322475"/>
                  <a:pt x="300755" y="324143"/>
                </a:cubicBezTo>
                <a:cubicBezTo>
                  <a:pt x="299675" y="325440"/>
                  <a:pt x="299865" y="325690"/>
                  <a:pt x="301922" y="325708"/>
                </a:cubicBezTo>
                <a:cubicBezTo>
                  <a:pt x="303271" y="325716"/>
                  <a:pt x="305535" y="326365"/>
                  <a:pt x="306962" y="327151"/>
                </a:cubicBezTo>
                <a:cubicBezTo>
                  <a:pt x="310160" y="328932"/>
                  <a:pt x="311189" y="329027"/>
                  <a:pt x="313160" y="327756"/>
                </a:cubicBezTo>
                <a:close/>
                <a:moveTo>
                  <a:pt x="199377" y="326321"/>
                </a:moveTo>
                <a:cubicBezTo>
                  <a:pt x="200034" y="325526"/>
                  <a:pt x="201953" y="324307"/>
                  <a:pt x="203630" y="323616"/>
                </a:cubicBezTo>
                <a:cubicBezTo>
                  <a:pt x="205307" y="322916"/>
                  <a:pt x="206431" y="321939"/>
                  <a:pt x="206119" y="321438"/>
                </a:cubicBezTo>
                <a:cubicBezTo>
                  <a:pt x="205367" y="320227"/>
                  <a:pt x="200795" y="320262"/>
                  <a:pt x="200043" y="321472"/>
                </a:cubicBezTo>
                <a:cubicBezTo>
                  <a:pt x="199714" y="321999"/>
                  <a:pt x="198063" y="322734"/>
                  <a:pt x="196360" y="323106"/>
                </a:cubicBezTo>
                <a:cubicBezTo>
                  <a:pt x="191692" y="324135"/>
                  <a:pt x="192358" y="326676"/>
                  <a:pt x="197536" y="327635"/>
                </a:cubicBezTo>
                <a:cubicBezTo>
                  <a:pt x="197890" y="327705"/>
                  <a:pt x="198720" y="327108"/>
                  <a:pt x="199377" y="326321"/>
                </a:cubicBezTo>
                <a:close/>
                <a:moveTo>
                  <a:pt x="130717" y="324074"/>
                </a:moveTo>
                <a:cubicBezTo>
                  <a:pt x="134442" y="320348"/>
                  <a:pt x="133120" y="319337"/>
                  <a:pt x="127916" y="321922"/>
                </a:cubicBezTo>
                <a:cubicBezTo>
                  <a:pt x="124873" y="323426"/>
                  <a:pt x="124069" y="324212"/>
                  <a:pt x="125314" y="324454"/>
                </a:cubicBezTo>
                <a:cubicBezTo>
                  <a:pt x="126308" y="324653"/>
                  <a:pt x="127129" y="325241"/>
                  <a:pt x="127129" y="325768"/>
                </a:cubicBezTo>
                <a:cubicBezTo>
                  <a:pt x="127129" y="327272"/>
                  <a:pt x="127864" y="326918"/>
                  <a:pt x="130717" y="324074"/>
                </a:cubicBezTo>
                <a:close/>
                <a:moveTo>
                  <a:pt x="294359" y="324109"/>
                </a:moveTo>
                <a:cubicBezTo>
                  <a:pt x="294039" y="323797"/>
                  <a:pt x="293460" y="324368"/>
                  <a:pt x="293071" y="325388"/>
                </a:cubicBezTo>
                <a:cubicBezTo>
                  <a:pt x="292517" y="326857"/>
                  <a:pt x="292630" y="326978"/>
                  <a:pt x="293650" y="325967"/>
                </a:cubicBezTo>
                <a:cubicBezTo>
                  <a:pt x="294359" y="325267"/>
                  <a:pt x="294678" y="324428"/>
                  <a:pt x="294359" y="324109"/>
                </a:cubicBezTo>
                <a:close/>
                <a:moveTo>
                  <a:pt x="162743" y="314401"/>
                </a:moveTo>
                <a:cubicBezTo>
                  <a:pt x="163642" y="312655"/>
                  <a:pt x="165016" y="311220"/>
                  <a:pt x="165777" y="311220"/>
                </a:cubicBezTo>
                <a:cubicBezTo>
                  <a:pt x="167342" y="311220"/>
                  <a:pt x="168733" y="316545"/>
                  <a:pt x="167809" y="318957"/>
                </a:cubicBezTo>
                <a:cubicBezTo>
                  <a:pt x="167471" y="319856"/>
                  <a:pt x="167783" y="320521"/>
                  <a:pt x="168535" y="320521"/>
                </a:cubicBezTo>
                <a:cubicBezTo>
                  <a:pt x="169261" y="320521"/>
                  <a:pt x="170652" y="321247"/>
                  <a:pt x="171629" y="322129"/>
                </a:cubicBezTo>
                <a:cubicBezTo>
                  <a:pt x="173272" y="323616"/>
                  <a:pt x="173557" y="323227"/>
                  <a:pt x="175649" y="316701"/>
                </a:cubicBezTo>
                <a:cubicBezTo>
                  <a:pt x="176876" y="312837"/>
                  <a:pt x="178104" y="309172"/>
                  <a:pt x="178372" y="308567"/>
                </a:cubicBezTo>
                <a:cubicBezTo>
                  <a:pt x="178666" y="307884"/>
                  <a:pt x="173678" y="306578"/>
                  <a:pt x="165129" y="305092"/>
                </a:cubicBezTo>
                <a:cubicBezTo>
                  <a:pt x="144046" y="301435"/>
                  <a:pt x="145074" y="301522"/>
                  <a:pt x="144322" y="303467"/>
                </a:cubicBezTo>
                <a:cubicBezTo>
                  <a:pt x="143830" y="304737"/>
                  <a:pt x="144478" y="305507"/>
                  <a:pt x="146777" y="306371"/>
                </a:cubicBezTo>
                <a:cubicBezTo>
                  <a:pt x="150028" y="307607"/>
                  <a:pt x="151912" y="311739"/>
                  <a:pt x="151921" y="317677"/>
                </a:cubicBezTo>
                <a:cubicBezTo>
                  <a:pt x="151929" y="319812"/>
                  <a:pt x="152439" y="320521"/>
                  <a:pt x="153952" y="320521"/>
                </a:cubicBezTo>
                <a:cubicBezTo>
                  <a:pt x="155058" y="320521"/>
                  <a:pt x="156805" y="321636"/>
                  <a:pt x="157825" y="323002"/>
                </a:cubicBezTo>
                <a:lnTo>
                  <a:pt x="159683" y="325474"/>
                </a:lnTo>
                <a:lnTo>
                  <a:pt x="160392" y="321524"/>
                </a:lnTo>
                <a:cubicBezTo>
                  <a:pt x="160781" y="319354"/>
                  <a:pt x="161835" y="316147"/>
                  <a:pt x="162743" y="314401"/>
                </a:cubicBezTo>
                <a:close/>
                <a:moveTo>
                  <a:pt x="112469" y="320599"/>
                </a:moveTo>
                <a:cubicBezTo>
                  <a:pt x="112417" y="316510"/>
                  <a:pt x="112253" y="316424"/>
                  <a:pt x="108008" y="317980"/>
                </a:cubicBezTo>
                <a:cubicBezTo>
                  <a:pt x="106072" y="318689"/>
                  <a:pt x="106107" y="318784"/>
                  <a:pt x="108518" y="319424"/>
                </a:cubicBezTo>
                <a:cubicBezTo>
                  <a:pt x="109945" y="319795"/>
                  <a:pt x="111172" y="320781"/>
                  <a:pt x="111241" y="321602"/>
                </a:cubicBezTo>
                <a:cubicBezTo>
                  <a:pt x="111483" y="324195"/>
                  <a:pt x="111613" y="324653"/>
                  <a:pt x="112071" y="324653"/>
                </a:cubicBezTo>
                <a:cubicBezTo>
                  <a:pt x="112322" y="324653"/>
                  <a:pt x="112503" y="322829"/>
                  <a:pt x="112469" y="320599"/>
                </a:cubicBezTo>
                <a:close/>
                <a:moveTo>
                  <a:pt x="342455" y="322120"/>
                </a:moveTo>
                <a:cubicBezTo>
                  <a:pt x="342774" y="321299"/>
                  <a:pt x="344797" y="319700"/>
                  <a:pt x="346958" y="318559"/>
                </a:cubicBezTo>
                <a:lnTo>
                  <a:pt x="350883" y="316502"/>
                </a:lnTo>
                <a:lnTo>
                  <a:pt x="345203" y="317098"/>
                </a:lnTo>
                <a:cubicBezTo>
                  <a:pt x="342074" y="317418"/>
                  <a:pt x="339101" y="318066"/>
                  <a:pt x="338591" y="318533"/>
                </a:cubicBezTo>
                <a:cubicBezTo>
                  <a:pt x="338081" y="318991"/>
                  <a:pt x="338668" y="319112"/>
                  <a:pt x="339887" y="318792"/>
                </a:cubicBezTo>
                <a:cubicBezTo>
                  <a:pt x="342368" y="318144"/>
                  <a:pt x="342956" y="320288"/>
                  <a:pt x="340864" y="322380"/>
                </a:cubicBezTo>
                <a:cubicBezTo>
                  <a:pt x="340034" y="323210"/>
                  <a:pt x="339991" y="323625"/>
                  <a:pt x="340752" y="323625"/>
                </a:cubicBezTo>
                <a:cubicBezTo>
                  <a:pt x="341374" y="323625"/>
                  <a:pt x="342135" y="322950"/>
                  <a:pt x="342455" y="322120"/>
                </a:cubicBezTo>
                <a:close/>
                <a:moveTo>
                  <a:pt x="22734" y="319614"/>
                </a:moveTo>
                <a:cubicBezTo>
                  <a:pt x="22734" y="319104"/>
                  <a:pt x="21809" y="318455"/>
                  <a:pt x="20668" y="318153"/>
                </a:cubicBezTo>
                <a:cubicBezTo>
                  <a:pt x="19328" y="317807"/>
                  <a:pt x="18602" y="318127"/>
                  <a:pt x="18602" y="319069"/>
                </a:cubicBezTo>
                <a:cubicBezTo>
                  <a:pt x="18602" y="319864"/>
                  <a:pt x="19536" y="320521"/>
                  <a:pt x="20668" y="320521"/>
                </a:cubicBezTo>
                <a:cubicBezTo>
                  <a:pt x="21809" y="320521"/>
                  <a:pt x="22734" y="320115"/>
                  <a:pt x="22734" y="319614"/>
                </a:cubicBezTo>
                <a:close/>
                <a:moveTo>
                  <a:pt x="87833" y="315318"/>
                </a:moveTo>
                <a:cubicBezTo>
                  <a:pt x="86709" y="312456"/>
                  <a:pt x="85784" y="309950"/>
                  <a:pt x="85784" y="309751"/>
                </a:cubicBezTo>
                <a:cubicBezTo>
                  <a:pt x="85784" y="309552"/>
                  <a:pt x="84635" y="309172"/>
                  <a:pt x="83226" y="308904"/>
                </a:cubicBezTo>
                <a:lnTo>
                  <a:pt x="80658" y="308411"/>
                </a:lnTo>
                <a:lnTo>
                  <a:pt x="83736" y="311920"/>
                </a:lnTo>
                <a:cubicBezTo>
                  <a:pt x="85430" y="313848"/>
                  <a:pt x="86813" y="316571"/>
                  <a:pt x="86813" y="317971"/>
                </a:cubicBezTo>
                <a:cubicBezTo>
                  <a:pt x="86813" y="319536"/>
                  <a:pt x="87409" y="320521"/>
                  <a:pt x="88352" y="320521"/>
                </a:cubicBezTo>
                <a:cubicBezTo>
                  <a:pt x="89640" y="320521"/>
                  <a:pt x="89562" y="319691"/>
                  <a:pt x="87833" y="315318"/>
                </a:cubicBezTo>
                <a:close/>
                <a:moveTo>
                  <a:pt x="142879" y="315879"/>
                </a:moveTo>
                <a:cubicBezTo>
                  <a:pt x="141582" y="312396"/>
                  <a:pt x="140934" y="311618"/>
                  <a:pt x="140286" y="312785"/>
                </a:cubicBezTo>
                <a:cubicBezTo>
                  <a:pt x="139732" y="313762"/>
                  <a:pt x="140087" y="315465"/>
                  <a:pt x="141245" y="317427"/>
                </a:cubicBezTo>
                <a:cubicBezTo>
                  <a:pt x="143959" y="322017"/>
                  <a:pt x="144841" y="321178"/>
                  <a:pt x="142879" y="315879"/>
                </a:cubicBezTo>
                <a:close/>
                <a:moveTo>
                  <a:pt x="214297" y="309293"/>
                </a:moveTo>
                <a:cubicBezTo>
                  <a:pt x="210960" y="302671"/>
                  <a:pt x="209957" y="301453"/>
                  <a:pt x="208038" y="301720"/>
                </a:cubicBezTo>
                <a:cubicBezTo>
                  <a:pt x="206785" y="301893"/>
                  <a:pt x="204745" y="301496"/>
                  <a:pt x="203517" y="300839"/>
                </a:cubicBezTo>
                <a:cubicBezTo>
                  <a:pt x="201754" y="299897"/>
                  <a:pt x="201088" y="299940"/>
                  <a:pt x="200388" y="301038"/>
                </a:cubicBezTo>
                <a:cubicBezTo>
                  <a:pt x="199005" y="303225"/>
                  <a:pt x="199325" y="304366"/>
                  <a:pt x="200950" y="303017"/>
                </a:cubicBezTo>
                <a:cubicBezTo>
                  <a:pt x="203889" y="300571"/>
                  <a:pt x="215498" y="314064"/>
                  <a:pt x="213389" y="317479"/>
                </a:cubicBezTo>
                <a:cubicBezTo>
                  <a:pt x="213052" y="318023"/>
                  <a:pt x="213856" y="318879"/>
                  <a:pt x="215170" y="319372"/>
                </a:cubicBezTo>
                <a:cubicBezTo>
                  <a:pt x="218965" y="320798"/>
                  <a:pt x="218731" y="318092"/>
                  <a:pt x="214297" y="309293"/>
                </a:cubicBezTo>
                <a:close/>
                <a:moveTo>
                  <a:pt x="293468" y="314133"/>
                </a:moveTo>
                <a:cubicBezTo>
                  <a:pt x="294428" y="309664"/>
                  <a:pt x="294359" y="308515"/>
                  <a:pt x="293071" y="307227"/>
                </a:cubicBezTo>
                <a:cubicBezTo>
                  <a:pt x="291705" y="305852"/>
                  <a:pt x="291549" y="306198"/>
                  <a:pt x="291748" y="310261"/>
                </a:cubicBezTo>
                <a:cubicBezTo>
                  <a:pt x="291869" y="312776"/>
                  <a:pt x="291584" y="315888"/>
                  <a:pt x="291126" y="317167"/>
                </a:cubicBezTo>
                <a:cubicBezTo>
                  <a:pt x="290616" y="318568"/>
                  <a:pt x="290685" y="319493"/>
                  <a:pt x="291299" y="319493"/>
                </a:cubicBezTo>
                <a:cubicBezTo>
                  <a:pt x="291860" y="319493"/>
                  <a:pt x="292837" y="317081"/>
                  <a:pt x="293468" y="314133"/>
                </a:cubicBezTo>
                <a:close/>
                <a:moveTo>
                  <a:pt x="304031" y="312007"/>
                </a:moveTo>
                <a:cubicBezTo>
                  <a:pt x="306694" y="308281"/>
                  <a:pt x="305829" y="308376"/>
                  <a:pt x="301948" y="312258"/>
                </a:cubicBezTo>
                <a:cubicBezTo>
                  <a:pt x="300245" y="313960"/>
                  <a:pt x="299277" y="315352"/>
                  <a:pt x="299804" y="315352"/>
                </a:cubicBezTo>
                <a:cubicBezTo>
                  <a:pt x="300332" y="315352"/>
                  <a:pt x="300824" y="316398"/>
                  <a:pt x="300902" y="317677"/>
                </a:cubicBezTo>
                <a:cubicBezTo>
                  <a:pt x="301032" y="319838"/>
                  <a:pt x="301075" y="319821"/>
                  <a:pt x="301525" y="317435"/>
                </a:cubicBezTo>
                <a:cubicBezTo>
                  <a:pt x="301784" y="316018"/>
                  <a:pt x="302916" y="313580"/>
                  <a:pt x="304031" y="312007"/>
                </a:cubicBezTo>
                <a:close/>
                <a:moveTo>
                  <a:pt x="128357" y="315318"/>
                </a:moveTo>
                <a:cubicBezTo>
                  <a:pt x="131330" y="314756"/>
                  <a:pt x="134174" y="313883"/>
                  <a:pt x="134667" y="313390"/>
                </a:cubicBezTo>
                <a:cubicBezTo>
                  <a:pt x="135160" y="312897"/>
                  <a:pt x="133673" y="313001"/>
                  <a:pt x="131348" y="313623"/>
                </a:cubicBezTo>
                <a:cubicBezTo>
                  <a:pt x="128192" y="314462"/>
                  <a:pt x="126827" y="314436"/>
                  <a:pt x="125910" y="313528"/>
                </a:cubicBezTo>
                <a:cubicBezTo>
                  <a:pt x="123386" y="310996"/>
                  <a:pt x="131832" y="305023"/>
                  <a:pt x="137943" y="305023"/>
                </a:cubicBezTo>
                <a:cubicBezTo>
                  <a:pt x="139473" y="305023"/>
                  <a:pt x="140562" y="304426"/>
                  <a:pt x="140562" y="303605"/>
                </a:cubicBezTo>
                <a:cubicBezTo>
                  <a:pt x="140562" y="302498"/>
                  <a:pt x="139603" y="302369"/>
                  <a:pt x="136171" y="303008"/>
                </a:cubicBezTo>
                <a:cubicBezTo>
                  <a:pt x="129403" y="304279"/>
                  <a:pt x="126092" y="305835"/>
                  <a:pt x="126092" y="307737"/>
                </a:cubicBezTo>
                <a:cubicBezTo>
                  <a:pt x="126092" y="308696"/>
                  <a:pt x="124259" y="311212"/>
                  <a:pt x="122021" y="313347"/>
                </a:cubicBezTo>
                <a:cubicBezTo>
                  <a:pt x="117958" y="317211"/>
                  <a:pt x="117448" y="319285"/>
                  <a:pt x="121035" y="317366"/>
                </a:cubicBezTo>
                <a:cubicBezTo>
                  <a:pt x="122081" y="316804"/>
                  <a:pt x="125374" y="315879"/>
                  <a:pt x="128357" y="315318"/>
                </a:cubicBezTo>
                <a:close/>
                <a:moveTo>
                  <a:pt x="94645" y="313286"/>
                </a:moveTo>
                <a:cubicBezTo>
                  <a:pt x="95673" y="313286"/>
                  <a:pt x="96123" y="312050"/>
                  <a:pt x="96123" y="309154"/>
                </a:cubicBezTo>
                <a:cubicBezTo>
                  <a:pt x="96123" y="304175"/>
                  <a:pt x="94550" y="303691"/>
                  <a:pt x="93616" y="308376"/>
                </a:cubicBezTo>
                <a:cubicBezTo>
                  <a:pt x="92769" y="312621"/>
                  <a:pt x="92112" y="317505"/>
                  <a:pt x="92708" y="315093"/>
                </a:cubicBezTo>
                <a:cubicBezTo>
                  <a:pt x="92959" y="314099"/>
                  <a:pt x="93823" y="313286"/>
                  <a:pt x="94645" y="313286"/>
                </a:cubicBezTo>
                <a:close/>
                <a:moveTo>
                  <a:pt x="202385" y="311540"/>
                </a:moveTo>
                <a:cubicBezTo>
                  <a:pt x="198729" y="304288"/>
                  <a:pt x="198806" y="304357"/>
                  <a:pt x="198193" y="307547"/>
                </a:cubicBezTo>
                <a:cubicBezTo>
                  <a:pt x="197821" y="309526"/>
                  <a:pt x="198556" y="311056"/>
                  <a:pt x="201218" y="313796"/>
                </a:cubicBezTo>
                <a:cubicBezTo>
                  <a:pt x="203154" y="315793"/>
                  <a:pt x="204875" y="317418"/>
                  <a:pt x="205047" y="317418"/>
                </a:cubicBezTo>
                <a:cubicBezTo>
                  <a:pt x="205212" y="317418"/>
                  <a:pt x="204019" y="314773"/>
                  <a:pt x="202385" y="311540"/>
                </a:cubicBezTo>
                <a:close/>
                <a:moveTo>
                  <a:pt x="234498" y="314064"/>
                </a:moveTo>
                <a:cubicBezTo>
                  <a:pt x="235527" y="310987"/>
                  <a:pt x="235483" y="310875"/>
                  <a:pt x="234083" y="312707"/>
                </a:cubicBezTo>
                <a:cubicBezTo>
                  <a:pt x="233236" y="313814"/>
                  <a:pt x="232544" y="315326"/>
                  <a:pt x="232544" y="316070"/>
                </a:cubicBezTo>
                <a:cubicBezTo>
                  <a:pt x="232544" y="318378"/>
                  <a:pt x="233331" y="317574"/>
                  <a:pt x="234498" y="314064"/>
                </a:cubicBezTo>
                <a:close/>
                <a:moveTo>
                  <a:pt x="283674" y="316338"/>
                </a:moveTo>
                <a:cubicBezTo>
                  <a:pt x="283303" y="315732"/>
                  <a:pt x="282464" y="315439"/>
                  <a:pt x="281799" y="315681"/>
                </a:cubicBezTo>
                <a:cubicBezTo>
                  <a:pt x="281142" y="315914"/>
                  <a:pt x="279793" y="315689"/>
                  <a:pt x="278799" y="315179"/>
                </a:cubicBezTo>
                <a:cubicBezTo>
                  <a:pt x="277459" y="314488"/>
                  <a:pt x="276984" y="314661"/>
                  <a:pt x="276984" y="315836"/>
                </a:cubicBezTo>
                <a:cubicBezTo>
                  <a:pt x="276984" y="316969"/>
                  <a:pt x="278047" y="317418"/>
                  <a:pt x="280666" y="317418"/>
                </a:cubicBezTo>
                <a:cubicBezTo>
                  <a:pt x="282974" y="317418"/>
                  <a:pt x="284098" y="317020"/>
                  <a:pt x="283674" y="316338"/>
                </a:cubicBezTo>
                <a:close/>
                <a:moveTo>
                  <a:pt x="338323" y="313450"/>
                </a:moveTo>
                <a:cubicBezTo>
                  <a:pt x="341728" y="309967"/>
                  <a:pt x="342005" y="309327"/>
                  <a:pt x="340596" y="308160"/>
                </a:cubicBezTo>
                <a:cubicBezTo>
                  <a:pt x="339265" y="307054"/>
                  <a:pt x="338997" y="307123"/>
                  <a:pt x="338997" y="308610"/>
                </a:cubicBezTo>
                <a:cubicBezTo>
                  <a:pt x="338997" y="309595"/>
                  <a:pt x="337415" y="311972"/>
                  <a:pt x="335487" y="313909"/>
                </a:cubicBezTo>
                <a:cubicBezTo>
                  <a:pt x="333551" y="315836"/>
                  <a:pt x="332531" y="317418"/>
                  <a:pt x="333205" y="317418"/>
                </a:cubicBezTo>
                <a:cubicBezTo>
                  <a:pt x="333888" y="317418"/>
                  <a:pt x="336188" y="315637"/>
                  <a:pt x="338323" y="313450"/>
                </a:cubicBezTo>
                <a:close/>
                <a:moveTo>
                  <a:pt x="53568" y="315335"/>
                </a:moveTo>
                <a:lnTo>
                  <a:pt x="62532" y="315318"/>
                </a:lnTo>
                <a:lnTo>
                  <a:pt x="59152" y="313157"/>
                </a:lnTo>
                <a:cubicBezTo>
                  <a:pt x="56852" y="311687"/>
                  <a:pt x="55374" y="311315"/>
                  <a:pt x="54501" y="311998"/>
                </a:cubicBezTo>
                <a:cubicBezTo>
                  <a:pt x="52409" y="313641"/>
                  <a:pt x="48286" y="314246"/>
                  <a:pt x="44517" y="313459"/>
                </a:cubicBezTo>
                <a:cubicBezTo>
                  <a:pt x="39849" y="312482"/>
                  <a:pt x="39296" y="310390"/>
                  <a:pt x="43307" y="308878"/>
                </a:cubicBezTo>
                <a:cubicBezTo>
                  <a:pt x="45071" y="308212"/>
                  <a:pt x="46505" y="307330"/>
                  <a:pt x="46505" y="306924"/>
                </a:cubicBezTo>
                <a:cubicBezTo>
                  <a:pt x="46505" y="305351"/>
                  <a:pt x="44284" y="304902"/>
                  <a:pt x="42771" y="306155"/>
                </a:cubicBezTo>
                <a:cubicBezTo>
                  <a:pt x="41042" y="307590"/>
                  <a:pt x="33349" y="307529"/>
                  <a:pt x="29459" y="306051"/>
                </a:cubicBezTo>
                <a:cubicBezTo>
                  <a:pt x="27411" y="305273"/>
                  <a:pt x="27030" y="305437"/>
                  <a:pt x="27151" y="307037"/>
                </a:cubicBezTo>
                <a:cubicBezTo>
                  <a:pt x="27246" y="308281"/>
                  <a:pt x="28586" y="309345"/>
                  <a:pt x="30972" y="310053"/>
                </a:cubicBezTo>
                <a:cubicBezTo>
                  <a:pt x="32995" y="310658"/>
                  <a:pt x="36262" y="312344"/>
                  <a:pt x="38224" y="313796"/>
                </a:cubicBezTo>
                <a:cubicBezTo>
                  <a:pt x="40195" y="315248"/>
                  <a:pt x="42434" y="316191"/>
                  <a:pt x="43203" y="315897"/>
                </a:cubicBezTo>
                <a:cubicBezTo>
                  <a:pt x="43981" y="315594"/>
                  <a:pt x="48641" y="315344"/>
                  <a:pt x="53568" y="315335"/>
                </a:cubicBezTo>
                <a:close/>
                <a:moveTo>
                  <a:pt x="65497" y="304634"/>
                </a:moveTo>
                <a:cubicBezTo>
                  <a:pt x="63413" y="299136"/>
                  <a:pt x="61589" y="294762"/>
                  <a:pt x="61434" y="294918"/>
                </a:cubicBezTo>
                <a:cubicBezTo>
                  <a:pt x="61287" y="295073"/>
                  <a:pt x="61538" y="297286"/>
                  <a:pt x="62004" y="299836"/>
                </a:cubicBezTo>
                <a:cubicBezTo>
                  <a:pt x="62488" y="302481"/>
                  <a:pt x="62454" y="305230"/>
                  <a:pt x="61918" y="306233"/>
                </a:cubicBezTo>
                <a:cubicBezTo>
                  <a:pt x="61399" y="307192"/>
                  <a:pt x="60976" y="308402"/>
                  <a:pt x="60976" y="308921"/>
                </a:cubicBezTo>
                <a:cubicBezTo>
                  <a:pt x="60976" y="309906"/>
                  <a:pt x="68384" y="315525"/>
                  <a:pt x="68946" y="314963"/>
                </a:cubicBezTo>
                <a:cubicBezTo>
                  <a:pt x="69127" y="314782"/>
                  <a:pt x="67571" y="310140"/>
                  <a:pt x="65497" y="304634"/>
                </a:cubicBezTo>
                <a:close/>
                <a:moveTo>
                  <a:pt x="197406" y="314263"/>
                </a:moveTo>
                <a:cubicBezTo>
                  <a:pt x="197406" y="313658"/>
                  <a:pt x="196939" y="313450"/>
                  <a:pt x="196369" y="313805"/>
                </a:cubicBezTo>
                <a:cubicBezTo>
                  <a:pt x="195807" y="314159"/>
                  <a:pt x="195340" y="314652"/>
                  <a:pt x="195340" y="314903"/>
                </a:cubicBezTo>
                <a:cubicBezTo>
                  <a:pt x="195340" y="315153"/>
                  <a:pt x="195807" y="315352"/>
                  <a:pt x="196369" y="315352"/>
                </a:cubicBezTo>
                <a:cubicBezTo>
                  <a:pt x="196939" y="315352"/>
                  <a:pt x="197406" y="314859"/>
                  <a:pt x="197406" y="314263"/>
                </a:cubicBezTo>
                <a:close/>
                <a:moveTo>
                  <a:pt x="116177" y="309673"/>
                </a:moveTo>
                <a:cubicBezTo>
                  <a:pt x="117785" y="307209"/>
                  <a:pt x="117768" y="307088"/>
                  <a:pt x="115814" y="307088"/>
                </a:cubicBezTo>
                <a:cubicBezTo>
                  <a:pt x="114068" y="307088"/>
                  <a:pt x="111622" y="309759"/>
                  <a:pt x="111622" y="311670"/>
                </a:cubicBezTo>
                <a:cubicBezTo>
                  <a:pt x="111622" y="313286"/>
                  <a:pt x="114690" y="311938"/>
                  <a:pt x="116177" y="309673"/>
                </a:cubicBezTo>
                <a:close/>
                <a:moveTo>
                  <a:pt x="286536" y="309699"/>
                </a:moveTo>
                <a:cubicBezTo>
                  <a:pt x="286804" y="308299"/>
                  <a:pt x="286631" y="307391"/>
                  <a:pt x="286138" y="307694"/>
                </a:cubicBezTo>
                <a:cubicBezTo>
                  <a:pt x="285282" y="308221"/>
                  <a:pt x="284850" y="312258"/>
                  <a:pt x="285654" y="312258"/>
                </a:cubicBezTo>
                <a:cubicBezTo>
                  <a:pt x="285870" y="312258"/>
                  <a:pt x="286268" y="311108"/>
                  <a:pt x="286536" y="309699"/>
                </a:cubicBezTo>
                <a:close/>
                <a:moveTo>
                  <a:pt x="77201" y="305230"/>
                </a:moveTo>
                <a:cubicBezTo>
                  <a:pt x="74288" y="302187"/>
                  <a:pt x="73501" y="298816"/>
                  <a:pt x="75705" y="298825"/>
                </a:cubicBezTo>
                <a:cubicBezTo>
                  <a:pt x="76414" y="298825"/>
                  <a:pt x="78350" y="299534"/>
                  <a:pt x="79993" y="300389"/>
                </a:cubicBezTo>
                <a:cubicBezTo>
                  <a:pt x="84151" y="302559"/>
                  <a:pt x="84540" y="301539"/>
                  <a:pt x="80866" y="298099"/>
                </a:cubicBezTo>
                <a:cubicBezTo>
                  <a:pt x="77244" y="294702"/>
                  <a:pt x="75092" y="290924"/>
                  <a:pt x="75982" y="289498"/>
                </a:cubicBezTo>
                <a:cubicBezTo>
                  <a:pt x="77054" y="287760"/>
                  <a:pt x="78644" y="288365"/>
                  <a:pt x="81748" y="291693"/>
                </a:cubicBezTo>
                <a:cubicBezTo>
                  <a:pt x="83520" y="293586"/>
                  <a:pt x="84747" y="294304"/>
                  <a:pt x="84747" y="293439"/>
                </a:cubicBezTo>
                <a:cubicBezTo>
                  <a:pt x="84747" y="292636"/>
                  <a:pt x="85758" y="290890"/>
                  <a:pt x="86986" y="289576"/>
                </a:cubicBezTo>
                <a:cubicBezTo>
                  <a:pt x="89000" y="287406"/>
                  <a:pt x="89346" y="287337"/>
                  <a:pt x="90444" y="288841"/>
                </a:cubicBezTo>
                <a:cubicBezTo>
                  <a:pt x="91533" y="290319"/>
                  <a:pt x="91809" y="290207"/>
                  <a:pt x="92898" y="287812"/>
                </a:cubicBezTo>
                <a:cubicBezTo>
                  <a:pt x="94394" y="284527"/>
                  <a:pt x="93616" y="283482"/>
                  <a:pt x="90919" y="285167"/>
                </a:cubicBezTo>
                <a:cubicBezTo>
                  <a:pt x="88818" y="286481"/>
                  <a:pt x="80918" y="286861"/>
                  <a:pt x="78117" y="285790"/>
                </a:cubicBezTo>
                <a:cubicBezTo>
                  <a:pt x="77218" y="285444"/>
                  <a:pt x="76483" y="284502"/>
                  <a:pt x="76483" y="283698"/>
                </a:cubicBezTo>
                <a:cubicBezTo>
                  <a:pt x="76483" y="281200"/>
                  <a:pt x="81713" y="279989"/>
                  <a:pt x="89916" y="280586"/>
                </a:cubicBezTo>
                <a:cubicBezTo>
                  <a:pt x="97376" y="281130"/>
                  <a:pt x="97489" y="281104"/>
                  <a:pt x="93020" y="279903"/>
                </a:cubicBezTo>
                <a:cubicBezTo>
                  <a:pt x="87141" y="278338"/>
                  <a:pt x="86934" y="276048"/>
                  <a:pt x="92501" y="274206"/>
                </a:cubicBezTo>
                <a:cubicBezTo>
                  <a:pt x="96244" y="272970"/>
                  <a:pt x="99191" y="272944"/>
                  <a:pt x="103228" y="274120"/>
                </a:cubicBezTo>
                <a:cubicBezTo>
                  <a:pt x="104006" y="274345"/>
                  <a:pt x="104836" y="274008"/>
                  <a:pt x="105078" y="273368"/>
                </a:cubicBezTo>
                <a:cubicBezTo>
                  <a:pt x="105614" y="271916"/>
                  <a:pt x="102113" y="270948"/>
                  <a:pt x="96235" y="270930"/>
                </a:cubicBezTo>
                <a:cubicBezTo>
                  <a:pt x="92760" y="270913"/>
                  <a:pt x="91170" y="271492"/>
                  <a:pt x="89380" y="273420"/>
                </a:cubicBezTo>
                <a:cubicBezTo>
                  <a:pt x="85240" y="277889"/>
                  <a:pt x="73855" y="279773"/>
                  <a:pt x="76198" y="275598"/>
                </a:cubicBezTo>
                <a:cubicBezTo>
                  <a:pt x="76673" y="274751"/>
                  <a:pt x="78644" y="272884"/>
                  <a:pt x="80589" y="271449"/>
                </a:cubicBezTo>
                <a:lnTo>
                  <a:pt x="84116" y="268847"/>
                </a:lnTo>
                <a:lnTo>
                  <a:pt x="81021" y="268847"/>
                </a:lnTo>
                <a:cubicBezTo>
                  <a:pt x="79319" y="268847"/>
                  <a:pt x="77486" y="269288"/>
                  <a:pt x="76950" y="269824"/>
                </a:cubicBezTo>
                <a:cubicBezTo>
                  <a:pt x="76405" y="270369"/>
                  <a:pt x="73994" y="271121"/>
                  <a:pt x="71591" y="271510"/>
                </a:cubicBezTo>
                <a:cubicBezTo>
                  <a:pt x="67995" y="272080"/>
                  <a:pt x="67096" y="271890"/>
                  <a:pt x="66534" y="270420"/>
                </a:cubicBezTo>
                <a:cubicBezTo>
                  <a:pt x="65687" y="268233"/>
                  <a:pt x="67442" y="266997"/>
                  <a:pt x="72585" y="266133"/>
                </a:cubicBezTo>
                <a:lnTo>
                  <a:pt x="76449" y="265485"/>
                </a:lnTo>
                <a:lnTo>
                  <a:pt x="73881" y="262433"/>
                </a:lnTo>
                <a:cubicBezTo>
                  <a:pt x="71219" y="259270"/>
                  <a:pt x="70450" y="255414"/>
                  <a:pt x="72481" y="255414"/>
                </a:cubicBezTo>
                <a:cubicBezTo>
                  <a:pt x="73129" y="255414"/>
                  <a:pt x="75334" y="256452"/>
                  <a:pt x="77391" y="257722"/>
                </a:cubicBezTo>
                <a:cubicBezTo>
                  <a:pt x="79448" y="258993"/>
                  <a:pt x="82569" y="260039"/>
                  <a:pt x="84315" y="260048"/>
                </a:cubicBezTo>
                <a:lnTo>
                  <a:pt x="87505" y="260065"/>
                </a:lnTo>
                <a:lnTo>
                  <a:pt x="85611" y="256962"/>
                </a:lnTo>
                <a:cubicBezTo>
                  <a:pt x="82024" y="251075"/>
                  <a:pt x="84090" y="246554"/>
                  <a:pt x="88265" y="251161"/>
                </a:cubicBezTo>
                <a:cubicBezTo>
                  <a:pt x="89303" y="252311"/>
                  <a:pt x="90850" y="252908"/>
                  <a:pt x="92008" y="252605"/>
                </a:cubicBezTo>
                <a:cubicBezTo>
                  <a:pt x="93097" y="252320"/>
                  <a:pt x="95397" y="252579"/>
                  <a:pt x="97117" y="253176"/>
                </a:cubicBezTo>
                <a:cubicBezTo>
                  <a:pt x="101638" y="254749"/>
                  <a:pt x="101188" y="253219"/>
                  <a:pt x="94558" y="244410"/>
                </a:cubicBezTo>
                <a:cubicBezTo>
                  <a:pt x="90608" y="239164"/>
                  <a:pt x="87989" y="236657"/>
                  <a:pt x="86026" y="236233"/>
                </a:cubicBezTo>
                <a:cubicBezTo>
                  <a:pt x="84470" y="235905"/>
                  <a:pt x="82188" y="235222"/>
                  <a:pt x="80952" y="234729"/>
                </a:cubicBezTo>
                <a:cubicBezTo>
                  <a:pt x="78471" y="233726"/>
                  <a:pt x="75385" y="236008"/>
                  <a:pt x="77469" y="237296"/>
                </a:cubicBezTo>
                <a:cubicBezTo>
                  <a:pt x="80071" y="238904"/>
                  <a:pt x="77892" y="250245"/>
                  <a:pt x="74979" y="250245"/>
                </a:cubicBezTo>
                <a:cubicBezTo>
                  <a:pt x="73484" y="250245"/>
                  <a:pt x="72844" y="248655"/>
                  <a:pt x="72040" y="243010"/>
                </a:cubicBezTo>
                <a:cubicBezTo>
                  <a:pt x="71651" y="240227"/>
                  <a:pt x="70942" y="241281"/>
                  <a:pt x="69853" y="246286"/>
                </a:cubicBezTo>
                <a:cubicBezTo>
                  <a:pt x="68634" y="251844"/>
                  <a:pt x="60976" y="258319"/>
                  <a:pt x="60976" y="253781"/>
                </a:cubicBezTo>
                <a:cubicBezTo>
                  <a:pt x="60976" y="252709"/>
                  <a:pt x="60042" y="253271"/>
                  <a:pt x="58227" y="255423"/>
                </a:cubicBezTo>
                <a:cubicBezTo>
                  <a:pt x="56714" y="257221"/>
                  <a:pt x="54389" y="259105"/>
                  <a:pt x="53058" y="259607"/>
                </a:cubicBezTo>
                <a:cubicBezTo>
                  <a:pt x="49626" y="260912"/>
                  <a:pt x="49712" y="266574"/>
                  <a:pt x="53213" y="269867"/>
                </a:cubicBezTo>
                <a:cubicBezTo>
                  <a:pt x="57648" y="274034"/>
                  <a:pt x="65661" y="286472"/>
                  <a:pt x="71781" y="298695"/>
                </a:cubicBezTo>
                <a:cubicBezTo>
                  <a:pt x="76129" y="307374"/>
                  <a:pt x="77970" y="310148"/>
                  <a:pt x="78826" y="309293"/>
                </a:cubicBezTo>
                <a:cubicBezTo>
                  <a:pt x="79682" y="308437"/>
                  <a:pt x="79258" y="307374"/>
                  <a:pt x="77201" y="305230"/>
                </a:cubicBezTo>
                <a:close/>
                <a:moveTo>
                  <a:pt x="106029" y="303596"/>
                </a:moveTo>
                <a:cubicBezTo>
                  <a:pt x="100419" y="300191"/>
                  <a:pt x="100220" y="297787"/>
                  <a:pt x="105553" y="297787"/>
                </a:cubicBezTo>
                <a:cubicBezTo>
                  <a:pt x="107256" y="297787"/>
                  <a:pt x="109530" y="298254"/>
                  <a:pt x="110593" y="298825"/>
                </a:cubicBezTo>
                <a:cubicBezTo>
                  <a:pt x="111890" y="299516"/>
                  <a:pt x="112745" y="299516"/>
                  <a:pt x="113169" y="298825"/>
                </a:cubicBezTo>
                <a:cubicBezTo>
                  <a:pt x="113523" y="298254"/>
                  <a:pt x="114768" y="297787"/>
                  <a:pt x="115935" y="297787"/>
                </a:cubicBezTo>
                <a:cubicBezTo>
                  <a:pt x="117802" y="297787"/>
                  <a:pt x="117603" y="297269"/>
                  <a:pt x="114232" y="293543"/>
                </a:cubicBezTo>
                <a:cubicBezTo>
                  <a:pt x="111423" y="290440"/>
                  <a:pt x="110705" y="288988"/>
                  <a:pt x="111544" y="288149"/>
                </a:cubicBezTo>
                <a:cubicBezTo>
                  <a:pt x="112356" y="287337"/>
                  <a:pt x="113506" y="287320"/>
                  <a:pt x="115537" y="288080"/>
                </a:cubicBezTo>
                <a:cubicBezTo>
                  <a:pt x="117344" y="288763"/>
                  <a:pt x="119419" y="288815"/>
                  <a:pt x="121217" y="288210"/>
                </a:cubicBezTo>
                <a:lnTo>
                  <a:pt x="124052" y="287268"/>
                </a:lnTo>
                <a:lnTo>
                  <a:pt x="120681" y="283110"/>
                </a:lnTo>
                <a:cubicBezTo>
                  <a:pt x="118822" y="280819"/>
                  <a:pt x="116609" y="278105"/>
                  <a:pt x="115754" y="277059"/>
                </a:cubicBezTo>
                <a:cubicBezTo>
                  <a:pt x="114906" y="276022"/>
                  <a:pt x="112953" y="274872"/>
                  <a:pt x="111432" y="274500"/>
                </a:cubicBezTo>
                <a:lnTo>
                  <a:pt x="108648" y="273826"/>
                </a:lnTo>
                <a:lnTo>
                  <a:pt x="109245" y="279566"/>
                </a:lnTo>
                <a:cubicBezTo>
                  <a:pt x="109884" y="285729"/>
                  <a:pt x="108242" y="291581"/>
                  <a:pt x="105882" y="291581"/>
                </a:cubicBezTo>
                <a:cubicBezTo>
                  <a:pt x="104352" y="291581"/>
                  <a:pt x="103513" y="289463"/>
                  <a:pt x="103168" y="284718"/>
                </a:cubicBezTo>
                <a:cubicBezTo>
                  <a:pt x="102865" y="280543"/>
                  <a:pt x="100358" y="281260"/>
                  <a:pt x="100479" y="285496"/>
                </a:cubicBezTo>
                <a:cubicBezTo>
                  <a:pt x="100592" y="289385"/>
                  <a:pt x="95181" y="296266"/>
                  <a:pt x="92103" y="296154"/>
                </a:cubicBezTo>
                <a:cubicBezTo>
                  <a:pt x="89501" y="296059"/>
                  <a:pt x="89545" y="295808"/>
                  <a:pt x="91464" y="299473"/>
                </a:cubicBezTo>
                <a:cubicBezTo>
                  <a:pt x="92311" y="301107"/>
                  <a:pt x="93011" y="301919"/>
                  <a:pt x="93011" y="301288"/>
                </a:cubicBezTo>
                <a:cubicBezTo>
                  <a:pt x="93020" y="299888"/>
                  <a:pt x="98085" y="294684"/>
                  <a:pt x="99442" y="294684"/>
                </a:cubicBezTo>
                <a:cubicBezTo>
                  <a:pt x="99978" y="294684"/>
                  <a:pt x="100281" y="296197"/>
                  <a:pt x="100125" y="298047"/>
                </a:cubicBezTo>
                <a:cubicBezTo>
                  <a:pt x="99969" y="299888"/>
                  <a:pt x="100402" y="303354"/>
                  <a:pt x="101102" y="305731"/>
                </a:cubicBezTo>
                <a:lnTo>
                  <a:pt x="102364" y="310062"/>
                </a:lnTo>
                <a:lnTo>
                  <a:pt x="105787" y="307797"/>
                </a:lnTo>
                <a:lnTo>
                  <a:pt x="109219" y="305533"/>
                </a:lnTo>
                <a:lnTo>
                  <a:pt x="106029" y="303596"/>
                </a:lnTo>
                <a:close/>
                <a:moveTo>
                  <a:pt x="282153" y="308575"/>
                </a:moveTo>
                <a:cubicBezTo>
                  <a:pt x="282153" y="307694"/>
                  <a:pt x="281686" y="307253"/>
                  <a:pt x="281107" y="307616"/>
                </a:cubicBezTo>
                <a:cubicBezTo>
                  <a:pt x="280528" y="307970"/>
                  <a:pt x="280321" y="308696"/>
                  <a:pt x="280649" y="309224"/>
                </a:cubicBezTo>
                <a:cubicBezTo>
                  <a:pt x="281539" y="310658"/>
                  <a:pt x="282153" y="310390"/>
                  <a:pt x="282153" y="308575"/>
                </a:cubicBezTo>
                <a:close/>
                <a:moveTo>
                  <a:pt x="333836" y="306570"/>
                </a:moveTo>
                <a:cubicBezTo>
                  <a:pt x="334537" y="305714"/>
                  <a:pt x="334882" y="305023"/>
                  <a:pt x="334606" y="305023"/>
                </a:cubicBezTo>
                <a:cubicBezTo>
                  <a:pt x="334320" y="305023"/>
                  <a:pt x="333508" y="305714"/>
                  <a:pt x="332799" y="306570"/>
                </a:cubicBezTo>
                <a:cubicBezTo>
                  <a:pt x="332090" y="307426"/>
                  <a:pt x="331745" y="308117"/>
                  <a:pt x="332030" y="308117"/>
                </a:cubicBezTo>
                <a:cubicBezTo>
                  <a:pt x="332315" y="308117"/>
                  <a:pt x="333128" y="307426"/>
                  <a:pt x="333836" y="306570"/>
                </a:cubicBezTo>
                <a:close/>
                <a:moveTo>
                  <a:pt x="243652" y="297649"/>
                </a:moveTo>
                <a:cubicBezTo>
                  <a:pt x="247490" y="291797"/>
                  <a:pt x="249081" y="288340"/>
                  <a:pt x="249081" y="285885"/>
                </a:cubicBezTo>
                <a:cubicBezTo>
                  <a:pt x="249081" y="281061"/>
                  <a:pt x="247533" y="280577"/>
                  <a:pt x="243860" y="284242"/>
                </a:cubicBezTo>
                <a:cubicBezTo>
                  <a:pt x="240601" y="287510"/>
                  <a:pt x="234152" y="289472"/>
                  <a:pt x="232415" y="287734"/>
                </a:cubicBezTo>
                <a:cubicBezTo>
                  <a:pt x="231758" y="287077"/>
                  <a:pt x="232726" y="285565"/>
                  <a:pt x="235181" y="283404"/>
                </a:cubicBezTo>
                <a:cubicBezTo>
                  <a:pt x="239296" y="279791"/>
                  <a:pt x="239261" y="278001"/>
                  <a:pt x="235112" y="280223"/>
                </a:cubicBezTo>
                <a:cubicBezTo>
                  <a:pt x="233590" y="281035"/>
                  <a:pt x="232052" y="283162"/>
                  <a:pt x="231395" y="285366"/>
                </a:cubicBezTo>
                <a:cubicBezTo>
                  <a:pt x="230427" y="288590"/>
                  <a:pt x="230574" y="289619"/>
                  <a:pt x="232441" y="292679"/>
                </a:cubicBezTo>
                <a:cubicBezTo>
                  <a:pt x="233634" y="294632"/>
                  <a:pt x="234610" y="297277"/>
                  <a:pt x="234610" y="298557"/>
                </a:cubicBezTo>
                <a:cubicBezTo>
                  <a:pt x="234610" y="299836"/>
                  <a:pt x="235129" y="300882"/>
                  <a:pt x="235760" y="300882"/>
                </a:cubicBezTo>
                <a:cubicBezTo>
                  <a:pt x="236443" y="300882"/>
                  <a:pt x="236737" y="302109"/>
                  <a:pt x="236478" y="303882"/>
                </a:cubicBezTo>
                <a:cubicBezTo>
                  <a:pt x="235803" y="308437"/>
                  <a:pt x="237619" y="306864"/>
                  <a:pt x="243652" y="297649"/>
                </a:cubicBezTo>
                <a:close/>
                <a:moveTo>
                  <a:pt x="118018" y="303276"/>
                </a:moveTo>
                <a:cubicBezTo>
                  <a:pt x="117275" y="302983"/>
                  <a:pt x="116376" y="303017"/>
                  <a:pt x="116039" y="303363"/>
                </a:cubicBezTo>
                <a:cubicBezTo>
                  <a:pt x="115693" y="303709"/>
                  <a:pt x="116307" y="303951"/>
                  <a:pt x="117396" y="303907"/>
                </a:cubicBezTo>
                <a:cubicBezTo>
                  <a:pt x="118597" y="303856"/>
                  <a:pt x="118840" y="303614"/>
                  <a:pt x="118018" y="303276"/>
                </a:cubicBezTo>
                <a:close/>
                <a:moveTo>
                  <a:pt x="265098" y="301919"/>
                </a:moveTo>
                <a:cubicBezTo>
                  <a:pt x="265919" y="300605"/>
                  <a:pt x="263525" y="300605"/>
                  <a:pt x="261485" y="301919"/>
                </a:cubicBezTo>
                <a:cubicBezTo>
                  <a:pt x="260223" y="302732"/>
                  <a:pt x="260361" y="302922"/>
                  <a:pt x="262202" y="302939"/>
                </a:cubicBezTo>
                <a:cubicBezTo>
                  <a:pt x="263447" y="302948"/>
                  <a:pt x="264752" y="302490"/>
                  <a:pt x="265098" y="301919"/>
                </a:cubicBezTo>
                <a:close/>
                <a:moveTo>
                  <a:pt x="281591" y="300752"/>
                </a:moveTo>
                <a:cubicBezTo>
                  <a:pt x="282162" y="300225"/>
                  <a:pt x="281168" y="299853"/>
                  <a:pt x="279197" y="299853"/>
                </a:cubicBezTo>
                <a:cubicBezTo>
                  <a:pt x="277338" y="299853"/>
                  <a:pt x="275013" y="299421"/>
                  <a:pt x="274019" y="298894"/>
                </a:cubicBezTo>
                <a:cubicBezTo>
                  <a:pt x="272930" y="298306"/>
                  <a:pt x="271642" y="298297"/>
                  <a:pt x="270734" y="298877"/>
                </a:cubicBezTo>
                <a:cubicBezTo>
                  <a:pt x="269567" y="299611"/>
                  <a:pt x="269757" y="299827"/>
                  <a:pt x="271564" y="299836"/>
                </a:cubicBezTo>
                <a:cubicBezTo>
                  <a:pt x="272913" y="299845"/>
                  <a:pt x="273889" y="300493"/>
                  <a:pt x="273889" y="301375"/>
                </a:cubicBezTo>
                <a:cubicBezTo>
                  <a:pt x="273889" y="302533"/>
                  <a:pt x="274693" y="302749"/>
                  <a:pt x="277243" y="302274"/>
                </a:cubicBezTo>
                <a:cubicBezTo>
                  <a:pt x="279093" y="301928"/>
                  <a:pt x="281047" y="301245"/>
                  <a:pt x="281591" y="300752"/>
                </a:cubicBezTo>
                <a:close/>
                <a:moveTo>
                  <a:pt x="296010" y="296033"/>
                </a:moveTo>
                <a:cubicBezTo>
                  <a:pt x="292889" y="293759"/>
                  <a:pt x="292483" y="294520"/>
                  <a:pt x="294860" y="298151"/>
                </a:cubicBezTo>
                <a:cubicBezTo>
                  <a:pt x="296865" y="301193"/>
                  <a:pt x="297185" y="301357"/>
                  <a:pt x="297496" y="299499"/>
                </a:cubicBezTo>
                <a:cubicBezTo>
                  <a:pt x="297695" y="298323"/>
                  <a:pt x="297030" y="296785"/>
                  <a:pt x="296010" y="296033"/>
                </a:cubicBezTo>
                <a:close/>
                <a:moveTo>
                  <a:pt x="133872" y="298453"/>
                </a:moveTo>
                <a:cubicBezTo>
                  <a:pt x="132817" y="297684"/>
                  <a:pt x="132203" y="296404"/>
                  <a:pt x="132506" y="295609"/>
                </a:cubicBezTo>
                <a:cubicBezTo>
                  <a:pt x="132938" y="294503"/>
                  <a:pt x="131771" y="294114"/>
                  <a:pt x="127510" y="293924"/>
                </a:cubicBezTo>
                <a:cubicBezTo>
                  <a:pt x="124380" y="293785"/>
                  <a:pt x="121960" y="294122"/>
                  <a:pt x="121960" y="294693"/>
                </a:cubicBezTo>
                <a:cubicBezTo>
                  <a:pt x="121960" y="295255"/>
                  <a:pt x="123006" y="295722"/>
                  <a:pt x="124285" y="295722"/>
                </a:cubicBezTo>
                <a:cubicBezTo>
                  <a:pt x="125565" y="295730"/>
                  <a:pt x="128002" y="296621"/>
                  <a:pt x="129705" y="297718"/>
                </a:cubicBezTo>
                <a:cubicBezTo>
                  <a:pt x="133344" y="300044"/>
                  <a:pt x="136914" y="300675"/>
                  <a:pt x="133872" y="298453"/>
                </a:cubicBezTo>
                <a:close/>
                <a:moveTo>
                  <a:pt x="289665" y="297174"/>
                </a:moveTo>
                <a:cubicBezTo>
                  <a:pt x="290114" y="294788"/>
                  <a:pt x="290002" y="294667"/>
                  <a:pt x="288628" y="296041"/>
                </a:cubicBezTo>
                <a:cubicBezTo>
                  <a:pt x="287772" y="296888"/>
                  <a:pt x="287391" y="298099"/>
                  <a:pt x="287780" y="298721"/>
                </a:cubicBezTo>
                <a:cubicBezTo>
                  <a:pt x="288809" y="300381"/>
                  <a:pt x="289094" y="300147"/>
                  <a:pt x="289665" y="297174"/>
                </a:cubicBezTo>
                <a:close/>
                <a:moveTo>
                  <a:pt x="272411" y="294071"/>
                </a:moveTo>
                <a:cubicBezTo>
                  <a:pt x="275385" y="292324"/>
                  <a:pt x="276984" y="290665"/>
                  <a:pt x="276984" y="289342"/>
                </a:cubicBezTo>
                <a:cubicBezTo>
                  <a:pt x="276984" y="287544"/>
                  <a:pt x="276595" y="287683"/>
                  <a:pt x="273812" y="290475"/>
                </a:cubicBezTo>
                <a:cubicBezTo>
                  <a:pt x="272057" y="292221"/>
                  <a:pt x="269498" y="293932"/>
                  <a:pt x="268124" y="294278"/>
                </a:cubicBezTo>
                <a:cubicBezTo>
                  <a:pt x="266749" y="294624"/>
                  <a:pt x="265617" y="295324"/>
                  <a:pt x="265617" y="295834"/>
                </a:cubicBezTo>
                <a:cubicBezTo>
                  <a:pt x="265617" y="297390"/>
                  <a:pt x="267640" y="296863"/>
                  <a:pt x="272411" y="294071"/>
                </a:cubicBezTo>
                <a:close/>
                <a:moveTo>
                  <a:pt x="212905" y="290864"/>
                </a:moveTo>
                <a:cubicBezTo>
                  <a:pt x="212905" y="288175"/>
                  <a:pt x="212585" y="287363"/>
                  <a:pt x="211816" y="288123"/>
                </a:cubicBezTo>
                <a:cubicBezTo>
                  <a:pt x="210856" y="289083"/>
                  <a:pt x="211444" y="294684"/>
                  <a:pt x="212507" y="294684"/>
                </a:cubicBezTo>
                <a:cubicBezTo>
                  <a:pt x="212723" y="294684"/>
                  <a:pt x="212905" y="292964"/>
                  <a:pt x="212905" y="290864"/>
                </a:cubicBezTo>
                <a:close/>
                <a:moveTo>
                  <a:pt x="190646" y="280992"/>
                </a:moveTo>
                <a:cubicBezTo>
                  <a:pt x="193672" y="274595"/>
                  <a:pt x="196982" y="266997"/>
                  <a:pt x="197994" y="264102"/>
                </a:cubicBezTo>
                <a:cubicBezTo>
                  <a:pt x="199835" y="258855"/>
                  <a:pt x="199835" y="258820"/>
                  <a:pt x="197484" y="255518"/>
                </a:cubicBezTo>
                <a:cubicBezTo>
                  <a:pt x="194700" y="251611"/>
                  <a:pt x="193153" y="251784"/>
                  <a:pt x="192021" y="256149"/>
                </a:cubicBezTo>
                <a:cubicBezTo>
                  <a:pt x="191130" y="259589"/>
                  <a:pt x="184466" y="266176"/>
                  <a:pt x="182875" y="265191"/>
                </a:cubicBezTo>
                <a:cubicBezTo>
                  <a:pt x="181458" y="264309"/>
                  <a:pt x="181682" y="261932"/>
                  <a:pt x="183532" y="258362"/>
                </a:cubicBezTo>
                <a:cubicBezTo>
                  <a:pt x="185676" y="254204"/>
                  <a:pt x="184613" y="253374"/>
                  <a:pt x="181475" y="256763"/>
                </a:cubicBezTo>
                <a:cubicBezTo>
                  <a:pt x="180092" y="258258"/>
                  <a:pt x="176850" y="260004"/>
                  <a:pt x="174231" y="260661"/>
                </a:cubicBezTo>
                <a:cubicBezTo>
                  <a:pt x="171629" y="261318"/>
                  <a:pt x="169503" y="261967"/>
                  <a:pt x="169503" y="262096"/>
                </a:cubicBezTo>
                <a:cubicBezTo>
                  <a:pt x="169503" y="262226"/>
                  <a:pt x="169926" y="263687"/>
                  <a:pt x="170445" y="265329"/>
                </a:cubicBezTo>
                <a:cubicBezTo>
                  <a:pt x="170972" y="266980"/>
                  <a:pt x="171672" y="269608"/>
                  <a:pt x="172018" y="271172"/>
                </a:cubicBezTo>
                <a:cubicBezTo>
                  <a:pt x="172563" y="273662"/>
                  <a:pt x="173125" y="274016"/>
                  <a:pt x="176556" y="274016"/>
                </a:cubicBezTo>
                <a:cubicBezTo>
                  <a:pt x="181311" y="274016"/>
                  <a:pt x="185088" y="276359"/>
                  <a:pt x="183282" y="278191"/>
                </a:cubicBezTo>
                <a:cubicBezTo>
                  <a:pt x="181518" y="279981"/>
                  <a:pt x="172917" y="280733"/>
                  <a:pt x="171128" y="279246"/>
                </a:cubicBezTo>
                <a:cubicBezTo>
                  <a:pt x="169944" y="278261"/>
                  <a:pt x="169425" y="278425"/>
                  <a:pt x="168535" y="280084"/>
                </a:cubicBezTo>
                <a:cubicBezTo>
                  <a:pt x="167930" y="281217"/>
                  <a:pt x="167428" y="282289"/>
                  <a:pt x="167428" y="282470"/>
                </a:cubicBezTo>
                <a:cubicBezTo>
                  <a:pt x="167428" y="282652"/>
                  <a:pt x="169987" y="282643"/>
                  <a:pt x="173116" y="282444"/>
                </a:cubicBezTo>
                <a:cubicBezTo>
                  <a:pt x="177741" y="282159"/>
                  <a:pt x="178804" y="282392"/>
                  <a:pt x="178804" y="283706"/>
                </a:cubicBezTo>
                <a:cubicBezTo>
                  <a:pt x="178804" y="286049"/>
                  <a:pt x="173038" y="288677"/>
                  <a:pt x="168716" y="288305"/>
                </a:cubicBezTo>
                <a:cubicBezTo>
                  <a:pt x="163910" y="287890"/>
                  <a:pt x="162959" y="290233"/>
                  <a:pt x="167627" y="290985"/>
                </a:cubicBezTo>
                <a:cubicBezTo>
                  <a:pt x="175009" y="292186"/>
                  <a:pt x="176366" y="292342"/>
                  <a:pt x="180680" y="292480"/>
                </a:cubicBezTo>
                <a:lnTo>
                  <a:pt x="185149" y="292618"/>
                </a:lnTo>
                <a:lnTo>
                  <a:pt x="190646" y="280992"/>
                </a:lnTo>
                <a:close/>
                <a:moveTo>
                  <a:pt x="207338" y="290985"/>
                </a:moveTo>
                <a:cubicBezTo>
                  <a:pt x="206992" y="290086"/>
                  <a:pt x="206690" y="288806"/>
                  <a:pt x="206673" y="288141"/>
                </a:cubicBezTo>
                <a:cubicBezTo>
                  <a:pt x="206655" y="287475"/>
                  <a:pt x="206171" y="287752"/>
                  <a:pt x="205583" y="288746"/>
                </a:cubicBezTo>
                <a:cubicBezTo>
                  <a:pt x="204460" y="290691"/>
                  <a:pt x="205099" y="292618"/>
                  <a:pt x="206880" y="292618"/>
                </a:cubicBezTo>
                <a:cubicBezTo>
                  <a:pt x="207476" y="292618"/>
                  <a:pt x="207684" y="291884"/>
                  <a:pt x="207338" y="290985"/>
                </a:cubicBezTo>
                <a:close/>
                <a:moveTo>
                  <a:pt x="225499" y="283698"/>
                </a:moveTo>
                <a:cubicBezTo>
                  <a:pt x="227488" y="281511"/>
                  <a:pt x="227488" y="281502"/>
                  <a:pt x="224851" y="280836"/>
                </a:cubicBezTo>
                <a:cubicBezTo>
                  <a:pt x="223399" y="280473"/>
                  <a:pt x="222215" y="279531"/>
                  <a:pt x="222215" y="278745"/>
                </a:cubicBezTo>
                <a:cubicBezTo>
                  <a:pt x="222215" y="277128"/>
                  <a:pt x="227375" y="275045"/>
                  <a:pt x="231377" y="275045"/>
                </a:cubicBezTo>
                <a:lnTo>
                  <a:pt x="234040" y="275045"/>
                </a:lnTo>
                <a:lnTo>
                  <a:pt x="230850" y="272132"/>
                </a:lnTo>
                <a:cubicBezTo>
                  <a:pt x="226831" y="268467"/>
                  <a:pt x="224549" y="262226"/>
                  <a:pt x="226407" y="259987"/>
                </a:cubicBezTo>
                <a:cubicBezTo>
                  <a:pt x="227522" y="258639"/>
                  <a:pt x="228015" y="258742"/>
                  <a:pt x="230245" y="260800"/>
                </a:cubicBezTo>
                <a:cubicBezTo>
                  <a:pt x="231654" y="262096"/>
                  <a:pt x="233426" y="264560"/>
                  <a:pt x="234187" y="266263"/>
                </a:cubicBezTo>
                <a:cubicBezTo>
                  <a:pt x="235043" y="268182"/>
                  <a:pt x="235579" y="268674"/>
                  <a:pt x="235604" y="267551"/>
                </a:cubicBezTo>
                <a:cubicBezTo>
                  <a:pt x="235674" y="264672"/>
                  <a:pt x="239321" y="265415"/>
                  <a:pt x="242269" y="268925"/>
                </a:cubicBezTo>
                <a:cubicBezTo>
                  <a:pt x="244785" y="271907"/>
                  <a:pt x="245424" y="273766"/>
                  <a:pt x="245027" y="276852"/>
                </a:cubicBezTo>
                <a:cubicBezTo>
                  <a:pt x="244931" y="277569"/>
                  <a:pt x="245580" y="278148"/>
                  <a:pt x="246453" y="278148"/>
                </a:cubicBezTo>
                <a:cubicBezTo>
                  <a:pt x="248605" y="278148"/>
                  <a:pt x="248476" y="277111"/>
                  <a:pt x="245485" y="270351"/>
                </a:cubicBezTo>
                <a:cubicBezTo>
                  <a:pt x="244084" y="267170"/>
                  <a:pt x="242459" y="264845"/>
                  <a:pt x="241889" y="265199"/>
                </a:cubicBezTo>
                <a:cubicBezTo>
                  <a:pt x="241327" y="265554"/>
                  <a:pt x="239797" y="265312"/>
                  <a:pt x="238509" y="264663"/>
                </a:cubicBezTo>
                <a:cubicBezTo>
                  <a:pt x="235509" y="263168"/>
                  <a:pt x="226347" y="253288"/>
                  <a:pt x="226347" y="251559"/>
                </a:cubicBezTo>
                <a:cubicBezTo>
                  <a:pt x="226347" y="250798"/>
                  <a:pt x="225085" y="250245"/>
                  <a:pt x="223356" y="250245"/>
                </a:cubicBezTo>
                <a:cubicBezTo>
                  <a:pt x="220503" y="250245"/>
                  <a:pt x="220235" y="250669"/>
                  <a:pt x="217279" y="259806"/>
                </a:cubicBezTo>
                <a:cubicBezTo>
                  <a:pt x="214729" y="267663"/>
                  <a:pt x="214435" y="269513"/>
                  <a:pt x="215611" y="270187"/>
                </a:cubicBezTo>
                <a:cubicBezTo>
                  <a:pt x="217253" y="271138"/>
                  <a:pt x="217478" y="276125"/>
                  <a:pt x="216103" y="280923"/>
                </a:cubicBezTo>
                <a:cubicBezTo>
                  <a:pt x="215369" y="283473"/>
                  <a:pt x="215498" y="284329"/>
                  <a:pt x="216665" y="284778"/>
                </a:cubicBezTo>
                <a:cubicBezTo>
                  <a:pt x="217495" y="285098"/>
                  <a:pt x="218688" y="286827"/>
                  <a:pt x="219310" y="288616"/>
                </a:cubicBezTo>
                <a:lnTo>
                  <a:pt x="220451" y="291875"/>
                </a:lnTo>
                <a:lnTo>
                  <a:pt x="221973" y="288893"/>
                </a:lnTo>
                <a:cubicBezTo>
                  <a:pt x="222811" y="287242"/>
                  <a:pt x="224393" y="284908"/>
                  <a:pt x="225499" y="283698"/>
                </a:cubicBezTo>
                <a:close/>
                <a:moveTo>
                  <a:pt x="158127" y="286412"/>
                </a:moveTo>
                <a:cubicBezTo>
                  <a:pt x="158127" y="284026"/>
                  <a:pt x="156364" y="283801"/>
                  <a:pt x="153667" y="285841"/>
                </a:cubicBezTo>
                <a:cubicBezTo>
                  <a:pt x="151843" y="287224"/>
                  <a:pt x="151843" y="287285"/>
                  <a:pt x="153667" y="287760"/>
                </a:cubicBezTo>
                <a:cubicBezTo>
                  <a:pt x="157323" y="288703"/>
                  <a:pt x="158127" y="288461"/>
                  <a:pt x="158127" y="286412"/>
                </a:cubicBezTo>
                <a:close/>
                <a:moveTo>
                  <a:pt x="162345" y="282539"/>
                </a:moveTo>
                <a:cubicBezTo>
                  <a:pt x="161490" y="281061"/>
                  <a:pt x="161291" y="281398"/>
                  <a:pt x="161291" y="284346"/>
                </a:cubicBezTo>
                <a:cubicBezTo>
                  <a:pt x="161291" y="287302"/>
                  <a:pt x="161490" y="287631"/>
                  <a:pt x="162345" y="286161"/>
                </a:cubicBezTo>
                <a:cubicBezTo>
                  <a:pt x="163063" y="284925"/>
                  <a:pt x="163063" y="283767"/>
                  <a:pt x="162345" y="282539"/>
                </a:cubicBezTo>
                <a:close/>
                <a:moveTo>
                  <a:pt x="254233" y="280473"/>
                </a:moveTo>
                <a:cubicBezTo>
                  <a:pt x="254241" y="279765"/>
                  <a:pt x="253783" y="279185"/>
                  <a:pt x="253213" y="279185"/>
                </a:cubicBezTo>
                <a:cubicBezTo>
                  <a:pt x="252651" y="279185"/>
                  <a:pt x="252193" y="280456"/>
                  <a:pt x="252201" y="282021"/>
                </a:cubicBezTo>
                <a:cubicBezTo>
                  <a:pt x="252210" y="284242"/>
                  <a:pt x="252435" y="284527"/>
                  <a:pt x="253213" y="283317"/>
                </a:cubicBezTo>
                <a:cubicBezTo>
                  <a:pt x="253766" y="282462"/>
                  <a:pt x="254224" y="281182"/>
                  <a:pt x="254233" y="280473"/>
                </a:cubicBezTo>
                <a:close/>
                <a:moveTo>
                  <a:pt x="148826" y="280672"/>
                </a:moveTo>
                <a:cubicBezTo>
                  <a:pt x="148826" y="280422"/>
                  <a:pt x="148109" y="280214"/>
                  <a:pt x="147218" y="280214"/>
                </a:cubicBezTo>
                <a:cubicBezTo>
                  <a:pt x="146328" y="280214"/>
                  <a:pt x="145896" y="280690"/>
                  <a:pt x="146259" y="281269"/>
                </a:cubicBezTo>
                <a:cubicBezTo>
                  <a:pt x="146847" y="282220"/>
                  <a:pt x="148826" y="281761"/>
                  <a:pt x="148826" y="280672"/>
                </a:cubicBezTo>
                <a:close/>
                <a:moveTo>
                  <a:pt x="156597" y="274751"/>
                </a:moveTo>
                <a:cubicBezTo>
                  <a:pt x="155456" y="270809"/>
                  <a:pt x="154324" y="268899"/>
                  <a:pt x="152923" y="268536"/>
                </a:cubicBezTo>
                <a:cubicBezTo>
                  <a:pt x="150944" y="268017"/>
                  <a:pt x="150944" y="268078"/>
                  <a:pt x="153027" y="271000"/>
                </a:cubicBezTo>
                <a:cubicBezTo>
                  <a:pt x="154194" y="272642"/>
                  <a:pt x="155240" y="275278"/>
                  <a:pt x="155352" y="276843"/>
                </a:cubicBezTo>
                <a:cubicBezTo>
                  <a:pt x="155525" y="279410"/>
                  <a:pt x="157003" y="281684"/>
                  <a:pt x="157902" y="280785"/>
                </a:cubicBezTo>
                <a:cubicBezTo>
                  <a:pt x="158093" y="280594"/>
                  <a:pt x="157513" y="277880"/>
                  <a:pt x="156597" y="274751"/>
                </a:cubicBezTo>
                <a:close/>
                <a:moveTo>
                  <a:pt x="165881" y="271432"/>
                </a:moveTo>
                <a:cubicBezTo>
                  <a:pt x="165881" y="268311"/>
                  <a:pt x="165535" y="265753"/>
                  <a:pt x="165112" y="265753"/>
                </a:cubicBezTo>
                <a:cubicBezTo>
                  <a:pt x="164679" y="265744"/>
                  <a:pt x="164334" y="266332"/>
                  <a:pt x="164334" y="267049"/>
                </a:cubicBezTo>
                <a:cubicBezTo>
                  <a:pt x="164334" y="267775"/>
                  <a:pt x="163348" y="270204"/>
                  <a:pt x="162138" y="272452"/>
                </a:cubicBezTo>
                <a:cubicBezTo>
                  <a:pt x="160288" y="275909"/>
                  <a:pt x="160228" y="276307"/>
                  <a:pt x="161775" y="275028"/>
                </a:cubicBezTo>
                <a:cubicBezTo>
                  <a:pt x="163391" y="273679"/>
                  <a:pt x="163729" y="273714"/>
                  <a:pt x="164740" y="275313"/>
                </a:cubicBezTo>
                <a:cubicBezTo>
                  <a:pt x="165362" y="276307"/>
                  <a:pt x="165872" y="277111"/>
                  <a:pt x="165881" y="277111"/>
                </a:cubicBezTo>
                <a:cubicBezTo>
                  <a:pt x="165881" y="277111"/>
                  <a:pt x="165890" y="274561"/>
                  <a:pt x="165890" y="271432"/>
                </a:cubicBezTo>
                <a:close/>
                <a:moveTo>
                  <a:pt x="261070" y="272227"/>
                </a:moveTo>
                <a:cubicBezTo>
                  <a:pt x="260249" y="271397"/>
                  <a:pt x="259817" y="271959"/>
                  <a:pt x="258935" y="275045"/>
                </a:cubicBezTo>
                <a:lnTo>
                  <a:pt x="258192" y="277630"/>
                </a:lnTo>
                <a:lnTo>
                  <a:pt x="259946" y="275235"/>
                </a:lnTo>
                <a:cubicBezTo>
                  <a:pt x="260906" y="273921"/>
                  <a:pt x="261416" y="272564"/>
                  <a:pt x="261070" y="272227"/>
                </a:cubicBezTo>
                <a:close/>
                <a:moveTo>
                  <a:pt x="148074" y="271950"/>
                </a:moveTo>
                <a:cubicBezTo>
                  <a:pt x="147720" y="269288"/>
                  <a:pt x="147927" y="267810"/>
                  <a:pt x="148662" y="267810"/>
                </a:cubicBezTo>
                <a:cubicBezTo>
                  <a:pt x="149284" y="267810"/>
                  <a:pt x="148653" y="266116"/>
                  <a:pt x="147244" y="264050"/>
                </a:cubicBezTo>
                <a:cubicBezTo>
                  <a:pt x="144504" y="260004"/>
                  <a:pt x="144089" y="258509"/>
                  <a:pt x="145731" y="258509"/>
                </a:cubicBezTo>
                <a:cubicBezTo>
                  <a:pt x="147771" y="258509"/>
                  <a:pt x="146717" y="255639"/>
                  <a:pt x="144452" y="255051"/>
                </a:cubicBezTo>
                <a:cubicBezTo>
                  <a:pt x="141574" y="254299"/>
                  <a:pt x="141617" y="254247"/>
                  <a:pt x="137433" y="263955"/>
                </a:cubicBezTo>
                <a:cubicBezTo>
                  <a:pt x="133474" y="273126"/>
                  <a:pt x="133794" y="274137"/>
                  <a:pt x="140787" y="274786"/>
                </a:cubicBezTo>
                <a:lnTo>
                  <a:pt x="145195" y="275201"/>
                </a:lnTo>
                <a:lnTo>
                  <a:pt x="142758" y="272607"/>
                </a:lnTo>
                <a:cubicBezTo>
                  <a:pt x="139629" y="269271"/>
                  <a:pt x="138332" y="260575"/>
                  <a:pt x="140960" y="260575"/>
                </a:cubicBezTo>
                <a:cubicBezTo>
                  <a:pt x="143147" y="260575"/>
                  <a:pt x="146751" y="266479"/>
                  <a:pt x="146760" y="270057"/>
                </a:cubicBezTo>
                <a:cubicBezTo>
                  <a:pt x="146760" y="272659"/>
                  <a:pt x="147650" y="276082"/>
                  <a:pt x="148325" y="276082"/>
                </a:cubicBezTo>
                <a:cubicBezTo>
                  <a:pt x="148498" y="276082"/>
                  <a:pt x="148385" y="274224"/>
                  <a:pt x="148074" y="271950"/>
                </a:cubicBezTo>
                <a:close/>
                <a:moveTo>
                  <a:pt x="236676" y="271950"/>
                </a:moveTo>
                <a:cubicBezTo>
                  <a:pt x="236019" y="270714"/>
                  <a:pt x="235250" y="269928"/>
                  <a:pt x="234973" y="270204"/>
                </a:cubicBezTo>
                <a:cubicBezTo>
                  <a:pt x="234697" y="270481"/>
                  <a:pt x="235069" y="271665"/>
                  <a:pt x="235795" y="272832"/>
                </a:cubicBezTo>
                <a:cubicBezTo>
                  <a:pt x="237515" y="275590"/>
                  <a:pt x="238241" y="274863"/>
                  <a:pt x="236676" y="271950"/>
                </a:cubicBezTo>
                <a:close/>
                <a:moveTo>
                  <a:pt x="252720" y="268847"/>
                </a:moveTo>
                <a:cubicBezTo>
                  <a:pt x="253506" y="268847"/>
                  <a:pt x="254673" y="269660"/>
                  <a:pt x="255313" y="270654"/>
                </a:cubicBezTo>
                <a:cubicBezTo>
                  <a:pt x="256350" y="272270"/>
                  <a:pt x="256394" y="272236"/>
                  <a:pt x="255719" y="270394"/>
                </a:cubicBezTo>
                <a:cubicBezTo>
                  <a:pt x="255304" y="269262"/>
                  <a:pt x="254656" y="266237"/>
                  <a:pt x="254267" y="263678"/>
                </a:cubicBezTo>
                <a:cubicBezTo>
                  <a:pt x="253593" y="259131"/>
                  <a:pt x="252927" y="259408"/>
                  <a:pt x="251804" y="264715"/>
                </a:cubicBezTo>
                <a:cubicBezTo>
                  <a:pt x="251034" y="268303"/>
                  <a:pt x="250299" y="272858"/>
                  <a:pt x="250844" y="270654"/>
                </a:cubicBezTo>
                <a:cubicBezTo>
                  <a:pt x="251095" y="269660"/>
                  <a:pt x="251933" y="268847"/>
                  <a:pt x="252720" y="268847"/>
                </a:cubicBezTo>
                <a:close/>
                <a:moveTo>
                  <a:pt x="110074" y="268847"/>
                </a:moveTo>
                <a:cubicBezTo>
                  <a:pt x="109720" y="268277"/>
                  <a:pt x="108415" y="267862"/>
                  <a:pt x="107170" y="267914"/>
                </a:cubicBezTo>
                <a:cubicBezTo>
                  <a:pt x="105061" y="268009"/>
                  <a:pt x="105087" y="268078"/>
                  <a:pt x="107490" y="268847"/>
                </a:cubicBezTo>
                <a:cubicBezTo>
                  <a:pt x="108907" y="269305"/>
                  <a:pt x="110213" y="269720"/>
                  <a:pt x="110394" y="269781"/>
                </a:cubicBezTo>
                <a:cubicBezTo>
                  <a:pt x="110567" y="269833"/>
                  <a:pt x="110420" y="269418"/>
                  <a:pt x="110074" y="268847"/>
                </a:cubicBezTo>
                <a:close/>
                <a:moveTo>
                  <a:pt x="102061" y="266695"/>
                </a:moveTo>
                <a:cubicBezTo>
                  <a:pt x="99312" y="265096"/>
                  <a:pt x="99822" y="262641"/>
                  <a:pt x="102900" y="262641"/>
                </a:cubicBezTo>
                <a:cubicBezTo>
                  <a:pt x="104352" y="262641"/>
                  <a:pt x="105286" y="262226"/>
                  <a:pt x="104966" y="261707"/>
                </a:cubicBezTo>
                <a:cubicBezTo>
                  <a:pt x="104646" y="261197"/>
                  <a:pt x="103462" y="261016"/>
                  <a:pt x="102338" y="261310"/>
                </a:cubicBezTo>
                <a:cubicBezTo>
                  <a:pt x="101214" y="261603"/>
                  <a:pt x="98422" y="260869"/>
                  <a:pt x="96140" y="259676"/>
                </a:cubicBezTo>
                <a:cubicBezTo>
                  <a:pt x="92752" y="257912"/>
                  <a:pt x="91982" y="257791"/>
                  <a:pt x="91982" y="259045"/>
                </a:cubicBezTo>
                <a:cubicBezTo>
                  <a:pt x="91982" y="259892"/>
                  <a:pt x="92414" y="260575"/>
                  <a:pt x="92933" y="260575"/>
                </a:cubicBezTo>
                <a:cubicBezTo>
                  <a:pt x="93460" y="260575"/>
                  <a:pt x="95423" y="262209"/>
                  <a:pt x="97298" y="264197"/>
                </a:cubicBezTo>
                <a:cubicBezTo>
                  <a:pt x="99174" y="266185"/>
                  <a:pt x="101422" y="267801"/>
                  <a:pt x="102286" y="267784"/>
                </a:cubicBezTo>
                <a:cubicBezTo>
                  <a:pt x="103565" y="267758"/>
                  <a:pt x="103522" y="267551"/>
                  <a:pt x="102061" y="266695"/>
                </a:cubicBezTo>
                <a:close/>
                <a:moveTo>
                  <a:pt x="129956" y="257740"/>
                </a:moveTo>
                <a:cubicBezTo>
                  <a:pt x="133301" y="251213"/>
                  <a:pt x="135739" y="244739"/>
                  <a:pt x="136863" y="239388"/>
                </a:cubicBezTo>
                <a:cubicBezTo>
                  <a:pt x="137813" y="234841"/>
                  <a:pt x="140268" y="227727"/>
                  <a:pt x="142326" y="223587"/>
                </a:cubicBezTo>
                <a:cubicBezTo>
                  <a:pt x="145152" y="217873"/>
                  <a:pt x="145766" y="215764"/>
                  <a:pt x="144858" y="214856"/>
                </a:cubicBezTo>
                <a:cubicBezTo>
                  <a:pt x="143951" y="213949"/>
                  <a:pt x="143363" y="213957"/>
                  <a:pt x="142421" y="214900"/>
                </a:cubicBezTo>
                <a:cubicBezTo>
                  <a:pt x="141738" y="215574"/>
                  <a:pt x="140320" y="216136"/>
                  <a:pt x="139257" y="216136"/>
                </a:cubicBezTo>
                <a:cubicBezTo>
                  <a:pt x="138185" y="216136"/>
                  <a:pt x="137632" y="216611"/>
                  <a:pt x="138004" y="217216"/>
                </a:cubicBezTo>
                <a:cubicBezTo>
                  <a:pt x="139214" y="219170"/>
                  <a:pt x="136353" y="221175"/>
                  <a:pt x="130656" y="222351"/>
                </a:cubicBezTo>
                <a:cubicBezTo>
                  <a:pt x="126066" y="223310"/>
                  <a:pt x="124501" y="223241"/>
                  <a:pt x="121995" y="221996"/>
                </a:cubicBezTo>
                <a:cubicBezTo>
                  <a:pt x="118641" y="220319"/>
                  <a:pt x="118148" y="220631"/>
                  <a:pt x="115926" y="225817"/>
                </a:cubicBezTo>
                <a:cubicBezTo>
                  <a:pt x="114768" y="228514"/>
                  <a:pt x="114820" y="228713"/>
                  <a:pt x="116497" y="228004"/>
                </a:cubicBezTo>
                <a:cubicBezTo>
                  <a:pt x="119790" y="226604"/>
                  <a:pt x="130310" y="226146"/>
                  <a:pt x="131520" y="227347"/>
                </a:cubicBezTo>
                <a:cubicBezTo>
                  <a:pt x="134624" y="230459"/>
                  <a:pt x="119764" y="237487"/>
                  <a:pt x="115598" y="234876"/>
                </a:cubicBezTo>
                <a:cubicBezTo>
                  <a:pt x="114033" y="233908"/>
                  <a:pt x="113351" y="234323"/>
                  <a:pt x="111138" y="237573"/>
                </a:cubicBezTo>
                <a:cubicBezTo>
                  <a:pt x="108467" y="241497"/>
                  <a:pt x="107913" y="243105"/>
                  <a:pt x="109296" y="242889"/>
                </a:cubicBezTo>
                <a:cubicBezTo>
                  <a:pt x="111959" y="242466"/>
                  <a:pt x="112659" y="243339"/>
                  <a:pt x="112659" y="247081"/>
                </a:cubicBezTo>
                <a:cubicBezTo>
                  <a:pt x="112659" y="249320"/>
                  <a:pt x="113117" y="251438"/>
                  <a:pt x="113688" y="251792"/>
                </a:cubicBezTo>
                <a:cubicBezTo>
                  <a:pt x="114258" y="252147"/>
                  <a:pt x="114725" y="251939"/>
                  <a:pt x="114725" y="251334"/>
                </a:cubicBezTo>
                <a:cubicBezTo>
                  <a:pt x="114725" y="249623"/>
                  <a:pt x="117534" y="250055"/>
                  <a:pt x="118226" y="251879"/>
                </a:cubicBezTo>
                <a:cubicBezTo>
                  <a:pt x="118572" y="252778"/>
                  <a:pt x="118857" y="254913"/>
                  <a:pt x="118857" y="256624"/>
                </a:cubicBezTo>
                <a:cubicBezTo>
                  <a:pt x="118857" y="258353"/>
                  <a:pt x="120119" y="261517"/>
                  <a:pt x="121701" y="263747"/>
                </a:cubicBezTo>
                <a:cubicBezTo>
                  <a:pt x="123265" y="265960"/>
                  <a:pt x="124597" y="267775"/>
                  <a:pt x="124657" y="267793"/>
                </a:cubicBezTo>
                <a:cubicBezTo>
                  <a:pt x="124726" y="267801"/>
                  <a:pt x="127103" y="263280"/>
                  <a:pt x="129956" y="257740"/>
                </a:cubicBezTo>
                <a:close/>
                <a:moveTo>
                  <a:pt x="85784" y="266375"/>
                </a:moveTo>
                <a:cubicBezTo>
                  <a:pt x="85784" y="266150"/>
                  <a:pt x="85058" y="265692"/>
                  <a:pt x="84177" y="265355"/>
                </a:cubicBezTo>
                <a:cubicBezTo>
                  <a:pt x="83260" y="265001"/>
                  <a:pt x="82845" y="265173"/>
                  <a:pt x="83208" y="265761"/>
                </a:cubicBezTo>
                <a:cubicBezTo>
                  <a:pt x="83814" y="266738"/>
                  <a:pt x="85784" y="267213"/>
                  <a:pt x="85784" y="266375"/>
                </a:cubicBezTo>
                <a:close/>
                <a:moveTo>
                  <a:pt x="265755" y="265744"/>
                </a:moveTo>
                <a:cubicBezTo>
                  <a:pt x="267475" y="265744"/>
                  <a:pt x="274304" y="250090"/>
                  <a:pt x="274287" y="246174"/>
                </a:cubicBezTo>
                <a:cubicBezTo>
                  <a:pt x="274278" y="244151"/>
                  <a:pt x="274875" y="242025"/>
                  <a:pt x="275610" y="241454"/>
                </a:cubicBezTo>
                <a:cubicBezTo>
                  <a:pt x="277252" y="240184"/>
                  <a:pt x="280260" y="222169"/>
                  <a:pt x="279033" y="220907"/>
                </a:cubicBezTo>
                <a:cubicBezTo>
                  <a:pt x="278531" y="220380"/>
                  <a:pt x="277399" y="220743"/>
                  <a:pt x="276379" y="221763"/>
                </a:cubicBezTo>
                <a:cubicBezTo>
                  <a:pt x="275030" y="223112"/>
                  <a:pt x="273258" y="223457"/>
                  <a:pt x="269083" y="223198"/>
                </a:cubicBezTo>
                <a:cubicBezTo>
                  <a:pt x="265842" y="222999"/>
                  <a:pt x="263395" y="223302"/>
                  <a:pt x="263153" y="223950"/>
                </a:cubicBezTo>
                <a:cubicBezTo>
                  <a:pt x="262920" y="224555"/>
                  <a:pt x="260914" y="225592"/>
                  <a:pt x="258684" y="226258"/>
                </a:cubicBezTo>
                <a:cubicBezTo>
                  <a:pt x="256463" y="226924"/>
                  <a:pt x="253541" y="228644"/>
                  <a:pt x="252201" y="230070"/>
                </a:cubicBezTo>
                <a:lnTo>
                  <a:pt x="249755" y="232672"/>
                </a:lnTo>
                <a:lnTo>
                  <a:pt x="253100" y="232672"/>
                </a:lnTo>
                <a:cubicBezTo>
                  <a:pt x="260050" y="232672"/>
                  <a:pt x="263205" y="237072"/>
                  <a:pt x="257206" y="238386"/>
                </a:cubicBezTo>
                <a:cubicBezTo>
                  <a:pt x="250732" y="239812"/>
                  <a:pt x="246557" y="248153"/>
                  <a:pt x="249478" y="253798"/>
                </a:cubicBezTo>
                <a:cubicBezTo>
                  <a:pt x="250809" y="256365"/>
                  <a:pt x="251008" y="256443"/>
                  <a:pt x="251587" y="254636"/>
                </a:cubicBezTo>
                <a:cubicBezTo>
                  <a:pt x="251933" y="253539"/>
                  <a:pt x="253377" y="251542"/>
                  <a:pt x="254794" y="250211"/>
                </a:cubicBezTo>
                <a:cubicBezTo>
                  <a:pt x="258019" y="247185"/>
                  <a:pt x="260465" y="248681"/>
                  <a:pt x="258684" y="252588"/>
                </a:cubicBezTo>
                <a:cubicBezTo>
                  <a:pt x="257854" y="254394"/>
                  <a:pt x="257941" y="255475"/>
                  <a:pt x="259021" y="256944"/>
                </a:cubicBezTo>
                <a:cubicBezTo>
                  <a:pt x="259808" y="258025"/>
                  <a:pt x="260448" y="259952"/>
                  <a:pt x="260448" y="261232"/>
                </a:cubicBezTo>
                <a:cubicBezTo>
                  <a:pt x="260448" y="262511"/>
                  <a:pt x="260923" y="263851"/>
                  <a:pt x="261502" y="264205"/>
                </a:cubicBezTo>
                <a:cubicBezTo>
                  <a:pt x="262081" y="264560"/>
                  <a:pt x="262237" y="265364"/>
                  <a:pt x="261848" y="265995"/>
                </a:cubicBezTo>
                <a:cubicBezTo>
                  <a:pt x="261390" y="266738"/>
                  <a:pt x="261770" y="266894"/>
                  <a:pt x="262946" y="266435"/>
                </a:cubicBezTo>
                <a:cubicBezTo>
                  <a:pt x="263940" y="266055"/>
                  <a:pt x="265202" y="265744"/>
                  <a:pt x="265755" y="265744"/>
                </a:cubicBezTo>
                <a:close/>
                <a:moveTo>
                  <a:pt x="43480" y="255596"/>
                </a:moveTo>
                <a:cubicBezTo>
                  <a:pt x="41163" y="253400"/>
                  <a:pt x="39270" y="250824"/>
                  <a:pt x="39270" y="249882"/>
                </a:cubicBezTo>
                <a:cubicBezTo>
                  <a:pt x="39270" y="247894"/>
                  <a:pt x="42417" y="247600"/>
                  <a:pt x="44232" y="249415"/>
                </a:cubicBezTo>
                <a:cubicBezTo>
                  <a:pt x="45114" y="250297"/>
                  <a:pt x="45477" y="250314"/>
                  <a:pt x="45477" y="249485"/>
                </a:cubicBezTo>
                <a:cubicBezTo>
                  <a:pt x="45477" y="248845"/>
                  <a:pt x="44569" y="248032"/>
                  <a:pt x="43471" y="247678"/>
                </a:cubicBezTo>
                <a:cubicBezTo>
                  <a:pt x="42365" y="247332"/>
                  <a:pt x="40619" y="245214"/>
                  <a:pt x="39590" y="242984"/>
                </a:cubicBezTo>
                <a:cubicBezTo>
                  <a:pt x="38561" y="240754"/>
                  <a:pt x="37412" y="238913"/>
                  <a:pt x="37023" y="238904"/>
                </a:cubicBezTo>
                <a:cubicBezTo>
                  <a:pt x="36642" y="238887"/>
                  <a:pt x="36599" y="241549"/>
                  <a:pt x="36928" y="244817"/>
                </a:cubicBezTo>
                <a:cubicBezTo>
                  <a:pt x="37446" y="249925"/>
                  <a:pt x="38155" y="251481"/>
                  <a:pt x="42019" y="255907"/>
                </a:cubicBezTo>
                <a:cubicBezTo>
                  <a:pt x="44491" y="258742"/>
                  <a:pt x="46566" y="261534"/>
                  <a:pt x="46626" y="262113"/>
                </a:cubicBezTo>
                <a:cubicBezTo>
                  <a:pt x="46696" y="262693"/>
                  <a:pt x="46964" y="262356"/>
                  <a:pt x="47214" y="261379"/>
                </a:cubicBezTo>
                <a:cubicBezTo>
                  <a:pt x="47517" y="260246"/>
                  <a:pt x="46142" y="258129"/>
                  <a:pt x="43480" y="255596"/>
                </a:cubicBezTo>
                <a:close/>
                <a:moveTo>
                  <a:pt x="170575" y="255898"/>
                </a:moveTo>
                <a:cubicBezTo>
                  <a:pt x="173643" y="253928"/>
                  <a:pt x="176591" y="252311"/>
                  <a:pt x="177127" y="252311"/>
                </a:cubicBezTo>
                <a:cubicBezTo>
                  <a:pt x="179366" y="252311"/>
                  <a:pt x="176574" y="250989"/>
                  <a:pt x="173617" y="250643"/>
                </a:cubicBezTo>
                <a:cubicBezTo>
                  <a:pt x="171500" y="250392"/>
                  <a:pt x="169304" y="251049"/>
                  <a:pt x="167143" y="252579"/>
                </a:cubicBezTo>
                <a:cubicBezTo>
                  <a:pt x="161723" y="256408"/>
                  <a:pt x="161455" y="256806"/>
                  <a:pt x="162466" y="259555"/>
                </a:cubicBezTo>
                <a:cubicBezTo>
                  <a:pt x="163123" y="261327"/>
                  <a:pt x="163642" y="261690"/>
                  <a:pt x="164204" y="260782"/>
                </a:cubicBezTo>
                <a:cubicBezTo>
                  <a:pt x="164645" y="260073"/>
                  <a:pt x="167515" y="257869"/>
                  <a:pt x="170575" y="255898"/>
                </a:cubicBezTo>
                <a:close/>
                <a:moveTo>
                  <a:pt x="289820" y="257852"/>
                </a:moveTo>
                <a:cubicBezTo>
                  <a:pt x="290391" y="256374"/>
                  <a:pt x="290235" y="256331"/>
                  <a:pt x="288636" y="257558"/>
                </a:cubicBezTo>
                <a:cubicBezTo>
                  <a:pt x="287633" y="258327"/>
                  <a:pt x="286613" y="259088"/>
                  <a:pt x="286380" y="259252"/>
                </a:cubicBezTo>
                <a:cubicBezTo>
                  <a:pt x="286138" y="259417"/>
                  <a:pt x="286674" y="259546"/>
                  <a:pt x="287556" y="259546"/>
                </a:cubicBezTo>
                <a:cubicBezTo>
                  <a:pt x="288446" y="259546"/>
                  <a:pt x="289466" y="258777"/>
                  <a:pt x="289820" y="257852"/>
                </a:cubicBezTo>
                <a:close/>
                <a:moveTo>
                  <a:pt x="240860" y="256538"/>
                </a:moveTo>
                <a:cubicBezTo>
                  <a:pt x="239797" y="254541"/>
                  <a:pt x="233798" y="248179"/>
                  <a:pt x="232985" y="248179"/>
                </a:cubicBezTo>
                <a:cubicBezTo>
                  <a:pt x="231749" y="248179"/>
                  <a:pt x="232977" y="250159"/>
                  <a:pt x="236650" y="254118"/>
                </a:cubicBezTo>
                <a:cubicBezTo>
                  <a:pt x="241033" y="258829"/>
                  <a:pt x="242563" y="259710"/>
                  <a:pt x="240860" y="256538"/>
                </a:cubicBezTo>
                <a:close/>
                <a:moveTo>
                  <a:pt x="285256" y="253737"/>
                </a:moveTo>
                <a:cubicBezTo>
                  <a:pt x="285256" y="252951"/>
                  <a:pt x="284375" y="252311"/>
                  <a:pt x="283303" y="252311"/>
                </a:cubicBezTo>
                <a:cubicBezTo>
                  <a:pt x="281946" y="252311"/>
                  <a:pt x="281228" y="253210"/>
                  <a:pt x="280917" y="255311"/>
                </a:cubicBezTo>
                <a:cubicBezTo>
                  <a:pt x="280485" y="258224"/>
                  <a:pt x="280537" y="258258"/>
                  <a:pt x="282871" y="256737"/>
                </a:cubicBezTo>
                <a:cubicBezTo>
                  <a:pt x="284184" y="255881"/>
                  <a:pt x="285256" y="254524"/>
                  <a:pt x="285256" y="253737"/>
                </a:cubicBezTo>
                <a:close/>
                <a:moveTo>
                  <a:pt x="304913" y="252415"/>
                </a:moveTo>
                <a:cubicBezTo>
                  <a:pt x="307282" y="251352"/>
                  <a:pt x="308725" y="250176"/>
                  <a:pt x="308111" y="249796"/>
                </a:cubicBezTo>
                <a:cubicBezTo>
                  <a:pt x="307506" y="249424"/>
                  <a:pt x="306097" y="249597"/>
                  <a:pt x="304982" y="250193"/>
                </a:cubicBezTo>
                <a:cubicBezTo>
                  <a:pt x="303867" y="250790"/>
                  <a:pt x="301334" y="251274"/>
                  <a:pt x="299338" y="251274"/>
                </a:cubicBezTo>
                <a:cubicBezTo>
                  <a:pt x="297341" y="251274"/>
                  <a:pt x="295431" y="251732"/>
                  <a:pt x="295085" y="252294"/>
                </a:cubicBezTo>
                <a:cubicBezTo>
                  <a:pt x="294722" y="252873"/>
                  <a:pt x="295128" y="253063"/>
                  <a:pt x="296001" y="252726"/>
                </a:cubicBezTo>
                <a:cubicBezTo>
                  <a:pt x="298914" y="251611"/>
                  <a:pt x="299960" y="253331"/>
                  <a:pt x="298171" y="256279"/>
                </a:cubicBezTo>
                <a:lnTo>
                  <a:pt x="296502" y="259028"/>
                </a:lnTo>
                <a:lnTo>
                  <a:pt x="298551" y="256685"/>
                </a:lnTo>
                <a:cubicBezTo>
                  <a:pt x="299675" y="255397"/>
                  <a:pt x="302536" y="253478"/>
                  <a:pt x="304913" y="252415"/>
                </a:cubicBezTo>
                <a:close/>
                <a:moveTo>
                  <a:pt x="55755" y="248715"/>
                </a:moveTo>
                <a:cubicBezTo>
                  <a:pt x="59696" y="245828"/>
                  <a:pt x="58867" y="245465"/>
                  <a:pt x="52695" y="247393"/>
                </a:cubicBezTo>
                <a:cubicBezTo>
                  <a:pt x="48597" y="248672"/>
                  <a:pt x="48001" y="249597"/>
                  <a:pt x="49211" y="252769"/>
                </a:cubicBezTo>
                <a:cubicBezTo>
                  <a:pt x="49782" y="254247"/>
                  <a:pt x="49989" y="254256"/>
                  <a:pt x="51026" y="252882"/>
                </a:cubicBezTo>
                <a:cubicBezTo>
                  <a:pt x="51666" y="252017"/>
                  <a:pt x="53792" y="250150"/>
                  <a:pt x="55755" y="248715"/>
                </a:cubicBezTo>
                <a:close/>
                <a:moveTo>
                  <a:pt x="160202" y="248015"/>
                </a:moveTo>
                <a:cubicBezTo>
                  <a:pt x="160202" y="247531"/>
                  <a:pt x="158922" y="247194"/>
                  <a:pt x="157358" y="247263"/>
                </a:cubicBezTo>
                <a:cubicBezTo>
                  <a:pt x="155603" y="247332"/>
                  <a:pt x="155205" y="247566"/>
                  <a:pt x="156320" y="247851"/>
                </a:cubicBezTo>
                <a:cubicBezTo>
                  <a:pt x="158464" y="248413"/>
                  <a:pt x="158594" y="249303"/>
                  <a:pt x="156839" y="251300"/>
                </a:cubicBezTo>
                <a:cubicBezTo>
                  <a:pt x="156130" y="252112"/>
                  <a:pt x="156597" y="251896"/>
                  <a:pt x="157876" y="250833"/>
                </a:cubicBezTo>
                <a:cubicBezTo>
                  <a:pt x="159156" y="249761"/>
                  <a:pt x="160202" y="248499"/>
                  <a:pt x="160202" y="248015"/>
                </a:cubicBezTo>
                <a:close/>
                <a:moveTo>
                  <a:pt x="199316" y="248058"/>
                </a:moveTo>
                <a:cubicBezTo>
                  <a:pt x="196766" y="246442"/>
                  <a:pt x="196256" y="247116"/>
                  <a:pt x="198132" y="249631"/>
                </a:cubicBezTo>
                <a:cubicBezTo>
                  <a:pt x="199576" y="251559"/>
                  <a:pt x="200068" y="251767"/>
                  <a:pt x="200354" y="250530"/>
                </a:cubicBezTo>
                <a:cubicBezTo>
                  <a:pt x="200544" y="249657"/>
                  <a:pt x="200086" y="248542"/>
                  <a:pt x="199316" y="248058"/>
                </a:cubicBezTo>
                <a:close/>
                <a:moveTo>
                  <a:pt x="294704" y="247514"/>
                </a:moveTo>
                <a:cubicBezTo>
                  <a:pt x="298802" y="243477"/>
                  <a:pt x="299381" y="242431"/>
                  <a:pt x="298413" y="240875"/>
                </a:cubicBezTo>
                <a:cubicBezTo>
                  <a:pt x="297384" y="239233"/>
                  <a:pt x="297064" y="239466"/>
                  <a:pt x="295474" y="243001"/>
                </a:cubicBezTo>
                <a:cubicBezTo>
                  <a:pt x="294497" y="245188"/>
                  <a:pt x="292500" y="247764"/>
                  <a:pt x="291031" y="248732"/>
                </a:cubicBezTo>
                <a:cubicBezTo>
                  <a:pt x="288507" y="250383"/>
                  <a:pt x="287469" y="252311"/>
                  <a:pt x="289094" y="252311"/>
                </a:cubicBezTo>
                <a:cubicBezTo>
                  <a:pt x="289501" y="252311"/>
                  <a:pt x="292025" y="250150"/>
                  <a:pt x="294704" y="247514"/>
                </a:cubicBezTo>
                <a:close/>
                <a:moveTo>
                  <a:pt x="178346" y="247202"/>
                </a:moveTo>
                <a:cubicBezTo>
                  <a:pt x="174681" y="243382"/>
                  <a:pt x="175329" y="240374"/>
                  <a:pt x="179590" y="241420"/>
                </a:cubicBezTo>
                <a:cubicBezTo>
                  <a:pt x="183316" y="242327"/>
                  <a:pt x="189125" y="246286"/>
                  <a:pt x="189134" y="247920"/>
                </a:cubicBezTo>
                <a:cubicBezTo>
                  <a:pt x="189134" y="248629"/>
                  <a:pt x="189877" y="249208"/>
                  <a:pt x="190776" y="249208"/>
                </a:cubicBezTo>
                <a:cubicBezTo>
                  <a:pt x="193291" y="249208"/>
                  <a:pt x="192038" y="247116"/>
                  <a:pt x="187007" y="242932"/>
                </a:cubicBezTo>
                <a:cubicBezTo>
                  <a:pt x="182434" y="239129"/>
                  <a:pt x="182400" y="239120"/>
                  <a:pt x="176738" y="240192"/>
                </a:cubicBezTo>
                <a:lnTo>
                  <a:pt x="171050" y="241273"/>
                </a:lnTo>
                <a:lnTo>
                  <a:pt x="175493" y="245759"/>
                </a:lnTo>
                <a:cubicBezTo>
                  <a:pt x="177931" y="248222"/>
                  <a:pt x="180230" y="250245"/>
                  <a:pt x="180593" y="250245"/>
                </a:cubicBezTo>
                <a:cubicBezTo>
                  <a:pt x="180956" y="250245"/>
                  <a:pt x="179945" y="248871"/>
                  <a:pt x="178346" y="247202"/>
                </a:cubicBezTo>
                <a:close/>
                <a:moveTo>
                  <a:pt x="146760" y="247142"/>
                </a:moveTo>
                <a:cubicBezTo>
                  <a:pt x="146760" y="246692"/>
                  <a:pt x="146069" y="246061"/>
                  <a:pt x="145213" y="245733"/>
                </a:cubicBezTo>
                <a:cubicBezTo>
                  <a:pt x="144167" y="245335"/>
                  <a:pt x="143665" y="245785"/>
                  <a:pt x="143665" y="247142"/>
                </a:cubicBezTo>
                <a:cubicBezTo>
                  <a:pt x="143665" y="248499"/>
                  <a:pt x="144167" y="248949"/>
                  <a:pt x="145213" y="248551"/>
                </a:cubicBezTo>
                <a:cubicBezTo>
                  <a:pt x="146069" y="248222"/>
                  <a:pt x="146760" y="247591"/>
                  <a:pt x="146760" y="247142"/>
                </a:cubicBezTo>
                <a:close/>
                <a:moveTo>
                  <a:pt x="165362" y="247548"/>
                </a:moveTo>
                <a:cubicBezTo>
                  <a:pt x="165362" y="247324"/>
                  <a:pt x="164671" y="247142"/>
                  <a:pt x="163815" y="247142"/>
                </a:cubicBezTo>
                <a:cubicBezTo>
                  <a:pt x="162959" y="247142"/>
                  <a:pt x="162268" y="247591"/>
                  <a:pt x="162268" y="248145"/>
                </a:cubicBezTo>
                <a:cubicBezTo>
                  <a:pt x="162268" y="248698"/>
                  <a:pt x="162959" y="248879"/>
                  <a:pt x="163815" y="248551"/>
                </a:cubicBezTo>
                <a:cubicBezTo>
                  <a:pt x="164671" y="248222"/>
                  <a:pt x="165362" y="247773"/>
                  <a:pt x="165362" y="247548"/>
                </a:cubicBezTo>
                <a:close/>
                <a:moveTo>
                  <a:pt x="63448" y="245517"/>
                </a:moveTo>
                <a:cubicBezTo>
                  <a:pt x="63880" y="244385"/>
                  <a:pt x="63552" y="243996"/>
                  <a:pt x="62350" y="244229"/>
                </a:cubicBezTo>
                <a:cubicBezTo>
                  <a:pt x="61408" y="244410"/>
                  <a:pt x="60440" y="245137"/>
                  <a:pt x="60206" y="245854"/>
                </a:cubicBezTo>
                <a:cubicBezTo>
                  <a:pt x="59567" y="247747"/>
                  <a:pt x="62713" y="247427"/>
                  <a:pt x="63448" y="245517"/>
                </a:cubicBezTo>
                <a:close/>
                <a:moveTo>
                  <a:pt x="155318" y="242924"/>
                </a:moveTo>
                <a:cubicBezTo>
                  <a:pt x="157444" y="241178"/>
                  <a:pt x="158922" y="239310"/>
                  <a:pt x="158594" y="238783"/>
                </a:cubicBezTo>
                <a:cubicBezTo>
                  <a:pt x="158265" y="238265"/>
                  <a:pt x="156830" y="239233"/>
                  <a:pt x="155396" y="240936"/>
                </a:cubicBezTo>
                <a:cubicBezTo>
                  <a:pt x="153952" y="242647"/>
                  <a:pt x="152119" y="244039"/>
                  <a:pt x="151324" y="244039"/>
                </a:cubicBezTo>
                <a:cubicBezTo>
                  <a:pt x="150520" y="244039"/>
                  <a:pt x="149863" y="244506"/>
                  <a:pt x="149863" y="245076"/>
                </a:cubicBezTo>
                <a:cubicBezTo>
                  <a:pt x="149863" y="246814"/>
                  <a:pt x="151290" y="246252"/>
                  <a:pt x="155318" y="242924"/>
                </a:cubicBezTo>
                <a:close/>
                <a:moveTo>
                  <a:pt x="228974" y="245007"/>
                </a:moveTo>
                <a:cubicBezTo>
                  <a:pt x="230064" y="243235"/>
                  <a:pt x="229087" y="243062"/>
                  <a:pt x="226917" y="244644"/>
                </a:cubicBezTo>
                <a:cubicBezTo>
                  <a:pt x="225240" y="245871"/>
                  <a:pt x="225188" y="246105"/>
                  <a:pt x="226606" y="246105"/>
                </a:cubicBezTo>
                <a:cubicBezTo>
                  <a:pt x="227531" y="246105"/>
                  <a:pt x="228594" y="245612"/>
                  <a:pt x="228974" y="245007"/>
                </a:cubicBezTo>
                <a:close/>
                <a:moveTo>
                  <a:pt x="193482" y="242803"/>
                </a:moveTo>
                <a:cubicBezTo>
                  <a:pt x="191943" y="241264"/>
                  <a:pt x="191848" y="237841"/>
                  <a:pt x="193343" y="237841"/>
                </a:cubicBezTo>
                <a:cubicBezTo>
                  <a:pt x="193948" y="237841"/>
                  <a:pt x="195452" y="238360"/>
                  <a:pt x="196697" y="238991"/>
                </a:cubicBezTo>
                <a:cubicBezTo>
                  <a:pt x="198201" y="239751"/>
                  <a:pt x="197856" y="239138"/>
                  <a:pt x="195677" y="237175"/>
                </a:cubicBezTo>
                <a:cubicBezTo>
                  <a:pt x="193879" y="235550"/>
                  <a:pt x="191640" y="232827"/>
                  <a:pt x="190715" y="231125"/>
                </a:cubicBezTo>
                <a:lnTo>
                  <a:pt x="189039" y="228021"/>
                </a:lnTo>
                <a:lnTo>
                  <a:pt x="189609" y="231125"/>
                </a:lnTo>
                <a:cubicBezTo>
                  <a:pt x="189929" y="232827"/>
                  <a:pt x="190482" y="235853"/>
                  <a:pt x="190837" y="237841"/>
                </a:cubicBezTo>
                <a:cubicBezTo>
                  <a:pt x="191468" y="241350"/>
                  <a:pt x="192902" y="244039"/>
                  <a:pt x="194121" y="244039"/>
                </a:cubicBezTo>
                <a:cubicBezTo>
                  <a:pt x="194450" y="244039"/>
                  <a:pt x="194164" y="243486"/>
                  <a:pt x="193482" y="242803"/>
                </a:cubicBezTo>
                <a:close/>
                <a:moveTo>
                  <a:pt x="204641" y="240365"/>
                </a:moveTo>
                <a:cubicBezTo>
                  <a:pt x="204641" y="238809"/>
                  <a:pt x="204045" y="237841"/>
                  <a:pt x="203094" y="237841"/>
                </a:cubicBezTo>
                <a:cubicBezTo>
                  <a:pt x="201547" y="237841"/>
                  <a:pt x="200872" y="241990"/>
                  <a:pt x="202204" y="243321"/>
                </a:cubicBezTo>
                <a:cubicBezTo>
                  <a:pt x="203370" y="244497"/>
                  <a:pt x="204641" y="242958"/>
                  <a:pt x="204641" y="240365"/>
                </a:cubicBezTo>
                <a:close/>
                <a:moveTo>
                  <a:pt x="244888" y="239017"/>
                </a:moveTo>
                <a:cubicBezTo>
                  <a:pt x="249522" y="236942"/>
                  <a:pt x="249141" y="235014"/>
                  <a:pt x="244447" y="236795"/>
                </a:cubicBezTo>
                <a:cubicBezTo>
                  <a:pt x="242943" y="237374"/>
                  <a:pt x="240376" y="237841"/>
                  <a:pt x="238742" y="237841"/>
                </a:cubicBezTo>
                <a:cubicBezTo>
                  <a:pt x="237109" y="237841"/>
                  <a:pt x="235509" y="238265"/>
                  <a:pt x="235190" y="238775"/>
                </a:cubicBezTo>
                <a:cubicBezTo>
                  <a:pt x="234870" y="239293"/>
                  <a:pt x="235613" y="239457"/>
                  <a:pt x="236832" y="239138"/>
                </a:cubicBezTo>
                <a:cubicBezTo>
                  <a:pt x="238803" y="238619"/>
                  <a:pt x="238984" y="238887"/>
                  <a:pt x="238483" y="241532"/>
                </a:cubicBezTo>
                <a:cubicBezTo>
                  <a:pt x="237990" y="244117"/>
                  <a:pt x="238085" y="244281"/>
                  <a:pt x="239200" y="242751"/>
                </a:cubicBezTo>
                <a:cubicBezTo>
                  <a:pt x="239909" y="241783"/>
                  <a:pt x="242468" y="240097"/>
                  <a:pt x="244888" y="239017"/>
                </a:cubicBezTo>
                <a:close/>
                <a:moveTo>
                  <a:pt x="224644" y="239380"/>
                </a:moveTo>
                <a:cubicBezTo>
                  <a:pt x="223918" y="237469"/>
                  <a:pt x="222630" y="238187"/>
                  <a:pt x="221921" y="240910"/>
                </a:cubicBezTo>
                <a:cubicBezTo>
                  <a:pt x="221463" y="242656"/>
                  <a:pt x="221679" y="242811"/>
                  <a:pt x="223304" y="241938"/>
                </a:cubicBezTo>
                <a:cubicBezTo>
                  <a:pt x="224419" y="241342"/>
                  <a:pt x="224989" y="240261"/>
                  <a:pt x="224644" y="239380"/>
                </a:cubicBezTo>
                <a:close/>
                <a:moveTo>
                  <a:pt x="59541" y="235680"/>
                </a:moveTo>
                <a:cubicBezTo>
                  <a:pt x="60561" y="234833"/>
                  <a:pt x="63941" y="234150"/>
                  <a:pt x="67597" y="234046"/>
                </a:cubicBezTo>
                <a:cubicBezTo>
                  <a:pt x="75619" y="233830"/>
                  <a:pt x="75818" y="232257"/>
                  <a:pt x="67865" y="231842"/>
                </a:cubicBezTo>
                <a:cubicBezTo>
                  <a:pt x="62627" y="231574"/>
                  <a:pt x="61512" y="231859"/>
                  <a:pt x="59325" y="234046"/>
                </a:cubicBezTo>
                <a:cubicBezTo>
                  <a:pt x="56126" y="237245"/>
                  <a:pt x="49099" y="239207"/>
                  <a:pt x="47551" y="237331"/>
                </a:cubicBezTo>
                <a:cubicBezTo>
                  <a:pt x="46747" y="236363"/>
                  <a:pt x="47413" y="235196"/>
                  <a:pt x="50145" y="232802"/>
                </a:cubicBezTo>
                <a:cubicBezTo>
                  <a:pt x="53706" y="229664"/>
                  <a:pt x="53741" y="229569"/>
                  <a:pt x="51260" y="229569"/>
                </a:cubicBezTo>
                <a:cubicBezTo>
                  <a:pt x="49851" y="229569"/>
                  <a:pt x="48407" y="230035"/>
                  <a:pt x="48061" y="230606"/>
                </a:cubicBezTo>
                <a:cubicBezTo>
                  <a:pt x="47707" y="231176"/>
                  <a:pt x="45356" y="231643"/>
                  <a:pt x="42832" y="231643"/>
                </a:cubicBezTo>
                <a:cubicBezTo>
                  <a:pt x="40308" y="231643"/>
                  <a:pt x="38242" y="232101"/>
                  <a:pt x="38242" y="232672"/>
                </a:cubicBezTo>
                <a:cubicBezTo>
                  <a:pt x="38242" y="233242"/>
                  <a:pt x="38587" y="233709"/>
                  <a:pt x="39020" y="233718"/>
                </a:cubicBezTo>
                <a:cubicBezTo>
                  <a:pt x="39443" y="233718"/>
                  <a:pt x="41647" y="235507"/>
                  <a:pt x="43912" y="237685"/>
                </a:cubicBezTo>
                <a:lnTo>
                  <a:pt x="48035" y="241653"/>
                </a:lnTo>
                <a:lnTo>
                  <a:pt x="52911" y="239388"/>
                </a:lnTo>
                <a:cubicBezTo>
                  <a:pt x="55599" y="238144"/>
                  <a:pt x="58581" y="236475"/>
                  <a:pt x="59541" y="235680"/>
                </a:cubicBezTo>
                <a:close/>
                <a:moveTo>
                  <a:pt x="65886" y="240227"/>
                </a:moveTo>
                <a:cubicBezTo>
                  <a:pt x="64891" y="239967"/>
                  <a:pt x="63266" y="239967"/>
                  <a:pt x="62272" y="240227"/>
                </a:cubicBezTo>
                <a:cubicBezTo>
                  <a:pt x="61278" y="240486"/>
                  <a:pt x="62091" y="240702"/>
                  <a:pt x="64079" y="240702"/>
                </a:cubicBezTo>
                <a:cubicBezTo>
                  <a:pt x="66067" y="240702"/>
                  <a:pt x="66880" y="240486"/>
                  <a:pt x="65886" y="240227"/>
                </a:cubicBezTo>
                <a:close/>
                <a:moveTo>
                  <a:pt x="146760" y="237841"/>
                </a:moveTo>
                <a:cubicBezTo>
                  <a:pt x="146760" y="237270"/>
                  <a:pt x="146267" y="236804"/>
                  <a:pt x="145671" y="236804"/>
                </a:cubicBezTo>
                <a:cubicBezTo>
                  <a:pt x="145066" y="236804"/>
                  <a:pt x="144858" y="237270"/>
                  <a:pt x="145213" y="237841"/>
                </a:cubicBezTo>
                <a:cubicBezTo>
                  <a:pt x="145567" y="238411"/>
                  <a:pt x="146060" y="238870"/>
                  <a:pt x="146311" y="238870"/>
                </a:cubicBezTo>
                <a:cubicBezTo>
                  <a:pt x="146561" y="238870"/>
                  <a:pt x="146760" y="238411"/>
                  <a:pt x="146760" y="237841"/>
                </a:cubicBezTo>
                <a:close/>
                <a:moveTo>
                  <a:pt x="236711" y="231600"/>
                </a:moveTo>
                <a:cubicBezTo>
                  <a:pt x="238146" y="229577"/>
                  <a:pt x="238647" y="227797"/>
                  <a:pt x="238189" y="226344"/>
                </a:cubicBezTo>
                <a:cubicBezTo>
                  <a:pt x="237575" y="224399"/>
                  <a:pt x="237290" y="224607"/>
                  <a:pt x="235665" y="228237"/>
                </a:cubicBezTo>
                <a:cubicBezTo>
                  <a:pt x="234662" y="230485"/>
                  <a:pt x="232614" y="233277"/>
                  <a:pt x="231127" y="234453"/>
                </a:cubicBezTo>
                <a:cubicBezTo>
                  <a:pt x="229631" y="235628"/>
                  <a:pt x="228413" y="237132"/>
                  <a:pt x="228413" y="237798"/>
                </a:cubicBezTo>
                <a:cubicBezTo>
                  <a:pt x="228413" y="239527"/>
                  <a:pt x="234083" y="235291"/>
                  <a:pt x="236711" y="231600"/>
                </a:cubicBezTo>
                <a:close/>
                <a:moveTo>
                  <a:pt x="102943" y="231038"/>
                </a:moveTo>
                <a:cubicBezTo>
                  <a:pt x="102251" y="229223"/>
                  <a:pt x="98534" y="229102"/>
                  <a:pt x="97886" y="230865"/>
                </a:cubicBezTo>
                <a:cubicBezTo>
                  <a:pt x="97627" y="231574"/>
                  <a:pt x="98630" y="233476"/>
                  <a:pt x="100125" y="235084"/>
                </a:cubicBezTo>
                <a:lnTo>
                  <a:pt x="102839" y="238005"/>
                </a:lnTo>
                <a:lnTo>
                  <a:pt x="103176" y="235248"/>
                </a:lnTo>
                <a:cubicBezTo>
                  <a:pt x="103358" y="233735"/>
                  <a:pt x="103254" y="231842"/>
                  <a:pt x="102943" y="231038"/>
                </a:cubicBezTo>
                <a:close/>
                <a:moveTo>
                  <a:pt x="288360" y="234816"/>
                </a:moveTo>
                <a:cubicBezTo>
                  <a:pt x="288360" y="233796"/>
                  <a:pt x="289276" y="231782"/>
                  <a:pt x="290408" y="230347"/>
                </a:cubicBezTo>
                <a:lnTo>
                  <a:pt x="292457" y="227736"/>
                </a:lnTo>
                <a:lnTo>
                  <a:pt x="289630" y="227183"/>
                </a:lnTo>
                <a:cubicBezTo>
                  <a:pt x="285109" y="226284"/>
                  <a:pt x="283553" y="228557"/>
                  <a:pt x="285230" y="233631"/>
                </a:cubicBezTo>
                <a:cubicBezTo>
                  <a:pt x="286588" y="237737"/>
                  <a:pt x="288360" y="238411"/>
                  <a:pt x="288360" y="234816"/>
                </a:cubicBezTo>
                <a:close/>
                <a:moveTo>
                  <a:pt x="154445" y="233804"/>
                </a:moveTo>
                <a:cubicBezTo>
                  <a:pt x="154168" y="233536"/>
                  <a:pt x="153148" y="234150"/>
                  <a:pt x="152163" y="235179"/>
                </a:cubicBezTo>
                <a:cubicBezTo>
                  <a:pt x="150460" y="236951"/>
                  <a:pt x="150477" y="236977"/>
                  <a:pt x="152655" y="235671"/>
                </a:cubicBezTo>
                <a:cubicBezTo>
                  <a:pt x="153909" y="234919"/>
                  <a:pt x="154713" y="234081"/>
                  <a:pt x="154445" y="233804"/>
                </a:cubicBezTo>
                <a:close/>
                <a:moveTo>
                  <a:pt x="167463" y="233139"/>
                </a:moveTo>
                <a:cubicBezTo>
                  <a:pt x="168716" y="231116"/>
                  <a:pt x="169563" y="229370"/>
                  <a:pt x="169356" y="229257"/>
                </a:cubicBezTo>
                <a:cubicBezTo>
                  <a:pt x="169148" y="229145"/>
                  <a:pt x="167471" y="227987"/>
                  <a:pt x="165622" y="226699"/>
                </a:cubicBezTo>
                <a:cubicBezTo>
                  <a:pt x="163780" y="225402"/>
                  <a:pt x="162268" y="224806"/>
                  <a:pt x="162268" y="225368"/>
                </a:cubicBezTo>
                <a:cubicBezTo>
                  <a:pt x="162268" y="225938"/>
                  <a:pt x="160928" y="227926"/>
                  <a:pt x="159285" y="229793"/>
                </a:cubicBezTo>
                <a:cubicBezTo>
                  <a:pt x="156779" y="232655"/>
                  <a:pt x="156528" y="233398"/>
                  <a:pt x="157738" y="234522"/>
                </a:cubicBezTo>
                <a:cubicBezTo>
                  <a:pt x="158905" y="235611"/>
                  <a:pt x="159164" y="235594"/>
                  <a:pt x="159164" y="234401"/>
                </a:cubicBezTo>
                <a:cubicBezTo>
                  <a:pt x="159164" y="232724"/>
                  <a:pt x="163046" y="227503"/>
                  <a:pt x="164299" y="227503"/>
                </a:cubicBezTo>
                <a:cubicBezTo>
                  <a:pt x="165803" y="227503"/>
                  <a:pt x="166313" y="230407"/>
                  <a:pt x="165380" y="233649"/>
                </a:cubicBezTo>
                <a:cubicBezTo>
                  <a:pt x="164204" y="237755"/>
                  <a:pt x="164688" y="237634"/>
                  <a:pt x="167463" y="233139"/>
                </a:cubicBezTo>
                <a:close/>
                <a:moveTo>
                  <a:pt x="109158" y="227434"/>
                </a:moveTo>
                <a:cubicBezTo>
                  <a:pt x="106746" y="223354"/>
                  <a:pt x="107092" y="215098"/>
                  <a:pt x="109677" y="215098"/>
                </a:cubicBezTo>
                <a:cubicBezTo>
                  <a:pt x="110195" y="215098"/>
                  <a:pt x="111544" y="216611"/>
                  <a:pt x="112668" y="218461"/>
                </a:cubicBezTo>
                <a:cubicBezTo>
                  <a:pt x="114440" y="221374"/>
                  <a:pt x="114716" y="221521"/>
                  <a:pt x="114716" y="219559"/>
                </a:cubicBezTo>
                <a:cubicBezTo>
                  <a:pt x="114716" y="218314"/>
                  <a:pt x="114198" y="216966"/>
                  <a:pt x="113558" y="216577"/>
                </a:cubicBezTo>
                <a:cubicBezTo>
                  <a:pt x="112797" y="216101"/>
                  <a:pt x="112581" y="213577"/>
                  <a:pt x="112918" y="209307"/>
                </a:cubicBezTo>
                <a:cubicBezTo>
                  <a:pt x="113420" y="203135"/>
                  <a:pt x="113333" y="202815"/>
                  <a:pt x="111501" y="203801"/>
                </a:cubicBezTo>
                <a:cubicBezTo>
                  <a:pt x="110429" y="204371"/>
                  <a:pt x="109556" y="205867"/>
                  <a:pt x="109547" y="207129"/>
                </a:cubicBezTo>
                <a:cubicBezTo>
                  <a:pt x="109547" y="208391"/>
                  <a:pt x="108657" y="210880"/>
                  <a:pt x="107559" y="212670"/>
                </a:cubicBezTo>
                <a:cubicBezTo>
                  <a:pt x="105726" y="215678"/>
                  <a:pt x="105666" y="216680"/>
                  <a:pt x="106755" y="225860"/>
                </a:cubicBezTo>
                <a:cubicBezTo>
                  <a:pt x="107879" y="235300"/>
                  <a:pt x="108008" y="235654"/>
                  <a:pt x="109383" y="233026"/>
                </a:cubicBezTo>
                <a:cubicBezTo>
                  <a:pt x="110654" y="230615"/>
                  <a:pt x="110619" y="229906"/>
                  <a:pt x="109158" y="227434"/>
                </a:cubicBezTo>
                <a:close/>
                <a:moveTo>
                  <a:pt x="154790" y="226820"/>
                </a:moveTo>
                <a:cubicBezTo>
                  <a:pt x="157280" y="224702"/>
                  <a:pt x="157323" y="224486"/>
                  <a:pt x="155646" y="222809"/>
                </a:cubicBezTo>
                <a:cubicBezTo>
                  <a:pt x="153969" y="221132"/>
                  <a:pt x="153719" y="221184"/>
                  <a:pt x="150952" y="223829"/>
                </a:cubicBezTo>
                <a:cubicBezTo>
                  <a:pt x="148333" y="226336"/>
                  <a:pt x="148152" y="226941"/>
                  <a:pt x="149172" y="229638"/>
                </a:cubicBezTo>
                <a:cubicBezTo>
                  <a:pt x="150157" y="232248"/>
                  <a:pt x="150434" y="232413"/>
                  <a:pt x="151229" y="230857"/>
                </a:cubicBezTo>
                <a:cubicBezTo>
                  <a:pt x="151739" y="229863"/>
                  <a:pt x="153338" y="228047"/>
                  <a:pt x="154790" y="226820"/>
                </a:cubicBezTo>
                <a:close/>
                <a:moveTo>
                  <a:pt x="176211" y="231626"/>
                </a:moveTo>
                <a:cubicBezTo>
                  <a:pt x="175848" y="231047"/>
                  <a:pt x="175121" y="230839"/>
                  <a:pt x="174594" y="231168"/>
                </a:cubicBezTo>
                <a:cubicBezTo>
                  <a:pt x="173159" y="232049"/>
                  <a:pt x="173427" y="232672"/>
                  <a:pt x="175242" y="232672"/>
                </a:cubicBezTo>
                <a:cubicBezTo>
                  <a:pt x="176133" y="232672"/>
                  <a:pt x="176565" y="232196"/>
                  <a:pt x="176211" y="231626"/>
                </a:cubicBezTo>
                <a:close/>
                <a:moveTo>
                  <a:pt x="206647" y="226777"/>
                </a:moveTo>
                <a:cubicBezTo>
                  <a:pt x="206681" y="226094"/>
                  <a:pt x="202402" y="221201"/>
                  <a:pt x="197147" y="215911"/>
                </a:cubicBezTo>
                <a:cubicBezTo>
                  <a:pt x="189471" y="208175"/>
                  <a:pt x="185650" y="205253"/>
                  <a:pt x="177767" y="201052"/>
                </a:cubicBezTo>
                <a:lnTo>
                  <a:pt x="167947" y="195814"/>
                </a:lnTo>
                <a:lnTo>
                  <a:pt x="167212" y="199003"/>
                </a:lnTo>
                <a:cubicBezTo>
                  <a:pt x="166806" y="200749"/>
                  <a:pt x="166693" y="202824"/>
                  <a:pt x="166970" y="203611"/>
                </a:cubicBezTo>
                <a:cubicBezTo>
                  <a:pt x="167247" y="204389"/>
                  <a:pt x="166935" y="205668"/>
                  <a:pt x="166287" y="206446"/>
                </a:cubicBezTo>
                <a:cubicBezTo>
                  <a:pt x="165345" y="207595"/>
                  <a:pt x="165648" y="207872"/>
                  <a:pt x="167860" y="207872"/>
                </a:cubicBezTo>
                <a:cubicBezTo>
                  <a:pt x="170834" y="207872"/>
                  <a:pt x="178207" y="211243"/>
                  <a:pt x="179383" y="213136"/>
                </a:cubicBezTo>
                <a:cubicBezTo>
                  <a:pt x="179781" y="213776"/>
                  <a:pt x="179539" y="214649"/>
                  <a:pt x="178856" y="215064"/>
                </a:cubicBezTo>
                <a:cubicBezTo>
                  <a:pt x="176530" y="216507"/>
                  <a:pt x="178691" y="223258"/>
                  <a:pt x="182028" y="224987"/>
                </a:cubicBezTo>
                <a:cubicBezTo>
                  <a:pt x="184967" y="226509"/>
                  <a:pt x="185002" y="226491"/>
                  <a:pt x="185002" y="223630"/>
                </a:cubicBezTo>
                <a:cubicBezTo>
                  <a:pt x="185002" y="220466"/>
                  <a:pt x="187733" y="215790"/>
                  <a:pt x="189090" y="216628"/>
                </a:cubicBezTo>
                <a:cubicBezTo>
                  <a:pt x="189557" y="216914"/>
                  <a:pt x="190223" y="218271"/>
                  <a:pt x="190569" y="219628"/>
                </a:cubicBezTo>
                <a:cubicBezTo>
                  <a:pt x="191200" y="222178"/>
                  <a:pt x="197907" y="229569"/>
                  <a:pt x="199576" y="229569"/>
                </a:cubicBezTo>
                <a:cubicBezTo>
                  <a:pt x="200086" y="229569"/>
                  <a:pt x="200509" y="230303"/>
                  <a:pt x="200509" y="231202"/>
                </a:cubicBezTo>
                <a:cubicBezTo>
                  <a:pt x="200509" y="232508"/>
                  <a:pt x="201106" y="232352"/>
                  <a:pt x="203552" y="230424"/>
                </a:cubicBezTo>
                <a:cubicBezTo>
                  <a:pt x="205220" y="229102"/>
                  <a:pt x="206621" y="227459"/>
                  <a:pt x="206647" y="226777"/>
                </a:cubicBezTo>
                <a:close/>
                <a:moveTo>
                  <a:pt x="81134" y="229569"/>
                </a:moveTo>
                <a:cubicBezTo>
                  <a:pt x="80779" y="229007"/>
                  <a:pt x="79241" y="228583"/>
                  <a:pt x="77711" y="228644"/>
                </a:cubicBezTo>
                <a:lnTo>
                  <a:pt x="74927" y="228747"/>
                </a:lnTo>
                <a:lnTo>
                  <a:pt x="77512" y="229569"/>
                </a:lnTo>
                <a:cubicBezTo>
                  <a:pt x="81186" y="230744"/>
                  <a:pt x="81860" y="230744"/>
                  <a:pt x="81134" y="229569"/>
                </a:cubicBezTo>
                <a:close/>
                <a:moveTo>
                  <a:pt x="71504" y="227442"/>
                </a:moveTo>
                <a:cubicBezTo>
                  <a:pt x="69871" y="226794"/>
                  <a:pt x="69274" y="225904"/>
                  <a:pt x="69646" y="224667"/>
                </a:cubicBezTo>
                <a:cubicBezTo>
                  <a:pt x="70043" y="223345"/>
                  <a:pt x="69170" y="222377"/>
                  <a:pt x="66413" y="221080"/>
                </a:cubicBezTo>
                <a:cubicBezTo>
                  <a:pt x="64338" y="220095"/>
                  <a:pt x="62445" y="219490"/>
                  <a:pt x="62203" y="219732"/>
                </a:cubicBezTo>
                <a:cubicBezTo>
                  <a:pt x="61313" y="220622"/>
                  <a:pt x="69845" y="228229"/>
                  <a:pt x="71833" y="228315"/>
                </a:cubicBezTo>
                <a:cubicBezTo>
                  <a:pt x="73622" y="228393"/>
                  <a:pt x="73579" y="228281"/>
                  <a:pt x="71504" y="227442"/>
                </a:cubicBezTo>
                <a:close/>
                <a:moveTo>
                  <a:pt x="236210" y="222774"/>
                </a:moveTo>
                <a:cubicBezTo>
                  <a:pt x="238094" y="223250"/>
                  <a:pt x="238656" y="222826"/>
                  <a:pt x="239226" y="220518"/>
                </a:cubicBezTo>
                <a:cubicBezTo>
                  <a:pt x="241344" y="211883"/>
                  <a:pt x="246401" y="210967"/>
                  <a:pt x="245813" y="219317"/>
                </a:cubicBezTo>
                <a:lnTo>
                  <a:pt x="245467" y="224278"/>
                </a:lnTo>
                <a:lnTo>
                  <a:pt x="247784" y="222100"/>
                </a:lnTo>
                <a:cubicBezTo>
                  <a:pt x="249063" y="220899"/>
                  <a:pt x="249911" y="219714"/>
                  <a:pt x="249660" y="219472"/>
                </a:cubicBezTo>
                <a:cubicBezTo>
                  <a:pt x="249418" y="219222"/>
                  <a:pt x="249625" y="217942"/>
                  <a:pt x="250127" y="216628"/>
                </a:cubicBezTo>
                <a:cubicBezTo>
                  <a:pt x="250922" y="214537"/>
                  <a:pt x="250628" y="214087"/>
                  <a:pt x="247827" y="213110"/>
                </a:cubicBezTo>
                <a:cubicBezTo>
                  <a:pt x="243540" y="211624"/>
                  <a:pt x="237714" y="207094"/>
                  <a:pt x="237714" y="205253"/>
                </a:cubicBezTo>
                <a:cubicBezTo>
                  <a:pt x="237714" y="204103"/>
                  <a:pt x="237143" y="204000"/>
                  <a:pt x="235060" y="204795"/>
                </a:cubicBezTo>
                <a:cubicBezTo>
                  <a:pt x="233608" y="205348"/>
                  <a:pt x="231049" y="205797"/>
                  <a:pt x="229381" y="205797"/>
                </a:cubicBezTo>
                <a:cubicBezTo>
                  <a:pt x="225007" y="205797"/>
                  <a:pt x="225638" y="207682"/>
                  <a:pt x="230141" y="208062"/>
                </a:cubicBezTo>
                <a:cubicBezTo>
                  <a:pt x="235535" y="208520"/>
                  <a:pt x="235527" y="210552"/>
                  <a:pt x="230115" y="213180"/>
                </a:cubicBezTo>
                <a:cubicBezTo>
                  <a:pt x="225033" y="215652"/>
                  <a:pt x="223909" y="217718"/>
                  <a:pt x="225759" y="221175"/>
                </a:cubicBezTo>
                <a:cubicBezTo>
                  <a:pt x="227142" y="223768"/>
                  <a:pt x="228413" y="223060"/>
                  <a:pt x="228413" y="219706"/>
                </a:cubicBezTo>
                <a:cubicBezTo>
                  <a:pt x="228413" y="217173"/>
                  <a:pt x="235691" y="209938"/>
                  <a:pt x="238232" y="209938"/>
                </a:cubicBezTo>
                <a:cubicBezTo>
                  <a:pt x="242096" y="209938"/>
                  <a:pt x="238224" y="218202"/>
                  <a:pt x="232207" y="222792"/>
                </a:cubicBezTo>
                <a:cubicBezTo>
                  <a:pt x="230219" y="224304"/>
                  <a:pt x="228317" y="226258"/>
                  <a:pt x="227989" y="227122"/>
                </a:cubicBezTo>
                <a:cubicBezTo>
                  <a:pt x="227652" y="227987"/>
                  <a:pt x="228845" y="227226"/>
                  <a:pt x="230634" y="225437"/>
                </a:cubicBezTo>
                <a:cubicBezTo>
                  <a:pt x="233011" y="223060"/>
                  <a:pt x="234507" y="222342"/>
                  <a:pt x="236210" y="222774"/>
                </a:cubicBezTo>
                <a:close/>
                <a:moveTo>
                  <a:pt x="249625" y="225636"/>
                </a:moveTo>
                <a:cubicBezTo>
                  <a:pt x="249305" y="225316"/>
                  <a:pt x="248476" y="225636"/>
                  <a:pt x="247775" y="226344"/>
                </a:cubicBezTo>
                <a:cubicBezTo>
                  <a:pt x="246764" y="227364"/>
                  <a:pt x="246876" y="227485"/>
                  <a:pt x="248355" y="226924"/>
                </a:cubicBezTo>
                <a:cubicBezTo>
                  <a:pt x="249375" y="226535"/>
                  <a:pt x="249945" y="225955"/>
                  <a:pt x="249625" y="225636"/>
                </a:cubicBezTo>
                <a:close/>
                <a:moveTo>
                  <a:pt x="172597" y="220354"/>
                </a:moveTo>
                <a:cubicBezTo>
                  <a:pt x="172597" y="216620"/>
                  <a:pt x="172338" y="216248"/>
                  <a:pt x="169243" y="215583"/>
                </a:cubicBezTo>
                <a:cubicBezTo>
                  <a:pt x="167394" y="215194"/>
                  <a:pt x="165051" y="214139"/>
                  <a:pt x="164031" y="213240"/>
                </a:cubicBezTo>
                <a:cubicBezTo>
                  <a:pt x="162328" y="211736"/>
                  <a:pt x="161965" y="211831"/>
                  <a:pt x="159406" y="214390"/>
                </a:cubicBezTo>
                <a:lnTo>
                  <a:pt x="156632" y="217173"/>
                </a:lnTo>
                <a:lnTo>
                  <a:pt x="161464" y="217173"/>
                </a:lnTo>
                <a:cubicBezTo>
                  <a:pt x="167238" y="217173"/>
                  <a:pt x="171698" y="218980"/>
                  <a:pt x="171482" y="221227"/>
                </a:cubicBezTo>
                <a:cubicBezTo>
                  <a:pt x="171275" y="223414"/>
                  <a:pt x="171465" y="224408"/>
                  <a:pt x="172087" y="224408"/>
                </a:cubicBezTo>
                <a:cubicBezTo>
                  <a:pt x="172364" y="224408"/>
                  <a:pt x="172597" y="222584"/>
                  <a:pt x="172597" y="220354"/>
                </a:cubicBezTo>
                <a:close/>
                <a:moveTo>
                  <a:pt x="284850" y="220553"/>
                </a:moveTo>
                <a:cubicBezTo>
                  <a:pt x="284504" y="220207"/>
                  <a:pt x="284262" y="220821"/>
                  <a:pt x="284306" y="221910"/>
                </a:cubicBezTo>
                <a:cubicBezTo>
                  <a:pt x="284357" y="223112"/>
                  <a:pt x="284599" y="223354"/>
                  <a:pt x="284928" y="222532"/>
                </a:cubicBezTo>
                <a:cubicBezTo>
                  <a:pt x="285230" y="221789"/>
                  <a:pt x="285187" y="220890"/>
                  <a:pt x="284850" y="220553"/>
                </a:cubicBezTo>
                <a:close/>
                <a:moveTo>
                  <a:pt x="265850" y="219239"/>
                </a:moveTo>
                <a:cubicBezTo>
                  <a:pt x="267717" y="218107"/>
                  <a:pt x="270077" y="217173"/>
                  <a:pt x="271106" y="217173"/>
                </a:cubicBezTo>
                <a:cubicBezTo>
                  <a:pt x="272135" y="217173"/>
                  <a:pt x="272679" y="216689"/>
                  <a:pt x="272316" y="216101"/>
                </a:cubicBezTo>
                <a:cubicBezTo>
                  <a:pt x="271953" y="215513"/>
                  <a:pt x="270207" y="215315"/>
                  <a:pt x="268366" y="215660"/>
                </a:cubicBezTo>
                <a:cubicBezTo>
                  <a:pt x="265868" y="216127"/>
                  <a:pt x="264147" y="215643"/>
                  <a:pt x="261217" y="213655"/>
                </a:cubicBezTo>
                <a:cubicBezTo>
                  <a:pt x="257889" y="211390"/>
                  <a:pt x="257353" y="211278"/>
                  <a:pt x="257344" y="212808"/>
                </a:cubicBezTo>
                <a:cubicBezTo>
                  <a:pt x="257344" y="213785"/>
                  <a:pt x="256688" y="215842"/>
                  <a:pt x="255884" y="217372"/>
                </a:cubicBezTo>
                <a:cubicBezTo>
                  <a:pt x="254440" y="220129"/>
                  <a:pt x="254466" y="220164"/>
                  <a:pt x="258218" y="220553"/>
                </a:cubicBezTo>
                <a:cubicBezTo>
                  <a:pt x="260301" y="220778"/>
                  <a:pt x="262107" y="221037"/>
                  <a:pt x="262237" y="221132"/>
                </a:cubicBezTo>
                <a:cubicBezTo>
                  <a:pt x="262367" y="221227"/>
                  <a:pt x="263992" y="220371"/>
                  <a:pt x="265850" y="219239"/>
                </a:cubicBezTo>
                <a:close/>
                <a:moveTo>
                  <a:pt x="287314" y="211269"/>
                </a:moveTo>
                <a:cubicBezTo>
                  <a:pt x="288688" y="211624"/>
                  <a:pt x="289328" y="211036"/>
                  <a:pt x="289734" y="209039"/>
                </a:cubicBezTo>
                <a:cubicBezTo>
                  <a:pt x="290028" y="207544"/>
                  <a:pt x="290590" y="205504"/>
                  <a:pt x="290979" y="204510"/>
                </a:cubicBezTo>
                <a:cubicBezTo>
                  <a:pt x="291385" y="203455"/>
                  <a:pt x="291204" y="202703"/>
                  <a:pt x="290538" y="202703"/>
                </a:cubicBezTo>
                <a:cubicBezTo>
                  <a:pt x="289907" y="202703"/>
                  <a:pt x="289388" y="203360"/>
                  <a:pt x="289388" y="204172"/>
                </a:cubicBezTo>
                <a:cubicBezTo>
                  <a:pt x="289388" y="204976"/>
                  <a:pt x="288230" y="207025"/>
                  <a:pt x="286804" y="208711"/>
                </a:cubicBezTo>
                <a:cubicBezTo>
                  <a:pt x="285386" y="210405"/>
                  <a:pt x="284280" y="212410"/>
                  <a:pt x="284340" y="213188"/>
                </a:cubicBezTo>
                <a:cubicBezTo>
                  <a:pt x="284409" y="213957"/>
                  <a:pt x="284686" y="213733"/>
                  <a:pt x="284954" y="212678"/>
                </a:cubicBezTo>
                <a:cubicBezTo>
                  <a:pt x="285274" y="211442"/>
                  <a:pt x="286103" y="210949"/>
                  <a:pt x="287314" y="211269"/>
                </a:cubicBezTo>
                <a:close/>
                <a:moveTo>
                  <a:pt x="257025" y="209938"/>
                </a:moveTo>
                <a:cubicBezTo>
                  <a:pt x="257319" y="209938"/>
                  <a:pt x="256126" y="208287"/>
                  <a:pt x="254354" y="206282"/>
                </a:cubicBezTo>
                <a:cubicBezTo>
                  <a:pt x="252590" y="204276"/>
                  <a:pt x="251147" y="201743"/>
                  <a:pt x="251147" y="200654"/>
                </a:cubicBezTo>
                <a:cubicBezTo>
                  <a:pt x="251147" y="197914"/>
                  <a:pt x="250204" y="197629"/>
                  <a:pt x="245502" y="198986"/>
                </a:cubicBezTo>
                <a:lnTo>
                  <a:pt x="241396" y="200162"/>
                </a:lnTo>
                <a:lnTo>
                  <a:pt x="245027" y="202305"/>
                </a:lnTo>
                <a:cubicBezTo>
                  <a:pt x="247023" y="203490"/>
                  <a:pt x="249807" y="205893"/>
                  <a:pt x="251198" y="207656"/>
                </a:cubicBezTo>
                <a:cubicBezTo>
                  <a:pt x="252590" y="209419"/>
                  <a:pt x="254354" y="210647"/>
                  <a:pt x="255106" y="210396"/>
                </a:cubicBezTo>
                <a:cubicBezTo>
                  <a:pt x="255866" y="210145"/>
                  <a:pt x="256731" y="209938"/>
                  <a:pt x="257025" y="209938"/>
                </a:cubicBezTo>
                <a:close/>
                <a:moveTo>
                  <a:pt x="271944" y="208201"/>
                </a:moveTo>
                <a:cubicBezTo>
                  <a:pt x="270726" y="206109"/>
                  <a:pt x="270432" y="206783"/>
                  <a:pt x="271434" y="209376"/>
                </a:cubicBezTo>
                <a:cubicBezTo>
                  <a:pt x="271789" y="210301"/>
                  <a:pt x="272290" y="210837"/>
                  <a:pt x="272558" y="210578"/>
                </a:cubicBezTo>
                <a:cubicBezTo>
                  <a:pt x="272826" y="210310"/>
                  <a:pt x="272549" y="209238"/>
                  <a:pt x="271944" y="208201"/>
                </a:cubicBezTo>
                <a:close/>
                <a:moveTo>
                  <a:pt x="158732" y="207310"/>
                </a:moveTo>
                <a:cubicBezTo>
                  <a:pt x="158317" y="205676"/>
                  <a:pt x="158827" y="202980"/>
                  <a:pt x="160081" y="200153"/>
                </a:cubicBezTo>
                <a:cubicBezTo>
                  <a:pt x="161663" y="196574"/>
                  <a:pt x="161792" y="195502"/>
                  <a:pt x="160720" y="195096"/>
                </a:cubicBezTo>
                <a:cubicBezTo>
                  <a:pt x="159908" y="194785"/>
                  <a:pt x="158845" y="195805"/>
                  <a:pt x="158084" y="197638"/>
                </a:cubicBezTo>
                <a:cubicBezTo>
                  <a:pt x="157392" y="199323"/>
                  <a:pt x="155715" y="201571"/>
                  <a:pt x="154376" y="202625"/>
                </a:cubicBezTo>
                <a:cubicBezTo>
                  <a:pt x="153027" y="203680"/>
                  <a:pt x="151929" y="205158"/>
                  <a:pt x="151929" y="205901"/>
                </a:cubicBezTo>
                <a:cubicBezTo>
                  <a:pt x="151929" y="206947"/>
                  <a:pt x="152206" y="206973"/>
                  <a:pt x="153174" y="206005"/>
                </a:cubicBezTo>
                <a:cubicBezTo>
                  <a:pt x="155015" y="204164"/>
                  <a:pt x="157098" y="204510"/>
                  <a:pt x="157098" y="206662"/>
                </a:cubicBezTo>
                <a:cubicBezTo>
                  <a:pt x="157098" y="208460"/>
                  <a:pt x="157928" y="209938"/>
                  <a:pt x="158931" y="209938"/>
                </a:cubicBezTo>
                <a:cubicBezTo>
                  <a:pt x="159182" y="209938"/>
                  <a:pt x="159095" y="208754"/>
                  <a:pt x="158732" y="207310"/>
                </a:cubicBezTo>
                <a:close/>
                <a:moveTo>
                  <a:pt x="202575" y="202703"/>
                </a:moveTo>
                <a:cubicBezTo>
                  <a:pt x="201962" y="201562"/>
                  <a:pt x="201235" y="200637"/>
                  <a:pt x="200950" y="200637"/>
                </a:cubicBezTo>
                <a:cubicBezTo>
                  <a:pt x="200665" y="200637"/>
                  <a:pt x="200933" y="201562"/>
                  <a:pt x="201538" y="202703"/>
                </a:cubicBezTo>
                <a:cubicBezTo>
                  <a:pt x="202152" y="203835"/>
                  <a:pt x="202878" y="204769"/>
                  <a:pt x="203163" y="204769"/>
                </a:cubicBezTo>
                <a:cubicBezTo>
                  <a:pt x="203448" y="204769"/>
                  <a:pt x="203180" y="203835"/>
                  <a:pt x="202575" y="202703"/>
                </a:cubicBezTo>
                <a:close/>
                <a:moveTo>
                  <a:pt x="209914" y="199850"/>
                </a:moveTo>
                <a:cubicBezTo>
                  <a:pt x="209197" y="198122"/>
                  <a:pt x="207917" y="196946"/>
                  <a:pt x="206768" y="196946"/>
                </a:cubicBezTo>
                <a:cubicBezTo>
                  <a:pt x="205039" y="196946"/>
                  <a:pt x="205125" y="197300"/>
                  <a:pt x="207572" y="200179"/>
                </a:cubicBezTo>
                <a:cubicBezTo>
                  <a:pt x="210813" y="203991"/>
                  <a:pt x="211582" y="203887"/>
                  <a:pt x="209914" y="199850"/>
                </a:cubicBezTo>
                <a:close/>
                <a:moveTo>
                  <a:pt x="101603" y="197473"/>
                </a:moveTo>
                <a:cubicBezTo>
                  <a:pt x="101958" y="196125"/>
                  <a:pt x="101716" y="195494"/>
                  <a:pt x="100946" y="195753"/>
                </a:cubicBezTo>
                <a:cubicBezTo>
                  <a:pt x="99459" y="196246"/>
                  <a:pt x="98681" y="199600"/>
                  <a:pt x="100056" y="199600"/>
                </a:cubicBezTo>
                <a:cubicBezTo>
                  <a:pt x="100600" y="199600"/>
                  <a:pt x="101292" y="198640"/>
                  <a:pt x="101603" y="197473"/>
                </a:cubicBezTo>
                <a:close/>
                <a:moveTo>
                  <a:pt x="236235" y="198562"/>
                </a:moveTo>
                <a:cubicBezTo>
                  <a:pt x="237031" y="198562"/>
                  <a:pt x="238336" y="197015"/>
                  <a:pt x="239123" y="195122"/>
                </a:cubicBezTo>
                <a:cubicBezTo>
                  <a:pt x="241664" y="189045"/>
                  <a:pt x="249962" y="184248"/>
                  <a:pt x="248821" y="189521"/>
                </a:cubicBezTo>
                <a:cubicBezTo>
                  <a:pt x="248545" y="190800"/>
                  <a:pt x="247974" y="192667"/>
                  <a:pt x="247551" y="193670"/>
                </a:cubicBezTo>
                <a:cubicBezTo>
                  <a:pt x="246971" y="195053"/>
                  <a:pt x="247170" y="195338"/>
                  <a:pt x="248389" y="194871"/>
                </a:cubicBezTo>
                <a:cubicBezTo>
                  <a:pt x="249271" y="194534"/>
                  <a:pt x="250135" y="193255"/>
                  <a:pt x="250317" y="192036"/>
                </a:cubicBezTo>
                <a:cubicBezTo>
                  <a:pt x="250490" y="190809"/>
                  <a:pt x="252824" y="188190"/>
                  <a:pt x="255512" y="186201"/>
                </a:cubicBezTo>
                <a:cubicBezTo>
                  <a:pt x="258710" y="183842"/>
                  <a:pt x="260041" y="182242"/>
                  <a:pt x="259376" y="181577"/>
                </a:cubicBezTo>
                <a:cubicBezTo>
                  <a:pt x="258719" y="180911"/>
                  <a:pt x="257353" y="181162"/>
                  <a:pt x="255434" y="182294"/>
                </a:cubicBezTo>
                <a:cubicBezTo>
                  <a:pt x="253826" y="183245"/>
                  <a:pt x="250576" y="184326"/>
                  <a:pt x="248216" y="184706"/>
                </a:cubicBezTo>
                <a:cubicBezTo>
                  <a:pt x="245848" y="185086"/>
                  <a:pt x="243911" y="185804"/>
                  <a:pt x="243911" y="186305"/>
                </a:cubicBezTo>
                <a:cubicBezTo>
                  <a:pt x="243911" y="186807"/>
                  <a:pt x="241007" y="190083"/>
                  <a:pt x="237454" y="193601"/>
                </a:cubicBezTo>
                <a:cubicBezTo>
                  <a:pt x="233902" y="197110"/>
                  <a:pt x="231844" y="199669"/>
                  <a:pt x="232890" y="199280"/>
                </a:cubicBezTo>
                <a:cubicBezTo>
                  <a:pt x="233928" y="198882"/>
                  <a:pt x="235432" y="198562"/>
                  <a:pt x="236235" y="198562"/>
                </a:cubicBezTo>
                <a:close/>
                <a:moveTo>
                  <a:pt x="200362" y="192563"/>
                </a:moveTo>
                <a:cubicBezTo>
                  <a:pt x="195937" y="187515"/>
                  <a:pt x="198288" y="185467"/>
                  <a:pt x="204693" y="188777"/>
                </a:cubicBezTo>
                <a:cubicBezTo>
                  <a:pt x="208488" y="190740"/>
                  <a:pt x="208540" y="190152"/>
                  <a:pt x="204901" y="186418"/>
                </a:cubicBezTo>
                <a:cubicBezTo>
                  <a:pt x="203336" y="184810"/>
                  <a:pt x="201356" y="182484"/>
                  <a:pt x="200509" y="181248"/>
                </a:cubicBezTo>
                <a:lnTo>
                  <a:pt x="198953" y="179001"/>
                </a:lnTo>
                <a:lnTo>
                  <a:pt x="193343" y="180937"/>
                </a:lnTo>
                <a:cubicBezTo>
                  <a:pt x="189497" y="182260"/>
                  <a:pt x="186990" y="182588"/>
                  <a:pt x="185373" y="181975"/>
                </a:cubicBezTo>
                <a:cubicBezTo>
                  <a:pt x="183428" y="181231"/>
                  <a:pt x="182651" y="181594"/>
                  <a:pt x="180913" y="184040"/>
                </a:cubicBezTo>
                <a:cubicBezTo>
                  <a:pt x="179755" y="185666"/>
                  <a:pt x="178804" y="187446"/>
                  <a:pt x="178804" y="187999"/>
                </a:cubicBezTo>
                <a:cubicBezTo>
                  <a:pt x="178804" y="188544"/>
                  <a:pt x="182106" y="190912"/>
                  <a:pt x="186151" y="193255"/>
                </a:cubicBezTo>
                <a:lnTo>
                  <a:pt x="193499" y="197508"/>
                </a:lnTo>
                <a:lnTo>
                  <a:pt x="192833" y="193981"/>
                </a:lnTo>
                <a:cubicBezTo>
                  <a:pt x="192444" y="191898"/>
                  <a:pt x="192626" y="190186"/>
                  <a:pt x="193266" y="189780"/>
                </a:cubicBezTo>
                <a:cubicBezTo>
                  <a:pt x="194571" y="188976"/>
                  <a:pt x="200509" y="195036"/>
                  <a:pt x="200509" y="197162"/>
                </a:cubicBezTo>
                <a:cubicBezTo>
                  <a:pt x="200509" y="198381"/>
                  <a:pt x="200760" y="198407"/>
                  <a:pt x="201936" y="197318"/>
                </a:cubicBezTo>
                <a:cubicBezTo>
                  <a:pt x="203137" y="196194"/>
                  <a:pt x="202895" y="195442"/>
                  <a:pt x="200362" y="192563"/>
                </a:cubicBezTo>
                <a:close/>
                <a:moveTo>
                  <a:pt x="231939" y="189927"/>
                </a:moveTo>
                <a:cubicBezTo>
                  <a:pt x="230867" y="187118"/>
                  <a:pt x="228957" y="188553"/>
                  <a:pt x="228603" y="192442"/>
                </a:cubicBezTo>
                <a:lnTo>
                  <a:pt x="228283" y="195987"/>
                </a:lnTo>
                <a:lnTo>
                  <a:pt x="230453" y="193843"/>
                </a:lnTo>
                <a:cubicBezTo>
                  <a:pt x="231836" y="192486"/>
                  <a:pt x="232380" y="191059"/>
                  <a:pt x="231939" y="189927"/>
                </a:cubicBezTo>
                <a:close/>
                <a:moveTo>
                  <a:pt x="61564" y="188993"/>
                </a:moveTo>
                <a:cubicBezTo>
                  <a:pt x="60595" y="187524"/>
                  <a:pt x="60362" y="186124"/>
                  <a:pt x="60932" y="185199"/>
                </a:cubicBezTo>
                <a:cubicBezTo>
                  <a:pt x="61702" y="183963"/>
                  <a:pt x="62246" y="184014"/>
                  <a:pt x="64511" y="185493"/>
                </a:cubicBezTo>
                <a:cubicBezTo>
                  <a:pt x="66119" y="186547"/>
                  <a:pt x="67182" y="186789"/>
                  <a:pt x="67182" y="186089"/>
                </a:cubicBezTo>
                <a:cubicBezTo>
                  <a:pt x="67182" y="185458"/>
                  <a:pt x="66266" y="184697"/>
                  <a:pt x="65151" y="184403"/>
                </a:cubicBezTo>
                <a:cubicBezTo>
                  <a:pt x="64036" y="184118"/>
                  <a:pt x="62134" y="181828"/>
                  <a:pt x="60924" y="179329"/>
                </a:cubicBezTo>
                <a:cubicBezTo>
                  <a:pt x="58633" y="174601"/>
                  <a:pt x="56170" y="173927"/>
                  <a:pt x="57916" y="178517"/>
                </a:cubicBezTo>
                <a:cubicBezTo>
                  <a:pt x="58460" y="179952"/>
                  <a:pt x="58910" y="182580"/>
                  <a:pt x="58910" y="184343"/>
                </a:cubicBezTo>
                <a:cubicBezTo>
                  <a:pt x="58910" y="186106"/>
                  <a:pt x="59679" y="188406"/>
                  <a:pt x="60621" y="189443"/>
                </a:cubicBezTo>
                <a:cubicBezTo>
                  <a:pt x="62964" y="192028"/>
                  <a:pt x="63413" y="191811"/>
                  <a:pt x="61564" y="188993"/>
                </a:cubicBezTo>
                <a:close/>
                <a:moveTo>
                  <a:pt x="160202" y="189720"/>
                </a:moveTo>
                <a:cubicBezTo>
                  <a:pt x="160202" y="189469"/>
                  <a:pt x="159735" y="189261"/>
                  <a:pt x="159164" y="189261"/>
                </a:cubicBezTo>
                <a:cubicBezTo>
                  <a:pt x="158594" y="189261"/>
                  <a:pt x="158127" y="189754"/>
                  <a:pt x="158127" y="190359"/>
                </a:cubicBezTo>
                <a:cubicBezTo>
                  <a:pt x="158127" y="190964"/>
                  <a:pt x="158594" y="191163"/>
                  <a:pt x="159164" y="190817"/>
                </a:cubicBezTo>
                <a:cubicBezTo>
                  <a:pt x="159735" y="190463"/>
                  <a:pt x="160202" y="189970"/>
                  <a:pt x="160202" y="189720"/>
                </a:cubicBezTo>
                <a:close/>
                <a:moveTo>
                  <a:pt x="242840" y="180168"/>
                </a:moveTo>
                <a:cubicBezTo>
                  <a:pt x="246323" y="174359"/>
                  <a:pt x="246660" y="173261"/>
                  <a:pt x="245390" y="171982"/>
                </a:cubicBezTo>
                <a:cubicBezTo>
                  <a:pt x="243479" y="170072"/>
                  <a:pt x="243488" y="162309"/>
                  <a:pt x="245416" y="157711"/>
                </a:cubicBezTo>
                <a:cubicBezTo>
                  <a:pt x="247862" y="151841"/>
                  <a:pt x="250213" y="153544"/>
                  <a:pt x="251657" y="162249"/>
                </a:cubicBezTo>
                <a:cubicBezTo>
                  <a:pt x="252340" y="166355"/>
                  <a:pt x="252547" y="166605"/>
                  <a:pt x="254042" y="165110"/>
                </a:cubicBezTo>
                <a:cubicBezTo>
                  <a:pt x="254941" y="164211"/>
                  <a:pt x="255771" y="161609"/>
                  <a:pt x="255892" y="159327"/>
                </a:cubicBezTo>
                <a:cubicBezTo>
                  <a:pt x="256005" y="157036"/>
                  <a:pt x="257076" y="153302"/>
                  <a:pt x="258269" y="151012"/>
                </a:cubicBezTo>
                <a:cubicBezTo>
                  <a:pt x="261407" y="144987"/>
                  <a:pt x="260007" y="143163"/>
                  <a:pt x="252607" y="143630"/>
                </a:cubicBezTo>
                <a:cubicBezTo>
                  <a:pt x="248372" y="143897"/>
                  <a:pt x="246124" y="143474"/>
                  <a:pt x="243471" y="141901"/>
                </a:cubicBezTo>
                <a:cubicBezTo>
                  <a:pt x="240445" y="140120"/>
                  <a:pt x="239857" y="140042"/>
                  <a:pt x="239347" y="141373"/>
                </a:cubicBezTo>
                <a:cubicBezTo>
                  <a:pt x="238267" y="144183"/>
                  <a:pt x="238699" y="144719"/>
                  <a:pt x="242623" y="145427"/>
                </a:cubicBezTo>
                <a:cubicBezTo>
                  <a:pt x="250974" y="146940"/>
                  <a:pt x="252728" y="150242"/>
                  <a:pt x="246116" y="152023"/>
                </a:cubicBezTo>
                <a:cubicBezTo>
                  <a:pt x="242623" y="152965"/>
                  <a:pt x="242044" y="153562"/>
                  <a:pt x="241526" y="156751"/>
                </a:cubicBezTo>
                <a:cubicBezTo>
                  <a:pt x="240800" y="161220"/>
                  <a:pt x="237031" y="167556"/>
                  <a:pt x="235094" y="167556"/>
                </a:cubicBezTo>
                <a:cubicBezTo>
                  <a:pt x="234316" y="167556"/>
                  <a:pt x="233193" y="169302"/>
                  <a:pt x="232596" y="171437"/>
                </a:cubicBezTo>
                <a:cubicBezTo>
                  <a:pt x="230885" y="177601"/>
                  <a:pt x="231334" y="178776"/>
                  <a:pt x="233634" y="174134"/>
                </a:cubicBezTo>
                <a:cubicBezTo>
                  <a:pt x="236106" y="169129"/>
                  <a:pt x="239192" y="166044"/>
                  <a:pt x="240748" y="167003"/>
                </a:cubicBezTo>
                <a:cubicBezTo>
                  <a:pt x="243583" y="168758"/>
                  <a:pt x="240056" y="181646"/>
                  <a:pt x="236140" y="183842"/>
                </a:cubicBezTo>
                <a:cubicBezTo>
                  <a:pt x="234896" y="184533"/>
                  <a:pt x="234593" y="185493"/>
                  <a:pt x="235103" y="187100"/>
                </a:cubicBezTo>
                <a:cubicBezTo>
                  <a:pt x="236080" y="190186"/>
                  <a:pt x="237722" y="188717"/>
                  <a:pt x="242840" y="180168"/>
                </a:cubicBezTo>
                <a:close/>
                <a:moveTo>
                  <a:pt x="153995" y="186616"/>
                </a:moveTo>
                <a:cubicBezTo>
                  <a:pt x="153995" y="186366"/>
                  <a:pt x="153528" y="186167"/>
                  <a:pt x="152967" y="186167"/>
                </a:cubicBezTo>
                <a:cubicBezTo>
                  <a:pt x="152396" y="186167"/>
                  <a:pt x="151929" y="186660"/>
                  <a:pt x="151929" y="187256"/>
                </a:cubicBezTo>
                <a:cubicBezTo>
                  <a:pt x="151929" y="187861"/>
                  <a:pt x="152396" y="188069"/>
                  <a:pt x="152967" y="187714"/>
                </a:cubicBezTo>
                <a:cubicBezTo>
                  <a:pt x="153528" y="187360"/>
                  <a:pt x="153995" y="186867"/>
                  <a:pt x="153995" y="186616"/>
                </a:cubicBezTo>
                <a:close/>
                <a:moveTo>
                  <a:pt x="173790" y="181776"/>
                </a:moveTo>
                <a:cubicBezTo>
                  <a:pt x="173349" y="177047"/>
                  <a:pt x="171690" y="175042"/>
                  <a:pt x="170013" y="177212"/>
                </a:cubicBezTo>
                <a:cubicBezTo>
                  <a:pt x="169451" y="177955"/>
                  <a:pt x="168102" y="179053"/>
                  <a:pt x="167031" y="179641"/>
                </a:cubicBezTo>
                <a:cubicBezTo>
                  <a:pt x="165241" y="180635"/>
                  <a:pt x="165414" y="180955"/>
                  <a:pt x="169079" y="183444"/>
                </a:cubicBezTo>
                <a:cubicBezTo>
                  <a:pt x="171283" y="184939"/>
                  <a:pt x="173332" y="186167"/>
                  <a:pt x="173643" y="186167"/>
                </a:cubicBezTo>
                <a:cubicBezTo>
                  <a:pt x="173955" y="186167"/>
                  <a:pt x="174024" y="184187"/>
                  <a:pt x="173790" y="181776"/>
                </a:cubicBezTo>
                <a:close/>
                <a:moveTo>
                  <a:pt x="179850" y="175846"/>
                </a:moveTo>
                <a:cubicBezTo>
                  <a:pt x="179020" y="174299"/>
                  <a:pt x="178475" y="169795"/>
                  <a:pt x="178691" y="166268"/>
                </a:cubicBezTo>
                <a:cubicBezTo>
                  <a:pt x="178847" y="163744"/>
                  <a:pt x="181319" y="164012"/>
                  <a:pt x="183385" y="166787"/>
                </a:cubicBezTo>
                <a:cubicBezTo>
                  <a:pt x="184898" y="168810"/>
                  <a:pt x="185028" y="168844"/>
                  <a:pt x="184388" y="167046"/>
                </a:cubicBezTo>
                <a:cubicBezTo>
                  <a:pt x="183982" y="165905"/>
                  <a:pt x="183446" y="163468"/>
                  <a:pt x="183186" y="161618"/>
                </a:cubicBezTo>
                <a:cubicBezTo>
                  <a:pt x="182581" y="157365"/>
                  <a:pt x="181596" y="157382"/>
                  <a:pt x="179063" y="161670"/>
                </a:cubicBezTo>
                <a:cubicBezTo>
                  <a:pt x="177369" y="164539"/>
                  <a:pt x="177127" y="166424"/>
                  <a:pt x="177550" y="173702"/>
                </a:cubicBezTo>
                <a:cubicBezTo>
                  <a:pt x="178000" y="181430"/>
                  <a:pt x="178190" y="182078"/>
                  <a:pt x="179366" y="179874"/>
                </a:cubicBezTo>
                <a:cubicBezTo>
                  <a:pt x="180126" y="178448"/>
                  <a:pt x="180334" y="176753"/>
                  <a:pt x="179850" y="175846"/>
                </a:cubicBezTo>
                <a:close/>
                <a:moveTo>
                  <a:pt x="210078" y="178819"/>
                </a:moveTo>
                <a:cubicBezTo>
                  <a:pt x="211349" y="176589"/>
                  <a:pt x="212412" y="175811"/>
                  <a:pt x="213579" y="176261"/>
                </a:cubicBezTo>
                <a:cubicBezTo>
                  <a:pt x="215083" y="176840"/>
                  <a:pt x="215187" y="176045"/>
                  <a:pt x="214556" y="168879"/>
                </a:cubicBezTo>
                <a:cubicBezTo>
                  <a:pt x="214176" y="164453"/>
                  <a:pt x="212905" y="157287"/>
                  <a:pt x="211747" y="152948"/>
                </a:cubicBezTo>
                <a:cubicBezTo>
                  <a:pt x="209793" y="145600"/>
                  <a:pt x="209421" y="145004"/>
                  <a:pt x="206500" y="144416"/>
                </a:cubicBezTo>
                <a:cubicBezTo>
                  <a:pt x="201737" y="143465"/>
                  <a:pt x="201538" y="143560"/>
                  <a:pt x="201538" y="146733"/>
                </a:cubicBezTo>
                <a:cubicBezTo>
                  <a:pt x="201538" y="150208"/>
                  <a:pt x="197467" y="156708"/>
                  <a:pt x="195297" y="156708"/>
                </a:cubicBezTo>
                <a:cubicBezTo>
                  <a:pt x="193369" y="156708"/>
                  <a:pt x="192807" y="152809"/>
                  <a:pt x="194173" y="148894"/>
                </a:cubicBezTo>
                <a:cubicBezTo>
                  <a:pt x="195228" y="145877"/>
                  <a:pt x="194130" y="144675"/>
                  <a:pt x="192583" y="147148"/>
                </a:cubicBezTo>
                <a:cubicBezTo>
                  <a:pt x="191200" y="149369"/>
                  <a:pt x="190880" y="151331"/>
                  <a:pt x="190785" y="158255"/>
                </a:cubicBezTo>
                <a:lnTo>
                  <a:pt x="190681" y="164980"/>
                </a:lnTo>
                <a:lnTo>
                  <a:pt x="196014" y="164626"/>
                </a:lnTo>
                <a:cubicBezTo>
                  <a:pt x="201650" y="164263"/>
                  <a:pt x="205670" y="165672"/>
                  <a:pt x="205670" y="168014"/>
                </a:cubicBezTo>
                <a:cubicBezTo>
                  <a:pt x="205670" y="171005"/>
                  <a:pt x="192989" y="173071"/>
                  <a:pt x="190422" y="170495"/>
                </a:cubicBezTo>
                <a:cubicBezTo>
                  <a:pt x="188943" y="169017"/>
                  <a:pt x="186532" y="170729"/>
                  <a:pt x="185719" y="173840"/>
                </a:cubicBezTo>
                <a:cubicBezTo>
                  <a:pt x="185304" y="175405"/>
                  <a:pt x="185590" y="175794"/>
                  <a:pt x="186895" y="175431"/>
                </a:cubicBezTo>
                <a:cubicBezTo>
                  <a:pt x="193170" y="173676"/>
                  <a:pt x="195401" y="173737"/>
                  <a:pt x="199913" y="175794"/>
                </a:cubicBezTo>
                <a:cubicBezTo>
                  <a:pt x="202523" y="176987"/>
                  <a:pt x="205229" y="178871"/>
                  <a:pt x="205929" y="179995"/>
                </a:cubicBezTo>
                <a:cubicBezTo>
                  <a:pt x="207606" y="182675"/>
                  <a:pt x="207935" y="182588"/>
                  <a:pt x="210078" y="178819"/>
                </a:cubicBezTo>
                <a:close/>
                <a:moveTo>
                  <a:pt x="47897" y="176304"/>
                </a:moveTo>
                <a:cubicBezTo>
                  <a:pt x="47560" y="175422"/>
                  <a:pt x="47067" y="174930"/>
                  <a:pt x="46791" y="175198"/>
                </a:cubicBezTo>
                <a:cubicBezTo>
                  <a:pt x="46523" y="175466"/>
                  <a:pt x="46609" y="176183"/>
                  <a:pt x="46981" y="176797"/>
                </a:cubicBezTo>
                <a:cubicBezTo>
                  <a:pt x="48001" y="178439"/>
                  <a:pt x="48597" y="178119"/>
                  <a:pt x="47897" y="176304"/>
                </a:cubicBezTo>
                <a:close/>
                <a:moveTo>
                  <a:pt x="162691" y="172414"/>
                </a:moveTo>
                <a:cubicBezTo>
                  <a:pt x="161688" y="171852"/>
                  <a:pt x="160176" y="171852"/>
                  <a:pt x="158922" y="172414"/>
                </a:cubicBezTo>
                <a:cubicBezTo>
                  <a:pt x="157185" y="173184"/>
                  <a:pt x="157479" y="173348"/>
                  <a:pt x="160591" y="173348"/>
                </a:cubicBezTo>
                <a:cubicBezTo>
                  <a:pt x="163400" y="173348"/>
                  <a:pt x="163936" y="173106"/>
                  <a:pt x="162691" y="172414"/>
                </a:cubicBezTo>
                <a:close/>
                <a:moveTo>
                  <a:pt x="173635" y="171135"/>
                </a:moveTo>
                <a:cubicBezTo>
                  <a:pt x="173635" y="170253"/>
                  <a:pt x="172822" y="166770"/>
                  <a:pt x="171828" y="163381"/>
                </a:cubicBezTo>
                <a:cubicBezTo>
                  <a:pt x="170376" y="158454"/>
                  <a:pt x="169598" y="157227"/>
                  <a:pt x="167895" y="157227"/>
                </a:cubicBezTo>
                <a:cubicBezTo>
                  <a:pt x="165708" y="157227"/>
                  <a:pt x="160271" y="152187"/>
                  <a:pt x="158300" y="148341"/>
                </a:cubicBezTo>
                <a:cubicBezTo>
                  <a:pt x="157513" y="146793"/>
                  <a:pt x="157513" y="145851"/>
                  <a:pt x="158300" y="145064"/>
                </a:cubicBezTo>
                <a:cubicBezTo>
                  <a:pt x="159666" y="143699"/>
                  <a:pt x="161766" y="144382"/>
                  <a:pt x="166140" y="147614"/>
                </a:cubicBezTo>
                <a:cubicBezTo>
                  <a:pt x="167990" y="148980"/>
                  <a:pt x="169494" y="149905"/>
                  <a:pt x="169494" y="149680"/>
                </a:cubicBezTo>
                <a:cubicBezTo>
                  <a:pt x="169494" y="148038"/>
                  <a:pt x="167048" y="142756"/>
                  <a:pt x="166279" y="142756"/>
                </a:cubicBezTo>
                <a:cubicBezTo>
                  <a:pt x="164826" y="142756"/>
                  <a:pt x="161239" y="136325"/>
                  <a:pt x="161230" y="133715"/>
                </a:cubicBezTo>
                <a:cubicBezTo>
                  <a:pt x="161230" y="132401"/>
                  <a:pt x="161861" y="131390"/>
                  <a:pt x="162691" y="131390"/>
                </a:cubicBezTo>
                <a:cubicBezTo>
                  <a:pt x="164126" y="131390"/>
                  <a:pt x="168794" y="136256"/>
                  <a:pt x="169840" y="138841"/>
                </a:cubicBezTo>
                <a:cubicBezTo>
                  <a:pt x="170255" y="139869"/>
                  <a:pt x="170618" y="139826"/>
                  <a:pt x="171456" y="138625"/>
                </a:cubicBezTo>
                <a:cubicBezTo>
                  <a:pt x="172131" y="137648"/>
                  <a:pt x="172157" y="136939"/>
                  <a:pt x="171534" y="136723"/>
                </a:cubicBezTo>
                <a:cubicBezTo>
                  <a:pt x="170981" y="136541"/>
                  <a:pt x="170531" y="135737"/>
                  <a:pt x="170531" y="134951"/>
                </a:cubicBezTo>
                <a:cubicBezTo>
                  <a:pt x="170531" y="133430"/>
                  <a:pt x="173410" y="131580"/>
                  <a:pt x="177706" y="130344"/>
                </a:cubicBezTo>
                <a:lnTo>
                  <a:pt x="180351" y="129583"/>
                </a:lnTo>
                <a:lnTo>
                  <a:pt x="177421" y="128407"/>
                </a:lnTo>
                <a:cubicBezTo>
                  <a:pt x="175813" y="127768"/>
                  <a:pt x="173963" y="127569"/>
                  <a:pt x="173315" y="127966"/>
                </a:cubicBezTo>
                <a:cubicBezTo>
                  <a:pt x="170678" y="129592"/>
                  <a:pt x="162259" y="127465"/>
                  <a:pt x="162259" y="125166"/>
                </a:cubicBezTo>
                <a:cubicBezTo>
                  <a:pt x="162259" y="124630"/>
                  <a:pt x="163314" y="123930"/>
                  <a:pt x="164593" y="123610"/>
                </a:cubicBezTo>
                <a:cubicBezTo>
                  <a:pt x="166702" y="123083"/>
                  <a:pt x="166918" y="122408"/>
                  <a:pt x="166918" y="116383"/>
                </a:cubicBezTo>
                <a:cubicBezTo>
                  <a:pt x="166918" y="109892"/>
                  <a:pt x="166866" y="109788"/>
                  <a:pt x="164982" y="111672"/>
                </a:cubicBezTo>
                <a:cubicBezTo>
                  <a:pt x="163919" y="112736"/>
                  <a:pt x="162873" y="115104"/>
                  <a:pt x="162665" y="116937"/>
                </a:cubicBezTo>
                <a:cubicBezTo>
                  <a:pt x="161974" y="122858"/>
                  <a:pt x="155007" y="131390"/>
                  <a:pt x="150857" y="131390"/>
                </a:cubicBezTo>
                <a:cubicBezTo>
                  <a:pt x="148774" y="131390"/>
                  <a:pt x="150391" y="123463"/>
                  <a:pt x="153407" y="118908"/>
                </a:cubicBezTo>
                <a:lnTo>
                  <a:pt x="156087" y="114853"/>
                </a:lnTo>
                <a:lnTo>
                  <a:pt x="153701" y="114853"/>
                </a:lnTo>
                <a:cubicBezTo>
                  <a:pt x="152387" y="114853"/>
                  <a:pt x="150797" y="115363"/>
                  <a:pt x="150175" y="115986"/>
                </a:cubicBezTo>
                <a:cubicBezTo>
                  <a:pt x="149543" y="116617"/>
                  <a:pt x="147261" y="117127"/>
                  <a:pt x="145092" y="117127"/>
                </a:cubicBezTo>
                <a:cubicBezTo>
                  <a:pt x="141989" y="117127"/>
                  <a:pt x="140191" y="117974"/>
                  <a:pt x="136577" y="121155"/>
                </a:cubicBezTo>
                <a:cubicBezTo>
                  <a:pt x="132350" y="124872"/>
                  <a:pt x="130621" y="125667"/>
                  <a:pt x="127510" y="125295"/>
                </a:cubicBezTo>
                <a:cubicBezTo>
                  <a:pt x="126308" y="125149"/>
                  <a:pt x="125098" y="128364"/>
                  <a:pt x="125072" y="131753"/>
                </a:cubicBezTo>
                <a:cubicBezTo>
                  <a:pt x="125063" y="132816"/>
                  <a:pt x="126507" y="136723"/>
                  <a:pt x="128288" y="140440"/>
                </a:cubicBezTo>
                <a:lnTo>
                  <a:pt x="131512" y="147208"/>
                </a:lnTo>
                <a:lnTo>
                  <a:pt x="132886" y="143958"/>
                </a:lnTo>
                <a:cubicBezTo>
                  <a:pt x="134555" y="139982"/>
                  <a:pt x="138859" y="135521"/>
                  <a:pt x="141029" y="135521"/>
                </a:cubicBezTo>
                <a:cubicBezTo>
                  <a:pt x="144409" y="135521"/>
                  <a:pt x="142066" y="144356"/>
                  <a:pt x="137303" y="149577"/>
                </a:cubicBezTo>
                <a:cubicBezTo>
                  <a:pt x="135445" y="151608"/>
                  <a:pt x="135436" y="151841"/>
                  <a:pt x="137079" y="153198"/>
                </a:cubicBezTo>
                <a:cubicBezTo>
                  <a:pt x="138168" y="154097"/>
                  <a:pt x="138963" y="154236"/>
                  <a:pt x="139188" y="153562"/>
                </a:cubicBezTo>
                <a:cubicBezTo>
                  <a:pt x="139387" y="152974"/>
                  <a:pt x="140415" y="150882"/>
                  <a:pt x="141470" y="148911"/>
                </a:cubicBezTo>
                <a:cubicBezTo>
                  <a:pt x="145654" y="141097"/>
                  <a:pt x="149371" y="145894"/>
                  <a:pt x="146328" y="155195"/>
                </a:cubicBezTo>
                <a:lnTo>
                  <a:pt x="144634" y="160373"/>
                </a:lnTo>
                <a:lnTo>
                  <a:pt x="147503" y="162906"/>
                </a:lnTo>
                <a:cubicBezTo>
                  <a:pt x="149267" y="164444"/>
                  <a:pt x="151679" y="165438"/>
                  <a:pt x="153736" y="165464"/>
                </a:cubicBezTo>
                <a:cubicBezTo>
                  <a:pt x="157211" y="165490"/>
                  <a:pt x="158300" y="163822"/>
                  <a:pt x="155508" y="162750"/>
                </a:cubicBezTo>
                <a:cubicBezTo>
                  <a:pt x="154635" y="162413"/>
                  <a:pt x="153260" y="160874"/>
                  <a:pt x="152457" y="159318"/>
                </a:cubicBezTo>
                <a:cubicBezTo>
                  <a:pt x="150892" y="156302"/>
                  <a:pt x="150053" y="148427"/>
                  <a:pt x="151169" y="147303"/>
                </a:cubicBezTo>
                <a:cubicBezTo>
                  <a:pt x="153528" y="144943"/>
                  <a:pt x="159372" y="153873"/>
                  <a:pt x="159372" y="159846"/>
                </a:cubicBezTo>
                <a:cubicBezTo>
                  <a:pt x="159372" y="161678"/>
                  <a:pt x="160305" y="164514"/>
                  <a:pt x="161438" y="166139"/>
                </a:cubicBezTo>
                <a:cubicBezTo>
                  <a:pt x="162631" y="167841"/>
                  <a:pt x="163184" y="168230"/>
                  <a:pt x="162743" y="167046"/>
                </a:cubicBezTo>
                <a:cubicBezTo>
                  <a:pt x="160452" y="160918"/>
                  <a:pt x="160988" y="155766"/>
                  <a:pt x="163798" y="156846"/>
                </a:cubicBezTo>
                <a:cubicBezTo>
                  <a:pt x="166270" y="157797"/>
                  <a:pt x="170531" y="165784"/>
                  <a:pt x="170531" y="169458"/>
                </a:cubicBezTo>
                <a:cubicBezTo>
                  <a:pt x="170531" y="171679"/>
                  <a:pt x="171033" y="172725"/>
                  <a:pt x="172079" y="172725"/>
                </a:cubicBezTo>
                <a:cubicBezTo>
                  <a:pt x="172935" y="172725"/>
                  <a:pt x="173635" y="172008"/>
                  <a:pt x="173635" y="171135"/>
                </a:cubicBezTo>
                <a:close/>
                <a:moveTo>
                  <a:pt x="258330" y="169441"/>
                </a:moveTo>
                <a:cubicBezTo>
                  <a:pt x="259575" y="169052"/>
                  <a:pt x="259549" y="168861"/>
                  <a:pt x="258174" y="168334"/>
                </a:cubicBezTo>
                <a:cubicBezTo>
                  <a:pt x="257172" y="167954"/>
                  <a:pt x="255754" y="168559"/>
                  <a:pt x="254604" y="169847"/>
                </a:cubicBezTo>
                <a:cubicBezTo>
                  <a:pt x="252746" y="171947"/>
                  <a:pt x="252746" y="171973"/>
                  <a:pt x="254769" y="170953"/>
                </a:cubicBezTo>
                <a:cubicBezTo>
                  <a:pt x="255901" y="170374"/>
                  <a:pt x="257509" y="169700"/>
                  <a:pt x="258330" y="169441"/>
                </a:cubicBezTo>
                <a:close/>
                <a:moveTo>
                  <a:pt x="231499" y="166208"/>
                </a:moveTo>
                <a:cubicBezTo>
                  <a:pt x="231507" y="165750"/>
                  <a:pt x="231049" y="165655"/>
                  <a:pt x="230478" y="166009"/>
                </a:cubicBezTo>
                <a:cubicBezTo>
                  <a:pt x="229908" y="166363"/>
                  <a:pt x="229450" y="167435"/>
                  <a:pt x="229458" y="168395"/>
                </a:cubicBezTo>
                <a:cubicBezTo>
                  <a:pt x="229476" y="169899"/>
                  <a:pt x="229614" y="169933"/>
                  <a:pt x="230478" y="168594"/>
                </a:cubicBezTo>
                <a:cubicBezTo>
                  <a:pt x="231032" y="167738"/>
                  <a:pt x="231490" y="166666"/>
                  <a:pt x="231499" y="166208"/>
                </a:cubicBezTo>
                <a:close/>
                <a:moveTo>
                  <a:pt x="135540" y="163390"/>
                </a:moveTo>
                <a:cubicBezTo>
                  <a:pt x="134192" y="162275"/>
                  <a:pt x="132566" y="161358"/>
                  <a:pt x="131918" y="161367"/>
                </a:cubicBezTo>
                <a:cubicBezTo>
                  <a:pt x="131270" y="161367"/>
                  <a:pt x="132134" y="162301"/>
                  <a:pt x="133846" y="163424"/>
                </a:cubicBezTo>
                <a:cubicBezTo>
                  <a:pt x="137796" y="166044"/>
                  <a:pt x="138695" y="166026"/>
                  <a:pt x="135540" y="163390"/>
                </a:cubicBezTo>
                <a:close/>
                <a:moveTo>
                  <a:pt x="127648" y="159111"/>
                </a:moveTo>
                <a:cubicBezTo>
                  <a:pt x="125046" y="157071"/>
                  <a:pt x="124951" y="156760"/>
                  <a:pt x="126541" y="155593"/>
                </a:cubicBezTo>
                <a:cubicBezTo>
                  <a:pt x="128106" y="154452"/>
                  <a:pt x="127795" y="153976"/>
                  <a:pt x="123663" y="151133"/>
                </a:cubicBezTo>
                <a:cubicBezTo>
                  <a:pt x="121122" y="149378"/>
                  <a:pt x="118805" y="147364"/>
                  <a:pt x="118511" y="146646"/>
                </a:cubicBezTo>
                <a:cubicBezTo>
                  <a:pt x="118209" y="145894"/>
                  <a:pt x="117949" y="146162"/>
                  <a:pt x="117906" y="147269"/>
                </a:cubicBezTo>
                <a:cubicBezTo>
                  <a:pt x="117863" y="148332"/>
                  <a:pt x="119220" y="150787"/>
                  <a:pt x="120923" y="152732"/>
                </a:cubicBezTo>
                <a:cubicBezTo>
                  <a:pt x="122626" y="154677"/>
                  <a:pt x="124026" y="156959"/>
                  <a:pt x="124026" y="157814"/>
                </a:cubicBezTo>
                <a:cubicBezTo>
                  <a:pt x="124026" y="158662"/>
                  <a:pt x="125072" y="159777"/>
                  <a:pt x="126351" y="160295"/>
                </a:cubicBezTo>
                <a:cubicBezTo>
                  <a:pt x="130232" y="161851"/>
                  <a:pt x="130647" y="161471"/>
                  <a:pt x="127648" y="159111"/>
                </a:cubicBezTo>
                <a:close/>
                <a:moveTo>
                  <a:pt x="108501" y="153579"/>
                </a:moveTo>
                <a:cubicBezTo>
                  <a:pt x="107784" y="152714"/>
                  <a:pt x="106928" y="152274"/>
                  <a:pt x="106599" y="152602"/>
                </a:cubicBezTo>
                <a:cubicBezTo>
                  <a:pt x="106262" y="152930"/>
                  <a:pt x="106677" y="153639"/>
                  <a:pt x="107516" y="154167"/>
                </a:cubicBezTo>
                <a:cubicBezTo>
                  <a:pt x="109703" y="155550"/>
                  <a:pt x="109988" y="155377"/>
                  <a:pt x="108501" y="153579"/>
                </a:cubicBezTo>
                <a:close/>
                <a:moveTo>
                  <a:pt x="173228" y="147174"/>
                </a:moveTo>
                <a:cubicBezTo>
                  <a:pt x="172883" y="146828"/>
                  <a:pt x="172641" y="147433"/>
                  <a:pt x="172684" y="148522"/>
                </a:cubicBezTo>
                <a:cubicBezTo>
                  <a:pt x="172736" y="149732"/>
                  <a:pt x="172978" y="149974"/>
                  <a:pt x="173306" y="149153"/>
                </a:cubicBezTo>
                <a:cubicBezTo>
                  <a:pt x="173609" y="148401"/>
                  <a:pt x="173566" y="147511"/>
                  <a:pt x="173228" y="147174"/>
                </a:cubicBezTo>
                <a:close/>
                <a:moveTo>
                  <a:pt x="181276" y="148098"/>
                </a:moveTo>
                <a:cubicBezTo>
                  <a:pt x="181570" y="147623"/>
                  <a:pt x="181155" y="147234"/>
                  <a:pt x="180351" y="147234"/>
                </a:cubicBezTo>
                <a:cubicBezTo>
                  <a:pt x="179547" y="147234"/>
                  <a:pt x="179132" y="147623"/>
                  <a:pt x="179426" y="148098"/>
                </a:cubicBezTo>
                <a:cubicBezTo>
                  <a:pt x="179720" y="148565"/>
                  <a:pt x="180135" y="148954"/>
                  <a:pt x="180351" y="148954"/>
                </a:cubicBezTo>
                <a:cubicBezTo>
                  <a:pt x="180567" y="148954"/>
                  <a:pt x="180991" y="148565"/>
                  <a:pt x="181276" y="148098"/>
                </a:cubicBezTo>
                <a:close/>
                <a:moveTo>
                  <a:pt x="228378" y="140500"/>
                </a:moveTo>
                <a:cubicBezTo>
                  <a:pt x="228430" y="135150"/>
                  <a:pt x="230150" y="131035"/>
                  <a:pt x="232026" y="131761"/>
                </a:cubicBezTo>
                <a:cubicBezTo>
                  <a:pt x="233590" y="132358"/>
                  <a:pt x="234628" y="130966"/>
                  <a:pt x="237835" y="124016"/>
                </a:cubicBezTo>
                <a:cubicBezTo>
                  <a:pt x="239512" y="120386"/>
                  <a:pt x="239503" y="120282"/>
                  <a:pt x="237575" y="120792"/>
                </a:cubicBezTo>
                <a:cubicBezTo>
                  <a:pt x="236478" y="121077"/>
                  <a:pt x="235077" y="122296"/>
                  <a:pt x="234455" y="123506"/>
                </a:cubicBezTo>
                <a:cubicBezTo>
                  <a:pt x="233841" y="124716"/>
                  <a:pt x="232052" y="127102"/>
                  <a:pt x="230487" y="128805"/>
                </a:cubicBezTo>
                <a:cubicBezTo>
                  <a:pt x="228473" y="130992"/>
                  <a:pt x="227462" y="133421"/>
                  <a:pt x="227047" y="137069"/>
                </a:cubicBezTo>
                <a:cubicBezTo>
                  <a:pt x="226718" y="139913"/>
                  <a:pt x="226165" y="143863"/>
                  <a:pt x="225819" y="145860"/>
                </a:cubicBezTo>
                <a:cubicBezTo>
                  <a:pt x="225188" y="149464"/>
                  <a:pt x="225188" y="149473"/>
                  <a:pt x="226762" y="146888"/>
                </a:cubicBezTo>
                <a:cubicBezTo>
                  <a:pt x="227626" y="145471"/>
                  <a:pt x="228352" y="142592"/>
                  <a:pt x="228378" y="140500"/>
                </a:cubicBezTo>
                <a:close/>
                <a:moveTo>
                  <a:pt x="187068" y="143301"/>
                </a:moveTo>
                <a:cubicBezTo>
                  <a:pt x="187068" y="143033"/>
                  <a:pt x="185641" y="142074"/>
                  <a:pt x="183895" y="141166"/>
                </a:cubicBezTo>
                <a:cubicBezTo>
                  <a:pt x="176755" y="137475"/>
                  <a:pt x="187413" y="134657"/>
                  <a:pt x="194960" y="138244"/>
                </a:cubicBezTo>
                <a:cubicBezTo>
                  <a:pt x="198521" y="139930"/>
                  <a:pt x="201261" y="139368"/>
                  <a:pt x="198409" y="137535"/>
                </a:cubicBezTo>
                <a:cubicBezTo>
                  <a:pt x="194908" y="135279"/>
                  <a:pt x="185909" y="133023"/>
                  <a:pt x="185175" y="134216"/>
                </a:cubicBezTo>
                <a:cubicBezTo>
                  <a:pt x="184768" y="134864"/>
                  <a:pt x="183178" y="135876"/>
                  <a:pt x="181622" y="136464"/>
                </a:cubicBezTo>
                <a:cubicBezTo>
                  <a:pt x="178717" y="137570"/>
                  <a:pt x="177689" y="140691"/>
                  <a:pt x="180222" y="140691"/>
                </a:cubicBezTo>
                <a:cubicBezTo>
                  <a:pt x="181008" y="140691"/>
                  <a:pt x="182227" y="141382"/>
                  <a:pt x="182936" y="142238"/>
                </a:cubicBezTo>
                <a:cubicBezTo>
                  <a:pt x="184129" y="143673"/>
                  <a:pt x="187068" y="144425"/>
                  <a:pt x="187068" y="143301"/>
                </a:cubicBezTo>
                <a:close/>
                <a:moveTo>
                  <a:pt x="223243" y="130594"/>
                </a:moveTo>
                <a:cubicBezTo>
                  <a:pt x="223243" y="122227"/>
                  <a:pt x="223070" y="121466"/>
                  <a:pt x="220944" y="120524"/>
                </a:cubicBezTo>
                <a:cubicBezTo>
                  <a:pt x="219682" y="119962"/>
                  <a:pt x="217659" y="118034"/>
                  <a:pt x="216466" y="116245"/>
                </a:cubicBezTo>
                <a:lnTo>
                  <a:pt x="214288" y="112986"/>
                </a:lnTo>
                <a:lnTo>
                  <a:pt x="212983" y="116582"/>
                </a:lnTo>
                <a:cubicBezTo>
                  <a:pt x="212274" y="118553"/>
                  <a:pt x="211963" y="120446"/>
                  <a:pt x="212300" y="120783"/>
                </a:cubicBezTo>
                <a:cubicBezTo>
                  <a:pt x="212637" y="121120"/>
                  <a:pt x="212905" y="120852"/>
                  <a:pt x="212905" y="120187"/>
                </a:cubicBezTo>
                <a:cubicBezTo>
                  <a:pt x="212905" y="119530"/>
                  <a:pt x="213769" y="118985"/>
                  <a:pt x="214815" y="118985"/>
                </a:cubicBezTo>
                <a:cubicBezTo>
                  <a:pt x="217460" y="118985"/>
                  <a:pt x="220495" y="126099"/>
                  <a:pt x="220460" y="132193"/>
                </a:cubicBezTo>
                <a:cubicBezTo>
                  <a:pt x="220425" y="136377"/>
                  <a:pt x="221480" y="139653"/>
                  <a:pt x="222854" y="139653"/>
                </a:cubicBezTo>
                <a:cubicBezTo>
                  <a:pt x="223070" y="139653"/>
                  <a:pt x="223243" y="135582"/>
                  <a:pt x="223243" y="130594"/>
                </a:cubicBezTo>
                <a:close/>
                <a:moveTo>
                  <a:pt x="256618" y="134942"/>
                </a:moveTo>
                <a:cubicBezTo>
                  <a:pt x="257146" y="132159"/>
                  <a:pt x="256809" y="131571"/>
                  <a:pt x="253783" y="129937"/>
                </a:cubicBezTo>
                <a:cubicBezTo>
                  <a:pt x="249418" y="127586"/>
                  <a:pt x="247404" y="128036"/>
                  <a:pt x="244966" y="131900"/>
                </a:cubicBezTo>
                <a:lnTo>
                  <a:pt x="243012" y="135003"/>
                </a:lnTo>
                <a:lnTo>
                  <a:pt x="246634" y="135271"/>
                </a:lnTo>
                <a:cubicBezTo>
                  <a:pt x="248631" y="135409"/>
                  <a:pt x="251510" y="136187"/>
                  <a:pt x="253031" y="136982"/>
                </a:cubicBezTo>
                <a:cubicBezTo>
                  <a:pt x="254552" y="137786"/>
                  <a:pt x="255849" y="138365"/>
                  <a:pt x="255910" y="138270"/>
                </a:cubicBezTo>
                <a:cubicBezTo>
                  <a:pt x="255970" y="138184"/>
                  <a:pt x="256290" y="136680"/>
                  <a:pt x="256618" y="134942"/>
                </a:cubicBezTo>
                <a:close/>
                <a:moveTo>
                  <a:pt x="205220" y="136005"/>
                </a:moveTo>
                <a:cubicBezTo>
                  <a:pt x="204114" y="135167"/>
                  <a:pt x="202748" y="134484"/>
                  <a:pt x="202178" y="134484"/>
                </a:cubicBezTo>
                <a:cubicBezTo>
                  <a:pt x="201607" y="134484"/>
                  <a:pt x="202048" y="135167"/>
                  <a:pt x="203154" y="136005"/>
                </a:cubicBezTo>
                <a:cubicBezTo>
                  <a:pt x="204252" y="136835"/>
                  <a:pt x="205618" y="137518"/>
                  <a:pt x="206188" y="137518"/>
                </a:cubicBezTo>
                <a:cubicBezTo>
                  <a:pt x="206759" y="137518"/>
                  <a:pt x="206318" y="136835"/>
                  <a:pt x="205220" y="136005"/>
                </a:cubicBezTo>
                <a:close/>
                <a:moveTo>
                  <a:pt x="197994" y="131882"/>
                </a:moveTo>
                <a:cubicBezTo>
                  <a:pt x="196905" y="131052"/>
                  <a:pt x="195755" y="130629"/>
                  <a:pt x="195444" y="130940"/>
                </a:cubicBezTo>
                <a:cubicBezTo>
                  <a:pt x="194796" y="131588"/>
                  <a:pt x="197423" y="133430"/>
                  <a:pt x="198953" y="133404"/>
                </a:cubicBezTo>
                <a:cubicBezTo>
                  <a:pt x="199524" y="133395"/>
                  <a:pt x="199092" y="132712"/>
                  <a:pt x="197994" y="131882"/>
                </a:cubicBezTo>
                <a:close/>
                <a:moveTo>
                  <a:pt x="273440" y="131269"/>
                </a:moveTo>
                <a:cubicBezTo>
                  <a:pt x="273881" y="130560"/>
                  <a:pt x="276249" y="130292"/>
                  <a:pt x="279603" y="130568"/>
                </a:cubicBezTo>
                <a:cubicBezTo>
                  <a:pt x="283830" y="130923"/>
                  <a:pt x="284937" y="130715"/>
                  <a:pt x="284530" y="129652"/>
                </a:cubicBezTo>
                <a:cubicBezTo>
                  <a:pt x="284236" y="128900"/>
                  <a:pt x="283104" y="128286"/>
                  <a:pt x="282006" y="128286"/>
                </a:cubicBezTo>
                <a:cubicBezTo>
                  <a:pt x="280908" y="128286"/>
                  <a:pt x="278272" y="127405"/>
                  <a:pt x="276145" y="126315"/>
                </a:cubicBezTo>
                <a:cubicBezTo>
                  <a:pt x="273578" y="125010"/>
                  <a:pt x="271262" y="124561"/>
                  <a:pt x="269213" y="124993"/>
                </a:cubicBezTo>
                <a:lnTo>
                  <a:pt x="266136" y="125633"/>
                </a:lnTo>
                <a:lnTo>
                  <a:pt x="269757" y="126186"/>
                </a:lnTo>
                <a:cubicBezTo>
                  <a:pt x="274054" y="126843"/>
                  <a:pt x="274546" y="129177"/>
                  <a:pt x="270786" y="131087"/>
                </a:cubicBezTo>
                <a:cubicBezTo>
                  <a:pt x="268314" y="132332"/>
                  <a:pt x="268305" y="132392"/>
                  <a:pt x="270466" y="132410"/>
                </a:cubicBezTo>
                <a:cubicBezTo>
                  <a:pt x="271711" y="132410"/>
                  <a:pt x="273051" y="131900"/>
                  <a:pt x="273440" y="131269"/>
                </a:cubicBezTo>
                <a:close/>
                <a:moveTo>
                  <a:pt x="263179" y="127776"/>
                </a:moveTo>
                <a:lnTo>
                  <a:pt x="266136" y="126229"/>
                </a:lnTo>
                <a:lnTo>
                  <a:pt x="263378" y="126229"/>
                </a:lnTo>
                <a:cubicBezTo>
                  <a:pt x="259246" y="126220"/>
                  <a:pt x="256826" y="127318"/>
                  <a:pt x="258555" y="128416"/>
                </a:cubicBezTo>
                <a:cubicBezTo>
                  <a:pt x="260275" y="129505"/>
                  <a:pt x="259722" y="129574"/>
                  <a:pt x="263179" y="127776"/>
                </a:cubicBezTo>
                <a:close/>
                <a:moveTo>
                  <a:pt x="181224" y="125659"/>
                </a:moveTo>
                <a:cubicBezTo>
                  <a:pt x="180887" y="124777"/>
                  <a:pt x="180394" y="124284"/>
                  <a:pt x="180118" y="124552"/>
                </a:cubicBezTo>
                <a:cubicBezTo>
                  <a:pt x="179850" y="124829"/>
                  <a:pt x="179936" y="125546"/>
                  <a:pt x="180308" y="126151"/>
                </a:cubicBezTo>
                <a:cubicBezTo>
                  <a:pt x="181328" y="127802"/>
                  <a:pt x="181924" y="127482"/>
                  <a:pt x="181224" y="125659"/>
                </a:cubicBezTo>
                <a:close/>
                <a:moveTo>
                  <a:pt x="120179" y="121553"/>
                </a:moveTo>
                <a:cubicBezTo>
                  <a:pt x="117258" y="119504"/>
                  <a:pt x="114085" y="111975"/>
                  <a:pt x="115529" y="110531"/>
                </a:cubicBezTo>
                <a:cubicBezTo>
                  <a:pt x="116376" y="109684"/>
                  <a:pt x="117379" y="109831"/>
                  <a:pt x="119324" y="111102"/>
                </a:cubicBezTo>
                <a:cubicBezTo>
                  <a:pt x="121614" y="112606"/>
                  <a:pt x="121960" y="112623"/>
                  <a:pt x="121960" y="111258"/>
                </a:cubicBezTo>
                <a:cubicBezTo>
                  <a:pt x="121960" y="110393"/>
                  <a:pt x="121312" y="109684"/>
                  <a:pt x="120516" y="109684"/>
                </a:cubicBezTo>
                <a:cubicBezTo>
                  <a:pt x="118848" y="109684"/>
                  <a:pt x="115754" y="102579"/>
                  <a:pt x="115754" y="98732"/>
                </a:cubicBezTo>
                <a:cubicBezTo>
                  <a:pt x="115754" y="96545"/>
                  <a:pt x="115520" y="96329"/>
                  <a:pt x="114388" y="97470"/>
                </a:cubicBezTo>
                <a:cubicBezTo>
                  <a:pt x="113489" y="98361"/>
                  <a:pt x="113057" y="101317"/>
                  <a:pt x="113126" y="106071"/>
                </a:cubicBezTo>
                <a:cubicBezTo>
                  <a:pt x="113212" y="112044"/>
                  <a:pt x="113757" y="114197"/>
                  <a:pt x="116220" y="118467"/>
                </a:cubicBezTo>
                <a:cubicBezTo>
                  <a:pt x="120655" y="126125"/>
                  <a:pt x="121364" y="126929"/>
                  <a:pt x="121796" y="124734"/>
                </a:cubicBezTo>
                <a:cubicBezTo>
                  <a:pt x="121986" y="123740"/>
                  <a:pt x="121260" y="122305"/>
                  <a:pt x="120179" y="121553"/>
                </a:cubicBezTo>
                <a:close/>
                <a:moveTo>
                  <a:pt x="192998" y="122408"/>
                </a:moveTo>
                <a:cubicBezTo>
                  <a:pt x="192038" y="121440"/>
                  <a:pt x="190966" y="120948"/>
                  <a:pt x="190612" y="121302"/>
                </a:cubicBezTo>
                <a:cubicBezTo>
                  <a:pt x="189592" y="122322"/>
                  <a:pt x="191156" y="124154"/>
                  <a:pt x="193041" y="124154"/>
                </a:cubicBezTo>
                <a:cubicBezTo>
                  <a:pt x="194614" y="124154"/>
                  <a:pt x="194614" y="124016"/>
                  <a:pt x="192998" y="122408"/>
                </a:cubicBezTo>
                <a:close/>
                <a:moveTo>
                  <a:pt x="259990" y="121656"/>
                </a:moveTo>
                <a:cubicBezTo>
                  <a:pt x="261926" y="120239"/>
                  <a:pt x="261909" y="120126"/>
                  <a:pt x="259151" y="117965"/>
                </a:cubicBezTo>
                <a:cubicBezTo>
                  <a:pt x="257595" y="116738"/>
                  <a:pt x="256281" y="114957"/>
                  <a:pt x="256247" y="113998"/>
                </a:cubicBezTo>
                <a:cubicBezTo>
                  <a:pt x="256203" y="113047"/>
                  <a:pt x="255512" y="114076"/>
                  <a:pt x="254699" y="116288"/>
                </a:cubicBezTo>
                <a:cubicBezTo>
                  <a:pt x="253887" y="118510"/>
                  <a:pt x="252694" y="120948"/>
                  <a:pt x="252063" y="121717"/>
                </a:cubicBezTo>
                <a:cubicBezTo>
                  <a:pt x="251121" y="122849"/>
                  <a:pt x="251579" y="123117"/>
                  <a:pt x="254440" y="123117"/>
                </a:cubicBezTo>
                <a:cubicBezTo>
                  <a:pt x="256394" y="123117"/>
                  <a:pt x="258892" y="122460"/>
                  <a:pt x="259990" y="121656"/>
                </a:cubicBezTo>
                <a:close/>
                <a:moveTo>
                  <a:pt x="184457" y="116574"/>
                </a:moveTo>
                <a:cubicBezTo>
                  <a:pt x="183999" y="113246"/>
                  <a:pt x="184258" y="111768"/>
                  <a:pt x="185443" y="110782"/>
                </a:cubicBezTo>
                <a:cubicBezTo>
                  <a:pt x="186791" y="109658"/>
                  <a:pt x="187318" y="109944"/>
                  <a:pt x="188866" y="112667"/>
                </a:cubicBezTo>
                <a:cubicBezTo>
                  <a:pt x="189868" y="114430"/>
                  <a:pt x="191468" y="115873"/>
                  <a:pt x="192410" y="115873"/>
                </a:cubicBezTo>
                <a:cubicBezTo>
                  <a:pt x="193361" y="115882"/>
                  <a:pt x="194891" y="116176"/>
                  <a:pt x="195824" y="116530"/>
                </a:cubicBezTo>
                <a:cubicBezTo>
                  <a:pt x="197242" y="117075"/>
                  <a:pt x="197155" y="116461"/>
                  <a:pt x="195280" y="112606"/>
                </a:cubicBezTo>
                <a:cubicBezTo>
                  <a:pt x="193170" y="108258"/>
                  <a:pt x="192634" y="107886"/>
                  <a:pt x="184336" y="105068"/>
                </a:cubicBezTo>
                <a:cubicBezTo>
                  <a:pt x="175969" y="102233"/>
                  <a:pt x="175528" y="102181"/>
                  <a:pt x="173842" y="103953"/>
                </a:cubicBezTo>
                <a:cubicBezTo>
                  <a:pt x="172546" y="105310"/>
                  <a:pt x="172425" y="105924"/>
                  <a:pt x="173375" y="106279"/>
                </a:cubicBezTo>
                <a:cubicBezTo>
                  <a:pt x="174084" y="106538"/>
                  <a:pt x="174681" y="108457"/>
                  <a:pt x="174698" y="110540"/>
                </a:cubicBezTo>
                <a:cubicBezTo>
                  <a:pt x="174750" y="115873"/>
                  <a:pt x="178631" y="120092"/>
                  <a:pt x="184258" y="120930"/>
                </a:cubicBezTo>
                <a:cubicBezTo>
                  <a:pt x="184699" y="120999"/>
                  <a:pt x="184786" y="119037"/>
                  <a:pt x="184457" y="116574"/>
                </a:cubicBezTo>
                <a:close/>
                <a:moveTo>
                  <a:pt x="289648" y="119331"/>
                </a:moveTo>
                <a:cubicBezTo>
                  <a:pt x="288939" y="119046"/>
                  <a:pt x="287772" y="119046"/>
                  <a:pt x="287063" y="119331"/>
                </a:cubicBezTo>
                <a:cubicBezTo>
                  <a:pt x="286354" y="119616"/>
                  <a:pt x="286933" y="119858"/>
                  <a:pt x="288360" y="119858"/>
                </a:cubicBezTo>
                <a:cubicBezTo>
                  <a:pt x="289777" y="119858"/>
                  <a:pt x="290356" y="119616"/>
                  <a:pt x="289648" y="119331"/>
                </a:cubicBezTo>
                <a:close/>
                <a:moveTo>
                  <a:pt x="131659" y="113367"/>
                </a:moveTo>
                <a:cubicBezTo>
                  <a:pt x="131365" y="112597"/>
                  <a:pt x="130034" y="111759"/>
                  <a:pt x="128702" y="111500"/>
                </a:cubicBezTo>
                <a:cubicBezTo>
                  <a:pt x="126706" y="111119"/>
                  <a:pt x="126178" y="111569"/>
                  <a:pt x="125677" y="114084"/>
                </a:cubicBezTo>
                <a:cubicBezTo>
                  <a:pt x="125340" y="115761"/>
                  <a:pt x="125331" y="117559"/>
                  <a:pt x="125651" y="118078"/>
                </a:cubicBezTo>
                <a:cubicBezTo>
                  <a:pt x="126533" y="119504"/>
                  <a:pt x="132290" y="115000"/>
                  <a:pt x="131659" y="113367"/>
                </a:cubicBezTo>
                <a:close/>
                <a:moveTo>
                  <a:pt x="241517" y="111880"/>
                </a:moveTo>
                <a:cubicBezTo>
                  <a:pt x="244465" y="110359"/>
                  <a:pt x="247767" y="110393"/>
                  <a:pt x="248285" y="111949"/>
                </a:cubicBezTo>
                <a:cubicBezTo>
                  <a:pt x="249081" y="114335"/>
                  <a:pt x="252435" y="103901"/>
                  <a:pt x="253308" y="96321"/>
                </a:cubicBezTo>
                <a:cubicBezTo>
                  <a:pt x="254388" y="86968"/>
                  <a:pt x="253368" y="84833"/>
                  <a:pt x="249349" y="87996"/>
                </a:cubicBezTo>
                <a:cubicBezTo>
                  <a:pt x="246202" y="90460"/>
                  <a:pt x="236599" y="90884"/>
                  <a:pt x="234723" y="88636"/>
                </a:cubicBezTo>
                <a:cubicBezTo>
                  <a:pt x="233201" y="86795"/>
                  <a:pt x="234731" y="85516"/>
                  <a:pt x="240523" y="83795"/>
                </a:cubicBezTo>
                <a:cubicBezTo>
                  <a:pt x="246012" y="82170"/>
                  <a:pt x="245329" y="80865"/>
                  <a:pt x="238984" y="80856"/>
                </a:cubicBezTo>
                <a:cubicBezTo>
                  <a:pt x="236296" y="80848"/>
                  <a:pt x="233167" y="80709"/>
                  <a:pt x="232026" y="80537"/>
                </a:cubicBezTo>
                <a:cubicBezTo>
                  <a:pt x="230600" y="80320"/>
                  <a:pt x="230046" y="80744"/>
                  <a:pt x="230236" y="81920"/>
                </a:cubicBezTo>
                <a:cubicBezTo>
                  <a:pt x="230392" y="82845"/>
                  <a:pt x="229718" y="83916"/>
                  <a:pt x="228750" y="84288"/>
                </a:cubicBezTo>
                <a:cubicBezTo>
                  <a:pt x="227297" y="84841"/>
                  <a:pt x="227617" y="85351"/>
                  <a:pt x="230539" y="87097"/>
                </a:cubicBezTo>
                <a:cubicBezTo>
                  <a:pt x="232493" y="88264"/>
                  <a:pt x="235388" y="90443"/>
                  <a:pt x="236970" y="91929"/>
                </a:cubicBezTo>
                <a:cubicBezTo>
                  <a:pt x="240281" y="95041"/>
                  <a:pt x="240108" y="98300"/>
                  <a:pt x="236313" y="104515"/>
                </a:cubicBezTo>
                <a:cubicBezTo>
                  <a:pt x="235103" y="106503"/>
                  <a:pt x="234265" y="108595"/>
                  <a:pt x="234455" y="109166"/>
                </a:cubicBezTo>
                <a:cubicBezTo>
                  <a:pt x="234645" y="109736"/>
                  <a:pt x="234809" y="111750"/>
                  <a:pt x="234809" y="113643"/>
                </a:cubicBezTo>
                <a:lnTo>
                  <a:pt x="234818" y="117084"/>
                </a:lnTo>
                <a:lnTo>
                  <a:pt x="237039" y="115061"/>
                </a:lnTo>
                <a:cubicBezTo>
                  <a:pt x="238267" y="113954"/>
                  <a:pt x="240281" y="112520"/>
                  <a:pt x="241526" y="111880"/>
                </a:cubicBezTo>
                <a:close/>
                <a:moveTo>
                  <a:pt x="229433" y="111491"/>
                </a:moveTo>
                <a:cubicBezTo>
                  <a:pt x="229441" y="111067"/>
                  <a:pt x="228983" y="110713"/>
                  <a:pt x="228413" y="110713"/>
                </a:cubicBezTo>
                <a:cubicBezTo>
                  <a:pt x="227842" y="110713"/>
                  <a:pt x="227384" y="111759"/>
                  <a:pt x="227393" y="113038"/>
                </a:cubicBezTo>
                <a:cubicBezTo>
                  <a:pt x="227410" y="114923"/>
                  <a:pt x="227600" y="115070"/>
                  <a:pt x="228413" y="113816"/>
                </a:cubicBezTo>
                <a:cubicBezTo>
                  <a:pt x="228966" y="112960"/>
                  <a:pt x="229424" y="111914"/>
                  <a:pt x="229433" y="111491"/>
                </a:cubicBezTo>
                <a:close/>
                <a:moveTo>
                  <a:pt x="223070" y="104818"/>
                </a:moveTo>
                <a:cubicBezTo>
                  <a:pt x="222327" y="103927"/>
                  <a:pt x="219656" y="102311"/>
                  <a:pt x="217123" y="101230"/>
                </a:cubicBezTo>
                <a:cubicBezTo>
                  <a:pt x="214591" y="100141"/>
                  <a:pt x="211911" y="98387"/>
                  <a:pt x="211168" y="97315"/>
                </a:cubicBezTo>
                <a:cubicBezTo>
                  <a:pt x="209888" y="95499"/>
                  <a:pt x="209560" y="95482"/>
                  <a:pt x="205730" y="96978"/>
                </a:cubicBezTo>
                <a:cubicBezTo>
                  <a:pt x="200639" y="98983"/>
                  <a:pt x="199904" y="100798"/>
                  <a:pt x="202541" y="104904"/>
                </a:cubicBezTo>
                <a:cubicBezTo>
                  <a:pt x="203673" y="106676"/>
                  <a:pt x="204615" y="107549"/>
                  <a:pt x="204624" y="106840"/>
                </a:cubicBezTo>
                <a:cubicBezTo>
                  <a:pt x="204658" y="104429"/>
                  <a:pt x="207831" y="105535"/>
                  <a:pt x="209084" y="108388"/>
                </a:cubicBezTo>
                <a:cubicBezTo>
                  <a:pt x="210934" y="112623"/>
                  <a:pt x="213597" y="112347"/>
                  <a:pt x="213087" y="107981"/>
                </a:cubicBezTo>
                <a:cubicBezTo>
                  <a:pt x="212767" y="105224"/>
                  <a:pt x="213052" y="104515"/>
                  <a:pt x="214478" y="104515"/>
                </a:cubicBezTo>
                <a:cubicBezTo>
                  <a:pt x="216371" y="104515"/>
                  <a:pt x="223114" y="111016"/>
                  <a:pt x="223416" y="113116"/>
                </a:cubicBezTo>
                <a:cubicBezTo>
                  <a:pt x="223511" y="113782"/>
                  <a:pt x="223779" y="112554"/>
                  <a:pt x="224004" y="110384"/>
                </a:cubicBezTo>
                <a:cubicBezTo>
                  <a:pt x="224237" y="108085"/>
                  <a:pt x="223848" y="105760"/>
                  <a:pt x="223070" y="104818"/>
                </a:cubicBezTo>
                <a:close/>
                <a:moveTo>
                  <a:pt x="159657" y="110808"/>
                </a:moveTo>
                <a:cubicBezTo>
                  <a:pt x="161178" y="110212"/>
                  <a:pt x="160279" y="109823"/>
                  <a:pt x="156113" y="109269"/>
                </a:cubicBezTo>
                <a:cubicBezTo>
                  <a:pt x="150079" y="108466"/>
                  <a:pt x="146760" y="107117"/>
                  <a:pt x="146760" y="105457"/>
                </a:cubicBezTo>
                <a:cubicBezTo>
                  <a:pt x="146760" y="102311"/>
                  <a:pt x="163400" y="99865"/>
                  <a:pt x="166149" y="102613"/>
                </a:cubicBezTo>
                <a:cubicBezTo>
                  <a:pt x="167056" y="103521"/>
                  <a:pt x="167731" y="103487"/>
                  <a:pt x="168941" y="102484"/>
                </a:cubicBezTo>
                <a:cubicBezTo>
                  <a:pt x="169814" y="101758"/>
                  <a:pt x="170531" y="100807"/>
                  <a:pt x="170531" y="100375"/>
                </a:cubicBezTo>
                <a:cubicBezTo>
                  <a:pt x="170531" y="99147"/>
                  <a:pt x="161879" y="97280"/>
                  <a:pt x="156156" y="97280"/>
                </a:cubicBezTo>
                <a:cubicBezTo>
                  <a:pt x="152033" y="97280"/>
                  <a:pt x="150745" y="97704"/>
                  <a:pt x="149872" y="99337"/>
                </a:cubicBezTo>
                <a:cubicBezTo>
                  <a:pt x="149267" y="100470"/>
                  <a:pt x="147503" y="102086"/>
                  <a:pt x="145956" y="102933"/>
                </a:cubicBezTo>
                <a:cubicBezTo>
                  <a:pt x="144409" y="103789"/>
                  <a:pt x="141885" y="105535"/>
                  <a:pt x="140355" y="106823"/>
                </a:cubicBezTo>
                <a:lnTo>
                  <a:pt x="137563" y="109166"/>
                </a:lnTo>
                <a:lnTo>
                  <a:pt x="143199" y="109218"/>
                </a:lnTo>
                <a:cubicBezTo>
                  <a:pt x="146302" y="109252"/>
                  <a:pt x="149388" y="109831"/>
                  <a:pt x="150071" y="110514"/>
                </a:cubicBezTo>
                <a:cubicBezTo>
                  <a:pt x="151445" y="111889"/>
                  <a:pt x="156502" y="112044"/>
                  <a:pt x="159657" y="110808"/>
                </a:cubicBezTo>
                <a:close/>
                <a:moveTo>
                  <a:pt x="263793" y="106417"/>
                </a:moveTo>
                <a:cubicBezTo>
                  <a:pt x="263266" y="104411"/>
                  <a:pt x="263292" y="101092"/>
                  <a:pt x="263845" y="98473"/>
                </a:cubicBezTo>
                <a:cubicBezTo>
                  <a:pt x="265081" y="92621"/>
                  <a:pt x="263551" y="90849"/>
                  <a:pt x="260724" y="94877"/>
                </a:cubicBezTo>
                <a:cubicBezTo>
                  <a:pt x="257975" y="98801"/>
                  <a:pt x="257258" y="103149"/>
                  <a:pt x="259117" y="104688"/>
                </a:cubicBezTo>
                <a:cubicBezTo>
                  <a:pt x="259920" y="105362"/>
                  <a:pt x="261329" y="107342"/>
                  <a:pt x="262237" y="109088"/>
                </a:cubicBezTo>
                <a:cubicBezTo>
                  <a:pt x="264182" y="112839"/>
                  <a:pt x="265072" y="111318"/>
                  <a:pt x="263793" y="106417"/>
                </a:cubicBezTo>
                <a:close/>
                <a:moveTo>
                  <a:pt x="133362" y="100686"/>
                </a:moveTo>
                <a:cubicBezTo>
                  <a:pt x="134805" y="99398"/>
                  <a:pt x="137831" y="97453"/>
                  <a:pt x="140078" y="96355"/>
                </a:cubicBezTo>
                <a:lnTo>
                  <a:pt x="144167" y="94367"/>
                </a:lnTo>
                <a:lnTo>
                  <a:pt x="140294" y="93641"/>
                </a:lnTo>
                <a:cubicBezTo>
                  <a:pt x="137597" y="93140"/>
                  <a:pt x="135350" y="93416"/>
                  <a:pt x="132904" y="94583"/>
                </a:cubicBezTo>
                <a:cubicBezTo>
                  <a:pt x="130976" y="95499"/>
                  <a:pt x="127726" y="96243"/>
                  <a:pt x="125677" y="96243"/>
                </a:cubicBezTo>
                <a:cubicBezTo>
                  <a:pt x="121467" y="96243"/>
                  <a:pt x="121018" y="97375"/>
                  <a:pt x="124026" y="100383"/>
                </a:cubicBezTo>
                <a:cubicBezTo>
                  <a:pt x="125158" y="101516"/>
                  <a:pt x="126092" y="103452"/>
                  <a:pt x="126092" y="104679"/>
                </a:cubicBezTo>
                <a:cubicBezTo>
                  <a:pt x="126092" y="107134"/>
                  <a:pt x="126187" y="107082"/>
                  <a:pt x="133362" y="100686"/>
                </a:cubicBezTo>
                <a:close/>
                <a:moveTo>
                  <a:pt x="230695" y="96390"/>
                </a:moveTo>
                <a:cubicBezTo>
                  <a:pt x="226883" y="94445"/>
                  <a:pt x="223243" y="91013"/>
                  <a:pt x="223243" y="89345"/>
                </a:cubicBezTo>
                <a:cubicBezTo>
                  <a:pt x="223243" y="87417"/>
                  <a:pt x="221100" y="87685"/>
                  <a:pt x="218083" y="90002"/>
                </a:cubicBezTo>
                <a:cubicBezTo>
                  <a:pt x="215783" y="91774"/>
                  <a:pt x="215697" y="92059"/>
                  <a:pt x="217322" y="92681"/>
                </a:cubicBezTo>
                <a:cubicBezTo>
                  <a:pt x="218316" y="93062"/>
                  <a:pt x="219777" y="92846"/>
                  <a:pt x="220564" y="92197"/>
                </a:cubicBezTo>
                <a:cubicBezTo>
                  <a:pt x="221687" y="91255"/>
                  <a:pt x="222647" y="91852"/>
                  <a:pt x="225197" y="95067"/>
                </a:cubicBezTo>
                <a:cubicBezTo>
                  <a:pt x="228698" y="99493"/>
                  <a:pt x="229095" y="101256"/>
                  <a:pt x="227116" y="103504"/>
                </a:cubicBezTo>
                <a:cubicBezTo>
                  <a:pt x="226407" y="104308"/>
                  <a:pt x="227557" y="103357"/>
                  <a:pt x="229666" y="101386"/>
                </a:cubicBezTo>
                <a:lnTo>
                  <a:pt x="233495" y="97816"/>
                </a:lnTo>
                <a:lnTo>
                  <a:pt x="230695" y="96390"/>
                </a:lnTo>
                <a:close/>
                <a:moveTo>
                  <a:pt x="186981" y="96087"/>
                </a:moveTo>
                <a:cubicBezTo>
                  <a:pt x="185711" y="93615"/>
                  <a:pt x="184492" y="92146"/>
                  <a:pt x="184267" y="92811"/>
                </a:cubicBezTo>
                <a:cubicBezTo>
                  <a:pt x="183861" y="93987"/>
                  <a:pt x="188252" y="101611"/>
                  <a:pt x="188935" y="100928"/>
                </a:cubicBezTo>
                <a:cubicBezTo>
                  <a:pt x="189125" y="100738"/>
                  <a:pt x="188243" y="98559"/>
                  <a:pt x="186981" y="96087"/>
                </a:cubicBezTo>
                <a:close/>
                <a:moveTo>
                  <a:pt x="102321" y="96554"/>
                </a:moveTo>
                <a:cubicBezTo>
                  <a:pt x="102321" y="94479"/>
                  <a:pt x="102018" y="94065"/>
                  <a:pt x="101154" y="94938"/>
                </a:cubicBezTo>
                <a:cubicBezTo>
                  <a:pt x="100505" y="95577"/>
                  <a:pt x="100255" y="96839"/>
                  <a:pt x="100600" y="97730"/>
                </a:cubicBezTo>
                <a:cubicBezTo>
                  <a:pt x="101543" y="100193"/>
                  <a:pt x="102321" y="99666"/>
                  <a:pt x="102321" y="96554"/>
                </a:cubicBezTo>
                <a:close/>
                <a:moveTo>
                  <a:pt x="180896" y="96563"/>
                </a:moveTo>
                <a:cubicBezTo>
                  <a:pt x="179055" y="94220"/>
                  <a:pt x="177991" y="93805"/>
                  <a:pt x="174361" y="94004"/>
                </a:cubicBezTo>
                <a:cubicBezTo>
                  <a:pt x="168759" y="94315"/>
                  <a:pt x="162423" y="90797"/>
                  <a:pt x="164368" y="88455"/>
                </a:cubicBezTo>
                <a:cubicBezTo>
                  <a:pt x="165051" y="87625"/>
                  <a:pt x="167048" y="86942"/>
                  <a:pt x="168803" y="86942"/>
                </a:cubicBezTo>
                <a:cubicBezTo>
                  <a:pt x="171309" y="86942"/>
                  <a:pt x="171716" y="86674"/>
                  <a:pt x="170713" y="85680"/>
                </a:cubicBezTo>
                <a:cubicBezTo>
                  <a:pt x="170021" y="84988"/>
                  <a:pt x="167955" y="84539"/>
                  <a:pt x="166114" y="84694"/>
                </a:cubicBezTo>
                <a:cubicBezTo>
                  <a:pt x="163832" y="84885"/>
                  <a:pt x="161239" y="83994"/>
                  <a:pt x="157876" y="81850"/>
                </a:cubicBezTo>
                <a:cubicBezTo>
                  <a:pt x="153520" y="79076"/>
                  <a:pt x="152967" y="78937"/>
                  <a:pt x="152967" y="80640"/>
                </a:cubicBezTo>
                <a:cubicBezTo>
                  <a:pt x="152967" y="81704"/>
                  <a:pt x="154592" y="83804"/>
                  <a:pt x="156580" y="85325"/>
                </a:cubicBezTo>
                <a:cubicBezTo>
                  <a:pt x="158568" y="86847"/>
                  <a:pt x="160911" y="89457"/>
                  <a:pt x="161775" y="91134"/>
                </a:cubicBezTo>
                <a:cubicBezTo>
                  <a:pt x="162795" y="93096"/>
                  <a:pt x="164169" y="94186"/>
                  <a:pt x="165648" y="94203"/>
                </a:cubicBezTo>
                <a:cubicBezTo>
                  <a:pt x="166918" y="94220"/>
                  <a:pt x="170972" y="95344"/>
                  <a:pt x="174672" y="96692"/>
                </a:cubicBezTo>
                <a:cubicBezTo>
                  <a:pt x="183342" y="99865"/>
                  <a:pt x="183489" y="99856"/>
                  <a:pt x="180896" y="96563"/>
                </a:cubicBezTo>
                <a:close/>
                <a:moveTo>
                  <a:pt x="200855" y="91601"/>
                </a:moveTo>
                <a:cubicBezTo>
                  <a:pt x="202463" y="89051"/>
                  <a:pt x="203587" y="86380"/>
                  <a:pt x="203353" y="85663"/>
                </a:cubicBezTo>
                <a:cubicBezTo>
                  <a:pt x="203094" y="84885"/>
                  <a:pt x="201063" y="84340"/>
                  <a:pt x="198348" y="84314"/>
                </a:cubicBezTo>
                <a:cubicBezTo>
                  <a:pt x="195841" y="84288"/>
                  <a:pt x="192462" y="83882"/>
                  <a:pt x="190845" y="83406"/>
                </a:cubicBezTo>
                <a:lnTo>
                  <a:pt x="187906" y="82542"/>
                </a:lnTo>
                <a:lnTo>
                  <a:pt x="192401" y="89371"/>
                </a:lnTo>
                <a:cubicBezTo>
                  <a:pt x="194865" y="93131"/>
                  <a:pt x="197121" y="96217"/>
                  <a:pt x="197406" y="96226"/>
                </a:cubicBezTo>
                <a:cubicBezTo>
                  <a:pt x="197691" y="96234"/>
                  <a:pt x="199239" y="94151"/>
                  <a:pt x="200855" y="91601"/>
                </a:cubicBezTo>
                <a:close/>
                <a:moveTo>
                  <a:pt x="208816" y="91826"/>
                </a:moveTo>
                <a:cubicBezTo>
                  <a:pt x="209689" y="91126"/>
                  <a:pt x="210476" y="89500"/>
                  <a:pt x="210562" y="88204"/>
                </a:cubicBezTo>
                <a:cubicBezTo>
                  <a:pt x="210753" y="85291"/>
                  <a:pt x="214487" y="79084"/>
                  <a:pt x="216510" y="78306"/>
                </a:cubicBezTo>
                <a:cubicBezTo>
                  <a:pt x="218645" y="77494"/>
                  <a:pt x="219379" y="79231"/>
                  <a:pt x="218532" y="83078"/>
                </a:cubicBezTo>
                <a:cubicBezTo>
                  <a:pt x="217884" y="86043"/>
                  <a:pt x="217979" y="86242"/>
                  <a:pt x="219483" y="84997"/>
                </a:cubicBezTo>
                <a:cubicBezTo>
                  <a:pt x="220399" y="84236"/>
                  <a:pt x="220909" y="83208"/>
                  <a:pt x="220598" y="82715"/>
                </a:cubicBezTo>
                <a:cubicBezTo>
                  <a:pt x="219829" y="81462"/>
                  <a:pt x="221921" y="77701"/>
                  <a:pt x="225508" y="73907"/>
                </a:cubicBezTo>
                <a:cubicBezTo>
                  <a:pt x="227894" y="71383"/>
                  <a:pt x="228222" y="70561"/>
                  <a:pt x="227029" y="70095"/>
                </a:cubicBezTo>
                <a:cubicBezTo>
                  <a:pt x="226191" y="69775"/>
                  <a:pt x="224644" y="70484"/>
                  <a:pt x="223598" y="71659"/>
                </a:cubicBezTo>
                <a:cubicBezTo>
                  <a:pt x="222552" y="72843"/>
                  <a:pt x="219717" y="74693"/>
                  <a:pt x="217305" y="75774"/>
                </a:cubicBezTo>
                <a:cubicBezTo>
                  <a:pt x="214884" y="76854"/>
                  <a:pt x="212905" y="78298"/>
                  <a:pt x="212905" y="78981"/>
                </a:cubicBezTo>
                <a:cubicBezTo>
                  <a:pt x="212905" y="79664"/>
                  <a:pt x="211280" y="82922"/>
                  <a:pt x="209292" y="86224"/>
                </a:cubicBezTo>
                <a:cubicBezTo>
                  <a:pt x="207304" y="89518"/>
                  <a:pt x="205670" y="92422"/>
                  <a:pt x="205670" y="92681"/>
                </a:cubicBezTo>
                <a:cubicBezTo>
                  <a:pt x="205670" y="93520"/>
                  <a:pt x="207191" y="93105"/>
                  <a:pt x="208816" y="91817"/>
                </a:cubicBezTo>
                <a:close/>
                <a:moveTo>
                  <a:pt x="146760" y="91791"/>
                </a:moveTo>
                <a:cubicBezTo>
                  <a:pt x="146760" y="91610"/>
                  <a:pt x="145325" y="90408"/>
                  <a:pt x="143570" y="89103"/>
                </a:cubicBezTo>
                <a:cubicBezTo>
                  <a:pt x="140744" y="87020"/>
                  <a:pt x="140415" y="86959"/>
                  <a:pt x="140726" y="88610"/>
                </a:cubicBezTo>
                <a:cubicBezTo>
                  <a:pt x="140925" y="89630"/>
                  <a:pt x="142248" y="90797"/>
                  <a:pt x="143665" y="91186"/>
                </a:cubicBezTo>
                <a:cubicBezTo>
                  <a:pt x="145083" y="91584"/>
                  <a:pt x="146362" y="91955"/>
                  <a:pt x="146501" y="92007"/>
                </a:cubicBezTo>
                <a:cubicBezTo>
                  <a:pt x="146648" y="92068"/>
                  <a:pt x="146760" y="91964"/>
                  <a:pt x="146760" y="91791"/>
                </a:cubicBezTo>
                <a:close/>
                <a:moveTo>
                  <a:pt x="260145" y="85948"/>
                </a:moveTo>
                <a:cubicBezTo>
                  <a:pt x="258658" y="81997"/>
                  <a:pt x="260076" y="75350"/>
                  <a:pt x="262315" y="75782"/>
                </a:cubicBezTo>
                <a:cubicBezTo>
                  <a:pt x="263283" y="75964"/>
                  <a:pt x="264217" y="77157"/>
                  <a:pt x="264398" y="78427"/>
                </a:cubicBezTo>
                <a:cubicBezTo>
                  <a:pt x="264580" y="79698"/>
                  <a:pt x="265159" y="80744"/>
                  <a:pt x="265695" y="80744"/>
                </a:cubicBezTo>
                <a:cubicBezTo>
                  <a:pt x="266905" y="80744"/>
                  <a:pt x="266922" y="79058"/>
                  <a:pt x="265747" y="76802"/>
                </a:cubicBezTo>
                <a:cubicBezTo>
                  <a:pt x="265193" y="75739"/>
                  <a:pt x="265332" y="73137"/>
                  <a:pt x="266101" y="70146"/>
                </a:cubicBezTo>
                <a:cubicBezTo>
                  <a:pt x="267121" y="66213"/>
                  <a:pt x="267104" y="65237"/>
                  <a:pt x="266058" y="65237"/>
                </a:cubicBezTo>
                <a:cubicBezTo>
                  <a:pt x="265332" y="65237"/>
                  <a:pt x="264225" y="66810"/>
                  <a:pt x="263594" y="68737"/>
                </a:cubicBezTo>
                <a:cubicBezTo>
                  <a:pt x="262963" y="70656"/>
                  <a:pt x="261528" y="73051"/>
                  <a:pt x="260413" y="74062"/>
                </a:cubicBezTo>
                <a:cubicBezTo>
                  <a:pt x="258719" y="75592"/>
                  <a:pt x="258382" y="77261"/>
                  <a:pt x="258382" y="84202"/>
                </a:cubicBezTo>
                <a:cubicBezTo>
                  <a:pt x="258382" y="91437"/>
                  <a:pt x="258563" y="92258"/>
                  <a:pt x="259782" y="90598"/>
                </a:cubicBezTo>
                <a:cubicBezTo>
                  <a:pt x="260811" y="89181"/>
                  <a:pt x="260914" y="87962"/>
                  <a:pt x="260145" y="85948"/>
                </a:cubicBezTo>
                <a:close/>
                <a:moveTo>
                  <a:pt x="179824" y="85135"/>
                </a:moveTo>
                <a:cubicBezTo>
                  <a:pt x="179798" y="79292"/>
                  <a:pt x="178640" y="78056"/>
                  <a:pt x="175260" y="80269"/>
                </a:cubicBezTo>
                <a:lnTo>
                  <a:pt x="172494" y="82084"/>
                </a:lnTo>
                <a:lnTo>
                  <a:pt x="175848" y="85550"/>
                </a:lnTo>
                <a:cubicBezTo>
                  <a:pt x="177697" y="87452"/>
                  <a:pt x="179348" y="89008"/>
                  <a:pt x="179521" y="89008"/>
                </a:cubicBezTo>
                <a:cubicBezTo>
                  <a:pt x="179694" y="89008"/>
                  <a:pt x="179833" y="87270"/>
                  <a:pt x="179824" y="85135"/>
                </a:cubicBezTo>
                <a:close/>
                <a:moveTo>
                  <a:pt x="237688" y="70890"/>
                </a:moveTo>
                <a:cubicBezTo>
                  <a:pt x="235898" y="68737"/>
                  <a:pt x="233582" y="69014"/>
                  <a:pt x="233582" y="71374"/>
                </a:cubicBezTo>
                <a:cubicBezTo>
                  <a:pt x="233582" y="72653"/>
                  <a:pt x="234412" y="73483"/>
                  <a:pt x="235907" y="73699"/>
                </a:cubicBezTo>
                <a:cubicBezTo>
                  <a:pt x="238690" y="74097"/>
                  <a:pt x="239408" y="72964"/>
                  <a:pt x="237688" y="70890"/>
                </a:cubicBezTo>
                <a:close/>
                <a:moveTo>
                  <a:pt x="223243" y="58347"/>
                </a:moveTo>
                <a:cubicBezTo>
                  <a:pt x="223243" y="58157"/>
                  <a:pt x="222621" y="58010"/>
                  <a:pt x="221860" y="58010"/>
                </a:cubicBezTo>
                <a:cubicBezTo>
                  <a:pt x="221100" y="58010"/>
                  <a:pt x="219898" y="59290"/>
                  <a:pt x="219181" y="60845"/>
                </a:cubicBezTo>
                <a:lnTo>
                  <a:pt x="217893" y="63689"/>
                </a:lnTo>
                <a:lnTo>
                  <a:pt x="220572" y="61183"/>
                </a:lnTo>
                <a:cubicBezTo>
                  <a:pt x="222042" y="59808"/>
                  <a:pt x="223243" y="58529"/>
                  <a:pt x="223243" y="58347"/>
                </a:cubicBezTo>
                <a:close/>
                <a:moveTo>
                  <a:pt x="257647" y="59039"/>
                </a:moveTo>
                <a:cubicBezTo>
                  <a:pt x="257950" y="57906"/>
                  <a:pt x="257768" y="56973"/>
                  <a:pt x="257258" y="56973"/>
                </a:cubicBezTo>
                <a:cubicBezTo>
                  <a:pt x="256739" y="56973"/>
                  <a:pt x="256316" y="57906"/>
                  <a:pt x="256316" y="59039"/>
                </a:cubicBezTo>
                <a:cubicBezTo>
                  <a:pt x="256316" y="60180"/>
                  <a:pt x="256497" y="61105"/>
                  <a:pt x="256713" y="61105"/>
                </a:cubicBezTo>
                <a:cubicBezTo>
                  <a:pt x="256930" y="61105"/>
                  <a:pt x="257353" y="60180"/>
                  <a:pt x="257647" y="59039"/>
                </a:cubicBezTo>
                <a:close/>
                <a:moveTo>
                  <a:pt x="170151" y="47802"/>
                </a:moveTo>
                <a:cubicBezTo>
                  <a:pt x="167541" y="45061"/>
                  <a:pt x="165362" y="40515"/>
                  <a:pt x="165362" y="37783"/>
                </a:cubicBezTo>
                <a:cubicBezTo>
                  <a:pt x="165362" y="35579"/>
                  <a:pt x="168517" y="35994"/>
                  <a:pt x="171240" y="38552"/>
                </a:cubicBezTo>
                <a:cubicBezTo>
                  <a:pt x="173211" y="40394"/>
                  <a:pt x="173635" y="40497"/>
                  <a:pt x="173635" y="39123"/>
                </a:cubicBezTo>
                <a:cubicBezTo>
                  <a:pt x="173635" y="38207"/>
                  <a:pt x="172779" y="36850"/>
                  <a:pt x="171733" y="36106"/>
                </a:cubicBezTo>
                <a:cubicBezTo>
                  <a:pt x="169183" y="34291"/>
                  <a:pt x="167817" y="31490"/>
                  <a:pt x="166953" y="26287"/>
                </a:cubicBezTo>
                <a:cubicBezTo>
                  <a:pt x="166443" y="23183"/>
                  <a:pt x="165829" y="22120"/>
                  <a:pt x="164800" y="22509"/>
                </a:cubicBezTo>
                <a:cubicBezTo>
                  <a:pt x="163772" y="22907"/>
                  <a:pt x="163365" y="24904"/>
                  <a:pt x="163400" y="29424"/>
                </a:cubicBezTo>
                <a:cubicBezTo>
                  <a:pt x="163426" y="32925"/>
                  <a:pt x="163314" y="36487"/>
                  <a:pt x="163158" y="37334"/>
                </a:cubicBezTo>
                <a:cubicBezTo>
                  <a:pt x="162994" y="38189"/>
                  <a:pt x="164939" y="43073"/>
                  <a:pt x="167471" y="48191"/>
                </a:cubicBezTo>
                <a:cubicBezTo>
                  <a:pt x="171837" y="56990"/>
                  <a:pt x="172105" y="57301"/>
                  <a:pt x="172416" y="53999"/>
                </a:cubicBezTo>
                <a:cubicBezTo>
                  <a:pt x="172658" y="51406"/>
                  <a:pt x="172079" y="49824"/>
                  <a:pt x="170151" y="47802"/>
                </a:cubicBezTo>
                <a:close/>
                <a:moveTo>
                  <a:pt x="152119" y="22267"/>
                </a:moveTo>
                <a:cubicBezTo>
                  <a:pt x="151817" y="19674"/>
                  <a:pt x="151359" y="18887"/>
                  <a:pt x="150598" y="19657"/>
                </a:cubicBezTo>
                <a:cubicBezTo>
                  <a:pt x="149829" y="20417"/>
                  <a:pt x="149863" y="21524"/>
                  <a:pt x="150693" y="23356"/>
                </a:cubicBezTo>
                <a:cubicBezTo>
                  <a:pt x="152310" y="26892"/>
                  <a:pt x="152629" y="26641"/>
                  <a:pt x="152119" y="22267"/>
                </a:cubicBezTo>
                <a:close/>
              </a:path>
            </a:pathLst>
          </a:custGeom>
          <a:solidFill>
            <a:srgbClr val="8D8D8D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17" name="PANEL_01-DEM-grounded-tree-12_233">
            <a:extLst>
              <a:ext uri="{FF2B5EF4-FFF2-40B4-BE49-F238E27FC236}">
                <a16:creationId xmlns:a16="http://schemas.microsoft.com/office/drawing/2014/main" id="{96643FBC-CF27-4395-B26E-75D1477228F7}"/>
              </a:ext>
            </a:extLst>
          </p:cNvPr>
          <p:cNvSpPr>
            <a:spLocks/>
          </p:cNvSpPr>
          <p:nvPr/>
        </p:nvSpPr>
        <p:spPr>
          <a:xfrm>
            <a:off x="3187036" y="5418305"/>
            <a:ext cx="273904" cy="390525"/>
          </a:xfrm>
          <a:custGeom>
            <a:pathLst>
              <a:path w="287563" h="410000">
                <a:moveTo>
                  <a:pt x="140859" y="371032"/>
                </a:moveTo>
                <a:lnTo>
                  <a:pt x="141140" y="332064"/>
                </a:lnTo>
                <a:lnTo>
                  <a:pt x="134742" y="329406"/>
                </a:lnTo>
                <a:cubicBezTo>
                  <a:pt x="131224" y="327940"/>
                  <a:pt x="124621" y="324771"/>
                  <a:pt x="120072" y="322360"/>
                </a:cubicBezTo>
                <a:cubicBezTo>
                  <a:pt x="113222" y="318722"/>
                  <a:pt x="111638" y="318160"/>
                  <a:pt x="110863" y="319089"/>
                </a:cubicBezTo>
                <a:cubicBezTo>
                  <a:pt x="110317" y="319753"/>
                  <a:pt x="110241" y="320409"/>
                  <a:pt x="110692" y="320682"/>
                </a:cubicBezTo>
                <a:cubicBezTo>
                  <a:pt x="112916" y="322062"/>
                  <a:pt x="111859" y="332583"/>
                  <a:pt x="109482" y="332583"/>
                </a:cubicBezTo>
                <a:cubicBezTo>
                  <a:pt x="108162" y="332583"/>
                  <a:pt x="106748" y="329346"/>
                  <a:pt x="106748" y="326322"/>
                </a:cubicBezTo>
                <a:cubicBezTo>
                  <a:pt x="106748" y="324652"/>
                  <a:pt x="106526" y="324422"/>
                  <a:pt x="105640" y="325154"/>
                </a:cubicBezTo>
                <a:cubicBezTo>
                  <a:pt x="105035" y="325657"/>
                  <a:pt x="104678" y="326901"/>
                  <a:pt x="104848" y="327906"/>
                </a:cubicBezTo>
                <a:cubicBezTo>
                  <a:pt x="105197" y="329985"/>
                  <a:pt x="102181" y="335650"/>
                  <a:pt x="100009" y="336988"/>
                </a:cubicBezTo>
                <a:cubicBezTo>
                  <a:pt x="98901" y="337661"/>
                  <a:pt x="98390" y="337610"/>
                  <a:pt x="97862" y="336758"/>
                </a:cubicBezTo>
                <a:cubicBezTo>
                  <a:pt x="97104" y="335557"/>
                  <a:pt x="98220" y="330402"/>
                  <a:pt x="99600" y="328716"/>
                </a:cubicBezTo>
                <a:cubicBezTo>
                  <a:pt x="100196" y="327974"/>
                  <a:pt x="100077" y="327693"/>
                  <a:pt x="99157" y="327693"/>
                </a:cubicBezTo>
                <a:cubicBezTo>
                  <a:pt x="98458" y="327693"/>
                  <a:pt x="97683" y="328017"/>
                  <a:pt x="97436" y="328417"/>
                </a:cubicBezTo>
                <a:cubicBezTo>
                  <a:pt x="96184" y="330454"/>
                  <a:pt x="86463" y="329994"/>
                  <a:pt x="85756" y="327864"/>
                </a:cubicBezTo>
                <a:cubicBezTo>
                  <a:pt x="85143" y="326023"/>
                  <a:pt x="91183" y="324217"/>
                  <a:pt x="96133" y="324754"/>
                </a:cubicBezTo>
                <a:cubicBezTo>
                  <a:pt x="98612" y="325027"/>
                  <a:pt x="101116" y="324942"/>
                  <a:pt x="101696" y="324567"/>
                </a:cubicBezTo>
                <a:cubicBezTo>
                  <a:pt x="102360" y="324141"/>
                  <a:pt x="101508" y="323842"/>
                  <a:pt x="99378" y="323757"/>
                </a:cubicBezTo>
                <a:cubicBezTo>
                  <a:pt x="95775" y="323612"/>
                  <a:pt x="94531" y="323152"/>
                  <a:pt x="94531" y="321960"/>
                </a:cubicBezTo>
                <a:cubicBezTo>
                  <a:pt x="94531" y="320009"/>
                  <a:pt x="104516" y="317087"/>
                  <a:pt x="105538" y="318748"/>
                </a:cubicBezTo>
                <a:cubicBezTo>
                  <a:pt x="105913" y="319353"/>
                  <a:pt x="106467" y="319302"/>
                  <a:pt x="107344" y="318577"/>
                </a:cubicBezTo>
                <a:cubicBezTo>
                  <a:pt x="108426" y="317674"/>
                  <a:pt x="108256" y="317461"/>
                  <a:pt x="106032" y="317010"/>
                </a:cubicBezTo>
                <a:cubicBezTo>
                  <a:pt x="101841" y="316149"/>
                  <a:pt x="96269" y="317095"/>
                  <a:pt x="95741" y="318756"/>
                </a:cubicBezTo>
                <a:cubicBezTo>
                  <a:pt x="95272" y="320239"/>
                  <a:pt x="91711" y="322266"/>
                  <a:pt x="87894" y="323212"/>
                </a:cubicBezTo>
                <a:cubicBezTo>
                  <a:pt x="84521" y="324055"/>
                  <a:pt x="84231" y="322198"/>
                  <a:pt x="87247" y="319080"/>
                </a:cubicBezTo>
                <a:cubicBezTo>
                  <a:pt x="90655" y="315562"/>
                  <a:pt x="89828" y="314684"/>
                  <a:pt x="85262" y="316959"/>
                </a:cubicBezTo>
                <a:cubicBezTo>
                  <a:pt x="81462" y="318859"/>
                  <a:pt x="77842" y="319259"/>
                  <a:pt x="76990" y="317879"/>
                </a:cubicBezTo>
                <a:cubicBezTo>
                  <a:pt x="76095" y="316439"/>
                  <a:pt x="78285" y="314667"/>
                  <a:pt x="81590" y="314139"/>
                </a:cubicBezTo>
                <a:lnTo>
                  <a:pt x="84734" y="313636"/>
                </a:lnTo>
                <a:lnTo>
                  <a:pt x="82297" y="310859"/>
                </a:lnTo>
                <a:cubicBezTo>
                  <a:pt x="78174" y="306156"/>
                  <a:pt x="79596" y="304180"/>
                  <a:pt x="84989" y="307110"/>
                </a:cubicBezTo>
                <a:cubicBezTo>
                  <a:pt x="86429" y="307886"/>
                  <a:pt x="88746" y="308524"/>
                  <a:pt x="90143" y="308533"/>
                </a:cubicBezTo>
                <a:lnTo>
                  <a:pt x="92682" y="308542"/>
                </a:lnTo>
                <a:lnTo>
                  <a:pt x="91157" y="305705"/>
                </a:lnTo>
                <a:cubicBezTo>
                  <a:pt x="90322" y="304145"/>
                  <a:pt x="89641" y="302220"/>
                  <a:pt x="89641" y="301428"/>
                </a:cubicBezTo>
                <a:cubicBezTo>
                  <a:pt x="89641" y="299579"/>
                  <a:pt x="91677" y="299579"/>
                  <a:pt x="93517" y="301419"/>
                </a:cubicBezTo>
                <a:cubicBezTo>
                  <a:pt x="94309" y="302212"/>
                  <a:pt x="95596" y="302731"/>
                  <a:pt x="96380" y="302586"/>
                </a:cubicBezTo>
                <a:cubicBezTo>
                  <a:pt x="97555" y="302356"/>
                  <a:pt x="97095" y="301291"/>
                  <a:pt x="93679" y="296350"/>
                </a:cubicBezTo>
                <a:cubicBezTo>
                  <a:pt x="88167" y="288376"/>
                  <a:pt x="87613" y="287967"/>
                  <a:pt x="81922" y="287635"/>
                </a:cubicBezTo>
                <a:cubicBezTo>
                  <a:pt x="77807" y="287396"/>
                  <a:pt x="77007" y="287575"/>
                  <a:pt x="76768" y="288785"/>
                </a:cubicBezTo>
                <a:cubicBezTo>
                  <a:pt x="76606" y="289569"/>
                  <a:pt x="77015" y="290736"/>
                  <a:pt x="77663" y="291392"/>
                </a:cubicBezTo>
                <a:cubicBezTo>
                  <a:pt x="79188" y="292908"/>
                  <a:pt x="79997" y="298770"/>
                  <a:pt x="79196" y="302433"/>
                </a:cubicBezTo>
                <a:cubicBezTo>
                  <a:pt x="78745" y="304512"/>
                  <a:pt x="78140" y="305287"/>
                  <a:pt x="76973" y="305287"/>
                </a:cubicBezTo>
                <a:cubicBezTo>
                  <a:pt x="75729" y="305287"/>
                  <a:pt x="75005" y="304128"/>
                  <a:pt x="73676" y="300005"/>
                </a:cubicBezTo>
                <a:cubicBezTo>
                  <a:pt x="72099" y="295123"/>
                  <a:pt x="71895" y="294859"/>
                  <a:pt x="71009" y="296521"/>
                </a:cubicBezTo>
                <a:cubicBezTo>
                  <a:pt x="70472" y="297517"/>
                  <a:pt x="70268" y="299230"/>
                  <a:pt x="70549" y="300337"/>
                </a:cubicBezTo>
                <a:cubicBezTo>
                  <a:pt x="71861" y="305568"/>
                  <a:pt x="64262" y="316524"/>
                  <a:pt x="62507" y="311941"/>
                </a:cubicBezTo>
                <a:cubicBezTo>
                  <a:pt x="61987" y="310586"/>
                  <a:pt x="63222" y="303771"/>
                  <a:pt x="64381" y="301607"/>
                </a:cubicBezTo>
                <a:cubicBezTo>
                  <a:pt x="65062" y="300337"/>
                  <a:pt x="64994" y="299988"/>
                  <a:pt x="64057" y="299988"/>
                </a:cubicBezTo>
                <a:cubicBezTo>
                  <a:pt x="63401" y="299988"/>
                  <a:pt x="62370" y="300482"/>
                  <a:pt x="61774" y="301078"/>
                </a:cubicBezTo>
                <a:cubicBezTo>
                  <a:pt x="59525" y="303319"/>
                  <a:pt x="56765" y="304188"/>
                  <a:pt x="51960" y="304171"/>
                </a:cubicBezTo>
                <a:cubicBezTo>
                  <a:pt x="46533" y="304145"/>
                  <a:pt x="44769" y="303234"/>
                  <a:pt x="46388" y="301283"/>
                </a:cubicBezTo>
                <a:cubicBezTo>
                  <a:pt x="48313" y="298966"/>
                  <a:pt x="54320" y="297287"/>
                  <a:pt x="58877" y="297798"/>
                </a:cubicBezTo>
                <a:cubicBezTo>
                  <a:pt x="62140" y="298156"/>
                  <a:pt x="63827" y="297918"/>
                  <a:pt x="65965" y="296785"/>
                </a:cubicBezTo>
                <a:lnTo>
                  <a:pt x="68785" y="295294"/>
                </a:lnTo>
                <a:lnTo>
                  <a:pt x="62916" y="295711"/>
                </a:lnTo>
                <a:cubicBezTo>
                  <a:pt x="57293" y="296112"/>
                  <a:pt x="57046" y="296060"/>
                  <a:pt x="57046" y="294348"/>
                </a:cubicBezTo>
                <a:cubicBezTo>
                  <a:pt x="57046" y="291792"/>
                  <a:pt x="64926" y="288223"/>
                  <a:pt x="69271" y="288802"/>
                </a:cubicBezTo>
                <a:cubicBezTo>
                  <a:pt x="72151" y="289185"/>
                  <a:pt x="74153" y="288359"/>
                  <a:pt x="74153" y="286783"/>
                </a:cubicBezTo>
                <a:cubicBezTo>
                  <a:pt x="74153" y="285999"/>
                  <a:pt x="67703" y="285931"/>
                  <a:pt x="62370" y="286663"/>
                </a:cubicBezTo>
                <a:cubicBezTo>
                  <a:pt x="59048" y="287115"/>
                  <a:pt x="58383" y="287524"/>
                  <a:pt x="57676" y="289552"/>
                </a:cubicBezTo>
                <a:cubicBezTo>
                  <a:pt x="56373" y="293292"/>
                  <a:pt x="46618" y="298258"/>
                  <a:pt x="44582" y="296214"/>
                </a:cubicBezTo>
                <a:cubicBezTo>
                  <a:pt x="43755" y="295387"/>
                  <a:pt x="46192" y="291383"/>
                  <a:pt x="48927" y="289083"/>
                </a:cubicBezTo>
                <a:lnTo>
                  <a:pt x="51466" y="286945"/>
                </a:lnTo>
                <a:lnTo>
                  <a:pt x="48186" y="286945"/>
                </a:lnTo>
                <a:cubicBezTo>
                  <a:pt x="46056" y="286945"/>
                  <a:pt x="44650" y="287396"/>
                  <a:pt x="44190" y="288214"/>
                </a:cubicBezTo>
                <a:cubicBezTo>
                  <a:pt x="43474" y="289500"/>
                  <a:pt x="38201" y="291733"/>
                  <a:pt x="35747" y="291801"/>
                </a:cubicBezTo>
                <a:cubicBezTo>
                  <a:pt x="35023" y="291818"/>
                  <a:pt x="34001" y="291324"/>
                  <a:pt x="33481" y="290702"/>
                </a:cubicBezTo>
                <a:cubicBezTo>
                  <a:pt x="32731" y="289799"/>
                  <a:pt x="32978" y="289211"/>
                  <a:pt x="34657" y="287890"/>
                </a:cubicBezTo>
                <a:cubicBezTo>
                  <a:pt x="35815" y="286979"/>
                  <a:pt x="38056" y="285803"/>
                  <a:pt x="39615" y="285283"/>
                </a:cubicBezTo>
                <a:lnTo>
                  <a:pt x="42461" y="284346"/>
                </a:lnTo>
                <a:lnTo>
                  <a:pt x="39564" y="281535"/>
                </a:lnTo>
                <a:cubicBezTo>
                  <a:pt x="37971" y="279984"/>
                  <a:pt x="36667" y="278331"/>
                  <a:pt x="36667" y="277854"/>
                </a:cubicBezTo>
                <a:cubicBezTo>
                  <a:pt x="36667" y="277377"/>
                  <a:pt x="35994" y="277820"/>
                  <a:pt x="35176" y="278843"/>
                </a:cubicBezTo>
                <a:cubicBezTo>
                  <a:pt x="34350" y="279856"/>
                  <a:pt x="33294" y="280453"/>
                  <a:pt x="32817" y="280163"/>
                </a:cubicBezTo>
                <a:cubicBezTo>
                  <a:pt x="31300" y="279217"/>
                  <a:pt x="30917" y="274327"/>
                  <a:pt x="32067" y="270502"/>
                </a:cubicBezTo>
                <a:cubicBezTo>
                  <a:pt x="33132" y="266975"/>
                  <a:pt x="33106" y="266805"/>
                  <a:pt x="31641" y="267188"/>
                </a:cubicBezTo>
                <a:cubicBezTo>
                  <a:pt x="30798" y="267409"/>
                  <a:pt x="29622" y="268278"/>
                  <a:pt x="29043" y="269113"/>
                </a:cubicBezTo>
                <a:cubicBezTo>
                  <a:pt x="26802" y="272300"/>
                  <a:pt x="15386" y="274515"/>
                  <a:pt x="14406" y="271950"/>
                </a:cubicBezTo>
                <a:cubicBezTo>
                  <a:pt x="13435" y="269429"/>
                  <a:pt x="22883" y="264428"/>
                  <a:pt x="27049" y="265263"/>
                </a:cubicBezTo>
                <a:cubicBezTo>
                  <a:pt x="29537" y="265765"/>
                  <a:pt x="33149" y="264377"/>
                  <a:pt x="34921" y="262238"/>
                </a:cubicBezTo>
                <a:cubicBezTo>
                  <a:pt x="35790" y="261199"/>
                  <a:pt x="35517" y="261182"/>
                  <a:pt x="32825" y="262144"/>
                </a:cubicBezTo>
                <a:cubicBezTo>
                  <a:pt x="29085" y="263482"/>
                  <a:pt x="24740" y="263627"/>
                  <a:pt x="24008" y="262451"/>
                </a:cubicBezTo>
                <a:cubicBezTo>
                  <a:pt x="22568" y="260117"/>
                  <a:pt x="31436" y="254843"/>
                  <a:pt x="36003" y="255312"/>
                </a:cubicBezTo>
                <a:cubicBezTo>
                  <a:pt x="37920" y="255516"/>
                  <a:pt x="38814" y="255107"/>
                  <a:pt x="39820" y="253608"/>
                </a:cubicBezTo>
                <a:lnTo>
                  <a:pt x="41123" y="251640"/>
                </a:lnTo>
                <a:lnTo>
                  <a:pt x="36250" y="252151"/>
                </a:lnTo>
                <a:cubicBezTo>
                  <a:pt x="29545" y="252850"/>
                  <a:pt x="24919" y="254562"/>
                  <a:pt x="24570" y="256470"/>
                </a:cubicBezTo>
                <a:cubicBezTo>
                  <a:pt x="23880" y="260296"/>
                  <a:pt x="14270" y="267486"/>
                  <a:pt x="12387" y="265595"/>
                </a:cubicBezTo>
                <a:cubicBezTo>
                  <a:pt x="11297" y="264504"/>
                  <a:pt x="13001" y="260790"/>
                  <a:pt x="16187" y="257297"/>
                </a:cubicBezTo>
                <a:lnTo>
                  <a:pt x="18334" y="254945"/>
                </a:lnTo>
                <a:lnTo>
                  <a:pt x="15130" y="255440"/>
                </a:lnTo>
                <a:cubicBezTo>
                  <a:pt x="13111" y="255746"/>
                  <a:pt x="11297" y="256692"/>
                  <a:pt x="10240" y="257970"/>
                </a:cubicBezTo>
                <a:cubicBezTo>
                  <a:pt x="7514" y="261267"/>
                  <a:pt x="0" y="263158"/>
                  <a:pt x="0" y="260534"/>
                </a:cubicBezTo>
                <a:cubicBezTo>
                  <a:pt x="0" y="258898"/>
                  <a:pt x="4694" y="255167"/>
                  <a:pt x="7446" y="254613"/>
                </a:cubicBezTo>
                <a:lnTo>
                  <a:pt x="9780" y="254153"/>
                </a:lnTo>
                <a:lnTo>
                  <a:pt x="6168" y="251861"/>
                </a:lnTo>
                <a:cubicBezTo>
                  <a:pt x="1849" y="249118"/>
                  <a:pt x="332" y="246809"/>
                  <a:pt x="1968" y="245446"/>
                </a:cubicBezTo>
                <a:cubicBezTo>
                  <a:pt x="2811" y="244748"/>
                  <a:pt x="3953" y="244841"/>
                  <a:pt x="6637" y="245821"/>
                </a:cubicBezTo>
                <a:cubicBezTo>
                  <a:pt x="12345" y="247917"/>
                  <a:pt x="13035" y="248070"/>
                  <a:pt x="13035" y="247201"/>
                </a:cubicBezTo>
                <a:cubicBezTo>
                  <a:pt x="13035" y="246750"/>
                  <a:pt x="14330" y="246145"/>
                  <a:pt x="15906" y="245847"/>
                </a:cubicBezTo>
                <a:lnTo>
                  <a:pt x="18777" y="245310"/>
                </a:lnTo>
                <a:lnTo>
                  <a:pt x="16281" y="243214"/>
                </a:lnTo>
                <a:cubicBezTo>
                  <a:pt x="10794" y="238597"/>
                  <a:pt x="10189" y="232718"/>
                  <a:pt x="15514" y="235777"/>
                </a:cubicBezTo>
                <a:cubicBezTo>
                  <a:pt x="17550" y="236952"/>
                  <a:pt x="18623" y="237029"/>
                  <a:pt x="22610" y="236288"/>
                </a:cubicBezTo>
                <a:cubicBezTo>
                  <a:pt x="25192" y="235819"/>
                  <a:pt x="27884" y="235138"/>
                  <a:pt x="28591" y="234780"/>
                </a:cubicBezTo>
                <a:cubicBezTo>
                  <a:pt x="29307" y="234422"/>
                  <a:pt x="30406" y="234456"/>
                  <a:pt x="31036" y="234857"/>
                </a:cubicBezTo>
                <a:cubicBezTo>
                  <a:pt x="32885" y="236024"/>
                  <a:pt x="33106" y="235768"/>
                  <a:pt x="32757" y="232778"/>
                </a:cubicBezTo>
                <a:cubicBezTo>
                  <a:pt x="32570" y="231219"/>
                  <a:pt x="32859" y="228135"/>
                  <a:pt x="33387" y="225911"/>
                </a:cubicBezTo>
                <a:cubicBezTo>
                  <a:pt x="35185" y="218422"/>
                  <a:pt x="38482" y="220271"/>
                  <a:pt x="38976" y="229046"/>
                </a:cubicBezTo>
                <a:cubicBezTo>
                  <a:pt x="39215" y="233272"/>
                  <a:pt x="38985" y="234805"/>
                  <a:pt x="37979" y="235819"/>
                </a:cubicBezTo>
                <a:cubicBezTo>
                  <a:pt x="36011" y="237779"/>
                  <a:pt x="36327" y="238375"/>
                  <a:pt x="40365" y="240343"/>
                </a:cubicBezTo>
                <a:cubicBezTo>
                  <a:pt x="43977" y="242098"/>
                  <a:pt x="44045" y="242098"/>
                  <a:pt x="43185" y="240488"/>
                </a:cubicBezTo>
                <a:cubicBezTo>
                  <a:pt x="42699" y="239585"/>
                  <a:pt x="42409" y="236373"/>
                  <a:pt x="42537" y="233366"/>
                </a:cubicBezTo>
                <a:cubicBezTo>
                  <a:pt x="42733" y="228995"/>
                  <a:pt x="43057" y="227828"/>
                  <a:pt x="44156" y="227623"/>
                </a:cubicBezTo>
                <a:cubicBezTo>
                  <a:pt x="44991" y="227462"/>
                  <a:pt x="46022" y="228262"/>
                  <a:pt x="46771" y="229651"/>
                </a:cubicBezTo>
                <a:cubicBezTo>
                  <a:pt x="47453" y="230912"/>
                  <a:pt x="48032" y="231628"/>
                  <a:pt x="48049" y="231244"/>
                </a:cubicBezTo>
                <a:cubicBezTo>
                  <a:pt x="48194" y="228160"/>
                  <a:pt x="33413" y="205865"/>
                  <a:pt x="31615" y="206461"/>
                </a:cubicBezTo>
                <a:cubicBezTo>
                  <a:pt x="31113" y="206631"/>
                  <a:pt x="30585" y="207662"/>
                  <a:pt x="30431" y="208761"/>
                </a:cubicBezTo>
                <a:cubicBezTo>
                  <a:pt x="30082" y="211223"/>
                  <a:pt x="25055" y="216054"/>
                  <a:pt x="22832" y="216054"/>
                </a:cubicBezTo>
                <a:cubicBezTo>
                  <a:pt x="20745" y="216054"/>
                  <a:pt x="20753" y="214734"/>
                  <a:pt x="22866" y="211275"/>
                </a:cubicBezTo>
                <a:cubicBezTo>
                  <a:pt x="25004" y="207773"/>
                  <a:pt x="24255" y="206998"/>
                  <a:pt x="21384" y="209741"/>
                </a:cubicBezTo>
                <a:cubicBezTo>
                  <a:pt x="18547" y="212442"/>
                  <a:pt x="11569" y="214367"/>
                  <a:pt x="10556" y="212731"/>
                </a:cubicBezTo>
                <a:cubicBezTo>
                  <a:pt x="9652" y="211266"/>
                  <a:pt x="10947" y="209801"/>
                  <a:pt x="14943" y="207765"/>
                </a:cubicBezTo>
                <a:cubicBezTo>
                  <a:pt x="17303" y="206555"/>
                  <a:pt x="17874" y="205933"/>
                  <a:pt x="17073" y="205430"/>
                </a:cubicBezTo>
                <a:cubicBezTo>
                  <a:pt x="16468" y="205055"/>
                  <a:pt x="15659" y="204945"/>
                  <a:pt x="15284" y="205175"/>
                </a:cubicBezTo>
                <a:cubicBezTo>
                  <a:pt x="13835" y="206069"/>
                  <a:pt x="6517" y="199680"/>
                  <a:pt x="6517" y="197524"/>
                </a:cubicBezTo>
                <a:cubicBezTo>
                  <a:pt x="6517" y="196953"/>
                  <a:pt x="7310" y="196493"/>
                  <a:pt x="8281" y="196493"/>
                </a:cubicBezTo>
                <a:cubicBezTo>
                  <a:pt x="10683" y="196493"/>
                  <a:pt x="17115" y="200361"/>
                  <a:pt x="17115" y="201801"/>
                </a:cubicBezTo>
                <a:cubicBezTo>
                  <a:pt x="17115" y="202448"/>
                  <a:pt x="18197" y="203530"/>
                  <a:pt x="19518" y="204212"/>
                </a:cubicBezTo>
                <a:cubicBezTo>
                  <a:pt x="23087" y="206061"/>
                  <a:pt x="23198" y="205745"/>
                  <a:pt x="19995" y="202926"/>
                </a:cubicBezTo>
                <a:cubicBezTo>
                  <a:pt x="16570" y="199927"/>
                  <a:pt x="16272" y="198121"/>
                  <a:pt x="19194" y="198121"/>
                </a:cubicBezTo>
                <a:cubicBezTo>
                  <a:pt x="21971" y="198121"/>
                  <a:pt x="25558" y="200054"/>
                  <a:pt x="27603" y="202661"/>
                </a:cubicBezTo>
                <a:cubicBezTo>
                  <a:pt x="28625" y="203965"/>
                  <a:pt x="29656" y="204544"/>
                  <a:pt x="30269" y="204161"/>
                </a:cubicBezTo>
                <a:cubicBezTo>
                  <a:pt x="30959" y="203735"/>
                  <a:pt x="29886" y="202321"/>
                  <a:pt x="26879" y="199671"/>
                </a:cubicBezTo>
                <a:cubicBezTo>
                  <a:pt x="23266" y="196485"/>
                  <a:pt x="22219" y="195948"/>
                  <a:pt x="20958" y="196621"/>
                </a:cubicBezTo>
                <a:cubicBezTo>
                  <a:pt x="19910" y="197183"/>
                  <a:pt x="18172" y="197141"/>
                  <a:pt x="15454" y="196485"/>
                </a:cubicBezTo>
                <a:cubicBezTo>
                  <a:pt x="8639" y="194849"/>
                  <a:pt x="7872" y="191603"/>
                  <a:pt x="14313" y="191603"/>
                </a:cubicBezTo>
                <a:cubicBezTo>
                  <a:pt x="16298" y="191603"/>
                  <a:pt x="17925" y="191322"/>
                  <a:pt x="17925" y="190990"/>
                </a:cubicBezTo>
                <a:cubicBezTo>
                  <a:pt x="17925" y="190095"/>
                  <a:pt x="14721" y="188221"/>
                  <a:pt x="13980" y="188672"/>
                </a:cubicBezTo>
                <a:cubicBezTo>
                  <a:pt x="12958" y="189311"/>
                  <a:pt x="6926" y="185529"/>
                  <a:pt x="6926" y="184242"/>
                </a:cubicBezTo>
                <a:cubicBezTo>
                  <a:pt x="6926" y="182530"/>
                  <a:pt x="10061" y="182325"/>
                  <a:pt x="12984" y="183833"/>
                </a:cubicBezTo>
                <a:lnTo>
                  <a:pt x="15480" y="185128"/>
                </a:lnTo>
                <a:lnTo>
                  <a:pt x="15497" y="182053"/>
                </a:lnTo>
                <a:cubicBezTo>
                  <a:pt x="15505" y="180357"/>
                  <a:pt x="15880" y="178423"/>
                  <a:pt x="16323" y="177750"/>
                </a:cubicBezTo>
                <a:cubicBezTo>
                  <a:pt x="17030" y="176711"/>
                  <a:pt x="17380" y="176813"/>
                  <a:pt x="18760" y="178449"/>
                </a:cubicBezTo>
                <a:cubicBezTo>
                  <a:pt x="19646" y="179514"/>
                  <a:pt x="20370" y="181499"/>
                  <a:pt x="20370" y="182871"/>
                </a:cubicBezTo>
                <a:cubicBezTo>
                  <a:pt x="20370" y="184234"/>
                  <a:pt x="20617" y="185111"/>
                  <a:pt x="20915" y="184813"/>
                </a:cubicBezTo>
                <a:cubicBezTo>
                  <a:pt x="21222" y="184506"/>
                  <a:pt x="22278" y="184796"/>
                  <a:pt x="23283" y="185452"/>
                </a:cubicBezTo>
                <a:cubicBezTo>
                  <a:pt x="25013" y="186585"/>
                  <a:pt x="25115" y="186517"/>
                  <a:pt x="25592" y="183970"/>
                </a:cubicBezTo>
                <a:cubicBezTo>
                  <a:pt x="26291" y="180272"/>
                  <a:pt x="28131" y="177878"/>
                  <a:pt x="29349" y="179079"/>
                </a:cubicBezTo>
                <a:cubicBezTo>
                  <a:pt x="30031" y="179753"/>
                  <a:pt x="31096" y="179770"/>
                  <a:pt x="33277" y="179131"/>
                </a:cubicBezTo>
                <a:cubicBezTo>
                  <a:pt x="37196" y="177989"/>
                  <a:pt x="37110" y="178159"/>
                  <a:pt x="35134" y="175646"/>
                </a:cubicBezTo>
                <a:cubicBezTo>
                  <a:pt x="34188" y="174445"/>
                  <a:pt x="33413" y="172954"/>
                  <a:pt x="33413" y="172341"/>
                </a:cubicBezTo>
                <a:cubicBezTo>
                  <a:pt x="33413" y="170713"/>
                  <a:pt x="36139" y="170986"/>
                  <a:pt x="38525" y="172860"/>
                </a:cubicBezTo>
                <a:cubicBezTo>
                  <a:pt x="39666" y="173755"/>
                  <a:pt x="41736" y="174487"/>
                  <a:pt x="43134" y="174487"/>
                </a:cubicBezTo>
                <a:cubicBezTo>
                  <a:pt x="45562" y="174487"/>
                  <a:pt x="45621" y="174411"/>
                  <a:pt x="44514" y="172656"/>
                </a:cubicBezTo>
                <a:cubicBezTo>
                  <a:pt x="43883" y="171650"/>
                  <a:pt x="43117" y="169998"/>
                  <a:pt x="42810" y="168984"/>
                </a:cubicBezTo>
                <a:cubicBezTo>
                  <a:pt x="42103" y="166607"/>
                  <a:pt x="44318" y="165636"/>
                  <a:pt x="46320" y="167450"/>
                </a:cubicBezTo>
                <a:cubicBezTo>
                  <a:pt x="47112" y="168166"/>
                  <a:pt x="49625" y="168899"/>
                  <a:pt x="51909" y="169078"/>
                </a:cubicBezTo>
                <a:cubicBezTo>
                  <a:pt x="54192" y="169257"/>
                  <a:pt x="56466" y="169648"/>
                  <a:pt x="56961" y="169955"/>
                </a:cubicBezTo>
                <a:cubicBezTo>
                  <a:pt x="59090" y="171276"/>
                  <a:pt x="57165" y="167612"/>
                  <a:pt x="51747" y="160021"/>
                </a:cubicBezTo>
                <a:cubicBezTo>
                  <a:pt x="49549" y="156946"/>
                  <a:pt x="46874" y="155676"/>
                  <a:pt x="47035" y="157789"/>
                </a:cubicBezTo>
                <a:cubicBezTo>
                  <a:pt x="47240" y="160533"/>
                  <a:pt x="41379" y="166343"/>
                  <a:pt x="38405" y="166343"/>
                </a:cubicBezTo>
                <a:cubicBezTo>
                  <a:pt x="36855" y="166343"/>
                  <a:pt x="37374" y="163472"/>
                  <a:pt x="39496" y="160345"/>
                </a:cubicBezTo>
                <a:cubicBezTo>
                  <a:pt x="41822" y="156920"/>
                  <a:pt x="41004" y="156460"/>
                  <a:pt x="37826" y="159408"/>
                </a:cubicBezTo>
                <a:cubicBezTo>
                  <a:pt x="35730" y="161350"/>
                  <a:pt x="31300" y="163071"/>
                  <a:pt x="28370" y="163080"/>
                </a:cubicBezTo>
                <a:cubicBezTo>
                  <a:pt x="24493" y="163088"/>
                  <a:pt x="26674" y="158965"/>
                  <a:pt x="31462" y="157236"/>
                </a:cubicBezTo>
                <a:cubicBezTo>
                  <a:pt x="33549" y="156477"/>
                  <a:pt x="33967" y="156009"/>
                  <a:pt x="33294" y="155199"/>
                </a:cubicBezTo>
                <a:cubicBezTo>
                  <a:pt x="32808" y="154612"/>
                  <a:pt x="32075" y="154339"/>
                  <a:pt x="31675" y="154594"/>
                </a:cubicBezTo>
                <a:cubicBezTo>
                  <a:pt x="30482" y="155327"/>
                  <a:pt x="25797" y="151996"/>
                  <a:pt x="24195" y="149278"/>
                </a:cubicBezTo>
                <a:cubicBezTo>
                  <a:pt x="22832" y="146961"/>
                  <a:pt x="22823" y="146731"/>
                  <a:pt x="24076" y="146254"/>
                </a:cubicBezTo>
                <a:cubicBezTo>
                  <a:pt x="26095" y="145479"/>
                  <a:pt x="32305" y="148818"/>
                  <a:pt x="33549" y="151349"/>
                </a:cubicBezTo>
                <a:cubicBezTo>
                  <a:pt x="34146" y="152558"/>
                  <a:pt x="35483" y="153862"/>
                  <a:pt x="36523" y="154237"/>
                </a:cubicBezTo>
                <a:cubicBezTo>
                  <a:pt x="38218" y="154850"/>
                  <a:pt x="38158" y="154663"/>
                  <a:pt x="35909" y="152422"/>
                </a:cubicBezTo>
                <a:cubicBezTo>
                  <a:pt x="34538" y="151042"/>
                  <a:pt x="33413" y="149568"/>
                  <a:pt x="33413" y="149142"/>
                </a:cubicBezTo>
                <a:cubicBezTo>
                  <a:pt x="33413" y="146382"/>
                  <a:pt x="41157" y="148648"/>
                  <a:pt x="43977" y="152235"/>
                </a:cubicBezTo>
                <a:cubicBezTo>
                  <a:pt x="45476" y="154134"/>
                  <a:pt x="47265" y="154756"/>
                  <a:pt x="47265" y="153368"/>
                </a:cubicBezTo>
                <a:cubicBezTo>
                  <a:pt x="47265" y="152950"/>
                  <a:pt x="45519" y="151119"/>
                  <a:pt x="43389" y="149287"/>
                </a:cubicBezTo>
                <a:cubicBezTo>
                  <a:pt x="40194" y="146535"/>
                  <a:pt x="39121" y="146041"/>
                  <a:pt x="37196" y="146450"/>
                </a:cubicBezTo>
                <a:cubicBezTo>
                  <a:pt x="34154" y="147106"/>
                  <a:pt x="27841" y="145308"/>
                  <a:pt x="26887" y="143519"/>
                </a:cubicBezTo>
                <a:cubicBezTo>
                  <a:pt x="25822" y="141526"/>
                  <a:pt x="26606" y="141083"/>
                  <a:pt x="31232" y="141083"/>
                </a:cubicBezTo>
                <a:cubicBezTo>
                  <a:pt x="35151" y="141083"/>
                  <a:pt x="35245" y="141023"/>
                  <a:pt x="33907" y="139549"/>
                </a:cubicBezTo>
                <a:cubicBezTo>
                  <a:pt x="33149" y="138714"/>
                  <a:pt x="31658" y="138024"/>
                  <a:pt x="30593" y="138024"/>
                </a:cubicBezTo>
                <a:cubicBezTo>
                  <a:pt x="28233" y="138024"/>
                  <a:pt x="23633" y="134889"/>
                  <a:pt x="23633" y="133287"/>
                </a:cubicBezTo>
                <a:cubicBezTo>
                  <a:pt x="23633" y="131728"/>
                  <a:pt x="27126" y="131771"/>
                  <a:pt x="30193" y="133355"/>
                </a:cubicBezTo>
                <a:lnTo>
                  <a:pt x="32595" y="134599"/>
                </a:lnTo>
                <a:lnTo>
                  <a:pt x="32595" y="131882"/>
                </a:lnTo>
                <a:cubicBezTo>
                  <a:pt x="32595" y="130391"/>
                  <a:pt x="33089" y="128499"/>
                  <a:pt x="33686" y="127673"/>
                </a:cubicBezTo>
                <a:cubicBezTo>
                  <a:pt x="34733" y="126242"/>
                  <a:pt x="34844" y="126267"/>
                  <a:pt x="36131" y="128107"/>
                </a:cubicBezTo>
                <a:cubicBezTo>
                  <a:pt x="36880" y="129164"/>
                  <a:pt x="37485" y="131055"/>
                  <a:pt x="37485" y="132299"/>
                </a:cubicBezTo>
                <a:cubicBezTo>
                  <a:pt x="37485" y="133679"/>
                  <a:pt x="37920" y="134565"/>
                  <a:pt x="38610" y="134565"/>
                </a:cubicBezTo>
                <a:cubicBezTo>
                  <a:pt x="39223" y="134565"/>
                  <a:pt x="40203" y="135127"/>
                  <a:pt x="40774" y="135818"/>
                </a:cubicBezTo>
                <a:cubicBezTo>
                  <a:pt x="41668" y="136900"/>
                  <a:pt x="42001" y="136525"/>
                  <a:pt x="43117" y="133177"/>
                </a:cubicBezTo>
                <a:cubicBezTo>
                  <a:pt x="44769" y="128193"/>
                  <a:pt x="47265" y="127273"/>
                  <a:pt x="47265" y="131652"/>
                </a:cubicBezTo>
                <a:cubicBezTo>
                  <a:pt x="47265" y="133628"/>
                  <a:pt x="47640" y="134565"/>
                  <a:pt x="48424" y="134565"/>
                </a:cubicBezTo>
                <a:cubicBezTo>
                  <a:pt x="49063" y="134565"/>
                  <a:pt x="50315" y="135477"/>
                  <a:pt x="51193" y="136601"/>
                </a:cubicBezTo>
                <a:cubicBezTo>
                  <a:pt x="52070" y="137717"/>
                  <a:pt x="53203" y="138638"/>
                  <a:pt x="53698" y="138638"/>
                </a:cubicBezTo>
                <a:cubicBezTo>
                  <a:pt x="54192" y="138638"/>
                  <a:pt x="54601" y="139396"/>
                  <a:pt x="54601" y="140324"/>
                </a:cubicBezTo>
                <a:cubicBezTo>
                  <a:pt x="54601" y="141994"/>
                  <a:pt x="54618" y="141994"/>
                  <a:pt x="56841" y="140444"/>
                </a:cubicBezTo>
                <a:cubicBezTo>
                  <a:pt x="59593" y="138527"/>
                  <a:pt x="64313" y="136865"/>
                  <a:pt x="65284" y="137470"/>
                </a:cubicBezTo>
                <a:cubicBezTo>
                  <a:pt x="66741" y="138373"/>
                  <a:pt x="65931" y="140205"/>
                  <a:pt x="63009" y="142616"/>
                </a:cubicBezTo>
                <a:cubicBezTo>
                  <a:pt x="61357" y="143979"/>
                  <a:pt x="58980" y="145317"/>
                  <a:pt x="57710" y="145598"/>
                </a:cubicBezTo>
                <a:cubicBezTo>
                  <a:pt x="55717" y="146032"/>
                  <a:pt x="55410" y="146484"/>
                  <a:pt x="55410" y="148997"/>
                </a:cubicBezTo>
                <a:lnTo>
                  <a:pt x="55410" y="151894"/>
                </a:lnTo>
                <a:lnTo>
                  <a:pt x="57114" y="149730"/>
                </a:lnTo>
                <a:cubicBezTo>
                  <a:pt x="59942" y="146143"/>
                  <a:pt x="66008" y="143724"/>
                  <a:pt x="66008" y="146186"/>
                </a:cubicBezTo>
                <a:cubicBezTo>
                  <a:pt x="66008" y="148290"/>
                  <a:pt x="61680" y="153495"/>
                  <a:pt x="58997" y="154612"/>
                </a:cubicBezTo>
                <a:cubicBezTo>
                  <a:pt x="57463" y="155250"/>
                  <a:pt x="56228" y="156358"/>
                  <a:pt x="56228" y="157091"/>
                </a:cubicBezTo>
                <a:cubicBezTo>
                  <a:pt x="56228" y="158232"/>
                  <a:pt x="59235" y="163898"/>
                  <a:pt x="59840" y="163898"/>
                </a:cubicBezTo>
                <a:cubicBezTo>
                  <a:pt x="59968" y="163898"/>
                  <a:pt x="59883" y="162066"/>
                  <a:pt x="59670" y="159825"/>
                </a:cubicBezTo>
                <a:cubicBezTo>
                  <a:pt x="59363" y="156622"/>
                  <a:pt x="59533" y="155745"/>
                  <a:pt x="60462" y="155745"/>
                </a:cubicBezTo>
                <a:cubicBezTo>
                  <a:pt x="63231" y="155745"/>
                  <a:pt x="67150" y="162143"/>
                  <a:pt x="68053" y="168140"/>
                </a:cubicBezTo>
                <a:cubicBezTo>
                  <a:pt x="68368" y="170262"/>
                  <a:pt x="69314" y="172579"/>
                  <a:pt x="70183" y="173363"/>
                </a:cubicBezTo>
                <a:cubicBezTo>
                  <a:pt x="71716" y="174752"/>
                  <a:pt x="71725" y="174718"/>
                  <a:pt x="70506" y="171804"/>
                </a:cubicBezTo>
                <a:cubicBezTo>
                  <a:pt x="68964" y="168115"/>
                  <a:pt x="68871" y="163898"/>
                  <a:pt x="70336" y="163898"/>
                </a:cubicBezTo>
                <a:cubicBezTo>
                  <a:pt x="72951" y="163898"/>
                  <a:pt x="78395" y="172059"/>
                  <a:pt x="78020" y="175433"/>
                </a:cubicBezTo>
                <a:cubicBezTo>
                  <a:pt x="77893" y="176634"/>
                  <a:pt x="78319" y="177376"/>
                  <a:pt x="79247" y="177572"/>
                </a:cubicBezTo>
                <a:cubicBezTo>
                  <a:pt x="81215" y="177980"/>
                  <a:pt x="81104" y="175612"/>
                  <a:pt x="78847" y="169146"/>
                </a:cubicBezTo>
                <a:cubicBezTo>
                  <a:pt x="77339" y="164818"/>
                  <a:pt x="76700" y="163898"/>
                  <a:pt x="75209" y="163898"/>
                </a:cubicBezTo>
                <a:cubicBezTo>
                  <a:pt x="73071" y="163898"/>
                  <a:pt x="68036" y="159698"/>
                  <a:pt x="66417" y="156562"/>
                </a:cubicBezTo>
                <a:cubicBezTo>
                  <a:pt x="64168" y="152226"/>
                  <a:pt x="67848" y="151834"/>
                  <a:pt x="73446" y="155821"/>
                </a:cubicBezTo>
                <a:lnTo>
                  <a:pt x="75788" y="157491"/>
                </a:lnTo>
                <a:lnTo>
                  <a:pt x="75788" y="155838"/>
                </a:lnTo>
                <a:cubicBezTo>
                  <a:pt x="75788" y="154927"/>
                  <a:pt x="74366" y="152771"/>
                  <a:pt x="72628" y="151050"/>
                </a:cubicBezTo>
                <a:cubicBezTo>
                  <a:pt x="69322" y="147787"/>
                  <a:pt x="67627" y="143204"/>
                  <a:pt x="69160" y="141679"/>
                </a:cubicBezTo>
                <a:cubicBezTo>
                  <a:pt x="70455" y="140375"/>
                  <a:pt x="75780" y="146297"/>
                  <a:pt x="75814" y="149082"/>
                </a:cubicBezTo>
                <a:cubicBezTo>
                  <a:pt x="75848" y="151170"/>
                  <a:pt x="75899" y="151144"/>
                  <a:pt x="77083" y="148418"/>
                </a:cubicBezTo>
                <a:cubicBezTo>
                  <a:pt x="79315" y="143281"/>
                  <a:pt x="83354" y="140239"/>
                  <a:pt x="84384" y="142931"/>
                </a:cubicBezTo>
                <a:cubicBezTo>
                  <a:pt x="84606" y="143502"/>
                  <a:pt x="84282" y="145649"/>
                  <a:pt x="83660" y="147694"/>
                </a:cubicBezTo>
                <a:cubicBezTo>
                  <a:pt x="82723" y="150820"/>
                  <a:pt x="82715" y="151655"/>
                  <a:pt x="83643" y="152925"/>
                </a:cubicBezTo>
                <a:cubicBezTo>
                  <a:pt x="84257" y="153751"/>
                  <a:pt x="84751" y="155182"/>
                  <a:pt x="84759" y="156111"/>
                </a:cubicBezTo>
                <a:cubicBezTo>
                  <a:pt x="84768" y="157551"/>
                  <a:pt x="85066" y="157414"/>
                  <a:pt x="86864" y="155123"/>
                </a:cubicBezTo>
                <a:cubicBezTo>
                  <a:pt x="88022" y="153657"/>
                  <a:pt x="90041" y="151902"/>
                  <a:pt x="91353" y="151221"/>
                </a:cubicBezTo>
                <a:cubicBezTo>
                  <a:pt x="93534" y="150096"/>
                  <a:pt x="93790" y="150105"/>
                  <a:pt x="94275" y="151366"/>
                </a:cubicBezTo>
                <a:cubicBezTo>
                  <a:pt x="94565" y="152124"/>
                  <a:pt x="94267" y="153691"/>
                  <a:pt x="93602" y="154859"/>
                </a:cubicBezTo>
                <a:cubicBezTo>
                  <a:pt x="92631" y="156580"/>
                  <a:pt x="92597" y="157355"/>
                  <a:pt x="93406" y="159008"/>
                </a:cubicBezTo>
                <a:cubicBezTo>
                  <a:pt x="95042" y="162339"/>
                  <a:pt x="96414" y="167766"/>
                  <a:pt x="95937" y="169009"/>
                </a:cubicBezTo>
                <a:cubicBezTo>
                  <a:pt x="95604" y="169861"/>
                  <a:pt x="96005" y="170066"/>
                  <a:pt x="97453" y="169785"/>
                </a:cubicBezTo>
                <a:cubicBezTo>
                  <a:pt x="98535" y="169580"/>
                  <a:pt x="99421" y="168899"/>
                  <a:pt x="99421" y="168268"/>
                </a:cubicBezTo>
                <a:cubicBezTo>
                  <a:pt x="99421" y="166871"/>
                  <a:pt x="102693" y="165525"/>
                  <a:pt x="106092" y="165525"/>
                </a:cubicBezTo>
                <a:cubicBezTo>
                  <a:pt x="108136" y="165525"/>
                  <a:pt x="108409" y="165321"/>
                  <a:pt x="107634" y="164383"/>
                </a:cubicBezTo>
                <a:cubicBezTo>
                  <a:pt x="107114" y="163761"/>
                  <a:pt x="105368" y="163242"/>
                  <a:pt x="103766" y="163242"/>
                </a:cubicBezTo>
                <a:cubicBezTo>
                  <a:pt x="100503" y="163242"/>
                  <a:pt x="94122" y="159331"/>
                  <a:pt x="94122" y="157338"/>
                </a:cubicBezTo>
                <a:cubicBezTo>
                  <a:pt x="94122" y="155617"/>
                  <a:pt x="98825" y="155395"/>
                  <a:pt x="101883" y="156980"/>
                </a:cubicBezTo>
                <a:cubicBezTo>
                  <a:pt x="105103" y="158650"/>
                  <a:pt x="105666" y="158147"/>
                  <a:pt x="103792" y="155285"/>
                </a:cubicBezTo>
                <a:cubicBezTo>
                  <a:pt x="102088" y="152686"/>
                  <a:pt x="101781" y="144908"/>
                  <a:pt x="103323" y="143366"/>
                </a:cubicBezTo>
                <a:cubicBezTo>
                  <a:pt x="105794" y="140895"/>
                  <a:pt x="109346" y="150301"/>
                  <a:pt x="107480" y="154390"/>
                </a:cubicBezTo>
                <a:cubicBezTo>
                  <a:pt x="106841" y="155787"/>
                  <a:pt x="106927" y="156980"/>
                  <a:pt x="107804" y="159067"/>
                </a:cubicBezTo>
                <a:lnTo>
                  <a:pt x="108980" y="161862"/>
                </a:lnTo>
                <a:lnTo>
                  <a:pt x="108648" y="158190"/>
                </a:lnTo>
                <a:cubicBezTo>
                  <a:pt x="107975" y="150871"/>
                  <a:pt x="111919" y="150565"/>
                  <a:pt x="113955" y="157781"/>
                </a:cubicBezTo>
                <a:cubicBezTo>
                  <a:pt x="114764" y="160635"/>
                  <a:pt x="114824" y="162185"/>
                  <a:pt x="114194" y="163574"/>
                </a:cubicBezTo>
                <a:cubicBezTo>
                  <a:pt x="113648" y="164775"/>
                  <a:pt x="113623" y="165644"/>
                  <a:pt x="114117" y="165951"/>
                </a:cubicBezTo>
                <a:cubicBezTo>
                  <a:pt x="115812" y="166999"/>
                  <a:pt x="116528" y="165201"/>
                  <a:pt x="116528" y="159902"/>
                </a:cubicBezTo>
                <a:cubicBezTo>
                  <a:pt x="116528" y="154825"/>
                  <a:pt x="116366" y="154305"/>
                  <a:pt x="114526" y="153470"/>
                </a:cubicBezTo>
                <a:cubicBezTo>
                  <a:pt x="110897" y="151817"/>
                  <a:pt x="107293" y="141892"/>
                  <a:pt x="110326" y="141892"/>
                </a:cubicBezTo>
                <a:cubicBezTo>
                  <a:pt x="110948" y="141892"/>
                  <a:pt x="112779" y="143366"/>
                  <a:pt x="114398" y="145155"/>
                </a:cubicBezTo>
                <a:lnTo>
                  <a:pt x="117346" y="148418"/>
                </a:lnTo>
                <a:lnTo>
                  <a:pt x="117346" y="145564"/>
                </a:lnTo>
                <a:cubicBezTo>
                  <a:pt x="117346" y="143996"/>
                  <a:pt x="117005" y="142710"/>
                  <a:pt x="116579" y="142710"/>
                </a:cubicBezTo>
                <a:cubicBezTo>
                  <a:pt x="116162" y="142710"/>
                  <a:pt x="115344" y="141389"/>
                  <a:pt x="114756" y="139771"/>
                </a:cubicBezTo>
                <a:cubicBezTo>
                  <a:pt x="113947" y="137530"/>
                  <a:pt x="112762" y="136363"/>
                  <a:pt x="109738" y="134829"/>
                </a:cubicBezTo>
                <a:cubicBezTo>
                  <a:pt x="104839" y="132350"/>
                  <a:pt x="103434" y="132716"/>
                  <a:pt x="103987" y="136354"/>
                </a:cubicBezTo>
                <a:cubicBezTo>
                  <a:pt x="104473" y="139524"/>
                  <a:pt x="101346" y="146373"/>
                  <a:pt x="99421" y="146373"/>
                </a:cubicBezTo>
                <a:cubicBezTo>
                  <a:pt x="98475" y="146373"/>
                  <a:pt x="98203" y="145334"/>
                  <a:pt x="98211" y="141790"/>
                </a:cubicBezTo>
                <a:cubicBezTo>
                  <a:pt x="98220" y="138407"/>
                  <a:pt x="97956" y="137308"/>
                  <a:pt x="97189" y="137598"/>
                </a:cubicBezTo>
                <a:cubicBezTo>
                  <a:pt x="96303" y="137939"/>
                  <a:pt x="95851" y="138961"/>
                  <a:pt x="96286" y="139651"/>
                </a:cubicBezTo>
                <a:cubicBezTo>
                  <a:pt x="96746" y="140401"/>
                  <a:pt x="93321" y="145325"/>
                  <a:pt x="91362" y="146722"/>
                </a:cubicBezTo>
                <a:cubicBezTo>
                  <a:pt x="88823" y="148520"/>
                  <a:pt x="85569" y="148989"/>
                  <a:pt x="85569" y="147549"/>
                </a:cubicBezTo>
                <a:cubicBezTo>
                  <a:pt x="85569" y="146126"/>
                  <a:pt x="87247" y="143272"/>
                  <a:pt x="89513" y="140853"/>
                </a:cubicBezTo>
                <a:lnTo>
                  <a:pt x="91626" y="138578"/>
                </a:lnTo>
                <a:lnTo>
                  <a:pt x="87119" y="139106"/>
                </a:lnTo>
                <a:cubicBezTo>
                  <a:pt x="83405" y="139549"/>
                  <a:pt x="81999" y="139328"/>
                  <a:pt x="79145" y="137871"/>
                </a:cubicBezTo>
                <a:cubicBezTo>
                  <a:pt x="77237" y="136900"/>
                  <a:pt x="75822" y="135664"/>
                  <a:pt x="76001" y="135127"/>
                </a:cubicBezTo>
                <a:cubicBezTo>
                  <a:pt x="76512" y="133577"/>
                  <a:pt x="85356" y="133424"/>
                  <a:pt x="87647" y="134923"/>
                </a:cubicBezTo>
                <a:cubicBezTo>
                  <a:pt x="88712" y="135622"/>
                  <a:pt x="90970" y="136150"/>
                  <a:pt x="92665" y="136099"/>
                </a:cubicBezTo>
                <a:lnTo>
                  <a:pt x="95749" y="136005"/>
                </a:lnTo>
                <a:lnTo>
                  <a:pt x="92895" y="135434"/>
                </a:lnTo>
                <a:cubicBezTo>
                  <a:pt x="89436" y="134744"/>
                  <a:pt x="86378" y="133159"/>
                  <a:pt x="86378" y="132069"/>
                </a:cubicBezTo>
                <a:cubicBezTo>
                  <a:pt x="86378" y="129718"/>
                  <a:pt x="96473" y="129223"/>
                  <a:pt x="99174" y="131439"/>
                </a:cubicBezTo>
                <a:cubicBezTo>
                  <a:pt x="99779" y="131941"/>
                  <a:pt x="100656" y="131958"/>
                  <a:pt x="101500" y="131490"/>
                </a:cubicBezTo>
                <a:cubicBezTo>
                  <a:pt x="102616" y="130868"/>
                  <a:pt x="102292" y="130510"/>
                  <a:pt x="99643" y="129454"/>
                </a:cubicBezTo>
                <a:cubicBezTo>
                  <a:pt x="94199" y="127273"/>
                  <a:pt x="90672" y="126889"/>
                  <a:pt x="89232" y="128329"/>
                </a:cubicBezTo>
                <a:cubicBezTo>
                  <a:pt x="86864" y="130697"/>
                  <a:pt x="79801" y="132009"/>
                  <a:pt x="77450" y="130527"/>
                </a:cubicBezTo>
                <a:cubicBezTo>
                  <a:pt x="76427" y="129879"/>
                  <a:pt x="76470" y="129539"/>
                  <a:pt x="77748" y="128124"/>
                </a:cubicBezTo>
                <a:cubicBezTo>
                  <a:pt x="78574" y="127213"/>
                  <a:pt x="80568" y="126037"/>
                  <a:pt x="82186" y="125500"/>
                </a:cubicBezTo>
                <a:cubicBezTo>
                  <a:pt x="84734" y="124666"/>
                  <a:pt x="84913" y="124444"/>
                  <a:pt x="83515" y="123916"/>
                </a:cubicBezTo>
                <a:cubicBezTo>
                  <a:pt x="82621" y="123575"/>
                  <a:pt x="79852" y="123498"/>
                  <a:pt x="77347" y="123737"/>
                </a:cubicBezTo>
                <a:cubicBezTo>
                  <a:pt x="72006" y="124248"/>
                  <a:pt x="68547" y="122962"/>
                  <a:pt x="70131" y="121062"/>
                </a:cubicBezTo>
                <a:cubicBezTo>
                  <a:pt x="70719" y="120346"/>
                  <a:pt x="72611" y="119895"/>
                  <a:pt x="75005" y="119895"/>
                </a:cubicBezTo>
                <a:lnTo>
                  <a:pt x="78923" y="119895"/>
                </a:lnTo>
                <a:lnTo>
                  <a:pt x="77842" y="117654"/>
                </a:lnTo>
                <a:cubicBezTo>
                  <a:pt x="75763" y="113326"/>
                  <a:pt x="75584" y="111776"/>
                  <a:pt x="77075" y="111196"/>
                </a:cubicBezTo>
                <a:cubicBezTo>
                  <a:pt x="78054" y="110821"/>
                  <a:pt x="79273" y="111520"/>
                  <a:pt x="81104" y="113522"/>
                </a:cubicBezTo>
                <a:cubicBezTo>
                  <a:pt x="82842" y="115422"/>
                  <a:pt x="84734" y="116546"/>
                  <a:pt x="86702" y="116870"/>
                </a:cubicBezTo>
                <a:cubicBezTo>
                  <a:pt x="88695" y="117194"/>
                  <a:pt x="89496" y="117066"/>
                  <a:pt x="89138" y="116487"/>
                </a:cubicBezTo>
                <a:cubicBezTo>
                  <a:pt x="88210" y="114979"/>
                  <a:pt x="87307" y="109961"/>
                  <a:pt x="87750" y="108794"/>
                </a:cubicBezTo>
                <a:cubicBezTo>
                  <a:pt x="88431" y="107022"/>
                  <a:pt x="90399" y="107482"/>
                  <a:pt x="91379" y="109629"/>
                </a:cubicBezTo>
                <a:cubicBezTo>
                  <a:pt x="91941" y="110847"/>
                  <a:pt x="93142" y="111716"/>
                  <a:pt x="94574" y="111920"/>
                </a:cubicBezTo>
                <a:cubicBezTo>
                  <a:pt x="96848" y="112261"/>
                  <a:pt x="96857" y="112236"/>
                  <a:pt x="95809" y="109765"/>
                </a:cubicBezTo>
                <a:cubicBezTo>
                  <a:pt x="92461" y="101902"/>
                  <a:pt x="90885" y="99456"/>
                  <a:pt x="89292" y="99686"/>
                </a:cubicBezTo>
                <a:cubicBezTo>
                  <a:pt x="88337" y="99831"/>
                  <a:pt x="87477" y="100760"/>
                  <a:pt x="87196" y="101961"/>
                </a:cubicBezTo>
                <a:cubicBezTo>
                  <a:pt x="86710" y="104048"/>
                  <a:pt x="78728" y="109603"/>
                  <a:pt x="77032" y="109032"/>
                </a:cubicBezTo>
                <a:cubicBezTo>
                  <a:pt x="75200" y="108427"/>
                  <a:pt x="75831" y="105999"/>
                  <a:pt x="78600" y="102924"/>
                </a:cubicBezTo>
                <a:cubicBezTo>
                  <a:pt x="80926" y="100359"/>
                  <a:pt x="81258" y="99610"/>
                  <a:pt x="80261" y="99226"/>
                </a:cubicBezTo>
                <a:cubicBezTo>
                  <a:pt x="79571" y="98954"/>
                  <a:pt x="78310" y="99439"/>
                  <a:pt x="77450" y="100300"/>
                </a:cubicBezTo>
                <a:cubicBezTo>
                  <a:pt x="74451" y="103299"/>
                  <a:pt x="64773" y="104764"/>
                  <a:pt x="63853" y="102362"/>
                </a:cubicBezTo>
                <a:cubicBezTo>
                  <a:pt x="63180" y="100607"/>
                  <a:pt x="64841" y="98937"/>
                  <a:pt x="68317" y="97872"/>
                </a:cubicBezTo>
                <a:cubicBezTo>
                  <a:pt x="69961" y="97369"/>
                  <a:pt x="71801" y="96790"/>
                  <a:pt x="72415" y="96594"/>
                </a:cubicBezTo>
                <a:cubicBezTo>
                  <a:pt x="73301" y="96313"/>
                  <a:pt x="73318" y="95998"/>
                  <a:pt x="72525" y="95035"/>
                </a:cubicBezTo>
                <a:cubicBezTo>
                  <a:pt x="71980" y="94379"/>
                  <a:pt x="71222" y="94021"/>
                  <a:pt x="70856" y="94251"/>
                </a:cubicBezTo>
                <a:cubicBezTo>
                  <a:pt x="69825" y="94890"/>
                  <a:pt x="64884" y="90213"/>
                  <a:pt x="63112" y="86916"/>
                </a:cubicBezTo>
                <a:cubicBezTo>
                  <a:pt x="61765" y="84411"/>
                  <a:pt x="61706" y="83866"/>
                  <a:pt x="62703" y="83252"/>
                </a:cubicBezTo>
                <a:cubicBezTo>
                  <a:pt x="64977" y="81838"/>
                  <a:pt x="72934" y="87861"/>
                  <a:pt x="73488" y="91423"/>
                </a:cubicBezTo>
                <a:cubicBezTo>
                  <a:pt x="73633" y="92334"/>
                  <a:pt x="75030" y="93868"/>
                  <a:pt x="76598" y="94822"/>
                </a:cubicBezTo>
                <a:lnTo>
                  <a:pt x="79452" y="96568"/>
                </a:lnTo>
                <a:lnTo>
                  <a:pt x="77722" y="94583"/>
                </a:lnTo>
                <a:cubicBezTo>
                  <a:pt x="75243" y="91738"/>
                  <a:pt x="73957" y="88986"/>
                  <a:pt x="74485" y="87623"/>
                </a:cubicBezTo>
                <a:cubicBezTo>
                  <a:pt x="75499" y="84965"/>
                  <a:pt x="85569" y="91474"/>
                  <a:pt x="85569" y="94779"/>
                </a:cubicBezTo>
                <a:cubicBezTo>
                  <a:pt x="85569" y="95819"/>
                  <a:pt x="86182" y="96262"/>
                  <a:pt x="87630" y="96262"/>
                </a:cubicBezTo>
                <a:lnTo>
                  <a:pt x="89700" y="96262"/>
                </a:lnTo>
                <a:lnTo>
                  <a:pt x="87835" y="93535"/>
                </a:lnTo>
                <a:cubicBezTo>
                  <a:pt x="83209" y="86762"/>
                  <a:pt x="81309" y="85263"/>
                  <a:pt x="77322" y="85237"/>
                </a:cubicBezTo>
                <a:cubicBezTo>
                  <a:pt x="73130" y="85220"/>
                  <a:pt x="66826" y="81744"/>
                  <a:pt x="66826" y="79453"/>
                </a:cubicBezTo>
                <a:cubicBezTo>
                  <a:pt x="66826" y="78354"/>
                  <a:pt x="67661" y="78192"/>
                  <a:pt x="72057" y="78473"/>
                </a:cubicBezTo>
                <a:lnTo>
                  <a:pt x="77288" y="78805"/>
                </a:lnTo>
                <a:lnTo>
                  <a:pt x="75661" y="76522"/>
                </a:lnTo>
                <a:cubicBezTo>
                  <a:pt x="74766" y="75270"/>
                  <a:pt x="73676" y="74460"/>
                  <a:pt x="73241" y="74724"/>
                </a:cubicBezTo>
                <a:cubicBezTo>
                  <a:pt x="71631" y="75721"/>
                  <a:pt x="65250" y="70337"/>
                  <a:pt x="65207" y="67943"/>
                </a:cubicBezTo>
                <a:cubicBezTo>
                  <a:pt x="65182" y="66265"/>
                  <a:pt x="68692" y="66793"/>
                  <a:pt x="71852" y="68940"/>
                </a:cubicBezTo>
                <a:lnTo>
                  <a:pt x="74817" y="70950"/>
                </a:lnTo>
                <a:lnTo>
                  <a:pt x="75788" y="66895"/>
                </a:lnTo>
                <a:cubicBezTo>
                  <a:pt x="76325" y="64671"/>
                  <a:pt x="77126" y="62618"/>
                  <a:pt x="77577" y="62346"/>
                </a:cubicBezTo>
                <a:cubicBezTo>
                  <a:pt x="79094" y="61400"/>
                  <a:pt x="80730" y="64177"/>
                  <a:pt x="80908" y="67994"/>
                </a:cubicBezTo>
                <a:cubicBezTo>
                  <a:pt x="81019" y="70362"/>
                  <a:pt x="81462" y="71802"/>
                  <a:pt x="82084" y="71811"/>
                </a:cubicBezTo>
                <a:cubicBezTo>
                  <a:pt x="82629" y="71811"/>
                  <a:pt x="83711" y="72773"/>
                  <a:pt x="84478" y="73941"/>
                </a:cubicBezTo>
                <a:lnTo>
                  <a:pt x="85867" y="76062"/>
                </a:lnTo>
                <a:lnTo>
                  <a:pt x="86923" y="72450"/>
                </a:lnTo>
                <a:cubicBezTo>
                  <a:pt x="88210" y="68020"/>
                  <a:pt x="90953" y="65140"/>
                  <a:pt x="92154" y="66955"/>
                </a:cubicBezTo>
                <a:cubicBezTo>
                  <a:pt x="92580" y="67611"/>
                  <a:pt x="92725" y="69340"/>
                  <a:pt x="92469" y="70797"/>
                </a:cubicBezTo>
                <a:cubicBezTo>
                  <a:pt x="91950" y="73796"/>
                  <a:pt x="92742" y="74119"/>
                  <a:pt x="95792" y="72117"/>
                </a:cubicBezTo>
                <a:cubicBezTo>
                  <a:pt x="96908" y="71385"/>
                  <a:pt x="99421" y="70746"/>
                  <a:pt x="101389" y="70695"/>
                </a:cubicBezTo>
                <a:cubicBezTo>
                  <a:pt x="103527" y="70635"/>
                  <a:pt x="104754" y="70269"/>
                  <a:pt x="104465" y="69775"/>
                </a:cubicBezTo>
                <a:cubicBezTo>
                  <a:pt x="104192" y="69332"/>
                  <a:pt x="103127" y="67721"/>
                  <a:pt x="102105" y="66196"/>
                </a:cubicBezTo>
                <a:cubicBezTo>
                  <a:pt x="100034" y="63138"/>
                  <a:pt x="99617" y="59594"/>
                  <a:pt x="101329" y="59594"/>
                </a:cubicBezTo>
                <a:cubicBezTo>
                  <a:pt x="102812" y="59594"/>
                  <a:pt x="109193" y="64262"/>
                  <a:pt x="109193" y="65344"/>
                </a:cubicBezTo>
                <a:cubicBezTo>
                  <a:pt x="109193" y="65822"/>
                  <a:pt x="109644" y="65932"/>
                  <a:pt x="110181" y="65591"/>
                </a:cubicBezTo>
                <a:cubicBezTo>
                  <a:pt x="110726" y="65259"/>
                  <a:pt x="112362" y="65063"/>
                  <a:pt x="113819" y="65166"/>
                </a:cubicBezTo>
                <a:lnTo>
                  <a:pt x="116468" y="65344"/>
                </a:lnTo>
                <a:lnTo>
                  <a:pt x="114892" y="61851"/>
                </a:lnTo>
                <a:cubicBezTo>
                  <a:pt x="112788" y="57217"/>
                  <a:pt x="112754" y="53886"/>
                  <a:pt x="114824" y="53886"/>
                </a:cubicBezTo>
                <a:cubicBezTo>
                  <a:pt x="115676" y="53886"/>
                  <a:pt x="117048" y="54891"/>
                  <a:pt x="117874" y="56126"/>
                </a:cubicBezTo>
                <a:cubicBezTo>
                  <a:pt x="119109" y="57958"/>
                  <a:pt x="120055" y="58401"/>
                  <a:pt x="123054" y="58529"/>
                </a:cubicBezTo>
                <a:cubicBezTo>
                  <a:pt x="128617" y="58776"/>
                  <a:pt x="130985" y="59210"/>
                  <a:pt x="132187" y="60216"/>
                </a:cubicBezTo>
                <a:cubicBezTo>
                  <a:pt x="133056" y="60931"/>
                  <a:pt x="133541" y="60412"/>
                  <a:pt x="134521" y="57685"/>
                </a:cubicBezTo>
                <a:cubicBezTo>
                  <a:pt x="135731" y="54320"/>
                  <a:pt x="135697" y="54133"/>
                  <a:pt x="133047" y="48365"/>
                </a:cubicBezTo>
                <a:cubicBezTo>
                  <a:pt x="130755" y="43373"/>
                  <a:pt x="130040" y="42478"/>
                  <a:pt x="128327" y="42478"/>
                </a:cubicBezTo>
                <a:cubicBezTo>
                  <a:pt x="126922" y="42478"/>
                  <a:pt x="126308" y="42921"/>
                  <a:pt x="126308" y="43952"/>
                </a:cubicBezTo>
                <a:cubicBezTo>
                  <a:pt x="126308" y="46542"/>
                  <a:pt x="118803" y="52258"/>
                  <a:pt x="115395" y="52258"/>
                </a:cubicBezTo>
                <a:cubicBezTo>
                  <a:pt x="112106" y="52258"/>
                  <a:pt x="113631" y="48101"/>
                  <a:pt x="118453" y="43926"/>
                </a:cubicBezTo>
                <a:lnTo>
                  <a:pt x="121009" y="41703"/>
                </a:lnTo>
                <a:lnTo>
                  <a:pt x="118343" y="41686"/>
                </a:lnTo>
                <a:cubicBezTo>
                  <a:pt x="116732" y="41669"/>
                  <a:pt x="115480" y="42137"/>
                  <a:pt x="115207" y="42844"/>
                </a:cubicBezTo>
                <a:cubicBezTo>
                  <a:pt x="114466" y="44787"/>
                  <a:pt x="109269" y="46048"/>
                  <a:pt x="102880" y="45826"/>
                </a:cubicBezTo>
                <a:cubicBezTo>
                  <a:pt x="100784" y="45758"/>
                  <a:pt x="100230" y="45392"/>
                  <a:pt x="100230" y="44063"/>
                </a:cubicBezTo>
                <a:cubicBezTo>
                  <a:pt x="100230" y="42282"/>
                  <a:pt x="105615" y="39266"/>
                  <a:pt x="108861" y="39232"/>
                </a:cubicBezTo>
                <a:cubicBezTo>
                  <a:pt x="109789" y="39224"/>
                  <a:pt x="110794" y="38977"/>
                  <a:pt x="111093" y="38678"/>
                </a:cubicBezTo>
                <a:cubicBezTo>
                  <a:pt x="111885" y="37886"/>
                  <a:pt x="110019" y="35961"/>
                  <a:pt x="108443" y="35961"/>
                </a:cubicBezTo>
                <a:cubicBezTo>
                  <a:pt x="106961" y="35961"/>
                  <a:pt x="101798" y="30934"/>
                  <a:pt x="100333" y="28063"/>
                </a:cubicBezTo>
                <a:cubicBezTo>
                  <a:pt x="98833" y="25150"/>
                  <a:pt x="99208" y="23735"/>
                  <a:pt x="101457" y="23735"/>
                </a:cubicBezTo>
                <a:cubicBezTo>
                  <a:pt x="104098" y="23735"/>
                  <a:pt x="112072" y="31215"/>
                  <a:pt x="111374" y="33039"/>
                </a:cubicBezTo>
                <a:cubicBezTo>
                  <a:pt x="111059" y="33848"/>
                  <a:pt x="111842" y="35024"/>
                  <a:pt x="113580" y="36344"/>
                </a:cubicBezTo>
                <a:cubicBezTo>
                  <a:pt x="117525" y="39351"/>
                  <a:pt x="117712" y="38900"/>
                  <a:pt x="114475" y="34189"/>
                </a:cubicBezTo>
                <a:cubicBezTo>
                  <a:pt x="111979" y="30559"/>
                  <a:pt x="111732" y="29810"/>
                  <a:pt x="112728" y="28821"/>
                </a:cubicBezTo>
                <a:cubicBezTo>
                  <a:pt x="113717" y="27825"/>
                  <a:pt x="114330" y="27901"/>
                  <a:pt x="117141" y="29333"/>
                </a:cubicBezTo>
                <a:cubicBezTo>
                  <a:pt x="120932" y="31266"/>
                  <a:pt x="124681" y="35398"/>
                  <a:pt x="124681" y="37648"/>
                </a:cubicBezTo>
                <a:cubicBezTo>
                  <a:pt x="124681" y="38781"/>
                  <a:pt x="125252" y="39215"/>
                  <a:pt x="126717" y="39215"/>
                </a:cubicBezTo>
                <a:cubicBezTo>
                  <a:pt x="129299" y="39215"/>
                  <a:pt x="129273" y="38593"/>
                  <a:pt x="126513" y="34555"/>
                </a:cubicBezTo>
                <a:cubicBezTo>
                  <a:pt x="121955" y="27901"/>
                  <a:pt x="119893" y="25976"/>
                  <a:pt x="117848" y="26487"/>
                </a:cubicBezTo>
                <a:cubicBezTo>
                  <a:pt x="114151" y="27416"/>
                  <a:pt x="104311" y="22466"/>
                  <a:pt x="104311" y="19680"/>
                </a:cubicBezTo>
                <a:cubicBezTo>
                  <a:pt x="104311" y="17789"/>
                  <a:pt x="111408" y="17882"/>
                  <a:pt x="115165" y="19825"/>
                </a:cubicBezTo>
                <a:cubicBezTo>
                  <a:pt x="116511" y="20523"/>
                  <a:pt x="116562" y="20413"/>
                  <a:pt x="115676" y="18700"/>
                </a:cubicBezTo>
                <a:cubicBezTo>
                  <a:pt x="114100" y="15659"/>
                  <a:pt x="112388" y="14032"/>
                  <a:pt x="111229" y="14475"/>
                </a:cubicBezTo>
                <a:cubicBezTo>
                  <a:pt x="109764" y="15037"/>
                  <a:pt x="103493" y="9252"/>
                  <a:pt x="103493" y="7344"/>
                </a:cubicBezTo>
                <a:cubicBezTo>
                  <a:pt x="103493" y="4422"/>
                  <a:pt x="109244" y="6390"/>
                  <a:pt x="112388" y="10385"/>
                </a:cubicBezTo>
                <a:lnTo>
                  <a:pt x="114083" y="12549"/>
                </a:lnTo>
                <a:lnTo>
                  <a:pt x="114083" y="10522"/>
                </a:lnTo>
                <a:cubicBezTo>
                  <a:pt x="114083" y="7872"/>
                  <a:pt x="115642" y="3263"/>
                  <a:pt x="117039" y="1764"/>
                </a:cubicBezTo>
                <a:cubicBezTo>
                  <a:pt x="118692" y="0"/>
                  <a:pt x="119748" y="1568"/>
                  <a:pt x="120353" y="6662"/>
                </a:cubicBezTo>
                <a:cubicBezTo>
                  <a:pt x="120762" y="10070"/>
                  <a:pt x="121444" y="11638"/>
                  <a:pt x="123437" y="13691"/>
                </a:cubicBezTo>
                <a:lnTo>
                  <a:pt x="125993" y="16323"/>
                </a:lnTo>
                <a:lnTo>
                  <a:pt x="126913" y="12898"/>
                </a:lnTo>
                <a:cubicBezTo>
                  <a:pt x="127995" y="8877"/>
                  <a:pt x="130977" y="5257"/>
                  <a:pt x="132204" y="6483"/>
                </a:cubicBezTo>
                <a:cubicBezTo>
                  <a:pt x="132647" y="6926"/>
                  <a:pt x="132877" y="8758"/>
                  <a:pt x="132698" y="10556"/>
                </a:cubicBezTo>
                <a:cubicBezTo>
                  <a:pt x="132527" y="12353"/>
                  <a:pt x="132647" y="13657"/>
                  <a:pt x="132962" y="13461"/>
                </a:cubicBezTo>
                <a:cubicBezTo>
                  <a:pt x="133609" y="13069"/>
                  <a:pt x="137204" y="17652"/>
                  <a:pt x="137980" y="19859"/>
                </a:cubicBezTo>
                <a:cubicBezTo>
                  <a:pt x="138252" y="20651"/>
                  <a:pt x="138857" y="21290"/>
                  <a:pt x="139326" y="21290"/>
                </a:cubicBezTo>
                <a:cubicBezTo>
                  <a:pt x="139786" y="21290"/>
                  <a:pt x="140169" y="22483"/>
                  <a:pt x="140178" y="23940"/>
                </a:cubicBezTo>
                <a:cubicBezTo>
                  <a:pt x="140186" y="25465"/>
                  <a:pt x="140450" y="26172"/>
                  <a:pt x="140808" y="25610"/>
                </a:cubicBezTo>
                <a:cubicBezTo>
                  <a:pt x="141873" y="23940"/>
                  <a:pt x="148569" y="21324"/>
                  <a:pt x="151832" y="21307"/>
                </a:cubicBezTo>
                <a:cubicBezTo>
                  <a:pt x="154584" y="21290"/>
                  <a:pt x="154916" y="21495"/>
                  <a:pt x="154686" y="23096"/>
                </a:cubicBezTo>
                <a:cubicBezTo>
                  <a:pt x="154303" y="25712"/>
                  <a:pt x="147419" y="29742"/>
                  <a:pt x="143151" y="29844"/>
                </a:cubicBezTo>
                <a:lnTo>
                  <a:pt x="139752" y="29920"/>
                </a:lnTo>
                <a:lnTo>
                  <a:pt x="139496" y="33959"/>
                </a:lnTo>
                <a:lnTo>
                  <a:pt x="139241" y="37997"/>
                </a:lnTo>
                <a:lnTo>
                  <a:pt x="141532" y="35816"/>
                </a:lnTo>
                <a:cubicBezTo>
                  <a:pt x="145630" y="31931"/>
                  <a:pt x="153204" y="29886"/>
                  <a:pt x="153204" y="32672"/>
                </a:cubicBezTo>
                <a:cubicBezTo>
                  <a:pt x="153204" y="35543"/>
                  <a:pt x="143049" y="43356"/>
                  <a:pt x="140979" y="42069"/>
                </a:cubicBezTo>
                <a:cubicBezTo>
                  <a:pt x="140076" y="41507"/>
                  <a:pt x="138925" y="43654"/>
                  <a:pt x="138261" y="47164"/>
                </a:cubicBezTo>
                <a:cubicBezTo>
                  <a:pt x="137741" y="49882"/>
                  <a:pt x="138338" y="50495"/>
                  <a:pt x="139931" y="48902"/>
                </a:cubicBezTo>
                <a:cubicBezTo>
                  <a:pt x="141669" y="47164"/>
                  <a:pt x="142810" y="49064"/>
                  <a:pt x="142427" y="53059"/>
                </a:cubicBezTo>
                <a:cubicBezTo>
                  <a:pt x="142035" y="57123"/>
                  <a:pt x="143543" y="60948"/>
                  <a:pt x="144523" y="58393"/>
                </a:cubicBezTo>
                <a:cubicBezTo>
                  <a:pt x="145119" y="56842"/>
                  <a:pt x="147198" y="56765"/>
                  <a:pt x="148067" y="58273"/>
                </a:cubicBezTo>
                <a:cubicBezTo>
                  <a:pt x="148424" y="58887"/>
                  <a:pt x="150307" y="59662"/>
                  <a:pt x="152258" y="59986"/>
                </a:cubicBezTo>
                <a:cubicBezTo>
                  <a:pt x="155666" y="60548"/>
                  <a:pt x="155760" y="60514"/>
                  <a:pt x="154874" y="58861"/>
                </a:cubicBezTo>
                <a:cubicBezTo>
                  <a:pt x="154345" y="57864"/>
                  <a:pt x="153153" y="57149"/>
                  <a:pt x="152045" y="57149"/>
                </a:cubicBezTo>
                <a:cubicBezTo>
                  <a:pt x="150853" y="57149"/>
                  <a:pt x="149046" y="55947"/>
                  <a:pt x="147266" y="53979"/>
                </a:cubicBezTo>
                <a:cubicBezTo>
                  <a:pt x="140084" y="46022"/>
                  <a:pt x="144702" y="43066"/>
                  <a:pt x="152352" y="50716"/>
                </a:cubicBezTo>
                <a:lnTo>
                  <a:pt x="154942" y="53306"/>
                </a:lnTo>
                <a:lnTo>
                  <a:pt x="154422" y="48501"/>
                </a:lnTo>
                <a:cubicBezTo>
                  <a:pt x="153988" y="44446"/>
                  <a:pt x="154201" y="43126"/>
                  <a:pt x="155794" y="40033"/>
                </a:cubicBezTo>
                <a:cubicBezTo>
                  <a:pt x="156833" y="38014"/>
                  <a:pt x="158230" y="36361"/>
                  <a:pt x="158903" y="36361"/>
                </a:cubicBezTo>
                <a:cubicBezTo>
                  <a:pt x="160744" y="36361"/>
                  <a:pt x="160633" y="46636"/>
                  <a:pt x="158767" y="48706"/>
                </a:cubicBezTo>
                <a:cubicBezTo>
                  <a:pt x="157106" y="50555"/>
                  <a:pt x="156092" y="54261"/>
                  <a:pt x="156901" y="55564"/>
                </a:cubicBezTo>
                <a:cubicBezTo>
                  <a:pt x="157251" y="56135"/>
                  <a:pt x="158026" y="54917"/>
                  <a:pt x="158810" y="52557"/>
                </a:cubicBezTo>
                <a:cubicBezTo>
                  <a:pt x="159798" y="49575"/>
                  <a:pt x="160531" y="48587"/>
                  <a:pt x="161757" y="48587"/>
                </a:cubicBezTo>
                <a:cubicBezTo>
                  <a:pt x="163240" y="48587"/>
                  <a:pt x="163385" y="49132"/>
                  <a:pt x="163385" y="54559"/>
                </a:cubicBezTo>
                <a:cubicBezTo>
                  <a:pt x="163385" y="59279"/>
                  <a:pt x="163095" y="60752"/>
                  <a:pt x="161979" y="61562"/>
                </a:cubicBezTo>
                <a:cubicBezTo>
                  <a:pt x="160778" y="62448"/>
                  <a:pt x="160726" y="62806"/>
                  <a:pt x="161672" y="64101"/>
                </a:cubicBezTo>
                <a:cubicBezTo>
                  <a:pt x="162711" y="65523"/>
                  <a:pt x="162848" y="65472"/>
                  <a:pt x="163989" y="63206"/>
                </a:cubicBezTo>
                <a:cubicBezTo>
                  <a:pt x="164654" y="61894"/>
                  <a:pt x="165838" y="58878"/>
                  <a:pt x="166605" y="56518"/>
                </a:cubicBezTo>
                <a:cubicBezTo>
                  <a:pt x="167993" y="52276"/>
                  <a:pt x="167993" y="52207"/>
                  <a:pt x="166247" y="50802"/>
                </a:cubicBezTo>
                <a:cubicBezTo>
                  <a:pt x="164909" y="49720"/>
                  <a:pt x="164381" y="48161"/>
                  <a:pt x="164032" y="44352"/>
                </a:cubicBezTo>
                <a:cubicBezTo>
                  <a:pt x="163785" y="41584"/>
                  <a:pt x="163802" y="38738"/>
                  <a:pt x="164083" y="38014"/>
                </a:cubicBezTo>
                <a:cubicBezTo>
                  <a:pt x="164961" y="35722"/>
                  <a:pt x="167619" y="38031"/>
                  <a:pt x="169305" y="42563"/>
                </a:cubicBezTo>
                <a:lnTo>
                  <a:pt x="170856" y="46721"/>
                </a:lnTo>
                <a:lnTo>
                  <a:pt x="171946" y="44097"/>
                </a:lnTo>
                <a:cubicBezTo>
                  <a:pt x="172815" y="41993"/>
                  <a:pt x="172832" y="41149"/>
                  <a:pt x="172023" y="39854"/>
                </a:cubicBezTo>
                <a:cubicBezTo>
                  <a:pt x="170209" y="36958"/>
                  <a:pt x="172756" y="28327"/>
                  <a:pt x="175005" y="29724"/>
                </a:cubicBezTo>
                <a:cubicBezTo>
                  <a:pt x="176317" y="30534"/>
                  <a:pt x="177024" y="36157"/>
                  <a:pt x="176129" y="38517"/>
                </a:cubicBezTo>
                <a:lnTo>
                  <a:pt x="175337" y="40604"/>
                </a:lnTo>
                <a:lnTo>
                  <a:pt x="178293" y="39096"/>
                </a:lnTo>
                <a:cubicBezTo>
                  <a:pt x="185279" y="35535"/>
                  <a:pt x="188772" y="38806"/>
                  <a:pt x="182570" y="43092"/>
                </a:cubicBezTo>
                <a:cubicBezTo>
                  <a:pt x="180415" y="44591"/>
                  <a:pt x="179333" y="45954"/>
                  <a:pt x="179307" y="47215"/>
                </a:cubicBezTo>
                <a:cubicBezTo>
                  <a:pt x="179290" y="48254"/>
                  <a:pt x="178924" y="49762"/>
                  <a:pt x="178498" y="50563"/>
                </a:cubicBezTo>
                <a:cubicBezTo>
                  <a:pt x="177748" y="51960"/>
                  <a:pt x="177884" y="51969"/>
                  <a:pt x="181284" y="50742"/>
                </a:cubicBezTo>
                <a:cubicBezTo>
                  <a:pt x="184402" y="49626"/>
                  <a:pt x="184853" y="49157"/>
                  <a:pt x="184794" y="47155"/>
                </a:cubicBezTo>
                <a:cubicBezTo>
                  <a:pt x="184691" y="43535"/>
                  <a:pt x="186370" y="42453"/>
                  <a:pt x="188261" y="44923"/>
                </a:cubicBezTo>
                <a:cubicBezTo>
                  <a:pt x="190118" y="47343"/>
                  <a:pt x="191481" y="52974"/>
                  <a:pt x="190621" y="54712"/>
                </a:cubicBezTo>
                <a:cubicBezTo>
                  <a:pt x="190289" y="55394"/>
                  <a:pt x="190519" y="56859"/>
                  <a:pt x="191141" y="57975"/>
                </a:cubicBezTo>
                <a:cubicBezTo>
                  <a:pt x="192214" y="59918"/>
                  <a:pt x="192257" y="59841"/>
                  <a:pt x="192291" y="56067"/>
                </a:cubicBezTo>
                <a:cubicBezTo>
                  <a:pt x="192308" y="52863"/>
                  <a:pt x="192563" y="52182"/>
                  <a:pt x="193654" y="52403"/>
                </a:cubicBezTo>
                <a:cubicBezTo>
                  <a:pt x="196039" y="52872"/>
                  <a:pt x="198357" y="56944"/>
                  <a:pt x="198510" y="60948"/>
                </a:cubicBezTo>
                <a:cubicBezTo>
                  <a:pt x="198604" y="63257"/>
                  <a:pt x="199123" y="64978"/>
                  <a:pt x="199839" y="65378"/>
                </a:cubicBezTo>
                <a:cubicBezTo>
                  <a:pt x="201313" y="66205"/>
                  <a:pt x="201398" y="64901"/>
                  <a:pt x="200316" y="58214"/>
                </a:cubicBezTo>
                <a:cubicBezTo>
                  <a:pt x="199643" y="54073"/>
                  <a:pt x="199200" y="53119"/>
                  <a:pt x="197828" y="52914"/>
                </a:cubicBezTo>
                <a:cubicBezTo>
                  <a:pt x="194131" y="52361"/>
                  <a:pt x="189181" y="42921"/>
                  <a:pt x="192052" y="41907"/>
                </a:cubicBezTo>
                <a:cubicBezTo>
                  <a:pt x="192580" y="41720"/>
                  <a:pt x="194506" y="42913"/>
                  <a:pt x="196337" y="44557"/>
                </a:cubicBezTo>
                <a:cubicBezTo>
                  <a:pt x="199592" y="47505"/>
                  <a:pt x="199651" y="47522"/>
                  <a:pt x="199651" y="45545"/>
                </a:cubicBezTo>
                <a:cubicBezTo>
                  <a:pt x="199651" y="44438"/>
                  <a:pt x="198748" y="42555"/>
                  <a:pt x="197649" y="41371"/>
                </a:cubicBezTo>
                <a:cubicBezTo>
                  <a:pt x="195613" y="39181"/>
                  <a:pt x="194174" y="34299"/>
                  <a:pt x="195111" y="32783"/>
                </a:cubicBezTo>
                <a:cubicBezTo>
                  <a:pt x="196014" y="31326"/>
                  <a:pt x="198041" y="32800"/>
                  <a:pt x="199754" y="36157"/>
                </a:cubicBezTo>
                <a:lnTo>
                  <a:pt x="201415" y="39411"/>
                </a:lnTo>
                <a:lnTo>
                  <a:pt x="204030" y="36872"/>
                </a:lnTo>
                <a:cubicBezTo>
                  <a:pt x="208435" y="32604"/>
                  <a:pt x="210411" y="33873"/>
                  <a:pt x="208000" y="39411"/>
                </a:cubicBezTo>
                <a:cubicBezTo>
                  <a:pt x="206808" y="42129"/>
                  <a:pt x="206654" y="43466"/>
                  <a:pt x="207268" y="45562"/>
                </a:cubicBezTo>
                <a:lnTo>
                  <a:pt x="208052" y="48246"/>
                </a:lnTo>
                <a:lnTo>
                  <a:pt x="210164" y="46235"/>
                </a:lnTo>
                <a:cubicBezTo>
                  <a:pt x="212746" y="43782"/>
                  <a:pt x="216767" y="42572"/>
                  <a:pt x="216767" y="44242"/>
                </a:cubicBezTo>
                <a:cubicBezTo>
                  <a:pt x="216767" y="44864"/>
                  <a:pt x="216188" y="46193"/>
                  <a:pt x="215489" y="47189"/>
                </a:cubicBezTo>
                <a:cubicBezTo>
                  <a:pt x="214799" y="48186"/>
                  <a:pt x="214416" y="49302"/>
                  <a:pt x="214646" y="49686"/>
                </a:cubicBezTo>
                <a:cubicBezTo>
                  <a:pt x="214876" y="50060"/>
                  <a:pt x="215157" y="52719"/>
                  <a:pt x="215267" y="55590"/>
                </a:cubicBezTo>
                <a:lnTo>
                  <a:pt x="215463" y="60812"/>
                </a:lnTo>
                <a:lnTo>
                  <a:pt x="218760" y="61008"/>
                </a:lnTo>
                <a:cubicBezTo>
                  <a:pt x="225891" y="61425"/>
                  <a:pt x="229009" y="64765"/>
                  <a:pt x="223693" y="66282"/>
                </a:cubicBezTo>
                <a:cubicBezTo>
                  <a:pt x="220822" y="67099"/>
                  <a:pt x="215302" y="66443"/>
                  <a:pt x="213674" y="65097"/>
                </a:cubicBezTo>
                <a:cubicBezTo>
                  <a:pt x="212771" y="64348"/>
                  <a:pt x="212209" y="64578"/>
                  <a:pt x="210999" y="66145"/>
                </a:cubicBezTo>
                <a:cubicBezTo>
                  <a:pt x="210156" y="67244"/>
                  <a:pt x="209457" y="68326"/>
                  <a:pt x="209449" y="68556"/>
                </a:cubicBezTo>
                <a:cubicBezTo>
                  <a:pt x="209432" y="68778"/>
                  <a:pt x="211536" y="68863"/>
                  <a:pt x="214109" y="68735"/>
                </a:cubicBezTo>
                <a:cubicBezTo>
                  <a:pt x="216690" y="68607"/>
                  <a:pt x="219314" y="68846"/>
                  <a:pt x="219936" y="69263"/>
                </a:cubicBezTo>
                <a:cubicBezTo>
                  <a:pt x="221853" y="70533"/>
                  <a:pt x="220260" y="72569"/>
                  <a:pt x="216588" y="73557"/>
                </a:cubicBezTo>
                <a:lnTo>
                  <a:pt x="213095" y="74486"/>
                </a:lnTo>
                <a:lnTo>
                  <a:pt x="213095" y="78856"/>
                </a:lnTo>
                <a:cubicBezTo>
                  <a:pt x="213095" y="81259"/>
                  <a:pt x="213206" y="83218"/>
                  <a:pt x="213342" y="83218"/>
                </a:cubicBezTo>
                <a:cubicBezTo>
                  <a:pt x="213478" y="83218"/>
                  <a:pt x="214646" y="82077"/>
                  <a:pt x="215923" y="80671"/>
                </a:cubicBezTo>
                <a:cubicBezTo>
                  <a:pt x="218437" y="77919"/>
                  <a:pt x="225482" y="75449"/>
                  <a:pt x="226931" y="76812"/>
                </a:cubicBezTo>
                <a:cubicBezTo>
                  <a:pt x="228873" y="78635"/>
                  <a:pt x="222253" y="84036"/>
                  <a:pt x="218070" y="84045"/>
                </a:cubicBezTo>
                <a:cubicBezTo>
                  <a:pt x="216579" y="84045"/>
                  <a:pt x="214535" y="84880"/>
                  <a:pt x="213095" y="86072"/>
                </a:cubicBezTo>
                <a:lnTo>
                  <a:pt x="210650" y="88100"/>
                </a:lnTo>
                <a:lnTo>
                  <a:pt x="213683" y="86882"/>
                </a:lnTo>
                <a:cubicBezTo>
                  <a:pt x="217832" y="85220"/>
                  <a:pt x="221035" y="85271"/>
                  <a:pt x="220694" y="87001"/>
                </a:cubicBezTo>
                <a:cubicBezTo>
                  <a:pt x="220260" y="89190"/>
                  <a:pt x="214688" y="93161"/>
                  <a:pt x="211732" y="93391"/>
                </a:cubicBezTo>
                <a:cubicBezTo>
                  <a:pt x="209926" y="93535"/>
                  <a:pt x="208929" y="94072"/>
                  <a:pt x="208742" y="95018"/>
                </a:cubicBezTo>
                <a:cubicBezTo>
                  <a:pt x="208503" y="96210"/>
                  <a:pt x="208869" y="96338"/>
                  <a:pt x="211153" y="95836"/>
                </a:cubicBezTo>
                <a:cubicBezTo>
                  <a:pt x="212635" y="95503"/>
                  <a:pt x="215421" y="94566"/>
                  <a:pt x="217338" y="93740"/>
                </a:cubicBezTo>
                <a:cubicBezTo>
                  <a:pt x="220013" y="92598"/>
                  <a:pt x="220839" y="91797"/>
                  <a:pt x="220839" y="90375"/>
                </a:cubicBezTo>
                <a:cubicBezTo>
                  <a:pt x="220839" y="87044"/>
                  <a:pt x="228200" y="80484"/>
                  <a:pt x="229963" y="82247"/>
                </a:cubicBezTo>
                <a:cubicBezTo>
                  <a:pt x="230619" y="82895"/>
                  <a:pt x="230304" y="84266"/>
                  <a:pt x="228822" y="87274"/>
                </a:cubicBezTo>
                <a:cubicBezTo>
                  <a:pt x="226854" y="91244"/>
                  <a:pt x="226837" y="91388"/>
                  <a:pt x="228438" y="90877"/>
                </a:cubicBezTo>
                <a:cubicBezTo>
                  <a:pt x="229359" y="90588"/>
                  <a:pt x="231250" y="89139"/>
                  <a:pt x="232647" y="87657"/>
                </a:cubicBezTo>
                <a:cubicBezTo>
                  <a:pt x="235084" y="85067"/>
                  <a:pt x="239113" y="83295"/>
                  <a:pt x="240161" y="84343"/>
                </a:cubicBezTo>
                <a:cubicBezTo>
                  <a:pt x="241081" y="85263"/>
                  <a:pt x="238815" y="88935"/>
                  <a:pt x="236736" y="89881"/>
                </a:cubicBezTo>
                <a:cubicBezTo>
                  <a:pt x="234308" y="90988"/>
                  <a:pt x="234129" y="91900"/>
                  <a:pt x="236191" y="92556"/>
                </a:cubicBezTo>
                <a:cubicBezTo>
                  <a:pt x="237017" y="92811"/>
                  <a:pt x="238568" y="93961"/>
                  <a:pt x="239633" y="95094"/>
                </a:cubicBezTo>
                <a:cubicBezTo>
                  <a:pt x="241235" y="96798"/>
                  <a:pt x="241371" y="97284"/>
                  <a:pt x="240408" y="97880"/>
                </a:cubicBezTo>
                <a:cubicBezTo>
                  <a:pt x="239181" y="98639"/>
                  <a:pt x="235237" y="98144"/>
                  <a:pt x="232860" y="96935"/>
                </a:cubicBezTo>
                <a:cubicBezTo>
                  <a:pt x="231940" y="96466"/>
                  <a:pt x="231429" y="96509"/>
                  <a:pt x="231429" y="97071"/>
                </a:cubicBezTo>
                <a:cubicBezTo>
                  <a:pt x="231429" y="97540"/>
                  <a:pt x="230543" y="98272"/>
                  <a:pt x="229452" y="98681"/>
                </a:cubicBezTo>
                <a:lnTo>
                  <a:pt x="227467" y="99439"/>
                </a:lnTo>
                <a:lnTo>
                  <a:pt x="230798" y="102770"/>
                </a:lnTo>
                <a:cubicBezTo>
                  <a:pt x="234513" y="106485"/>
                  <a:pt x="234223" y="108462"/>
                  <a:pt x="230159" y="107107"/>
                </a:cubicBezTo>
                <a:cubicBezTo>
                  <a:pt x="228081" y="106417"/>
                  <a:pt x="222373" y="107703"/>
                  <a:pt x="219485" y="109526"/>
                </a:cubicBezTo>
                <a:cubicBezTo>
                  <a:pt x="218965" y="109850"/>
                  <a:pt x="218045" y="109927"/>
                  <a:pt x="217448" y="109697"/>
                </a:cubicBezTo>
                <a:cubicBezTo>
                  <a:pt x="216588" y="109365"/>
                  <a:pt x="216401" y="110387"/>
                  <a:pt x="216579" y="114383"/>
                </a:cubicBezTo>
                <a:cubicBezTo>
                  <a:pt x="216818" y="119716"/>
                  <a:pt x="216000" y="122152"/>
                  <a:pt x="214322" y="121121"/>
                </a:cubicBezTo>
                <a:cubicBezTo>
                  <a:pt x="211817" y="119571"/>
                  <a:pt x="209917" y="110097"/>
                  <a:pt x="211877" y="108887"/>
                </a:cubicBezTo>
                <a:cubicBezTo>
                  <a:pt x="213342" y="107984"/>
                  <a:pt x="212729" y="107141"/>
                  <a:pt x="209994" y="106298"/>
                </a:cubicBezTo>
                <a:lnTo>
                  <a:pt x="207302" y="105471"/>
                </a:lnTo>
                <a:lnTo>
                  <a:pt x="208452" y="110004"/>
                </a:lnTo>
                <a:cubicBezTo>
                  <a:pt x="209312" y="113386"/>
                  <a:pt x="209381" y="114902"/>
                  <a:pt x="208699" y="115976"/>
                </a:cubicBezTo>
                <a:cubicBezTo>
                  <a:pt x="208205" y="116777"/>
                  <a:pt x="207796" y="118455"/>
                  <a:pt x="207796" y="119707"/>
                </a:cubicBezTo>
                <a:cubicBezTo>
                  <a:pt x="207796" y="120968"/>
                  <a:pt x="207123" y="123328"/>
                  <a:pt x="206288" y="124947"/>
                </a:cubicBezTo>
                <a:lnTo>
                  <a:pt x="204780" y="127911"/>
                </a:lnTo>
                <a:lnTo>
                  <a:pt x="206748" y="127162"/>
                </a:lnTo>
                <a:cubicBezTo>
                  <a:pt x="209432" y="126139"/>
                  <a:pt x="214918" y="126216"/>
                  <a:pt x="215574" y="127281"/>
                </a:cubicBezTo>
                <a:cubicBezTo>
                  <a:pt x="216392" y="128602"/>
                  <a:pt x="213581" y="131209"/>
                  <a:pt x="210275" y="132205"/>
                </a:cubicBezTo>
                <a:cubicBezTo>
                  <a:pt x="208230" y="132819"/>
                  <a:pt x="207285" y="133594"/>
                  <a:pt x="207191" y="134727"/>
                </a:cubicBezTo>
                <a:cubicBezTo>
                  <a:pt x="207123" y="135630"/>
                  <a:pt x="206510" y="136993"/>
                  <a:pt x="205828" y="137743"/>
                </a:cubicBezTo>
                <a:cubicBezTo>
                  <a:pt x="204678" y="139012"/>
                  <a:pt x="204933" y="139123"/>
                  <a:pt x="209159" y="139225"/>
                </a:cubicBezTo>
                <a:cubicBezTo>
                  <a:pt x="216179" y="139387"/>
                  <a:pt x="218428" y="142727"/>
                  <a:pt x="212286" y="143877"/>
                </a:cubicBezTo>
                <a:cubicBezTo>
                  <a:pt x="210616" y="144192"/>
                  <a:pt x="209432" y="144891"/>
                  <a:pt x="209432" y="145572"/>
                </a:cubicBezTo>
                <a:cubicBezTo>
                  <a:pt x="209432" y="146211"/>
                  <a:pt x="208333" y="147983"/>
                  <a:pt x="206987" y="149508"/>
                </a:cubicBezTo>
                <a:cubicBezTo>
                  <a:pt x="205641" y="151042"/>
                  <a:pt x="204542" y="152686"/>
                  <a:pt x="204542" y="153155"/>
                </a:cubicBezTo>
                <a:cubicBezTo>
                  <a:pt x="204542" y="153623"/>
                  <a:pt x="203860" y="154228"/>
                  <a:pt x="203034" y="154484"/>
                </a:cubicBezTo>
                <a:cubicBezTo>
                  <a:pt x="201722" y="154901"/>
                  <a:pt x="201969" y="155438"/>
                  <a:pt x="204993" y="158692"/>
                </a:cubicBezTo>
                <a:cubicBezTo>
                  <a:pt x="206901" y="160737"/>
                  <a:pt x="209074" y="163148"/>
                  <a:pt x="209832" y="164043"/>
                </a:cubicBezTo>
                <a:cubicBezTo>
                  <a:pt x="211647" y="166207"/>
                  <a:pt x="212388" y="165321"/>
                  <a:pt x="210735" y="162952"/>
                </a:cubicBezTo>
                <a:cubicBezTo>
                  <a:pt x="209048" y="160550"/>
                  <a:pt x="208912" y="152490"/>
                  <a:pt x="210548" y="152490"/>
                </a:cubicBezTo>
                <a:cubicBezTo>
                  <a:pt x="212269" y="152490"/>
                  <a:pt x="213487" y="154407"/>
                  <a:pt x="214254" y="158309"/>
                </a:cubicBezTo>
                <a:cubicBezTo>
                  <a:pt x="214637" y="160260"/>
                  <a:pt x="214995" y="161402"/>
                  <a:pt x="215046" y="160839"/>
                </a:cubicBezTo>
                <a:cubicBezTo>
                  <a:pt x="215089" y="160286"/>
                  <a:pt x="215676" y="159825"/>
                  <a:pt x="216332" y="159825"/>
                </a:cubicBezTo>
                <a:cubicBezTo>
                  <a:pt x="218079" y="159825"/>
                  <a:pt x="220021" y="164102"/>
                  <a:pt x="220021" y="167936"/>
                </a:cubicBezTo>
                <a:cubicBezTo>
                  <a:pt x="220021" y="169751"/>
                  <a:pt x="220388" y="171233"/>
                  <a:pt x="220839" y="171233"/>
                </a:cubicBezTo>
                <a:cubicBezTo>
                  <a:pt x="221751" y="171233"/>
                  <a:pt x="221879" y="168217"/>
                  <a:pt x="221137" y="163761"/>
                </a:cubicBezTo>
                <a:cubicBezTo>
                  <a:pt x="220822" y="161819"/>
                  <a:pt x="220124" y="160643"/>
                  <a:pt x="219152" y="160388"/>
                </a:cubicBezTo>
                <a:cubicBezTo>
                  <a:pt x="217261" y="159894"/>
                  <a:pt x="214220" y="155029"/>
                  <a:pt x="214509" y="152959"/>
                </a:cubicBezTo>
                <a:cubicBezTo>
                  <a:pt x="214859" y="150463"/>
                  <a:pt x="216562" y="150539"/>
                  <a:pt x="219203" y="153172"/>
                </a:cubicBezTo>
                <a:cubicBezTo>
                  <a:pt x="221248" y="155216"/>
                  <a:pt x="221648" y="155378"/>
                  <a:pt x="221648" y="154117"/>
                </a:cubicBezTo>
                <a:cubicBezTo>
                  <a:pt x="221648" y="153282"/>
                  <a:pt x="221052" y="152005"/>
                  <a:pt x="220328" y="151280"/>
                </a:cubicBezTo>
                <a:cubicBezTo>
                  <a:pt x="219595" y="150548"/>
                  <a:pt x="218812" y="148324"/>
                  <a:pt x="218590" y="146331"/>
                </a:cubicBezTo>
                <a:cubicBezTo>
                  <a:pt x="218249" y="143349"/>
                  <a:pt x="218420" y="142710"/>
                  <a:pt x="219519" y="142710"/>
                </a:cubicBezTo>
                <a:cubicBezTo>
                  <a:pt x="220260" y="142710"/>
                  <a:pt x="221470" y="143979"/>
                  <a:pt x="222202" y="145521"/>
                </a:cubicBezTo>
                <a:lnTo>
                  <a:pt x="223548" y="148333"/>
                </a:lnTo>
                <a:lnTo>
                  <a:pt x="225925" y="146331"/>
                </a:lnTo>
                <a:cubicBezTo>
                  <a:pt x="229572" y="143264"/>
                  <a:pt x="231054" y="145257"/>
                  <a:pt x="228626" y="149960"/>
                </a:cubicBezTo>
                <a:cubicBezTo>
                  <a:pt x="227970" y="151212"/>
                  <a:pt x="227638" y="152984"/>
                  <a:pt x="227876" y="153887"/>
                </a:cubicBezTo>
                <a:cubicBezTo>
                  <a:pt x="228302" y="155540"/>
                  <a:pt x="228311" y="155540"/>
                  <a:pt x="231446" y="153819"/>
                </a:cubicBezTo>
                <a:cubicBezTo>
                  <a:pt x="235109" y="151817"/>
                  <a:pt x="236208" y="152396"/>
                  <a:pt x="234683" y="155540"/>
                </a:cubicBezTo>
                <a:cubicBezTo>
                  <a:pt x="234078" y="156775"/>
                  <a:pt x="233635" y="157994"/>
                  <a:pt x="233686" y="158258"/>
                </a:cubicBezTo>
                <a:cubicBezTo>
                  <a:pt x="233737" y="158513"/>
                  <a:pt x="233865" y="160635"/>
                  <a:pt x="233976" y="162961"/>
                </a:cubicBezTo>
                <a:cubicBezTo>
                  <a:pt x="234146" y="166786"/>
                  <a:pt x="234376" y="167246"/>
                  <a:pt x="236259" y="167646"/>
                </a:cubicBezTo>
                <a:cubicBezTo>
                  <a:pt x="239940" y="168422"/>
                  <a:pt x="242027" y="169538"/>
                  <a:pt x="242027" y="170722"/>
                </a:cubicBezTo>
                <a:cubicBezTo>
                  <a:pt x="242027" y="173082"/>
                  <a:pt x="234589" y="173763"/>
                  <a:pt x="232221" y="171616"/>
                </a:cubicBezTo>
                <a:cubicBezTo>
                  <a:pt x="230969" y="170483"/>
                  <a:pt x="230722" y="170543"/>
                  <a:pt x="229589" y="172272"/>
                </a:cubicBezTo>
                <a:lnTo>
                  <a:pt x="228336" y="174181"/>
                </a:lnTo>
                <a:lnTo>
                  <a:pt x="232374" y="174240"/>
                </a:lnTo>
                <a:cubicBezTo>
                  <a:pt x="234589" y="174274"/>
                  <a:pt x="236626" y="174530"/>
                  <a:pt x="236898" y="174803"/>
                </a:cubicBezTo>
                <a:cubicBezTo>
                  <a:pt x="238202" y="176098"/>
                  <a:pt x="235118" y="182445"/>
                  <a:pt x="231548" y="185818"/>
                </a:cubicBezTo>
                <a:cubicBezTo>
                  <a:pt x="229469" y="187795"/>
                  <a:pt x="228745" y="188775"/>
                  <a:pt x="229938" y="188008"/>
                </a:cubicBezTo>
                <a:cubicBezTo>
                  <a:pt x="231139" y="187241"/>
                  <a:pt x="232749" y="186730"/>
                  <a:pt x="233516" y="186866"/>
                </a:cubicBezTo>
                <a:cubicBezTo>
                  <a:pt x="234479" y="187045"/>
                  <a:pt x="235203" y="186295"/>
                  <a:pt x="235825" y="184498"/>
                </a:cubicBezTo>
                <a:cubicBezTo>
                  <a:pt x="236319" y="183058"/>
                  <a:pt x="237333" y="181278"/>
                  <a:pt x="238074" y="180536"/>
                </a:cubicBezTo>
                <a:cubicBezTo>
                  <a:pt x="239326" y="179284"/>
                  <a:pt x="239488" y="179318"/>
                  <a:pt x="240391" y="181013"/>
                </a:cubicBezTo>
                <a:cubicBezTo>
                  <a:pt x="240928" y="182010"/>
                  <a:pt x="241209" y="183884"/>
                  <a:pt x="241022" y="185179"/>
                </a:cubicBezTo>
                <a:cubicBezTo>
                  <a:pt x="240698" y="187403"/>
                  <a:pt x="240757" y="187454"/>
                  <a:pt x="242163" y="186176"/>
                </a:cubicBezTo>
                <a:cubicBezTo>
                  <a:pt x="242981" y="185435"/>
                  <a:pt x="243654" y="184029"/>
                  <a:pt x="243654" y="183041"/>
                </a:cubicBezTo>
                <a:cubicBezTo>
                  <a:pt x="243654" y="181175"/>
                  <a:pt x="247019" y="176933"/>
                  <a:pt x="248502" y="176933"/>
                </a:cubicBezTo>
                <a:cubicBezTo>
                  <a:pt x="249805" y="176933"/>
                  <a:pt x="249524" y="181226"/>
                  <a:pt x="248093" y="183271"/>
                </a:cubicBezTo>
                <a:cubicBezTo>
                  <a:pt x="246832" y="185069"/>
                  <a:pt x="246857" y="185086"/>
                  <a:pt x="250538" y="185086"/>
                </a:cubicBezTo>
                <a:cubicBezTo>
                  <a:pt x="253622" y="185086"/>
                  <a:pt x="254252" y="185341"/>
                  <a:pt x="254252" y="186611"/>
                </a:cubicBezTo>
                <a:cubicBezTo>
                  <a:pt x="254252" y="187701"/>
                  <a:pt x="253272" y="188408"/>
                  <a:pt x="250785" y="189115"/>
                </a:cubicBezTo>
                <a:cubicBezTo>
                  <a:pt x="248876" y="189661"/>
                  <a:pt x="246661" y="190990"/>
                  <a:pt x="245861" y="192072"/>
                </a:cubicBezTo>
                <a:cubicBezTo>
                  <a:pt x="244395" y="194048"/>
                  <a:pt x="244395" y="194048"/>
                  <a:pt x="246789" y="194048"/>
                </a:cubicBezTo>
                <a:cubicBezTo>
                  <a:pt x="248101" y="194048"/>
                  <a:pt x="250044" y="194755"/>
                  <a:pt x="251100" y="195616"/>
                </a:cubicBezTo>
                <a:lnTo>
                  <a:pt x="253025" y="197183"/>
                </a:lnTo>
                <a:lnTo>
                  <a:pt x="250989" y="197942"/>
                </a:lnTo>
                <a:cubicBezTo>
                  <a:pt x="249865" y="198359"/>
                  <a:pt x="248544" y="198853"/>
                  <a:pt x="248042" y="199024"/>
                </a:cubicBezTo>
                <a:cubicBezTo>
                  <a:pt x="247539" y="199202"/>
                  <a:pt x="245503" y="200804"/>
                  <a:pt x="243509" y="202576"/>
                </a:cubicBezTo>
                <a:lnTo>
                  <a:pt x="239888" y="205814"/>
                </a:lnTo>
                <a:lnTo>
                  <a:pt x="241856" y="209324"/>
                </a:lnTo>
                <a:cubicBezTo>
                  <a:pt x="243859" y="212902"/>
                  <a:pt x="243807" y="215236"/>
                  <a:pt x="241729" y="215236"/>
                </a:cubicBezTo>
                <a:cubicBezTo>
                  <a:pt x="240093" y="215236"/>
                  <a:pt x="235510" y="209809"/>
                  <a:pt x="235510" y="207875"/>
                </a:cubicBezTo>
                <a:cubicBezTo>
                  <a:pt x="235510" y="206614"/>
                  <a:pt x="234947" y="206274"/>
                  <a:pt x="232911" y="206274"/>
                </a:cubicBezTo>
                <a:lnTo>
                  <a:pt x="230313" y="206274"/>
                </a:lnTo>
                <a:lnTo>
                  <a:pt x="232400" y="208514"/>
                </a:lnTo>
                <a:cubicBezTo>
                  <a:pt x="236430" y="212834"/>
                  <a:pt x="236915" y="215236"/>
                  <a:pt x="233772" y="215236"/>
                </a:cubicBezTo>
                <a:cubicBezTo>
                  <a:pt x="231931" y="215236"/>
                  <a:pt x="226539" y="210585"/>
                  <a:pt x="226539" y="208991"/>
                </a:cubicBezTo>
                <a:cubicBezTo>
                  <a:pt x="226539" y="208114"/>
                  <a:pt x="225695" y="207875"/>
                  <a:pt x="223233" y="208063"/>
                </a:cubicBezTo>
                <a:cubicBezTo>
                  <a:pt x="220030" y="208301"/>
                  <a:pt x="219868" y="208463"/>
                  <a:pt x="218002" y="213055"/>
                </a:cubicBezTo>
                <a:cubicBezTo>
                  <a:pt x="216486" y="216795"/>
                  <a:pt x="216341" y="217707"/>
                  <a:pt x="217312" y="217332"/>
                </a:cubicBezTo>
                <a:cubicBezTo>
                  <a:pt x="220251" y="216207"/>
                  <a:pt x="222322" y="215977"/>
                  <a:pt x="222790" y="216736"/>
                </a:cubicBezTo>
                <a:cubicBezTo>
                  <a:pt x="223668" y="218158"/>
                  <a:pt x="219212" y="222503"/>
                  <a:pt x="215983" y="223372"/>
                </a:cubicBezTo>
                <a:cubicBezTo>
                  <a:pt x="214279" y="223832"/>
                  <a:pt x="212405" y="224786"/>
                  <a:pt x="211817" y="225485"/>
                </a:cubicBezTo>
                <a:cubicBezTo>
                  <a:pt x="210940" y="226550"/>
                  <a:pt x="211255" y="226524"/>
                  <a:pt x="213768" y="225323"/>
                </a:cubicBezTo>
                <a:cubicBezTo>
                  <a:pt x="215923" y="224301"/>
                  <a:pt x="217031" y="224139"/>
                  <a:pt x="217661" y="224769"/>
                </a:cubicBezTo>
                <a:cubicBezTo>
                  <a:pt x="218283" y="225400"/>
                  <a:pt x="219314" y="224804"/>
                  <a:pt x="221265" y="222682"/>
                </a:cubicBezTo>
                <a:cubicBezTo>
                  <a:pt x="223412" y="220348"/>
                  <a:pt x="224204" y="219930"/>
                  <a:pt x="224997" y="220706"/>
                </a:cubicBezTo>
                <a:cubicBezTo>
                  <a:pt x="225789" y="221489"/>
                  <a:pt x="225729" y="222375"/>
                  <a:pt x="224724" y="224940"/>
                </a:cubicBezTo>
                <a:cubicBezTo>
                  <a:pt x="223489" y="228084"/>
                  <a:pt x="223497" y="228152"/>
                  <a:pt x="224997" y="227223"/>
                </a:cubicBezTo>
                <a:cubicBezTo>
                  <a:pt x="225849" y="226686"/>
                  <a:pt x="226539" y="226022"/>
                  <a:pt x="226539" y="225749"/>
                </a:cubicBezTo>
                <a:cubicBezTo>
                  <a:pt x="226539" y="224591"/>
                  <a:pt x="230952" y="220944"/>
                  <a:pt x="232357" y="220944"/>
                </a:cubicBezTo>
                <a:cubicBezTo>
                  <a:pt x="234342" y="220944"/>
                  <a:pt x="234283" y="222648"/>
                  <a:pt x="232221" y="225272"/>
                </a:cubicBezTo>
                <a:cubicBezTo>
                  <a:pt x="230628" y="227291"/>
                  <a:pt x="230619" y="227410"/>
                  <a:pt x="232059" y="228177"/>
                </a:cubicBezTo>
                <a:cubicBezTo>
                  <a:pt x="233226" y="228799"/>
                  <a:pt x="233789" y="228595"/>
                  <a:pt x="234632" y="227249"/>
                </a:cubicBezTo>
                <a:cubicBezTo>
                  <a:pt x="235680" y="225579"/>
                  <a:pt x="235740" y="225570"/>
                  <a:pt x="236830" y="227053"/>
                </a:cubicBezTo>
                <a:cubicBezTo>
                  <a:pt x="237443" y="227896"/>
                  <a:pt x="237946" y="229430"/>
                  <a:pt x="237946" y="230452"/>
                </a:cubicBezTo>
                <a:cubicBezTo>
                  <a:pt x="237946" y="232309"/>
                  <a:pt x="237972" y="232309"/>
                  <a:pt x="240809" y="230963"/>
                </a:cubicBezTo>
                <a:cubicBezTo>
                  <a:pt x="244915" y="229004"/>
                  <a:pt x="246065" y="230478"/>
                  <a:pt x="243151" y="233945"/>
                </a:cubicBezTo>
                <a:cubicBezTo>
                  <a:pt x="241925" y="235402"/>
                  <a:pt x="240834" y="237429"/>
                  <a:pt x="240723" y="238452"/>
                </a:cubicBezTo>
                <a:cubicBezTo>
                  <a:pt x="240527" y="240300"/>
                  <a:pt x="240553" y="240309"/>
                  <a:pt x="243748" y="239048"/>
                </a:cubicBezTo>
                <a:cubicBezTo>
                  <a:pt x="246304" y="238043"/>
                  <a:pt x="247173" y="237992"/>
                  <a:pt x="247965" y="238793"/>
                </a:cubicBezTo>
                <a:cubicBezTo>
                  <a:pt x="248740" y="239585"/>
                  <a:pt x="248595" y="240087"/>
                  <a:pt x="247275" y="241169"/>
                </a:cubicBezTo>
                <a:cubicBezTo>
                  <a:pt x="246355" y="241919"/>
                  <a:pt x="245051" y="244518"/>
                  <a:pt x="244378" y="246946"/>
                </a:cubicBezTo>
                <a:lnTo>
                  <a:pt x="243151" y="251350"/>
                </a:lnTo>
                <a:lnTo>
                  <a:pt x="247590" y="253685"/>
                </a:lnTo>
                <a:lnTo>
                  <a:pt x="252029" y="256019"/>
                </a:lnTo>
                <a:lnTo>
                  <a:pt x="256067" y="254000"/>
                </a:lnTo>
                <a:lnTo>
                  <a:pt x="260105" y="251989"/>
                </a:lnTo>
                <a:lnTo>
                  <a:pt x="257311" y="250831"/>
                </a:lnTo>
                <a:cubicBezTo>
                  <a:pt x="254397" y="249604"/>
                  <a:pt x="250989" y="245957"/>
                  <a:pt x="250989" y="244058"/>
                </a:cubicBezTo>
                <a:cubicBezTo>
                  <a:pt x="250989" y="242609"/>
                  <a:pt x="252455" y="242652"/>
                  <a:pt x="255385" y="244185"/>
                </a:cubicBezTo>
                <a:cubicBezTo>
                  <a:pt x="258350" y="245727"/>
                  <a:pt x="259151" y="245097"/>
                  <a:pt x="256731" y="243137"/>
                </a:cubicBezTo>
                <a:cubicBezTo>
                  <a:pt x="255470" y="242124"/>
                  <a:pt x="254763" y="240454"/>
                  <a:pt x="254465" y="237821"/>
                </a:cubicBezTo>
                <a:cubicBezTo>
                  <a:pt x="254227" y="235708"/>
                  <a:pt x="254295" y="233979"/>
                  <a:pt x="254601" y="233979"/>
                </a:cubicBezTo>
                <a:cubicBezTo>
                  <a:pt x="256160" y="233979"/>
                  <a:pt x="258205" y="235811"/>
                  <a:pt x="259117" y="238009"/>
                </a:cubicBezTo>
                <a:cubicBezTo>
                  <a:pt x="260182" y="240565"/>
                  <a:pt x="261579" y="240650"/>
                  <a:pt x="261579" y="238162"/>
                </a:cubicBezTo>
                <a:cubicBezTo>
                  <a:pt x="261579" y="236058"/>
                  <a:pt x="266886" y="231210"/>
                  <a:pt x="268514" y="231832"/>
                </a:cubicBezTo>
                <a:cubicBezTo>
                  <a:pt x="270039" y="232420"/>
                  <a:pt x="269536" y="235087"/>
                  <a:pt x="267449" y="237472"/>
                </a:cubicBezTo>
                <a:cubicBezTo>
                  <a:pt x="266299" y="238784"/>
                  <a:pt x="266290" y="239040"/>
                  <a:pt x="267440" y="240190"/>
                </a:cubicBezTo>
                <a:cubicBezTo>
                  <a:pt x="268590" y="241331"/>
                  <a:pt x="268761" y="241186"/>
                  <a:pt x="269238" y="238614"/>
                </a:cubicBezTo>
                <a:cubicBezTo>
                  <a:pt x="270252" y="233212"/>
                  <a:pt x="273804" y="232548"/>
                  <a:pt x="273804" y="237762"/>
                </a:cubicBezTo>
                <a:cubicBezTo>
                  <a:pt x="273804" y="241485"/>
                  <a:pt x="275269" y="241008"/>
                  <a:pt x="276709" y="236816"/>
                </a:cubicBezTo>
                <a:cubicBezTo>
                  <a:pt x="277868" y="233451"/>
                  <a:pt x="280015" y="231244"/>
                  <a:pt x="281335" y="232062"/>
                </a:cubicBezTo>
                <a:cubicBezTo>
                  <a:pt x="282102" y="232539"/>
                  <a:pt x="281863" y="234788"/>
                  <a:pt x="280773" y="237387"/>
                </a:cubicBezTo>
                <a:cubicBezTo>
                  <a:pt x="280296" y="238520"/>
                  <a:pt x="280747" y="238810"/>
                  <a:pt x="283312" y="239023"/>
                </a:cubicBezTo>
                <a:cubicBezTo>
                  <a:pt x="287563" y="239372"/>
                  <a:pt x="287444" y="241374"/>
                  <a:pt x="283082" y="242882"/>
                </a:cubicBezTo>
                <a:cubicBezTo>
                  <a:pt x="281233" y="243521"/>
                  <a:pt x="279308" y="244714"/>
                  <a:pt x="278796" y="245531"/>
                </a:cubicBezTo>
                <a:cubicBezTo>
                  <a:pt x="277979" y="246835"/>
                  <a:pt x="278140" y="247022"/>
                  <a:pt x="280160" y="247022"/>
                </a:cubicBezTo>
                <a:cubicBezTo>
                  <a:pt x="282928" y="247022"/>
                  <a:pt x="285689" y="248854"/>
                  <a:pt x="284879" y="250158"/>
                </a:cubicBezTo>
                <a:cubicBezTo>
                  <a:pt x="284564" y="250669"/>
                  <a:pt x="283499" y="251103"/>
                  <a:pt x="282519" y="251112"/>
                </a:cubicBezTo>
                <a:cubicBezTo>
                  <a:pt x="281540" y="251129"/>
                  <a:pt x="279205" y="252534"/>
                  <a:pt x="277331" y="254255"/>
                </a:cubicBezTo>
                <a:lnTo>
                  <a:pt x="273940" y="257365"/>
                </a:lnTo>
                <a:lnTo>
                  <a:pt x="275499" y="259733"/>
                </a:lnTo>
                <a:cubicBezTo>
                  <a:pt x="277416" y="262639"/>
                  <a:pt x="277561" y="265765"/>
                  <a:pt x="275781" y="265765"/>
                </a:cubicBezTo>
                <a:cubicBezTo>
                  <a:pt x="273923" y="265765"/>
                  <a:pt x="269732" y="261292"/>
                  <a:pt x="269732" y="259307"/>
                </a:cubicBezTo>
                <a:cubicBezTo>
                  <a:pt x="269732" y="258021"/>
                  <a:pt x="269212" y="257612"/>
                  <a:pt x="267611" y="257612"/>
                </a:cubicBezTo>
                <a:lnTo>
                  <a:pt x="265489" y="257612"/>
                </a:lnTo>
                <a:lnTo>
                  <a:pt x="268019" y="260492"/>
                </a:lnTo>
                <a:cubicBezTo>
                  <a:pt x="269408" y="262076"/>
                  <a:pt x="270550" y="263738"/>
                  <a:pt x="270550" y="264189"/>
                </a:cubicBezTo>
                <a:cubicBezTo>
                  <a:pt x="270550" y="266745"/>
                  <a:pt x="264475" y="264990"/>
                  <a:pt x="262226" y="261778"/>
                </a:cubicBezTo>
                <a:cubicBezTo>
                  <a:pt x="261178" y="260279"/>
                  <a:pt x="261076" y="260287"/>
                  <a:pt x="258716" y="262178"/>
                </a:cubicBezTo>
                <a:cubicBezTo>
                  <a:pt x="256271" y="264129"/>
                  <a:pt x="256586" y="264479"/>
                  <a:pt x="260497" y="264172"/>
                </a:cubicBezTo>
                <a:cubicBezTo>
                  <a:pt x="263291" y="263951"/>
                  <a:pt x="269067" y="267239"/>
                  <a:pt x="268735" y="268858"/>
                </a:cubicBezTo>
                <a:cubicBezTo>
                  <a:pt x="268284" y="271107"/>
                  <a:pt x="262320" y="270570"/>
                  <a:pt x="258520" y="267938"/>
                </a:cubicBezTo>
                <a:cubicBezTo>
                  <a:pt x="256791" y="266736"/>
                  <a:pt x="254670" y="265765"/>
                  <a:pt x="253801" y="265774"/>
                </a:cubicBezTo>
                <a:cubicBezTo>
                  <a:pt x="252710" y="265782"/>
                  <a:pt x="253230" y="266362"/>
                  <a:pt x="255470" y="267631"/>
                </a:cubicBezTo>
                <a:cubicBezTo>
                  <a:pt x="259526" y="269931"/>
                  <a:pt x="259730" y="271780"/>
                  <a:pt x="255965" y="272138"/>
                </a:cubicBezTo>
                <a:cubicBezTo>
                  <a:pt x="252429" y="272479"/>
                  <a:pt x="249814" y="271806"/>
                  <a:pt x="248144" y="270127"/>
                </a:cubicBezTo>
                <a:cubicBezTo>
                  <a:pt x="247275" y="269267"/>
                  <a:pt x="246534" y="269079"/>
                  <a:pt x="246014" y="269599"/>
                </a:cubicBezTo>
                <a:cubicBezTo>
                  <a:pt x="244975" y="270630"/>
                  <a:pt x="246321" y="271737"/>
                  <a:pt x="251117" y="273791"/>
                </a:cubicBezTo>
                <a:cubicBezTo>
                  <a:pt x="254499" y="275239"/>
                  <a:pt x="254985" y="275273"/>
                  <a:pt x="256126" y="274131"/>
                </a:cubicBezTo>
                <a:cubicBezTo>
                  <a:pt x="257600" y="272657"/>
                  <a:pt x="264731" y="271857"/>
                  <a:pt x="266384" y="272973"/>
                </a:cubicBezTo>
                <a:cubicBezTo>
                  <a:pt x="268335" y="274293"/>
                  <a:pt x="266682" y="276304"/>
                  <a:pt x="262789" y="277343"/>
                </a:cubicBezTo>
                <a:cubicBezTo>
                  <a:pt x="259662" y="278187"/>
                  <a:pt x="259253" y="278502"/>
                  <a:pt x="260326" y="279286"/>
                </a:cubicBezTo>
                <a:cubicBezTo>
                  <a:pt x="261059" y="279822"/>
                  <a:pt x="263112" y="280052"/>
                  <a:pt x="265072" y="279839"/>
                </a:cubicBezTo>
                <a:cubicBezTo>
                  <a:pt x="267721" y="279533"/>
                  <a:pt x="268999" y="279831"/>
                  <a:pt x="270558" y="281092"/>
                </a:cubicBezTo>
                <a:cubicBezTo>
                  <a:pt x="273157" y="283196"/>
                  <a:pt x="272202" y="284099"/>
                  <a:pt x="267355" y="284099"/>
                </a:cubicBezTo>
                <a:lnTo>
                  <a:pt x="263479" y="284099"/>
                </a:lnTo>
                <a:lnTo>
                  <a:pt x="264194" y="287294"/>
                </a:lnTo>
                <a:cubicBezTo>
                  <a:pt x="264739" y="289705"/>
                  <a:pt x="264629" y="290770"/>
                  <a:pt x="263768" y="291630"/>
                </a:cubicBezTo>
                <a:cubicBezTo>
                  <a:pt x="262601" y="292798"/>
                  <a:pt x="261766" y="292116"/>
                  <a:pt x="258733" y="287524"/>
                </a:cubicBezTo>
                <a:cubicBezTo>
                  <a:pt x="258282" y="286842"/>
                  <a:pt x="257089" y="286042"/>
                  <a:pt x="256084" y="285743"/>
                </a:cubicBezTo>
                <a:cubicBezTo>
                  <a:pt x="254431" y="285258"/>
                  <a:pt x="254252" y="285488"/>
                  <a:pt x="254252" y="288052"/>
                </a:cubicBezTo>
                <a:cubicBezTo>
                  <a:pt x="254252" y="293232"/>
                  <a:pt x="252105" y="295396"/>
                  <a:pt x="250504" y="291826"/>
                </a:cubicBezTo>
                <a:cubicBezTo>
                  <a:pt x="250095" y="290923"/>
                  <a:pt x="247777" y="288998"/>
                  <a:pt x="245349" y="287541"/>
                </a:cubicBezTo>
                <a:lnTo>
                  <a:pt x="240936" y="284891"/>
                </a:lnTo>
                <a:lnTo>
                  <a:pt x="237529" y="288495"/>
                </a:lnTo>
                <a:cubicBezTo>
                  <a:pt x="235101" y="291060"/>
                  <a:pt x="233712" y="291954"/>
                  <a:pt x="232715" y="291571"/>
                </a:cubicBezTo>
                <a:cubicBezTo>
                  <a:pt x="231710" y="291179"/>
                  <a:pt x="231471" y="290514"/>
                  <a:pt x="231863" y="289194"/>
                </a:cubicBezTo>
                <a:cubicBezTo>
                  <a:pt x="232749" y="286178"/>
                  <a:pt x="236259" y="281245"/>
                  <a:pt x="237503" y="281245"/>
                </a:cubicBezTo>
                <a:cubicBezTo>
                  <a:pt x="239173" y="281245"/>
                  <a:pt x="239684" y="280044"/>
                  <a:pt x="238909" y="277940"/>
                </a:cubicBezTo>
                <a:cubicBezTo>
                  <a:pt x="238253" y="276167"/>
                  <a:pt x="238176" y="276202"/>
                  <a:pt x="236489" y="278936"/>
                </a:cubicBezTo>
                <a:cubicBezTo>
                  <a:pt x="233899" y="283128"/>
                  <a:pt x="231599" y="285002"/>
                  <a:pt x="230458" y="283861"/>
                </a:cubicBezTo>
                <a:cubicBezTo>
                  <a:pt x="229086" y="282480"/>
                  <a:pt x="231054" y="276602"/>
                  <a:pt x="233814" y="273842"/>
                </a:cubicBezTo>
                <a:cubicBezTo>
                  <a:pt x="235527" y="272138"/>
                  <a:pt x="235970" y="271022"/>
                  <a:pt x="235705" y="269182"/>
                </a:cubicBezTo>
                <a:cubicBezTo>
                  <a:pt x="235356" y="266822"/>
                  <a:pt x="235237" y="266762"/>
                  <a:pt x="230739" y="266822"/>
                </a:cubicBezTo>
                <a:cubicBezTo>
                  <a:pt x="228208" y="266847"/>
                  <a:pt x="222466" y="266753"/>
                  <a:pt x="217985" y="266609"/>
                </a:cubicBezTo>
                <a:cubicBezTo>
                  <a:pt x="213504" y="266464"/>
                  <a:pt x="208989" y="266694"/>
                  <a:pt x="207949" y="267111"/>
                </a:cubicBezTo>
                <a:cubicBezTo>
                  <a:pt x="206901" y="267537"/>
                  <a:pt x="205368" y="269403"/>
                  <a:pt x="204525" y="271303"/>
                </a:cubicBezTo>
                <a:cubicBezTo>
                  <a:pt x="203017" y="274660"/>
                  <a:pt x="203017" y="274728"/>
                  <a:pt x="204533" y="274728"/>
                </a:cubicBezTo>
                <a:cubicBezTo>
                  <a:pt x="205376" y="274728"/>
                  <a:pt x="206297" y="274361"/>
                  <a:pt x="206578" y="273910"/>
                </a:cubicBezTo>
                <a:cubicBezTo>
                  <a:pt x="207140" y="272998"/>
                  <a:pt x="213606" y="272947"/>
                  <a:pt x="216758" y="273825"/>
                </a:cubicBezTo>
                <a:cubicBezTo>
                  <a:pt x="219612" y="274617"/>
                  <a:pt x="219851" y="276968"/>
                  <a:pt x="217176" y="277982"/>
                </a:cubicBezTo>
                <a:cubicBezTo>
                  <a:pt x="214279" y="279081"/>
                  <a:pt x="207532" y="279022"/>
                  <a:pt x="206390" y="277880"/>
                </a:cubicBezTo>
                <a:cubicBezTo>
                  <a:pt x="205794" y="277284"/>
                  <a:pt x="204380" y="277181"/>
                  <a:pt x="202361" y="277590"/>
                </a:cubicBezTo>
                <a:lnTo>
                  <a:pt x="199243" y="278221"/>
                </a:lnTo>
                <a:lnTo>
                  <a:pt x="203715" y="279124"/>
                </a:lnTo>
                <a:cubicBezTo>
                  <a:pt x="208818" y="280146"/>
                  <a:pt x="209977" y="281995"/>
                  <a:pt x="206501" y="283571"/>
                </a:cubicBezTo>
                <a:cubicBezTo>
                  <a:pt x="203008" y="285164"/>
                  <a:pt x="197394" y="285675"/>
                  <a:pt x="196005" y="284525"/>
                </a:cubicBezTo>
                <a:cubicBezTo>
                  <a:pt x="194710" y="283452"/>
                  <a:pt x="192316" y="283912"/>
                  <a:pt x="192316" y="285241"/>
                </a:cubicBezTo>
                <a:cubicBezTo>
                  <a:pt x="192316" y="286280"/>
                  <a:pt x="194080" y="286740"/>
                  <a:pt x="200589" y="287396"/>
                </a:cubicBezTo>
                <a:cubicBezTo>
                  <a:pt x="205683" y="287907"/>
                  <a:pt x="206041" y="287831"/>
                  <a:pt x="206569" y="286144"/>
                </a:cubicBezTo>
                <a:cubicBezTo>
                  <a:pt x="207251" y="284014"/>
                  <a:pt x="212805" y="281288"/>
                  <a:pt x="216511" y="281262"/>
                </a:cubicBezTo>
                <a:cubicBezTo>
                  <a:pt x="221163" y="281228"/>
                  <a:pt x="220575" y="283452"/>
                  <a:pt x="214961" y="287192"/>
                </a:cubicBezTo>
                <a:lnTo>
                  <a:pt x="211928" y="289202"/>
                </a:lnTo>
                <a:lnTo>
                  <a:pt x="214390" y="289696"/>
                </a:lnTo>
                <a:cubicBezTo>
                  <a:pt x="216000" y="290012"/>
                  <a:pt x="217551" y="289730"/>
                  <a:pt x="218871" y="288862"/>
                </a:cubicBezTo>
                <a:cubicBezTo>
                  <a:pt x="221947" y="286851"/>
                  <a:pt x="228984" y="287200"/>
                  <a:pt x="228984" y="289373"/>
                </a:cubicBezTo>
                <a:cubicBezTo>
                  <a:pt x="228984" y="290506"/>
                  <a:pt x="221853" y="292900"/>
                  <a:pt x="219953" y="292397"/>
                </a:cubicBezTo>
                <a:lnTo>
                  <a:pt x="218207" y="291946"/>
                </a:lnTo>
                <a:lnTo>
                  <a:pt x="219876" y="293726"/>
                </a:lnTo>
                <a:cubicBezTo>
                  <a:pt x="224537" y="298702"/>
                  <a:pt x="224715" y="303634"/>
                  <a:pt x="220141" y="301274"/>
                </a:cubicBezTo>
                <a:cubicBezTo>
                  <a:pt x="218956" y="300661"/>
                  <a:pt x="217355" y="299460"/>
                  <a:pt x="216597" y="298616"/>
                </a:cubicBezTo>
                <a:cubicBezTo>
                  <a:pt x="215557" y="297475"/>
                  <a:pt x="214373" y="297168"/>
                  <a:pt x="211970" y="297390"/>
                </a:cubicBezTo>
                <a:lnTo>
                  <a:pt x="208733" y="297705"/>
                </a:lnTo>
                <a:lnTo>
                  <a:pt x="210301" y="300269"/>
                </a:lnTo>
                <a:cubicBezTo>
                  <a:pt x="211970" y="303012"/>
                  <a:pt x="212439" y="308133"/>
                  <a:pt x="211016" y="308133"/>
                </a:cubicBezTo>
                <a:cubicBezTo>
                  <a:pt x="210548" y="308133"/>
                  <a:pt x="209355" y="307281"/>
                  <a:pt x="208367" y="306224"/>
                </a:cubicBezTo>
                <a:cubicBezTo>
                  <a:pt x="207131" y="304912"/>
                  <a:pt x="205581" y="304282"/>
                  <a:pt x="203383" y="304205"/>
                </a:cubicBezTo>
                <a:lnTo>
                  <a:pt x="200180" y="304103"/>
                </a:lnTo>
                <a:lnTo>
                  <a:pt x="202872" y="306880"/>
                </a:lnTo>
                <a:cubicBezTo>
                  <a:pt x="205743" y="309836"/>
                  <a:pt x="205802" y="312213"/>
                  <a:pt x="203017" y="312213"/>
                </a:cubicBezTo>
                <a:cubicBezTo>
                  <a:pt x="202156" y="312213"/>
                  <a:pt x="199379" y="311123"/>
                  <a:pt x="196849" y="309794"/>
                </a:cubicBezTo>
                <a:cubicBezTo>
                  <a:pt x="194191" y="308397"/>
                  <a:pt x="192308" y="307792"/>
                  <a:pt x="192384" y="308371"/>
                </a:cubicBezTo>
                <a:cubicBezTo>
                  <a:pt x="192649" y="310492"/>
                  <a:pt x="192248" y="311225"/>
                  <a:pt x="190485" y="311813"/>
                </a:cubicBezTo>
                <a:cubicBezTo>
                  <a:pt x="189130" y="312265"/>
                  <a:pt x="190084" y="312580"/>
                  <a:pt x="194097" y="312989"/>
                </a:cubicBezTo>
                <a:cubicBezTo>
                  <a:pt x="199541" y="313551"/>
                  <a:pt x="202097" y="314744"/>
                  <a:pt x="202097" y="316712"/>
                </a:cubicBezTo>
                <a:cubicBezTo>
                  <a:pt x="202097" y="317973"/>
                  <a:pt x="194497" y="319932"/>
                  <a:pt x="192529" y="319174"/>
                </a:cubicBezTo>
                <a:cubicBezTo>
                  <a:pt x="191524" y="318790"/>
                  <a:pt x="191686" y="319225"/>
                  <a:pt x="193092" y="320724"/>
                </a:cubicBezTo>
                <a:cubicBezTo>
                  <a:pt x="194438" y="322156"/>
                  <a:pt x="195894" y="322803"/>
                  <a:pt x="197794" y="322803"/>
                </a:cubicBezTo>
                <a:cubicBezTo>
                  <a:pt x="200819" y="322803"/>
                  <a:pt x="204448" y="324396"/>
                  <a:pt x="206177" y="326484"/>
                </a:cubicBezTo>
                <a:cubicBezTo>
                  <a:pt x="208478" y="329252"/>
                  <a:pt x="203196" y="329798"/>
                  <a:pt x="197965" y="327327"/>
                </a:cubicBezTo>
                <a:lnTo>
                  <a:pt x="195869" y="326339"/>
                </a:lnTo>
                <a:lnTo>
                  <a:pt x="196167" y="330479"/>
                </a:lnTo>
                <a:cubicBezTo>
                  <a:pt x="196704" y="338027"/>
                  <a:pt x="193449" y="338854"/>
                  <a:pt x="190953" y="331817"/>
                </a:cubicBezTo>
                <a:cubicBezTo>
                  <a:pt x="190144" y="329551"/>
                  <a:pt x="189011" y="327693"/>
                  <a:pt x="188431" y="327693"/>
                </a:cubicBezTo>
                <a:cubicBezTo>
                  <a:pt x="187844" y="327693"/>
                  <a:pt x="186463" y="327105"/>
                  <a:pt x="185364" y="326381"/>
                </a:cubicBezTo>
                <a:lnTo>
                  <a:pt x="183354" y="325061"/>
                </a:lnTo>
                <a:lnTo>
                  <a:pt x="183354" y="328358"/>
                </a:lnTo>
                <a:cubicBezTo>
                  <a:pt x="183354" y="332490"/>
                  <a:pt x="182119" y="335846"/>
                  <a:pt x="180611" y="335846"/>
                </a:cubicBezTo>
                <a:cubicBezTo>
                  <a:pt x="179273" y="335846"/>
                  <a:pt x="178464" y="334117"/>
                  <a:pt x="178464" y="331297"/>
                </a:cubicBezTo>
                <a:cubicBezTo>
                  <a:pt x="178464" y="329934"/>
                  <a:pt x="178004" y="329321"/>
                  <a:pt x="176981" y="329321"/>
                </a:cubicBezTo>
                <a:cubicBezTo>
                  <a:pt x="176172" y="329321"/>
                  <a:pt x="174451" y="328222"/>
                  <a:pt x="173165" y="326875"/>
                </a:cubicBezTo>
                <a:cubicBezTo>
                  <a:pt x="171878" y="325538"/>
                  <a:pt x="170370" y="324430"/>
                  <a:pt x="169808" y="324430"/>
                </a:cubicBezTo>
                <a:cubicBezTo>
                  <a:pt x="169254" y="324430"/>
                  <a:pt x="168556" y="323689"/>
                  <a:pt x="168266" y="322769"/>
                </a:cubicBezTo>
                <a:cubicBezTo>
                  <a:pt x="167763" y="321184"/>
                  <a:pt x="167627" y="321218"/>
                  <a:pt x="165267" y="323527"/>
                </a:cubicBezTo>
                <a:cubicBezTo>
                  <a:pt x="163904" y="324856"/>
                  <a:pt x="161732" y="326381"/>
                  <a:pt x="160445" y="326918"/>
                </a:cubicBezTo>
                <a:cubicBezTo>
                  <a:pt x="157506" y="328136"/>
                  <a:pt x="157498" y="328426"/>
                  <a:pt x="160130" y="346266"/>
                </a:cubicBezTo>
                <a:cubicBezTo>
                  <a:pt x="162132" y="359914"/>
                  <a:pt x="163776" y="383377"/>
                  <a:pt x="163785" y="398737"/>
                </a:cubicBezTo>
                <a:cubicBezTo>
                  <a:pt x="163793" y="405544"/>
                  <a:pt x="163597" y="406694"/>
                  <a:pt x="162371" y="407069"/>
                </a:cubicBezTo>
                <a:cubicBezTo>
                  <a:pt x="159909" y="407828"/>
                  <a:pt x="145579" y="409991"/>
                  <a:pt x="143015" y="410000"/>
                </a:cubicBezTo>
                <a:lnTo>
                  <a:pt x="140570" y="410000"/>
                </a:lnTo>
                <a:lnTo>
                  <a:pt x="140859" y="371032"/>
                </a:lnTo>
                <a:close/>
                <a:moveTo>
                  <a:pt x="178941" y="320290"/>
                </a:moveTo>
                <a:cubicBezTo>
                  <a:pt x="178225" y="318518"/>
                  <a:pt x="177646" y="316209"/>
                  <a:pt x="177646" y="315153"/>
                </a:cubicBezTo>
                <a:cubicBezTo>
                  <a:pt x="177646" y="313909"/>
                  <a:pt x="175806" y="311336"/>
                  <a:pt x="172347" y="307758"/>
                </a:cubicBezTo>
                <a:cubicBezTo>
                  <a:pt x="168667" y="303941"/>
                  <a:pt x="167056" y="302731"/>
                  <a:pt x="167065" y="303779"/>
                </a:cubicBezTo>
                <a:cubicBezTo>
                  <a:pt x="167082" y="305773"/>
                  <a:pt x="167798" y="306650"/>
                  <a:pt x="170720" y="308269"/>
                </a:cubicBezTo>
                <a:cubicBezTo>
                  <a:pt x="173736" y="309939"/>
                  <a:pt x="176590" y="314411"/>
                  <a:pt x="175405" y="315596"/>
                </a:cubicBezTo>
                <a:cubicBezTo>
                  <a:pt x="174843" y="316158"/>
                  <a:pt x="173761" y="316005"/>
                  <a:pt x="172040" y="315110"/>
                </a:cubicBezTo>
                <a:cubicBezTo>
                  <a:pt x="170643" y="314386"/>
                  <a:pt x="169501" y="314079"/>
                  <a:pt x="169510" y="314428"/>
                </a:cubicBezTo>
                <a:cubicBezTo>
                  <a:pt x="169536" y="315715"/>
                  <a:pt x="170762" y="316916"/>
                  <a:pt x="172347" y="317214"/>
                </a:cubicBezTo>
                <a:cubicBezTo>
                  <a:pt x="173276" y="317393"/>
                  <a:pt x="175039" y="319336"/>
                  <a:pt x="176428" y="321696"/>
                </a:cubicBezTo>
                <a:cubicBezTo>
                  <a:pt x="178259" y="324831"/>
                  <a:pt x="179043" y="325580"/>
                  <a:pt x="179546" y="324694"/>
                </a:cubicBezTo>
                <a:cubicBezTo>
                  <a:pt x="179955" y="323987"/>
                  <a:pt x="179708" y="322224"/>
                  <a:pt x="178941" y="320290"/>
                </a:cubicBezTo>
                <a:close/>
                <a:moveTo>
                  <a:pt x="189062" y="320886"/>
                </a:moveTo>
                <a:lnTo>
                  <a:pt x="187256" y="319140"/>
                </a:lnTo>
                <a:lnTo>
                  <a:pt x="188696" y="321994"/>
                </a:lnTo>
                <a:cubicBezTo>
                  <a:pt x="189565" y="323715"/>
                  <a:pt x="190280" y="324405"/>
                  <a:pt x="190502" y="323740"/>
                </a:cubicBezTo>
                <a:cubicBezTo>
                  <a:pt x="190715" y="323135"/>
                  <a:pt x="190059" y="321849"/>
                  <a:pt x="189062" y="320886"/>
                </a:cubicBezTo>
                <a:close/>
                <a:moveTo>
                  <a:pt x="161016" y="319140"/>
                </a:moveTo>
                <a:cubicBezTo>
                  <a:pt x="162669" y="318015"/>
                  <a:pt x="164748" y="317104"/>
                  <a:pt x="165642" y="317104"/>
                </a:cubicBezTo>
                <a:cubicBezTo>
                  <a:pt x="167056" y="317104"/>
                  <a:pt x="167201" y="316712"/>
                  <a:pt x="166784" y="314147"/>
                </a:cubicBezTo>
                <a:cubicBezTo>
                  <a:pt x="166528" y="312520"/>
                  <a:pt x="166170" y="311055"/>
                  <a:pt x="165991" y="310876"/>
                </a:cubicBezTo>
                <a:cubicBezTo>
                  <a:pt x="165438" y="310322"/>
                  <a:pt x="157276" y="318918"/>
                  <a:pt x="157276" y="320068"/>
                </a:cubicBezTo>
                <a:cubicBezTo>
                  <a:pt x="157276" y="321559"/>
                  <a:pt x="157549" y="321491"/>
                  <a:pt x="161016" y="319140"/>
                </a:cubicBezTo>
                <a:close/>
                <a:moveTo>
                  <a:pt x="140135" y="314863"/>
                </a:moveTo>
                <a:cubicBezTo>
                  <a:pt x="140127" y="314522"/>
                  <a:pt x="139028" y="310032"/>
                  <a:pt x="137690" y="304878"/>
                </a:cubicBezTo>
                <a:cubicBezTo>
                  <a:pt x="136361" y="299724"/>
                  <a:pt x="134836" y="292278"/>
                  <a:pt x="134308" y="288342"/>
                </a:cubicBezTo>
                <a:cubicBezTo>
                  <a:pt x="133430" y="281816"/>
                  <a:pt x="133192" y="281194"/>
                  <a:pt x="131658" y="281415"/>
                </a:cubicBezTo>
                <a:cubicBezTo>
                  <a:pt x="130568" y="281569"/>
                  <a:pt x="129878" y="282370"/>
                  <a:pt x="129707" y="283690"/>
                </a:cubicBezTo>
                <a:cubicBezTo>
                  <a:pt x="129145" y="287890"/>
                  <a:pt x="119757" y="295234"/>
                  <a:pt x="118181" y="292695"/>
                </a:cubicBezTo>
                <a:cubicBezTo>
                  <a:pt x="117201" y="291102"/>
                  <a:pt x="118053" y="288989"/>
                  <a:pt x="121154" y="285369"/>
                </a:cubicBezTo>
                <a:cubicBezTo>
                  <a:pt x="123642" y="282463"/>
                  <a:pt x="123795" y="282063"/>
                  <a:pt x="122364" y="282063"/>
                </a:cubicBezTo>
                <a:cubicBezTo>
                  <a:pt x="119910" y="282063"/>
                  <a:pt x="118164" y="282923"/>
                  <a:pt x="118164" y="284133"/>
                </a:cubicBezTo>
                <a:cubicBezTo>
                  <a:pt x="118164" y="284730"/>
                  <a:pt x="116877" y="285675"/>
                  <a:pt x="115310" y="286246"/>
                </a:cubicBezTo>
                <a:cubicBezTo>
                  <a:pt x="112549" y="287243"/>
                  <a:pt x="112456" y="287413"/>
                  <a:pt x="112456" y="291494"/>
                </a:cubicBezTo>
                <a:cubicBezTo>
                  <a:pt x="112456" y="297892"/>
                  <a:pt x="113239" y="301027"/>
                  <a:pt x="114560" y="299928"/>
                </a:cubicBezTo>
                <a:cubicBezTo>
                  <a:pt x="116111" y="298642"/>
                  <a:pt x="117201" y="299622"/>
                  <a:pt x="117806" y="302859"/>
                </a:cubicBezTo>
                <a:cubicBezTo>
                  <a:pt x="118428" y="306148"/>
                  <a:pt x="120634" y="307715"/>
                  <a:pt x="131130" y="312324"/>
                </a:cubicBezTo>
                <a:cubicBezTo>
                  <a:pt x="138193" y="315417"/>
                  <a:pt x="140178" y="315970"/>
                  <a:pt x="140135" y="314863"/>
                </a:cubicBezTo>
                <a:close/>
                <a:moveTo>
                  <a:pt x="187614" y="314198"/>
                </a:moveTo>
                <a:cubicBezTo>
                  <a:pt x="188312" y="313500"/>
                  <a:pt x="184904" y="310169"/>
                  <a:pt x="181923" y="308644"/>
                </a:cubicBezTo>
                <a:cubicBezTo>
                  <a:pt x="180466" y="307894"/>
                  <a:pt x="179273" y="306735"/>
                  <a:pt x="179273" y="306079"/>
                </a:cubicBezTo>
                <a:cubicBezTo>
                  <a:pt x="179273" y="305338"/>
                  <a:pt x="178489" y="304878"/>
                  <a:pt x="177237" y="304878"/>
                </a:cubicBezTo>
                <a:cubicBezTo>
                  <a:pt x="173591" y="304878"/>
                  <a:pt x="174996" y="306804"/>
                  <a:pt x="182340" y="311890"/>
                </a:cubicBezTo>
                <a:cubicBezTo>
                  <a:pt x="186429" y="314727"/>
                  <a:pt x="186889" y="314923"/>
                  <a:pt x="187614" y="314198"/>
                </a:cubicBezTo>
                <a:close/>
                <a:moveTo>
                  <a:pt x="92086" y="313517"/>
                </a:moveTo>
                <a:cubicBezTo>
                  <a:pt x="92086" y="313346"/>
                  <a:pt x="91532" y="312989"/>
                  <a:pt x="90859" y="312733"/>
                </a:cubicBezTo>
                <a:cubicBezTo>
                  <a:pt x="90186" y="312469"/>
                  <a:pt x="89641" y="312614"/>
                  <a:pt x="89641" y="313048"/>
                </a:cubicBezTo>
                <a:cubicBezTo>
                  <a:pt x="89641" y="313483"/>
                  <a:pt x="90186" y="313841"/>
                  <a:pt x="90859" y="313841"/>
                </a:cubicBezTo>
                <a:cubicBezTo>
                  <a:pt x="91532" y="313841"/>
                  <a:pt x="92086" y="313696"/>
                  <a:pt x="92086" y="313517"/>
                </a:cubicBezTo>
                <a:close/>
                <a:moveTo>
                  <a:pt x="105325" y="312997"/>
                </a:moveTo>
                <a:cubicBezTo>
                  <a:pt x="104320" y="312597"/>
                  <a:pt x="103493" y="311609"/>
                  <a:pt x="103493" y="310808"/>
                </a:cubicBezTo>
                <a:cubicBezTo>
                  <a:pt x="103493" y="309896"/>
                  <a:pt x="102190" y="308754"/>
                  <a:pt x="99958" y="307724"/>
                </a:cubicBezTo>
                <a:cubicBezTo>
                  <a:pt x="97325" y="306505"/>
                  <a:pt x="96431" y="306361"/>
                  <a:pt x="96431" y="307161"/>
                </a:cubicBezTo>
                <a:cubicBezTo>
                  <a:pt x="96431" y="307749"/>
                  <a:pt x="97376" y="308729"/>
                  <a:pt x="98535" y="309325"/>
                </a:cubicBezTo>
                <a:cubicBezTo>
                  <a:pt x="99694" y="309922"/>
                  <a:pt x="101338" y="311183"/>
                  <a:pt x="102190" y="312128"/>
                </a:cubicBezTo>
                <a:cubicBezTo>
                  <a:pt x="103050" y="313074"/>
                  <a:pt x="104516" y="313815"/>
                  <a:pt x="105453" y="313790"/>
                </a:cubicBezTo>
                <a:cubicBezTo>
                  <a:pt x="107097" y="313738"/>
                  <a:pt x="107097" y="313713"/>
                  <a:pt x="105325" y="312997"/>
                </a:cubicBezTo>
                <a:close/>
                <a:moveTo>
                  <a:pt x="161902" y="306505"/>
                </a:moveTo>
                <a:cubicBezTo>
                  <a:pt x="163512" y="306505"/>
                  <a:pt x="164271" y="304495"/>
                  <a:pt x="163828" y="301411"/>
                </a:cubicBezTo>
                <a:lnTo>
                  <a:pt x="163385" y="298361"/>
                </a:lnTo>
                <a:lnTo>
                  <a:pt x="159721" y="300797"/>
                </a:lnTo>
                <a:cubicBezTo>
                  <a:pt x="157702" y="302143"/>
                  <a:pt x="155794" y="303336"/>
                  <a:pt x="155470" y="303447"/>
                </a:cubicBezTo>
                <a:cubicBezTo>
                  <a:pt x="155155" y="303558"/>
                  <a:pt x="155300" y="305236"/>
                  <a:pt x="155785" y="307161"/>
                </a:cubicBezTo>
                <a:lnTo>
                  <a:pt x="156680" y="310671"/>
                </a:lnTo>
                <a:lnTo>
                  <a:pt x="158852" y="308593"/>
                </a:lnTo>
                <a:cubicBezTo>
                  <a:pt x="160053" y="307442"/>
                  <a:pt x="161425" y="306505"/>
                  <a:pt x="161902" y="306505"/>
                </a:cubicBezTo>
                <a:close/>
                <a:moveTo>
                  <a:pt x="187017" y="303251"/>
                </a:moveTo>
                <a:cubicBezTo>
                  <a:pt x="186745" y="302799"/>
                  <a:pt x="186148" y="302433"/>
                  <a:pt x="185697" y="302433"/>
                </a:cubicBezTo>
                <a:cubicBezTo>
                  <a:pt x="185254" y="302433"/>
                  <a:pt x="185109" y="302799"/>
                  <a:pt x="185390" y="303251"/>
                </a:cubicBezTo>
                <a:cubicBezTo>
                  <a:pt x="185663" y="303694"/>
                  <a:pt x="186259" y="304060"/>
                  <a:pt x="186711" y="304060"/>
                </a:cubicBezTo>
                <a:cubicBezTo>
                  <a:pt x="187154" y="304060"/>
                  <a:pt x="187298" y="303694"/>
                  <a:pt x="187017" y="303251"/>
                </a:cubicBezTo>
                <a:close/>
                <a:moveTo>
                  <a:pt x="175371" y="300618"/>
                </a:moveTo>
                <a:cubicBezTo>
                  <a:pt x="175048" y="298684"/>
                  <a:pt x="177016" y="295149"/>
                  <a:pt x="179989" y="292320"/>
                </a:cubicBezTo>
                <a:cubicBezTo>
                  <a:pt x="182408" y="290029"/>
                  <a:pt x="182442" y="289892"/>
                  <a:pt x="181173" y="287737"/>
                </a:cubicBezTo>
                <a:lnTo>
                  <a:pt x="179861" y="285522"/>
                </a:lnTo>
                <a:lnTo>
                  <a:pt x="173488" y="290838"/>
                </a:lnTo>
                <a:lnTo>
                  <a:pt x="167107" y="296154"/>
                </a:lnTo>
                <a:lnTo>
                  <a:pt x="169629" y="299332"/>
                </a:lnTo>
                <a:cubicBezTo>
                  <a:pt x="171384" y="301556"/>
                  <a:pt x="172671" y="302442"/>
                  <a:pt x="173880" y="302271"/>
                </a:cubicBezTo>
                <a:cubicBezTo>
                  <a:pt x="174996" y="302109"/>
                  <a:pt x="175525" y="301530"/>
                  <a:pt x="175371" y="300618"/>
                </a:cubicBezTo>
                <a:close/>
                <a:moveTo>
                  <a:pt x="205036" y="299289"/>
                </a:moveTo>
                <a:cubicBezTo>
                  <a:pt x="204985" y="298454"/>
                  <a:pt x="203826" y="296836"/>
                  <a:pt x="202454" y="295686"/>
                </a:cubicBezTo>
                <a:cubicBezTo>
                  <a:pt x="200103" y="293701"/>
                  <a:pt x="199916" y="293666"/>
                  <a:pt x="199038" y="295081"/>
                </a:cubicBezTo>
                <a:cubicBezTo>
                  <a:pt x="198246" y="296350"/>
                  <a:pt x="198450" y="296708"/>
                  <a:pt x="200478" y="297551"/>
                </a:cubicBezTo>
                <a:cubicBezTo>
                  <a:pt x="201790" y="298088"/>
                  <a:pt x="203281" y="299042"/>
                  <a:pt x="203800" y="299664"/>
                </a:cubicBezTo>
                <a:cubicBezTo>
                  <a:pt x="205019" y="301138"/>
                  <a:pt x="205146" y="301104"/>
                  <a:pt x="205036" y="299289"/>
                </a:cubicBezTo>
                <a:close/>
                <a:moveTo>
                  <a:pt x="187801" y="295038"/>
                </a:moveTo>
                <a:cubicBezTo>
                  <a:pt x="187102" y="293914"/>
                  <a:pt x="186608" y="294118"/>
                  <a:pt x="186608" y="295549"/>
                </a:cubicBezTo>
                <a:cubicBezTo>
                  <a:pt x="186608" y="296248"/>
                  <a:pt x="186983" y="296597"/>
                  <a:pt x="187443" y="296316"/>
                </a:cubicBezTo>
                <a:cubicBezTo>
                  <a:pt x="187895" y="296026"/>
                  <a:pt x="188057" y="295456"/>
                  <a:pt x="187801" y="295038"/>
                </a:cubicBezTo>
                <a:close/>
                <a:moveTo>
                  <a:pt x="213504" y="293062"/>
                </a:moveTo>
                <a:cubicBezTo>
                  <a:pt x="213504" y="292389"/>
                  <a:pt x="212908" y="291835"/>
                  <a:pt x="212183" y="291835"/>
                </a:cubicBezTo>
                <a:cubicBezTo>
                  <a:pt x="211102" y="291835"/>
                  <a:pt x="211042" y="292056"/>
                  <a:pt x="211877" y="293062"/>
                </a:cubicBezTo>
                <a:cubicBezTo>
                  <a:pt x="212431" y="293735"/>
                  <a:pt x="213027" y="294280"/>
                  <a:pt x="213197" y="294280"/>
                </a:cubicBezTo>
                <a:cubicBezTo>
                  <a:pt x="213368" y="294280"/>
                  <a:pt x="213504" y="293735"/>
                  <a:pt x="213504" y="293062"/>
                </a:cubicBezTo>
                <a:close/>
                <a:moveTo>
                  <a:pt x="104175" y="287677"/>
                </a:moveTo>
                <a:cubicBezTo>
                  <a:pt x="103289" y="287132"/>
                  <a:pt x="103280" y="286689"/>
                  <a:pt x="104098" y="285360"/>
                </a:cubicBezTo>
                <a:cubicBezTo>
                  <a:pt x="104933" y="284014"/>
                  <a:pt x="104873" y="283085"/>
                  <a:pt x="103774" y="280240"/>
                </a:cubicBezTo>
                <a:cubicBezTo>
                  <a:pt x="103033" y="278323"/>
                  <a:pt x="101687" y="275937"/>
                  <a:pt x="100784" y="274932"/>
                </a:cubicBezTo>
                <a:cubicBezTo>
                  <a:pt x="98799" y="272717"/>
                  <a:pt x="96678" y="272470"/>
                  <a:pt x="97291" y="274523"/>
                </a:cubicBezTo>
                <a:cubicBezTo>
                  <a:pt x="97521" y="275307"/>
                  <a:pt x="97223" y="276841"/>
                  <a:pt x="96618" y="277940"/>
                </a:cubicBezTo>
                <a:cubicBezTo>
                  <a:pt x="95596" y="279797"/>
                  <a:pt x="95817" y="280308"/>
                  <a:pt x="100120" y="285880"/>
                </a:cubicBezTo>
                <a:cubicBezTo>
                  <a:pt x="103894" y="290770"/>
                  <a:pt x="104763" y="291528"/>
                  <a:pt x="104993" y="290097"/>
                </a:cubicBezTo>
                <a:cubicBezTo>
                  <a:pt x="105138" y="289143"/>
                  <a:pt x="104771" y="288052"/>
                  <a:pt x="104175" y="287677"/>
                </a:cubicBezTo>
                <a:close/>
                <a:moveTo>
                  <a:pt x="198016" y="291196"/>
                </a:moveTo>
                <a:cubicBezTo>
                  <a:pt x="198016" y="290838"/>
                  <a:pt x="195545" y="289961"/>
                  <a:pt x="192521" y="289236"/>
                </a:cubicBezTo>
                <a:cubicBezTo>
                  <a:pt x="189496" y="288512"/>
                  <a:pt x="186285" y="287643"/>
                  <a:pt x="185390" y="287294"/>
                </a:cubicBezTo>
                <a:cubicBezTo>
                  <a:pt x="183771" y="286672"/>
                  <a:pt x="183771" y="286681"/>
                  <a:pt x="185356" y="288487"/>
                </a:cubicBezTo>
                <a:cubicBezTo>
                  <a:pt x="186361" y="289637"/>
                  <a:pt x="187554" y="290156"/>
                  <a:pt x="188610" y="289909"/>
                </a:cubicBezTo>
                <a:cubicBezTo>
                  <a:pt x="189530" y="289696"/>
                  <a:pt x="191558" y="290003"/>
                  <a:pt x="193134" y="290582"/>
                </a:cubicBezTo>
                <a:cubicBezTo>
                  <a:pt x="196593" y="291869"/>
                  <a:pt x="198016" y="292048"/>
                  <a:pt x="198016" y="291196"/>
                </a:cubicBezTo>
                <a:close/>
                <a:moveTo>
                  <a:pt x="157378" y="284721"/>
                </a:moveTo>
                <a:cubicBezTo>
                  <a:pt x="162754" y="281518"/>
                  <a:pt x="170856" y="274464"/>
                  <a:pt x="173633" y="270570"/>
                </a:cubicBezTo>
                <a:cubicBezTo>
                  <a:pt x="175209" y="268347"/>
                  <a:pt x="175226" y="268006"/>
                  <a:pt x="174068" y="262400"/>
                </a:cubicBezTo>
                <a:cubicBezTo>
                  <a:pt x="173011" y="257280"/>
                  <a:pt x="171921" y="255227"/>
                  <a:pt x="170260" y="255184"/>
                </a:cubicBezTo>
                <a:cubicBezTo>
                  <a:pt x="170013" y="255175"/>
                  <a:pt x="169016" y="256232"/>
                  <a:pt x="168053" y="257535"/>
                </a:cubicBezTo>
                <a:cubicBezTo>
                  <a:pt x="166153" y="260108"/>
                  <a:pt x="159508" y="262800"/>
                  <a:pt x="156152" y="262366"/>
                </a:cubicBezTo>
                <a:cubicBezTo>
                  <a:pt x="155044" y="262221"/>
                  <a:pt x="153425" y="262783"/>
                  <a:pt x="152463" y="263652"/>
                </a:cubicBezTo>
                <a:cubicBezTo>
                  <a:pt x="150605" y="265339"/>
                  <a:pt x="150137" y="268355"/>
                  <a:pt x="151773" y="268142"/>
                </a:cubicBezTo>
                <a:cubicBezTo>
                  <a:pt x="155530" y="267657"/>
                  <a:pt x="155811" y="269616"/>
                  <a:pt x="152599" y="273833"/>
                </a:cubicBezTo>
                <a:cubicBezTo>
                  <a:pt x="150631" y="276406"/>
                  <a:pt x="150401" y="277343"/>
                  <a:pt x="150640" y="281646"/>
                </a:cubicBezTo>
                <a:cubicBezTo>
                  <a:pt x="150904" y="286220"/>
                  <a:pt x="151236" y="287762"/>
                  <a:pt x="151969" y="287762"/>
                </a:cubicBezTo>
                <a:cubicBezTo>
                  <a:pt x="152130" y="287762"/>
                  <a:pt x="154567" y="286391"/>
                  <a:pt x="157378" y="284721"/>
                </a:cubicBezTo>
                <a:close/>
                <a:moveTo>
                  <a:pt x="249030" y="280887"/>
                </a:moveTo>
                <a:cubicBezTo>
                  <a:pt x="248314" y="279379"/>
                  <a:pt x="247726" y="277599"/>
                  <a:pt x="247726" y="276934"/>
                </a:cubicBezTo>
                <a:cubicBezTo>
                  <a:pt x="247726" y="276270"/>
                  <a:pt x="246721" y="275086"/>
                  <a:pt x="245486" y="274293"/>
                </a:cubicBezTo>
                <a:lnTo>
                  <a:pt x="243245" y="272862"/>
                </a:lnTo>
                <a:lnTo>
                  <a:pt x="245162" y="274958"/>
                </a:lnTo>
                <a:cubicBezTo>
                  <a:pt x="247377" y="277369"/>
                  <a:pt x="246798" y="279124"/>
                  <a:pt x="243969" y="278578"/>
                </a:cubicBezTo>
                <a:cubicBezTo>
                  <a:pt x="242896" y="278374"/>
                  <a:pt x="242027" y="278527"/>
                  <a:pt x="242027" y="278911"/>
                </a:cubicBezTo>
                <a:cubicBezTo>
                  <a:pt x="242027" y="279303"/>
                  <a:pt x="242725" y="279618"/>
                  <a:pt x="243577" y="279618"/>
                </a:cubicBezTo>
                <a:cubicBezTo>
                  <a:pt x="244429" y="279618"/>
                  <a:pt x="246167" y="280828"/>
                  <a:pt x="247445" y="282310"/>
                </a:cubicBezTo>
                <a:cubicBezTo>
                  <a:pt x="250154" y="285454"/>
                  <a:pt x="250887" y="284798"/>
                  <a:pt x="249030" y="280887"/>
                </a:cubicBezTo>
                <a:close/>
                <a:moveTo>
                  <a:pt x="53783" y="284176"/>
                </a:moveTo>
                <a:cubicBezTo>
                  <a:pt x="53783" y="283997"/>
                  <a:pt x="52684" y="283469"/>
                  <a:pt x="51338" y="283000"/>
                </a:cubicBezTo>
                <a:cubicBezTo>
                  <a:pt x="49992" y="282532"/>
                  <a:pt x="48893" y="282463"/>
                  <a:pt x="48893" y="282864"/>
                </a:cubicBezTo>
                <a:cubicBezTo>
                  <a:pt x="48893" y="283477"/>
                  <a:pt x="49693" y="283758"/>
                  <a:pt x="53169" y="284397"/>
                </a:cubicBezTo>
                <a:cubicBezTo>
                  <a:pt x="53510" y="284457"/>
                  <a:pt x="53783" y="284355"/>
                  <a:pt x="53783" y="284176"/>
                </a:cubicBezTo>
                <a:close/>
                <a:moveTo>
                  <a:pt x="82272" y="283239"/>
                </a:moveTo>
                <a:cubicBezTo>
                  <a:pt x="80389" y="280981"/>
                  <a:pt x="78395" y="280308"/>
                  <a:pt x="76691" y="281373"/>
                </a:cubicBezTo>
                <a:cubicBezTo>
                  <a:pt x="75558" y="282080"/>
                  <a:pt x="74008" y="282148"/>
                  <a:pt x="71179" y="281594"/>
                </a:cubicBezTo>
                <a:cubicBezTo>
                  <a:pt x="66289" y="280649"/>
                  <a:pt x="65471" y="278613"/>
                  <a:pt x="69424" y="277232"/>
                </a:cubicBezTo>
                <a:cubicBezTo>
                  <a:pt x="71460" y="276525"/>
                  <a:pt x="71835" y="276125"/>
                  <a:pt x="70966" y="275588"/>
                </a:cubicBezTo>
                <a:cubicBezTo>
                  <a:pt x="70285" y="275162"/>
                  <a:pt x="69262" y="275222"/>
                  <a:pt x="68436" y="275742"/>
                </a:cubicBezTo>
                <a:cubicBezTo>
                  <a:pt x="67133" y="276551"/>
                  <a:pt x="62643" y="275886"/>
                  <a:pt x="58366" y="274242"/>
                </a:cubicBezTo>
                <a:cubicBezTo>
                  <a:pt x="57497" y="273910"/>
                  <a:pt x="57046" y="274165"/>
                  <a:pt x="57046" y="275009"/>
                </a:cubicBezTo>
                <a:cubicBezTo>
                  <a:pt x="57046" y="275716"/>
                  <a:pt x="58571" y="276960"/>
                  <a:pt x="60505" y="277829"/>
                </a:cubicBezTo>
                <a:cubicBezTo>
                  <a:pt x="62413" y="278681"/>
                  <a:pt x="64671" y="280163"/>
                  <a:pt x="65522" y="281126"/>
                </a:cubicBezTo>
                <a:cubicBezTo>
                  <a:pt x="66707" y="282463"/>
                  <a:pt x="68053" y="282889"/>
                  <a:pt x="71222" y="282932"/>
                </a:cubicBezTo>
                <a:cubicBezTo>
                  <a:pt x="74527" y="282983"/>
                  <a:pt x="81300" y="283826"/>
                  <a:pt x="83013" y="284406"/>
                </a:cubicBezTo>
                <a:cubicBezTo>
                  <a:pt x="83183" y="284457"/>
                  <a:pt x="82842" y="283937"/>
                  <a:pt x="82272" y="283239"/>
                </a:cubicBezTo>
                <a:close/>
                <a:moveTo>
                  <a:pt x="189922" y="283222"/>
                </a:moveTo>
                <a:cubicBezTo>
                  <a:pt x="190791" y="282174"/>
                  <a:pt x="190791" y="281816"/>
                  <a:pt x="189939" y="281288"/>
                </a:cubicBezTo>
                <a:cubicBezTo>
                  <a:pt x="189232" y="280853"/>
                  <a:pt x="188977" y="279260"/>
                  <a:pt x="189173" y="276457"/>
                </a:cubicBezTo>
                <a:cubicBezTo>
                  <a:pt x="189522" y="271431"/>
                  <a:pt x="188278" y="270945"/>
                  <a:pt x="186293" y="275333"/>
                </a:cubicBezTo>
                <a:cubicBezTo>
                  <a:pt x="185526" y="277019"/>
                  <a:pt x="184214" y="279311"/>
                  <a:pt x="183362" y="280427"/>
                </a:cubicBezTo>
                <a:lnTo>
                  <a:pt x="181820" y="282463"/>
                </a:lnTo>
                <a:lnTo>
                  <a:pt x="184828" y="283401"/>
                </a:lnTo>
                <a:cubicBezTo>
                  <a:pt x="188892" y="284661"/>
                  <a:pt x="188721" y="284670"/>
                  <a:pt x="189922" y="283222"/>
                </a:cubicBezTo>
                <a:close/>
                <a:moveTo>
                  <a:pt x="258733" y="281245"/>
                </a:moveTo>
                <a:cubicBezTo>
                  <a:pt x="258452" y="280794"/>
                  <a:pt x="258060" y="280427"/>
                  <a:pt x="257864" y="280427"/>
                </a:cubicBezTo>
                <a:cubicBezTo>
                  <a:pt x="257668" y="280427"/>
                  <a:pt x="257507" y="280794"/>
                  <a:pt x="257507" y="281245"/>
                </a:cubicBezTo>
                <a:cubicBezTo>
                  <a:pt x="257507" y="281697"/>
                  <a:pt x="257898" y="282063"/>
                  <a:pt x="258367" y="282063"/>
                </a:cubicBezTo>
                <a:cubicBezTo>
                  <a:pt x="258844" y="282063"/>
                  <a:pt x="259006" y="281697"/>
                  <a:pt x="258733" y="281245"/>
                </a:cubicBezTo>
                <a:close/>
                <a:moveTo>
                  <a:pt x="113657" y="278783"/>
                </a:moveTo>
                <a:cubicBezTo>
                  <a:pt x="112737" y="277752"/>
                  <a:pt x="111876" y="277420"/>
                  <a:pt x="111408" y="277897"/>
                </a:cubicBezTo>
                <a:cubicBezTo>
                  <a:pt x="110300" y="278996"/>
                  <a:pt x="111459" y="280427"/>
                  <a:pt x="113444" y="280427"/>
                </a:cubicBezTo>
                <a:cubicBezTo>
                  <a:pt x="115105" y="280427"/>
                  <a:pt x="115114" y="280385"/>
                  <a:pt x="113657" y="278783"/>
                </a:cubicBezTo>
                <a:close/>
                <a:moveTo>
                  <a:pt x="50171" y="277514"/>
                </a:moveTo>
                <a:lnTo>
                  <a:pt x="52965" y="276994"/>
                </a:lnTo>
                <a:lnTo>
                  <a:pt x="50980" y="274642"/>
                </a:lnTo>
                <a:cubicBezTo>
                  <a:pt x="49898" y="273348"/>
                  <a:pt x="48765" y="271524"/>
                  <a:pt x="48467" y="270596"/>
                </a:cubicBezTo>
                <a:cubicBezTo>
                  <a:pt x="47973" y="269020"/>
                  <a:pt x="47828" y="268994"/>
                  <a:pt x="46465" y="270229"/>
                </a:cubicBezTo>
                <a:cubicBezTo>
                  <a:pt x="45102" y="271465"/>
                  <a:pt x="44889" y="271405"/>
                  <a:pt x="43278" y="269360"/>
                </a:cubicBezTo>
                <a:cubicBezTo>
                  <a:pt x="42333" y="268159"/>
                  <a:pt x="41132" y="265757"/>
                  <a:pt x="40620" y="264027"/>
                </a:cubicBezTo>
                <a:cubicBezTo>
                  <a:pt x="39709" y="260994"/>
                  <a:pt x="39632" y="260935"/>
                  <a:pt x="38499" y="262553"/>
                </a:cubicBezTo>
                <a:cubicBezTo>
                  <a:pt x="37579" y="263865"/>
                  <a:pt x="37519" y="264700"/>
                  <a:pt x="38226" y="266421"/>
                </a:cubicBezTo>
                <a:cubicBezTo>
                  <a:pt x="38848" y="267921"/>
                  <a:pt x="38882" y="269480"/>
                  <a:pt x="38329" y="271380"/>
                </a:cubicBezTo>
                <a:cubicBezTo>
                  <a:pt x="37426" y="274515"/>
                  <a:pt x="37783" y="275537"/>
                  <a:pt x="39794" y="275537"/>
                </a:cubicBezTo>
                <a:cubicBezTo>
                  <a:pt x="40569" y="275537"/>
                  <a:pt x="42469" y="276415"/>
                  <a:pt x="44028" y="277488"/>
                </a:cubicBezTo>
                <a:cubicBezTo>
                  <a:pt x="45587" y="278561"/>
                  <a:pt x="46976" y="279124"/>
                  <a:pt x="47121" y="278740"/>
                </a:cubicBezTo>
                <a:cubicBezTo>
                  <a:pt x="47265" y="278357"/>
                  <a:pt x="48637" y="277803"/>
                  <a:pt x="50171" y="277514"/>
                </a:cubicBezTo>
                <a:close/>
                <a:moveTo>
                  <a:pt x="118198" y="276696"/>
                </a:moveTo>
                <a:cubicBezTo>
                  <a:pt x="112754" y="271780"/>
                  <a:pt x="112839" y="268287"/>
                  <a:pt x="118351" y="269982"/>
                </a:cubicBezTo>
                <a:cubicBezTo>
                  <a:pt x="122236" y="271175"/>
                  <a:pt x="127126" y="275213"/>
                  <a:pt x="127126" y="277232"/>
                </a:cubicBezTo>
                <a:cubicBezTo>
                  <a:pt x="127126" y="278442"/>
                  <a:pt x="127697" y="278800"/>
                  <a:pt x="129639" y="278800"/>
                </a:cubicBezTo>
                <a:lnTo>
                  <a:pt x="132152" y="278800"/>
                </a:lnTo>
                <a:lnTo>
                  <a:pt x="129844" y="275699"/>
                </a:lnTo>
                <a:cubicBezTo>
                  <a:pt x="125899" y="270408"/>
                  <a:pt x="120873" y="266345"/>
                  <a:pt x="119339" y="267205"/>
                </a:cubicBezTo>
                <a:cubicBezTo>
                  <a:pt x="118053" y="267921"/>
                  <a:pt x="113538" y="267409"/>
                  <a:pt x="110726" y="266225"/>
                </a:cubicBezTo>
                <a:cubicBezTo>
                  <a:pt x="108435" y="265263"/>
                  <a:pt x="107992" y="268364"/>
                  <a:pt x="110164" y="270110"/>
                </a:cubicBezTo>
                <a:cubicBezTo>
                  <a:pt x="111203" y="270945"/>
                  <a:pt x="112601" y="272743"/>
                  <a:pt x="113274" y="274114"/>
                </a:cubicBezTo>
                <a:cubicBezTo>
                  <a:pt x="113947" y="275477"/>
                  <a:pt x="115770" y="277275"/>
                  <a:pt x="117329" y="278110"/>
                </a:cubicBezTo>
                <a:cubicBezTo>
                  <a:pt x="121554" y="280351"/>
                  <a:pt x="121801" y="279950"/>
                  <a:pt x="118198" y="276696"/>
                </a:cubicBezTo>
                <a:close/>
                <a:moveTo>
                  <a:pt x="197581" y="272870"/>
                </a:moveTo>
                <a:cubicBezTo>
                  <a:pt x="197726" y="270502"/>
                  <a:pt x="197522" y="270119"/>
                  <a:pt x="196261" y="270451"/>
                </a:cubicBezTo>
                <a:cubicBezTo>
                  <a:pt x="195077" y="270758"/>
                  <a:pt x="194761" y="271635"/>
                  <a:pt x="194761" y="274591"/>
                </a:cubicBezTo>
                <a:cubicBezTo>
                  <a:pt x="194761" y="278050"/>
                  <a:pt x="194864" y="278229"/>
                  <a:pt x="196090" y="277011"/>
                </a:cubicBezTo>
                <a:cubicBezTo>
                  <a:pt x="196815" y="276278"/>
                  <a:pt x="197488" y="274412"/>
                  <a:pt x="197581" y="272870"/>
                </a:cubicBezTo>
                <a:close/>
                <a:moveTo>
                  <a:pt x="75388" y="273918"/>
                </a:moveTo>
                <a:cubicBezTo>
                  <a:pt x="74101" y="272581"/>
                  <a:pt x="72841" y="271695"/>
                  <a:pt x="72585" y="271950"/>
                </a:cubicBezTo>
                <a:cubicBezTo>
                  <a:pt x="72168" y="272376"/>
                  <a:pt x="76478" y="276338"/>
                  <a:pt x="77364" y="276355"/>
                </a:cubicBezTo>
                <a:cubicBezTo>
                  <a:pt x="77560" y="276355"/>
                  <a:pt x="76666" y="275256"/>
                  <a:pt x="75388" y="273918"/>
                </a:cubicBezTo>
                <a:close/>
                <a:moveTo>
                  <a:pt x="132894" y="271593"/>
                </a:moveTo>
                <a:cubicBezTo>
                  <a:pt x="131650" y="269267"/>
                  <a:pt x="131803" y="267392"/>
                  <a:pt x="133234" y="267392"/>
                </a:cubicBezTo>
                <a:cubicBezTo>
                  <a:pt x="134913" y="267392"/>
                  <a:pt x="134768" y="265859"/>
                  <a:pt x="132621" y="261003"/>
                </a:cubicBezTo>
                <a:cubicBezTo>
                  <a:pt x="131377" y="258191"/>
                  <a:pt x="130466" y="257050"/>
                  <a:pt x="129793" y="257476"/>
                </a:cubicBezTo>
                <a:cubicBezTo>
                  <a:pt x="129034" y="257944"/>
                  <a:pt x="129000" y="258856"/>
                  <a:pt x="129665" y="261241"/>
                </a:cubicBezTo>
                <a:cubicBezTo>
                  <a:pt x="130142" y="262971"/>
                  <a:pt x="130363" y="265706"/>
                  <a:pt x="130159" y="267316"/>
                </a:cubicBezTo>
                <a:cubicBezTo>
                  <a:pt x="129878" y="269488"/>
                  <a:pt x="130219" y="270715"/>
                  <a:pt x="131445" y="272070"/>
                </a:cubicBezTo>
                <a:cubicBezTo>
                  <a:pt x="133388" y="274208"/>
                  <a:pt x="134155" y="273952"/>
                  <a:pt x="132894" y="271593"/>
                </a:cubicBezTo>
                <a:close/>
                <a:moveTo>
                  <a:pt x="242836" y="272828"/>
                </a:moveTo>
                <a:cubicBezTo>
                  <a:pt x="242836" y="272683"/>
                  <a:pt x="241925" y="271703"/>
                  <a:pt x="240800" y="270647"/>
                </a:cubicBezTo>
                <a:cubicBezTo>
                  <a:pt x="239088" y="269037"/>
                  <a:pt x="238764" y="268960"/>
                  <a:pt x="238764" y="270127"/>
                </a:cubicBezTo>
                <a:cubicBezTo>
                  <a:pt x="238764" y="270894"/>
                  <a:pt x="239590" y="271848"/>
                  <a:pt x="240596" y="272257"/>
                </a:cubicBezTo>
                <a:cubicBezTo>
                  <a:pt x="242845" y="273160"/>
                  <a:pt x="242836" y="273160"/>
                  <a:pt x="242836" y="272828"/>
                </a:cubicBezTo>
                <a:close/>
                <a:moveTo>
                  <a:pt x="95698" y="269744"/>
                </a:moveTo>
                <a:cubicBezTo>
                  <a:pt x="95425" y="269309"/>
                  <a:pt x="93764" y="268048"/>
                  <a:pt x="92009" y="266932"/>
                </a:cubicBezTo>
                <a:cubicBezTo>
                  <a:pt x="88891" y="264964"/>
                  <a:pt x="85415" y="264837"/>
                  <a:pt x="84291" y="266660"/>
                </a:cubicBezTo>
                <a:cubicBezTo>
                  <a:pt x="84052" y="267052"/>
                  <a:pt x="84384" y="267171"/>
                  <a:pt x="85032" y="266924"/>
                </a:cubicBezTo>
                <a:cubicBezTo>
                  <a:pt x="86915" y="266200"/>
                  <a:pt x="92836" y="268134"/>
                  <a:pt x="93892" y="269820"/>
                </a:cubicBezTo>
                <a:cubicBezTo>
                  <a:pt x="94420" y="270664"/>
                  <a:pt x="95153" y="271175"/>
                  <a:pt x="95519" y="270945"/>
                </a:cubicBezTo>
                <a:cubicBezTo>
                  <a:pt x="95886" y="270724"/>
                  <a:pt x="95962" y="270178"/>
                  <a:pt x="95698" y="269744"/>
                </a:cubicBezTo>
                <a:close/>
                <a:moveTo>
                  <a:pt x="61936" y="268883"/>
                </a:moveTo>
                <a:cubicBezTo>
                  <a:pt x="64849" y="268764"/>
                  <a:pt x="67686" y="268951"/>
                  <a:pt x="68240" y="269292"/>
                </a:cubicBezTo>
                <a:cubicBezTo>
                  <a:pt x="68956" y="269735"/>
                  <a:pt x="69101" y="269488"/>
                  <a:pt x="68734" y="268449"/>
                </a:cubicBezTo>
                <a:cubicBezTo>
                  <a:pt x="67976" y="266302"/>
                  <a:pt x="62634" y="260832"/>
                  <a:pt x="60453" y="259980"/>
                </a:cubicBezTo>
                <a:cubicBezTo>
                  <a:pt x="59303" y="259529"/>
                  <a:pt x="58664" y="258686"/>
                  <a:pt x="58801" y="257817"/>
                </a:cubicBezTo>
                <a:cubicBezTo>
                  <a:pt x="59124" y="255883"/>
                  <a:pt x="58051" y="254358"/>
                  <a:pt x="56381" y="254349"/>
                </a:cubicBezTo>
                <a:cubicBezTo>
                  <a:pt x="55623" y="254349"/>
                  <a:pt x="53953" y="253795"/>
                  <a:pt x="52675" y="253122"/>
                </a:cubicBezTo>
                <a:cubicBezTo>
                  <a:pt x="47087" y="250217"/>
                  <a:pt x="40109" y="252867"/>
                  <a:pt x="44028" y="256411"/>
                </a:cubicBezTo>
                <a:cubicBezTo>
                  <a:pt x="45758" y="257978"/>
                  <a:pt x="47214" y="262281"/>
                  <a:pt x="47325" y="266166"/>
                </a:cubicBezTo>
                <a:cubicBezTo>
                  <a:pt x="47359" y="267512"/>
                  <a:pt x="47581" y="268159"/>
                  <a:pt x="47802" y="267597"/>
                </a:cubicBezTo>
                <a:cubicBezTo>
                  <a:pt x="48399" y="266123"/>
                  <a:pt x="50060" y="266336"/>
                  <a:pt x="52266" y="268168"/>
                </a:cubicBezTo>
                <a:cubicBezTo>
                  <a:pt x="53323" y="269045"/>
                  <a:pt x="54737" y="269616"/>
                  <a:pt x="55410" y="269429"/>
                </a:cubicBezTo>
                <a:cubicBezTo>
                  <a:pt x="56083" y="269250"/>
                  <a:pt x="59022" y="269003"/>
                  <a:pt x="61936" y="268883"/>
                </a:cubicBezTo>
                <a:close/>
                <a:moveTo>
                  <a:pt x="244336" y="265825"/>
                </a:moveTo>
                <a:cubicBezTo>
                  <a:pt x="244566" y="264232"/>
                  <a:pt x="244344" y="264061"/>
                  <a:pt x="242700" y="264564"/>
                </a:cubicBezTo>
                <a:cubicBezTo>
                  <a:pt x="240110" y="265365"/>
                  <a:pt x="240008" y="265535"/>
                  <a:pt x="241217" y="266992"/>
                </a:cubicBezTo>
                <a:cubicBezTo>
                  <a:pt x="242598" y="268653"/>
                  <a:pt x="243995" y="268134"/>
                  <a:pt x="244336" y="265825"/>
                </a:cubicBezTo>
                <a:close/>
                <a:moveTo>
                  <a:pt x="95715" y="263516"/>
                </a:moveTo>
                <a:cubicBezTo>
                  <a:pt x="95690" y="262289"/>
                  <a:pt x="94863" y="259998"/>
                  <a:pt x="93883" y="258430"/>
                </a:cubicBezTo>
                <a:cubicBezTo>
                  <a:pt x="91856" y="255201"/>
                  <a:pt x="91498" y="256206"/>
                  <a:pt x="93245" y="260236"/>
                </a:cubicBezTo>
                <a:cubicBezTo>
                  <a:pt x="93883" y="261701"/>
                  <a:pt x="94608" y="263550"/>
                  <a:pt x="94846" y="264334"/>
                </a:cubicBezTo>
                <a:cubicBezTo>
                  <a:pt x="95477" y="266362"/>
                  <a:pt x="95758" y="266106"/>
                  <a:pt x="95715" y="263516"/>
                </a:cubicBezTo>
                <a:close/>
                <a:moveTo>
                  <a:pt x="105121" y="262451"/>
                </a:moveTo>
                <a:cubicBezTo>
                  <a:pt x="105121" y="261582"/>
                  <a:pt x="105546" y="260875"/>
                  <a:pt x="106075" y="260875"/>
                </a:cubicBezTo>
                <a:cubicBezTo>
                  <a:pt x="106594" y="260875"/>
                  <a:pt x="106833" y="260679"/>
                  <a:pt x="106603" y="260449"/>
                </a:cubicBezTo>
                <a:cubicBezTo>
                  <a:pt x="106373" y="260219"/>
                  <a:pt x="105248" y="260509"/>
                  <a:pt x="104107" y="261105"/>
                </a:cubicBezTo>
                <a:cubicBezTo>
                  <a:pt x="102471" y="261957"/>
                  <a:pt x="102190" y="262477"/>
                  <a:pt x="102812" y="263584"/>
                </a:cubicBezTo>
                <a:cubicBezTo>
                  <a:pt x="103766" y="265288"/>
                  <a:pt x="105121" y="264624"/>
                  <a:pt x="105121" y="262451"/>
                </a:cubicBezTo>
                <a:close/>
                <a:moveTo>
                  <a:pt x="252591" y="260977"/>
                </a:moveTo>
                <a:cubicBezTo>
                  <a:pt x="252574" y="259861"/>
                  <a:pt x="252378" y="259904"/>
                  <a:pt x="251373" y="261233"/>
                </a:cubicBezTo>
                <a:cubicBezTo>
                  <a:pt x="249814" y="263286"/>
                  <a:pt x="249831" y="264615"/>
                  <a:pt x="251398" y="263320"/>
                </a:cubicBezTo>
                <a:cubicBezTo>
                  <a:pt x="252071" y="262758"/>
                  <a:pt x="252608" y="261701"/>
                  <a:pt x="252591" y="260977"/>
                </a:cubicBezTo>
                <a:close/>
                <a:moveTo>
                  <a:pt x="200180" y="260901"/>
                </a:moveTo>
                <a:cubicBezTo>
                  <a:pt x="208128" y="258992"/>
                  <a:pt x="212797" y="258677"/>
                  <a:pt x="220473" y="259546"/>
                </a:cubicBezTo>
                <a:cubicBezTo>
                  <a:pt x="226155" y="260185"/>
                  <a:pt x="226232" y="260168"/>
                  <a:pt x="227195" y="258047"/>
                </a:cubicBezTo>
                <a:cubicBezTo>
                  <a:pt x="228668" y="254801"/>
                  <a:pt x="228507" y="254630"/>
                  <a:pt x="223889" y="254630"/>
                </a:cubicBezTo>
                <a:cubicBezTo>
                  <a:pt x="221538" y="254630"/>
                  <a:pt x="218897" y="254443"/>
                  <a:pt x="218019" y="254213"/>
                </a:cubicBezTo>
                <a:cubicBezTo>
                  <a:pt x="215429" y="253540"/>
                  <a:pt x="213189" y="249808"/>
                  <a:pt x="213104" y="246000"/>
                </a:cubicBezTo>
                <a:cubicBezTo>
                  <a:pt x="213027" y="243095"/>
                  <a:pt x="212729" y="242498"/>
                  <a:pt x="211246" y="242277"/>
                </a:cubicBezTo>
                <a:cubicBezTo>
                  <a:pt x="209551" y="242030"/>
                  <a:pt x="209525" y="242124"/>
                  <a:pt x="210667" y="244313"/>
                </a:cubicBezTo>
                <a:cubicBezTo>
                  <a:pt x="212005" y="246886"/>
                  <a:pt x="212260" y="250754"/>
                  <a:pt x="211136" y="251452"/>
                </a:cubicBezTo>
                <a:cubicBezTo>
                  <a:pt x="210096" y="252091"/>
                  <a:pt x="206271" y="247346"/>
                  <a:pt x="205692" y="244714"/>
                </a:cubicBezTo>
                <a:cubicBezTo>
                  <a:pt x="204848" y="240829"/>
                  <a:pt x="204567" y="240377"/>
                  <a:pt x="203179" y="240641"/>
                </a:cubicBezTo>
                <a:cubicBezTo>
                  <a:pt x="200904" y="241084"/>
                  <a:pt x="190800" y="262511"/>
                  <a:pt x="192870" y="262494"/>
                </a:cubicBezTo>
                <a:cubicBezTo>
                  <a:pt x="193236" y="262494"/>
                  <a:pt x="196525" y="261770"/>
                  <a:pt x="200180" y="260901"/>
                </a:cubicBezTo>
                <a:close/>
                <a:moveTo>
                  <a:pt x="81479" y="260960"/>
                </a:moveTo>
                <a:cubicBezTo>
                  <a:pt x="83967" y="260270"/>
                  <a:pt x="82587" y="259154"/>
                  <a:pt x="78941" y="258907"/>
                </a:cubicBezTo>
                <a:cubicBezTo>
                  <a:pt x="76393" y="258728"/>
                  <a:pt x="75337" y="259486"/>
                  <a:pt x="76189" y="260875"/>
                </a:cubicBezTo>
                <a:cubicBezTo>
                  <a:pt x="76751" y="261778"/>
                  <a:pt x="78438" y="261804"/>
                  <a:pt x="81479" y="260960"/>
                </a:cubicBezTo>
                <a:close/>
                <a:moveTo>
                  <a:pt x="116528" y="260313"/>
                </a:moveTo>
                <a:cubicBezTo>
                  <a:pt x="116528" y="259188"/>
                  <a:pt x="112950" y="255985"/>
                  <a:pt x="111706" y="255985"/>
                </a:cubicBezTo>
                <a:cubicBezTo>
                  <a:pt x="110999" y="255993"/>
                  <a:pt x="110028" y="256837"/>
                  <a:pt x="109551" y="257868"/>
                </a:cubicBezTo>
                <a:cubicBezTo>
                  <a:pt x="108758" y="259580"/>
                  <a:pt x="108895" y="259750"/>
                  <a:pt x="111144" y="259921"/>
                </a:cubicBezTo>
                <a:cubicBezTo>
                  <a:pt x="112490" y="260023"/>
                  <a:pt x="113768" y="260279"/>
                  <a:pt x="113972" y="260492"/>
                </a:cubicBezTo>
                <a:cubicBezTo>
                  <a:pt x="114560" y="261079"/>
                  <a:pt x="116528" y="260943"/>
                  <a:pt x="116528" y="260313"/>
                </a:cubicBezTo>
                <a:close/>
                <a:moveTo>
                  <a:pt x="233456" y="260040"/>
                </a:moveTo>
                <a:cubicBezTo>
                  <a:pt x="233175" y="259589"/>
                  <a:pt x="232604" y="259427"/>
                  <a:pt x="232187" y="259682"/>
                </a:cubicBezTo>
                <a:cubicBezTo>
                  <a:pt x="231062" y="260381"/>
                  <a:pt x="231267" y="260875"/>
                  <a:pt x="232698" y="260875"/>
                </a:cubicBezTo>
                <a:cubicBezTo>
                  <a:pt x="233397" y="260875"/>
                  <a:pt x="233737" y="260500"/>
                  <a:pt x="233456" y="260040"/>
                </a:cubicBezTo>
                <a:close/>
                <a:moveTo>
                  <a:pt x="119961" y="257621"/>
                </a:moveTo>
                <a:cubicBezTo>
                  <a:pt x="119629" y="255329"/>
                  <a:pt x="118164" y="254894"/>
                  <a:pt x="118164" y="257092"/>
                </a:cubicBezTo>
                <a:cubicBezTo>
                  <a:pt x="118164" y="257876"/>
                  <a:pt x="119672" y="260057"/>
                  <a:pt x="120217" y="260057"/>
                </a:cubicBezTo>
                <a:cubicBezTo>
                  <a:pt x="120276" y="260057"/>
                  <a:pt x="120166" y="258958"/>
                  <a:pt x="119961" y="257621"/>
                </a:cubicBezTo>
                <a:close/>
                <a:moveTo>
                  <a:pt x="179248" y="254962"/>
                </a:moveTo>
                <a:cubicBezTo>
                  <a:pt x="179265" y="254179"/>
                  <a:pt x="178924" y="253540"/>
                  <a:pt x="178489" y="253540"/>
                </a:cubicBezTo>
                <a:cubicBezTo>
                  <a:pt x="177356" y="253540"/>
                  <a:pt x="176291" y="251188"/>
                  <a:pt x="175635" y="247227"/>
                </a:cubicBezTo>
                <a:cubicBezTo>
                  <a:pt x="174869" y="242626"/>
                  <a:pt x="176879" y="241570"/>
                  <a:pt x="179733" y="245071"/>
                </a:cubicBezTo>
                <a:cubicBezTo>
                  <a:pt x="181582" y="247329"/>
                  <a:pt x="181667" y="247355"/>
                  <a:pt x="181693" y="245591"/>
                </a:cubicBezTo>
                <a:cubicBezTo>
                  <a:pt x="181710" y="244586"/>
                  <a:pt x="181412" y="243759"/>
                  <a:pt x="181037" y="243759"/>
                </a:cubicBezTo>
                <a:cubicBezTo>
                  <a:pt x="179725" y="243759"/>
                  <a:pt x="178660" y="240011"/>
                  <a:pt x="178762" y="235785"/>
                </a:cubicBezTo>
                <a:cubicBezTo>
                  <a:pt x="178822" y="233451"/>
                  <a:pt x="178805" y="231534"/>
                  <a:pt x="178736" y="231534"/>
                </a:cubicBezTo>
                <a:cubicBezTo>
                  <a:pt x="177135" y="231542"/>
                  <a:pt x="176010" y="232991"/>
                  <a:pt x="175993" y="235087"/>
                </a:cubicBezTo>
                <a:cubicBezTo>
                  <a:pt x="175985" y="236492"/>
                  <a:pt x="175312" y="239116"/>
                  <a:pt x="174502" y="240905"/>
                </a:cubicBezTo>
                <a:cubicBezTo>
                  <a:pt x="173241" y="243700"/>
                  <a:pt x="173182" y="244526"/>
                  <a:pt x="174068" y="246673"/>
                </a:cubicBezTo>
                <a:cubicBezTo>
                  <a:pt x="174639" y="248053"/>
                  <a:pt x="175542" y="251682"/>
                  <a:pt x="176078" y="254750"/>
                </a:cubicBezTo>
                <a:cubicBezTo>
                  <a:pt x="176990" y="260015"/>
                  <a:pt x="177101" y="260210"/>
                  <a:pt x="178132" y="258353"/>
                </a:cubicBezTo>
                <a:cubicBezTo>
                  <a:pt x="178728" y="257271"/>
                  <a:pt x="179231" y="255746"/>
                  <a:pt x="179248" y="254962"/>
                </a:cubicBezTo>
                <a:close/>
                <a:moveTo>
                  <a:pt x="246917" y="258430"/>
                </a:moveTo>
                <a:cubicBezTo>
                  <a:pt x="247905" y="257782"/>
                  <a:pt x="247794" y="257638"/>
                  <a:pt x="246338" y="257621"/>
                </a:cubicBezTo>
                <a:cubicBezTo>
                  <a:pt x="244148" y="257612"/>
                  <a:pt x="240391" y="255976"/>
                  <a:pt x="240391" y="255039"/>
                </a:cubicBezTo>
                <a:cubicBezTo>
                  <a:pt x="240391" y="253906"/>
                  <a:pt x="238219" y="254264"/>
                  <a:pt x="237137" y="255576"/>
                </a:cubicBezTo>
                <a:cubicBezTo>
                  <a:pt x="236285" y="256607"/>
                  <a:pt x="236430" y="256803"/>
                  <a:pt x="238057" y="256811"/>
                </a:cubicBezTo>
                <a:cubicBezTo>
                  <a:pt x="239113" y="256820"/>
                  <a:pt x="240902" y="257331"/>
                  <a:pt x="242027" y="257953"/>
                </a:cubicBezTo>
                <a:cubicBezTo>
                  <a:pt x="244549" y="259350"/>
                  <a:pt x="245358" y="259427"/>
                  <a:pt x="246917" y="258430"/>
                </a:cubicBezTo>
                <a:close/>
                <a:moveTo>
                  <a:pt x="157199" y="257288"/>
                </a:moveTo>
                <a:cubicBezTo>
                  <a:pt x="157719" y="256666"/>
                  <a:pt x="159227" y="255712"/>
                  <a:pt x="160548" y="255158"/>
                </a:cubicBezTo>
                <a:cubicBezTo>
                  <a:pt x="161877" y="254613"/>
                  <a:pt x="162754" y="253838"/>
                  <a:pt x="162516" y="253446"/>
                </a:cubicBezTo>
                <a:cubicBezTo>
                  <a:pt x="161928" y="252492"/>
                  <a:pt x="158315" y="252517"/>
                  <a:pt x="157719" y="253472"/>
                </a:cubicBezTo>
                <a:cubicBezTo>
                  <a:pt x="157464" y="253889"/>
                  <a:pt x="156160" y="254468"/>
                  <a:pt x="154823" y="254758"/>
                </a:cubicBezTo>
                <a:cubicBezTo>
                  <a:pt x="151142" y="255567"/>
                  <a:pt x="151662" y="257578"/>
                  <a:pt x="155751" y="258336"/>
                </a:cubicBezTo>
                <a:cubicBezTo>
                  <a:pt x="156032" y="258387"/>
                  <a:pt x="156688" y="257919"/>
                  <a:pt x="157199" y="257288"/>
                </a:cubicBezTo>
                <a:close/>
                <a:moveTo>
                  <a:pt x="103059" y="255525"/>
                </a:moveTo>
                <a:cubicBezTo>
                  <a:pt x="105998" y="252586"/>
                  <a:pt x="104959" y="251785"/>
                  <a:pt x="100852" y="253821"/>
                </a:cubicBezTo>
                <a:cubicBezTo>
                  <a:pt x="98458" y="255014"/>
                  <a:pt x="97819" y="255636"/>
                  <a:pt x="98808" y="255823"/>
                </a:cubicBezTo>
                <a:cubicBezTo>
                  <a:pt x="99591" y="255976"/>
                  <a:pt x="100230" y="256445"/>
                  <a:pt x="100230" y="256854"/>
                </a:cubicBezTo>
                <a:cubicBezTo>
                  <a:pt x="100230" y="258047"/>
                  <a:pt x="100818" y="257765"/>
                  <a:pt x="103059" y="255525"/>
                </a:cubicBezTo>
                <a:close/>
                <a:moveTo>
                  <a:pt x="232085" y="255550"/>
                </a:moveTo>
                <a:cubicBezTo>
                  <a:pt x="231838" y="255303"/>
                  <a:pt x="231378" y="255755"/>
                  <a:pt x="231079" y="256556"/>
                </a:cubicBezTo>
                <a:cubicBezTo>
                  <a:pt x="230636" y="257723"/>
                  <a:pt x="230730" y="257817"/>
                  <a:pt x="231531" y="257016"/>
                </a:cubicBezTo>
                <a:cubicBezTo>
                  <a:pt x="232085" y="256462"/>
                  <a:pt x="232340" y="255806"/>
                  <a:pt x="232085" y="255550"/>
                </a:cubicBezTo>
                <a:close/>
                <a:moveTo>
                  <a:pt x="128310" y="247891"/>
                </a:moveTo>
                <a:cubicBezTo>
                  <a:pt x="129026" y="246520"/>
                  <a:pt x="130108" y="245387"/>
                  <a:pt x="130713" y="245387"/>
                </a:cubicBezTo>
                <a:cubicBezTo>
                  <a:pt x="131940" y="245387"/>
                  <a:pt x="133039" y="249587"/>
                  <a:pt x="132314" y="251495"/>
                </a:cubicBezTo>
                <a:cubicBezTo>
                  <a:pt x="132042" y="252194"/>
                  <a:pt x="132289" y="252722"/>
                  <a:pt x="132877" y="252722"/>
                </a:cubicBezTo>
                <a:cubicBezTo>
                  <a:pt x="133456" y="252722"/>
                  <a:pt x="134555" y="253293"/>
                  <a:pt x="135322" y="253991"/>
                </a:cubicBezTo>
                <a:cubicBezTo>
                  <a:pt x="136617" y="255158"/>
                  <a:pt x="136847" y="254852"/>
                  <a:pt x="138491" y="249706"/>
                </a:cubicBezTo>
                <a:cubicBezTo>
                  <a:pt x="139462" y="246665"/>
                  <a:pt x="140425" y="243776"/>
                  <a:pt x="140638" y="243299"/>
                </a:cubicBezTo>
                <a:cubicBezTo>
                  <a:pt x="140868" y="242763"/>
                  <a:pt x="136932" y="241723"/>
                  <a:pt x="130193" y="240556"/>
                </a:cubicBezTo>
                <a:cubicBezTo>
                  <a:pt x="113572" y="237676"/>
                  <a:pt x="114381" y="237736"/>
                  <a:pt x="113793" y="239270"/>
                </a:cubicBezTo>
                <a:cubicBezTo>
                  <a:pt x="113410" y="240283"/>
                  <a:pt x="113913" y="240880"/>
                  <a:pt x="115727" y="241570"/>
                </a:cubicBezTo>
                <a:cubicBezTo>
                  <a:pt x="118291" y="242533"/>
                  <a:pt x="119774" y="245796"/>
                  <a:pt x="119782" y="250481"/>
                </a:cubicBezTo>
                <a:cubicBezTo>
                  <a:pt x="119791" y="252160"/>
                  <a:pt x="120191" y="252722"/>
                  <a:pt x="121384" y="252722"/>
                </a:cubicBezTo>
                <a:cubicBezTo>
                  <a:pt x="122253" y="252722"/>
                  <a:pt x="123633" y="253599"/>
                  <a:pt x="124434" y="254673"/>
                </a:cubicBezTo>
                <a:lnTo>
                  <a:pt x="125899" y="256632"/>
                </a:lnTo>
                <a:lnTo>
                  <a:pt x="126462" y="253514"/>
                </a:lnTo>
                <a:cubicBezTo>
                  <a:pt x="126768" y="251802"/>
                  <a:pt x="127603" y="249271"/>
                  <a:pt x="128310" y="247891"/>
                </a:cubicBezTo>
                <a:close/>
                <a:moveTo>
                  <a:pt x="88678" y="252782"/>
                </a:moveTo>
                <a:cubicBezTo>
                  <a:pt x="88636" y="249561"/>
                  <a:pt x="88508" y="249493"/>
                  <a:pt x="85160" y="250720"/>
                </a:cubicBezTo>
                <a:cubicBezTo>
                  <a:pt x="83635" y="251274"/>
                  <a:pt x="83660" y="251350"/>
                  <a:pt x="85560" y="251853"/>
                </a:cubicBezTo>
                <a:cubicBezTo>
                  <a:pt x="86685" y="252151"/>
                  <a:pt x="87647" y="252926"/>
                  <a:pt x="87707" y="253574"/>
                </a:cubicBezTo>
                <a:cubicBezTo>
                  <a:pt x="87903" y="255618"/>
                  <a:pt x="87997" y="255985"/>
                  <a:pt x="88363" y="255985"/>
                </a:cubicBezTo>
                <a:cubicBezTo>
                  <a:pt x="88559" y="255985"/>
                  <a:pt x="88704" y="254545"/>
                  <a:pt x="88678" y="252782"/>
                </a:cubicBezTo>
                <a:close/>
                <a:moveTo>
                  <a:pt x="270013" y="253983"/>
                </a:moveTo>
                <a:cubicBezTo>
                  <a:pt x="270260" y="253335"/>
                  <a:pt x="271853" y="252074"/>
                  <a:pt x="273557" y="251180"/>
                </a:cubicBezTo>
                <a:lnTo>
                  <a:pt x="276658" y="249553"/>
                </a:lnTo>
                <a:lnTo>
                  <a:pt x="272177" y="250021"/>
                </a:lnTo>
                <a:cubicBezTo>
                  <a:pt x="269706" y="250277"/>
                  <a:pt x="267363" y="250788"/>
                  <a:pt x="266963" y="251154"/>
                </a:cubicBezTo>
                <a:cubicBezTo>
                  <a:pt x="266563" y="251521"/>
                  <a:pt x="267023" y="251614"/>
                  <a:pt x="267985" y="251359"/>
                </a:cubicBezTo>
                <a:cubicBezTo>
                  <a:pt x="269945" y="250848"/>
                  <a:pt x="270405" y="252543"/>
                  <a:pt x="268752" y="254187"/>
                </a:cubicBezTo>
                <a:cubicBezTo>
                  <a:pt x="268096" y="254843"/>
                  <a:pt x="268071" y="255167"/>
                  <a:pt x="268667" y="255167"/>
                </a:cubicBezTo>
                <a:cubicBezTo>
                  <a:pt x="269153" y="255167"/>
                  <a:pt x="269757" y="254639"/>
                  <a:pt x="270013" y="253983"/>
                </a:cubicBezTo>
                <a:close/>
                <a:moveTo>
                  <a:pt x="17925" y="252006"/>
                </a:moveTo>
                <a:cubicBezTo>
                  <a:pt x="17925" y="251606"/>
                  <a:pt x="17192" y="251095"/>
                  <a:pt x="16298" y="250856"/>
                </a:cubicBezTo>
                <a:cubicBezTo>
                  <a:pt x="15241" y="250583"/>
                  <a:pt x="14670" y="250831"/>
                  <a:pt x="14670" y="251580"/>
                </a:cubicBezTo>
                <a:cubicBezTo>
                  <a:pt x="14670" y="252211"/>
                  <a:pt x="15403" y="252722"/>
                  <a:pt x="16298" y="252722"/>
                </a:cubicBezTo>
                <a:cubicBezTo>
                  <a:pt x="17192" y="252722"/>
                  <a:pt x="17925" y="252398"/>
                  <a:pt x="17925" y="252006"/>
                </a:cubicBezTo>
                <a:close/>
                <a:moveTo>
                  <a:pt x="69254" y="248615"/>
                </a:moveTo>
                <a:cubicBezTo>
                  <a:pt x="68368" y="246358"/>
                  <a:pt x="67635" y="244390"/>
                  <a:pt x="67635" y="244228"/>
                </a:cubicBezTo>
                <a:cubicBezTo>
                  <a:pt x="67635" y="244075"/>
                  <a:pt x="66724" y="243776"/>
                  <a:pt x="65616" y="243563"/>
                </a:cubicBezTo>
                <a:lnTo>
                  <a:pt x="63597" y="243180"/>
                </a:lnTo>
                <a:lnTo>
                  <a:pt x="66025" y="245940"/>
                </a:lnTo>
                <a:cubicBezTo>
                  <a:pt x="67363" y="247457"/>
                  <a:pt x="68453" y="249612"/>
                  <a:pt x="68453" y="250711"/>
                </a:cubicBezTo>
                <a:cubicBezTo>
                  <a:pt x="68453" y="251947"/>
                  <a:pt x="68922" y="252722"/>
                  <a:pt x="69663" y="252722"/>
                </a:cubicBezTo>
                <a:cubicBezTo>
                  <a:pt x="70677" y="252722"/>
                  <a:pt x="70617" y="252066"/>
                  <a:pt x="69254" y="248615"/>
                </a:cubicBezTo>
                <a:close/>
                <a:moveTo>
                  <a:pt x="112652" y="249058"/>
                </a:moveTo>
                <a:cubicBezTo>
                  <a:pt x="111638" y="246315"/>
                  <a:pt x="111118" y="245702"/>
                  <a:pt x="110607" y="246622"/>
                </a:cubicBezTo>
                <a:cubicBezTo>
                  <a:pt x="110173" y="247397"/>
                  <a:pt x="110454" y="248735"/>
                  <a:pt x="111365" y="250285"/>
                </a:cubicBezTo>
                <a:cubicBezTo>
                  <a:pt x="113504" y="253898"/>
                  <a:pt x="114202" y="253242"/>
                  <a:pt x="112652" y="249058"/>
                </a:cubicBezTo>
                <a:close/>
                <a:moveTo>
                  <a:pt x="168965" y="243870"/>
                </a:moveTo>
                <a:cubicBezTo>
                  <a:pt x="166332" y="238648"/>
                  <a:pt x="165540" y="237685"/>
                  <a:pt x="164032" y="237898"/>
                </a:cubicBezTo>
                <a:cubicBezTo>
                  <a:pt x="163035" y="238034"/>
                  <a:pt x="161434" y="237719"/>
                  <a:pt x="160462" y="237199"/>
                </a:cubicBezTo>
                <a:cubicBezTo>
                  <a:pt x="159074" y="236458"/>
                  <a:pt x="158546" y="236492"/>
                  <a:pt x="158000" y="237361"/>
                </a:cubicBezTo>
                <a:cubicBezTo>
                  <a:pt x="156901" y="239091"/>
                  <a:pt x="157157" y="239985"/>
                  <a:pt x="158435" y="238920"/>
                </a:cubicBezTo>
                <a:cubicBezTo>
                  <a:pt x="160761" y="236995"/>
                  <a:pt x="169910" y="247627"/>
                  <a:pt x="168249" y="250319"/>
                </a:cubicBezTo>
                <a:cubicBezTo>
                  <a:pt x="167985" y="250754"/>
                  <a:pt x="168615" y="251427"/>
                  <a:pt x="169646" y="251810"/>
                </a:cubicBezTo>
                <a:cubicBezTo>
                  <a:pt x="172645" y="252935"/>
                  <a:pt x="172458" y="250805"/>
                  <a:pt x="168965" y="243870"/>
                </a:cubicBezTo>
                <a:close/>
                <a:moveTo>
                  <a:pt x="231386" y="247678"/>
                </a:moveTo>
                <a:cubicBezTo>
                  <a:pt x="232144" y="244160"/>
                  <a:pt x="232093" y="243257"/>
                  <a:pt x="231071" y="242243"/>
                </a:cubicBezTo>
                <a:cubicBezTo>
                  <a:pt x="229997" y="241161"/>
                  <a:pt x="229878" y="241425"/>
                  <a:pt x="230032" y="244628"/>
                </a:cubicBezTo>
                <a:cubicBezTo>
                  <a:pt x="230125" y="246613"/>
                  <a:pt x="229904" y="249067"/>
                  <a:pt x="229537" y="250072"/>
                </a:cubicBezTo>
                <a:cubicBezTo>
                  <a:pt x="229137" y="251180"/>
                  <a:pt x="229197" y="251904"/>
                  <a:pt x="229682" y="251904"/>
                </a:cubicBezTo>
                <a:cubicBezTo>
                  <a:pt x="230117" y="251904"/>
                  <a:pt x="230892" y="250004"/>
                  <a:pt x="231386" y="247678"/>
                </a:cubicBezTo>
                <a:close/>
                <a:moveTo>
                  <a:pt x="239718" y="246009"/>
                </a:moveTo>
                <a:cubicBezTo>
                  <a:pt x="241814" y="243069"/>
                  <a:pt x="241132" y="243146"/>
                  <a:pt x="238074" y="246204"/>
                </a:cubicBezTo>
                <a:cubicBezTo>
                  <a:pt x="236728" y="247551"/>
                  <a:pt x="235970" y="248650"/>
                  <a:pt x="236378" y="248650"/>
                </a:cubicBezTo>
                <a:cubicBezTo>
                  <a:pt x="236796" y="248650"/>
                  <a:pt x="237188" y="249476"/>
                  <a:pt x="237247" y="250481"/>
                </a:cubicBezTo>
                <a:cubicBezTo>
                  <a:pt x="237350" y="252185"/>
                  <a:pt x="237384" y="252177"/>
                  <a:pt x="237733" y="250285"/>
                </a:cubicBezTo>
                <a:cubicBezTo>
                  <a:pt x="237946" y="249178"/>
                  <a:pt x="238832" y="247252"/>
                  <a:pt x="239718" y="246009"/>
                </a:cubicBezTo>
                <a:close/>
                <a:moveTo>
                  <a:pt x="101202" y="248615"/>
                </a:moveTo>
                <a:cubicBezTo>
                  <a:pt x="103553" y="248172"/>
                  <a:pt x="105794" y="247491"/>
                  <a:pt x="106177" y="247099"/>
                </a:cubicBezTo>
                <a:cubicBezTo>
                  <a:pt x="106569" y="246716"/>
                  <a:pt x="105393" y="246792"/>
                  <a:pt x="103561" y="247278"/>
                </a:cubicBezTo>
                <a:cubicBezTo>
                  <a:pt x="101074" y="247942"/>
                  <a:pt x="100000" y="247925"/>
                  <a:pt x="99276" y="247201"/>
                </a:cubicBezTo>
                <a:cubicBezTo>
                  <a:pt x="97283" y="245208"/>
                  <a:pt x="103945" y="240496"/>
                  <a:pt x="108758" y="240496"/>
                </a:cubicBezTo>
                <a:cubicBezTo>
                  <a:pt x="109968" y="240496"/>
                  <a:pt x="110829" y="240036"/>
                  <a:pt x="110829" y="239380"/>
                </a:cubicBezTo>
                <a:cubicBezTo>
                  <a:pt x="110829" y="238511"/>
                  <a:pt x="110070" y="238409"/>
                  <a:pt x="107361" y="238912"/>
                </a:cubicBezTo>
                <a:cubicBezTo>
                  <a:pt x="102028" y="239917"/>
                  <a:pt x="99421" y="241144"/>
                  <a:pt x="99421" y="242643"/>
                </a:cubicBezTo>
                <a:cubicBezTo>
                  <a:pt x="99421" y="243393"/>
                  <a:pt x="97973" y="245387"/>
                  <a:pt x="96209" y="247065"/>
                </a:cubicBezTo>
                <a:cubicBezTo>
                  <a:pt x="93006" y="250115"/>
                  <a:pt x="92597" y="251742"/>
                  <a:pt x="95425" y="250234"/>
                </a:cubicBezTo>
                <a:cubicBezTo>
                  <a:pt x="96252" y="249791"/>
                  <a:pt x="98850" y="249067"/>
                  <a:pt x="101202" y="248615"/>
                </a:cubicBezTo>
                <a:close/>
                <a:moveTo>
                  <a:pt x="74621" y="247022"/>
                </a:moveTo>
                <a:cubicBezTo>
                  <a:pt x="75439" y="247022"/>
                  <a:pt x="75788" y="246043"/>
                  <a:pt x="75788" y="243759"/>
                </a:cubicBezTo>
                <a:cubicBezTo>
                  <a:pt x="75788" y="239840"/>
                  <a:pt x="74553" y="239457"/>
                  <a:pt x="73812" y="243146"/>
                </a:cubicBezTo>
                <a:cubicBezTo>
                  <a:pt x="73139" y="246494"/>
                  <a:pt x="72619" y="250345"/>
                  <a:pt x="73096" y="248445"/>
                </a:cubicBezTo>
                <a:cubicBezTo>
                  <a:pt x="73292" y="247661"/>
                  <a:pt x="73982" y="247022"/>
                  <a:pt x="74621" y="247022"/>
                </a:cubicBezTo>
                <a:close/>
                <a:moveTo>
                  <a:pt x="159576" y="245642"/>
                </a:moveTo>
                <a:cubicBezTo>
                  <a:pt x="156688" y="239917"/>
                  <a:pt x="156748" y="239977"/>
                  <a:pt x="156271" y="242498"/>
                </a:cubicBezTo>
                <a:cubicBezTo>
                  <a:pt x="155973" y="244049"/>
                  <a:pt x="156552" y="245259"/>
                  <a:pt x="158648" y="247423"/>
                </a:cubicBezTo>
                <a:cubicBezTo>
                  <a:pt x="160181" y="248990"/>
                  <a:pt x="161536" y="250277"/>
                  <a:pt x="161672" y="250277"/>
                </a:cubicBezTo>
                <a:cubicBezTo>
                  <a:pt x="161800" y="250277"/>
                  <a:pt x="160863" y="248190"/>
                  <a:pt x="159576" y="245642"/>
                </a:cubicBezTo>
                <a:close/>
                <a:moveTo>
                  <a:pt x="184887" y="247627"/>
                </a:moveTo>
                <a:cubicBezTo>
                  <a:pt x="185697" y="245208"/>
                  <a:pt x="185671" y="245114"/>
                  <a:pt x="184564" y="246562"/>
                </a:cubicBezTo>
                <a:cubicBezTo>
                  <a:pt x="183899" y="247431"/>
                  <a:pt x="183354" y="248624"/>
                  <a:pt x="183354" y="249212"/>
                </a:cubicBezTo>
                <a:cubicBezTo>
                  <a:pt x="183354" y="251026"/>
                  <a:pt x="183967" y="250396"/>
                  <a:pt x="184887" y="247627"/>
                </a:cubicBezTo>
                <a:close/>
                <a:moveTo>
                  <a:pt x="223659" y="249416"/>
                </a:moveTo>
                <a:cubicBezTo>
                  <a:pt x="223369" y="248948"/>
                  <a:pt x="222705" y="248718"/>
                  <a:pt x="222185" y="248905"/>
                </a:cubicBezTo>
                <a:cubicBezTo>
                  <a:pt x="221666" y="249093"/>
                  <a:pt x="220601" y="248914"/>
                  <a:pt x="219817" y="248513"/>
                </a:cubicBezTo>
                <a:cubicBezTo>
                  <a:pt x="218760" y="247968"/>
                  <a:pt x="218394" y="248096"/>
                  <a:pt x="218394" y="249024"/>
                </a:cubicBezTo>
                <a:cubicBezTo>
                  <a:pt x="218394" y="249919"/>
                  <a:pt x="219229" y="250277"/>
                  <a:pt x="221291" y="250277"/>
                </a:cubicBezTo>
                <a:cubicBezTo>
                  <a:pt x="223114" y="250277"/>
                  <a:pt x="224000" y="249962"/>
                  <a:pt x="223659" y="249416"/>
                </a:cubicBezTo>
                <a:close/>
                <a:moveTo>
                  <a:pt x="266750" y="247150"/>
                </a:moveTo>
                <a:cubicBezTo>
                  <a:pt x="269434" y="244398"/>
                  <a:pt x="269655" y="243896"/>
                  <a:pt x="268548" y="242976"/>
                </a:cubicBezTo>
                <a:cubicBezTo>
                  <a:pt x="267491" y="242098"/>
                  <a:pt x="267287" y="242158"/>
                  <a:pt x="267287" y="243333"/>
                </a:cubicBezTo>
                <a:cubicBezTo>
                  <a:pt x="267287" y="244109"/>
                  <a:pt x="266043" y="245983"/>
                  <a:pt x="264518" y="247508"/>
                </a:cubicBezTo>
                <a:cubicBezTo>
                  <a:pt x="262993" y="249033"/>
                  <a:pt x="262184" y="250277"/>
                  <a:pt x="262720" y="250277"/>
                </a:cubicBezTo>
                <a:cubicBezTo>
                  <a:pt x="263257" y="250277"/>
                  <a:pt x="265072" y="248871"/>
                  <a:pt x="266750" y="247150"/>
                </a:cubicBezTo>
                <a:close/>
                <a:moveTo>
                  <a:pt x="42239" y="248633"/>
                </a:moveTo>
                <a:lnTo>
                  <a:pt x="49302" y="248624"/>
                </a:lnTo>
                <a:lnTo>
                  <a:pt x="46635" y="246920"/>
                </a:lnTo>
                <a:cubicBezTo>
                  <a:pt x="44820" y="245753"/>
                  <a:pt x="43662" y="245463"/>
                  <a:pt x="42972" y="246000"/>
                </a:cubicBezTo>
                <a:cubicBezTo>
                  <a:pt x="41327" y="247303"/>
                  <a:pt x="38073" y="247772"/>
                  <a:pt x="35100" y="247150"/>
                </a:cubicBezTo>
                <a:cubicBezTo>
                  <a:pt x="31419" y="246383"/>
                  <a:pt x="30985" y="244731"/>
                  <a:pt x="34146" y="243538"/>
                </a:cubicBezTo>
                <a:cubicBezTo>
                  <a:pt x="35534" y="243018"/>
                  <a:pt x="36667" y="242320"/>
                  <a:pt x="36667" y="241996"/>
                </a:cubicBezTo>
                <a:cubicBezTo>
                  <a:pt x="36667" y="240761"/>
                  <a:pt x="34912" y="240403"/>
                  <a:pt x="33720" y="241391"/>
                </a:cubicBezTo>
                <a:cubicBezTo>
                  <a:pt x="32357" y="242524"/>
                  <a:pt x="26291" y="242481"/>
                  <a:pt x="23224" y="241314"/>
                </a:cubicBezTo>
                <a:cubicBezTo>
                  <a:pt x="21614" y="240701"/>
                  <a:pt x="21315" y="240829"/>
                  <a:pt x="21409" y="242090"/>
                </a:cubicBezTo>
                <a:cubicBezTo>
                  <a:pt x="21486" y="243069"/>
                  <a:pt x="22542" y="243904"/>
                  <a:pt x="24425" y="244466"/>
                </a:cubicBezTo>
                <a:cubicBezTo>
                  <a:pt x="26018" y="244952"/>
                  <a:pt x="28591" y="246273"/>
                  <a:pt x="30142" y="247414"/>
                </a:cubicBezTo>
                <a:cubicBezTo>
                  <a:pt x="31692" y="248564"/>
                  <a:pt x="33456" y="249306"/>
                  <a:pt x="34069" y="249076"/>
                </a:cubicBezTo>
                <a:cubicBezTo>
                  <a:pt x="34674" y="248837"/>
                  <a:pt x="38354" y="248641"/>
                  <a:pt x="42239" y="248633"/>
                </a:cubicBezTo>
                <a:close/>
                <a:moveTo>
                  <a:pt x="51644" y="240198"/>
                </a:moveTo>
                <a:cubicBezTo>
                  <a:pt x="50000" y="235862"/>
                  <a:pt x="48560" y="232411"/>
                  <a:pt x="48441" y="232539"/>
                </a:cubicBezTo>
                <a:cubicBezTo>
                  <a:pt x="48322" y="232658"/>
                  <a:pt x="48518" y="234405"/>
                  <a:pt x="48893" y="236416"/>
                </a:cubicBezTo>
                <a:cubicBezTo>
                  <a:pt x="49276" y="238494"/>
                  <a:pt x="49242" y="240667"/>
                  <a:pt x="48816" y="241451"/>
                </a:cubicBezTo>
                <a:cubicBezTo>
                  <a:pt x="48416" y="242217"/>
                  <a:pt x="48075" y="243172"/>
                  <a:pt x="48075" y="243572"/>
                </a:cubicBezTo>
                <a:cubicBezTo>
                  <a:pt x="48075" y="244356"/>
                  <a:pt x="53919" y="248786"/>
                  <a:pt x="54362" y="248343"/>
                </a:cubicBezTo>
                <a:cubicBezTo>
                  <a:pt x="54507" y="248198"/>
                  <a:pt x="53280" y="244535"/>
                  <a:pt x="51644" y="240198"/>
                </a:cubicBezTo>
                <a:close/>
                <a:moveTo>
                  <a:pt x="155649" y="247789"/>
                </a:moveTo>
                <a:cubicBezTo>
                  <a:pt x="155649" y="247312"/>
                  <a:pt x="155283" y="247150"/>
                  <a:pt x="154831" y="247423"/>
                </a:cubicBezTo>
                <a:cubicBezTo>
                  <a:pt x="154380" y="247704"/>
                  <a:pt x="154013" y="248087"/>
                  <a:pt x="154013" y="248292"/>
                </a:cubicBezTo>
                <a:cubicBezTo>
                  <a:pt x="154013" y="248488"/>
                  <a:pt x="154380" y="248650"/>
                  <a:pt x="154831" y="248650"/>
                </a:cubicBezTo>
                <a:cubicBezTo>
                  <a:pt x="155283" y="248650"/>
                  <a:pt x="155649" y="248258"/>
                  <a:pt x="155649" y="247789"/>
                </a:cubicBezTo>
                <a:close/>
                <a:moveTo>
                  <a:pt x="91600" y="244168"/>
                </a:moveTo>
                <a:cubicBezTo>
                  <a:pt x="92870" y="242226"/>
                  <a:pt x="92853" y="242132"/>
                  <a:pt x="91319" y="242132"/>
                </a:cubicBezTo>
                <a:cubicBezTo>
                  <a:pt x="89930" y="242132"/>
                  <a:pt x="88005" y="244236"/>
                  <a:pt x="88005" y="245744"/>
                </a:cubicBezTo>
                <a:cubicBezTo>
                  <a:pt x="88005" y="247014"/>
                  <a:pt x="90433" y="245949"/>
                  <a:pt x="91600" y="244168"/>
                </a:cubicBezTo>
                <a:close/>
                <a:moveTo>
                  <a:pt x="225917" y="244194"/>
                </a:moveTo>
                <a:cubicBezTo>
                  <a:pt x="226130" y="243086"/>
                  <a:pt x="225993" y="242371"/>
                  <a:pt x="225610" y="242609"/>
                </a:cubicBezTo>
                <a:cubicBezTo>
                  <a:pt x="224937" y="243027"/>
                  <a:pt x="224596" y="246204"/>
                  <a:pt x="225227" y="246204"/>
                </a:cubicBezTo>
                <a:cubicBezTo>
                  <a:pt x="225397" y="246204"/>
                  <a:pt x="225712" y="245301"/>
                  <a:pt x="225917" y="244194"/>
                </a:cubicBezTo>
                <a:close/>
                <a:moveTo>
                  <a:pt x="60871" y="240667"/>
                </a:moveTo>
                <a:cubicBezTo>
                  <a:pt x="58571" y="238264"/>
                  <a:pt x="57949" y="235606"/>
                  <a:pt x="59695" y="235615"/>
                </a:cubicBezTo>
                <a:cubicBezTo>
                  <a:pt x="60249" y="235615"/>
                  <a:pt x="61774" y="236177"/>
                  <a:pt x="63069" y="236850"/>
                </a:cubicBezTo>
                <a:cubicBezTo>
                  <a:pt x="66349" y="238562"/>
                  <a:pt x="66656" y="237753"/>
                  <a:pt x="63759" y="235035"/>
                </a:cubicBezTo>
                <a:cubicBezTo>
                  <a:pt x="60896" y="232360"/>
                  <a:pt x="59210" y="229387"/>
                  <a:pt x="59908" y="228262"/>
                </a:cubicBezTo>
                <a:cubicBezTo>
                  <a:pt x="60752" y="226891"/>
                  <a:pt x="62004" y="227368"/>
                  <a:pt x="64458" y="229992"/>
                </a:cubicBezTo>
                <a:cubicBezTo>
                  <a:pt x="65846" y="231483"/>
                  <a:pt x="66817" y="232045"/>
                  <a:pt x="66817" y="231364"/>
                </a:cubicBezTo>
                <a:cubicBezTo>
                  <a:pt x="66817" y="230733"/>
                  <a:pt x="67618" y="229361"/>
                  <a:pt x="68589" y="228322"/>
                </a:cubicBezTo>
                <a:cubicBezTo>
                  <a:pt x="70174" y="226610"/>
                  <a:pt x="70447" y="226559"/>
                  <a:pt x="71316" y="227743"/>
                </a:cubicBezTo>
                <a:cubicBezTo>
                  <a:pt x="72168" y="228910"/>
                  <a:pt x="72389" y="228816"/>
                  <a:pt x="73250" y="226933"/>
                </a:cubicBezTo>
                <a:cubicBezTo>
                  <a:pt x="74425" y="224343"/>
                  <a:pt x="73812" y="223517"/>
                  <a:pt x="71682" y="224846"/>
                </a:cubicBezTo>
                <a:cubicBezTo>
                  <a:pt x="70029" y="225877"/>
                  <a:pt x="63802" y="226184"/>
                  <a:pt x="61595" y="225340"/>
                </a:cubicBezTo>
                <a:cubicBezTo>
                  <a:pt x="60879" y="225068"/>
                  <a:pt x="60300" y="224318"/>
                  <a:pt x="60300" y="223687"/>
                </a:cubicBezTo>
                <a:cubicBezTo>
                  <a:pt x="60300" y="221719"/>
                  <a:pt x="64432" y="220765"/>
                  <a:pt x="70898" y="221234"/>
                </a:cubicBezTo>
                <a:cubicBezTo>
                  <a:pt x="76777" y="221660"/>
                  <a:pt x="76870" y="221643"/>
                  <a:pt x="73343" y="220697"/>
                </a:cubicBezTo>
                <a:cubicBezTo>
                  <a:pt x="68709" y="219462"/>
                  <a:pt x="68547" y="217656"/>
                  <a:pt x="72934" y="216207"/>
                </a:cubicBezTo>
                <a:cubicBezTo>
                  <a:pt x="75882" y="215228"/>
                  <a:pt x="78208" y="215211"/>
                  <a:pt x="81386" y="216131"/>
                </a:cubicBezTo>
                <a:cubicBezTo>
                  <a:pt x="82007" y="216310"/>
                  <a:pt x="82663" y="216046"/>
                  <a:pt x="82851" y="215543"/>
                </a:cubicBezTo>
                <a:cubicBezTo>
                  <a:pt x="83277" y="214393"/>
                  <a:pt x="80517" y="213634"/>
                  <a:pt x="75882" y="213617"/>
                </a:cubicBezTo>
                <a:cubicBezTo>
                  <a:pt x="73130" y="213609"/>
                  <a:pt x="71878" y="214069"/>
                  <a:pt x="70472" y="215585"/>
                </a:cubicBezTo>
                <a:cubicBezTo>
                  <a:pt x="67209" y="219113"/>
                  <a:pt x="58238" y="220586"/>
                  <a:pt x="60079" y="217298"/>
                </a:cubicBezTo>
                <a:cubicBezTo>
                  <a:pt x="60453" y="216633"/>
                  <a:pt x="62013" y="215159"/>
                  <a:pt x="63537" y="214035"/>
                </a:cubicBezTo>
                <a:lnTo>
                  <a:pt x="66323" y="211973"/>
                </a:lnTo>
                <a:lnTo>
                  <a:pt x="63887" y="211973"/>
                </a:lnTo>
                <a:cubicBezTo>
                  <a:pt x="62541" y="211973"/>
                  <a:pt x="61092" y="212322"/>
                  <a:pt x="60666" y="212748"/>
                </a:cubicBezTo>
                <a:cubicBezTo>
                  <a:pt x="60240" y="213174"/>
                  <a:pt x="58341" y="213771"/>
                  <a:pt x="56449" y="214078"/>
                </a:cubicBezTo>
                <a:cubicBezTo>
                  <a:pt x="53612" y="214529"/>
                  <a:pt x="52897" y="214376"/>
                  <a:pt x="52454" y="213217"/>
                </a:cubicBezTo>
                <a:cubicBezTo>
                  <a:pt x="51798" y="211496"/>
                  <a:pt x="53178" y="210516"/>
                  <a:pt x="57233" y="209835"/>
                </a:cubicBezTo>
                <a:lnTo>
                  <a:pt x="60275" y="209332"/>
                </a:lnTo>
                <a:lnTo>
                  <a:pt x="58255" y="206921"/>
                </a:lnTo>
                <a:cubicBezTo>
                  <a:pt x="56151" y="204425"/>
                  <a:pt x="55546" y="201383"/>
                  <a:pt x="57148" y="201383"/>
                </a:cubicBezTo>
                <a:cubicBezTo>
                  <a:pt x="57659" y="201383"/>
                  <a:pt x="59397" y="202201"/>
                  <a:pt x="61024" y="203207"/>
                </a:cubicBezTo>
                <a:cubicBezTo>
                  <a:pt x="62643" y="204203"/>
                  <a:pt x="65097" y="205030"/>
                  <a:pt x="66485" y="205038"/>
                </a:cubicBezTo>
                <a:lnTo>
                  <a:pt x="68990" y="205047"/>
                </a:lnTo>
                <a:lnTo>
                  <a:pt x="67508" y="202610"/>
                </a:lnTo>
                <a:cubicBezTo>
                  <a:pt x="64671" y="197959"/>
                  <a:pt x="66306" y="194398"/>
                  <a:pt x="69595" y="198035"/>
                </a:cubicBezTo>
                <a:cubicBezTo>
                  <a:pt x="70413" y="198938"/>
                  <a:pt x="71631" y="199407"/>
                  <a:pt x="72551" y="199168"/>
                </a:cubicBezTo>
                <a:cubicBezTo>
                  <a:pt x="73403" y="198947"/>
                  <a:pt x="75218" y="199151"/>
                  <a:pt x="76572" y="199620"/>
                </a:cubicBezTo>
                <a:cubicBezTo>
                  <a:pt x="80133" y="200864"/>
                  <a:pt x="79784" y="199654"/>
                  <a:pt x="74553" y="192711"/>
                </a:cubicBezTo>
                <a:cubicBezTo>
                  <a:pt x="71443" y="188570"/>
                  <a:pt x="69373" y="186594"/>
                  <a:pt x="67831" y="186261"/>
                </a:cubicBezTo>
                <a:cubicBezTo>
                  <a:pt x="66604" y="186006"/>
                  <a:pt x="64798" y="185469"/>
                  <a:pt x="63827" y="185077"/>
                </a:cubicBezTo>
                <a:cubicBezTo>
                  <a:pt x="61876" y="184285"/>
                  <a:pt x="59431" y="186082"/>
                  <a:pt x="61075" y="187096"/>
                </a:cubicBezTo>
                <a:cubicBezTo>
                  <a:pt x="63137" y="188374"/>
                  <a:pt x="61416" y="197311"/>
                  <a:pt x="59116" y="197311"/>
                </a:cubicBezTo>
                <a:cubicBezTo>
                  <a:pt x="57940" y="197311"/>
                  <a:pt x="57438" y="196059"/>
                  <a:pt x="56807" y="191603"/>
                </a:cubicBezTo>
                <a:cubicBezTo>
                  <a:pt x="56492" y="189405"/>
                  <a:pt x="55938" y="190240"/>
                  <a:pt x="55078" y="194193"/>
                </a:cubicBezTo>
                <a:cubicBezTo>
                  <a:pt x="54115" y="198572"/>
                  <a:pt x="48075" y="203675"/>
                  <a:pt x="48075" y="200097"/>
                </a:cubicBezTo>
                <a:cubicBezTo>
                  <a:pt x="48075" y="199254"/>
                  <a:pt x="47342" y="199697"/>
                  <a:pt x="45911" y="201392"/>
                </a:cubicBezTo>
                <a:cubicBezTo>
                  <a:pt x="44718" y="202806"/>
                  <a:pt x="42887" y="204297"/>
                  <a:pt x="41839" y="204689"/>
                </a:cubicBezTo>
                <a:cubicBezTo>
                  <a:pt x="39129" y="205720"/>
                  <a:pt x="39198" y="210184"/>
                  <a:pt x="41958" y="212783"/>
                </a:cubicBezTo>
                <a:cubicBezTo>
                  <a:pt x="45451" y="216063"/>
                  <a:pt x="51772" y="225877"/>
                  <a:pt x="56594" y="235513"/>
                </a:cubicBezTo>
                <a:cubicBezTo>
                  <a:pt x="60019" y="242362"/>
                  <a:pt x="61476" y="244543"/>
                  <a:pt x="62149" y="243870"/>
                </a:cubicBezTo>
                <a:cubicBezTo>
                  <a:pt x="62822" y="243197"/>
                  <a:pt x="62490" y="242354"/>
                  <a:pt x="60871" y="240667"/>
                </a:cubicBezTo>
                <a:close/>
                <a:moveTo>
                  <a:pt x="83601" y="239380"/>
                </a:moveTo>
                <a:cubicBezTo>
                  <a:pt x="79179" y="236688"/>
                  <a:pt x="79017" y="234797"/>
                  <a:pt x="83217" y="234797"/>
                </a:cubicBezTo>
                <a:cubicBezTo>
                  <a:pt x="84572" y="234797"/>
                  <a:pt x="86361" y="235163"/>
                  <a:pt x="87196" y="235615"/>
                </a:cubicBezTo>
                <a:cubicBezTo>
                  <a:pt x="88218" y="236160"/>
                  <a:pt x="88891" y="236160"/>
                  <a:pt x="89232" y="235615"/>
                </a:cubicBezTo>
                <a:cubicBezTo>
                  <a:pt x="89505" y="235163"/>
                  <a:pt x="90493" y="234797"/>
                  <a:pt x="91413" y="234797"/>
                </a:cubicBezTo>
                <a:cubicBezTo>
                  <a:pt x="92887" y="234797"/>
                  <a:pt x="92725" y="234388"/>
                  <a:pt x="90067" y="231449"/>
                </a:cubicBezTo>
                <a:cubicBezTo>
                  <a:pt x="87852" y="229004"/>
                  <a:pt x="87281" y="227862"/>
                  <a:pt x="87945" y="227198"/>
                </a:cubicBezTo>
                <a:cubicBezTo>
                  <a:pt x="88584" y="226559"/>
                  <a:pt x="89496" y="226542"/>
                  <a:pt x="91089" y="227146"/>
                </a:cubicBezTo>
                <a:cubicBezTo>
                  <a:pt x="92520" y="227683"/>
                  <a:pt x="94156" y="227717"/>
                  <a:pt x="95579" y="227249"/>
                </a:cubicBezTo>
                <a:lnTo>
                  <a:pt x="97811" y="226499"/>
                </a:lnTo>
                <a:lnTo>
                  <a:pt x="95153" y="223227"/>
                </a:lnTo>
                <a:cubicBezTo>
                  <a:pt x="93688" y="221421"/>
                  <a:pt x="91941" y="219274"/>
                  <a:pt x="91268" y="218457"/>
                </a:cubicBezTo>
                <a:cubicBezTo>
                  <a:pt x="90595" y="217639"/>
                  <a:pt x="89062" y="216727"/>
                  <a:pt x="87860" y="216437"/>
                </a:cubicBezTo>
                <a:lnTo>
                  <a:pt x="85662" y="215901"/>
                </a:lnTo>
                <a:lnTo>
                  <a:pt x="86131" y="220433"/>
                </a:lnTo>
                <a:cubicBezTo>
                  <a:pt x="86633" y="225289"/>
                  <a:pt x="85347" y="229907"/>
                  <a:pt x="83481" y="229907"/>
                </a:cubicBezTo>
                <a:cubicBezTo>
                  <a:pt x="82272" y="229907"/>
                  <a:pt x="81616" y="228237"/>
                  <a:pt x="81343" y="224497"/>
                </a:cubicBezTo>
                <a:cubicBezTo>
                  <a:pt x="81104" y="221200"/>
                  <a:pt x="79128" y="221762"/>
                  <a:pt x="79230" y="225102"/>
                </a:cubicBezTo>
                <a:cubicBezTo>
                  <a:pt x="79315" y="228177"/>
                  <a:pt x="75047" y="233596"/>
                  <a:pt x="72619" y="233510"/>
                </a:cubicBezTo>
                <a:cubicBezTo>
                  <a:pt x="70566" y="233434"/>
                  <a:pt x="70609" y="233238"/>
                  <a:pt x="72116" y="236126"/>
                </a:cubicBezTo>
                <a:cubicBezTo>
                  <a:pt x="72781" y="237412"/>
                  <a:pt x="73335" y="238051"/>
                  <a:pt x="73335" y="237557"/>
                </a:cubicBezTo>
                <a:cubicBezTo>
                  <a:pt x="73343" y="236450"/>
                  <a:pt x="77339" y="232352"/>
                  <a:pt x="78404" y="232352"/>
                </a:cubicBezTo>
                <a:cubicBezTo>
                  <a:pt x="78830" y="232352"/>
                  <a:pt x="79068" y="233545"/>
                  <a:pt x="78941" y="235001"/>
                </a:cubicBezTo>
                <a:cubicBezTo>
                  <a:pt x="78821" y="236458"/>
                  <a:pt x="79162" y="239184"/>
                  <a:pt x="79716" y="241059"/>
                </a:cubicBezTo>
                <a:lnTo>
                  <a:pt x="80713" y="244475"/>
                </a:lnTo>
                <a:lnTo>
                  <a:pt x="83413" y="242694"/>
                </a:lnTo>
                <a:lnTo>
                  <a:pt x="86114" y="240905"/>
                </a:lnTo>
                <a:lnTo>
                  <a:pt x="83601" y="239380"/>
                </a:lnTo>
                <a:close/>
                <a:moveTo>
                  <a:pt x="222466" y="243299"/>
                </a:moveTo>
                <a:cubicBezTo>
                  <a:pt x="222466" y="242601"/>
                  <a:pt x="222092" y="242260"/>
                  <a:pt x="221640" y="242541"/>
                </a:cubicBezTo>
                <a:cubicBezTo>
                  <a:pt x="221180" y="242822"/>
                  <a:pt x="221018" y="243402"/>
                  <a:pt x="221282" y="243819"/>
                </a:cubicBezTo>
                <a:cubicBezTo>
                  <a:pt x="221981" y="244944"/>
                  <a:pt x="222466" y="244731"/>
                  <a:pt x="222466" y="243299"/>
                </a:cubicBezTo>
                <a:close/>
                <a:moveTo>
                  <a:pt x="263215" y="241723"/>
                </a:moveTo>
                <a:cubicBezTo>
                  <a:pt x="263768" y="241050"/>
                  <a:pt x="264041" y="240496"/>
                  <a:pt x="263819" y="240496"/>
                </a:cubicBezTo>
                <a:cubicBezTo>
                  <a:pt x="263598" y="240496"/>
                  <a:pt x="262950" y="241050"/>
                  <a:pt x="262397" y="241723"/>
                </a:cubicBezTo>
                <a:cubicBezTo>
                  <a:pt x="261834" y="242396"/>
                  <a:pt x="261562" y="242942"/>
                  <a:pt x="261792" y="242942"/>
                </a:cubicBezTo>
                <a:cubicBezTo>
                  <a:pt x="262013" y="242942"/>
                  <a:pt x="262652" y="242396"/>
                  <a:pt x="263215" y="241723"/>
                </a:cubicBezTo>
                <a:close/>
                <a:moveTo>
                  <a:pt x="192112" y="234686"/>
                </a:moveTo>
                <a:cubicBezTo>
                  <a:pt x="195128" y="230077"/>
                  <a:pt x="196389" y="227342"/>
                  <a:pt x="196389" y="225408"/>
                </a:cubicBezTo>
                <a:cubicBezTo>
                  <a:pt x="196389" y="221609"/>
                  <a:pt x="195170" y="221225"/>
                  <a:pt x="192274" y="224113"/>
                </a:cubicBezTo>
                <a:cubicBezTo>
                  <a:pt x="189701" y="226695"/>
                  <a:pt x="184623" y="228237"/>
                  <a:pt x="183252" y="226865"/>
                </a:cubicBezTo>
                <a:cubicBezTo>
                  <a:pt x="182732" y="226354"/>
                  <a:pt x="183490" y="225161"/>
                  <a:pt x="185433" y="223457"/>
                </a:cubicBezTo>
                <a:cubicBezTo>
                  <a:pt x="188679" y="220612"/>
                  <a:pt x="188644" y="219198"/>
                  <a:pt x="185373" y="220944"/>
                </a:cubicBezTo>
                <a:cubicBezTo>
                  <a:pt x="184180" y="221592"/>
                  <a:pt x="182962" y="223262"/>
                  <a:pt x="182442" y="225008"/>
                </a:cubicBezTo>
                <a:cubicBezTo>
                  <a:pt x="181684" y="227547"/>
                  <a:pt x="181795" y="228356"/>
                  <a:pt x="183269" y="230767"/>
                </a:cubicBezTo>
                <a:cubicBezTo>
                  <a:pt x="184206" y="232309"/>
                  <a:pt x="184973" y="234396"/>
                  <a:pt x="184981" y="235402"/>
                </a:cubicBezTo>
                <a:cubicBezTo>
                  <a:pt x="184981" y="236416"/>
                  <a:pt x="185390" y="237242"/>
                  <a:pt x="185893" y="237242"/>
                </a:cubicBezTo>
                <a:cubicBezTo>
                  <a:pt x="186429" y="237242"/>
                  <a:pt x="186651" y="238205"/>
                  <a:pt x="186446" y="239602"/>
                </a:cubicBezTo>
                <a:cubicBezTo>
                  <a:pt x="185918" y="243197"/>
                  <a:pt x="187350" y="241953"/>
                  <a:pt x="192112" y="234686"/>
                </a:cubicBezTo>
                <a:close/>
                <a:moveTo>
                  <a:pt x="93049" y="239125"/>
                </a:moveTo>
                <a:cubicBezTo>
                  <a:pt x="92461" y="238895"/>
                  <a:pt x="91762" y="238920"/>
                  <a:pt x="91490" y="239193"/>
                </a:cubicBezTo>
                <a:cubicBezTo>
                  <a:pt x="91217" y="239466"/>
                  <a:pt x="91703" y="239653"/>
                  <a:pt x="92554" y="239619"/>
                </a:cubicBezTo>
                <a:cubicBezTo>
                  <a:pt x="93509" y="239585"/>
                  <a:pt x="93705" y="239389"/>
                  <a:pt x="93049" y="239125"/>
                </a:cubicBezTo>
                <a:close/>
                <a:moveTo>
                  <a:pt x="209023" y="238051"/>
                </a:moveTo>
                <a:cubicBezTo>
                  <a:pt x="209662" y="237020"/>
                  <a:pt x="207770" y="237020"/>
                  <a:pt x="206169" y="238051"/>
                </a:cubicBezTo>
                <a:cubicBezTo>
                  <a:pt x="205172" y="238699"/>
                  <a:pt x="205283" y="238844"/>
                  <a:pt x="206731" y="238861"/>
                </a:cubicBezTo>
                <a:cubicBezTo>
                  <a:pt x="207711" y="238861"/>
                  <a:pt x="208742" y="238503"/>
                  <a:pt x="209023" y="238051"/>
                </a:cubicBezTo>
                <a:close/>
                <a:moveTo>
                  <a:pt x="222015" y="237131"/>
                </a:moveTo>
                <a:cubicBezTo>
                  <a:pt x="222475" y="236722"/>
                  <a:pt x="221683" y="236424"/>
                  <a:pt x="220132" y="236424"/>
                </a:cubicBezTo>
                <a:cubicBezTo>
                  <a:pt x="218667" y="236424"/>
                  <a:pt x="216835" y="236083"/>
                  <a:pt x="216051" y="235666"/>
                </a:cubicBezTo>
                <a:cubicBezTo>
                  <a:pt x="215191" y="235206"/>
                  <a:pt x="214177" y="235206"/>
                  <a:pt x="213461" y="235657"/>
                </a:cubicBezTo>
                <a:cubicBezTo>
                  <a:pt x="212541" y="236237"/>
                  <a:pt x="212686" y="236399"/>
                  <a:pt x="214117" y="236416"/>
                </a:cubicBezTo>
                <a:cubicBezTo>
                  <a:pt x="215182" y="236416"/>
                  <a:pt x="215949" y="236927"/>
                  <a:pt x="215949" y="237625"/>
                </a:cubicBezTo>
                <a:cubicBezTo>
                  <a:pt x="215949" y="238537"/>
                  <a:pt x="216579" y="238707"/>
                  <a:pt x="218599" y="238332"/>
                </a:cubicBezTo>
                <a:cubicBezTo>
                  <a:pt x="220055" y="238060"/>
                  <a:pt x="221589" y="237523"/>
                  <a:pt x="222015" y="237131"/>
                </a:cubicBezTo>
                <a:close/>
                <a:moveTo>
                  <a:pt x="233388" y="233417"/>
                </a:moveTo>
                <a:cubicBezTo>
                  <a:pt x="230935" y="231619"/>
                  <a:pt x="230602" y="232224"/>
                  <a:pt x="232485" y="235078"/>
                </a:cubicBezTo>
                <a:cubicBezTo>
                  <a:pt x="234070" y="237481"/>
                  <a:pt x="234317" y="237608"/>
                  <a:pt x="234564" y="236143"/>
                </a:cubicBezTo>
                <a:cubicBezTo>
                  <a:pt x="234717" y="235223"/>
                  <a:pt x="234198" y="234005"/>
                  <a:pt x="233388" y="233417"/>
                </a:cubicBezTo>
                <a:close/>
                <a:moveTo>
                  <a:pt x="105555" y="235317"/>
                </a:moveTo>
                <a:cubicBezTo>
                  <a:pt x="104720" y="234712"/>
                  <a:pt x="104235" y="233706"/>
                  <a:pt x="104482" y="233076"/>
                </a:cubicBezTo>
                <a:cubicBezTo>
                  <a:pt x="104814" y="232207"/>
                  <a:pt x="103894" y="231900"/>
                  <a:pt x="100537" y="231747"/>
                </a:cubicBezTo>
                <a:cubicBezTo>
                  <a:pt x="98066" y="231636"/>
                  <a:pt x="96158" y="231909"/>
                  <a:pt x="96158" y="232360"/>
                </a:cubicBezTo>
                <a:cubicBezTo>
                  <a:pt x="96158" y="232803"/>
                  <a:pt x="96985" y="233170"/>
                  <a:pt x="97990" y="233170"/>
                </a:cubicBezTo>
                <a:cubicBezTo>
                  <a:pt x="99004" y="233170"/>
                  <a:pt x="100929" y="233877"/>
                  <a:pt x="102267" y="234737"/>
                </a:cubicBezTo>
                <a:cubicBezTo>
                  <a:pt x="105138" y="236577"/>
                  <a:pt x="107949" y="237072"/>
                  <a:pt x="105555" y="235317"/>
                </a:cubicBezTo>
                <a:close/>
                <a:moveTo>
                  <a:pt x="228387" y="234311"/>
                </a:moveTo>
                <a:cubicBezTo>
                  <a:pt x="228745" y="232437"/>
                  <a:pt x="228651" y="232335"/>
                  <a:pt x="227569" y="233417"/>
                </a:cubicBezTo>
                <a:cubicBezTo>
                  <a:pt x="226896" y="234090"/>
                  <a:pt x="226598" y="235044"/>
                  <a:pt x="226896" y="235530"/>
                </a:cubicBezTo>
                <a:cubicBezTo>
                  <a:pt x="227706" y="236842"/>
                  <a:pt x="227936" y="236654"/>
                  <a:pt x="228387" y="234311"/>
                </a:cubicBezTo>
                <a:close/>
                <a:moveTo>
                  <a:pt x="214782" y="231866"/>
                </a:moveTo>
                <a:cubicBezTo>
                  <a:pt x="217125" y="230495"/>
                  <a:pt x="218394" y="229183"/>
                  <a:pt x="218394" y="228135"/>
                </a:cubicBezTo>
                <a:cubicBezTo>
                  <a:pt x="218394" y="226720"/>
                  <a:pt x="218087" y="226831"/>
                  <a:pt x="215881" y="229029"/>
                </a:cubicBezTo>
                <a:cubicBezTo>
                  <a:pt x="214509" y="230409"/>
                  <a:pt x="212490" y="231755"/>
                  <a:pt x="211400" y="232028"/>
                </a:cubicBezTo>
                <a:cubicBezTo>
                  <a:pt x="210318" y="232301"/>
                  <a:pt x="209432" y="232854"/>
                  <a:pt x="209432" y="233255"/>
                </a:cubicBezTo>
                <a:cubicBezTo>
                  <a:pt x="209432" y="234482"/>
                  <a:pt x="211016" y="234073"/>
                  <a:pt x="214782" y="231866"/>
                </a:cubicBezTo>
                <a:close/>
                <a:moveTo>
                  <a:pt x="167866" y="229336"/>
                </a:moveTo>
                <a:cubicBezTo>
                  <a:pt x="167866" y="227223"/>
                  <a:pt x="167610" y="226576"/>
                  <a:pt x="167005" y="227180"/>
                </a:cubicBezTo>
                <a:cubicBezTo>
                  <a:pt x="166256" y="227939"/>
                  <a:pt x="166716" y="232352"/>
                  <a:pt x="167550" y="232352"/>
                </a:cubicBezTo>
                <a:cubicBezTo>
                  <a:pt x="167721" y="232352"/>
                  <a:pt x="167866" y="230997"/>
                  <a:pt x="167866" y="229336"/>
                </a:cubicBezTo>
                <a:close/>
                <a:moveTo>
                  <a:pt x="150316" y="221549"/>
                </a:moveTo>
                <a:cubicBezTo>
                  <a:pt x="152701" y="216514"/>
                  <a:pt x="155308" y="210516"/>
                  <a:pt x="156109" y="208233"/>
                </a:cubicBezTo>
                <a:cubicBezTo>
                  <a:pt x="157557" y="204101"/>
                  <a:pt x="157557" y="204067"/>
                  <a:pt x="155709" y="201469"/>
                </a:cubicBezTo>
                <a:cubicBezTo>
                  <a:pt x="153511" y="198385"/>
                  <a:pt x="152292" y="198529"/>
                  <a:pt x="151406" y="201971"/>
                </a:cubicBezTo>
                <a:cubicBezTo>
                  <a:pt x="150699" y="204681"/>
                  <a:pt x="145443" y="209869"/>
                  <a:pt x="144190" y="209094"/>
                </a:cubicBezTo>
                <a:cubicBezTo>
                  <a:pt x="143066" y="208404"/>
                  <a:pt x="143245" y="206529"/>
                  <a:pt x="144702" y="203709"/>
                </a:cubicBezTo>
                <a:cubicBezTo>
                  <a:pt x="146397" y="200438"/>
                  <a:pt x="145562" y="199782"/>
                  <a:pt x="143091" y="202448"/>
                </a:cubicBezTo>
                <a:cubicBezTo>
                  <a:pt x="141992" y="203633"/>
                  <a:pt x="139437" y="205004"/>
                  <a:pt x="137375" y="205524"/>
                </a:cubicBezTo>
                <a:cubicBezTo>
                  <a:pt x="135322" y="206044"/>
                  <a:pt x="133643" y="206555"/>
                  <a:pt x="133643" y="206657"/>
                </a:cubicBezTo>
                <a:cubicBezTo>
                  <a:pt x="133643" y="206759"/>
                  <a:pt x="133976" y="207909"/>
                  <a:pt x="134393" y="209204"/>
                </a:cubicBezTo>
                <a:cubicBezTo>
                  <a:pt x="134802" y="210508"/>
                  <a:pt x="135356" y="212578"/>
                  <a:pt x="135628" y="213813"/>
                </a:cubicBezTo>
                <a:cubicBezTo>
                  <a:pt x="136054" y="215773"/>
                  <a:pt x="136497" y="216054"/>
                  <a:pt x="139207" y="216054"/>
                </a:cubicBezTo>
                <a:cubicBezTo>
                  <a:pt x="142955" y="216054"/>
                  <a:pt x="145937" y="217903"/>
                  <a:pt x="144514" y="219351"/>
                </a:cubicBezTo>
                <a:cubicBezTo>
                  <a:pt x="143125" y="220757"/>
                  <a:pt x="136336" y="221345"/>
                  <a:pt x="134930" y="220177"/>
                </a:cubicBezTo>
                <a:cubicBezTo>
                  <a:pt x="133993" y="219402"/>
                  <a:pt x="133584" y="219530"/>
                  <a:pt x="132885" y="220833"/>
                </a:cubicBezTo>
                <a:cubicBezTo>
                  <a:pt x="132408" y="221728"/>
                  <a:pt x="132016" y="222580"/>
                  <a:pt x="132016" y="222725"/>
                </a:cubicBezTo>
                <a:cubicBezTo>
                  <a:pt x="132008" y="222861"/>
                  <a:pt x="134027" y="222853"/>
                  <a:pt x="136497" y="222699"/>
                </a:cubicBezTo>
                <a:cubicBezTo>
                  <a:pt x="140144" y="222469"/>
                  <a:pt x="140979" y="222657"/>
                  <a:pt x="140979" y="223696"/>
                </a:cubicBezTo>
                <a:cubicBezTo>
                  <a:pt x="140979" y="225545"/>
                  <a:pt x="136429" y="227615"/>
                  <a:pt x="133030" y="227325"/>
                </a:cubicBezTo>
                <a:cubicBezTo>
                  <a:pt x="129239" y="226993"/>
                  <a:pt x="128481" y="228842"/>
                  <a:pt x="132161" y="229438"/>
                </a:cubicBezTo>
                <a:cubicBezTo>
                  <a:pt x="137988" y="230384"/>
                  <a:pt x="139062" y="230503"/>
                  <a:pt x="142461" y="230605"/>
                </a:cubicBezTo>
                <a:lnTo>
                  <a:pt x="145979" y="230716"/>
                </a:lnTo>
                <a:lnTo>
                  <a:pt x="150316" y="221549"/>
                </a:lnTo>
                <a:close/>
                <a:moveTo>
                  <a:pt x="163470" y="229430"/>
                </a:moveTo>
                <a:cubicBezTo>
                  <a:pt x="163206" y="228722"/>
                  <a:pt x="162967" y="227717"/>
                  <a:pt x="162959" y="227189"/>
                </a:cubicBezTo>
                <a:cubicBezTo>
                  <a:pt x="162942" y="226669"/>
                  <a:pt x="162558" y="226882"/>
                  <a:pt x="162098" y="227675"/>
                </a:cubicBezTo>
                <a:cubicBezTo>
                  <a:pt x="161204" y="229200"/>
                  <a:pt x="161715" y="230716"/>
                  <a:pt x="163112" y="230716"/>
                </a:cubicBezTo>
                <a:cubicBezTo>
                  <a:pt x="163580" y="230716"/>
                  <a:pt x="163742" y="230137"/>
                  <a:pt x="163470" y="229430"/>
                </a:cubicBezTo>
                <a:close/>
                <a:moveTo>
                  <a:pt x="177791" y="223687"/>
                </a:moveTo>
                <a:cubicBezTo>
                  <a:pt x="179367" y="221967"/>
                  <a:pt x="179367" y="221958"/>
                  <a:pt x="177288" y="221430"/>
                </a:cubicBezTo>
                <a:cubicBezTo>
                  <a:pt x="176138" y="221149"/>
                  <a:pt x="175201" y="220399"/>
                  <a:pt x="175201" y="219786"/>
                </a:cubicBezTo>
                <a:cubicBezTo>
                  <a:pt x="175201" y="218508"/>
                  <a:pt x="179273" y="216863"/>
                  <a:pt x="182434" y="216863"/>
                </a:cubicBezTo>
                <a:lnTo>
                  <a:pt x="184530" y="216863"/>
                </a:lnTo>
                <a:lnTo>
                  <a:pt x="182016" y="214572"/>
                </a:lnTo>
                <a:cubicBezTo>
                  <a:pt x="178847" y="211675"/>
                  <a:pt x="177050" y="206759"/>
                  <a:pt x="178515" y="204996"/>
                </a:cubicBezTo>
                <a:cubicBezTo>
                  <a:pt x="179392" y="203931"/>
                  <a:pt x="179776" y="204007"/>
                  <a:pt x="181539" y="205635"/>
                </a:cubicBezTo>
                <a:cubicBezTo>
                  <a:pt x="182647" y="206657"/>
                  <a:pt x="184053" y="208599"/>
                  <a:pt x="184649" y="209937"/>
                </a:cubicBezTo>
                <a:cubicBezTo>
                  <a:pt x="185322" y="211454"/>
                  <a:pt x="185748" y="211845"/>
                  <a:pt x="185765" y="210959"/>
                </a:cubicBezTo>
                <a:cubicBezTo>
                  <a:pt x="185816" y="208685"/>
                  <a:pt x="188696" y="209273"/>
                  <a:pt x="191021" y="212041"/>
                </a:cubicBezTo>
                <a:cubicBezTo>
                  <a:pt x="192998" y="214393"/>
                  <a:pt x="193509" y="215858"/>
                  <a:pt x="193194" y="218295"/>
                </a:cubicBezTo>
                <a:cubicBezTo>
                  <a:pt x="193117" y="218857"/>
                  <a:pt x="193628" y="219308"/>
                  <a:pt x="194318" y="219308"/>
                </a:cubicBezTo>
                <a:cubicBezTo>
                  <a:pt x="196014" y="219308"/>
                  <a:pt x="195911" y="218499"/>
                  <a:pt x="193560" y="213166"/>
                </a:cubicBezTo>
                <a:cubicBezTo>
                  <a:pt x="192444" y="210653"/>
                  <a:pt x="191166" y="208830"/>
                  <a:pt x="190723" y="209102"/>
                </a:cubicBezTo>
                <a:cubicBezTo>
                  <a:pt x="190272" y="209383"/>
                  <a:pt x="189070" y="209196"/>
                  <a:pt x="188057" y="208685"/>
                </a:cubicBezTo>
                <a:cubicBezTo>
                  <a:pt x="185688" y="207500"/>
                  <a:pt x="178464" y="199714"/>
                  <a:pt x="178464" y="198351"/>
                </a:cubicBezTo>
                <a:cubicBezTo>
                  <a:pt x="178464" y="197746"/>
                  <a:pt x="177467" y="197311"/>
                  <a:pt x="176104" y="197311"/>
                </a:cubicBezTo>
                <a:cubicBezTo>
                  <a:pt x="173855" y="197311"/>
                  <a:pt x="173642" y="197643"/>
                  <a:pt x="171316" y="204851"/>
                </a:cubicBezTo>
                <a:cubicBezTo>
                  <a:pt x="169305" y="211045"/>
                  <a:pt x="169067" y="212501"/>
                  <a:pt x="169996" y="213038"/>
                </a:cubicBezTo>
                <a:cubicBezTo>
                  <a:pt x="171290" y="213779"/>
                  <a:pt x="171469" y="217715"/>
                  <a:pt x="170387" y="221498"/>
                </a:cubicBezTo>
                <a:cubicBezTo>
                  <a:pt x="169808" y="223509"/>
                  <a:pt x="169910" y="224182"/>
                  <a:pt x="170830" y="224539"/>
                </a:cubicBezTo>
                <a:cubicBezTo>
                  <a:pt x="171486" y="224786"/>
                  <a:pt x="172424" y="226150"/>
                  <a:pt x="172918" y="227564"/>
                </a:cubicBezTo>
                <a:lnTo>
                  <a:pt x="173812" y="230137"/>
                </a:lnTo>
                <a:lnTo>
                  <a:pt x="175013" y="227777"/>
                </a:lnTo>
                <a:cubicBezTo>
                  <a:pt x="175678" y="226482"/>
                  <a:pt x="176922" y="224642"/>
                  <a:pt x="177791" y="223687"/>
                </a:cubicBezTo>
                <a:close/>
                <a:moveTo>
                  <a:pt x="124681" y="225834"/>
                </a:moveTo>
                <a:cubicBezTo>
                  <a:pt x="124681" y="223943"/>
                  <a:pt x="123284" y="223764"/>
                  <a:pt x="121154" y="225374"/>
                </a:cubicBezTo>
                <a:cubicBezTo>
                  <a:pt x="119723" y="226465"/>
                  <a:pt x="119723" y="226516"/>
                  <a:pt x="121154" y="226891"/>
                </a:cubicBezTo>
                <a:cubicBezTo>
                  <a:pt x="124042" y="227632"/>
                  <a:pt x="124681" y="227445"/>
                  <a:pt x="124681" y="225834"/>
                </a:cubicBezTo>
                <a:close/>
                <a:moveTo>
                  <a:pt x="128004" y="222776"/>
                </a:moveTo>
                <a:cubicBezTo>
                  <a:pt x="127331" y="221609"/>
                  <a:pt x="127177" y="221873"/>
                  <a:pt x="127177" y="224199"/>
                </a:cubicBezTo>
                <a:cubicBezTo>
                  <a:pt x="127177" y="226524"/>
                  <a:pt x="127331" y="226789"/>
                  <a:pt x="128004" y="225630"/>
                </a:cubicBezTo>
                <a:cubicBezTo>
                  <a:pt x="128566" y="224659"/>
                  <a:pt x="128566" y="223747"/>
                  <a:pt x="128004" y="222776"/>
                </a:cubicBezTo>
                <a:close/>
                <a:moveTo>
                  <a:pt x="200452" y="221149"/>
                </a:moveTo>
                <a:cubicBezTo>
                  <a:pt x="200461" y="220586"/>
                  <a:pt x="200094" y="220126"/>
                  <a:pt x="199651" y="220126"/>
                </a:cubicBezTo>
                <a:cubicBezTo>
                  <a:pt x="199200" y="220126"/>
                  <a:pt x="198842" y="221132"/>
                  <a:pt x="198851" y="222367"/>
                </a:cubicBezTo>
                <a:cubicBezTo>
                  <a:pt x="198859" y="224113"/>
                  <a:pt x="199038" y="224335"/>
                  <a:pt x="199651" y="223389"/>
                </a:cubicBezTo>
                <a:cubicBezTo>
                  <a:pt x="200086" y="222716"/>
                  <a:pt x="200444" y="221702"/>
                  <a:pt x="200452" y="221149"/>
                </a:cubicBezTo>
                <a:close/>
                <a:moveTo>
                  <a:pt x="117346" y="221302"/>
                </a:moveTo>
                <a:cubicBezTo>
                  <a:pt x="117346" y="221106"/>
                  <a:pt x="116775" y="220944"/>
                  <a:pt x="116076" y="220944"/>
                </a:cubicBezTo>
                <a:cubicBezTo>
                  <a:pt x="115378" y="220944"/>
                  <a:pt x="115037" y="221311"/>
                  <a:pt x="115318" y="221771"/>
                </a:cubicBezTo>
                <a:cubicBezTo>
                  <a:pt x="115778" y="222520"/>
                  <a:pt x="117346" y="222162"/>
                  <a:pt x="117346" y="221302"/>
                </a:cubicBezTo>
                <a:close/>
                <a:moveTo>
                  <a:pt x="123471" y="216633"/>
                </a:moveTo>
                <a:cubicBezTo>
                  <a:pt x="122568" y="213524"/>
                  <a:pt x="121682" y="212024"/>
                  <a:pt x="120575" y="211735"/>
                </a:cubicBezTo>
                <a:cubicBezTo>
                  <a:pt x="119016" y="211326"/>
                  <a:pt x="119016" y="211377"/>
                  <a:pt x="120651" y="213677"/>
                </a:cubicBezTo>
                <a:cubicBezTo>
                  <a:pt x="121580" y="214972"/>
                  <a:pt x="122406" y="217042"/>
                  <a:pt x="122483" y="218286"/>
                </a:cubicBezTo>
                <a:cubicBezTo>
                  <a:pt x="122628" y="220305"/>
                  <a:pt x="123786" y="222103"/>
                  <a:pt x="124502" y="221396"/>
                </a:cubicBezTo>
                <a:cubicBezTo>
                  <a:pt x="124655" y="221242"/>
                  <a:pt x="124187" y="219095"/>
                  <a:pt x="123471" y="216633"/>
                </a:cubicBezTo>
                <a:close/>
                <a:moveTo>
                  <a:pt x="130789" y="214018"/>
                </a:moveTo>
                <a:cubicBezTo>
                  <a:pt x="130789" y="211556"/>
                  <a:pt x="130517" y="209537"/>
                  <a:pt x="130176" y="209537"/>
                </a:cubicBezTo>
                <a:cubicBezTo>
                  <a:pt x="129844" y="209537"/>
                  <a:pt x="129571" y="209997"/>
                  <a:pt x="129571" y="210567"/>
                </a:cubicBezTo>
                <a:cubicBezTo>
                  <a:pt x="129571" y="211130"/>
                  <a:pt x="128787" y="213047"/>
                  <a:pt x="127842" y="214819"/>
                </a:cubicBezTo>
                <a:cubicBezTo>
                  <a:pt x="126376" y="217545"/>
                  <a:pt x="126334" y="217860"/>
                  <a:pt x="127552" y="216855"/>
                </a:cubicBezTo>
                <a:cubicBezTo>
                  <a:pt x="128830" y="215790"/>
                  <a:pt x="129094" y="215815"/>
                  <a:pt x="129886" y="217076"/>
                </a:cubicBezTo>
                <a:cubicBezTo>
                  <a:pt x="130380" y="217860"/>
                  <a:pt x="130781" y="218499"/>
                  <a:pt x="130789" y="218499"/>
                </a:cubicBezTo>
                <a:cubicBezTo>
                  <a:pt x="130789" y="218499"/>
                  <a:pt x="130789" y="216480"/>
                  <a:pt x="130789" y="214018"/>
                </a:cubicBezTo>
                <a:close/>
                <a:moveTo>
                  <a:pt x="205845" y="214640"/>
                </a:moveTo>
                <a:cubicBezTo>
                  <a:pt x="205189" y="213992"/>
                  <a:pt x="204857" y="214435"/>
                  <a:pt x="204158" y="216863"/>
                </a:cubicBezTo>
                <a:lnTo>
                  <a:pt x="203570" y="218908"/>
                </a:lnTo>
                <a:lnTo>
                  <a:pt x="204951" y="217017"/>
                </a:lnTo>
                <a:cubicBezTo>
                  <a:pt x="205717" y="215977"/>
                  <a:pt x="206118" y="214912"/>
                  <a:pt x="205845" y="214640"/>
                </a:cubicBezTo>
                <a:close/>
                <a:moveTo>
                  <a:pt x="116749" y="214418"/>
                </a:moveTo>
                <a:cubicBezTo>
                  <a:pt x="116468" y="212331"/>
                  <a:pt x="116639" y="211164"/>
                  <a:pt x="117210" y="211164"/>
                </a:cubicBezTo>
                <a:cubicBezTo>
                  <a:pt x="117704" y="211164"/>
                  <a:pt x="117201" y="209826"/>
                  <a:pt x="116102" y="208199"/>
                </a:cubicBezTo>
                <a:cubicBezTo>
                  <a:pt x="113930" y="205004"/>
                  <a:pt x="113614" y="203829"/>
                  <a:pt x="114901" y="203829"/>
                </a:cubicBezTo>
                <a:cubicBezTo>
                  <a:pt x="116511" y="203829"/>
                  <a:pt x="115676" y="201562"/>
                  <a:pt x="113895" y="201094"/>
                </a:cubicBezTo>
                <a:cubicBezTo>
                  <a:pt x="111629" y="200506"/>
                  <a:pt x="111655" y="200463"/>
                  <a:pt x="108358" y="208114"/>
                </a:cubicBezTo>
                <a:cubicBezTo>
                  <a:pt x="105240" y="215355"/>
                  <a:pt x="105487" y="216148"/>
                  <a:pt x="111007" y="216659"/>
                </a:cubicBezTo>
                <a:lnTo>
                  <a:pt x="114483" y="216983"/>
                </a:lnTo>
                <a:lnTo>
                  <a:pt x="112558" y="214938"/>
                </a:lnTo>
                <a:cubicBezTo>
                  <a:pt x="110096" y="212314"/>
                  <a:pt x="109065" y="205456"/>
                  <a:pt x="111135" y="205456"/>
                </a:cubicBezTo>
                <a:cubicBezTo>
                  <a:pt x="112865" y="205456"/>
                  <a:pt x="115710" y="210107"/>
                  <a:pt x="115710" y="212927"/>
                </a:cubicBezTo>
                <a:cubicBezTo>
                  <a:pt x="115710" y="214981"/>
                  <a:pt x="116417" y="217681"/>
                  <a:pt x="116945" y="217681"/>
                </a:cubicBezTo>
                <a:cubicBezTo>
                  <a:pt x="117082" y="217681"/>
                  <a:pt x="116997" y="216216"/>
                  <a:pt x="116749" y="214418"/>
                </a:cubicBezTo>
                <a:close/>
                <a:moveTo>
                  <a:pt x="186608" y="214418"/>
                </a:moveTo>
                <a:cubicBezTo>
                  <a:pt x="186089" y="213447"/>
                  <a:pt x="185484" y="212834"/>
                  <a:pt x="185262" y="213047"/>
                </a:cubicBezTo>
                <a:cubicBezTo>
                  <a:pt x="185049" y="213268"/>
                  <a:pt x="185339" y="214197"/>
                  <a:pt x="185910" y="215117"/>
                </a:cubicBezTo>
                <a:cubicBezTo>
                  <a:pt x="187273" y="217298"/>
                  <a:pt x="187844" y="216727"/>
                  <a:pt x="186608" y="214418"/>
                </a:cubicBezTo>
                <a:close/>
                <a:moveTo>
                  <a:pt x="199260" y="211973"/>
                </a:moveTo>
                <a:cubicBezTo>
                  <a:pt x="199873" y="211973"/>
                  <a:pt x="200793" y="212621"/>
                  <a:pt x="201304" y="213404"/>
                </a:cubicBezTo>
                <a:cubicBezTo>
                  <a:pt x="202114" y="214674"/>
                  <a:pt x="202156" y="214648"/>
                  <a:pt x="201619" y="213200"/>
                </a:cubicBezTo>
                <a:cubicBezTo>
                  <a:pt x="201296" y="212305"/>
                  <a:pt x="200785" y="209920"/>
                  <a:pt x="200478" y="207901"/>
                </a:cubicBezTo>
                <a:cubicBezTo>
                  <a:pt x="199941" y="204323"/>
                  <a:pt x="199421" y="204536"/>
                  <a:pt x="198535" y="208719"/>
                </a:cubicBezTo>
                <a:cubicBezTo>
                  <a:pt x="197931" y="211547"/>
                  <a:pt x="197351" y="215142"/>
                  <a:pt x="197777" y="213404"/>
                </a:cubicBezTo>
                <a:cubicBezTo>
                  <a:pt x="197973" y="212621"/>
                  <a:pt x="198638" y="211973"/>
                  <a:pt x="199260" y="211973"/>
                </a:cubicBezTo>
                <a:close/>
                <a:moveTo>
                  <a:pt x="86787" y="211973"/>
                </a:moveTo>
                <a:cubicBezTo>
                  <a:pt x="86506" y="211530"/>
                  <a:pt x="85483" y="211198"/>
                  <a:pt x="84495" y="211241"/>
                </a:cubicBezTo>
                <a:cubicBezTo>
                  <a:pt x="82834" y="211317"/>
                  <a:pt x="82851" y="211368"/>
                  <a:pt x="84751" y="211973"/>
                </a:cubicBezTo>
                <a:cubicBezTo>
                  <a:pt x="85867" y="212340"/>
                  <a:pt x="86898" y="212663"/>
                  <a:pt x="87042" y="212714"/>
                </a:cubicBezTo>
                <a:cubicBezTo>
                  <a:pt x="87179" y="212757"/>
                  <a:pt x="87059" y="212425"/>
                  <a:pt x="86787" y="211973"/>
                </a:cubicBezTo>
                <a:close/>
                <a:moveTo>
                  <a:pt x="80474" y="210286"/>
                </a:moveTo>
                <a:cubicBezTo>
                  <a:pt x="78310" y="209025"/>
                  <a:pt x="78702" y="207092"/>
                  <a:pt x="81130" y="207092"/>
                </a:cubicBezTo>
                <a:cubicBezTo>
                  <a:pt x="82280" y="207092"/>
                  <a:pt x="83013" y="206759"/>
                  <a:pt x="82757" y="206350"/>
                </a:cubicBezTo>
                <a:cubicBezTo>
                  <a:pt x="82510" y="205941"/>
                  <a:pt x="81573" y="205805"/>
                  <a:pt x="80687" y="206035"/>
                </a:cubicBezTo>
                <a:cubicBezTo>
                  <a:pt x="79801" y="206265"/>
                  <a:pt x="77603" y="205686"/>
                  <a:pt x="75805" y="204749"/>
                </a:cubicBezTo>
                <a:cubicBezTo>
                  <a:pt x="73130" y="203351"/>
                  <a:pt x="72525" y="203266"/>
                  <a:pt x="72525" y="204246"/>
                </a:cubicBezTo>
                <a:cubicBezTo>
                  <a:pt x="72525" y="204911"/>
                  <a:pt x="72866" y="205456"/>
                  <a:pt x="73275" y="205456"/>
                </a:cubicBezTo>
                <a:cubicBezTo>
                  <a:pt x="73684" y="205456"/>
                  <a:pt x="75235" y="206742"/>
                  <a:pt x="76717" y="208310"/>
                </a:cubicBezTo>
                <a:cubicBezTo>
                  <a:pt x="78191" y="209877"/>
                  <a:pt x="79963" y="211155"/>
                  <a:pt x="80653" y="211138"/>
                </a:cubicBezTo>
                <a:cubicBezTo>
                  <a:pt x="81658" y="211121"/>
                  <a:pt x="81624" y="210951"/>
                  <a:pt x="80474" y="210286"/>
                </a:cubicBezTo>
                <a:close/>
                <a:moveTo>
                  <a:pt x="102462" y="203215"/>
                </a:moveTo>
                <a:cubicBezTo>
                  <a:pt x="105103" y="198078"/>
                  <a:pt x="107029" y="192975"/>
                  <a:pt x="107906" y="188749"/>
                </a:cubicBezTo>
                <a:cubicBezTo>
                  <a:pt x="108656" y="185171"/>
                  <a:pt x="110598" y="179557"/>
                  <a:pt x="112217" y="176294"/>
                </a:cubicBezTo>
                <a:cubicBezTo>
                  <a:pt x="114449" y="171787"/>
                  <a:pt x="114926" y="170117"/>
                  <a:pt x="114211" y="169401"/>
                </a:cubicBezTo>
                <a:cubicBezTo>
                  <a:pt x="113495" y="168694"/>
                  <a:pt x="113035" y="168694"/>
                  <a:pt x="112294" y="169435"/>
                </a:cubicBezTo>
                <a:cubicBezTo>
                  <a:pt x="111757" y="169981"/>
                  <a:pt x="110633" y="170415"/>
                  <a:pt x="109798" y="170415"/>
                </a:cubicBezTo>
                <a:cubicBezTo>
                  <a:pt x="108954" y="170415"/>
                  <a:pt x="108520" y="170790"/>
                  <a:pt x="108809" y="171267"/>
                </a:cubicBezTo>
                <a:cubicBezTo>
                  <a:pt x="109764" y="172809"/>
                  <a:pt x="107506" y="174385"/>
                  <a:pt x="103016" y="175322"/>
                </a:cubicBezTo>
                <a:cubicBezTo>
                  <a:pt x="99396" y="176072"/>
                  <a:pt x="98160" y="176021"/>
                  <a:pt x="96192" y="175033"/>
                </a:cubicBezTo>
                <a:cubicBezTo>
                  <a:pt x="93543" y="173721"/>
                  <a:pt x="93151" y="173959"/>
                  <a:pt x="91404" y="178049"/>
                </a:cubicBezTo>
                <a:cubicBezTo>
                  <a:pt x="90493" y="180178"/>
                  <a:pt x="90535" y="180332"/>
                  <a:pt x="91856" y="179770"/>
                </a:cubicBezTo>
                <a:cubicBezTo>
                  <a:pt x="94446" y="178671"/>
                  <a:pt x="102744" y="178313"/>
                  <a:pt x="103698" y="179258"/>
                </a:cubicBezTo>
                <a:cubicBezTo>
                  <a:pt x="106143" y="181712"/>
                  <a:pt x="94429" y="187250"/>
                  <a:pt x="91140" y="185196"/>
                </a:cubicBezTo>
                <a:cubicBezTo>
                  <a:pt x="89913" y="184430"/>
                  <a:pt x="89368" y="184753"/>
                  <a:pt x="87622" y="187318"/>
                </a:cubicBezTo>
                <a:cubicBezTo>
                  <a:pt x="85526" y="190410"/>
                  <a:pt x="85083" y="191680"/>
                  <a:pt x="86173" y="191509"/>
                </a:cubicBezTo>
                <a:cubicBezTo>
                  <a:pt x="88269" y="191177"/>
                  <a:pt x="88823" y="191867"/>
                  <a:pt x="88823" y="194815"/>
                </a:cubicBezTo>
                <a:cubicBezTo>
                  <a:pt x="88823" y="196578"/>
                  <a:pt x="89189" y="198257"/>
                  <a:pt x="89641" y="198529"/>
                </a:cubicBezTo>
                <a:cubicBezTo>
                  <a:pt x="90084" y="198811"/>
                  <a:pt x="90450" y="198649"/>
                  <a:pt x="90450" y="198172"/>
                </a:cubicBezTo>
                <a:cubicBezTo>
                  <a:pt x="90450" y="196817"/>
                  <a:pt x="92665" y="197158"/>
                  <a:pt x="93219" y="198598"/>
                </a:cubicBezTo>
                <a:cubicBezTo>
                  <a:pt x="93492" y="199305"/>
                  <a:pt x="93713" y="200992"/>
                  <a:pt x="93713" y="202338"/>
                </a:cubicBezTo>
                <a:cubicBezTo>
                  <a:pt x="93713" y="203701"/>
                  <a:pt x="94710" y="206197"/>
                  <a:pt x="95954" y="207961"/>
                </a:cubicBezTo>
                <a:cubicBezTo>
                  <a:pt x="97189" y="209698"/>
                  <a:pt x="98237" y="211138"/>
                  <a:pt x="98288" y="211147"/>
                </a:cubicBezTo>
                <a:cubicBezTo>
                  <a:pt x="98339" y="211155"/>
                  <a:pt x="100222" y="207586"/>
                  <a:pt x="102462" y="203215"/>
                </a:cubicBezTo>
                <a:close/>
                <a:moveTo>
                  <a:pt x="67635" y="210031"/>
                </a:moveTo>
                <a:cubicBezTo>
                  <a:pt x="67635" y="209852"/>
                  <a:pt x="67064" y="209486"/>
                  <a:pt x="66374" y="209221"/>
                </a:cubicBezTo>
                <a:cubicBezTo>
                  <a:pt x="65650" y="208940"/>
                  <a:pt x="65318" y="209077"/>
                  <a:pt x="65608" y="209545"/>
                </a:cubicBezTo>
                <a:cubicBezTo>
                  <a:pt x="66085" y="210320"/>
                  <a:pt x="67635" y="210687"/>
                  <a:pt x="67635" y="210031"/>
                </a:cubicBezTo>
                <a:close/>
                <a:moveTo>
                  <a:pt x="209534" y="209537"/>
                </a:moveTo>
                <a:cubicBezTo>
                  <a:pt x="210897" y="209537"/>
                  <a:pt x="216273" y="197192"/>
                  <a:pt x="216264" y="194099"/>
                </a:cubicBezTo>
                <a:cubicBezTo>
                  <a:pt x="216256" y="192506"/>
                  <a:pt x="216724" y="190828"/>
                  <a:pt x="217304" y="190385"/>
                </a:cubicBezTo>
                <a:cubicBezTo>
                  <a:pt x="218599" y="189380"/>
                  <a:pt x="220967" y="175178"/>
                  <a:pt x="220004" y="174181"/>
                </a:cubicBezTo>
                <a:cubicBezTo>
                  <a:pt x="219612" y="173763"/>
                  <a:pt x="218718" y="174053"/>
                  <a:pt x="217908" y="174854"/>
                </a:cubicBezTo>
                <a:cubicBezTo>
                  <a:pt x="216852" y="175919"/>
                  <a:pt x="215446" y="176191"/>
                  <a:pt x="212158" y="175987"/>
                </a:cubicBezTo>
                <a:cubicBezTo>
                  <a:pt x="209602" y="175825"/>
                  <a:pt x="207677" y="176072"/>
                  <a:pt x="207481" y="176575"/>
                </a:cubicBezTo>
                <a:cubicBezTo>
                  <a:pt x="207302" y="177052"/>
                  <a:pt x="205717" y="177870"/>
                  <a:pt x="203962" y="178398"/>
                </a:cubicBezTo>
                <a:cubicBezTo>
                  <a:pt x="202207" y="178926"/>
                  <a:pt x="199907" y="180281"/>
                  <a:pt x="198851" y="181405"/>
                </a:cubicBezTo>
                <a:lnTo>
                  <a:pt x="196917" y="183458"/>
                </a:lnTo>
                <a:lnTo>
                  <a:pt x="199558" y="183458"/>
                </a:lnTo>
                <a:cubicBezTo>
                  <a:pt x="205036" y="183458"/>
                  <a:pt x="207523" y="186926"/>
                  <a:pt x="202795" y="187965"/>
                </a:cubicBezTo>
                <a:cubicBezTo>
                  <a:pt x="197692" y="189081"/>
                  <a:pt x="194395" y="195667"/>
                  <a:pt x="196704" y="200114"/>
                </a:cubicBezTo>
                <a:cubicBezTo>
                  <a:pt x="197752" y="202133"/>
                  <a:pt x="197914" y="202201"/>
                  <a:pt x="198365" y="200770"/>
                </a:cubicBezTo>
                <a:cubicBezTo>
                  <a:pt x="198638" y="199910"/>
                  <a:pt x="199779" y="198334"/>
                  <a:pt x="200895" y="197286"/>
                </a:cubicBezTo>
                <a:cubicBezTo>
                  <a:pt x="203434" y="194900"/>
                  <a:pt x="205359" y="196076"/>
                  <a:pt x="203962" y="199160"/>
                </a:cubicBezTo>
                <a:cubicBezTo>
                  <a:pt x="203306" y="200583"/>
                  <a:pt x="203374" y="201435"/>
                  <a:pt x="204226" y="202593"/>
                </a:cubicBezTo>
                <a:cubicBezTo>
                  <a:pt x="204848" y="203445"/>
                  <a:pt x="205351" y="204962"/>
                  <a:pt x="205351" y="205975"/>
                </a:cubicBezTo>
                <a:cubicBezTo>
                  <a:pt x="205351" y="206981"/>
                  <a:pt x="205726" y="208037"/>
                  <a:pt x="206186" y="208318"/>
                </a:cubicBezTo>
                <a:cubicBezTo>
                  <a:pt x="206637" y="208599"/>
                  <a:pt x="206757" y="209230"/>
                  <a:pt x="206458" y="209724"/>
                </a:cubicBezTo>
                <a:cubicBezTo>
                  <a:pt x="206092" y="210312"/>
                  <a:pt x="206399" y="210431"/>
                  <a:pt x="207327" y="210082"/>
                </a:cubicBezTo>
                <a:cubicBezTo>
                  <a:pt x="208103" y="209775"/>
                  <a:pt x="209099" y="209537"/>
                  <a:pt x="209534" y="209537"/>
                </a:cubicBezTo>
                <a:close/>
                <a:moveTo>
                  <a:pt x="34282" y="201528"/>
                </a:moveTo>
                <a:cubicBezTo>
                  <a:pt x="32459" y="199799"/>
                  <a:pt x="30968" y="197771"/>
                  <a:pt x="30968" y="197030"/>
                </a:cubicBezTo>
                <a:cubicBezTo>
                  <a:pt x="30968" y="195462"/>
                  <a:pt x="33447" y="195224"/>
                  <a:pt x="34878" y="196655"/>
                </a:cubicBezTo>
                <a:cubicBezTo>
                  <a:pt x="35577" y="197354"/>
                  <a:pt x="35858" y="197371"/>
                  <a:pt x="35858" y="196715"/>
                </a:cubicBezTo>
                <a:cubicBezTo>
                  <a:pt x="35858" y="196204"/>
                  <a:pt x="35142" y="195565"/>
                  <a:pt x="34273" y="195284"/>
                </a:cubicBezTo>
                <a:cubicBezTo>
                  <a:pt x="33404" y="195011"/>
                  <a:pt x="32033" y="193350"/>
                  <a:pt x="31215" y="191586"/>
                </a:cubicBezTo>
                <a:cubicBezTo>
                  <a:pt x="30406" y="189823"/>
                  <a:pt x="29494" y="188374"/>
                  <a:pt x="29187" y="188366"/>
                </a:cubicBezTo>
                <a:cubicBezTo>
                  <a:pt x="28889" y="188357"/>
                  <a:pt x="28855" y="190453"/>
                  <a:pt x="29119" y="193034"/>
                </a:cubicBezTo>
                <a:cubicBezTo>
                  <a:pt x="29528" y="197064"/>
                  <a:pt x="30090" y="198282"/>
                  <a:pt x="33132" y="201775"/>
                </a:cubicBezTo>
                <a:cubicBezTo>
                  <a:pt x="35074" y="204007"/>
                  <a:pt x="36710" y="206214"/>
                  <a:pt x="36761" y="206666"/>
                </a:cubicBezTo>
                <a:cubicBezTo>
                  <a:pt x="36821" y="207126"/>
                  <a:pt x="37025" y="206862"/>
                  <a:pt x="37230" y="206086"/>
                </a:cubicBezTo>
                <a:cubicBezTo>
                  <a:pt x="37460" y="205200"/>
                  <a:pt x="36378" y="203530"/>
                  <a:pt x="34282" y="201528"/>
                </a:cubicBezTo>
                <a:close/>
                <a:moveTo>
                  <a:pt x="134495" y="201767"/>
                </a:moveTo>
                <a:cubicBezTo>
                  <a:pt x="136906" y="200216"/>
                  <a:pt x="139232" y="198938"/>
                  <a:pt x="139658" y="198938"/>
                </a:cubicBezTo>
                <a:cubicBezTo>
                  <a:pt x="141422" y="198938"/>
                  <a:pt x="139224" y="197899"/>
                  <a:pt x="136889" y="197626"/>
                </a:cubicBezTo>
                <a:cubicBezTo>
                  <a:pt x="135219" y="197430"/>
                  <a:pt x="133490" y="197950"/>
                  <a:pt x="131786" y="199151"/>
                </a:cubicBezTo>
                <a:cubicBezTo>
                  <a:pt x="127509" y="202176"/>
                  <a:pt x="127296" y="202491"/>
                  <a:pt x="128097" y="204646"/>
                </a:cubicBezTo>
                <a:cubicBezTo>
                  <a:pt x="128617" y="206044"/>
                  <a:pt x="129026" y="206333"/>
                  <a:pt x="129469" y="205618"/>
                </a:cubicBezTo>
                <a:cubicBezTo>
                  <a:pt x="129818" y="205055"/>
                  <a:pt x="132076" y="203326"/>
                  <a:pt x="134495" y="201767"/>
                </a:cubicBezTo>
                <a:close/>
                <a:moveTo>
                  <a:pt x="228507" y="203309"/>
                </a:moveTo>
                <a:cubicBezTo>
                  <a:pt x="228958" y="202142"/>
                  <a:pt x="228839" y="202108"/>
                  <a:pt x="227578" y="203079"/>
                </a:cubicBezTo>
                <a:cubicBezTo>
                  <a:pt x="226786" y="203684"/>
                  <a:pt x="225985" y="204289"/>
                  <a:pt x="225797" y="204416"/>
                </a:cubicBezTo>
                <a:cubicBezTo>
                  <a:pt x="225610" y="204536"/>
                  <a:pt x="226027" y="204646"/>
                  <a:pt x="226726" y="204646"/>
                </a:cubicBezTo>
                <a:cubicBezTo>
                  <a:pt x="227425" y="204646"/>
                  <a:pt x="228225" y="204042"/>
                  <a:pt x="228507" y="203309"/>
                </a:cubicBezTo>
                <a:close/>
                <a:moveTo>
                  <a:pt x="189914" y="202270"/>
                </a:moveTo>
                <a:cubicBezTo>
                  <a:pt x="189070" y="200702"/>
                  <a:pt x="184334" y="195675"/>
                  <a:pt x="183695" y="195675"/>
                </a:cubicBezTo>
                <a:cubicBezTo>
                  <a:pt x="182723" y="195675"/>
                  <a:pt x="183686" y="197243"/>
                  <a:pt x="186591" y="200361"/>
                </a:cubicBezTo>
                <a:cubicBezTo>
                  <a:pt x="190042" y="204084"/>
                  <a:pt x="191251" y="204774"/>
                  <a:pt x="189914" y="202270"/>
                </a:cubicBezTo>
                <a:close/>
                <a:moveTo>
                  <a:pt x="224911" y="200071"/>
                </a:moveTo>
                <a:cubicBezTo>
                  <a:pt x="224911" y="199450"/>
                  <a:pt x="224221" y="198938"/>
                  <a:pt x="223378" y="198938"/>
                </a:cubicBezTo>
                <a:cubicBezTo>
                  <a:pt x="222304" y="198938"/>
                  <a:pt x="221734" y="199654"/>
                  <a:pt x="221487" y="201298"/>
                </a:cubicBezTo>
                <a:cubicBezTo>
                  <a:pt x="221154" y="203599"/>
                  <a:pt x="221197" y="203633"/>
                  <a:pt x="223029" y="202431"/>
                </a:cubicBezTo>
                <a:cubicBezTo>
                  <a:pt x="224059" y="201750"/>
                  <a:pt x="224911" y="200685"/>
                  <a:pt x="224911" y="200071"/>
                </a:cubicBezTo>
                <a:close/>
                <a:moveTo>
                  <a:pt x="240408" y="199024"/>
                </a:moveTo>
                <a:cubicBezTo>
                  <a:pt x="242282" y="198189"/>
                  <a:pt x="243415" y="197260"/>
                  <a:pt x="242930" y="196962"/>
                </a:cubicBezTo>
                <a:cubicBezTo>
                  <a:pt x="242453" y="196664"/>
                  <a:pt x="241337" y="196800"/>
                  <a:pt x="240468" y="197269"/>
                </a:cubicBezTo>
                <a:cubicBezTo>
                  <a:pt x="239590" y="197737"/>
                  <a:pt x="237588" y="198121"/>
                  <a:pt x="236012" y="198121"/>
                </a:cubicBezTo>
                <a:cubicBezTo>
                  <a:pt x="234445" y="198121"/>
                  <a:pt x="232928" y="198487"/>
                  <a:pt x="232656" y="198930"/>
                </a:cubicBezTo>
                <a:cubicBezTo>
                  <a:pt x="232374" y="199390"/>
                  <a:pt x="232690" y="199535"/>
                  <a:pt x="233388" y="199262"/>
                </a:cubicBezTo>
                <a:cubicBezTo>
                  <a:pt x="235680" y="198385"/>
                  <a:pt x="236506" y="199748"/>
                  <a:pt x="235092" y="202074"/>
                </a:cubicBezTo>
                <a:lnTo>
                  <a:pt x="233780" y="204238"/>
                </a:lnTo>
                <a:lnTo>
                  <a:pt x="235390" y="202389"/>
                </a:lnTo>
                <a:cubicBezTo>
                  <a:pt x="236276" y="201375"/>
                  <a:pt x="238534" y="199858"/>
                  <a:pt x="240408" y="199024"/>
                </a:cubicBezTo>
                <a:close/>
                <a:moveTo>
                  <a:pt x="43960" y="196101"/>
                </a:moveTo>
                <a:cubicBezTo>
                  <a:pt x="47070" y="193827"/>
                  <a:pt x="46414" y="193546"/>
                  <a:pt x="41549" y="195062"/>
                </a:cubicBezTo>
                <a:cubicBezTo>
                  <a:pt x="38312" y="196067"/>
                  <a:pt x="37843" y="196800"/>
                  <a:pt x="38806" y="199305"/>
                </a:cubicBezTo>
                <a:cubicBezTo>
                  <a:pt x="39249" y="200463"/>
                  <a:pt x="39411" y="200472"/>
                  <a:pt x="40228" y="199390"/>
                </a:cubicBezTo>
                <a:cubicBezTo>
                  <a:pt x="40740" y="198708"/>
                  <a:pt x="42418" y="197234"/>
                  <a:pt x="43960" y="196101"/>
                </a:cubicBezTo>
                <a:close/>
                <a:moveTo>
                  <a:pt x="126308" y="195556"/>
                </a:moveTo>
                <a:cubicBezTo>
                  <a:pt x="126308" y="195173"/>
                  <a:pt x="125303" y="194909"/>
                  <a:pt x="124068" y="194960"/>
                </a:cubicBezTo>
                <a:cubicBezTo>
                  <a:pt x="122687" y="195019"/>
                  <a:pt x="122372" y="195198"/>
                  <a:pt x="123250" y="195428"/>
                </a:cubicBezTo>
                <a:cubicBezTo>
                  <a:pt x="124945" y="195871"/>
                  <a:pt x="125047" y="196561"/>
                  <a:pt x="123659" y="198146"/>
                </a:cubicBezTo>
                <a:cubicBezTo>
                  <a:pt x="123096" y="198785"/>
                  <a:pt x="123463" y="198615"/>
                  <a:pt x="124477" y="197771"/>
                </a:cubicBezTo>
                <a:cubicBezTo>
                  <a:pt x="125482" y="196928"/>
                  <a:pt x="126308" y="195931"/>
                  <a:pt x="126308" y="195556"/>
                </a:cubicBezTo>
                <a:close/>
                <a:moveTo>
                  <a:pt x="157148" y="195582"/>
                </a:moveTo>
                <a:cubicBezTo>
                  <a:pt x="155138" y="194312"/>
                  <a:pt x="154737" y="194841"/>
                  <a:pt x="156220" y="196826"/>
                </a:cubicBezTo>
                <a:cubicBezTo>
                  <a:pt x="157353" y="198351"/>
                  <a:pt x="157745" y="198512"/>
                  <a:pt x="157966" y="197533"/>
                </a:cubicBezTo>
                <a:cubicBezTo>
                  <a:pt x="158120" y="196843"/>
                  <a:pt x="157753" y="195965"/>
                  <a:pt x="157148" y="195582"/>
                </a:cubicBezTo>
                <a:close/>
                <a:moveTo>
                  <a:pt x="232357" y="195164"/>
                </a:moveTo>
                <a:cubicBezTo>
                  <a:pt x="235586" y="191978"/>
                  <a:pt x="236055" y="191152"/>
                  <a:pt x="235288" y="189925"/>
                </a:cubicBezTo>
                <a:cubicBezTo>
                  <a:pt x="234470" y="188630"/>
                  <a:pt x="234223" y="188809"/>
                  <a:pt x="232971" y="191603"/>
                </a:cubicBezTo>
                <a:cubicBezTo>
                  <a:pt x="232195" y="193324"/>
                  <a:pt x="230619" y="195360"/>
                  <a:pt x="229461" y="196118"/>
                </a:cubicBezTo>
                <a:cubicBezTo>
                  <a:pt x="227476" y="197422"/>
                  <a:pt x="226658" y="198938"/>
                  <a:pt x="227936" y="198938"/>
                </a:cubicBezTo>
                <a:cubicBezTo>
                  <a:pt x="228260" y="198938"/>
                  <a:pt x="230245" y="197234"/>
                  <a:pt x="232357" y="195164"/>
                </a:cubicBezTo>
                <a:close/>
                <a:moveTo>
                  <a:pt x="140612" y="194917"/>
                </a:moveTo>
                <a:cubicBezTo>
                  <a:pt x="137733" y="191901"/>
                  <a:pt x="138235" y="189524"/>
                  <a:pt x="141592" y="190351"/>
                </a:cubicBezTo>
                <a:cubicBezTo>
                  <a:pt x="144540" y="191066"/>
                  <a:pt x="149115" y="194185"/>
                  <a:pt x="149123" y="195479"/>
                </a:cubicBezTo>
                <a:cubicBezTo>
                  <a:pt x="149123" y="196033"/>
                  <a:pt x="149702" y="196493"/>
                  <a:pt x="150418" y="196493"/>
                </a:cubicBezTo>
                <a:cubicBezTo>
                  <a:pt x="152403" y="196493"/>
                  <a:pt x="151415" y="194849"/>
                  <a:pt x="147445" y="191543"/>
                </a:cubicBezTo>
                <a:cubicBezTo>
                  <a:pt x="143841" y="188553"/>
                  <a:pt x="143816" y="188545"/>
                  <a:pt x="139351" y="189388"/>
                </a:cubicBezTo>
                <a:lnTo>
                  <a:pt x="134862" y="190231"/>
                </a:lnTo>
                <a:lnTo>
                  <a:pt x="138363" y="193776"/>
                </a:lnTo>
                <a:cubicBezTo>
                  <a:pt x="140288" y="195718"/>
                  <a:pt x="142103" y="197311"/>
                  <a:pt x="142393" y="197311"/>
                </a:cubicBezTo>
                <a:cubicBezTo>
                  <a:pt x="142674" y="197311"/>
                  <a:pt x="141882" y="196229"/>
                  <a:pt x="140612" y="194917"/>
                </a:cubicBezTo>
                <a:close/>
                <a:moveTo>
                  <a:pt x="115719" y="194866"/>
                </a:moveTo>
                <a:cubicBezTo>
                  <a:pt x="115719" y="194508"/>
                  <a:pt x="115165" y="194014"/>
                  <a:pt x="114492" y="193759"/>
                </a:cubicBezTo>
                <a:cubicBezTo>
                  <a:pt x="113665" y="193435"/>
                  <a:pt x="113274" y="193793"/>
                  <a:pt x="113274" y="194866"/>
                </a:cubicBezTo>
                <a:cubicBezTo>
                  <a:pt x="113274" y="195931"/>
                  <a:pt x="113665" y="196289"/>
                  <a:pt x="114492" y="195974"/>
                </a:cubicBezTo>
                <a:cubicBezTo>
                  <a:pt x="115165" y="195718"/>
                  <a:pt x="115719" y="195215"/>
                  <a:pt x="115719" y="194866"/>
                </a:cubicBezTo>
                <a:close/>
                <a:moveTo>
                  <a:pt x="130380" y="195181"/>
                </a:moveTo>
                <a:cubicBezTo>
                  <a:pt x="130380" y="195011"/>
                  <a:pt x="129835" y="194866"/>
                  <a:pt x="129162" y="194866"/>
                </a:cubicBezTo>
                <a:cubicBezTo>
                  <a:pt x="128489" y="194866"/>
                  <a:pt x="127935" y="195215"/>
                  <a:pt x="127935" y="195650"/>
                </a:cubicBezTo>
                <a:cubicBezTo>
                  <a:pt x="127935" y="196084"/>
                  <a:pt x="128489" y="196229"/>
                  <a:pt x="129162" y="195974"/>
                </a:cubicBezTo>
                <a:cubicBezTo>
                  <a:pt x="129835" y="195718"/>
                  <a:pt x="130380" y="195360"/>
                  <a:pt x="130380" y="195181"/>
                </a:cubicBezTo>
                <a:close/>
                <a:moveTo>
                  <a:pt x="50026" y="193580"/>
                </a:moveTo>
                <a:cubicBezTo>
                  <a:pt x="50367" y="192685"/>
                  <a:pt x="50111" y="192378"/>
                  <a:pt x="49165" y="192566"/>
                </a:cubicBezTo>
                <a:cubicBezTo>
                  <a:pt x="48416" y="192711"/>
                  <a:pt x="47657" y="193281"/>
                  <a:pt x="47470" y="193844"/>
                </a:cubicBezTo>
                <a:cubicBezTo>
                  <a:pt x="46967" y="195343"/>
                  <a:pt x="49446" y="195088"/>
                  <a:pt x="50026" y="193580"/>
                </a:cubicBezTo>
                <a:close/>
                <a:moveTo>
                  <a:pt x="122466" y="191535"/>
                </a:moveTo>
                <a:cubicBezTo>
                  <a:pt x="124136" y="190155"/>
                  <a:pt x="125303" y="188689"/>
                  <a:pt x="125047" y="188281"/>
                </a:cubicBezTo>
                <a:cubicBezTo>
                  <a:pt x="124792" y="187863"/>
                  <a:pt x="123650" y="188621"/>
                  <a:pt x="122517" y="189976"/>
                </a:cubicBezTo>
                <a:cubicBezTo>
                  <a:pt x="121384" y="191322"/>
                  <a:pt x="119944" y="192421"/>
                  <a:pt x="119314" y="192421"/>
                </a:cubicBezTo>
                <a:cubicBezTo>
                  <a:pt x="118675" y="192421"/>
                  <a:pt x="118164" y="192787"/>
                  <a:pt x="118164" y="193230"/>
                </a:cubicBezTo>
                <a:cubicBezTo>
                  <a:pt x="118164" y="194602"/>
                  <a:pt x="119280" y="194159"/>
                  <a:pt x="122466" y="191535"/>
                </a:cubicBezTo>
                <a:close/>
                <a:moveTo>
                  <a:pt x="180534" y="193179"/>
                </a:moveTo>
                <a:cubicBezTo>
                  <a:pt x="181394" y="191782"/>
                  <a:pt x="180619" y="191646"/>
                  <a:pt x="178915" y="192890"/>
                </a:cubicBezTo>
                <a:cubicBezTo>
                  <a:pt x="177595" y="193861"/>
                  <a:pt x="177552" y="194048"/>
                  <a:pt x="178668" y="194048"/>
                </a:cubicBezTo>
                <a:cubicBezTo>
                  <a:pt x="179401" y="194048"/>
                  <a:pt x="180236" y="193656"/>
                  <a:pt x="180534" y="193179"/>
                </a:cubicBezTo>
                <a:close/>
                <a:moveTo>
                  <a:pt x="152548" y="191441"/>
                </a:moveTo>
                <a:cubicBezTo>
                  <a:pt x="151338" y="190231"/>
                  <a:pt x="151261" y="187531"/>
                  <a:pt x="152437" y="187531"/>
                </a:cubicBezTo>
                <a:cubicBezTo>
                  <a:pt x="152914" y="187531"/>
                  <a:pt x="154107" y="187940"/>
                  <a:pt x="155087" y="188434"/>
                </a:cubicBezTo>
                <a:cubicBezTo>
                  <a:pt x="156271" y="189039"/>
                  <a:pt x="155998" y="188553"/>
                  <a:pt x="154286" y="187011"/>
                </a:cubicBezTo>
                <a:cubicBezTo>
                  <a:pt x="152863" y="185725"/>
                  <a:pt x="151100" y="183578"/>
                  <a:pt x="150375" y="182232"/>
                </a:cubicBezTo>
                <a:lnTo>
                  <a:pt x="149046" y="179787"/>
                </a:lnTo>
                <a:lnTo>
                  <a:pt x="149498" y="182232"/>
                </a:lnTo>
                <a:cubicBezTo>
                  <a:pt x="149745" y="183578"/>
                  <a:pt x="150179" y="185963"/>
                  <a:pt x="150469" y="187531"/>
                </a:cubicBezTo>
                <a:cubicBezTo>
                  <a:pt x="150963" y="190291"/>
                  <a:pt x="152088" y="192421"/>
                  <a:pt x="153059" y="192421"/>
                </a:cubicBezTo>
                <a:cubicBezTo>
                  <a:pt x="153315" y="192421"/>
                  <a:pt x="153085" y="191978"/>
                  <a:pt x="152548" y="191441"/>
                </a:cubicBezTo>
                <a:close/>
                <a:moveTo>
                  <a:pt x="161348" y="189516"/>
                </a:moveTo>
                <a:cubicBezTo>
                  <a:pt x="161348" y="188298"/>
                  <a:pt x="160880" y="187531"/>
                  <a:pt x="160130" y="187531"/>
                </a:cubicBezTo>
                <a:cubicBezTo>
                  <a:pt x="158903" y="187531"/>
                  <a:pt x="158375" y="190802"/>
                  <a:pt x="159423" y="191850"/>
                </a:cubicBezTo>
                <a:cubicBezTo>
                  <a:pt x="160352" y="192779"/>
                  <a:pt x="161348" y="191561"/>
                  <a:pt x="161348" y="189516"/>
                </a:cubicBezTo>
                <a:close/>
                <a:moveTo>
                  <a:pt x="193083" y="188459"/>
                </a:moveTo>
                <a:cubicBezTo>
                  <a:pt x="196738" y="186824"/>
                  <a:pt x="196440" y="185307"/>
                  <a:pt x="192742" y="186713"/>
                </a:cubicBezTo>
                <a:cubicBezTo>
                  <a:pt x="191550" y="187164"/>
                  <a:pt x="189522" y="187531"/>
                  <a:pt x="188236" y="187531"/>
                </a:cubicBezTo>
                <a:cubicBezTo>
                  <a:pt x="186949" y="187531"/>
                  <a:pt x="185688" y="187863"/>
                  <a:pt x="185433" y="188272"/>
                </a:cubicBezTo>
                <a:cubicBezTo>
                  <a:pt x="185186" y="188672"/>
                  <a:pt x="185765" y="188800"/>
                  <a:pt x="186728" y="188553"/>
                </a:cubicBezTo>
                <a:cubicBezTo>
                  <a:pt x="188287" y="188144"/>
                  <a:pt x="188431" y="188349"/>
                  <a:pt x="188031" y="190444"/>
                </a:cubicBezTo>
                <a:cubicBezTo>
                  <a:pt x="187639" y="192481"/>
                  <a:pt x="187716" y="192608"/>
                  <a:pt x="188602" y="191399"/>
                </a:cubicBezTo>
                <a:cubicBezTo>
                  <a:pt x="189164" y="190632"/>
                  <a:pt x="191175" y="189311"/>
                  <a:pt x="193083" y="188459"/>
                </a:cubicBezTo>
                <a:close/>
                <a:moveTo>
                  <a:pt x="177126" y="188741"/>
                </a:moveTo>
                <a:cubicBezTo>
                  <a:pt x="176547" y="187241"/>
                  <a:pt x="175533" y="187803"/>
                  <a:pt x="174971" y="189950"/>
                </a:cubicBezTo>
                <a:cubicBezTo>
                  <a:pt x="174613" y="191322"/>
                  <a:pt x="174783" y="191450"/>
                  <a:pt x="176070" y="190760"/>
                </a:cubicBezTo>
                <a:cubicBezTo>
                  <a:pt x="176939" y="190291"/>
                  <a:pt x="177390" y="189439"/>
                  <a:pt x="177126" y="188741"/>
                </a:cubicBezTo>
                <a:close/>
                <a:moveTo>
                  <a:pt x="46950" y="185827"/>
                </a:moveTo>
                <a:cubicBezTo>
                  <a:pt x="47751" y="185162"/>
                  <a:pt x="50409" y="184617"/>
                  <a:pt x="53297" y="184540"/>
                </a:cubicBezTo>
                <a:cubicBezTo>
                  <a:pt x="59627" y="184370"/>
                  <a:pt x="59780" y="183126"/>
                  <a:pt x="53510" y="182802"/>
                </a:cubicBezTo>
                <a:cubicBezTo>
                  <a:pt x="49378" y="182590"/>
                  <a:pt x="48501" y="182811"/>
                  <a:pt x="46771" y="184540"/>
                </a:cubicBezTo>
                <a:cubicBezTo>
                  <a:pt x="44250" y="187062"/>
                  <a:pt x="38712" y="188604"/>
                  <a:pt x="37494" y="187130"/>
                </a:cubicBezTo>
                <a:cubicBezTo>
                  <a:pt x="36855" y="186364"/>
                  <a:pt x="37383" y="185444"/>
                  <a:pt x="39530" y="183552"/>
                </a:cubicBezTo>
                <a:cubicBezTo>
                  <a:pt x="42350" y="181082"/>
                  <a:pt x="42375" y="181013"/>
                  <a:pt x="40416" y="181013"/>
                </a:cubicBezTo>
                <a:cubicBezTo>
                  <a:pt x="39308" y="181013"/>
                  <a:pt x="38167" y="181380"/>
                  <a:pt x="37894" y="181823"/>
                </a:cubicBezTo>
                <a:cubicBezTo>
                  <a:pt x="37613" y="182274"/>
                  <a:pt x="35764" y="182641"/>
                  <a:pt x="33771" y="182641"/>
                </a:cubicBezTo>
                <a:cubicBezTo>
                  <a:pt x="31777" y="182641"/>
                  <a:pt x="30150" y="183007"/>
                  <a:pt x="30150" y="183458"/>
                </a:cubicBezTo>
                <a:cubicBezTo>
                  <a:pt x="30150" y="183902"/>
                  <a:pt x="30423" y="184276"/>
                  <a:pt x="30763" y="184276"/>
                </a:cubicBezTo>
                <a:cubicBezTo>
                  <a:pt x="31096" y="184276"/>
                  <a:pt x="32834" y="185691"/>
                  <a:pt x="34623" y="187412"/>
                </a:cubicBezTo>
                <a:lnTo>
                  <a:pt x="37869" y="190538"/>
                </a:lnTo>
                <a:lnTo>
                  <a:pt x="41719" y="188749"/>
                </a:lnTo>
                <a:cubicBezTo>
                  <a:pt x="43832" y="187769"/>
                  <a:pt x="46192" y="186457"/>
                  <a:pt x="46950" y="185827"/>
                </a:cubicBezTo>
                <a:close/>
                <a:moveTo>
                  <a:pt x="51951" y="189414"/>
                </a:moveTo>
                <a:cubicBezTo>
                  <a:pt x="51167" y="189209"/>
                  <a:pt x="49881" y="189209"/>
                  <a:pt x="49097" y="189414"/>
                </a:cubicBezTo>
                <a:cubicBezTo>
                  <a:pt x="48313" y="189618"/>
                  <a:pt x="48952" y="189788"/>
                  <a:pt x="50520" y="189788"/>
                </a:cubicBezTo>
                <a:cubicBezTo>
                  <a:pt x="52096" y="189788"/>
                  <a:pt x="52735" y="189618"/>
                  <a:pt x="51951" y="189414"/>
                </a:cubicBezTo>
                <a:close/>
                <a:moveTo>
                  <a:pt x="115719" y="187531"/>
                </a:moveTo>
                <a:cubicBezTo>
                  <a:pt x="115719" y="187079"/>
                  <a:pt x="115327" y="186713"/>
                  <a:pt x="114850" y="186713"/>
                </a:cubicBezTo>
                <a:cubicBezTo>
                  <a:pt x="114381" y="186713"/>
                  <a:pt x="114219" y="187079"/>
                  <a:pt x="114492" y="187531"/>
                </a:cubicBezTo>
                <a:cubicBezTo>
                  <a:pt x="114773" y="187982"/>
                  <a:pt x="115156" y="188349"/>
                  <a:pt x="115352" y="188349"/>
                </a:cubicBezTo>
                <a:cubicBezTo>
                  <a:pt x="115557" y="188349"/>
                  <a:pt x="115719" y="187982"/>
                  <a:pt x="115719" y="187531"/>
                </a:cubicBezTo>
                <a:close/>
                <a:moveTo>
                  <a:pt x="186634" y="182607"/>
                </a:moveTo>
                <a:cubicBezTo>
                  <a:pt x="187767" y="181013"/>
                  <a:pt x="188167" y="179608"/>
                  <a:pt x="187801" y="178466"/>
                </a:cubicBezTo>
                <a:cubicBezTo>
                  <a:pt x="187315" y="176933"/>
                  <a:pt x="187094" y="177094"/>
                  <a:pt x="185816" y="179957"/>
                </a:cubicBezTo>
                <a:cubicBezTo>
                  <a:pt x="185024" y="181729"/>
                  <a:pt x="183405" y="183936"/>
                  <a:pt x="182229" y="184856"/>
                </a:cubicBezTo>
                <a:cubicBezTo>
                  <a:pt x="181054" y="185784"/>
                  <a:pt x="180091" y="186977"/>
                  <a:pt x="180091" y="187497"/>
                </a:cubicBezTo>
                <a:cubicBezTo>
                  <a:pt x="180091" y="188860"/>
                  <a:pt x="184564" y="185520"/>
                  <a:pt x="186634" y="182607"/>
                </a:cubicBezTo>
                <a:close/>
                <a:moveTo>
                  <a:pt x="81173" y="182164"/>
                </a:moveTo>
                <a:cubicBezTo>
                  <a:pt x="80619" y="180741"/>
                  <a:pt x="77688" y="180639"/>
                  <a:pt x="77177" y="182027"/>
                </a:cubicBezTo>
                <a:cubicBezTo>
                  <a:pt x="76973" y="182590"/>
                  <a:pt x="77765" y="184089"/>
                  <a:pt x="78941" y="185350"/>
                </a:cubicBezTo>
                <a:lnTo>
                  <a:pt x="81079" y="187659"/>
                </a:lnTo>
                <a:lnTo>
                  <a:pt x="81343" y="185486"/>
                </a:lnTo>
                <a:cubicBezTo>
                  <a:pt x="81496" y="184293"/>
                  <a:pt x="81411" y="182802"/>
                  <a:pt x="81173" y="182164"/>
                </a:cubicBezTo>
                <a:close/>
                <a:moveTo>
                  <a:pt x="227356" y="185145"/>
                </a:moveTo>
                <a:cubicBezTo>
                  <a:pt x="227356" y="184336"/>
                  <a:pt x="228081" y="182751"/>
                  <a:pt x="228975" y="181618"/>
                </a:cubicBezTo>
                <a:lnTo>
                  <a:pt x="230585" y="179565"/>
                </a:lnTo>
                <a:lnTo>
                  <a:pt x="228362" y="179122"/>
                </a:lnTo>
                <a:cubicBezTo>
                  <a:pt x="224792" y="178415"/>
                  <a:pt x="223574" y="180213"/>
                  <a:pt x="224894" y="184208"/>
                </a:cubicBezTo>
                <a:cubicBezTo>
                  <a:pt x="225959" y="187446"/>
                  <a:pt x="227356" y="187982"/>
                  <a:pt x="227356" y="185145"/>
                </a:cubicBezTo>
                <a:close/>
                <a:moveTo>
                  <a:pt x="121767" y="184353"/>
                </a:moveTo>
                <a:cubicBezTo>
                  <a:pt x="121554" y="184132"/>
                  <a:pt x="120745" y="184617"/>
                  <a:pt x="119978" y="185426"/>
                </a:cubicBezTo>
                <a:cubicBezTo>
                  <a:pt x="118632" y="186832"/>
                  <a:pt x="118649" y="186849"/>
                  <a:pt x="120362" y="185818"/>
                </a:cubicBezTo>
                <a:cubicBezTo>
                  <a:pt x="121350" y="185222"/>
                  <a:pt x="121989" y="184566"/>
                  <a:pt x="121767" y="184353"/>
                </a:cubicBezTo>
                <a:close/>
                <a:moveTo>
                  <a:pt x="132042" y="183816"/>
                </a:moveTo>
                <a:cubicBezTo>
                  <a:pt x="133021" y="182232"/>
                  <a:pt x="133695" y="180852"/>
                  <a:pt x="133533" y="180758"/>
                </a:cubicBezTo>
                <a:cubicBezTo>
                  <a:pt x="133371" y="180673"/>
                  <a:pt x="132042" y="179761"/>
                  <a:pt x="130585" y="178739"/>
                </a:cubicBezTo>
                <a:cubicBezTo>
                  <a:pt x="129128" y="177725"/>
                  <a:pt x="127935" y="177256"/>
                  <a:pt x="127935" y="177699"/>
                </a:cubicBezTo>
                <a:cubicBezTo>
                  <a:pt x="127935" y="178142"/>
                  <a:pt x="126879" y="179710"/>
                  <a:pt x="125593" y="181184"/>
                </a:cubicBezTo>
                <a:cubicBezTo>
                  <a:pt x="123608" y="183441"/>
                  <a:pt x="123420" y="184029"/>
                  <a:pt x="124366" y="184915"/>
                </a:cubicBezTo>
                <a:cubicBezTo>
                  <a:pt x="125294" y="185776"/>
                  <a:pt x="125490" y="185759"/>
                  <a:pt x="125490" y="184822"/>
                </a:cubicBezTo>
                <a:cubicBezTo>
                  <a:pt x="125490" y="183493"/>
                  <a:pt x="128549" y="179378"/>
                  <a:pt x="129537" y="179378"/>
                </a:cubicBezTo>
                <a:cubicBezTo>
                  <a:pt x="130730" y="179378"/>
                  <a:pt x="131130" y="181669"/>
                  <a:pt x="130398" y="184225"/>
                </a:cubicBezTo>
                <a:cubicBezTo>
                  <a:pt x="129469" y="187463"/>
                  <a:pt x="129844" y="187369"/>
                  <a:pt x="132042" y="183816"/>
                </a:cubicBezTo>
                <a:close/>
                <a:moveTo>
                  <a:pt x="86071" y="179327"/>
                </a:moveTo>
                <a:cubicBezTo>
                  <a:pt x="84163" y="176106"/>
                  <a:pt x="84444" y="169606"/>
                  <a:pt x="86480" y="169606"/>
                </a:cubicBezTo>
                <a:cubicBezTo>
                  <a:pt x="86889" y="169606"/>
                  <a:pt x="87945" y="170790"/>
                  <a:pt x="88831" y="172247"/>
                </a:cubicBezTo>
                <a:cubicBezTo>
                  <a:pt x="90229" y="174547"/>
                  <a:pt x="90450" y="174658"/>
                  <a:pt x="90450" y="173116"/>
                </a:cubicBezTo>
                <a:cubicBezTo>
                  <a:pt x="90450" y="172128"/>
                  <a:pt x="90041" y="171071"/>
                  <a:pt x="89539" y="170764"/>
                </a:cubicBezTo>
                <a:cubicBezTo>
                  <a:pt x="88934" y="170390"/>
                  <a:pt x="88763" y="168396"/>
                  <a:pt x="89036" y="165031"/>
                </a:cubicBezTo>
                <a:cubicBezTo>
                  <a:pt x="89419" y="160166"/>
                  <a:pt x="89360" y="159919"/>
                  <a:pt x="87911" y="160686"/>
                </a:cubicBezTo>
                <a:cubicBezTo>
                  <a:pt x="87068" y="161137"/>
                  <a:pt x="86378" y="162322"/>
                  <a:pt x="86378" y="163318"/>
                </a:cubicBezTo>
                <a:cubicBezTo>
                  <a:pt x="86378" y="164307"/>
                  <a:pt x="85671" y="166275"/>
                  <a:pt x="84810" y="167689"/>
                </a:cubicBezTo>
                <a:cubicBezTo>
                  <a:pt x="83362" y="170057"/>
                  <a:pt x="83311" y="170850"/>
                  <a:pt x="84171" y="178083"/>
                </a:cubicBezTo>
                <a:cubicBezTo>
                  <a:pt x="85057" y="185529"/>
                  <a:pt x="85160" y="185801"/>
                  <a:pt x="86242" y="183731"/>
                </a:cubicBezTo>
                <a:cubicBezTo>
                  <a:pt x="87238" y="181831"/>
                  <a:pt x="87221" y="181278"/>
                  <a:pt x="86071" y="179327"/>
                </a:cubicBezTo>
                <a:close/>
                <a:moveTo>
                  <a:pt x="122040" y="178841"/>
                </a:moveTo>
                <a:cubicBezTo>
                  <a:pt x="124008" y="177171"/>
                  <a:pt x="124042" y="177001"/>
                  <a:pt x="122722" y="175680"/>
                </a:cubicBezTo>
                <a:cubicBezTo>
                  <a:pt x="121401" y="174360"/>
                  <a:pt x="121197" y="174402"/>
                  <a:pt x="119024" y="176481"/>
                </a:cubicBezTo>
                <a:cubicBezTo>
                  <a:pt x="116954" y="178466"/>
                  <a:pt x="116809" y="178935"/>
                  <a:pt x="117618" y="181065"/>
                </a:cubicBezTo>
                <a:cubicBezTo>
                  <a:pt x="118394" y="183118"/>
                  <a:pt x="118607" y="183246"/>
                  <a:pt x="119237" y="182019"/>
                </a:cubicBezTo>
                <a:cubicBezTo>
                  <a:pt x="119638" y="181243"/>
                  <a:pt x="120898" y="179812"/>
                  <a:pt x="122040" y="178841"/>
                </a:cubicBezTo>
                <a:close/>
                <a:moveTo>
                  <a:pt x="138934" y="182624"/>
                </a:moveTo>
                <a:cubicBezTo>
                  <a:pt x="138653" y="182172"/>
                  <a:pt x="138082" y="182010"/>
                  <a:pt x="137665" y="182266"/>
                </a:cubicBezTo>
                <a:cubicBezTo>
                  <a:pt x="136531" y="182964"/>
                  <a:pt x="136744" y="183458"/>
                  <a:pt x="138176" y="183458"/>
                </a:cubicBezTo>
                <a:cubicBezTo>
                  <a:pt x="138874" y="183458"/>
                  <a:pt x="139215" y="183084"/>
                  <a:pt x="138934" y="182624"/>
                </a:cubicBezTo>
                <a:close/>
                <a:moveTo>
                  <a:pt x="162933" y="178807"/>
                </a:moveTo>
                <a:cubicBezTo>
                  <a:pt x="162959" y="178270"/>
                  <a:pt x="159585" y="174411"/>
                  <a:pt x="155444" y="170236"/>
                </a:cubicBezTo>
                <a:cubicBezTo>
                  <a:pt x="149387" y="164145"/>
                  <a:pt x="146380" y="161836"/>
                  <a:pt x="140161" y="158522"/>
                </a:cubicBezTo>
                <a:lnTo>
                  <a:pt x="132417" y="154399"/>
                </a:lnTo>
                <a:lnTo>
                  <a:pt x="131837" y="156903"/>
                </a:lnTo>
                <a:cubicBezTo>
                  <a:pt x="131514" y="158283"/>
                  <a:pt x="131428" y="159919"/>
                  <a:pt x="131650" y="160541"/>
                </a:cubicBezTo>
                <a:cubicBezTo>
                  <a:pt x="131863" y="161154"/>
                  <a:pt x="131624" y="162160"/>
                  <a:pt x="131113" y="162782"/>
                </a:cubicBezTo>
                <a:cubicBezTo>
                  <a:pt x="130363" y="163676"/>
                  <a:pt x="130610" y="163898"/>
                  <a:pt x="132357" y="163898"/>
                </a:cubicBezTo>
                <a:cubicBezTo>
                  <a:pt x="134700" y="163898"/>
                  <a:pt x="140510" y="166556"/>
                  <a:pt x="141430" y="168055"/>
                </a:cubicBezTo>
                <a:cubicBezTo>
                  <a:pt x="141745" y="168558"/>
                  <a:pt x="141558" y="169239"/>
                  <a:pt x="141021" y="169572"/>
                </a:cubicBezTo>
                <a:cubicBezTo>
                  <a:pt x="139189" y="170705"/>
                  <a:pt x="140885" y="176030"/>
                  <a:pt x="143517" y="177393"/>
                </a:cubicBezTo>
                <a:cubicBezTo>
                  <a:pt x="145835" y="178594"/>
                  <a:pt x="145869" y="178577"/>
                  <a:pt x="145869" y="176328"/>
                </a:cubicBezTo>
                <a:cubicBezTo>
                  <a:pt x="145869" y="173831"/>
                  <a:pt x="148024" y="170143"/>
                  <a:pt x="149089" y="170807"/>
                </a:cubicBezTo>
                <a:cubicBezTo>
                  <a:pt x="149455" y="171029"/>
                  <a:pt x="149984" y="172094"/>
                  <a:pt x="150248" y="173175"/>
                </a:cubicBezTo>
                <a:cubicBezTo>
                  <a:pt x="150759" y="175178"/>
                  <a:pt x="156041" y="181013"/>
                  <a:pt x="157353" y="181013"/>
                </a:cubicBezTo>
                <a:cubicBezTo>
                  <a:pt x="157762" y="181013"/>
                  <a:pt x="158094" y="181593"/>
                  <a:pt x="158094" y="182291"/>
                </a:cubicBezTo>
                <a:cubicBezTo>
                  <a:pt x="158094" y="183322"/>
                  <a:pt x="158563" y="183203"/>
                  <a:pt x="160488" y="181686"/>
                </a:cubicBezTo>
                <a:cubicBezTo>
                  <a:pt x="161808" y="180639"/>
                  <a:pt x="162907" y="179344"/>
                  <a:pt x="162933" y="178807"/>
                </a:cubicBezTo>
                <a:close/>
                <a:moveTo>
                  <a:pt x="63972" y="181013"/>
                </a:moveTo>
                <a:cubicBezTo>
                  <a:pt x="63691" y="180562"/>
                  <a:pt x="62481" y="180230"/>
                  <a:pt x="61271" y="180281"/>
                </a:cubicBezTo>
                <a:lnTo>
                  <a:pt x="59082" y="180357"/>
                </a:lnTo>
                <a:lnTo>
                  <a:pt x="61118" y="181013"/>
                </a:lnTo>
                <a:cubicBezTo>
                  <a:pt x="64006" y="181934"/>
                  <a:pt x="64543" y="181934"/>
                  <a:pt x="63972" y="181013"/>
                </a:cubicBezTo>
                <a:close/>
                <a:moveTo>
                  <a:pt x="56373" y="179335"/>
                </a:moveTo>
                <a:cubicBezTo>
                  <a:pt x="55095" y="178824"/>
                  <a:pt x="54626" y="178117"/>
                  <a:pt x="54916" y="177146"/>
                </a:cubicBezTo>
                <a:cubicBezTo>
                  <a:pt x="55223" y="176098"/>
                  <a:pt x="54541" y="175339"/>
                  <a:pt x="52360" y="174309"/>
                </a:cubicBezTo>
                <a:cubicBezTo>
                  <a:pt x="50724" y="173542"/>
                  <a:pt x="49233" y="173065"/>
                  <a:pt x="49046" y="173252"/>
                </a:cubicBezTo>
                <a:cubicBezTo>
                  <a:pt x="48339" y="173959"/>
                  <a:pt x="55069" y="179957"/>
                  <a:pt x="56637" y="180025"/>
                </a:cubicBezTo>
                <a:cubicBezTo>
                  <a:pt x="58051" y="180085"/>
                  <a:pt x="58008" y="179991"/>
                  <a:pt x="56373" y="179335"/>
                </a:cubicBezTo>
                <a:close/>
                <a:moveTo>
                  <a:pt x="186233" y="175646"/>
                </a:moveTo>
                <a:cubicBezTo>
                  <a:pt x="187724" y="176021"/>
                  <a:pt x="188167" y="175689"/>
                  <a:pt x="188619" y="173874"/>
                </a:cubicBezTo>
                <a:cubicBezTo>
                  <a:pt x="190289" y="167067"/>
                  <a:pt x="194276" y="166343"/>
                  <a:pt x="193816" y="172928"/>
                </a:cubicBezTo>
                <a:lnTo>
                  <a:pt x="193535" y="176839"/>
                </a:lnTo>
                <a:lnTo>
                  <a:pt x="195366" y="175118"/>
                </a:lnTo>
                <a:cubicBezTo>
                  <a:pt x="196372" y="174172"/>
                  <a:pt x="197036" y="173244"/>
                  <a:pt x="196849" y="173048"/>
                </a:cubicBezTo>
                <a:cubicBezTo>
                  <a:pt x="196653" y="172852"/>
                  <a:pt x="196815" y="171846"/>
                  <a:pt x="197215" y="170807"/>
                </a:cubicBezTo>
                <a:cubicBezTo>
                  <a:pt x="197837" y="169154"/>
                  <a:pt x="197607" y="168805"/>
                  <a:pt x="195400" y="168030"/>
                </a:cubicBezTo>
                <a:cubicBezTo>
                  <a:pt x="192027" y="166854"/>
                  <a:pt x="187426" y="163284"/>
                  <a:pt x="187426" y="161836"/>
                </a:cubicBezTo>
                <a:cubicBezTo>
                  <a:pt x="187426" y="160933"/>
                  <a:pt x="186975" y="160848"/>
                  <a:pt x="185339" y="161470"/>
                </a:cubicBezTo>
                <a:cubicBezTo>
                  <a:pt x="184189" y="161913"/>
                  <a:pt x="182170" y="162271"/>
                  <a:pt x="180858" y="162271"/>
                </a:cubicBezTo>
                <a:cubicBezTo>
                  <a:pt x="177407" y="162271"/>
                  <a:pt x="177902" y="163753"/>
                  <a:pt x="181454" y="164051"/>
                </a:cubicBezTo>
                <a:cubicBezTo>
                  <a:pt x="185714" y="164409"/>
                  <a:pt x="185705" y="166011"/>
                  <a:pt x="181437" y="168089"/>
                </a:cubicBezTo>
                <a:cubicBezTo>
                  <a:pt x="177424" y="170032"/>
                  <a:pt x="176538" y="171659"/>
                  <a:pt x="178004" y="174394"/>
                </a:cubicBezTo>
                <a:cubicBezTo>
                  <a:pt x="179094" y="176430"/>
                  <a:pt x="180091" y="175876"/>
                  <a:pt x="180091" y="173227"/>
                </a:cubicBezTo>
                <a:cubicBezTo>
                  <a:pt x="180091" y="171233"/>
                  <a:pt x="185833" y="165525"/>
                  <a:pt x="187835" y="165525"/>
                </a:cubicBezTo>
                <a:cubicBezTo>
                  <a:pt x="190885" y="165525"/>
                  <a:pt x="187827" y="172042"/>
                  <a:pt x="183081" y="175663"/>
                </a:cubicBezTo>
                <a:cubicBezTo>
                  <a:pt x="181514" y="176856"/>
                  <a:pt x="180023" y="178398"/>
                  <a:pt x="179759" y="179079"/>
                </a:cubicBezTo>
                <a:cubicBezTo>
                  <a:pt x="179495" y="179761"/>
                  <a:pt x="180432" y="179165"/>
                  <a:pt x="181846" y="177750"/>
                </a:cubicBezTo>
                <a:cubicBezTo>
                  <a:pt x="183720" y="175876"/>
                  <a:pt x="184896" y="175314"/>
                  <a:pt x="186242" y="175646"/>
                </a:cubicBezTo>
                <a:close/>
                <a:moveTo>
                  <a:pt x="196823" y="177912"/>
                </a:moveTo>
                <a:cubicBezTo>
                  <a:pt x="196567" y="177657"/>
                  <a:pt x="195911" y="177912"/>
                  <a:pt x="195358" y="178466"/>
                </a:cubicBezTo>
                <a:cubicBezTo>
                  <a:pt x="194557" y="179267"/>
                  <a:pt x="194651" y="179361"/>
                  <a:pt x="195818" y="178918"/>
                </a:cubicBezTo>
                <a:cubicBezTo>
                  <a:pt x="196619" y="178619"/>
                  <a:pt x="197070" y="178159"/>
                  <a:pt x="196823" y="177912"/>
                </a:cubicBezTo>
                <a:close/>
                <a:moveTo>
                  <a:pt x="136088" y="173738"/>
                </a:moveTo>
                <a:cubicBezTo>
                  <a:pt x="136088" y="170799"/>
                  <a:pt x="135884" y="170500"/>
                  <a:pt x="133439" y="169981"/>
                </a:cubicBezTo>
                <a:cubicBezTo>
                  <a:pt x="131982" y="169674"/>
                  <a:pt x="130133" y="168839"/>
                  <a:pt x="129333" y="168132"/>
                </a:cubicBezTo>
                <a:cubicBezTo>
                  <a:pt x="127995" y="166948"/>
                  <a:pt x="127705" y="167024"/>
                  <a:pt x="125686" y="169044"/>
                </a:cubicBezTo>
                <a:lnTo>
                  <a:pt x="123497" y="171233"/>
                </a:lnTo>
                <a:lnTo>
                  <a:pt x="127305" y="171233"/>
                </a:lnTo>
                <a:cubicBezTo>
                  <a:pt x="131854" y="171233"/>
                  <a:pt x="135373" y="172656"/>
                  <a:pt x="135202" y="174428"/>
                </a:cubicBezTo>
                <a:cubicBezTo>
                  <a:pt x="135041" y="176157"/>
                  <a:pt x="135194" y="176933"/>
                  <a:pt x="135680" y="176933"/>
                </a:cubicBezTo>
                <a:cubicBezTo>
                  <a:pt x="135901" y="176933"/>
                  <a:pt x="136088" y="175501"/>
                  <a:pt x="136088" y="173738"/>
                </a:cubicBezTo>
                <a:close/>
                <a:moveTo>
                  <a:pt x="224588" y="173900"/>
                </a:moveTo>
                <a:cubicBezTo>
                  <a:pt x="224315" y="173627"/>
                  <a:pt x="224128" y="174104"/>
                  <a:pt x="224162" y="174965"/>
                </a:cubicBezTo>
                <a:cubicBezTo>
                  <a:pt x="224196" y="175919"/>
                  <a:pt x="224392" y="176106"/>
                  <a:pt x="224656" y="175459"/>
                </a:cubicBezTo>
                <a:cubicBezTo>
                  <a:pt x="224886" y="174871"/>
                  <a:pt x="224860" y="174172"/>
                  <a:pt x="224588" y="173900"/>
                </a:cubicBezTo>
                <a:close/>
                <a:moveTo>
                  <a:pt x="209611" y="172869"/>
                </a:moveTo>
                <a:cubicBezTo>
                  <a:pt x="211076" y="171974"/>
                  <a:pt x="212942" y="171233"/>
                  <a:pt x="213751" y="171233"/>
                </a:cubicBezTo>
                <a:cubicBezTo>
                  <a:pt x="214569" y="171233"/>
                  <a:pt x="214995" y="170858"/>
                  <a:pt x="214714" y="170390"/>
                </a:cubicBezTo>
                <a:cubicBezTo>
                  <a:pt x="214416" y="169921"/>
                  <a:pt x="213044" y="169768"/>
                  <a:pt x="211596" y="170040"/>
                </a:cubicBezTo>
                <a:cubicBezTo>
                  <a:pt x="209619" y="170407"/>
                  <a:pt x="208273" y="170032"/>
                  <a:pt x="205956" y="168456"/>
                </a:cubicBezTo>
                <a:cubicBezTo>
                  <a:pt x="203332" y="166675"/>
                  <a:pt x="202906" y="166590"/>
                  <a:pt x="202906" y="167791"/>
                </a:cubicBezTo>
                <a:cubicBezTo>
                  <a:pt x="202906" y="168566"/>
                  <a:pt x="202386" y="170185"/>
                  <a:pt x="201756" y="171395"/>
                </a:cubicBezTo>
                <a:cubicBezTo>
                  <a:pt x="200614" y="173567"/>
                  <a:pt x="200631" y="173593"/>
                  <a:pt x="203596" y="173900"/>
                </a:cubicBezTo>
                <a:cubicBezTo>
                  <a:pt x="205232" y="174079"/>
                  <a:pt x="206663" y="174283"/>
                  <a:pt x="206757" y="174351"/>
                </a:cubicBezTo>
                <a:cubicBezTo>
                  <a:pt x="206859" y="174428"/>
                  <a:pt x="208145" y="173763"/>
                  <a:pt x="209611" y="172869"/>
                </a:cubicBezTo>
                <a:close/>
                <a:moveTo>
                  <a:pt x="226530" y="166573"/>
                </a:moveTo>
                <a:cubicBezTo>
                  <a:pt x="227612" y="166863"/>
                  <a:pt x="228123" y="166394"/>
                  <a:pt x="228438" y="164818"/>
                </a:cubicBezTo>
                <a:cubicBezTo>
                  <a:pt x="228677" y="163642"/>
                  <a:pt x="229120" y="162032"/>
                  <a:pt x="229427" y="161248"/>
                </a:cubicBezTo>
                <a:cubicBezTo>
                  <a:pt x="229742" y="160422"/>
                  <a:pt x="229597" y="159825"/>
                  <a:pt x="229069" y="159825"/>
                </a:cubicBezTo>
                <a:cubicBezTo>
                  <a:pt x="228575" y="159825"/>
                  <a:pt x="228174" y="160345"/>
                  <a:pt x="228174" y="160984"/>
                </a:cubicBezTo>
                <a:cubicBezTo>
                  <a:pt x="228174" y="161623"/>
                  <a:pt x="227254" y="163233"/>
                  <a:pt x="226130" y="164562"/>
                </a:cubicBezTo>
                <a:cubicBezTo>
                  <a:pt x="225014" y="165900"/>
                  <a:pt x="224136" y="167484"/>
                  <a:pt x="224187" y="168089"/>
                </a:cubicBezTo>
                <a:cubicBezTo>
                  <a:pt x="224247" y="168694"/>
                  <a:pt x="224460" y="168515"/>
                  <a:pt x="224673" y="167689"/>
                </a:cubicBezTo>
                <a:cubicBezTo>
                  <a:pt x="224920" y="166718"/>
                  <a:pt x="225576" y="166326"/>
                  <a:pt x="226530" y="166573"/>
                </a:cubicBezTo>
                <a:close/>
                <a:moveTo>
                  <a:pt x="202650" y="165525"/>
                </a:moveTo>
                <a:cubicBezTo>
                  <a:pt x="202889" y="165525"/>
                  <a:pt x="201943" y="164230"/>
                  <a:pt x="200546" y="162645"/>
                </a:cubicBezTo>
                <a:cubicBezTo>
                  <a:pt x="199157" y="161061"/>
                  <a:pt x="198016" y="159067"/>
                  <a:pt x="198016" y="158215"/>
                </a:cubicBezTo>
                <a:cubicBezTo>
                  <a:pt x="198016" y="156043"/>
                  <a:pt x="197275" y="155830"/>
                  <a:pt x="193560" y="156895"/>
                </a:cubicBezTo>
                <a:lnTo>
                  <a:pt x="190331" y="157823"/>
                </a:lnTo>
                <a:lnTo>
                  <a:pt x="193194" y="159510"/>
                </a:lnTo>
                <a:cubicBezTo>
                  <a:pt x="194770" y="160439"/>
                  <a:pt x="196959" y="162339"/>
                  <a:pt x="198058" y="163727"/>
                </a:cubicBezTo>
                <a:cubicBezTo>
                  <a:pt x="199157" y="165116"/>
                  <a:pt x="200546" y="166096"/>
                  <a:pt x="201142" y="165891"/>
                </a:cubicBezTo>
                <a:cubicBezTo>
                  <a:pt x="201739" y="165695"/>
                  <a:pt x="202420" y="165525"/>
                  <a:pt x="202650" y="165525"/>
                </a:cubicBezTo>
                <a:close/>
                <a:moveTo>
                  <a:pt x="214416" y="164162"/>
                </a:moveTo>
                <a:cubicBezTo>
                  <a:pt x="213453" y="162509"/>
                  <a:pt x="213223" y="163037"/>
                  <a:pt x="214007" y="165090"/>
                </a:cubicBezTo>
                <a:cubicBezTo>
                  <a:pt x="214288" y="165815"/>
                  <a:pt x="214688" y="166241"/>
                  <a:pt x="214901" y="166028"/>
                </a:cubicBezTo>
                <a:cubicBezTo>
                  <a:pt x="215114" y="165823"/>
                  <a:pt x="214893" y="164980"/>
                  <a:pt x="214416" y="164162"/>
                </a:cubicBezTo>
                <a:close/>
                <a:moveTo>
                  <a:pt x="125150" y="163455"/>
                </a:moveTo>
                <a:cubicBezTo>
                  <a:pt x="124826" y="162168"/>
                  <a:pt x="125226" y="160038"/>
                  <a:pt x="126214" y="157815"/>
                </a:cubicBezTo>
                <a:cubicBezTo>
                  <a:pt x="127458" y="154986"/>
                  <a:pt x="127569" y="154151"/>
                  <a:pt x="126717" y="153828"/>
                </a:cubicBezTo>
                <a:cubicBezTo>
                  <a:pt x="126078" y="153581"/>
                  <a:pt x="125243" y="154390"/>
                  <a:pt x="124647" y="155830"/>
                </a:cubicBezTo>
                <a:cubicBezTo>
                  <a:pt x="124093" y="157159"/>
                  <a:pt x="122773" y="158931"/>
                  <a:pt x="121716" y="159766"/>
                </a:cubicBezTo>
                <a:cubicBezTo>
                  <a:pt x="120660" y="160601"/>
                  <a:pt x="119791" y="161759"/>
                  <a:pt x="119791" y="162347"/>
                </a:cubicBezTo>
                <a:cubicBezTo>
                  <a:pt x="119791" y="163174"/>
                  <a:pt x="120004" y="163191"/>
                  <a:pt x="120771" y="162432"/>
                </a:cubicBezTo>
                <a:cubicBezTo>
                  <a:pt x="122227" y="160976"/>
                  <a:pt x="123863" y="161248"/>
                  <a:pt x="123863" y="162944"/>
                </a:cubicBezTo>
                <a:cubicBezTo>
                  <a:pt x="123863" y="164358"/>
                  <a:pt x="124519" y="165525"/>
                  <a:pt x="125311" y="165525"/>
                </a:cubicBezTo>
                <a:cubicBezTo>
                  <a:pt x="125507" y="165525"/>
                  <a:pt x="125439" y="164596"/>
                  <a:pt x="125150" y="163455"/>
                </a:cubicBezTo>
                <a:close/>
                <a:moveTo>
                  <a:pt x="159721" y="159825"/>
                </a:moveTo>
                <a:cubicBezTo>
                  <a:pt x="159244" y="158931"/>
                  <a:pt x="158665" y="158190"/>
                  <a:pt x="158443" y="158190"/>
                </a:cubicBezTo>
                <a:cubicBezTo>
                  <a:pt x="158213" y="158190"/>
                  <a:pt x="158426" y="158931"/>
                  <a:pt x="158903" y="159825"/>
                </a:cubicBezTo>
                <a:cubicBezTo>
                  <a:pt x="159380" y="160720"/>
                  <a:pt x="159960" y="161453"/>
                  <a:pt x="160181" y="161453"/>
                </a:cubicBezTo>
                <a:cubicBezTo>
                  <a:pt x="160411" y="161453"/>
                  <a:pt x="160198" y="160720"/>
                  <a:pt x="159721" y="159825"/>
                </a:cubicBezTo>
                <a:close/>
                <a:moveTo>
                  <a:pt x="165506" y="157576"/>
                </a:moveTo>
                <a:cubicBezTo>
                  <a:pt x="164944" y="156213"/>
                  <a:pt x="163938" y="155285"/>
                  <a:pt x="163027" y="155285"/>
                </a:cubicBezTo>
                <a:cubicBezTo>
                  <a:pt x="161664" y="155285"/>
                  <a:pt x="161732" y="155566"/>
                  <a:pt x="163666" y="157832"/>
                </a:cubicBezTo>
                <a:cubicBezTo>
                  <a:pt x="166221" y="160839"/>
                  <a:pt x="166826" y="160754"/>
                  <a:pt x="165506" y="157576"/>
                </a:cubicBezTo>
                <a:close/>
                <a:moveTo>
                  <a:pt x="80108" y="155702"/>
                </a:moveTo>
                <a:cubicBezTo>
                  <a:pt x="80389" y="154637"/>
                  <a:pt x="80201" y="154143"/>
                  <a:pt x="79588" y="154347"/>
                </a:cubicBezTo>
                <a:cubicBezTo>
                  <a:pt x="78421" y="154731"/>
                  <a:pt x="77807" y="157380"/>
                  <a:pt x="78889" y="157380"/>
                </a:cubicBezTo>
                <a:cubicBezTo>
                  <a:pt x="79315" y="157380"/>
                  <a:pt x="79869" y="156622"/>
                  <a:pt x="80108" y="155702"/>
                </a:cubicBezTo>
                <a:close/>
                <a:moveTo>
                  <a:pt x="186259" y="156562"/>
                </a:moveTo>
                <a:cubicBezTo>
                  <a:pt x="186889" y="156562"/>
                  <a:pt x="187912" y="155344"/>
                  <a:pt x="188542" y="153845"/>
                </a:cubicBezTo>
                <a:cubicBezTo>
                  <a:pt x="190544" y="149057"/>
                  <a:pt x="197087" y="145274"/>
                  <a:pt x="196184" y="149432"/>
                </a:cubicBezTo>
                <a:cubicBezTo>
                  <a:pt x="195963" y="150446"/>
                  <a:pt x="195511" y="151911"/>
                  <a:pt x="195179" y="152703"/>
                </a:cubicBezTo>
                <a:cubicBezTo>
                  <a:pt x="194727" y="153794"/>
                  <a:pt x="194881" y="154024"/>
                  <a:pt x="195843" y="153649"/>
                </a:cubicBezTo>
                <a:cubicBezTo>
                  <a:pt x="196542" y="153385"/>
                  <a:pt x="197223" y="152379"/>
                  <a:pt x="197360" y="151408"/>
                </a:cubicBezTo>
                <a:cubicBezTo>
                  <a:pt x="197496" y="150446"/>
                  <a:pt x="199345" y="148375"/>
                  <a:pt x="201458" y="146816"/>
                </a:cubicBezTo>
                <a:cubicBezTo>
                  <a:pt x="203979" y="144950"/>
                  <a:pt x="205036" y="143690"/>
                  <a:pt x="204508" y="143170"/>
                </a:cubicBezTo>
                <a:cubicBezTo>
                  <a:pt x="203988" y="142642"/>
                  <a:pt x="202914" y="142838"/>
                  <a:pt x="201398" y="143732"/>
                </a:cubicBezTo>
                <a:cubicBezTo>
                  <a:pt x="200129" y="144482"/>
                  <a:pt x="197564" y="145342"/>
                  <a:pt x="195707" y="145641"/>
                </a:cubicBezTo>
                <a:cubicBezTo>
                  <a:pt x="193841" y="145930"/>
                  <a:pt x="192316" y="146501"/>
                  <a:pt x="192316" y="146893"/>
                </a:cubicBezTo>
                <a:cubicBezTo>
                  <a:pt x="192316" y="147285"/>
                  <a:pt x="190025" y="149875"/>
                  <a:pt x="187222" y="152644"/>
                </a:cubicBezTo>
                <a:cubicBezTo>
                  <a:pt x="184419" y="155421"/>
                  <a:pt x="182800" y="157431"/>
                  <a:pt x="183618" y="157125"/>
                </a:cubicBezTo>
                <a:cubicBezTo>
                  <a:pt x="184444" y="156818"/>
                  <a:pt x="185629" y="156562"/>
                  <a:pt x="186259" y="156562"/>
                </a:cubicBezTo>
                <a:close/>
                <a:moveTo>
                  <a:pt x="157975" y="151826"/>
                </a:moveTo>
                <a:cubicBezTo>
                  <a:pt x="154490" y="147856"/>
                  <a:pt x="156339" y="146228"/>
                  <a:pt x="161391" y="148844"/>
                </a:cubicBezTo>
                <a:cubicBezTo>
                  <a:pt x="164381" y="150394"/>
                  <a:pt x="164424" y="149934"/>
                  <a:pt x="161553" y="146987"/>
                </a:cubicBezTo>
                <a:cubicBezTo>
                  <a:pt x="160318" y="145717"/>
                  <a:pt x="158758" y="143886"/>
                  <a:pt x="158094" y="142906"/>
                </a:cubicBezTo>
                <a:lnTo>
                  <a:pt x="156867" y="141134"/>
                </a:lnTo>
                <a:lnTo>
                  <a:pt x="152446" y="142659"/>
                </a:lnTo>
                <a:cubicBezTo>
                  <a:pt x="149404" y="143707"/>
                  <a:pt x="147436" y="143971"/>
                  <a:pt x="146158" y="143485"/>
                </a:cubicBezTo>
                <a:cubicBezTo>
                  <a:pt x="144625" y="142897"/>
                  <a:pt x="144011" y="143178"/>
                  <a:pt x="142640" y="145112"/>
                </a:cubicBezTo>
                <a:cubicBezTo>
                  <a:pt x="141728" y="146390"/>
                  <a:pt x="140979" y="147796"/>
                  <a:pt x="140979" y="148230"/>
                </a:cubicBezTo>
                <a:cubicBezTo>
                  <a:pt x="140979" y="148665"/>
                  <a:pt x="143585" y="150531"/>
                  <a:pt x="146772" y="152371"/>
                </a:cubicBezTo>
                <a:lnTo>
                  <a:pt x="152565" y="155728"/>
                </a:lnTo>
                <a:lnTo>
                  <a:pt x="152045" y="152950"/>
                </a:lnTo>
                <a:cubicBezTo>
                  <a:pt x="151730" y="151306"/>
                  <a:pt x="151875" y="149951"/>
                  <a:pt x="152386" y="149636"/>
                </a:cubicBezTo>
                <a:cubicBezTo>
                  <a:pt x="153408" y="149006"/>
                  <a:pt x="158094" y="153777"/>
                  <a:pt x="158094" y="155463"/>
                </a:cubicBezTo>
                <a:cubicBezTo>
                  <a:pt x="158094" y="156418"/>
                  <a:pt x="158290" y="156435"/>
                  <a:pt x="159219" y="155574"/>
                </a:cubicBezTo>
                <a:cubicBezTo>
                  <a:pt x="160164" y="154688"/>
                  <a:pt x="159968" y="154100"/>
                  <a:pt x="157975" y="151826"/>
                </a:cubicBezTo>
                <a:close/>
                <a:moveTo>
                  <a:pt x="182877" y="149755"/>
                </a:moveTo>
                <a:cubicBezTo>
                  <a:pt x="182025" y="147540"/>
                  <a:pt x="180525" y="148673"/>
                  <a:pt x="180244" y="151740"/>
                </a:cubicBezTo>
                <a:lnTo>
                  <a:pt x="179989" y="154526"/>
                </a:lnTo>
                <a:lnTo>
                  <a:pt x="181701" y="152839"/>
                </a:lnTo>
                <a:cubicBezTo>
                  <a:pt x="182792" y="151775"/>
                  <a:pt x="183218" y="150641"/>
                  <a:pt x="182877" y="149755"/>
                </a:cubicBezTo>
                <a:close/>
                <a:moveTo>
                  <a:pt x="48543" y="149014"/>
                </a:moveTo>
                <a:cubicBezTo>
                  <a:pt x="47777" y="147856"/>
                  <a:pt x="47598" y="146748"/>
                  <a:pt x="48041" y="146024"/>
                </a:cubicBezTo>
                <a:cubicBezTo>
                  <a:pt x="48646" y="145053"/>
                  <a:pt x="49080" y="145087"/>
                  <a:pt x="50861" y="146254"/>
                </a:cubicBezTo>
                <a:cubicBezTo>
                  <a:pt x="52130" y="147089"/>
                  <a:pt x="52965" y="147276"/>
                  <a:pt x="52965" y="146731"/>
                </a:cubicBezTo>
                <a:cubicBezTo>
                  <a:pt x="52965" y="146228"/>
                  <a:pt x="52249" y="145632"/>
                  <a:pt x="51372" y="145402"/>
                </a:cubicBezTo>
                <a:cubicBezTo>
                  <a:pt x="50486" y="145172"/>
                  <a:pt x="48986" y="143366"/>
                  <a:pt x="48032" y="141398"/>
                </a:cubicBezTo>
                <a:cubicBezTo>
                  <a:pt x="46226" y="137666"/>
                  <a:pt x="44292" y="137138"/>
                  <a:pt x="45664" y="140759"/>
                </a:cubicBezTo>
                <a:cubicBezTo>
                  <a:pt x="46098" y="141892"/>
                  <a:pt x="46448" y="143954"/>
                  <a:pt x="46448" y="145351"/>
                </a:cubicBezTo>
                <a:cubicBezTo>
                  <a:pt x="46448" y="146740"/>
                  <a:pt x="47052" y="148546"/>
                  <a:pt x="47794" y="149372"/>
                </a:cubicBezTo>
                <a:cubicBezTo>
                  <a:pt x="49642" y="151408"/>
                  <a:pt x="50000" y="151238"/>
                  <a:pt x="48543" y="149014"/>
                </a:cubicBezTo>
                <a:close/>
                <a:moveTo>
                  <a:pt x="126308" y="149585"/>
                </a:moveTo>
                <a:cubicBezTo>
                  <a:pt x="126308" y="149389"/>
                  <a:pt x="125942" y="149227"/>
                  <a:pt x="125490" y="149227"/>
                </a:cubicBezTo>
                <a:cubicBezTo>
                  <a:pt x="125047" y="149227"/>
                  <a:pt x="124681" y="149619"/>
                  <a:pt x="124681" y="150096"/>
                </a:cubicBezTo>
                <a:cubicBezTo>
                  <a:pt x="124681" y="150565"/>
                  <a:pt x="125047" y="150727"/>
                  <a:pt x="125490" y="150454"/>
                </a:cubicBezTo>
                <a:cubicBezTo>
                  <a:pt x="125942" y="150173"/>
                  <a:pt x="126308" y="149790"/>
                  <a:pt x="126308" y="149585"/>
                </a:cubicBezTo>
                <a:close/>
                <a:moveTo>
                  <a:pt x="191464" y="142062"/>
                </a:moveTo>
                <a:cubicBezTo>
                  <a:pt x="194208" y="137479"/>
                  <a:pt x="194480" y="136610"/>
                  <a:pt x="193475" y="135605"/>
                </a:cubicBezTo>
                <a:cubicBezTo>
                  <a:pt x="191967" y="134097"/>
                  <a:pt x="191976" y="127980"/>
                  <a:pt x="193500" y="124350"/>
                </a:cubicBezTo>
                <a:cubicBezTo>
                  <a:pt x="195426" y="119724"/>
                  <a:pt x="197283" y="121070"/>
                  <a:pt x="198416" y="127929"/>
                </a:cubicBezTo>
                <a:cubicBezTo>
                  <a:pt x="198953" y="131166"/>
                  <a:pt x="199123" y="131362"/>
                  <a:pt x="200299" y="130186"/>
                </a:cubicBezTo>
                <a:cubicBezTo>
                  <a:pt x="201006" y="129479"/>
                  <a:pt x="201662" y="127426"/>
                  <a:pt x="201756" y="125620"/>
                </a:cubicBezTo>
                <a:cubicBezTo>
                  <a:pt x="201849" y="123822"/>
                  <a:pt x="202693" y="120874"/>
                  <a:pt x="203639" y="119068"/>
                </a:cubicBezTo>
                <a:cubicBezTo>
                  <a:pt x="206109" y="114323"/>
                  <a:pt x="205002" y="112875"/>
                  <a:pt x="199166" y="113249"/>
                </a:cubicBezTo>
                <a:cubicBezTo>
                  <a:pt x="195835" y="113454"/>
                  <a:pt x="194063" y="113122"/>
                  <a:pt x="191967" y="111886"/>
                </a:cubicBezTo>
                <a:cubicBezTo>
                  <a:pt x="189582" y="110481"/>
                  <a:pt x="189113" y="110421"/>
                  <a:pt x="188713" y="111469"/>
                </a:cubicBezTo>
                <a:cubicBezTo>
                  <a:pt x="187861" y="113684"/>
                  <a:pt x="188210" y="114110"/>
                  <a:pt x="191294" y="114664"/>
                </a:cubicBezTo>
                <a:cubicBezTo>
                  <a:pt x="197888" y="115856"/>
                  <a:pt x="199268" y="118463"/>
                  <a:pt x="194054" y="119861"/>
                </a:cubicBezTo>
                <a:cubicBezTo>
                  <a:pt x="191294" y="120610"/>
                  <a:pt x="190842" y="121079"/>
                  <a:pt x="190434" y="123592"/>
                </a:cubicBezTo>
                <a:cubicBezTo>
                  <a:pt x="189863" y="127119"/>
                  <a:pt x="186889" y="132120"/>
                  <a:pt x="185364" y="132120"/>
                </a:cubicBezTo>
                <a:cubicBezTo>
                  <a:pt x="184743" y="132120"/>
                  <a:pt x="183865" y="133492"/>
                  <a:pt x="183397" y="135170"/>
                </a:cubicBezTo>
                <a:cubicBezTo>
                  <a:pt x="182042" y="140035"/>
                  <a:pt x="182400" y="140955"/>
                  <a:pt x="184206" y="137300"/>
                </a:cubicBezTo>
                <a:cubicBezTo>
                  <a:pt x="186165" y="133355"/>
                  <a:pt x="188593" y="130919"/>
                  <a:pt x="189820" y="131677"/>
                </a:cubicBezTo>
                <a:cubicBezTo>
                  <a:pt x="192061" y="133057"/>
                  <a:pt x="189275" y="143221"/>
                  <a:pt x="186191" y="144950"/>
                </a:cubicBezTo>
                <a:cubicBezTo>
                  <a:pt x="185203" y="145504"/>
                  <a:pt x="184964" y="146262"/>
                  <a:pt x="185364" y="147523"/>
                </a:cubicBezTo>
                <a:cubicBezTo>
                  <a:pt x="186140" y="149960"/>
                  <a:pt x="187435" y="148801"/>
                  <a:pt x="191464" y="142062"/>
                </a:cubicBezTo>
                <a:close/>
                <a:moveTo>
                  <a:pt x="121418" y="147148"/>
                </a:moveTo>
                <a:cubicBezTo>
                  <a:pt x="121418" y="146944"/>
                  <a:pt x="121052" y="146782"/>
                  <a:pt x="120609" y="146782"/>
                </a:cubicBezTo>
                <a:cubicBezTo>
                  <a:pt x="120157" y="146782"/>
                  <a:pt x="119791" y="147174"/>
                  <a:pt x="119791" y="147651"/>
                </a:cubicBezTo>
                <a:cubicBezTo>
                  <a:pt x="119791" y="148120"/>
                  <a:pt x="120157" y="148282"/>
                  <a:pt x="120609" y="148009"/>
                </a:cubicBezTo>
                <a:cubicBezTo>
                  <a:pt x="121052" y="147728"/>
                  <a:pt x="121418" y="147344"/>
                  <a:pt x="121418" y="147148"/>
                </a:cubicBezTo>
                <a:close/>
                <a:moveTo>
                  <a:pt x="137026" y="143323"/>
                </a:moveTo>
                <a:cubicBezTo>
                  <a:pt x="136676" y="139600"/>
                  <a:pt x="135364" y="138016"/>
                  <a:pt x="134052" y="139728"/>
                </a:cubicBezTo>
                <a:cubicBezTo>
                  <a:pt x="133601" y="140316"/>
                  <a:pt x="132544" y="141176"/>
                  <a:pt x="131692" y="141645"/>
                </a:cubicBezTo>
                <a:cubicBezTo>
                  <a:pt x="130287" y="142420"/>
                  <a:pt x="130423" y="142676"/>
                  <a:pt x="133311" y="144644"/>
                </a:cubicBezTo>
                <a:cubicBezTo>
                  <a:pt x="135049" y="145819"/>
                  <a:pt x="136668" y="146782"/>
                  <a:pt x="136906" y="146782"/>
                </a:cubicBezTo>
                <a:cubicBezTo>
                  <a:pt x="137153" y="146782"/>
                  <a:pt x="137204" y="145223"/>
                  <a:pt x="137026" y="143323"/>
                </a:cubicBezTo>
                <a:close/>
                <a:moveTo>
                  <a:pt x="141796" y="138646"/>
                </a:moveTo>
                <a:cubicBezTo>
                  <a:pt x="141149" y="137428"/>
                  <a:pt x="140723" y="133884"/>
                  <a:pt x="140893" y="131098"/>
                </a:cubicBezTo>
                <a:cubicBezTo>
                  <a:pt x="141013" y="129104"/>
                  <a:pt x="142964" y="129317"/>
                  <a:pt x="144591" y="131507"/>
                </a:cubicBezTo>
                <a:cubicBezTo>
                  <a:pt x="145783" y="133100"/>
                  <a:pt x="145886" y="133134"/>
                  <a:pt x="145383" y="131711"/>
                </a:cubicBezTo>
                <a:cubicBezTo>
                  <a:pt x="145059" y="130817"/>
                  <a:pt x="144633" y="128891"/>
                  <a:pt x="144429" y="127434"/>
                </a:cubicBezTo>
                <a:cubicBezTo>
                  <a:pt x="143960" y="124078"/>
                  <a:pt x="143177" y="124086"/>
                  <a:pt x="141183" y="127468"/>
                </a:cubicBezTo>
                <a:cubicBezTo>
                  <a:pt x="139845" y="129735"/>
                  <a:pt x="139658" y="131226"/>
                  <a:pt x="139990" y="136959"/>
                </a:cubicBezTo>
                <a:cubicBezTo>
                  <a:pt x="140348" y="143059"/>
                  <a:pt x="140493" y="143562"/>
                  <a:pt x="141422" y="141824"/>
                </a:cubicBezTo>
                <a:cubicBezTo>
                  <a:pt x="142026" y="140699"/>
                  <a:pt x="142180" y="139370"/>
                  <a:pt x="141796" y="138646"/>
                </a:cubicBezTo>
                <a:close/>
                <a:moveTo>
                  <a:pt x="165634" y="140989"/>
                </a:moveTo>
                <a:cubicBezTo>
                  <a:pt x="166639" y="139234"/>
                  <a:pt x="167474" y="138620"/>
                  <a:pt x="168402" y="138978"/>
                </a:cubicBezTo>
                <a:cubicBezTo>
                  <a:pt x="169587" y="139430"/>
                  <a:pt x="169663" y="138799"/>
                  <a:pt x="169169" y="133151"/>
                </a:cubicBezTo>
                <a:cubicBezTo>
                  <a:pt x="168862" y="129666"/>
                  <a:pt x="167866" y="124018"/>
                  <a:pt x="166954" y="120593"/>
                </a:cubicBezTo>
                <a:cubicBezTo>
                  <a:pt x="165412" y="114800"/>
                  <a:pt x="165122" y="114331"/>
                  <a:pt x="162814" y="113871"/>
                </a:cubicBezTo>
                <a:cubicBezTo>
                  <a:pt x="159065" y="113122"/>
                  <a:pt x="158903" y="113198"/>
                  <a:pt x="158903" y="115695"/>
                </a:cubicBezTo>
                <a:cubicBezTo>
                  <a:pt x="158903" y="118429"/>
                  <a:pt x="155692" y="123558"/>
                  <a:pt x="153979" y="123558"/>
                </a:cubicBezTo>
                <a:cubicBezTo>
                  <a:pt x="152463" y="123558"/>
                  <a:pt x="152020" y="120491"/>
                  <a:pt x="153093" y="117398"/>
                </a:cubicBezTo>
                <a:cubicBezTo>
                  <a:pt x="153928" y="115022"/>
                  <a:pt x="153068" y="114067"/>
                  <a:pt x="151849" y="116018"/>
                </a:cubicBezTo>
                <a:cubicBezTo>
                  <a:pt x="150750" y="117773"/>
                  <a:pt x="150503" y="119324"/>
                  <a:pt x="150418" y="124785"/>
                </a:cubicBezTo>
                <a:lnTo>
                  <a:pt x="150350" y="130075"/>
                </a:lnTo>
                <a:lnTo>
                  <a:pt x="154550" y="129803"/>
                </a:lnTo>
                <a:cubicBezTo>
                  <a:pt x="158997" y="129513"/>
                  <a:pt x="162166" y="130621"/>
                  <a:pt x="162166" y="132469"/>
                </a:cubicBezTo>
                <a:cubicBezTo>
                  <a:pt x="162166" y="134829"/>
                  <a:pt x="152165" y="136457"/>
                  <a:pt x="150137" y="134429"/>
                </a:cubicBezTo>
                <a:cubicBezTo>
                  <a:pt x="148970" y="133262"/>
                  <a:pt x="147070" y="134616"/>
                  <a:pt x="146431" y="137070"/>
                </a:cubicBezTo>
                <a:cubicBezTo>
                  <a:pt x="146107" y="138305"/>
                  <a:pt x="146329" y="138612"/>
                  <a:pt x="147360" y="138322"/>
                </a:cubicBezTo>
                <a:cubicBezTo>
                  <a:pt x="152301" y="136942"/>
                  <a:pt x="154064" y="136985"/>
                  <a:pt x="157625" y="138612"/>
                </a:cubicBezTo>
                <a:cubicBezTo>
                  <a:pt x="159679" y="139549"/>
                  <a:pt x="161817" y="141040"/>
                  <a:pt x="162371" y="141918"/>
                </a:cubicBezTo>
                <a:cubicBezTo>
                  <a:pt x="163691" y="144039"/>
                  <a:pt x="163947" y="143962"/>
                  <a:pt x="165634" y="140989"/>
                </a:cubicBezTo>
                <a:close/>
                <a:moveTo>
                  <a:pt x="37766" y="139012"/>
                </a:moveTo>
                <a:cubicBezTo>
                  <a:pt x="37502" y="138314"/>
                  <a:pt x="37110" y="137922"/>
                  <a:pt x="36897" y="138135"/>
                </a:cubicBezTo>
                <a:cubicBezTo>
                  <a:pt x="36684" y="138356"/>
                  <a:pt x="36753" y="138919"/>
                  <a:pt x="37042" y="139396"/>
                </a:cubicBezTo>
                <a:cubicBezTo>
                  <a:pt x="37852" y="140699"/>
                  <a:pt x="38320" y="140444"/>
                  <a:pt x="37766" y="139012"/>
                </a:cubicBezTo>
                <a:close/>
                <a:moveTo>
                  <a:pt x="128276" y="135937"/>
                </a:moveTo>
                <a:cubicBezTo>
                  <a:pt x="127484" y="135502"/>
                  <a:pt x="126291" y="135502"/>
                  <a:pt x="125303" y="135937"/>
                </a:cubicBezTo>
                <a:cubicBezTo>
                  <a:pt x="123931" y="136550"/>
                  <a:pt x="124161" y="136678"/>
                  <a:pt x="126623" y="136678"/>
                </a:cubicBezTo>
                <a:cubicBezTo>
                  <a:pt x="128830" y="136678"/>
                  <a:pt x="129256" y="136491"/>
                  <a:pt x="128276" y="135937"/>
                </a:cubicBezTo>
                <a:close/>
                <a:moveTo>
                  <a:pt x="136906" y="134932"/>
                </a:moveTo>
                <a:cubicBezTo>
                  <a:pt x="136906" y="134241"/>
                  <a:pt x="136259" y="131490"/>
                  <a:pt x="135475" y="128823"/>
                </a:cubicBezTo>
                <a:cubicBezTo>
                  <a:pt x="134333" y="124938"/>
                  <a:pt x="133720" y="123967"/>
                  <a:pt x="132374" y="123967"/>
                </a:cubicBezTo>
                <a:cubicBezTo>
                  <a:pt x="130653" y="123967"/>
                  <a:pt x="126368" y="119997"/>
                  <a:pt x="124817" y="116964"/>
                </a:cubicBezTo>
                <a:cubicBezTo>
                  <a:pt x="124195" y="115746"/>
                  <a:pt x="124195" y="115004"/>
                  <a:pt x="124817" y="114374"/>
                </a:cubicBezTo>
                <a:cubicBezTo>
                  <a:pt x="125891" y="113301"/>
                  <a:pt x="127544" y="113837"/>
                  <a:pt x="130994" y="116385"/>
                </a:cubicBezTo>
                <a:cubicBezTo>
                  <a:pt x="132451" y="117467"/>
                  <a:pt x="133643" y="118199"/>
                  <a:pt x="133643" y="118020"/>
                </a:cubicBezTo>
                <a:cubicBezTo>
                  <a:pt x="133643" y="116725"/>
                  <a:pt x="131709" y="112559"/>
                  <a:pt x="131105" y="112559"/>
                </a:cubicBezTo>
                <a:cubicBezTo>
                  <a:pt x="129954" y="112559"/>
                  <a:pt x="127126" y="107490"/>
                  <a:pt x="127126" y="105429"/>
                </a:cubicBezTo>
                <a:cubicBezTo>
                  <a:pt x="127126" y="104389"/>
                  <a:pt x="127620" y="103597"/>
                  <a:pt x="128276" y="103597"/>
                </a:cubicBezTo>
                <a:cubicBezTo>
                  <a:pt x="129409" y="103597"/>
                  <a:pt x="133081" y="107431"/>
                  <a:pt x="133907" y="109475"/>
                </a:cubicBezTo>
                <a:cubicBezTo>
                  <a:pt x="134240" y="110285"/>
                  <a:pt x="134521" y="110251"/>
                  <a:pt x="135185" y="109296"/>
                </a:cubicBezTo>
                <a:cubicBezTo>
                  <a:pt x="135714" y="108530"/>
                  <a:pt x="135739" y="107976"/>
                  <a:pt x="135245" y="107806"/>
                </a:cubicBezTo>
                <a:cubicBezTo>
                  <a:pt x="134811" y="107652"/>
                  <a:pt x="134453" y="107030"/>
                  <a:pt x="134453" y="106408"/>
                </a:cubicBezTo>
                <a:cubicBezTo>
                  <a:pt x="134453" y="105207"/>
                  <a:pt x="136727" y="103742"/>
                  <a:pt x="140110" y="102770"/>
                </a:cubicBezTo>
                <a:lnTo>
                  <a:pt x="142197" y="102174"/>
                </a:lnTo>
                <a:lnTo>
                  <a:pt x="139888" y="101246"/>
                </a:lnTo>
                <a:cubicBezTo>
                  <a:pt x="138619" y="100743"/>
                  <a:pt x="137162" y="100581"/>
                  <a:pt x="136651" y="100896"/>
                </a:cubicBezTo>
                <a:cubicBezTo>
                  <a:pt x="134572" y="102183"/>
                  <a:pt x="127935" y="100504"/>
                  <a:pt x="127935" y="98690"/>
                </a:cubicBezTo>
                <a:cubicBezTo>
                  <a:pt x="127935" y="98272"/>
                  <a:pt x="128762" y="97718"/>
                  <a:pt x="129767" y="97463"/>
                </a:cubicBezTo>
                <a:cubicBezTo>
                  <a:pt x="131437" y="97045"/>
                  <a:pt x="131607" y="96517"/>
                  <a:pt x="131607" y="91763"/>
                </a:cubicBezTo>
                <a:cubicBezTo>
                  <a:pt x="131607" y="86652"/>
                  <a:pt x="131565" y="86566"/>
                  <a:pt x="130082" y="88049"/>
                </a:cubicBezTo>
                <a:cubicBezTo>
                  <a:pt x="129239" y="88892"/>
                  <a:pt x="128421" y="90758"/>
                  <a:pt x="128251" y="92206"/>
                </a:cubicBezTo>
                <a:cubicBezTo>
                  <a:pt x="127705" y="96866"/>
                  <a:pt x="122210" y="103597"/>
                  <a:pt x="118947" y="103597"/>
                </a:cubicBezTo>
                <a:cubicBezTo>
                  <a:pt x="117303" y="103597"/>
                  <a:pt x="118581" y="97344"/>
                  <a:pt x="120950" y="93757"/>
                </a:cubicBezTo>
                <a:lnTo>
                  <a:pt x="123071" y="90554"/>
                </a:lnTo>
                <a:lnTo>
                  <a:pt x="121188" y="90554"/>
                </a:lnTo>
                <a:cubicBezTo>
                  <a:pt x="120149" y="90554"/>
                  <a:pt x="118896" y="90962"/>
                  <a:pt x="118402" y="91457"/>
                </a:cubicBezTo>
                <a:cubicBezTo>
                  <a:pt x="117908" y="91942"/>
                  <a:pt x="116111" y="92351"/>
                  <a:pt x="114398" y="92351"/>
                </a:cubicBezTo>
                <a:cubicBezTo>
                  <a:pt x="111953" y="92351"/>
                  <a:pt x="110530" y="93024"/>
                  <a:pt x="107685" y="95529"/>
                </a:cubicBezTo>
                <a:cubicBezTo>
                  <a:pt x="104354" y="98460"/>
                  <a:pt x="102991" y="99082"/>
                  <a:pt x="100529" y="98792"/>
                </a:cubicBezTo>
                <a:cubicBezTo>
                  <a:pt x="99583" y="98673"/>
                  <a:pt x="98629" y="101211"/>
                  <a:pt x="98612" y="103887"/>
                </a:cubicBezTo>
                <a:cubicBezTo>
                  <a:pt x="98603" y="104721"/>
                  <a:pt x="99745" y="107797"/>
                  <a:pt x="101151" y="110736"/>
                </a:cubicBezTo>
                <a:lnTo>
                  <a:pt x="103698" y="116069"/>
                </a:lnTo>
                <a:lnTo>
                  <a:pt x="104771" y="113505"/>
                </a:lnTo>
                <a:cubicBezTo>
                  <a:pt x="106092" y="110370"/>
                  <a:pt x="109482" y="106851"/>
                  <a:pt x="111195" y="106851"/>
                </a:cubicBezTo>
                <a:cubicBezTo>
                  <a:pt x="113861" y="106851"/>
                  <a:pt x="112013" y="113820"/>
                  <a:pt x="108256" y="117935"/>
                </a:cubicBezTo>
                <a:cubicBezTo>
                  <a:pt x="106799" y="119537"/>
                  <a:pt x="106782" y="119724"/>
                  <a:pt x="108077" y="120789"/>
                </a:cubicBezTo>
                <a:cubicBezTo>
                  <a:pt x="108937" y="121496"/>
                  <a:pt x="109568" y="121607"/>
                  <a:pt x="109747" y="121079"/>
                </a:cubicBezTo>
                <a:cubicBezTo>
                  <a:pt x="109900" y="120619"/>
                  <a:pt x="110709" y="118966"/>
                  <a:pt x="111544" y="117415"/>
                </a:cubicBezTo>
                <a:cubicBezTo>
                  <a:pt x="114841" y="111256"/>
                  <a:pt x="117772" y="115039"/>
                  <a:pt x="115378" y="122365"/>
                </a:cubicBezTo>
                <a:lnTo>
                  <a:pt x="114040" y="126455"/>
                </a:lnTo>
                <a:lnTo>
                  <a:pt x="116298" y="128440"/>
                </a:lnTo>
                <a:cubicBezTo>
                  <a:pt x="117687" y="129658"/>
                  <a:pt x="119595" y="130442"/>
                  <a:pt x="121214" y="130459"/>
                </a:cubicBezTo>
                <a:cubicBezTo>
                  <a:pt x="123948" y="130484"/>
                  <a:pt x="124809" y="129172"/>
                  <a:pt x="122611" y="128329"/>
                </a:cubicBezTo>
                <a:cubicBezTo>
                  <a:pt x="121921" y="128065"/>
                  <a:pt x="120839" y="126838"/>
                  <a:pt x="120208" y="125620"/>
                </a:cubicBezTo>
                <a:cubicBezTo>
                  <a:pt x="118973" y="123234"/>
                  <a:pt x="118309" y="117024"/>
                  <a:pt x="119186" y="116146"/>
                </a:cubicBezTo>
                <a:cubicBezTo>
                  <a:pt x="121052" y="114289"/>
                  <a:pt x="125652" y="121326"/>
                  <a:pt x="125652" y="126029"/>
                </a:cubicBezTo>
                <a:cubicBezTo>
                  <a:pt x="125652" y="127477"/>
                  <a:pt x="126393" y="129709"/>
                  <a:pt x="127288" y="130996"/>
                </a:cubicBezTo>
                <a:cubicBezTo>
                  <a:pt x="128225" y="132342"/>
                  <a:pt x="128660" y="132640"/>
                  <a:pt x="128319" y="131711"/>
                </a:cubicBezTo>
                <a:cubicBezTo>
                  <a:pt x="126513" y="126881"/>
                  <a:pt x="126930" y="122817"/>
                  <a:pt x="129154" y="123669"/>
                </a:cubicBezTo>
                <a:cubicBezTo>
                  <a:pt x="131096" y="124418"/>
                  <a:pt x="134453" y="130714"/>
                  <a:pt x="134453" y="133611"/>
                </a:cubicBezTo>
                <a:cubicBezTo>
                  <a:pt x="134453" y="135358"/>
                  <a:pt x="134853" y="136192"/>
                  <a:pt x="135680" y="136192"/>
                </a:cubicBezTo>
                <a:cubicBezTo>
                  <a:pt x="136353" y="136192"/>
                  <a:pt x="136898" y="135622"/>
                  <a:pt x="136898" y="134932"/>
                </a:cubicBezTo>
                <a:close/>
                <a:moveTo>
                  <a:pt x="203681" y="133602"/>
                </a:moveTo>
                <a:cubicBezTo>
                  <a:pt x="204661" y="133296"/>
                  <a:pt x="204644" y="133142"/>
                  <a:pt x="203553" y="132725"/>
                </a:cubicBezTo>
                <a:cubicBezTo>
                  <a:pt x="202770" y="132427"/>
                  <a:pt x="201645" y="132904"/>
                  <a:pt x="200742" y="133918"/>
                </a:cubicBezTo>
                <a:cubicBezTo>
                  <a:pt x="199277" y="135579"/>
                  <a:pt x="199277" y="135596"/>
                  <a:pt x="200870" y="134787"/>
                </a:cubicBezTo>
                <a:cubicBezTo>
                  <a:pt x="201764" y="134335"/>
                  <a:pt x="203034" y="133798"/>
                  <a:pt x="203681" y="133602"/>
                </a:cubicBezTo>
                <a:close/>
                <a:moveTo>
                  <a:pt x="182528" y="131047"/>
                </a:moveTo>
                <a:cubicBezTo>
                  <a:pt x="182528" y="130689"/>
                  <a:pt x="182170" y="130621"/>
                  <a:pt x="181718" y="130893"/>
                </a:cubicBezTo>
                <a:cubicBezTo>
                  <a:pt x="181275" y="131174"/>
                  <a:pt x="180909" y="132018"/>
                  <a:pt x="180917" y="132776"/>
                </a:cubicBezTo>
                <a:cubicBezTo>
                  <a:pt x="180926" y="133960"/>
                  <a:pt x="181045" y="133986"/>
                  <a:pt x="181718" y="132929"/>
                </a:cubicBezTo>
                <a:cubicBezTo>
                  <a:pt x="182153" y="132256"/>
                  <a:pt x="182519" y="131413"/>
                  <a:pt x="182528" y="131047"/>
                </a:cubicBezTo>
                <a:close/>
                <a:moveTo>
                  <a:pt x="106867" y="128832"/>
                </a:moveTo>
                <a:cubicBezTo>
                  <a:pt x="105811" y="127946"/>
                  <a:pt x="104524" y="127230"/>
                  <a:pt x="104013" y="127230"/>
                </a:cubicBezTo>
                <a:cubicBezTo>
                  <a:pt x="103502" y="127238"/>
                  <a:pt x="104183" y="127963"/>
                  <a:pt x="105529" y="128857"/>
                </a:cubicBezTo>
                <a:cubicBezTo>
                  <a:pt x="108648" y="130919"/>
                  <a:pt x="109355" y="130910"/>
                  <a:pt x="106867" y="128832"/>
                </a:cubicBezTo>
                <a:close/>
                <a:moveTo>
                  <a:pt x="100648" y="125458"/>
                </a:moveTo>
                <a:cubicBezTo>
                  <a:pt x="98595" y="123848"/>
                  <a:pt x="98518" y="123601"/>
                  <a:pt x="99779" y="122681"/>
                </a:cubicBezTo>
                <a:cubicBezTo>
                  <a:pt x="101006" y="121786"/>
                  <a:pt x="100759" y="121403"/>
                  <a:pt x="97504" y="119162"/>
                </a:cubicBezTo>
                <a:cubicBezTo>
                  <a:pt x="95494" y="117782"/>
                  <a:pt x="93670" y="116189"/>
                  <a:pt x="93440" y="115626"/>
                </a:cubicBezTo>
                <a:cubicBezTo>
                  <a:pt x="93202" y="115030"/>
                  <a:pt x="92997" y="115243"/>
                  <a:pt x="92963" y="116121"/>
                </a:cubicBezTo>
                <a:cubicBezTo>
                  <a:pt x="92929" y="116955"/>
                  <a:pt x="93994" y="118889"/>
                  <a:pt x="95340" y="120423"/>
                </a:cubicBezTo>
                <a:cubicBezTo>
                  <a:pt x="96686" y="121956"/>
                  <a:pt x="97785" y="123762"/>
                  <a:pt x="97785" y="124427"/>
                </a:cubicBezTo>
                <a:cubicBezTo>
                  <a:pt x="97785" y="125100"/>
                  <a:pt x="98612" y="125978"/>
                  <a:pt x="99617" y="126386"/>
                </a:cubicBezTo>
                <a:cubicBezTo>
                  <a:pt x="102684" y="127613"/>
                  <a:pt x="103008" y="127315"/>
                  <a:pt x="100648" y="125458"/>
                </a:cubicBezTo>
                <a:close/>
                <a:moveTo>
                  <a:pt x="85552" y="121096"/>
                </a:moveTo>
                <a:cubicBezTo>
                  <a:pt x="84981" y="120414"/>
                  <a:pt x="84308" y="120065"/>
                  <a:pt x="84044" y="120329"/>
                </a:cubicBezTo>
                <a:cubicBezTo>
                  <a:pt x="83788" y="120585"/>
                  <a:pt x="84112" y="121138"/>
                  <a:pt x="84776" y="121556"/>
                </a:cubicBezTo>
                <a:cubicBezTo>
                  <a:pt x="86497" y="122646"/>
                  <a:pt x="86727" y="122510"/>
                  <a:pt x="85552" y="121096"/>
                </a:cubicBezTo>
                <a:close/>
                <a:moveTo>
                  <a:pt x="136583" y="116035"/>
                </a:moveTo>
                <a:cubicBezTo>
                  <a:pt x="136310" y="115771"/>
                  <a:pt x="136114" y="116248"/>
                  <a:pt x="136148" y="117109"/>
                </a:cubicBezTo>
                <a:cubicBezTo>
                  <a:pt x="136191" y="118054"/>
                  <a:pt x="136387" y="118250"/>
                  <a:pt x="136642" y="117603"/>
                </a:cubicBezTo>
                <a:cubicBezTo>
                  <a:pt x="136881" y="117015"/>
                  <a:pt x="136847" y="116308"/>
                  <a:pt x="136583" y="116035"/>
                </a:cubicBezTo>
                <a:close/>
                <a:moveTo>
                  <a:pt x="142930" y="116768"/>
                </a:moveTo>
                <a:cubicBezTo>
                  <a:pt x="143160" y="116393"/>
                  <a:pt x="142836" y="116086"/>
                  <a:pt x="142197" y="116086"/>
                </a:cubicBezTo>
                <a:cubicBezTo>
                  <a:pt x="141566" y="116086"/>
                  <a:pt x="141234" y="116393"/>
                  <a:pt x="141464" y="116768"/>
                </a:cubicBezTo>
                <a:cubicBezTo>
                  <a:pt x="141703" y="117143"/>
                  <a:pt x="142026" y="117450"/>
                  <a:pt x="142197" y="117450"/>
                </a:cubicBezTo>
                <a:cubicBezTo>
                  <a:pt x="142367" y="117450"/>
                  <a:pt x="142699" y="117143"/>
                  <a:pt x="142930" y="116768"/>
                </a:cubicBezTo>
                <a:close/>
                <a:moveTo>
                  <a:pt x="180065" y="110779"/>
                </a:moveTo>
                <a:cubicBezTo>
                  <a:pt x="180100" y="106562"/>
                  <a:pt x="181463" y="103316"/>
                  <a:pt x="182945" y="103887"/>
                </a:cubicBezTo>
                <a:cubicBezTo>
                  <a:pt x="184172" y="104364"/>
                  <a:pt x="184998" y="103265"/>
                  <a:pt x="187520" y="97787"/>
                </a:cubicBezTo>
                <a:cubicBezTo>
                  <a:pt x="188840" y="94924"/>
                  <a:pt x="188840" y="94839"/>
                  <a:pt x="187315" y="95239"/>
                </a:cubicBezTo>
                <a:cubicBezTo>
                  <a:pt x="186455" y="95461"/>
                  <a:pt x="185347" y="96432"/>
                  <a:pt x="184862" y="97378"/>
                </a:cubicBezTo>
                <a:cubicBezTo>
                  <a:pt x="184368" y="98332"/>
                  <a:pt x="182962" y="100215"/>
                  <a:pt x="181727" y="101561"/>
                </a:cubicBezTo>
                <a:cubicBezTo>
                  <a:pt x="180142" y="103282"/>
                  <a:pt x="179350" y="105199"/>
                  <a:pt x="179018" y="108078"/>
                </a:cubicBezTo>
                <a:cubicBezTo>
                  <a:pt x="178753" y="110319"/>
                  <a:pt x="178319" y="113437"/>
                  <a:pt x="178046" y="115004"/>
                </a:cubicBezTo>
                <a:cubicBezTo>
                  <a:pt x="177552" y="117850"/>
                  <a:pt x="177552" y="117850"/>
                  <a:pt x="178788" y="115822"/>
                </a:cubicBezTo>
                <a:cubicBezTo>
                  <a:pt x="179478" y="114698"/>
                  <a:pt x="180048" y="112432"/>
                  <a:pt x="180065" y="110779"/>
                </a:cubicBezTo>
                <a:close/>
                <a:moveTo>
                  <a:pt x="147496" y="112985"/>
                </a:moveTo>
                <a:cubicBezTo>
                  <a:pt x="147496" y="112772"/>
                  <a:pt x="146371" y="112014"/>
                  <a:pt x="144991" y="111307"/>
                </a:cubicBezTo>
                <a:cubicBezTo>
                  <a:pt x="139368" y="108393"/>
                  <a:pt x="147760" y="106170"/>
                  <a:pt x="153715" y="108998"/>
                </a:cubicBezTo>
                <a:cubicBezTo>
                  <a:pt x="156526" y="110327"/>
                  <a:pt x="158690" y="109884"/>
                  <a:pt x="156433" y="108444"/>
                </a:cubicBezTo>
                <a:cubicBezTo>
                  <a:pt x="153672" y="106664"/>
                  <a:pt x="146576" y="104883"/>
                  <a:pt x="145996" y="105820"/>
                </a:cubicBezTo>
                <a:cubicBezTo>
                  <a:pt x="145681" y="106332"/>
                  <a:pt x="144429" y="107132"/>
                  <a:pt x="143202" y="107601"/>
                </a:cubicBezTo>
                <a:cubicBezTo>
                  <a:pt x="140910" y="108470"/>
                  <a:pt x="140101" y="110932"/>
                  <a:pt x="142103" y="110932"/>
                </a:cubicBezTo>
                <a:cubicBezTo>
                  <a:pt x="142717" y="110932"/>
                  <a:pt x="143679" y="111477"/>
                  <a:pt x="144233" y="112150"/>
                </a:cubicBezTo>
                <a:cubicBezTo>
                  <a:pt x="145170" y="113284"/>
                  <a:pt x="147496" y="113880"/>
                  <a:pt x="147496" y="112985"/>
                </a:cubicBezTo>
                <a:close/>
                <a:moveTo>
                  <a:pt x="176019" y="102975"/>
                </a:moveTo>
                <a:cubicBezTo>
                  <a:pt x="176019" y="96372"/>
                  <a:pt x="175882" y="95767"/>
                  <a:pt x="174204" y="95026"/>
                </a:cubicBezTo>
                <a:cubicBezTo>
                  <a:pt x="173207" y="94583"/>
                  <a:pt x="171614" y="93067"/>
                  <a:pt x="170669" y="91653"/>
                </a:cubicBezTo>
                <a:lnTo>
                  <a:pt x="168956" y="89088"/>
                </a:lnTo>
                <a:lnTo>
                  <a:pt x="167925" y="91917"/>
                </a:lnTo>
                <a:cubicBezTo>
                  <a:pt x="167363" y="93476"/>
                  <a:pt x="167125" y="94967"/>
                  <a:pt x="167389" y="95239"/>
                </a:cubicBezTo>
                <a:cubicBezTo>
                  <a:pt x="167653" y="95503"/>
                  <a:pt x="167866" y="95290"/>
                  <a:pt x="167866" y="94771"/>
                </a:cubicBezTo>
                <a:cubicBezTo>
                  <a:pt x="167866" y="94242"/>
                  <a:pt x="168547" y="93817"/>
                  <a:pt x="169374" y="93817"/>
                </a:cubicBezTo>
                <a:cubicBezTo>
                  <a:pt x="171452" y="93817"/>
                  <a:pt x="173855" y="99431"/>
                  <a:pt x="173821" y="104236"/>
                </a:cubicBezTo>
                <a:cubicBezTo>
                  <a:pt x="173795" y="107533"/>
                  <a:pt x="174630" y="110114"/>
                  <a:pt x="175712" y="110114"/>
                </a:cubicBezTo>
                <a:cubicBezTo>
                  <a:pt x="175882" y="110114"/>
                  <a:pt x="176019" y="106902"/>
                  <a:pt x="176019" y="102975"/>
                </a:cubicBezTo>
                <a:close/>
                <a:moveTo>
                  <a:pt x="202335" y="106400"/>
                </a:moveTo>
                <a:cubicBezTo>
                  <a:pt x="202753" y="104202"/>
                  <a:pt x="202488" y="103733"/>
                  <a:pt x="200103" y="102455"/>
                </a:cubicBezTo>
                <a:cubicBezTo>
                  <a:pt x="196653" y="100598"/>
                  <a:pt x="195068" y="100947"/>
                  <a:pt x="193143" y="104006"/>
                </a:cubicBezTo>
                <a:lnTo>
                  <a:pt x="191601" y="106451"/>
                </a:lnTo>
                <a:lnTo>
                  <a:pt x="194463" y="106655"/>
                </a:lnTo>
                <a:cubicBezTo>
                  <a:pt x="196031" y="106766"/>
                  <a:pt x="198305" y="107380"/>
                  <a:pt x="199507" y="108010"/>
                </a:cubicBezTo>
                <a:cubicBezTo>
                  <a:pt x="200708" y="108640"/>
                  <a:pt x="201722" y="109100"/>
                  <a:pt x="201773" y="109024"/>
                </a:cubicBezTo>
                <a:cubicBezTo>
                  <a:pt x="201824" y="108947"/>
                  <a:pt x="202071" y="107771"/>
                  <a:pt x="202335" y="106400"/>
                </a:cubicBezTo>
                <a:close/>
                <a:moveTo>
                  <a:pt x="161808" y="107235"/>
                </a:moveTo>
                <a:cubicBezTo>
                  <a:pt x="160931" y="106579"/>
                  <a:pt x="159857" y="106042"/>
                  <a:pt x="159406" y="106042"/>
                </a:cubicBezTo>
                <a:cubicBezTo>
                  <a:pt x="158963" y="106042"/>
                  <a:pt x="159304" y="106579"/>
                  <a:pt x="160173" y="107235"/>
                </a:cubicBezTo>
                <a:cubicBezTo>
                  <a:pt x="161042" y="107891"/>
                  <a:pt x="162124" y="108436"/>
                  <a:pt x="162575" y="108436"/>
                </a:cubicBezTo>
                <a:cubicBezTo>
                  <a:pt x="163018" y="108436"/>
                  <a:pt x="162677" y="107891"/>
                  <a:pt x="161808" y="107235"/>
                </a:cubicBezTo>
                <a:close/>
                <a:moveTo>
                  <a:pt x="156109" y="103989"/>
                </a:moveTo>
                <a:cubicBezTo>
                  <a:pt x="155249" y="103333"/>
                  <a:pt x="154345" y="103001"/>
                  <a:pt x="154098" y="103239"/>
                </a:cubicBezTo>
                <a:cubicBezTo>
                  <a:pt x="153587" y="103750"/>
                  <a:pt x="155657" y="105207"/>
                  <a:pt x="156867" y="105190"/>
                </a:cubicBezTo>
                <a:cubicBezTo>
                  <a:pt x="157319" y="105182"/>
                  <a:pt x="156978" y="104636"/>
                  <a:pt x="156109" y="103989"/>
                </a:cubicBezTo>
                <a:close/>
                <a:moveTo>
                  <a:pt x="215600" y="103503"/>
                </a:moveTo>
                <a:cubicBezTo>
                  <a:pt x="215941" y="102941"/>
                  <a:pt x="217806" y="102736"/>
                  <a:pt x="220456" y="102949"/>
                </a:cubicBezTo>
                <a:cubicBezTo>
                  <a:pt x="223787" y="103231"/>
                  <a:pt x="224656" y="103069"/>
                  <a:pt x="224332" y="102225"/>
                </a:cubicBezTo>
                <a:cubicBezTo>
                  <a:pt x="224111" y="101637"/>
                  <a:pt x="223216" y="101152"/>
                  <a:pt x="222347" y="101152"/>
                </a:cubicBezTo>
                <a:cubicBezTo>
                  <a:pt x="221478" y="101152"/>
                  <a:pt x="219399" y="100453"/>
                  <a:pt x="217730" y="99601"/>
                </a:cubicBezTo>
                <a:cubicBezTo>
                  <a:pt x="215702" y="98562"/>
                  <a:pt x="213879" y="98213"/>
                  <a:pt x="212260" y="98553"/>
                </a:cubicBezTo>
                <a:lnTo>
                  <a:pt x="209832" y="99056"/>
                </a:lnTo>
                <a:lnTo>
                  <a:pt x="212686" y="99490"/>
                </a:lnTo>
                <a:cubicBezTo>
                  <a:pt x="216077" y="100010"/>
                  <a:pt x="216469" y="101859"/>
                  <a:pt x="213504" y="103358"/>
                </a:cubicBezTo>
                <a:cubicBezTo>
                  <a:pt x="211553" y="104338"/>
                  <a:pt x="211545" y="104389"/>
                  <a:pt x="213248" y="104398"/>
                </a:cubicBezTo>
                <a:cubicBezTo>
                  <a:pt x="214237" y="104406"/>
                  <a:pt x="215285" y="103997"/>
                  <a:pt x="215600" y="103503"/>
                </a:cubicBezTo>
                <a:close/>
                <a:moveTo>
                  <a:pt x="207498" y="100751"/>
                </a:moveTo>
                <a:lnTo>
                  <a:pt x="209832" y="99533"/>
                </a:lnTo>
                <a:lnTo>
                  <a:pt x="207660" y="99525"/>
                </a:lnTo>
                <a:cubicBezTo>
                  <a:pt x="204405" y="99516"/>
                  <a:pt x="202497" y="100385"/>
                  <a:pt x="203860" y="101254"/>
                </a:cubicBezTo>
                <a:cubicBezTo>
                  <a:pt x="205215" y="102106"/>
                  <a:pt x="204780" y="102166"/>
                  <a:pt x="207498" y="100751"/>
                </a:cubicBezTo>
                <a:close/>
                <a:moveTo>
                  <a:pt x="142887" y="99082"/>
                </a:moveTo>
                <a:cubicBezTo>
                  <a:pt x="142623" y="98383"/>
                  <a:pt x="142231" y="97991"/>
                  <a:pt x="142018" y="98213"/>
                </a:cubicBezTo>
                <a:cubicBezTo>
                  <a:pt x="141805" y="98426"/>
                  <a:pt x="141873" y="98988"/>
                  <a:pt x="142163" y="99465"/>
                </a:cubicBezTo>
                <a:cubicBezTo>
                  <a:pt x="142972" y="100768"/>
                  <a:pt x="143441" y="100513"/>
                  <a:pt x="142887" y="99082"/>
                </a:cubicBezTo>
                <a:close/>
                <a:moveTo>
                  <a:pt x="94752" y="95836"/>
                </a:moveTo>
                <a:cubicBezTo>
                  <a:pt x="92452" y="94225"/>
                  <a:pt x="89948" y="88287"/>
                  <a:pt x="91089" y="87146"/>
                </a:cubicBezTo>
                <a:cubicBezTo>
                  <a:pt x="91762" y="86481"/>
                  <a:pt x="92546" y="86601"/>
                  <a:pt x="94079" y="87606"/>
                </a:cubicBezTo>
                <a:cubicBezTo>
                  <a:pt x="95886" y="88790"/>
                  <a:pt x="96158" y="88807"/>
                  <a:pt x="96158" y="87725"/>
                </a:cubicBezTo>
                <a:cubicBezTo>
                  <a:pt x="96158" y="87044"/>
                  <a:pt x="95647" y="86481"/>
                  <a:pt x="95025" y="86481"/>
                </a:cubicBezTo>
                <a:cubicBezTo>
                  <a:pt x="93705" y="86481"/>
                  <a:pt x="91268" y="80884"/>
                  <a:pt x="91268" y="77851"/>
                </a:cubicBezTo>
                <a:cubicBezTo>
                  <a:pt x="91268" y="76130"/>
                  <a:pt x="91081" y="75960"/>
                  <a:pt x="90195" y="76846"/>
                </a:cubicBezTo>
                <a:cubicBezTo>
                  <a:pt x="89479" y="77561"/>
                  <a:pt x="89138" y="79887"/>
                  <a:pt x="89198" y="83627"/>
                </a:cubicBezTo>
                <a:cubicBezTo>
                  <a:pt x="89266" y="88347"/>
                  <a:pt x="89692" y="90042"/>
                  <a:pt x="91634" y="93408"/>
                </a:cubicBezTo>
                <a:cubicBezTo>
                  <a:pt x="95127" y="99439"/>
                  <a:pt x="95690" y="100078"/>
                  <a:pt x="96030" y="98349"/>
                </a:cubicBezTo>
                <a:cubicBezTo>
                  <a:pt x="96184" y="97565"/>
                  <a:pt x="95604" y="96432"/>
                  <a:pt x="94752" y="95836"/>
                </a:cubicBezTo>
                <a:close/>
                <a:moveTo>
                  <a:pt x="152173" y="96509"/>
                </a:moveTo>
                <a:cubicBezTo>
                  <a:pt x="151415" y="95759"/>
                  <a:pt x="150563" y="95367"/>
                  <a:pt x="150290" y="95640"/>
                </a:cubicBezTo>
                <a:cubicBezTo>
                  <a:pt x="149481" y="96449"/>
                  <a:pt x="150716" y="97889"/>
                  <a:pt x="152199" y="97889"/>
                </a:cubicBezTo>
                <a:cubicBezTo>
                  <a:pt x="153442" y="97889"/>
                  <a:pt x="153442" y="97787"/>
                  <a:pt x="152173" y="96509"/>
                </a:cubicBezTo>
                <a:close/>
                <a:moveTo>
                  <a:pt x="204993" y="95921"/>
                </a:moveTo>
                <a:cubicBezTo>
                  <a:pt x="206518" y="94805"/>
                  <a:pt x="206501" y="94720"/>
                  <a:pt x="204329" y="93016"/>
                </a:cubicBezTo>
                <a:cubicBezTo>
                  <a:pt x="203102" y="92044"/>
                  <a:pt x="202071" y="90639"/>
                  <a:pt x="202037" y="89889"/>
                </a:cubicBezTo>
                <a:cubicBezTo>
                  <a:pt x="202003" y="89131"/>
                  <a:pt x="201458" y="89949"/>
                  <a:pt x="200819" y="91695"/>
                </a:cubicBezTo>
                <a:cubicBezTo>
                  <a:pt x="200180" y="93442"/>
                  <a:pt x="199243" y="95367"/>
                  <a:pt x="198740" y="95972"/>
                </a:cubicBezTo>
                <a:cubicBezTo>
                  <a:pt x="197999" y="96866"/>
                  <a:pt x="198357" y="97079"/>
                  <a:pt x="200614" y="97079"/>
                </a:cubicBezTo>
                <a:cubicBezTo>
                  <a:pt x="202156" y="97079"/>
                  <a:pt x="204124" y="96560"/>
                  <a:pt x="204993" y="95921"/>
                </a:cubicBezTo>
                <a:close/>
                <a:moveTo>
                  <a:pt x="145434" y="91917"/>
                </a:moveTo>
                <a:cubicBezTo>
                  <a:pt x="145076" y="89293"/>
                  <a:pt x="145281" y="88126"/>
                  <a:pt x="146209" y="87350"/>
                </a:cubicBezTo>
                <a:cubicBezTo>
                  <a:pt x="147283" y="86464"/>
                  <a:pt x="147692" y="86686"/>
                  <a:pt x="148910" y="88833"/>
                </a:cubicBezTo>
                <a:cubicBezTo>
                  <a:pt x="149702" y="90221"/>
                  <a:pt x="150963" y="91363"/>
                  <a:pt x="151704" y="91363"/>
                </a:cubicBezTo>
                <a:cubicBezTo>
                  <a:pt x="152454" y="91371"/>
                  <a:pt x="153664" y="91601"/>
                  <a:pt x="154397" y="91883"/>
                </a:cubicBezTo>
                <a:cubicBezTo>
                  <a:pt x="155513" y="92309"/>
                  <a:pt x="155444" y="91823"/>
                  <a:pt x="153971" y="88790"/>
                </a:cubicBezTo>
                <a:cubicBezTo>
                  <a:pt x="152309" y="85357"/>
                  <a:pt x="151883" y="85067"/>
                  <a:pt x="145340" y="82843"/>
                </a:cubicBezTo>
                <a:cubicBezTo>
                  <a:pt x="138738" y="80603"/>
                  <a:pt x="138397" y="80569"/>
                  <a:pt x="137068" y="81966"/>
                </a:cubicBezTo>
                <a:cubicBezTo>
                  <a:pt x="136046" y="83039"/>
                  <a:pt x="135944" y="83516"/>
                  <a:pt x="136702" y="83798"/>
                </a:cubicBezTo>
                <a:cubicBezTo>
                  <a:pt x="137256" y="84002"/>
                  <a:pt x="137733" y="85519"/>
                  <a:pt x="137741" y="87163"/>
                </a:cubicBezTo>
                <a:cubicBezTo>
                  <a:pt x="137784" y="91363"/>
                  <a:pt x="140842" y="94686"/>
                  <a:pt x="145281" y="95350"/>
                </a:cubicBezTo>
                <a:cubicBezTo>
                  <a:pt x="145630" y="95401"/>
                  <a:pt x="145698" y="93859"/>
                  <a:pt x="145434" y="91917"/>
                </a:cubicBezTo>
                <a:close/>
                <a:moveTo>
                  <a:pt x="228379" y="94089"/>
                </a:moveTo>
                <a:cubicBezTo>
                  <a:pt x="227817" y="93868"/>
                  <a:pt x="226896" y="93868"/>
                  <a:pt x="226334" y="94089"/>
                </a:cubicBezTo>
                <a:cubicBezTo>
                  <a:pt x="225780" y="94319"/>
                  <a:pt x="226232" y="94498"/>
                  <a:pt x="227356" y="94498"/>
                </a:cubicBezTo>
                <a:cubicBezTo>
                  <a:pt x="228473" y="94498"/>
                  <a:pt x="228933" y="94319"/>
                  <a:pt x="228379" y="94089"/>
                </a:cubicBezTo>
                <a:close/>
                <a:moveTo>
                  <a:pt x="103809" y="89386"/>
                </a:moveTo>
                <a:cubicBezTo>
                  <a:pt x="103570" y="88782"/>
                  <a:pt x="102522" y="88117"/>
                  <a:pt x="101474" y="87913"/>
                </a:cubicBezTo>
                <a:cubicBezTo>
                  <a:pt x="99898" y="87614"/>
                  <a:pt x="99489" y="87964"/>
                  <a:pt x="99089" y="89949"/>
                </a:cubicBezTo>
                <a:cubicBezTo>
                  <a:pt x="98825" y="91269"/>
                  <a:pt x="98816" y="92692"/>
                  <a:pt x="99072" y="93101"/>
                </a:cubicBezTo>
                <a:cubicBezTo>
                  <a:pt x="99770" y="94225"/>
                  <a:pt x="104303" y="90673"/>
                  <a:pt x="103809" y="89386"/>
                </a:cubicBezTo>
                <a:close/>
                <a:moveTo>
                  <a:pt x="190425" y="88211"/>
                </a:moveTo>
                <a:cubicBezTo>
                  <a:pt x="192751" y="87018"/>
                  <a:pt x="195358" y="87044"/>
                  <a:pt x="195767" y="88270"/>
                </a:cubicBezTo>
                <a:cubicBezTo>
                  <a:pt x="196389" y="90153"/>
                  <a:pt x="199030" y="81923"/>
                  <a:pt x="199720" y="75943"/>
                </a:cubicBezTo>
                <a:cubicBezTo>
                  <a:pt x="200572" y="68573"/>
                  <a:pt x="199771" y="66886"/>
                  <a:pt x="196602" y="69383"/>
                </a:cubicBezTo>
                <a:cubicBezTo>
                  <a:pt x="194122" y="71325"/>
                  <a:pt x="186540" y="71657"/>
                  <a:pt x="185075" y="69885"/>
                </a:cubicBezTo>
                <a:cubicBezTo>
                  <a:pt x="183865" y="68437"/>
                  <a:pt x="185075" y="67432"/>
                  <a:pt x="189641" y="66069"/>
                </a:cubicBezTo>
                <a:cubicBezTo>
                  <a:pt x="193969" y="64791"/>
                  <a:pt x="193432" y="63760"/>
                  <a:pt x="188423" y="63751"/>
                </a:cubicBezTo>
                <a:cubicBezTo>
                  <a:pt x="186310" y="63751"/>
                  <a:pt x="183840" y="63632"/>
                  <a:pt x="182945" y="63504"/>
                </a:cubicBezTo>
                <a:cubicBezTo>
                  <a:pt x="181812" y="63334"/>
                  <a:pt x="181377" y="63666"/>
                  <a:pt x="181531" y="64586"/>
                </a:cubicBezTo>
                <a:cubicBezTo>
                  <a:pt x="181650" y="65327"/>
                  <a:pt x="181122" y="66162"/>
                  <a:pt x="180355" y="66460"/>
                </a:cubicBezTo>
                <a:cubicBezTo>
                  <a:pt x="179214" y="66895"/>
                  <a:pt x="179461" y="67295"/>
                  <a:pt x="181769" y="68676"/>
                </a:cubicBezTo>
                <a:cubicBezTo>
                  <a:pt x="183311" y="69596"/>
                  <a:pt x="185595" y="71308"/>
                  <a:pt x="186838" y="72484"/>
                </a:cubicBezTo>
                <a:cubicBezTo>
                  <a:pt x="189445" y="74937"/>
                  <a:pt x="189317" y="77510"/>
                  <a:pt x="186327" y="82409"/>
                </a:cubicBezTo>
                <a:cubicBezTo>
                  <a:pt x="185364" y="83977"/>
                  <a:pt x="184709" y="85629"/>
                  <a:pt x="184862" y="86072"/>
                </a:cubicBezTo>
                <a:cubicBezTo>
                  <a:pt x="185007" y="86524"/>
                  <a:pt x="185134" y="88108"/>
                  <a:pt x="185134" y="89599"/>
                </a:cubicBezTo>
                <a:lnTo>
                  <a:pt x="185143" y="92317"/>
                </a:lnTo>
                <a:lnTo>
                  <a:pt x="186898" y="90724"/>
                </a:lnTo>
                <a:cubicBezTo>
                  <a:pt x="187861" y="89846"/>
                  <a:pt x="189445" y="88722"/>
                  <a:pt x="190425" y="88211"/>
                </a:cubicBezTo>
                <a:close/>
                <a:moveTo>
                  <a:pt x="180892" y="87904"/>
                </a:moveTo>
                <a:cubicBezTo>
                  <a:pt x="180900" y="87572"/>
                  <a:pt x="180543" y="87299"/>
                  <a:pt x="180091" y="87299"/>
                </a:cubicBezTo>
                <a:cubicBezTo>
                  <a:pt x="179648" y="87299"/>
                  <a:pt x="179282" y="88126"/>
                  <a:pt x="179290" y="89131"/>
                </a:cubicBezTo>
                <a:cubicBezTo>
                  <a:pt x="179299" y="90613"/>
                  <a:pt x="179452" y="90732"/>
                  <a:pt x="180091" y="89744"/>
                </a:cubicBezTo>
                <a:cubicBezTo>
                  <a:pt x="180525" y="89071"/>
                  <a:pt x="180892" y="88245"/>
                  <a:pt x="180892" y="87904"/>
                </a:cubicBezTo>
                <a:close/>
                <a:moveTo>
                  <a:pt x="175874" y="82647"/>
                </a:moveTo>
                <a:cubicBezTo>
                  <a:pt x="175295" y="81940"/>
                  <a:pt x="173182" y="80671"/>
                  <a:pt x="171188" y="79819"/>
                </a:cubicBezTo>
                <a:cubicBezTo>
                  <a:pt x="169195" y="78959"/>
                  <a:pt x="167082" y="77570"/>
                  <a:pt x="166494" y="76735"/>
                </a:cubicBezTo>
                <a:cubicBezTo>
                  <a:pt x="165489" y="75295"/>
                  <a:pt x="165225" y="75278"/>
                  <a:pt x="162209" y="76462"/>
                </a:cubicBezTo>
                <a:cubicBezTo>
                  <a:pt x="158196" y="78047"/>
                  <a:pt x="157617" y="79478"/>
                  <a:pt x="159696" y="82716"/>
                </a:cubicBezTo>
                <a:cubicBezTo>
                  <a:pt x="160590" y="84113"/>
                  <a:pt x="161331" y="84803"/>
                  <a:pt x="161340" y="84241"/>
                </a:cubicBezTo>
                <a:cubicBezTo>
                  <a:pt x="161357" y="82341"/>
                  <a:pt x="163870" y="83210"/>
                  <a:pt x="164850" y="85467"/>
                </a:cubicBezTo>
                <a:cubicBezTo>
                  <a:pt x="166307" y="88799"/>
                  <a:pt x="168411" y="88586"/>
                  <a:pt x="168011" y="85135"/>
                </a:cubicBezTo>
                <a:cubicBezTo>
                  <a:pt x="167755" y="82963"/>
                  <a:pt x="167976" y="82409"/>
                  <a:pt x="169110" y="82409"/>
                </a:cubicBezTo>
                <a:cubicBezTo>
                  <a:pt x="170592" y="82409"/>
                  <a:pt x="175917" y="87529"/>
                  <a:pt x="176155" y="89190"/>
                </a:cubicBezTo>
                <a:cubicBezTo>
                  <a:pt x="176232" y="89719"/>
                  <a:pt x="176436" y="88747"/>
                  <a:pt x="176615" y="87035"/>
                </a:cubicBezTo>
                <a:cubicBezTo>
                  <a:pt x="176803" y="85220"/>
                  <a:pt x="176496" y="83389"/>
                  <a:pt x="175874" y="82647"/>
                </a:cubicBezTo>
                <a:close/>
                <a:moveTo>
                  <a:pt x="125882" y="87367"/>
                </a:moveTo>
                <a:cubicBezTo>
                  <a:pt x="127083" y="86899"/>
                  <a:pt x="126368" y="86592"/>
                  <a:pt x="123088" y="86158"/>
                </a:cubicBezTo>
                <a:cubicBezTo>
                  <a:pt x="118326" y="85527"/>
                  <a:pt x="115719" y="84462"/>
                  <a:pt x="115719" y="83150"/>
                </a:cubicBezTo>
                <a:cubicBezTo>
                  <a:pt x="115719" y="80671"/>
                  <a:pt x="128838" y="78737"/>
                  <a:pt x="131002" y="80910"/>
                </a:cubicBezTo>
                <a:cubicBezTo>
                  <a:pt x="131718" y="81617"/>
                  <a:pt x="132246" y="81600"/>
                  <a:pt x="133200" y="80807"/>
                </a:cubicBezTo>
                <a:cubicBezTo>
                  <a:pt x="133890" y="80236"/>
                  <a:pt x="134461" y="79487"/>
                  <a:pt x="134461" y="79146"/>
                </a:cubicBezTo>
                <a:cubicBezTo>
                  <a:pt x="134461" y="78175"/>
                  <a:pt x="127637" y="76701"/>
                  <a:pt x="123122" y="76701"/>
                </a:cubicBezTo>
                <a:cubicBezTo>
                  <a:pt x="119876" y="76701"/>
                  <a:pt x="118854" y="77033"/>
                  <a:pt x="118164" y="78328"/>
                </a:cubicBezTo>
                <a:cubicBezTo>
                  <a:pt x="117687" y="79214"/>
                  <a:pt x="116298" y="80492"/>
                  <a:pt x="115080" y="81165"/>
                </a:cubicBezTo>
                <a:cubicBezTo>
                  <a:pt x="113861" y="81830"/>
                  <a:pt x="111876" y="83210"/>
                  <a:pt x="110667" y="84224"/>
                </a:cubicBezTo>
                <a:lnTo>
                  <a:pt x="108460" y="86072"/>
                </a:lnTo>
                <a:lnTo>
                  <a:pt x="112907" y="86115"/>
                </a:lnTo>
                <a:cubicBezTo>
                  <a:pt x="115352" y="86140"/>
                  <a:pt x="117789" y="86601"/>
                  <a:pt x="118326" y="87137"/>
                </a:cubicBezTo>
                <a:cubicBezTo>
                  <a:pt x="119408" y="88219"/>
                  <a:pt x="123395" y="88338"/>
                  <a:pt x="125882" y="87367"/>
                </a:cubicBezTo>
                <a:close/>
                <a:moveTo>
                  <a:pt x="207992" y="83908"/>
                </a:moveTo>
                <a:cubicBezTo>
                  <a:pt x="207574" y="82324"/>
                  <a:pt x="207592" y="79708"/>
                  <a:pt x="208026" y="77638"/>
                </a:cubicBezTo>
                <a:cubicBezTo>
                  <a:pt x="209006" y="73029"/>
                  <a:pt x="207796" y="71632"/>
                  <a:pt x="205572" y="74810"/>
                </a:cubicBezTo>
                <a:cubicBezTo>
                  <a:pt x="203400" y="77902"/>
                  <a:pt x="202838" y="81335"/>
                  <a:pt x="204303" y="82545"/>
                </a:cubicBezTo>
                <a:cubicBezTo>
                  <a:pt x="204942" y="83073"/>
                  <a:pt x="206050" y="84641"/>
                  <a:pt x="206765" y="86013"/>
                </a:cubicBezTo>
                <a:cubicBezTo>
                  <a:pt x="208299" y="88977"/>
                  <a:pt x="208997" y="87776"/>
                  <a:pt x="207992" y="83908"/>
                </a:cubicBezTo>
                <a:close/>
                <a:moveTo>
                  <a:pt x="105155" y="79385"/>
                </a:moveTo>
                <a:cubicBezTo>
                  <a:pt x="106288" y="78371"/>
                  <a:pt x="108673" y="76837"/>
                  <a:pt x="110445" y="75977"/>
                </a:cubicBezTo>
                <a:lnTo>
                  <a:pt x="113674" y="74409"/>
                </a:lnTo>
                <a:lnTo>
                  <a:pt x="110616" y="73830"/>
                </a:lnTo>
                <a:cubicBezTo>
                  <a:pt x="108486" y="73438"/>
                  <a:pt x="106722" y="73659"/>
                  <a:pt x="104788" y="74571"/>
                </a:cubicBezTo>
                <a:cubicBezTo>
                  <a:pt x="103272" y="75295"/>
                  <a:pt x="100707" y="75892"/>
                  <a:pt x="99089" y="75892"/>
                </a:cubicBezTo>
                <a:cubicBezTo>
                  <a:pt x="95775" y="75892"/>
                  <a:pt x="95417" y="76778"/>
                  <a:pt x="97785" y="79146"/>
                </a:cubicBezTo>
                <a:cubicBezTo>
                  <a:pt x="98680" y="80041"/>
                  <a:pt x="99421" y="81566"/>
                  <a:pt x="99421" y="82537"/>
                </a:cubicBezTo>
                <a:cubicBezTo>
                  <a:pt x="99421" y="84471"/>
                  <a:pt x="99498" y="84437"/>
                  <a:pt x="105155" y="79385"/>
                </a:cubicBezTo>
                <a:close/>
                <a:moveTo>
                  <a:pt x="181897" y="76002"/>
                </a:moveTo>
                <a:cubicBezTo>
                  <a:pt x="178881" y="74469"/>
                  <a:pt x="176019" y="71760"/>
                  <a:pt x="176019" y="70448"/>
                </a:cubicBezTo>
                <a:cubicBezTo>
                  <a:pt x="176019" y="68923"/>
                  <a:pt x="174323" y="69136"/>
                  <a:pt x="171946" y="70967"/>
                </a:cubicBezTo>
                <a:cubicBezTo>
                  <a:pt x="170132" y="72364"/>
                  <a:pt x="170072" y="72586"/>
                  <a:pt x="171350" y="73080"/>
                </a:cubicBezTo>
                <a:cubicBezTo>
                  <a:pt x="172134" y="73378"/>
                  <a:pt x="173284" y="73208"/>
                  <a:pt x="173897" y="72697"/>
                </a:cubicBezTo>
                <a:cubicBezTo>
                  <a:pt x="174792" y="71956"/>
                  <a:pt x="175550" y="72424"/>
                  <a:pt x="177561" y="74963"/>
                </a:cubicBezTo>
                <a:cubicBezTo>
                  <a:pt x="180321" y="78447"/>
                  <a:pt x="180636" y="79836"/>
                  <a:pt x="179077" y="81608"/>
                </a:cubicBezTo>
                <a:cubicBezTo>
                  <a:pt x="178515" y="82247"/>
                  <a:pt x="179418" y="81497"/>
                  <a:pt x="181079" y="79947"/>
                </a:cubicBezTo>
                <a:lnTo>
                  <a:pt x="184104" y="77118"/>
                </a:lnTo>
                <a:lnTo>
                  <a:pt x="181897" y="76002"/>
                </a:lnTo>
                <a:close/>
                <a:moveTo>
                  <a:pt x="147428" y="75764"/>
                </a:moveTo>
                <a:cubicBezTo>
                  <a:pt x="146422" y="73813"/>
                  <a:pt x="145460" y="72654"/>
                  <a:pt x="145281" y="73182"/>
                </a:cubicBezTo>
                <a:cubicBezTo>
                  <a:pt x="144966" y="74111"/>
                  <a:pt x="148424" y="80117"/>
                  <a:pt x="148970" y="79572"/>
                </a:cubicBezTo>
                <a:cubicBezTo>
                  <a:pt x="149115" y="79427"/>
                  <a:pt x="148424" y="77715"/>
                  <a:pt x="147428" y="75764"/>
                </a:cubicBezTo>
                <a:close/>
                <a:moveTo>
                  <a:pt x="80678" y="76130"/>
                </a:moveTo>
                <a:cubicBezTo>
                  <a:pt x="80678" y="74494"/>
                  <a:pt x="80440" y="74171"/>
                  <a:pt x="79750" y="74852"/>
                </a:cubicBezTo>
                <a:cubicBezTo>
                  <a:pt x="79247" y="75363"/>
                  <a:pt x="79051" y="76352"/>
                  <a:pt x="79315" y="77059"/>
                </a:cubicBezTo>
                <a:cubicBezTo>
                  <a:pt x="80065" y="79001"/>
                  <a:pt x="80678" y="78584"/>
                  <a:pt x="80678" y="76130"/>
                </a:cubicBezTo>
                <a:close/>
                <a:moveTo>
                  <a:pt x="142623" y="76130"/>
                </a:moveTo>
                <a:cubicBezTo>
                  <a:pt x="141175" y="74290"/>
                  <a:pt x="140340" y="73966"/>
                  <a:pt x="137477" y="74119"/>
                </a:cubicBezTo>
                <a:cubicBezTo>
                  <a:pt x="133056" y="74367"/>
                  <a:pt x="128063" y="71589"/>
                  <a:pt x="129597" y="69740"/>
                </a:cubicBezTo>
                <a:cubicBezTo>
                  <a:pt x="130142" y="69093"/>
                  <a:pt x="131709" y="68556"/>
                  <a:pt x="133090" y="68556"/>
                </a:cubicBezTo>
                <a:cubicBezTo>
                  <a:pt x="135066" y="68556"/>
                  <a:pt x="135390" y="68343"/>
                  <a:pt x="134606" y="67559"/>
                </a:cubicBezTo>
                <a:cubicBezTo>
                  <a:pt x="134052" y="67006"/>
                  <a:pt x="132425" y="66656"/>
                  <a:pt x="130977" y="66784"/>
                </a:cubicBezTo>
                <a:cubicBezTo>
                  <a:pt x="129171" y="66929"/>
                  <a:pt x="127126" y="66222"/>
                  <a:pt x="124477" y="64535"/>
                </a:cubicBezTo>
                <a:cubicBezTo>
                  <a:pt x="121043" y="62346"/>
                  <a:pt x="120609" y="62243"/>
                  <a:pt x="120609" y="63589"/>
                </a:cubicBezTo>
                <a:cubicBezTo>
                  <a:pt x="120609" y="64416"/>
                  <a:pt x="121887" y="66077"/>
                  <a:pt x="123454" y="67278"/>
                </a:cubicBezTo>
                <a:cubicBezTo>
                  <a:pt x="125030" y="68471"/>
                  <a:pt x="126870" y="70533"/>
                  <a:pt x="127552" y="71853"/>
                </a:cubicBezTo>
                <a:cubicBezTo>
                  <a:pt x="128353" y="73404"/>
                  <a:pt x="129435" y="74264"/>
                  <a:pt x="130610" y="74281"/>
                </a:cubicBezTo>
                <a:cubicBezTo>
                  <a:pt x="131607" y="74290"/>
                  <a:pt x="134802" y="75176"/>
                  <a:pt x="137716" y="76241"/>
                </a:cubicBezTo>
                <a:cubicBezTo>
                  <a:pt x="144557" y="78737"/>
                  <a:pt x="144667" y="78737"/>
                  <a:pt x="142623" y="76130"/>
                </a:cubicBezTo>
                <a:close/>
                <a:moveTo>
                  <a:pt x="158367" y="72228"/>
                </a:moveTo>
                <a:cubicBezTo>
                  <a:pt x="159636" y="70218"/>
                  <a:pt x="160522" y="68105"/>
                  <a:pt x="160335" y="67542"/>
                </a:cubicBezTo>
                <a:cubicBezTo>
                  <a:pt x="160130" y="66929"/>
                  <a:pt x="158528" y="66503"/>
                  <a:pt x="156390" y="66478"/>
                </a:cubicBezTo>
                <a:cubicBezTo>
                  <a:pt x="154414" y="66460"/>
                  <a:pt x="151747" y="66137"/>
                  <a:pt x="150478" y="65762"/>
                </a:cubicBezTo>
                <a:lnTo>
                  <a:pt x="148160" y="65080"/>
                </a:lnTo>
                <a:lnTo>
                  <a:pt x="151696" y="70465"/>
                </a:lnTo>
                <a:cubicBezTo>
                  <a:pt x="153647" y="73429"/>
                  <a:pt x="155419" y="75857"/>
                  <a:pt x="155649" y="75866"/>
                </a:cubicBezTo>
                <a:cubicBezTo>
                  <a:pt x="155870" y="75874"/>
                  <a:pt x="157089" y="74239"/>
                  <a:pt x="158367" y="72228"/>
                </a:cubicBezTo>
                <a:close/>
                <a:moveTo>
                  <a:pt x="164637" y="72399"/>
                </a:moveTo>
                <a:cubicBezTo>
                  <a:pt x="165327" y="71853"/>
                  <a:pt x="165949" y="70567"/>
                  <a:pt x="166017" y="69545"/>
                </a:cubicBezTo>
                <a:cubicBezTo>
                  <a:pt x="166170" y="67244"/>
                  <a:pt x="169110" y="62354"/>
                  <a:pt x="170711" y="61741"/>
                </a:cubicBezTo>
                <a:cubicBezTo>
                  <a:pt x="172389" y="61102"/>
                  <a:pt x="172969" y="62473"/>
                  <a:pt x="172304" y="65498"/>
                </a:cubicBezTo>
                <a:cubicBezTo>
                  <a:pt x="171793" y="67849"/>
                  <a:pt x="171870" y="68002"/>
                  <a:pt x="173054" y="67023"/>
                </a:cubicBezTo>
                <a:cubicBezTo>
                  <a:pt x="173778" y="66418"/>
                  <a:pt x="174170" y="65609"/>
                  <a:pt x="173931" y="65217"/>
                </a:cubicBezTo>
                <a:cubicBezTo>
                  <a:pt x="173318" y="64228"/>
                  <a:pt x="174971" y="61264"/>
                  <a:pt x="177799" y="58273"/>
                </a:cubicBezTo>
                <a:cubicBezTo>
                  <a:pt x="179682" y="56280"/>
                  <a:pt x="179946" y="55632"/>
                  <a:pt x="179001" y="55274"/>
                </a:cubicBezTo>
                <a:cubicBezTo>
                  <a:pt x="178345" y="55019"/>
                  <a:pt x="177126" y="55573"/>
                  <a:pt x="176300" y="56501"/>
                </a:cubicBezTo>
                <a:cubicBezTo>
                  <a:pt x="175474" y="57438"/>
                  <a:pt x="173233" y="58895"/>
                  <a:pt x="171333" y="59747"/>
                </a:cubicBezTo>
                <a:cubicBezTo>
                  <a:pt x="169425" y="60599"/>
                  <a:pt x="167866" y="61741"/>
                  <a:pt x="167866" y="62277"/>
                </a:cubicBezTo>
                <a:cubicBezTo>
                  <a:pt x="167866" y="62814"/>
                  <a:pt x="166579" y="65387"/>
                  <a:pt x="165012" y="67985"/>
                </a:cubicBezTo>
                <a:cubicBezTo>
                  <a:pt x="163444" y="70584"/>
                  <a:pt x="162166" y="72876"/>
                  <a:pt x="162166" y="73080"/>
                </a:cubicBezTo>
                <a:cubicBezTo>
                  <a:pt x="162166" y="73736"/>
                  <a:pt x="163359" y="73412"/>
                  <a:pt x="164637" y="72399"/>
                </a:cubicBezTo>
                <a:close/>
                <a:moveTo>
                  <a:pt x="115719" y="72373"/>
                </a:moveTo>
                <a:cubicBezTo>
                  <a:pt x="115719" y="72237"/>
                  <a:pt x="114577" y="71282"/>
                  <a:pt x="113197" y="70260"/>
                </a:cubicBezTo>
                <a:cubicBezTo>
                  <a:pt x="110965" y="68607"/>
                  <a:pt x="110709" y="68565"/>
                  <a:pt x="110956" y="69868"/>
                </a:cubicBezTo>
                <a:cubicBezTo>
                  <a:pt x="111118" y="70669"/>
                  <a:pt x="112158" y="71589"/>
                  <a:pt x="113274" y="71896"/>
                </a:cubicBezTo>
                <a:cubicBezTo>
                  <a:pt x="114390" y="72211"/>
                  <a:pt x="115403" y="72501"/>
                  <a:pt x="115514" y="72543"/>
                </a:cubicBezTo>
                <a:cubicBezTo>
                  <a:pt x="115625" y="72594"/>
                  <a:pt x="115719" y="72518"/>
                  <a:pt x="115719" y="72373"/>
                </a:cubicBezTo>
                <a:close/>
                <a:moveTo>
                  <a:pt x="205112" y="67764"/>
                </a:moveTo>
                <a:cubicBezTo>
                  <a:pt x="203937" y="64654"/>
                  <a:pt x="205061" y="59415"/>
                  <a:pt x="206825" y="59747"/>
                </a:cubicBezTo>
                <a:cubicBezTo>
                  <a:pt x="207583" y="59892"/>
                  <a:pt x="208324" y="60838"/>
                  <a:pt x="208469" y="61843"/>
                </a:cubicBezTo>
                <a:cubicBezTo>
                  <a:pt x="208605" y="62840"/>
                  <a:pt x="209065" y="63666"/>
                  <a:pt x="209483" y="63666"/>
                </a:cubicBezTo>
                <a:cubicBezTo>
                  <a:pt x="210437" y="63666"/>
                  <a:pt x="210454" y="62337"/>
                  <a:pt x="209525" y="60556"/>
                </a:cubicBezTo>
                <a:cubicBezTo>
                  <a:pt x="209091" y="59722"/>
                  <a:pt x="209202" y="57668"/>
                  <a:pt x="209807" y="55308"/>
                </a:cubicBezTo>
                <a:cubicBezTo>
                  <a:pt x="210607" y="52207"/>
                  <a:pt x="210599" y="51441"/>
                  <a:pt x="209772" y="51441"/>
                </a:cubicBezTo>
                <a:cubicBezTo>
                  <a:pt x="209202" y="51441"/>
                  <a:pt x="208333" y="52676"/>
                  <a:pt x="207830" y="54192"/>
                </a:cubicBezTo>
                <a:cubicBezTo>
                  <a:pt x="207327" y="55709"/>
                  <a:pt x="206203" y="57600"/>
                  <a:pt x="205325" y="58393"/>
                </a:cubicBezTo>
                <a:cubicBezTo>
                  <a:pt x="203988" y="59602"/>
                  <a:pt x="203724" y="60923"/>
                  <a:pt x="203724" y="66392"/>
                </a:cubicBezTo>
                <a:cubicBezTo>
                  <a:pt x="203724" y="72092"/>
                  <a:pt x="203869" y="72748"/>
                  <a:pt x="204823" y="71436"/>
                </a:cubicBezTo>
                <a:cubicBezTo>
                  <a:pt x="205641" y="70320"/>
                  <a:pt x="205717" y="69357"/>
                  <a:pt x="205112" y="67764"/>
                </a:cubicBezTo>
                <a:close/>
                <a:moveTo>
                  <a:pt x="141779" y="67125"/>
                </a:moveTo>
                <a:cubicBezTo>
                  <a:pt x="141762" y="62516"/>
                  <a:pt x="140851" y="61545"/>
                  <a:pt x="138184" y="63291"/>
                </a:cubicBezTo>
                <a:lnTo>
                  <a:pt x="136003" y="64722"/>
                </a:lnTo>
                <a:lnTo>
                  <a:pt x="138653" y="67449"/>
                </a:lnTo>
                <a:cubicBezTo>
                  <a:pt x="140110" y="68957"/>
                  <a:pt x="141405" y="70183"/>
                  <a:pt x="141541" y="70183"/>
                </a:cubicBezTo>
                <a:cubicBezTo>
                  <a:pt x="141677" y="70183"/>
                  <a:pt x="141788" y="68812"/>
                  <a:pt x="141779" y="67125"/>
                </a:cubicBezTo>
                <a:close/>
                <a:moveTo>
                  <a:pt x="187401" y="55896"/>
                </a:moveTo>
                <a:cubicBezTo>
                  <a:pt x="185995" y="54201"/>
                  <a:pt x="184163" y="54414"/>
                  <a:pt x="184163" y="56271"/>
                </a:cubicBezTo>
                <a:cubicBezTo>
                  <a:pt x="184163" y="57285"/>
                  <a:pt x="184819" y="57941"/>
                  <a:pt x="186003" y="58111"/>
                </a:cubicBezTo>
                <a:cubicBezTo>
                  <a:pt x="188193" y="58418"/>
                  <a:pt x="188764" y="57532"/>
                  <a:pt x="187401" y="55896"/>
                </a:cubicBezTo>
                <a:close/>
                <a:moveTo>
                  <a:pt x="176019" y="46005"/>
                </a:moveTo>
                <a:cubicBezTo>
                  <a:pt x="176019" y="45852"/>
                  <a:pt x="175525" y="45733"/>
                  <a:pt x="174928" y="45733"/>
                </a:cubicBezTo>
                <a:cubicBezTo>
                  <a:pt x="174323" y="45733"/>
                  <a:pt x="173378" y="46746"/>
                  <a:pt x="172815" y="47982"/>
                </a:cubicBezTo>
                <a:lnTo>
                  <a:pt x="171802" y="50222"/>
                </a:lnTo>
                <a:lnTo>
                  <a:pt x="173906" y="48246"/>
                </a:lnTo>
                <a:cubicBezTo>
                  <a:pt x="175065" y="47155"/>
                  <a:pt x="176019" y="46150"/>
                  <a:pt x="176019" y="46005"/>
                </a:cubicBezTo>
                <a:close/>
                <a:moveTo>
                  <a:pt x="203144" y="46550"/>
                </a:moveTo>
                <a:cubicBezTo>
                  <a:pt x="203383" y="45656"/>
                  <a:pt x="203238" y="44923"/>
                  <a:pt x="202829" y="44923"/>
                </a:cubicBezTo>
                <a:cubicBezTo>
                  <a:pt x="202429" y="44923"/>
                  <a:pt x="202097" y="45656"/>
                  <a:pt x="202097" y="46550"/>
                </a:cubicBezTo>
                <a:cubicBezTo>
                  <a:pt x="202097" y="47445"/>
                  <a:pt x="202233" y="48178"/>
                  <a:pt x="202403" y="48178"/>
                </a:cubicBezTo>
                <a:cubicBezTo>
                  <a:pt x="202582" y="48178"/>
                  <a:pt x="202914" y="47445"/>
                  <a:pt x="203144" y="46550"/>
                </a:cubicBezTo>
                <a:close/>
                <a:moveTo>
                  <a:pt x="134155" y="37690"/>
                </a:moveTo>
                <a:cubicBezTo>
                  <a:pt x="132093" y="35526"/>
                  <a:pt x="130380" y="31948"/>
                  <a:pt x="130380" y="29793"/>
                </a:cubicBezTo>
                <a:cubicBezTo>
                  <a:pt x="130380" y="28055"/>
                  <a:pt x="132868" y="28378"/>
                  <a:pt x="135015" y="30398"/>
                </a:cubicBezTo>
                <a:cubicBezTo>
                  <a:pt x="136566" y="31854"/>
                  <a:pt x="136906" y="31931"/>
                  <a:pt x="136906" y="30849"/>
                </a:cubicBezTo>
                <a:cubicBezTo>
                  <a:pt x="136906" y="30125"/>
                  <a:pt x="136225" y="29051"/>
                  <a:pt x="135398" y="28464"/>
                </a:cubicBezTo>
                <a:cubicBezTo>
                  <a:pt x="133388" y="27041"/>
                  <a:pt x="132314" y="24834"/>
                  <a:pt x="131641" y="20728"/>
                </a:cubicBezTo>
                <a:cubicBezTo>
                  <a:pt x="131232" y="18283"/>
                  <a:pt x="130747" y="17439"/>
                  <a:pt x="129937" y="17755"/>
                </a:cubicBezTo>
                <a:cubicBezTo>
                  <a:pt x="129128" y="18061"/>
                  <a:pt x="128813" y="19637"/>
                  <a:pt x="128838" y="23199"/>
                </a:cubicBezTo>
                <a:cubicBezTo>
                  <a:pt x="128856" y="25959"/>
                  <a:pt x="128770" y="28770"/>
                  <a:pt x="128643" y="29435"/>
                </a:cubicBezTo>
                <a:cubicBezTo>
                  <a:pt x="128515" y="30108"/>
                  <a:pt x="130048" y="33959"/>
                  <a:pt x="132042" y="37997"/>
                </a:cubicBezTo>
                <a:cubicBezTo>
                  <a:pt x="135484" y="44932"/>
                  <a:pt x="135697" y="45179"/>
                  <a:pt x="135935" y="42580"/>
                </a:cubicBezTo>
                <a:cubicBezTo>
                  <a:pt x="136131" y="40527"/>
                  <a:pt x="135680" y="39283"/>
                  <a:pt x="134155" y="37690"/>
                </a:cubicBezTo>
                <a:close/>
                <a:moveTo>
                  <a:pt x="119936" y="17559"/>
                </a:moveTo>
                <a:cubicBezTo>
                  <a:pt x="119697" y="15514"/>
                  <a:pt x="119339" y="14892"/>
                  <a:pt x="118734" y="15497"/>
                </a:cubicBezTo>
                <a:cubicBezTo>
                  <a:pt x="118138" y="16102"/>
                  <a:pt x="118155" y="16971"/>
                  <a:pt x="118820" y="18419"/>
                </a:cubicBezTo>
                <a:cubicBezTo>
                  <a:pt x="120089" y="21205"/>
                  <a:pt x="120336" y="21009"/>
                  <a:pt x="119936" y="17559"/>
                </a:cubicBezTo>
                <a:close/>
              </a:path>
            </a:pathLst>
          </a:custGeom>
          <a:solidFill>
            <a:srgbClr val="8D8D8D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19" name="PANEL_01-foundation-wall-0_234">
            <a:extLst>
              <a:ext uri="{FF2B5EF4-FFF2-40B4-BE49-F238E27FC236}">
                <a16:creationId xmlns:a16="http://schemas.microsoft.com/office/drawing/2014/main" id="{4CD67A3E-0C4C-49A8-98D6-D9983896255B}"/>
              </a:ext>
            </a:extLst>
          </p:cNvPr>
          <p:cNvSpPr>
            <a:spLocks/>
          </p:cNvSpPr>
          <p:nvPr/>
        </p:nvSpPr>
        <p:spPr>
          <a:xfrm>
            <a:off x="2988758" y="4874971"/>
            <a:ext cx="1554966" cy="405414"/>
          </a:xfrm>
          <a:custGeom>
            <a:pathLst>
              <a:path w="1632511" h="425632">
                <a:moveTo>
                  <a:pt x="1632511" y="0"/>
                </a:moveTo>
                <a:lnTo>
                  <a:pt x="0" y="166343"/>
                </a:lnTo>
                <a:lnTo>
                  <a:pt x="0" y="202732"/>
                </a:lnTo>
                <a:lnTo>
                  <a:pt x="1632511" y="425632"/>
                </a:lnTo>
                <a:close/>
              </a:path>
            </a:pathLst>
          </a:custGeom>
          <a:solidFill>
            <a:srgbClr val="CECECE">
              <a:alpha val="100000"/>
            </a:srgbClr>
          </a:solidFill>
          <a:ln w="3810">
            <a:solidFill>
              <a:srgbClr val="969696">
                <a:alpha val="100000"/>
              </a:srgbClr>
            </a:solidFill>
            <a:prstDash val="solid"/>
          </a:ln>
        </p:spPr>
      </p:sp>
      <p:sp>
        <p:nvSpPr>
          <p:cNvPr id="320" name="PANEL_01-foundation-wall-1_235">
            <a:extLst>
              <a:ext uri="{FF2B5EF4-FFF2-40B4-BE49-F238E27FC236}">
                <a16:creationId xmlns:a16="http://schemas.microsoft.com/office/drawing/2014/main" id="{EF9DB10B-28F4-4D01-94FF-AFD5320AC10B}"/>
              </a:ext>
            </a:extLst>
          </p:cNvPr>
          <p:cNvSpPr>
            <a:spLocks/>
          </p:cNvSpPr>
          <p:nvPr/>
        </p:nvSpPr>
        <p:spPr>
          <a:xfrm>
            <a:off x="2988758" y="5033413"/>
            <a:ext cx="269684" cy="526213"/>
          </a:xfrm>
          <a:custGeom>
            <a:pathLst>
              <a:path w="283132" h="552454">
                <a:moveTo>
                  <a:pt x="0" y="0"/>
                </a:moveTo>
                <a:lnTo>
                  <a:pt x="283132" y="459694"/>
                </a:lnTo>
                <a:lnTo>
                  <a:pt x="283132" y="552454"/>
                </a:lnTo>
                <a:lnTo>
                  <a:pt x="0" y="36390"/>
                </a:lnTo>
                <a:close/>
              </a:path>
            </a:pathLst>
          </a:custGeom>
          <a:solidFill>
            <a:srgbClr val="CECECE">
              <a:alpha val="100000"/>
            </a:srgbClr>
          </a:solidFill>
          <a:ln w="3810">
            <a:solidFill>
              <a:srgbClr val="969696">
                <a:alpha val="100000"/>
              </a:srgbClr>
            </a:solidFill>
            <a:prstDash val="solid"/>
          </a:ln>
        </p:spPr>
      </p:sp>
      <p:sp>
        <p:nvSpPr>
          <p:cNvPr id="321" name="PANEL_01-foundation-wall-2_236">
            <a:extLst>
              <a:ext uri="{FF2B5EF4-FFF2-40B4-BE49-F238E27FC236}">
                <a16:creationId xmlns:a16="http://schemas.microsoft.com/office/drawing/2014/main" id="{2341AA52-FA32-4DF0-A936-FBB829BEEA7A}"/>
              </a:ext>
            </a:extLst>
          </p:cNvPr>
          <p:cNvSpPr>
            <a:spLocks/>
          </p:cNvSpPr>
          <p:nvPr/>
        </p:nvSpPr>
        <p:spPr>
          <a:xfrm>
            <a:off x="3258441" y="5312829"/>
            <a:ext cx="1554966" cy="394918"/>
          </a:xfrm>
          <a:custGeom>
            <a:pathLst>
              <a:path w="1632511" h="414612">
                <a:moveTo>
                  <a:pt x="0" y="166343"/>
                </a:moveTo>
                <a:lnTo>
                  <a:pt x="1632511" y="0"/>
                </a:lnTo>
                <a:lnTo>
                  <a:pt x="1632511" y="414612"/>
                </a:lnTo>
                <a:lnTo>
                  <a:pt x="0" y="259104"/>
                </a:lnTo>
                <a:close/>
              </a:path>
            </a:pathLst>
          </a:custGeom>
          <a:solidFill>
            <a:srgbClr val="CECECE">
              <a:alpha val="100000"/>
            </a:srgbClr>
          </a:solidFill>
          <a:ln w="3810">
            <a:solidFill>
              <a:srgbClr val="969696">
                <a:alpha val="100000"/>
              </a:srgbClr>
            </a:solidFill>
            <a:prstDash val="solid"/>
          </a:ln>
        </p:spPr>
      </p:sp>
      <p:sp>
        <p:nvSpPr>
          <p:cNvPr id="322" name="PANEL_01-foundation-wall-3_237">
            <a:extLst>
              <a:ext uri="{FF2B5EF4-FFF2-40B4-BE49-F238E27FC236}">
                <a16:creationId xmlns:a16="http://schemas.microsoft.com/office/drawing/2014/main" id="{62C0BAA8-2F9D-4BF9-8FD3-8B8082CF8BD7}"/>
              </a:ext>
            </a:extLst>
          </p:cNvPr>
          <p:cNvSpPr>
            <a:spLocks/>
          </p:cNvSpPr>
          <p:nvPr/>
        </p:nvSpPr>
        <p:spPr>
          <a:xfrm>
            <a:off x="4543724" y="4874971"/>
            <a:ext cx="269684" cy="832776"/>
          </a:xfrm>
          <a:custGeom>
            <a:pathLst>
              <a:path w="283132" h="874305">
                <a:moveTo>
                  <a:pt x="283132" y="459694"/>
                </a:moveTo>
                <a:lnTo>
                  <a:pt x="0" y="0"/>
                </a:lnTo>
                <a:lnTo>
                  <a:pt x="0" y="425632"/>
                </a:lnTo>
                <a:lnTo>
                  <a:pt x="283132" y="874305"/>
                </a:lnTo>
                <a:close/>
              </a:path>
            </a:pathLst>
          </a:custGeom>
          <a:solidFill>
            <a:srgbClr val="CECECE">
              <a:alpha val="100000"/>
            </a:srgbClr>
          </a:solidFill>
          <a:ln w="3810">
            <a:solidFill>
              <a:srgbClr val="969696">
                <a:alpha val="100000"/>
              </a:srgbClr>
            </a:solidFill>
            <a:prstDash val="solid"/>
          </a:ln>
        </p:spPr>
      </p:sp>
      <p:sp>
        <p:nvSpPr>
          <p:cNvPr id="323" name="PANEL_01-platform-top_238">
            <a:extLst>
              <a:ext uri="{FF2B5EF4-FFF2-40B4-BE49-F238E27FC236}">
                <a16:creationId xmlns:a16="http://schemas.microsoft.com/office/drawing/2014/main" id="{A2B65328-C02A-40C7-9EBB-9A70916678BD}"/>
              </a:ext>
            </a:extLst>
          </p:cNvPr>
          <p:cNvSpPr>
            <a:spLocks/>
          </p:cNvSpPr>
          <p:nvPr/>
        </p:nvSpPr>
        <p:spPr>
          <a:xfrm>
            <a:off x="2988758" y="4874971"/>
            <a:ext cx="1824650" cy="596300"/>
          </a:xfrm>
          <a:custGeom>
            <a:pathLst>
              <a:path w="1915643" h="626036">
                <a:moveTo>
                  <a:pt x="1632511" y="0"/>
                </a:moveTo>
                <a:lnTo>
                  <a:pt x="0" y="166343"/>
                </a:lnTo>
                <a:lnTo>
                  <a:pt x="283132" y="626036"/>
                </a:lnTo>
                <a:lnTo>
                  <a:pt x="1915643" y="459694"/>
                </a:lnTo>
                <a:close/>
              </a:path>
            </a:pathLst>
          </a:custGeom>
          <a:solidFill>
            <a:srgbClr val="E1E1E1">
              <a:alpha val="100000"/>
            </a:srgbClr>
          </a:solidFill>
          <a:ln w="4286">
            <a:solidFill>
              <a:srgbClr val="939393">
                <a:alpha val="100000"/>
              </a:srgbClr>
            </a:solidFill>
            <a:prstDash val="solid"/>
          </a:ln>
        </p:spPr>
      </p:sp>
      <p:sp>
        <p:nvSpPr>
          <p:cNvPr id="324" name="PANEL_01-tank-side-0_239">
            <a:extLst>
              <a:ext uri="{FF2B5EF4-FFF2-40B4-BE49-F238E27FC236}">
                <a16:creationId xmlns:a16="http://schemas.microsoft.com/office/drawing/2014/main" id="{508D4F2C-84E1-4826-B3AD-DD6B786D3BF0}"/>
              </a:ext>
            </a:extLst>
          </p:cNvPr>
          <p:cNvSpPr>
            <a:spLocks/>
          </p:cNvSpPr>
          <p:nvPr/>
        </p:nvSpPr>
        <p:spPr>
          <a:xfrm>
            <a:off x="3863657" y="4725428"/>
            <a:ext cx="341471" cy="381200"/>
          </a:xfrm>
          <a:custGeom>
            <a:pathLst>
              <a:path w="358500" h="400210">
                <a:moveTo>
                  <a:pt x="0" y="327506"/>
                </a:moveTo>
                <a:lnTo>
                  <a:pt x="2002" y="338372"/>
                </a:lnTo>
                <a:lnTo>
                  <a:pt x="7964" y="348996"/>
                </a:lnTo>
                <a:lnTo>
                  <a:pt x="17751" y="359139"/>
                </a:lnTo>
                <a:lnTo>
                  <a:pt x="31147" y="368576"/>
                </a:lnTo>
                <a:lnTo>
                  <a:pt x="47850" y="377096"/>
                </a:lnTo>
                <a:lnTo>
                  <a:pt x="67489" y="384507"/>
                </a:lnTo>
                <a:lnTo>
                  <a:pt x="89625" y="390646"/>
                </a:lnTo>
                <a:lnTo>
                  <a:pt x="113763" y="395374"/>
                </a:lnTo>
                <a:lnTo>
                  <a:pt x="139363" y="398585"/>
                </a:lnTo>
                <a:lnTo>
                  <a:pt x="165855" y="400210"/>
                </a:lnTo>
                <a:lnTo>
                  <a:pt x="192645" y="400210"/>
                </a:lnTo>
                <a:lnTo>
                  <a:pt x="219137" y="398585"/>
                </a:lnTo>
                <a:lnTo>
                  <a:pt x="244737" y="395374"/>
                </a:lnTo>
                <a:lnTo>
                  <a:pt x="268875" y="390646"/>
                </a:lnTo>
                <a:lnTo>
                  <a:pt x="291010" y="384507"/>
                </a:lnTo>
                <a:lnTo>
                  <a:pt x="310649" y="377096"/>
                </a:lnTo>
                <a:lnTo>
                  <a:pt x="327353" y="368576"/>
                </a:lnTo>
                <a:lnTo>
                  <a:pt x="340749" y="359139"/>
                </a:lnTo>
                <a:lnTo>
                  <a:pt x="350536" y="348996"/>
                </a:lnTo>
                <a:lnTo>
                  <a:pt x="356498" y="338372"/>
                </a:lnTo>
                <a:lnTo>
                  <a:pt x="358500" y="327506"/>
                </a:lnTo>
                <a:lnTo>
                  <a:pt x="358500" y="0"/>
                </a:lnTo>
                <a:lnTo>
                  <a:pt x="356498" y="10866"/>
                </a:lnTo>
                <a:lnTo>
                  <a:pt x="350536" y="21490"/>
                </a:lnTo>
                <a:lnTo>
                  <a:pt x="340749" y="31633"/>
                </a:lnTo>
                <a:lnTo>
                  <a:pt x="327353" y="41070"/>
                </a:lnTo>
                <a:lnTo>
                  <a:pt x="310649" y="49590"/>
                </a:lnTo>
                <a:lnTo>
                  <a:pt x="291010" y="57001"/>
                </a:lnTo>
                <a:lnTo>
                  <a:pt x="268875" y="63140"/>
                </a:lnTo>
                <a:lnTo>
                  <a:pt x="244737" y="67868"/>
                </a:lnTo>
                <a:lnTo>
                  <a:pt x="219137" y="71080"/>
                </a:lnTo>
                <a:lnTo>
                  <a:pt x="192645" y="72704"/>
                </a:lnTo>
                <a:lnTo>
                  <a:pt x="165855" y="72704"/>
                </a:lnTo>
                <a:lnTo>
                  <a:pt x="139363" y="71080"/>
                </a:lnTo>
                <a:lnTo>
                  <a:pt x="113763" y="67868"/>
                </a:lnTo>
                <a:lnTo>
                  <a:pt x="89625" y="63140"/>
                </a:lnTo>
                <a:lnTo>
                  <a:pt x="67489" y="57001"/>
                </a:lnTo>
                <a:lnTo>
                  <a:pt x="47850" y="49590"/>
                </a:lnTo>
                <a:lnTo>
                  <a:pt x="31147" y="41070"/>
                </a:lnTo>
                <a:lnTo>
                  <a:pt x="17751" y="31633"/>
                </a:lnTo>
                <a:lnTo>
                  <a:pt x="7964" y="21490"/>
                </a:lnTo>
                <a:lnTo>
                  <a:pt x="2002" y="10866"/>
                </a:lnTo>
                <a:lnTo>
                  <a:pt x="0" y="0"/>
                </a:lnTo>
                <a:close/>
              </a:path>
            </a:pathLst>
          </a:custGeom>
          <a:solidFill>
            <a:srgbClr val="696969">
              <a:alpha val="100000"/>
            </a:srgbClr>
          </a:solidFill>
          <a:ln w="4763">
            <a:solidFill>
              <a:srgbClr val="515151">
                <a:alpha val="100000"/>
              </a:srgbClr>
            </a:solidFill>
            <a:prstDash val="solid"/>
          </a:ln>
        </p:spPr>
      </p:sp>
      <p:sp>
        <p:nvSpPr>
          <p:cNvPr id="325" name="PANEL_01-tank-cap-0_240">
            <a:extLst>
              <a:ext uri="{FF2B5EF4-FFF2-40B4-BE49-F238E27FC236}">
                <a16:creationId xmlns:a16="http://schemas.microsoft.com/office/drawing/2014/main" id="{93E282CD-65F7-4956-853C-6035EE4248E0}"/>
              </a:ext>
            </a:extLst>
          </p:cNvPr>
          <p:cNvSpPr>
            <a:spLocks/>
          </p:cNvSpPr>
          <p:nvPr/>
        </p:nvSpPr>
        <p:spPr>
          <a:xfrm>
            <a:off x="3864160" y="4656051"/>
            <a:ext cx="340967" cy="138775"/>
          </a:xfrm>
          <a:custGeom>
            <a:pathLst>
              <a:path w="357971" h="145696">
                <a:moveTo>
                  <a:pt x="4845" y="90554"/>
                </a:moveTo>
                <a:lnTo>
                  <a:pt x="14084" y="101669"/>
                </a:lnTo>
                <a:lnTo>
                  <a:pt x="27587" y="112037"/>
                </a:lnTo>
                <a:lnTo>
                  <a:pt x="45005" y="121390"/>
                </a:lnTo>
                <a:lnTo>
                  <a:pt x="65885" y="129486"/>
                </a:lnTo>
                <a:lnTo>
                  <a:pt x="89688" y="136115"/>
                </a:lnTo>
                <a:lnTo>
                  <a:pt x="115797" y="141104"/>
                </a:lnTo>
                <a:lnTo>
                  <a:pt x="143536" y="144326"/>
                </a:lnTo>
                <a:lnTo>
                  <a:pt x="172186" y="145696"/>
                </a:lnTo>
                <a:lnTo>
                  <a:pt x="201005" y="145179"/>
                </a:lnTo>
                <a:lnTo>
                  <a:pt x="229247" y="142788"/>
                </a:lnTo>
                <a:lnTo>
                  <a:pt x="256181" y="138586"/>
                </a:lnTo>
                <a:lnTo>
                  <a:pt x="281108" y="132680"/>
                </a:lnTo>
                <a:lnTo>
                  <a:pt x="303384" y="125225"/>
                </a:lnTo>
                <a:lnTo>
                  <a:pt x="322431" y="116413"/>
                </a:lnTo>
                <a:lnTo>
                  <a:pt x="337756" y="106473"/>
                </a:lnTo>
                <a:lnTo>
                  <a:pt x="348962" y="95661"/>
                </a:lnTo>
                <a:lnTo>
                  <a:pt x="355759" y="84258"/>
                </a:lnTo>
                <a:lnTo>
                  <a:pt x="357971" y="72559"/>
                </a:lnTo>
                <a:lnTo>
                  <a:pt x="355540" y="60868"/>
                </a:lnTo>
                <a:lnTo>
                  <a:pt x="348530" y="49486"/>
                </a:lnTo>
                <a:lnTo>
                  <a:pt x="337122" y="38710"/>
                </a:lnTo>
                <a:lnTo>
                  <a:pt x="321612" y="28817"/>
                </a:lnTo>
                <a:lnTo>
                  <a:pt x="302401" y="20064"/>
                </a:lnTo>
                <a:lnTo>
                  <a:pt x="279986" y="12678"/>
                </a:lnTo>
                <a:lnTo>
                  <a:pt x="254949" y="6850"/>
                </a:lnTo>
                <a:lnTo>
                  <a:pt x="227938" y="2731"/>
                </a:lnTo>
                <a:lnTo>
                  <a:pt x="199652" y="428"/>
                </a:lnTo>
                <a:lnTo>
                  <a:pt x="170824" y="0"/>
                </a:lnTo>
                <a:lnTo>
                  <a:pt x="142200" y="1459"/>
                </a:lnTo>
                <a:lnTo>
                  <a:pt x="114522" y="4766"/>
                </a:lnTo>
                <a:lnTo>
                  <a:pt x="88508" y="9836"/>
                </a:lnTo>
                <a:lnTo>
                  <a:pt x="64829" y="16538"/>
                </a:lnTo>
                <a:lnTo>
                  <a:pt x="44101" y="24698"/>
                </a:lnTo>
                <a:lnTo>
                  <a:pt x="26859" y="34105"/>
                </a:lnTo>
                <a:lnTo>
                  <a:pt x="13550" y="44515"/>
                </a:lnTo>
                <a:lnTo>
                  <a:pt x="4519" y="55658"/>
                </a:lnTo>
                <a:lnTo>
                  <a:pt x="0" y="67246"/>
                </a:lnTo>
                <a:lnTo>
                  <a:pt x="110" y="78980"/>
                </a:lnTo>
                <a:lnTo>
                  <a:pt x="4845" y="90554"/>
                </a:lnTo>
                <a:close/>
              </a:path>
            </a:pathLst>
          </a:custGeom>
          <a:solidFill>
            <a:srgbClr val="DBDBDB">
              <a:alpha val="100000"/>
            </a:srgbClr>
          </a:solidFill>
          <a:ln w="4763">
            <a:solidFill>
              <a:srgbClr val="747474">
                <a:alpha val="100000"/>
              </a:srgbClr>
            </a:solidFill>
            <a:prstDash val="solid"/>
          </a:ln>
        </p:spPr>
      </p:sp>
      <p:sp>
        <p:nvSpPr>
          <p:cNvPr id="326" name="PANEL_01-tank-side-1_241">
            <a:extLst>
              <a:ext uri="{FF2B5EF4-FFF2-40B4-BE49-F238E27FC236}">
                <a16:creationId xmlns:a16="http://schemas.microsoft.com/office/drawing/2014/main" id="{6E11FBDF-18C0-4383-BB7F-77F0BA6A1E63}"/>
              </a:ext>
            </a:extLst>
          </p:cNvPr>
          <p:cNvSpPr>
            <a:spLocks/>
          </p:cNvSpPr>
          <p:nvPr/>
        </p:nvSpPr>
        <p:spPr>
          <a:xfrm>
            <a:off x="3348402" y="4777929"/>
            <a:ext cx="341471" cy="381200"/>
          </a:xfrm>
          <a:custGeom>
            <a:pathLst>
              <a:path w="358500" h="400210">
                <a:moveTo>
                  <a:pt x="0" y="327506"/>
                </a:moveTo>
                <a:lnTo>
                  <a:pt x="2002" y="338372"/>
                </a:lnTo>
                <a:lnTo>
                  <a:pt x="7964" y="348996"/>
                </a:lnTo>
                <a:lnTo>
                  <a:pt x="17751" y="359139"/>
                </a:lnTo>
                <a:lnTo>
                  <a:pt x="31147" y="368576"/>
                </a:lnTo>
                <a:lnTo>
                  <a:pt x="47850" y="377096"/>
                </a:lnTo>
                <a:lnTo>
                  <a:pt x="67489" y="384507"/>
                </a:lnTo>
                <a:lnTo>
                  <a:pt x="89625" y="390646"/>
                </a:lnTo>
                <a:lnTo>
                  <a:pt x="113763" y="395374"/>
                </a:lnTo>
                <a:lnTo>
                  <a:pt x="139363" y="398585"/>
                </a:lnTo>
                <a:lnTo>
                  <a:pt x="165855" y="400210"/>
                </a:lnTo>
                <a:lnTo>
                  <a:pt x="192645" y="400210"/>
                </a:lnTo>
                <a:lnTo>
                  <a:pt x="219137" y="398585"/>
                </a:lnTo>
                <a:lnTo>
                  <a:pt x="244737" y="395374"/>
                </a:lnTo>
                <a:lnTo>
                  <a:pt x="268875" y="390646"/>
                </a:lnTo>
                <a:lnTo>
                  <a:pt x="291010" y="384507"/>
                </a:lnTo>
                <a:lnTo>
                  <a:pt x="310649" y="377096"/>
                </a:lnTo>
                <a:lnTo>
                  <a:pt x="327353" y="368576"/>
                </a:lnTo>
                <a:lnTo>
                  <a:pt x="340749" y="359139"/>
                </a:lnTo>
                <a:lnTo>
                  <a:pt x="350536" y="348996"/>
                </a:lnTo>
                <a:lnTo>
                  <a:pt x="356498" y="338372"/>
                </a:lnTo>
                <a:lnTo>
                  <a:pt x="358500" y="327506"/>
                </a:lnTo>
                <a:lnTo>
                  <a:pt x="358500" y="0"/>
                </a:lnTo>
                <a:lnTo>
                  <a:pt x="356498" y="10866"/>
                </a:lnTo>
                <a:lnTo>
                  <a:pt x="350536" y="21490"/>
                </a:lnTo>
                <a:lnTo>
                  <a:pt x="340749" y="31633"/>
                </a:lnTo>
                <a:lnTo>
                  <a:pt x="327353" y="41070"/>
                </a:lnTo>
                <a:lnTo>
                  <a:pt x="310649" y="49590"/>
                </a:lnTo>
                <a:lnTo>
                  <a:pt x="291010" y="57001"/>
                </a:lnTo>
                <a:lnTo>
                  <a:pt x="268875" y="63140"/>
                </a:lnTo>
                <a:lnTo>
                  <a:pt x="244737" y="67868"/>
                </a:lnTo>
                <a:lnTo>
                  <a:pt x="219137" y="71080"/>
                </a:lnTo>
                <a:lnTo>
                  <a:pt x="192645" y="72704"/>
                </a:lnTo>
                <a:lnTo>
                  <a:pt x="165855" y="72704"/>
                </a:lnTo>
                <a:lnTo>
                  <a:pt x="139363" y="71080"/>
                </a:lnTo>
                <a:lnTo>
                  <a:pt x="113763" y="67868"/>
                </a:lnTo>
                <a:lnTo>
                  <a:pt x="89625" y="63140"/>
                </a:lnTo>
                <a:lnTo>
                  <a:pt x="67489" y="57001"/>
                </a:lnTo>
                <a:lnTo>
                  <a:pt x="47850" y="49590"/>
                </a:lnTo>
                <a:lnTo>
                  <a:pt x="31147" y="41070"/>
                </a:lnTo>
                <a:lnTo>
                  <a:pt x="17751" y="31633"/>
                </a:lnTo>
                <a:lnTo>
                  <a:pt x="7964" y="21490"/>
                </a:lnTo>
                <a:lnTo>
                  <a:pt x="2002" y="10866"/>
                </a:lnTo>
                <a:lnTo>
                  <a:pt x="0" y="0"/>
                </a:lnTo>
                <a:close/>
              </a:path>
            </a:pathLst>
          </a:custGeom>
          <a:solidFill>
            <a:srgbClr val="696969">
              <a:alpha val="100000"/>
            </a:srgbClr>
          </a:solidFill>
          <a:ln w="4763">
            <a:solidFill>
              <a:srgbClr val="515151">
                <a:alpha val="100000"/>
              </a:srgbClr>
            </a:solidFill>
            <a:prstDash val="solid"/>
          </a:ln>
        </p:spPr>
      </p:sp>
      <p:sp>
        <p:nvSpPr>
          <p:cNvPr id="327" name="PANEL_01-tank-cap-1_242">
            <a:extLst>
              <a:ext uri="{FF2B5EF4-FFF2-40B4-BE49-F238E27FC236}">
                <a16:creationId xmlns:a16="http://schemas.microsoft.com/office/drawing/2014/main" id="{D37EA8F5-2BAE-4E4C-9F79-380A9D31F1C4}"/>
              </a:ext>
            </a:extLst>
          </p:cNvPr>
          <p:cNvSpPr>
            <a:spLocks/>
          </p:cNvSpPr>
          <p:nvPr/>
        </p:nvSpPr>
        <p:spPr>
          <a:xfrm>
            <a:off x="3348904" y="4708552"/>
            <a:ext cx="340967" cy="138775"/>
          </a:xfrm>
          <a:custGeom>
            <a:pathLst>
              <a:path w="357971" h="145696">
                <a:moveTo>
                  <a:pt x="4845" y="90554"/>
                </a:moveTo>
                <a:lnTo>
                  <a:pt x="14084" y="101669"/>
                </a:lnTo>
                <a:lnTo>
                  <a:pt x="27587" y="112037"/>
                </a:lnTo>
                <a:lnTo>
                  <a:pt x="45005" y="121390"/>
                </a:lnTo>
                <a:lnTo>
                  <a:pt x="65885" y="129486"/>
                </a:lnTo>
                <a:lnTo>
                  <a:pt x="89688" y="136115"/>
                </a:lnTo>
                <a:lnTo>
                  <a:pt x="115797" y="141104"/>
                </a:lnTo>
                <a:lnTo>
                  <a:pt x="143536" y="144326"/>
                </a:lnTo>
                <a:lnTo>
                  <a:pt x="172186" y="145696"/>
                </a:lnTo>
                <a:lnTo>
                  <a:pt x="201005" y="145179"/>
                </a:lnTo>
                <a:lnTo>
                  <a:pt x="229247" y="142788"/>
                </a:lnTo>
                <a:lnTo>
                  <a:pt x="256181" y="138586"/>
                </a:lnTo>
                <a:lnTo>
                  <a:pt x="281108" y="132680"/>
                </a:lnTo>
                <a:lnTo>
                  <a:pt x="303384" y="125225"/>
                </a:lnTo>
                <a:lnTo>
                  <a:pt x="322431" y="116413"/>
                </a:lnTo>
                <a:lnTo>
                  <a:pt x="337756" y="106473"/>
                </a:lnTo>
                <a:lnTo>
                  <a:pt x="348962" y="95661"/>
                </a:lnTo>
                <a:lnTo>
                  <a:pt x="355759" y="84258"/>
                </a:lnTo>
                <a:lnTo>
                  <a:pt x="357971" y="72559"/>
                </a:lnTo>
                <a:lnTo>
                  <a:pt x="355540" y="60868"/>
                </a:lnTo>
                <a:lnTo>
                  <a:pt x="348530" y="49486"/>
                </a:lnTo>
                <a:lnTo>
                  <a:pt x="337122" y="38710"/>
                </a:lnTo>
                <a:lnTo>
                  <a:pt x="321612" y="28817"/>
                </a:lnTo>
                <a:lnTo>
                  <a:pt x="302401" y="20064"/>
                </a:lnTo>
                <a:lnTo>
                  <a:pt x="279986" y="12678"/>
                </a:lnTo>
                <a:lnTo>
                  <a:pt x="254949" y="6850"/>
                </a:lnTo>
                <a:lnTo>
                  <a:pt x="227938" y="2731"/>
                </a:lnTo>
                <a:lnTo>
                  <a:pt x="199652" y="428"/>
                </a:lnTo>
                <a:lnTo>
                  <a:pt x="170824" y="0"/>
                </a:lnTo>
                <a:lnTo>
                  <a:pt x="142200" y="1459"/>
                </a:lnTo>
                <a:lnTo>
                  <a:pt x="114522" y="4766"/>
                </a:lnTo>
                <a:lnTo>
                  <a:pt x="88508" y="9836"/>
                </a:lnTo>
                <a:lnTo>
                  <a:pt x="64829" y="16538"/>
                </a:lnTo>
                <a:lnTo>
                  <a:pt x="44101" y="24698"/>
                </a:lnTo>
                <a:lnTo>
                  <a:pt x="26859" y="34105"/>
                </a:lnTo>
                <a:lnTo>
                  <a:pt x="13550" y="44515"/>
                </a:lnTo>
                <a:lnTo>
                  <a:pt x="4519" y="55658"/>
                </a:lnTo>
                <a:lnTo>
                  <a:pt x="0" y="67246"/>
                </a:lnTo>
                <a:lnTo>
                  <a:pt x="110" y="78980"/>
                </a:lnTo>
                <a:lnTo>
                  <a:pt x="4845" y="90554"/>
                </a:lnTo>
                <a:close/>
              </a:path>
            </a:pathLst>
          </a:custGeom>
          <a:solidFill>
            <a:srgbClr val="DBDBDB">
              <a:alpha val="100000"/>
            </a:srgbClr>
          </a:solidFill>
          <a:ln w="4763">
            <a:solidFill>
              <a:srgbClr val="747474">
                <a:alpha val="100000"/>
              </a:srgbClr>
            </a:solidFill>
            <a:prstDash val="solid"/>
          </a:ln>
        </p:spPr>
      </p:sp>
      <p:sp>
        <p:nvSpPr>
          <p:cNvPr id="328" name="PANEL_01-release-pipe_243">
            <a:extLst>
              <a:ext uri="{FF2B5EF4-FFF2-40B4-BE49-F238E27FC236}">
                <a16:creationId xmlns:a16="http://schemas.microsoft.com/office/drawing/2014/main" id="{3B7B727D-744E-4D13-B5D4-77ECFFA3B353}"/>
              </a:ext>
            </a:extLst>
          </p:cNvPr>
          <p:cNvSpPr>
            <a:spLocks/>
          </p:cNvSpPr>
          <p:nvPr/>
        </p:nvSpPr>
        <p:spPr>
          <a:xfrm>
            <a:off x="4034392" y="4889358"/>
            <a:ext cx="276067" cy="47725"/>
          </a:xfrm>
          <a:custGeom>
            <a:pathLst>
              <a:path w="289835" h="50105">
                <a:moveTo>
                  <a:pt x="0" y="9843"/>
                </a:moveTo>
                <a:lnTo>
                  <a:pt x="96598" y="0"/>
                </a:lnTo>
                <a:lnTo>
                  <a:pt x="289835" y="50105"/>
                </a:lnTo>
              </a:path>
            </a:pathLst>
          </a:custGeom>
          <a:noFill/>
          <a:ln w="20955">
            <a:solidFill>
              <a:srgbClr val="555555">
                <a:alpha val="100000"/>
              </a:srgbClr>
            </a:solidFill>
            <a:prstDash val="solid"/>
          </a:ln>
        </p:spPr>
      </p:sp>
      <p:sp>
        <p:nvSpPr>
          <p:cNvPr id="329" name="PANEL_01-release-node_244">
            <a:extLst>
              <a:ext uri="{FF2B5EF4-FFF2-40B4-BE49-F238E27FC236}">
                <a16:creationId xmlns:a16="http://schemas.microsoft.com/office/drawing/2014/main" id="{E04A2F54-282D-4049-9ADC-1EA6DF3FA789}"/>
              </a:ext>
            </a:extLst>
          </p:cNvPr>
          <p:cNvSpPr>
            <a:spLocks/>
          </p:cNvSpPr>
          <p:nvPr/>
        </p:nvSpPr>
        <p:spPr>
          <a:xfrm>
            <a:off x="4279980" y="4906602"/>
            <a:ext cx="60960" cy="60960"/>
          </a:xfrm>
          <a:prstGeom prst="ellipse">
            <a:avLst/>
          </a:prstGeom>
          <a:solidFill>
            <a:srgbClr val="7A7A7A">
              <a:alpha val="100000"/>
            </a:srgbClr>
          </a:solidFill>
          <a:ln w="5239">
            <a:solidFill>
              <a:srgbClr val="FCFCFC">
                <a:alpha val="100000"/>
              </a:srgbClr>
            </a:solidFill>
            <a:prstDash val="solid"/>
          </a:ln>
        </p:spPr>
      </p:sp>
      <p:sp>
        <p:nvSpPr>
          <p:cNvPr id="331" name="PANEL_01-route-underlay-1_245">
            <a:extLst>
              <a:ext uri="{FF2B5EF4-FFF2-40B4-BE49-F238E27FC236}">
                <a16:creationId xmlns:a16="http://schemas.microsoft.com/office/drawing/2014/main" id="{6FB26EF4-7F66-4FC8-B80A-09B8657E3216}"/>
              </a:ext>
            </a:extLst>
          </p:cNvPr>
          <p:cNvSpPr>
            <a:spLocks/>
          </p:cNvSpPr>
          <p:nvPr/>
        </p:nvSpPr>
        <p:spPr>
          <a:xfrm>
            <a:off x="5715234" y="3544657"/>
            <a:ext cx="2662181" cy="499431"/>
          </a:xfrm>
          <a:custGeom>
            <a:pathLst>
              <a:path w="2794940" h="524337">
                <a:moveTo>
                  <a:pt x="0" y="524337"/>
                </a:moveTo>
                <a:cubicBezTo>
                  <a:pt x="25394" y="501385"/>
                  <a:pt x="106056" y="428477"/>
                  <a:pt x="152362" y="386623"/>
                </a:cubicBezTo>
                <a:cubicBezTo>
                  <a:pt x="198669" y="344769"/>
                  <a:pt x="236012" y="311015"/>
                  <a:pt x="277837" y="273211"/>
                </a:cubicBezTo>
                <a:cubicBezTo>
                  <a:pt x="319662" y="235408"/>
                  <a:pt x="357006" y="201654"/>
                  <a:pt x="403312" y="159800"/>
                </a:cubicBezTo>
                <a:cubicBezTo>
                  <a:pt x="449619" y="117945"/>
                  <a:pt x="157070" y="0"/>
                  <a:pt x="555675" y="22086"/>
                </a:cubicBezTo>
                <a:cubicBezTo>
                  <a:pt x="954279" y="44171"/>
                  <a:pt x="2421729" y="247275"/>
                  <a:pt x="2794940" y="292313"/>
                </a:cubicBezTo>
              </a:path>
            </a:pathLst>
          </a:custGeom>
          <a:noFill/>
          <a:ln w="40005">
            <a:solidFill>
              <a:srgbClr val="FCFCFC">
                <a:alpha val="94000"/>
              </a:srgbClr>
            </a:solidFill>
            <a:prstDash val="dash"/>
          </a:ln>
        </p:spPr>
      </p:sp>
      <p:sp>
        <p:nvSpPr>
          <p:cNvPr id="332" name="PANEL_01-sampling-route-1_246">
            <a:extLst>
              <a:ext uri="{FF2B5EF4-FFF2-40B4-BE49-F238E27FC236}">
                <a16:creationId xmlns:a16="http://schemas.microsoft.com/office/drawing/2014/main" id="{B1D13246-A1CD-44E1-8A98-8CB526774FDA}"/>
              </a:ext>
            </a:extLst>
          </p:cNvPr>
          <p:cNvSpPr>
            <a:spLocks/>
          </p:cNvSpPr>
          <p:nvPr/>
        </p:nvSpPr>
        <p:spPr>
          <a:xfrm>
            <a:off x="5715234" y="3544657"/>
            <a:ext cx="2662181" cy="499431"/>
          </a:xfrm>
          <a:custGeom>
            <a:pathLst>
              <a:path w="2794940" h="524337">
                <a:moveTo>
                  <a:pt x="0" y="524337"/>
                </a:moveTo>
                <a:cubicBezTo>
                  <a:pt x="25394" y="501385"/>
                  <a:pt x="106056" y="428477"/>
                  <a:pt x="152362" y="386623"/>
                </a:cubicBezTo>
                <a:cubicBezTo>
                  <a:pt x="198669" y="344769"/>
                  <a:pt x="236012" y="311015"/>
                  <a:pt x="277837" y="273211"/>
                </a:cubicBezTo>
                <a:cubicBezTo>
                  <a:pt x="319662" y="235408"/>
                  <a:pt x="357006" y="201654"/>
                  <a:pt x="403312" y="159800"/>
                </a:cubicBezTo>
                <a:cubicBezTo>
                  <a:pt x="449619" y="117945"/>
                  <a:pt x="157070" y="0"/>
                  <a:pt x="555675" y="22086"/>
                </a:cubicBezTo>
                <a:cubicBezTo>
                  <a:pt x="954279" y="44171"/>
                  <a:pt x="2421729" y="247275"/>
                  <a:pt x="2794940" y="292313"/>
                </a:cubicBezTo>
              </a:path>
            </a:pathLst>
          </a:custGeom>
          <a:noFill/>
          <a:ln w="20003">
            <a:solidFill>
              <a:srgbClr val="3C3C3C">
                <a:alpha val="100000"/>
              </a:srgbClr>
            </a:solidFill>
            <a:prstDash val="dash"/>
          </a:ln>
        </p:spPr>
      </p:sp>
      <p:sp>
        <p:nvSpPr>
          <p:cNvPr id="334" name="PANEL_01-sample-1-0_247">
            <a:extLst>
              <a:ext uri="{FF2B5EF4-FFF2-40B4-BE49-F238E27FC236}">
                <a16:creationId xmlns:a16="http://schemas.microsoft.com/office/drawing/2014/main" id="{BC8EBC1C-2AD0-4930-AC19-9DB69BEE4A66}"/>
              </a:ext>
            </a:extLst>
          </p:cNvPr>
          <p:cNvSpPr>
            <a:spLocks/>
          </p:cNvSpPr>
          <p:nvPr/>
        </p:nvSpPr>
        <p:spPr>
          <a:xfrm>
            <a:off x="5672372" y="4001226"/>
            <a:ext cx="85725" cy="85725"/>
          </a:xfrm>
          <a:prstGeom prst="ellipse">
            <a:avLst/>
          </a:prstGeom>
          <a:solidFill>
            <a:srgbClr val="FCFCFC">
              <a:alpha val="100000"/>
            </a:srgbClr>
          </a:solidFill>
          <a:ln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35" name="PANEL_01-sample-1-1_248">
            <a:extLst>
              <a:ext uri="{FF2B5EF4-FFF2-40B4-BE49-F238E27FC236}">
                <a16:creationId xmlns:a16="http://schemas.microsoft.com/office/drawing/2014/main" id="{C395C624-1BD4-4A1B-8EE7-0B866BC12EB8}"/>
              </a:ext>
            </a:extLst>
          </p:cNvPr>
          <p:cNvSpPr>
            <a:spLocks/>
          </p:cNvSpPr>
          <p:nvPr/>
        </p:nvSpPr>
        <p:spPr>
          <a:xfrm>
            <a:off x="5817497" y="3870054"/>
            <a:ext cx="85725" cy="85725"/>
          </a:xfrm>
          <a:prstGeom prst="ellipse">
            <a:avLst/>
          </a:prstGeom>
          <a:solidFill>
            <a:srgbClr val="FCFCFC">
              <a:alpha val="100000"/>
            </a:srgbClr>
          </a:solidFill>
          <a:ln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36" name="PANEL_01-snapshot-high-core-1-1_249">
            <a:extLst>
              <a:ext uri="{FF2B5EF4-FFF2-40B4-BE49-F238E27FC236}">
                <a16:creationId xmlns:a16="http://schemas.microsoft.com/office/drawing/2014/main" id="{A740E183-2587-4006-8475-77EB796A54EA}"/>
              </a:ext>
            </a:extLst>
          </p:cNvPr>
          <p:cNvSpPr>
            <a:spLocks/>
          </p:cNvSpPr>
          <p:nvPr/>
        </p:nvSpPr>
        <p:spPr>
          <a:xfrm>
            <a:off x="5844167" y="3896724"/>
            <a:ext cx="32385" cy="32385"/>
          </a:xfrm>
          <a:prstGeom prst="ellipse">
            <a:avLst/>
          </a:prstGeom>
          <a:solidFill>
            <a:srgbClr val="3C3C3C">
              <a:alpha val="100000"/>
            </a:srgbClr>
          </a:solidFill>
          <a:ln w="0">
            <a:noFill/>
            <a:prstDash val="solid"/>
          </a:ln>
        </p:spPr>
      </p:sp>
      <p:sp>
        <p:nvSpPr>
          <p:cNvPr id="337" name="PANEL_01-sample-1-2_250">
            <a:extLst>
              <a:ext uri="{FF2B5EF4-FFF2-40B4-BE49-F238E27FC236}">
                <a16:creationId xmlns:a16="http://schemas.microsoft.com/office/drawing/2014/main" id="{2DDF1B20-29BB-486F-B2EC-E1A064F73FAB}"/>
              </a:ext>
            </a:extLst>
          </p:cNvPr>
          <p:cNvSpPr>
            <a:spLocks/>
          </p:cNvSpPr>
          <p:nvPr/>
        </p:nvSpPr>
        <p:spPr>
          <a:xfrm>
            <a:off x="5937012" y="3762029"/>
            <a:ext cx="85725" cy="85725"/>
          </a:xfrm>
          <a:prstGeom prst="ellipse">
            <a:avLst/>
          </a:prstGeom>
          <a:solidFill>
            <a:srgbClr val="FCFCFC">
              <a:alpha val="100000"/>
            </a:srgbClr>
          </a:solidFill>
          <a:ln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38" name="PANEL_01-snapshot-high-core-1-2_251">
            <a:extLst>
              <a:ext uri="{FF2B5EF4-FFF2-40B4-BE49-F238E27FC236}">
                <a16:creationId xmlns:a16="http://schemas.microsoft.com/office/drawing/2014/main" id="{89D1C71A-FEA3-4FB5-89D8-E95985E2AC02}"/>
              </a:ext>
            </a:extLst>
          </p:cNvPr>
          <p:cNvSpPr>
            <a:spLocks/>
          </p:cNvSpPr>
          <p:nvPr/>
        </p:nvSpPr>
        <p:spPr>
          <a:xfrm>
            <a:off x="5963682" y="3788699"/>
            <a:ext cx="32385" cy="32385"/>
          </a:xfrm>
          <a:prstGeom prst="ellipse">
            <a:avLst/>
          </a:prstGeom>
          <a:solidFill>
            <a:srgbClr val="3C3C3C">
              <a:alpha val="100000"/>
            </a:srgbClr>
          </a:solidFill>
          <a:ln w="0">
            <a:noFill/>
            <a:prstDash val="solid"/>
          </a:ln>
        </p:spPr>
      </p:sp>
      <p:sp>
        <p:nvSpPr>
          <p:cNvPr id="339" name="PANEL_01-sample-1-3_252">
            <a:extLst>
              <a:ext uri="{FF2B5EF4-FFF2-40B4-BE49-F238E27FC236}">
                <a16:creationId xmlns:a16="http://schemas.microsoft.com/office/drawing/2014/main" id="{90818BBD-FE67-49F9-8D7C-B1DAE00DCE18}"/>
              </a:ext>
            </a:extLst>
          </p:cNvPr>
          <p:cNvSpPr>
            <a:spLocks/>
          </p:cNvSpPr>
          <p:nvPr/>
        </p:nvSpPr>
        <p:spPr>
          <a:xfrm>
            <a:off x="6056527" y="3654004"/>
            <a:ext cx="85725" cy="85725"/>
          </a:xfrm>
          <a:prstGeom prst="ellipse">
            <a:avLst/>
          </a:prstGeom>
          <a:solidFill>
            <a:srgbClr val="FCFCFC">
              <a:alpha val="100000"/>
            </a:srgbClr>
          </a:solidFill>
          <a:ln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40" name="PANEL_01-snapshot-high-core-1-3_253">
            <a:extLst>
              <a:ext uri="{FF2B5EF4-FFF2-40B4-BE49-F238E27FC236}">
                <a16:creationId xmlns:a16="http://schemas.microsoft.com/office/drawing/2014/main" id="{15E34D39-B941-4DC9-98FF-5E8A19CCF748}"/>
              </a:ext>
            </a:extLst>
          </p:cNvPr>
          <p:cNvSpPr>
            <a:spLocks/>
          </p:cNvSpPr>
          <p:nvPr/>
        </p:nvSpPr>
        <p:spPr>
          <a:xfrm>
            <a:off x="6083197" y="3680674"/>
            <a:ext cx="32385" cy="32385"/>
          </a:xfrm>
          <a:prstGeom prst="ellipse">
            <a:avLst/>
          </a:prstGeom>
          <a:solidFill>
            <a:srgbClr val="3C3C3C">
              <a:alpha val="100000"/>
            </a:srgbClr>
          </a:solidFill>
          <a:ln w="0">
            <a:noFill/>
            <a:prstDash val="solid"/>
          </a:ln>
        </p:spPr>
      </p:sp>
      <p:sp>
        <p:nvSpPr>
          <p:cNvPr id="341" name="PANEL_01-sample-1-4_254">
            <a:extLst>
              <a:ext uri="{FF2B5EF4-FFF2-40B4-BE49-F238E27FC236}">
                <a16:creationId xmlns:a16="http://schemas.microsoft.com/office/drawing/2014/main" id="{E5D1BAB5-7F24-442A-B4A1-E4588FFA7624}"/>
              </a:ext>
            </a:extLst>
          </p:cNvPr>
          <p:cNvSpPr>
            <a:spLocks/>
          </p:cNvSpPr>
          <p:nvPr/>
        </p:nvSpPr>
        <p:spPr>
          <a:xfrm>
            <a:off x="6201652" y="3522831"/>
            <a:ext cx="85725" cy="85725"/>
          </a:xfrm>
          <a:prstGeom prst="ellipse">
            <a:avLst/>
          </a:prstGeom>
          <a:solidFill>
            <a:srgbClr val="FCFCFC">
              <a:alpha val="100000"/>
            </a:srgbClr>
          </a:solidFill>
          <a:ln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43" name="PANEL_01-height-projection-0-excerpt-0_255">
            <a:extLst>
              <a:ext uri="{FF2B5EF4-FFF2-40B4-BE49-F238E27FC236}">
                <a16:creationId xmlns:a16="http://schemas.microsoft.com/office/drawing/2014/main" id="{57E520B0-D1D2-4EA4-B91E-85BCA11B9F39}"/>
              </a:ext>
            </a:extLst>
          </p:cNvPr>
          <p:cNvSpPr>
            <a:spLocks/>
          </p:cNvSpPr>
          <p:nvPr/>
        </p:nvSpPr>
        <p:spPr>
          <a:xfrm>
            <a:off x="5715234" y="5368242"/>
            <a:ext cx="1905" cy="285750"/>
          </a:xfrm>
          <a:custGeom>
            <a:pathLst>
              <a:path w="2000" h="300000">
                <a:moveTo>
                  <a:pt x="0" y="300000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BDBDBD">
                <a:alpha val="32000"/>
              </a:srgbClr>
            </a:solidFill>
            <a:prstDash val="dash"/>
          </a:ln>
        </p:spPr>
      </p:sp>
      <p:sp>
        <p:nvSpPr>
          <p:cNvPr id="344" name="PANEL_01-height-projection-0-excerpt-1_256">
            <a:extLst>
              <a:ext uri="{FF2B5EF4-FFF2-40B4-BE49-F238E27FC236}">
                <a16:creationId xmlns:a16="http://schemas.microsoft.com/office/drawing/2014/main" id="{9608D699-1626-44F5-A5DD-8D893033E1E4}"/>
              </a:ext>
            </a:extLst>
          </p:cNvPr>
          <p:cNvSpPr>
            <a:spLocks/>
          </p:cNvSpPr>
          <p:nvPr/>
        </p:nvSpPr>
        <p:spPr>
          <a:xfrm>
            <a:off x="5715234" y="4044089"/>
            <a:ext cx="1905" cy="285750"/>
          </a:xfrm>
          <a:custGeom>
            <a:pathLst>
              <a:path w="2000" h="300000">
                <a:moveTo>
                  <a:pt x="0" y="300000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BDBDBD">
                <a:alpha val="32000"/>
              </a:srgbClr>
            </a:solidFill>
            <a:prstDash val="dash"/>
          </a:ln>
        </p:spPr>
      </p:sp>
      <p:sp>
        <p:nvSpPr>
          <p:cNvPr id="345" name="PANEL_01-height-foot-0_257">
            <a:extLst>
              <a:ext uri="{FF2B5EF4-FFF2-40B4-BE49-F238E27FC236}">
                <a16:creationId xmlns:a16="http://schemas.microsoft.com/office/drawing/2014/main" id="{E0C2A078-FED9-4F52-A6EF-6CEBA54D90F4}"/>
              </a:ext>
            </a:extLst>
          </p:cNvPr>
          <p:cNvSpPr>
            <a:spLocks/>
          </p:cNvSpPr>
          <p:nvPr/>
        </p:nvSpPr>
        <p:spPr>
          <a:xfrm>
            <a:off x="5688564" y="5627322"/>
            <a:ext cx="53340" cy="53340"/>
          </a:xfrm>
          <a:prstGeom prst="ellipse">
            <a:avLst/>
          </a:prstGeom>
          <a:solidFill>
            <a:srgbClr val="FCFCFC">
              <a:alpha val="100000"/>
            </a:srgbClr>
          </a:solidFill>
          <a:ln w="5239">
            <a:solidFill>
              <a:srgbClr val="BDBDBD">
                <a:alpha val="100000"/>
              </a:srgbClr>
            </a:solidFill>
            <a:prstDash val="solid"/>
          </a:ln>
        </p:spPr>
      </p:sp>
      <p:sp>
        <p:nvSpPr>
          <p:cNvPr id="347" name="PANEL_01-route-underlay-2_258">
            <a:extLst>
              <a:ext uri="{FF2B5EF4-FFF2-40B4-BE49-F238E27FC236}">
                <a16:creationId xmlns:a16="http://schemas.microsoft.com/office/drawing/2014/main" id="{8CA46690-22FD-46E4-9809-EB3222449D39}"/>
              </a:ext>
            </a:extLst>
          </p:cNvPr>
          <p:cNvSpPr>
            <a:spLocks/>
          </p:cNvSpPr>
          <p:nvPr/>
        </p:nvSpPr>
        <p:spPr>
          <a:xfrm>
            <a:off x="7573863" y="1954759"/>
            <a:ext cx="1745394" cy="1159298"/>
          </a:xfrm>
          <a:custGeom>
            <a:pathLst>
              <a:path w="1832434" h="1217111">
                <a:moveTo>
                  <a:pt x="0" y="1217111"/>
                </a:moveTo>
                <a:cubicBezTo>
                  <a:pt x="183494" y="1150824"/>
                  <a:pt x="802864" y="957036"/>
                  <a:pt x="1100964" y="819390"/>
                </a:cubicBezTo>
                <a:cubicBezTo>
                  <a:pt x="1399064" y="681745"/>
                  <a:pt x="1744767" y="517118"/>
                  <a:pt x="1788601" y="391237"/>
                </a:cubicBezTo>
                <a:cubicBezTo>
                  <a:pt x="1832434" y="265357"/>
                  <a:pt x="1611110" y="128211"/>
                  <a:pt x="1363966" y="64106"/>
                </a:cubicBezTo>
                <a:cubicBezTo>
                  <a:pt x="1116822" y="0"/>
                  <a:pt x="523880" y="11944"/>
                  <a:pt x="305737" y="6603"/>
                </a:cubicBezTo>
                <a:cubicBezTo>
                  <a:pt x="87594" y="1263"/>
                  <a:pt x="96880" y="27821"/>
                  <a:pt x="55109" y="32064"/>
                </a:cubicBezTo>
              </a:path>
            </a:pathLst>
          </a:custGeom>
          <a:noFill/>
          <a:ln w="40005">
            <a:solidFill>
              <a:srgbClr val="FCFCFC">
                <a:alpha val="94000"/>
              </a:srgbClr>
            </a:solidFill>
            <a:prstDash val="dash"/>
          </a:ln>
        </p:spPr>
      </p:sp>
      <p:sp>
        <p:nvSpPr>
          <p:cNvPr id="348" name="PANEL_01-sampling-route-2_259">
            <a:extLst>
              <a:ext uri="{FF2B5EF4-FFF2-40B4-BE49-F238E27FC236}">
                <a16:creationId xmlns:a16="http://schemas.microsoft.com/office/drawing/2014/main" id="{E5A25BC2-E51B-4EAC-A911-897CF6130DAA}"/>
              </a:ext>
            </a:extLst>
          </p:cNvPr>
          <p:cNvSpPr>
            <a:spLocks/>
          </p:cNvSpPr>
          <p:nvPr/>
        </p:nvSpPr>
        <p:spPr>
          <a:xfrm>
            <a:off x="7573863" y="1954759"/>
            <a:ext cx="1745394" cy="1159298"/>
          </a:xfrm>
          <a:custGeom>
            <a:pathLst>
              <a:path w="1832434" h="1217111">
                <a:moveTo>
                  <a:pt x="0" y="1217111"/>
                </a:moveTo>
                <a:cubicBezTo>
                  <a:pt x="183494" y="1150824"/>
                  <a:pt x="802864" y="957036"/>
                  <a:pt x="1100964" y="819390"/>
                </a:cubicBezTo>
                <a:cubicBezTo>
                  <a:pt x="1399064" y="681745"/>
                  <a:pt x="1744767" y="517118"/>
                  <a:pt x="1788601" y="391237"/>
                </a:cubicBezTo>
                <a:cubicBezTo>
                  <a:pt x="1832434" y="265357"/>
                  <a:pt x="1611110" y="128211"/>
                  <a:pt x="1363966" y="64106"/>
                </a:cubicBezTo>
                <a:cubicBezTo>
                  <a:pt x="1116822" y="0"/>
                  <a:pt x="523880" y="11944"/>
                  <a:pt x="305737" y="6603"/>
                </a:cubicBezTo>
                <a:cubicBezTo>
                  <a:pt x="87594" y="1263"/>
                  <a:pt x="96880" y="27821"/>
                  <a:pt x="55109" y="32064"/>
                </a:cubicBezTo>
              </a:path>
            </a:pathLst>
          </a:custGeom>
          <a:noFill/>
          <a:ln w="20003">
            <a:solidFill>
              <a:srgbClr val="3C3C3C">
                <a:alpha val="100000"/>
              </a:srgbClr>
            </a:solidFill>
            <a:prstDash val="dash"/>
          </a:ln>
        </p:spPr>
      </p:sp>
      <p:sp>
        <p:nvSpPr>
          <p:cNvPr id="350" name="PANEL_01-sample-2-0_260">
            <a:extLst>
              <a:ext uri="{FF2B5EF4-FFF2-40B4-BE49-F238E27FC236}">
                <a16:creationId xmlns:a16="http://schemas.microsoft.com/office/drawing/2014/main" id="{87379C53-F5CD-412B-A594-8578D388D943}"/>
              </a:ext>
            </a:extLst>
          </p:cNvPr>
          <p:cNvSpPr>
            <a:spLocks/>
          </p:cNvSpPr>
          <p:nvPr/>
        </p:nvSpPr>
        <p:spPr>
          <a:xfrm>
            <a:off x="7531001" y="3071194"/>
            <a:ext cx="85725" cy="85725"/>
          </a:xfrm>
          <a:prstGeom prst="ellipse">
            <a:avLst/>
          </a:prstGeom>
          <a:solidFill>
            <a:srgbClr val="FCFCFC">
              <a:alpha val="100000"/>
            </a:srgbClr>
          </a:solidFill>
          <a:ln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51" name="PANEL_01-snapshot-high-core-2-0_261">
            <a:extLst>
              <a:ext uri="{FF2B5EF4-FFF2-40B4-BE49-F238E27FC236}">
                <a16:creationId xmlns:a16="http://schemas.microsoft.com/office/drawing/2014/main" id="{3149A81B-7070-4A4C-8D24-C868146291BA}"/>
              </a:ext>
            </a:extLst>
          </p:cNvPr>
          <p:cNvSpPr>
            <a:spLocks/>
          </p:cNvSpPr>
          <p:nvPr/>
        </p:nvSpPr>
        <p:spPr>
          <a:xfrm>
            <a:off x="7557671" y="3097864"/>
            <a:ext cx="32385" cy="32385"/>
          </a:xfrm>
          <a:prstGeom prst="ellipse">
            <a:avLst/>
          </a:prstGeom>
          <a:solidFill>
            <a:srgbClr val="3C3C3C">
              <a:alpha val="100000"/>
            </a:srgbClr>
          </a:solidFill>
          <a:ln w="0">
            <a:noFill/>
            <a:prstDash val="solid"/>
          </a:ln>
        </p:spPr>
      </p:sp>
      <p:sp>
        <p:nvSpPr>
          <p:cNvPr id="352" name="PANEL_01-sample-2-1_262">
            <a:extLst>
              <a:ext uri="{FF2B5EF4-FFF2-40B4-BE49-F238E27FC236}">
                <a16:creationId xmlns:a16="http://schemas.microsoft.com/office/drawing/2014/main" id="{B9C7971E-4326-416C-AE73-AE4286B19C13}"/>
              </a:ext>
            </a:extLst>
          </p:cNvPr>
          <p:cNvSpPr>
            <a:spLocks/>
          </p:cNvSpPr>
          <p:nvPr/>
        </p:nvSpPr>
        <p:spPr>
          <a:xfrm>
            <a:off x="8579669" y="2692366"/>
            <a:ext cx="85725" cy="85725"/>
          </a:xfrm>
          <a:prstGeom prst="ellipse">
            <a:avLst/>
          </a:prstGeom>
          <a:solidFill>
            <a:srgbClr val="FCFCFC">
              <a:alpha val="100000"/>
            </a:srgbClr>
          </a:solidFill>
          <a:ln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53" name="PANEL_01-sample-2-2_263">
            <a:extLst>
              <a:ext uri="{FF2B5EF4-FFF2-40B4-BE49-F238E27FC236}">
                <a16:creationId xmlns:a16="http://schemas.microsoft.com/office/drawing/2014/main" id="{A246A2F0-863D-41F7-AAEE-C9A06C534C93}"/>
              </a:ext>
            </a:extLst>
          </p:cNvPr>
          <p:cNvSpPr>
            <a:spLocks/>
          </p:cNvSpPr>
          <p:nvPr/>
        </p:nvSpPr>
        <p:spPr>
          <a:xfrm>
            <a:off x="9234643" y="2284550"/>
            <a:ext cx="85725" cy="85725"/>
          </a:xfrm>
          <a:prstGeom prst="ellipse">
            <a:avLst/>
          </a:prstGeom>
          <a:solidFill>
            <a:srgbClr val="FCFCFC">
              <a:alpha val="100000"/>
            </a:srgbClr>
          </a:solidFill>
          <a:ln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54" name="PANEL_01-snapshot-high-core-2-2_264">
            <a:extLst>
              <a:ext uri="{FF2B5EF4-FFF2-40B4-BE49-F238E27FC236}">
                <a16:creationId xmlns:a16="http://schemas.microsoft.com/office/drawing/2014/main" id="{80473738-8E3A-4339-9AC7-CDAC92264DE9}"/>
              </a:ext>
            </a:extLst>
          </p:cNvPr>
          <p:cNvSpPr>
            <a:spLocks/>
          </p:cNvSpPr>
          <p:nvPr/>
        </p:nvSpPr>
        <p:spPr>
          <a:xfrm>
            <a:off x="9261313" y="2311220"/>
            <a:ext cx="32385" cy="32385"/>
          </a:xfrm>
          <a:prstGeom prst="ellipse">
            <a:avLst/>
          </a:prstGeom>
          <a:solidFill>
            <a:srgbClr val="3C3C3C">
              <a:alpha val="100000"/>
            </a:srgbClr>
          </a:solidFill>
          <a:ln w="0">
            <a:noFill/>
            <a:prstDash val="solid"/>
          </a:ln>
        </p:spPr>
      </p:sp>
      <p:sp>
        <p:nvSpPr>
          <p:cNvPr id="355" name="PANEL_01-sample-2-3_265">
            <a:extLst>
              <a:ext uri="{FF2B5EF4-FFF2-40B4-BE49-F238E27FC236}">
                <a16:creationId xmlns:a16="http://schemas.microsoft.com/office/drawing/2014/main" id="{2A410937-2053-4DA2-ADFE-31C3839AE20F}"/>
              </a:ext>
            </a:extLst>
          </p:cNvPr>
          <p:cNvSpPr>
            <a:spLocks/>
          </p:cNvSpPr>
          <p:nvPr/>
        </p:nvSpPr>
        <p:spPr>
          <a:xfrm>
            <a:off x="8830179" y="1972957"/>
            <a:ext cx="85725" cy="85725"/>
          </a:xfrm>
          <a:prstGeom prst="ellipse">
            <a:avLst/>
          </a:prstGeom>
          <a:solidFill>
            <a:srgbClr val="FCFCFC">
              <a:alpha val="100000"/>
            </a:srgbClr>
          </a:solidFill>
          <a:ln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56" name="PANEL_01-sample-2-4_266">
            <a:extLst>
              <a:ext uri="{FF2B5EF4-FFF2-40B4-BE49-F238E27FC236}">
                <a16:creationId xmlns:a16="http://schemas.microsoft.com/office/drawing/2014/main" id="{BDEB1BF6-5E43-474B-A820-D93D7C403457}"/>
              </a:ext>
            </a:extLst>
          </p:cNvPr>
          <p:cNvSpPr>
            <a:spLocks/>
          </p:cNvSpPr>
          <p:nvPr/>
        </p:nvSpPr>
        <p:spPr>
          <a:xfrm>
            <a:off x="7822215" y="1918186"/>
            <a:ext cx="85725" cy="85725"/>
          </a:xfrm>
          <a:prstGeom prst="ellipse">
            <a:avLst/>
          </a:prstGeom>
          <a:solidFill>
            <a:srgbClr val="FCFCFC">
              <a:alpha val="100000"/>
            </a:srgbClr>
          </a:solidFill>
          <a:ln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57" name="PANEL_01-snapshot-high-core-2-4_267">
            <a:extLst>
              <a:ext uri="{FF2B5EF4-FFF2-40B4-BE49-F238E27FC236}">
                <a16:creationId xmlns:a16="http://schemas.microsoft.com/office/drawing/2014/main" id="{225230B5-13E5-4179-97DE-81DADF97BBA9}"/>
              </a:ext>
            </a:extLst>
          </p:cNvPr>
          <p:cNvSpPr>
            <a:spLocks/>
          </p:cNvSpPr>
          <p:nvPr/>
        </p:nvSpPr>
        <p:spPr>
          <a:xfrm>
            <a:off x="7848885" y="1944856"/>
            <a:ext cx="32385" cy="32385"/>
          </a:xfrm>
          <a:prstGeom prst="ellipse">
            <a:avLst/>
          </a:prstGeom>
          <a:solidFill>
            <a:srgbClr val="3C3C3C">
              <a:alpha val="100000"/>
            </a:srgbClr>
          </a:solidFill>
          <a:ln w="0">
            <a:noFill/>
            <a:prstDash val="solid"/>
          </a:ln>
        </p:spPr>
      </p:sp>
      <p:sp>
        <p:nvSpPr>
          <p:cNvPr id="359" name="PANEL_01-route-underlay-3_268">
            <a:extLst>
              <a:ext uri="{FF2B5EF4-FFF2-40B4-BE49-F238E27FC236}">
                <a16:creationId xmlns:a16="http://schemas.microsoft.com/office/drawing/2014/main" id="{2D5DCDCD-50ED-4136-94B9-A91183AC318A}"/>
              </a:ext>
            </a:extLst>
          </p:cNvPr>
          <p:cNvSpPr>
            <a:spLocks/>
          </p:cNvSpPr>
          <p:nvPr/>
        </p:nvSpPr>
        <p:spPr>
          <a:xfrm>
            <a:off x="4846451" y="676515"/>
            <a:ext cx="345247" cy="1541100"/>
          </a:xfrm>
          <a:custGeom>
            <a:pathLst>
              <a:path w="362464" h="1617953">
                <a:moveTo>
                  <a:pt x="310683" y="1617953"/>
                </a:moveTo>
                <a:cubicBezTo>
                  <a:pt x="310683" y="1542141"/>
                  <a:pt x="310683" y="1290447"/>
                  <a:pt x="310683" y="1163083"/>
                </a:cubicBezTo>
                <a:cubicBezTo>
                  <a:pt x="310683" y="1035720"/>
                  <a:pt x="310683" y="956876"/>
                  <a:pt x="310683" y="853772"/>
                </a:cubicBezTo>
                <a:cubicBezTo>
                  <a:pt x="310683" y="750668"/>
                  <a:pt x="310683" y="671824"/>
                  <a:pt x="310683" y="544461"/>
                </a:cubicBezTo>
                <a:cubicBezTo>
                  <a:pt x="310683" y="417098"/>
                  <a:pt x="362464" y="179183"/>
                  <a:pt x="310683" y="89592"/>
                </a:cubicBezTo>
                <a:cubicBezTo>
                  <a:pt x="258903" y="0"/>
                  <a:pt x="51781" y="20691"/>
                  <a:pt x="0" y="6911"/>
                </a:cubicBezTo>
              </a:path>
            </a:pathLst>
          </a:custGeom>
          <a:noFill/>
          <a:ln w="40005">
            <a:solidFill>
              <a:srgbClr val="FCFCFC">
                <a:alpha val="94000"/>
              </a:srgbClr>
            </a:solidFill>
            <a:prstDash val="dash"/>
          </a:ln>
        </p:spPr>
      </p:sp>
      <p:sp>
        <p:nvSpPr>
          <p:cNvPr id="360" name="PANEL_01-sampling-route-3_269">
            <a:extLst>
              <a:ext uri="{FF2B5EF4-FFF2-40B4-BE49-F238E27FC236}">
                <a16:creationId xmlns:a16="http://schemas.microsoft.com/office/drawing/2014/main" id="{88BA3CAB-B052-48CF-BBB6-91A1066C9302}"/>
              </a:ext>
            </a:extLst>
          </p:cNvPr>
          <p:cNvSpPr>
            <a:spLocks/>
          </p:cNvSpPr>
          <p:nvPr/>
        </p:nvSpPr>
        <p:spPr>
          <a:xfrm>
            <a:off x="4846451" y="676515"/>
            <a:ext cx="345247" cy="1541100"/>
          </a:xfrm>
          <a:custGeom>
            <a:pathLst>
              <a:path w="362464" h="1617953">
                <a:moveTo>
                  <a:pt x="310683" y="1617953"/>
                </a:moveTo>
                <a:cubicBezTo>
                  <a:pt x="310683" y="1542141"/>
                  <a:pt x="310683" y="1290447"/>
                  <a:pt x="310683" y="1163083"/>
                </a:cubicBezTo>
                <a:cubicBezTo>
                  <a:pt x="310683" y="1035720"/>
                  <a:pt x="310683" y="956876"/>
                  <a:pt x="310683" y="853772"/>
                </a:cubicBezTo>
                <a:cubicBezTo>
                  <a:pt x="310683" y="750668"/>
                  <a:pt x="310683" y="671824"/>
                  <a:pt x="310683" y="544461"/>
                </a:cubicBezTo>
                <a:cubicBezTo>
                  <a:pt x="310683" y="417098"/>
                  <a:pt x="362464" y="179183"/>
                  <a:pt x="310683" y="89592"/>
                </a:cubicBezTo>
                <a:cubicBezTo>
                  <a:pt x="258903" y="0"/>
                  <a:pt x="51781" y="20691"/>
                  <a:pt x="0" y="6911"/>
                </a:cubicBezTo>
              </a:path>
            </a:pathLst>
          </a:custGeom>
          <a:noFill/>
          <a:ln w="20003">
            <a:solidFill>
              <a:srgbClr val="3C3C3C">
                <a:alpha val="100000"/>
              </a:srgbClr>
            </a:solidFill>
            <a:prstDash val="dash"/>
          </a:ln>
        </p:spPr>
      </p:sp>
      <p:sp>
        <p:nvSpPr>
          <p:cNvPr id="362" name="PANEL_01-sample-3-0_270">
            <a:extLst>
              <a:ext uri="{FF2B5EF4-FFF2-40B4-BE49-F238E27FC236}">
                <a16:creationId xmlns:a16="http://schemas.microsoft.com/office/drawing/2014/main" id="{D29C63C8-F91F-4124-8943-BE5AEF3E7513}"/>
              </a:ext>
            </a:extLst>
          </p:cNvPr>
          <p:cNvSpPr>
            <a:spLocks/>
          </p:cNvSpPr>
          <p:nvPr/>
        </p:nvSpPr>
        <p:spPr>
          <a:xfrm>
            <a:off x="5099514" y="2174752"/>
            <a:ext cx="85725" cy="85725"/>
          </a:xfrm>
          <a:prstGeom prst="ellipse">
            <a:avLst/>
          </a:prstGeom>
          <a:solidFill>
            <a:srgbClr val="FCFCFC">
              <a:alpha val="100000"/>
            </a:srgbClr>
          </a:solidFill>
          <a:ln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63" name="PANEL_01-sample-3-1_271">
            <a:extLst>
              <a:ext uri="{FF2B5EF4-FFF2-40B4-BE49-F238E27FC236}">
                <a16:creationId xmlns:a16="http://schemas.microsoft.com/office/drawing/2014/main" id="{11E2335D-8EE5-4805-94A0-9992F8F7ABBC}"/>
              </a:ext>
            </a:extLst>
          </p:cNvPr>
          <p:cNvSpPr>
            <a:spLocks/>
          </p:cNvSpPr>
          <p:nvPr/>
        </p:nvSpPr>
        <p:spPr>
          <a:xfrm>
            <a:off x="5099514" y="1741489"/>
            <a:ext cx="85725" cy="85725"/>
          </a:xfrm>
          <a:prstGeom prst="ellipse">
            <a:avLst/>
          </a:prstGeom>
          <a:solidFill>
            <a:srgbClr val="FCFCFC">
              <a:alpha val="100000"/>
            </a:srgbClr>
          </a:solidFill>
          <a:ln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64" name="PANEL_01-snapshot-high-core-3-1_272">
            <a:extLst>
              <a:ext uri="{FF2B5EF4-FFF2-40B4-BE49-F238E27FC236}">
                <a16:creationId xmlns:a16="http://schemas.microsoft.com/office/drawing/2014/main" id="{47742B30-F65E-4FEE-976B-A3B6CB877970}"/>
              </a:ext>
            </a:extLst>
          </p:cNvPr>
          <p:cNvSpPr>
            <a:spLocks/>
          </p:cNvSpPr>
          <p:nvPr/>
        </p:nvSpPr>
        <p:spPr>
          <a:xfrm>
            <a:off x="5126184" y="1768159"/>
            <a:ext cx="32385" cy="32385"/>
          </a:xfrm>
          <a:prstGeom prst="ellipse">
            <a:avLst/>
          </a:prstGeom>
          <a:solidFill>
            <a:srgbClr val="3C3C3C">
              <a:alpha val="100000"/>
            </a:srgbClr>
          </a:solidFill>
          <a:ln w="0">
            <a:noFill/>
            <a:prstDash val="solid"/>
          </a:ln>
        </p:spPr>
      </p:sp>
      <p:sp>
        <p:nvSpPr>
          <p:cNvPr id="365" name="PANEL_01-sample-3-2_273">
            <a:extLst>
              <a:ext uri="{FF2B5EF4-FFF2-40B4-BE49-F238E27FC236}">
                <a16:creationId xmlns:a16="http://schemas.microsoft.com/office/drawing/2014/main" id="{E41788D0-827D-4CAD-AD43-8D5B2E3F2617}"/>
              </a:ext>
            </a:extLst>
          </p:cNvPr>
          <p:cNvSpPr>
            <a:spLocks/>
          </p:cNvSpPr>
          <p:nvPr/>
        </p:nvSpPr>
        <p:spPr>
          <a:xfrm>
            <a:off x="5099514" y="1446870"/>
            <a:ext cx="85725" cy="85725"/>
          </a:xfrm>
          <a:prstGeom prst="ellipse">
            <a:avLst/>
          </a:prstGeom>
          <a:solidFill>
            <a:srgbClr val="FCFCFC">
              <a:alpha val="100000"/>
            </a:srgbClr>
          </a:solidFill>
          <a:ln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66" name="PANEL_01-snapshot-high-core-3-2_274">
            <a:extLst>
              <a:ext uri="{FF2B5EF4-FFF2-40B4-BE49-F238E27FC236}">
                <a16:creationId xmlns:a16="http://schemas.microsoft.com/office/drawing/2014/main" id="{77656CEF-D6B0-4E5A-B6BC-574A18A40405}"/>
              </a:ext>
            </a:extLst>
          </p:cNvPr>
          <p:cNvSpPr>
            <a:spLocks/>
          </p:cNvSpPr>
          <p:nvPr/>
        </p:nvSpPr>
        <p:spPr>
          <a:xfrm>
            <a:off x="5126184" y="1473540"/>
            <a:ext cx="32385" cy="32385"/>
          </a:xfrm>
          <a:prstGeom prst="ellipse">
            <a:avLst/>
          </a:prstGeom>
          <a:solidFill>
            <a:srgbClr val="3C3C3C">
              <a:alpha val="100000"/>
            </a:srgbClr>
          </a:solidFill>
          <a:ln w="0">
            <a:noFill/>
            <a:prstDash val="solid"/>
          </a:ln>
        </p:spPr>
      </p:sp>
      <p:sp>
        <p:nvSpPr>
          <p:cNvPr id="367" name="PANEL_01-sample-3-3_275">
            <a:extLst>
              <a:ext uri="{FF2B5EF4-FFF2-40B4-BE49-F238E27FC236}">
                <a16:creationId xmlns:a16="http://schemas.microsoft.com/office/drawing/2014/main" id="{BAB69ECA-C1A2-407D-B907-5C6668D51A75}"/>
              </a:ext>
            </a:extLst>
          </p:cNvPr>
          <p:cNvSpPr>
            <a:spLocks/>
          </p:cNvSpPr>
          <p:nvPr/>
        </p:nvSpPr>
        <p:spPr>
          <a:xfrm>
            <a:off x="5099514" y="1152251"/>
            <a:ext cx="85725" cy="85725"/>
          </a:xfrm>
          <a:prstGeom prst="ellipse">
            <a:avLst/>
          </a:prstGeom>
          <a:solidFill>
            <a:srgbClr val="FCFCFC">
              <a:alpha val="100000"/>
            </a:srgbClr>
          </a:solidFill>
          <a:ln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68" name="PANEL_01-snapshot-high-core-3-3_276">
            <a:extLst>
              <a:ext uri="{FF2B5EF4-FFF2-40B4-BE49-F238E27FC236}">
                <a16:creationId xmlns:a16="http://schemas.microsoft.com/office/drawing/2014/main" id="{153A74EE-798D-471C-9DBF-C59292E1EA60}"/>
              </a:ext>
            </a:extLst>
          </p:cNvPr>
          <p:cNvSpPr>
            <a:spLocks/>
          </p:cNvSpPr>
          <p:nvPr/>
        </p:nvSpPr>
        <p:spPr>
          <a:xfrm>
            <a:off x="5126184" y="1178921"/>
            <a:ext cx="32385" cy="32385"/>
          </a:xfrm>
          <a:prstGeom prst="ellipse">
            <a:avLst/>
          </a:prstGeom>
          <a:solidFill>
            <a:srgbClr val="3C3C3C">
              <a:alpha val="100000"/>
            </a:srgbClr>
          </a:solidFill>
          <a:ln w="0">
            <a:noFill/>
            <a:prstDash val="solid"/>
          </a:ln>
        </p:spPr>
      </p:sp>
      <p:sp>
        <p:nvSpPr>
          <p:cNvPr id="369" name="PANEL_01-sample-3-4_277">
            <a:extLst>
              <a:ext uri="{FF2B5EF4-FFF2-40B4-BE49-F238E27FC236}">
                <a16:creationId xmlns:a16="http://schemas.microsoft.com/office/drawing/2014/main" id="{E8D2F68E-1DE9-4257-B478-F50161944F6C}"/>
              </a:ext>
            </a:extLst>
          </p:cNvPr>
          <p:cNvSpPr>
            <a:spLocks/>
          </p:cNvSpPr>
          <p:nvPr/>
        </p:nvSpPr>
        <p:spPr>
          <a:xfrm>
            <a:off x="5099514" y="718988"/>
            <a:ext cx="85725" cy="85725"/>
          </a:xfrm>
          <a:prstGeom prst="ellipse">
            <a:avLst/>
          </a:prstGeom>
          <a:solidFill>
            <a:srgbClr val="FCFCFC">
              <a:alpha val="100000"/>
            </a:srgbClr>
          </a:solidFill>
          <a:ln w="10954">
            <a:solidFill>
              <a:srgbClr val="3C3C3C">
                <a:alpha val="100000"/>
              </a:srgbClr>
            </a:solidFill>
            <a:prstDash val="solid"/>
          </a:ln>
        </p:spPr>
      </p:sp>
      <p:sp>
        <p:nvSpPr>
          <p:cNvPr id="371" name="PANEL_01-height-projection-2-excerpt-0_278">
            <a:extLst>
              <a:ext uri="{FF2B5EF4-FFF2-40B4-BE49-F238E27FC236}">
                <a16:creationId xmlns:a16="http://schemas.microsoft.com/office/drawing/2014/main" id="{FE67D6C8-8B1A-4BA7-806D-B2AA96288024}"/>
              </a:ext>
            </a:extLst>
          </p:cNvPr>
          <p:cNvSpPr>
            <a:spLocks/>
          </p:cNvSpPr>
          <p:nvPr/>
        </p:nvSpPr>
        <p:spPr>
          <a:xfrm>
            <a:off x="5142377" y="5080991"/>
            <a:ext cx="1905" cy="285750"/>
          </a:xfrm>
          <a:custGeom>
            <a:pathLst>
              <a:path w="2000" h="300000">
                <a:moveTo>
                  <a:pt x="0" y="300000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BDBDBD">
                <a:alpha val="32000"/>
              </a:srgbClr>
            </a:solidFill>
            <a:prstDash val="dash"/>
          </a:ln>
        </p:spPr>
      </p:sp>
      <p:sp>
        <p:nvSpPr>
          <p:cNvPr id="372" name="PANEL_01-height-projection-2-excerpt-1_279">
            <a:extLst>
              <a:ext uri="{FF2B5EF4-FFF2-40B4-BE49-F238E27FC236}">
                <a16:creationId xmlns:a16="http://schemas.microsoft.com/office/drawing/2014/main" id="{FAC00B69-C63F-45B1-B414-2D028B373412}"/>
              </a:ext>
            </a:extLst>
          </p:cNvPr>
          <p:cNvSpPr>
            <a:spLocks/>
          </p:cNvSpPr>
          <p:nvPr/>
        </p:nvSpPr>
        <p:spPr>
          <a:xfrm>
            <a:off x="5142377" y="2217614"/>
            <a:ext cx="1905" cy="285750"/>
          </a:xfrm>
          <a:custGeom>
            <a:pathLst>
              <a:path w="2000" h="300000">
                <a:moveTo>
                  <a:pt x="0" y="300000"/>
                </a:moveTo>
                <a:lnTo>
                  <a:pt x="0" y="0"/>
                </a:lnTo>
              </a:path>
            </a:pathLst>
          </a:custGeom>
          <a:noFill/>
          <a:ln w="6191">
            <a:solidFill>
              <a:srgbClr val="BDBDBD">
                <a:alpha val="32000"/>
              </a:srgbClr>
            </a:solidFill>
            <a:prstDash val="dash"/>
          </a:ln>
        </p:spPr>
      </p:sp>
      <p:sp>
        <p:nvSpPr>
          <p:cNvPr id="373" name="PANEL_01-height-foot-2_280">
            <a:extLst>
              <a:ext uri="{FF2B5EF4-FFF2-40B4-BE49-F238E27FC236}">
                <a16:creationId xmlns:a16="http://schemas.microsoft.com/office/drawing/2014/main" id="{B91D1BD2-98CE-4625-A247-660D271B986D}"/>
              </a:ext>
            </a:extLst>
          </p:cNvPr>
          <p:cNvSpPr>
            <a:spLocks/>
          </p:cNvSpPr>
          <p:nvPr/>
        </p:nvSpPr>
        <p:spPr>
          <a:xfrm>
            <a:off x="5115707" y="5340071"/>
            <a:ext cx="53340" cy="53340"/>
          </a:xfrm>
          <a:prstGeom prst="ellipse">
            <a:avLst/>
          </a:prstGeom>
          <a:solidFill>
            <a:srgbClr val="FCFCFC">
              <a:alpha val="100000"/>
            </a:srgbClr>
          </a:solidFill>
          <a:ln w="5239">
            <a:solidFill>
              <a:srgbClr val="BDBDBD">
                <a:alpha val="100000"/>
              </a:srgbClr>
            </a:solidFill>
            <a:prstDash val="solid"/>
          </a:ln>
        </p:spPr>
      </p:sp>
      <p:sp>
        <p:nvSpPr>
          <p:cNvPr id="375" name="PANEL_01-front-cut-faces_669">
            <a:extLst>
              <a:ext uri="{FF2B5EF4-FFF2-40B4-BE49-F238E27FC236}">
                <a16:creationId xmlns:a16="http://schemas.microsoft.com/office/drawing/2014/main" id="{DE8AF4C1-BB56-4726-B2FA-2CC4564A4467}"/>
              </a:ext>
            </a:extLst>
          </p:cNvPr>
          <p:cNvSpPr>
            <a:spLocks/>
          </p:cNvSpPr>
          <p:nvPr/>
        </p:nvSpPr>
        <p:spPr>
          <a:xfrm>
            <a:off x="286131" y="346588"/>
            <a:ext cx="2574798" cy="1110798"/>
          </a:xfrm>
          <a:custGeom>
            <a:pathLst>
              <a:path w="1744000" h="752383">
                <a:moveTo>
                  <a:pt x="1722401" y="476147"/>
                </a:moveTo>
                <a:lnTo>
                  <a:pt x="1744000" y="472650"/>
                </a:lnTo>
                <a:lnTo>
                  <a:pt x="1744000" y="530946"/>
                </a:lnTo>
                <a:lnTo>
                  <a:pt x="1722401" y="534636"/>
                </a:lnTo>
                <a:close/>
                <a:moveTo>
                  <a:pt x="1700803" y="483353"/>
                </a:moveTo>
                <a:lnTo>
                  <a:pt x="1722401" y="476147"/>
                </a:lnTo>
                <a:lnTo>
                  <a:pt x="1722401" y="534636"/>
                </a:lnTo>
                <a:lnTo>
                  <a:pt x="1700803" y="538327"/>
                </a:lnTo>
                <a:close/>
                <a:moveTo>
                  <a:pt x="1679204" y="490167"/>
                </a:moveTo>
                <a:lnTo>
                  <a:pt x="1700803" y="483353"/>
                </a:lnTo>
                <a:lnTo>
                  <a:pt x="1700803" y="538327"/>
                </a:lnTo>
                <a:lnTo>
                  <a:pt x="1679204" y="542017"/>
                </a:lnTo>
                <a:close/>
                <a:moveTo>
                  <a:pt x="1657606" y="492870"/>
                </a:moveTo>
                <a:lnTo>
                  <a:pt x="1679204" y="490167"/>
                </a:lnTo>
                <a:lnTo>
                  <a:pt x="1679204" y="542017"/>
                </a:lnTo>
                <a:lnTo>
                  <a:pt x="1657606" y="545708"/>
                </a:lnTo>
                <a:close/>
                <a:moveTo>
                  <a:pt x="1636007" y="493495"/>
                </a:moveTo>
                <a:lnTo>
                  <a:pt x="1657606" y="492870"/>
                </a:lnTo>
                <a:lnTo>
                  <a:pt x="1657606" y="545708"/>
                </a:lnTo>
                <a:lnTo>
                  <a:pt x="1636007" y="549399"/>
                </a:lnTo>
                <a:close/>
                <a:moveTo>
                  <a:pt x="1614409" y="498970"/>
                </a:moveTo>
                <a:lnTo>
                  <a:pt x="1636007" y="493495"/>
                </a:lnTo>
                <a:lnTo>
                  <a:pt x="1636007" y="549399"/>
                </a:lnTo>
                <a:lnTo>
                  <a:pt x="1614409" y="553089"/>
                </a:lnTo>
                <a:close/>
                <a:moveTo>
                  <a:pt x="1592810" y="510385"/>
                </a:moveTo>
                <a:lnTo>
                  <a:pt x="1614409" y="498970"/>
                </a:lnTo>
                <a:lnTo>
                  <a:pt x="1614409" y="553089"/>
                </a:lnTo>
                <a:lnTo>
                  <a:pt x="1592810" y="556780"/>
                </a:lnTo>
                <a:close/>
                <a:moveTo>
                  <a:pt x="1571212" y="524794"/>
                </a:moveTo>
                <a:lnTo>
                  <a:pt x="1592810" y="510385"/>
                </a:lnTo>
                <a:lnTo>
                  <a:pt x="1592810" y="556780"/>
                </a:lnTo>
                <a:lnTo>
                  <a:pt x="1571212" y="560471"/>
                </a:lnTo>
                <a:close/>
                <a:moveTo>
                  <a:pt x="1549613" y="538199"/>
                </a:moveTo>
                <a:lnTo>
                  <a:pt x="1571212" y="524794"/>
                </a:lnTo>
                <a:lnTo>
                  <a:pt x="1571212" y="560471"/>
                </a:lnTo>
                <a:lnTo>
                  <a:pt x="1549613" y="564161"/>
                </a:lnTo>
                <a:close/>
                <a:moveTo>
                  <a:pt x="1528015" y="543313"/>
                </a:moveTo>
                <a:lnTo>
                  <a:pt x="1549613" y="538199"/>
                </a:lnTo>
                <a:lnTo>
                  <a:pt x="1549613" y="564161"/>
                </a:lnTo>
                <a:lnTo>
                  <a:pt x="1528015" y="567852"/>
                </a:lnTo>
                <a:close/>
                <a:moveTo>
                  <a:pt x="1506416" y="540102"/>
                </a:moveTo>
                <a:lnTo>
                  <a:pt x="1528015" y="543313"/>
                </a:lnTo>
                <a:lnTo>
                  <a:pt x="1528015" y="567852"/>
                </a:lnTo>
                <a:lnTo>
                  <a:pt x="1506416" y="571542"/>
                </a:lnTo>
                <a:close/>
                <a:moveTo>
                  <a:pt x="1484818" y="535089"/>
                </a:moveTo>
                <a:lnTo>
                  <a:pt x="1506416" y="540102"/>
                </a:lnTo>
                <a:lnTo>
                  <a:pt x="1506416" y="571542"/>
                </a:lnTo>
                <a:lnTo>
                  <a:pt x="1484818" y="575233"/>
                </a:lnTo>
                <a:close/>
                <a:moveTo>
                  <a:pt x="1463219" y="530706"/>
                </a:moveTo>
                <a:lnTo>
                  <a:pt x="1484818" y="535089"/>
                </a:lnTo>
                <a:lnTo>
                  <a:pt x="1484818" y="575233"/>
                </a:lnTo>
                <a:lnTo>
                  <a:pt x="1463219" y="578924"/>
                </a:lnTo>
                <a:close/>
                <a:moveTo>
                  <a:pt x="1441621" y="525947"/>
                </a:moveTo>
                <a:lnTo>
                  <a:pt x="1463219" y="530706"/>
                </a:lnTo>
                <a:lnTo>
                  <a:pt x="1463219" y="578924"/>
                </a:lnTo>
                <a:lnTo>
                  <a:pt x="1441621" y="582614"/>
                </a:lnTo>
                <a:close/>
                <a:moveTo>
                  <a:pt x="1420022" y="520370"/>
                </a:moveTo>
                <a:lnTo>
                  <a:pt x="1441621" y="525947"/>
                </a:lnTo>
                <a:lnTo>
                  <a:pt x="1441621" y="582614"/>
                </a:lnTo>
                <a:lnTo>
                  <a:pt x="1420022" y="586305"/>
                </a:lnTo>
                <a:close/>
                <a:moveTo>
                  <a:pt x="1398424" y="514292"/>
                </a:moveTo>
                <a:lnTo>
                  <a:pt x="1420022" y="520370"/>
                </a:lnTo>
                <a:lnTo>
                  <a:pt x="1420022" y="586305"/>
                </a:lnTo>
                <a:lnTo>
                  <a:pt x="1398424" y="589995"/>
                </a:lnTo>
                <a:close/>
                <a:moveTo>
                  <a:pt x="1376825" y="512395"/>
                </a:moveTo>
                <a:lnTo>
                  <a:pt x="1398424" y="514292"/>
                </a:lnTo>
                <a:lnTo>
                  <a:pt x="1398424" y="589995"/>
                </a:lnTo>
                <a:lnTo>
                  <a:pt x="1376825" y="593686"/>
                </a:lnTo>
                <a:close/>
                <a:moveTo>
                  <a:pt x="1355227" y="518031"/>
                </a:moveTo>
                <a:lnTo>
                  <a:pt x="1376825" y="512395"/>
                </a:lnTo>
                <a:lnTo>
                  <a:pt x="1376825" y="593686"/>
                </a:lnTo>
                <a:lnTo>
                  <a:pt x="1355227" y="597377"/>
                </a:lnTo>
                <a:close/>
                <a:moveTo>
                  <a:pt x="1333628" y="527552"/>
                </a:moveTo>
                <a:lnTo>
                  <a:pt x="1355227" y="518031"/>
                </a:lnTo>
                <a:lnTo>
                  <a:pt x="1355227" y="597377"/>
                </a:lnTo>
                <a:lnTo>
                  <a:pt x="1333628" y="601067"/>
                </a:lnTo>
                <a:close/>
                <a:moveTo>
                  <a:pt x="1312030" y="537670"/>
                </a:moveTo>
                <a:lnTo>
                  <a:pt x="1333628" y="527552"/>
                </a:lnTo>
                <a:lnTo>
                  <a:pt x="1333628" y="601067"/>
                </a:lnTo>
                <a:lnTo>
                  <a:pt x="1312030" y="604758"/>
                </a:lnTo>
                <a:close/>
                <a:moveTo>
                  <a:pt x="1290431" y="544389"/>
                </a:moveTo>
                <a:lnTo>
                  <a:pt x="1312030" y="537670"/>
                </a:lnTo>
                <a:lnTo>
                  <a:pt x="1312030" y="604758"/>
                </a:lnTo>
                <a:lnTo>
                  <a:pt x="1290431" y="608449"/>
                </a:lnTo>
                <a:close/>
                <a:moveTo>
                  <a:pt x="1268833" y="545674"/>
                </a:moveTo>
                <a:lnTo>
                  <a:pt x="1290431" y="544389"/>
                </a:lnTo>
                <a:lnTo>
                  <a:pt x="1290431" y="608449"/>
                </a:lnTo>
                <a:lnTo>
                  <a:pt x="1268833" y="612139"/>
                </a:lnTo>
                <a:close/>
                <a:moveTo>
                  <a:pt x="1247234" y="545785"/>
                </a:moveTo>
                <a:lnTo>
                  <a:pt x="1268833" y="545674"/>
                </a:lnTo>
                <a:lnTo>
                  <a:pt x="1268833" y="612139"/>
                </a:lnTo>
                <a:lnTo>
                  <a:pt x="1247234" y="615830"/>
                </a:lnTo>
                <a:close/>
                <a:moveTo>
                  <a:pt x="1225636" y="548410"/>
                </a:moveTo>
                <a:lnTo>
                  <a:pt x="1247234" y="545785"/>
                </a:lnTo>
                <a:lnTo>
                  <a:pt x="1247234" y="615830"/>
                </a:lnTo>
                <a:lnTo>
                  <a:pt x="1225636" y="619520"/>
                </a:lnTo>
                <a:close/>
                <a:moveTo>
                  <a:pt x="1204037" y="553245"/>
                </a:moveTo>
                <a:lnTo>
                  <a:pt x="1225636" y="548410"/>
                </a:lnTo>
                <a:lnTo>
                  <a:pt x="1225636" y="619520"/>
                </a:lnTo>
                <a:lnTo>
                  <a:pt x="1204037" y="623211"/>
                </a:lnTo>
                <a:close/>
                <a:moveTo>
                  <a:pt x="1182439" y="560520"/>
                </a:moveTo>
                <a:lnTo>
                  <a:pt x="1204037" y="553245"/>
                </a:lnTo>
                <a:lnTo>
                  <a:pt x="1204037" y="623211"/>
                </a:lnTo>
                <a:lnTo>
                  <a:pt x="1182439" y="626902"/>
                </a:lnTo>
                <a:close/>
                <a:moveTo>
                  <a:pt x="1160840" y="569460"/>
                </a:moveTo>
                <a:lnTo>
                  <a:pt x="1182439" y="560520"/>
                </a:lnTo>
                <a:lnTo>
                  <a:pt x="1182439" y="626902"/>
                </a:lnTo>
                <a:lnTo>
                  <a:pt x="1160840" y="630592"/>
                </a:lnTo>
                <a:close/>
                <a:moveTo>
                  <a:pt x="1139242" y="578126"/>
                </a:moveTo>
                <a:lnTo>
                  <a:pt x="1160840" y="569460"/>
                </a:lnTo>
                <a:lnTo>
                  <a:pt x="1160840" y="630592"/>
                </a:lnTo>
                <a:lnTo>
                  <a:pt x="1139242" y="634283"/>
                </a:lnTo>
                <a:close/>
                <a:moveTo>
                  <a:pt x="1117643" y="587119"/>
                </a:moveTo>
                <a:lnTo>
                  <a:pt x="1139242" y="578126"/>
                </a:lnTo>
                <a:lnTo>
                  <a:pt x="1139242" y="634283"/>
                </a:lnTo>
                <a:lnTo>
                  <a:pt x="1117643" y="637974"/>
                </a:lnTo>
                <a:close/>
                <a:moveTo>
                  <a:pt x="1096045" y="596774"/>
                </a:moveTo>
                <a:lnTo>
                  <a:pt x="1117643" y="587119"/>
                </a:lnTo>
                <a:lnTo>
                  <a:pt x="1117643" y="637974"/>
                </a:lnTo>
                <a:lnTo>
                  <a:pt x="1096045" y="641664"/>
                </a:lnTo>
                <a:close/>
                <a:moveTo>
                  <a:pt x="1074446" y="605363"/>
                </a:moveTo>
                <a:lnTo>
                  <a:pt x="1096045" y="596774"/>
                </a:lnTo>
                <a:lnTo>
                  <a:pt x="1096045" y="641664"/>
                </a:lnTo>
                <a:lnTo>
                  <a:pt x="1074446" y="645355"/>
                </a:lnTo>
                <a:close/>
                <a:moveTo>
                  <a:pt x="1052848" y="612273"/>
                </a:moveTo>
                <a:lnTo>
                  <a:pt x="1074446" y="605363"/>
                </a:lnTo>
                <a:lnTo>
                  <a:pt x="1074446" y="645355"/>
                </a:lnTo>
                <a:lnTo>
                  <a:pt x="1052848" y="649045"/>
                </a:lnTo>
                <a:close/>
                <a:moveTo>
                  <a:pt x="1031249" y="618046"/>
                </a:moveTo>
                <a:lnTo>
                  <a:pt x="1052848" y="612273"/>
                </a:lnTo>
                <a:lnTo>
                  <a:pt x="1052848" y="649045"/>
                </a:lnTo>
                <a:lnTo>
                  <a:pt x="1031249" y="652736"/>
                </a:lnTo>
                <a:close/>
                <a:moveTo>
                  <a:pt x="1009651" y="623301"/>
                </a:moveTo>
                <a:lnTo>
                  <a:pt x="1031249" y="618046"/>
                </a:lnTo>
                <a:lnTo>
                  <a:pt x="1031249" y="652736"/>
                </a:lnTo>
                <a:lnTo>
                  <a:pt x="1009651" y="656427"/>
                </a:lnTo>
                <a:close/>
                <a:moveTo>
                  <a:pt x="988052" y="629863"/>
                </a:moveTo>
                <a:lnTo>
                  <a:pt x="1009651" y="623301"/>
                </a:lnTo>
                <a:lnTo>
                  <a:pt x="1009651" y="656427"/>
                </a:lnTo>
                <a:lnTo>
                  <a:pt x="988052" y="660117"/>
                </a:lnTo>
                <a:close/>
                <a:moveTo>
                  <a:pt x="966454" y="637134"/>
                </a:moveTo>
                <a:lnTo>
                  <a:pt x="988052" y="629863"/>
                </a:lnTo>
                <a:lnTo>
                  <a:pt x="988052" y="660117"/>
                </a:lnTo>
                <a:lnTo>
                  <a:pt x="966454" y="663808"/>
                </a:lnTo>
                <a:close/>
                <a:moveTo>
                  <a:pt x="944855" y="642638"/>
                </a:moveTo>
                <a:lnTo>
                  <a:pt x="966454" y="637134"/>
                </a:lnTo>
                <a:lnTo>
                  <a:pt x="966454" y="663808"/>
                </a:lnTo>
                <a:lnTo>
                  <a:pt x="944855" y="667498"/>
                </a:lnTo>
                <a:close/>
                <a:moveTo>
                  <a:pt x="923257" y="646011"/>
                </a:moveTo>
                <a:lnTo>
                  <a:pt x="944855" y="642638"/>
                </a:lnTo>
                <a:lnTo>
                  <a:pt x="944855" y="667498"/>
                </a:lnTo>
                <a:lnTo>
                  <a:pt x="923257" y="671189"/>
                </a:lnTo>
                <a:close/>
                <a:moveTo>
                  <a:pt x="901658" y="647268"/>
                </a:moveTo>
                <a:lnTo>
                  <a:pt x="923257" y="646011"/>
                </a:lnTo>
                <a:lnTo>
                  <a:pt x="923257" y="671189"/>
                </a:lnTo>
                <a:lnTo>
                  <a:pt x="901658" y="674880"/>
                </a:lnTo>
                <a:close/>
                <a:moveTo>
                  <a:pt x="880060" y="646538"/>
                </a:moveTo>
                <a:lnTo>
                  <a:pt x="901658" y="647268"/>
                </a:lnTo>
                <a:lnTo>
                  <a:pt x="901658" y="674880"/>
                </a:lnTo>
                <a:lnTo>
                  <a:pt x="880060" y="678570"/>
                </a:lnTo>
                <a:close/>
                <a:moveTo>
                  <a:pt x="858461" y="644868"/>
                </a:moveTo>
                <a:lnTo>
                  <a:pt x="880060" y="646538"/>
                </a:lnTo>
                <a:lnTo>
                  <a:pt x="880060" y="678570"/>
                </a:lnTo>
                <a:lnTo>
                  <a:pt x="858461" y="682261"/>
                </a:lnTo>
                <a:close/>
                <a:moveTo>
                  <a:pt x="836862" y="643604"/>
                </a:moveTo>
                <a:lnTo>
                  <a:pt x="858461" y="644868"/>
                </a:lnTo>
                <a:lnTo>
                  <a:pt x="858461" y="682261"/>
                </a:lnTo>
                <a:lnTo>
                  <a:pt x="836862" y="685952"/>
                </a:lnTo>
                <a:close/>
                <a:moveTo>
                  <a:pt x="815264" y="643369"/>
                </a:moveTo>
                <a:lnTo>
                  <a:pt x="836862" y="643604"/>
                </a:lnTo>
                <a:lnTo>
                  <a:pt x="836862" y="685952"/>
                </a:lnTo>
                <a:lnTo>
                  <a:pt x="815264" y="689642"/>
                </a:lnTo>
                <a:close/>
                <a:moveTo>
                  <a:pt x="793665" y="643683"/>
                </a:moveTo>
                <a:lnTo>
                  <a:pt x="815264" y="643369"/>
                </a:lnTo>
                <a:lnTo>
                  <a:pt x="815264" y="689642"/>
                </a:lnTo>
                <a:lnTo>
                  <a:pt x="793665" y="693333"/>
                </a:lnTo>
                <a:close/>
                <a:moveTo>
                  <a:pt x="772067" y="644319"/>
                </a:moveTo>
                <a:lnTo>
                  <a:pt x="793665" y="643683"/>
                </a:lnTo>
                <a:lnTo>
                  <a:pt x="793665" y="693333"/>
                </a:lnTo>
                <a:lnTo>
                  <a:pt x="772067" y="697023"/>
                </a:lnTo>
                <a:close/>
                <a:moveTo>
                  <a:pt x="750468" y="645926"/>
                </a:moveTo>
                <a:lnTo>
                  <a:pt x="772067" y="644319"/>
                </a:lnTo>
                <a:lnTo>
                  <a:pt x="772067" y="697023"/>
                </a:lnTo>
                <a:lnTo>
                  <a:pt x="750468" y="700714"/>
                </a:lnTo>
                <a:close/>
                <a:moveTo>
                  <a:pt x="728870" y="648686"/>
                </a:moveTo>
                <a:lnTo>
                  <a:pt x="750468" y="645926"/>
                </a:lnTo>
                <a:lnTo>
                  <a:pt x="750468" y="700714"/>
                </a:lnTo>
                <a:lnTo>
                  <a:pt x="728870" y="704405"/>
                </a:lnTo>
                <a:close/>
                <a:moveTo>
                  <a:pt x="707271" y="651212"/>
                </a:moveTo>
                <a:lnTo>
                  <a:pt x="728870" y="648686"/>
                </a:lnTo>
                <a:lnTo>
                  <a:pt x="728870" y="704405"/>
                </a:lnTo>
                <a:lnTo>
                  <a:pt x="707271" y="708095"/>
                </a:lnTo>
                <a:close/>
                <a:moveTo>
                  <a:pt x="685673" y="652481"/>
                </a:moveTo>
                <a:lnTo>
                  <a:pt x="707271" y="651212"/>
                </a:lnTo>
                <a:lnTo>
                  <a:pt x="707271" y="708095"/>
                </a:lnTo>
                <a:lnTo>
                  <a:pt x="685673" y="711786"/>
                </a:lnTo>
                <a:close/>
                <a:moveTo>
                  <a:pt x="664074" y="652700"/>
                </a:moveTo>
                <a:lnTo>
                  <a:pt x="685673" y="652481"/>
                </a:lnTo>
                <a:lnTo>
                  <a:pt x="685673" y="711786"/>
                </a:lnTo>
                <a:lnTo>
                  <a:pt x="664074" y="715476"/>
                </a:lnTo>
                <a:close/>
                <a:moveTo>
                  <a:pt x="642476" y="651899"/>
                </a:moveTo>
                <a:lnTo>
                  <a:pt x="664074" y="652700"/>
                </a:lnTo>
                <a:lnTo>
                  <a:pt x="664074" y="715476"/>
                </a:lnTo>
                <a:lnTo>
                  <a:pt x="642476" y="719167"/>
                </a:lnTo>
                <a:close/>
                <a:moveTo>
                  <a:pt x="620877" y="649879"/>
                </a:moveTo>
                <a:lnTo>
                  <a:pt x="642476" y="651899"/>
                </a:lnTo>
                <a:lnTo>
                  <a:pt x="642476" y="719167"/>
                </a:lnTo>
                <a:lnTo>
                  <a:pt x="620877" y="722858"/>
                </a:lnTo>
                <a:close/>
                <a:moveTo>
                  <a:pt x="599279" y="647714"/>
                </a:moveTo>
                <a:lnTo>
                  <a:pt x="620877" y="649879"/>
                </a:lnTo>
                <a:lnTo>
                  <a:pt x="620877" y="722858"/>
                </a:lnTo>
                <a:lnTo>
                  <a:pt x="599279" y="726548"/>
                </a:lnTo>
                <a:close/>
                <a:moveTo>
                  <a:pt x="577680" y="646429"/>
                </a:moveTo>
                <a:lnTo>
                  <a:pt x="599279" y="647714"/>
                </a:lnTo>
                <a:lnTo>
                  <a:pt x="599279" y="726548"/>
                </a:lnTo>
                <a:lnTo>
                  <a:pt x="577680" y="730239"/>
                </a:lnTo>
                <a:close/>
                <a:moveTo>
                  <a:pt x="556082" y="645616"/>
                </a:moveTo>
                <a:lnTo>
                  <a:pt x="577680" y="646429"/>
                </a:lnTo>
                <a:lnTo>
                  <a:pt x="577680" y="730239"/>
                </a:lnTo>
                <a:lnTo>
                  <a:pt x="556082" y="733930"/>
                </a:lnTo>
                <a:close/>
                <a:moveTo>
                  <a:pt x="534483" y="644689"/>
                </a:moveTo>
                <a:lnTo>
                  <a:pt x="556082" y="645616"/>
                </a:lnTo>
                <a:lnTo>
                  <a:pt x="556082" y="733930"/>
                </a:lnTo>
                <a:lnTo>
                  <a:pt x="534483" y="737620"/>
                </a:lnTo>
                <a:close/>
                <a:moveTo>
                  <a:pt x="512885" y="643632"/>
                </a:moveTo>
                <a:lnTo>
                  <a:pt x="534483" y="644689"/>
                </a:lnTo>
                <a:lnTo>
                  <a:pt x="534483" y="737620"/>
                </a:lnTo>
                <a:lnTo>
                  <a:pt x="512885" y="741311"/>
                </a:lnTo>
                <a:close/>
                <a:moveTo>
                  <a:pt x="491286" y="642064"/>
                </a:moveTo>
                <a:lnTo>
                  <a:pt x="512885" y="643632"/>
                </a:lnTo>
                <a:lnTo>
                  <a:pt x="512885" y="741311"/>
                </a:lnTo>
                <a:lnTo>
                  <a:pt x="491286" y="745001"/>
                </a:lnTo>
                <a:close/>
                <a:moveTo>
                  <a:pt x="469688" y="639885"/>
                </a:moveTo>
                <a:lnTo>
                  <a:pt x="491286" y="642064"/>
                </a:lnTo>
                <a:lnTo>
                  <a:pt x="491286" y="745001"/>
                </a:lnTo>
                <a:lnTo>
                  <a:pt x="469688" y="748692"/>
                </a:lnTo>
                <a:close/>
                <a:moveTo>
                  <a:pt x="448089" y="637445"/>
                </a:moveTo>
                <a:lnTo>
                  <a:pt x="469688" y="639885"/>
                </a:lnTo>
                <a:lnTo>
                  <a:pt x="469688" y="748692"/>
                </a:lnTo>
                <a:lnTo>
                  <a:pt x="448089" y="752383"/>
                </a:lnTo>
                <a:close/>
                <a:moveTo>
                  <a:pt x="440228" y="630717"/>
                </a:moveTo>
                <a:lnTo>
                  <a:pt x="448089" y="637445"/>
                </a:lnTo>
                <a:lnTo>
                  <a:pt x="448089" y="752383"/>
                </a:lnTo>
                <a:lnTo>
                  <a:pt x="440228" y="742243"/>
                </a:lnTo>
                <a:close/>
                <a:moveTo>
                  <a:pt x="432367" y="621823"/>
                </a:moveTo>
                <a:lnTo>
                  <a:pt x="440228" y="630717"/>
                </a:lnTo>
                <a:lnTo>
                  <a:pt x="440228" y="742243"/>
                </a:lnTo>
                <a:lnTo>
                  <a:pt x="432367" y="732103"/>
                </a:lnTo>
                <a:close/>
                <a:moveTo>
                  <a:pt x="424506" y="613671"/>
                </a:moveTo>
                <a:lnTo>
                  <a:pt x="432367" y="621823"/>
                </a:lnTo>
                <a:lnTo>
                  <a:pt x="432367" y="732103"/>
                </a:lnTo>
                <a:lnTo>
                  <a:pt x="424506" y="721963"/>
                </a:lnTo>
                <a:close/>
                <a:moveTo>
                  <a:pt x="416644" y="605012"/>
                </a:moveTo>
                <a:lnTo>
                  <a:pt x="424506" y="613671"/>
                </a:lnTo>
                <a:lnTo>
                  <a:pt x="424506" y="721963"/>
                </a:lnTo>
                <a:lnTo>
                  <a:pt x="416644" y="711823"/>
                </a:lnTo>
                <a:close/>
                <a:moveTo>
                  <a:pt x="408783" y="595425"/>
                </a:moveTo>
                <a:lnTo>
                  <a:pt x="416644" y="605012"/>
                </a:lnTo>
                <a:lnTo>
                  <a:pt x="416644" y="711823"/>
                </a:lnTo>
                <a:lnTo>
                  <a:pt x="408783" y="701683"/>
                </a:lnTo>
                <a:close/>
                <a:moveTo>
                  <a:pt x="400922" y="585550"/>
                </a:moveTo>
                <a:lnTo>
                  <a:pt x="408783" y="595425"/>
                </a:lnTo>
                <a:lnTo>
                  <a:pt x="408783" y="701683"/>
                </a:lnTo>
                <a:lnTo>
                  <a:pt x="400922" y="691543"/>
                </a:lnTo>
                <a:close/>
                <a:moveTo>
                  <a:pt x="393061" y="572941"/>
                </a:moveTo>
                <a:lnTo>
                  <a:pt x="400922" y="585550"/>
                </a:lnTo>
                <a:lnTo>
                  <a:pt x="400922" y="691543"/>
                </a:lnTo>
                <a:lnTo>
                  <a:pt x="393061" y="681403"/>
                </a:lnTo>
                <a:close/>
                <a:moveTo>
                  <a:pt x="385200" y="559425"/>
                </a:moveTo>
                <a:lnTo>
                  <a:pt x="393061" y="572941"/>
                </a:lnTo>
                <a:lnTo>
                  <a:pt x="393061" y="681403"/>
                </a:lnTo>
                <a:lnTo>
                  <a:pt x="385200" y="671264"/>
                </a:lnTo>
                <a:close/>
                <a:moveTo>
                  <a:pt x="377338" y="544657"/>
                </a:moveTo>
                <a:lnTo>
                  <a:pt x="385200" y="559425"/>
                </a:lnTo>
                <a:lnTo>
                  <a:pt x="385200" y="671264"/>
                </a:lnTo>
                <a:lnTo>
                  <a:pt x="377338" y="661124"/>
                </a:lnTo>
                <a:close/>
                <a:moveTo>
                  <a:pt x="369477" y="530053"/>
                </a:moveTo>
                <a:lnTo>
                  <a:pt x="377338" y="544657"/>
                </a:lnTo>
                <a:lnTo>
                  <a:pt x="377338" y="661124"/>
                </a:lnTo>
                <a:lnTo>
                  <a:pt x="369477" y="650984"/>
                </a:lnTo>
                <a:close/>
                <a:moveTo>
                  <a:pt x="361616" y="515614"/>
                </a:moveTo>
                <a:lnTo>
                  <a:pt x="369477" y="530053"/>
                </a:lnTo>
                <a:lnTo>
                  <a:pt x="369477" y="650984"/>
                </a:lnTo>
                <a:lnTo>
                  <a:pt x="361616" y="640844"/>
                </a:lnTo>
                <a:close/>
                <a:moveTo>
                  <a:pt x="353755" y="497716"/>
                </a:moveTo>
                <a:lnTo>
                  <a:pt x="361616" y="515614"/>
                </a:lnTo>
                <a:lnTo>
                  <a:pt x="361616" y="640844"/>
                </a:lnTo>
                <a:lnTo>
                  <a:pt x="353755" y="630704"/>
                </a:lnTo>
                <a:close/>
                <a:moveTo>
                  <a:pt x="345893" y="475793"/>
                </a:moveTo>
                <a:lnTo>
                  <a:pt x="353755" y="497716"/>
                </a:lnTo>
                <a:lnTo>
                  <a:pt x="353755" y="630704"/>
                </a:lnTo>
                <a:lnTo>
                  <a:pt x="345893" y="620564"/>
                </a:lnTo>
                <a:close/>
                <a:moveTo>
                  <a:pt x="338032" y="452445"/>
                </a:moveTo>
                <a:lnTo>
                  <a:pt x="345893" y="475793"/>
                </a:lnTo>
                <a:lnTo>
                  <a:pt x="345893" y="620564"/>
                </a:lnTo>
                <a:lnTo>
                  <a:pt x="338032" y="610424"/>
                </a:lnTo>
                <a:close/>
                <a:moveTo>
                  <a:pt x="330171" y="429181"/>
                </a:moveTo>
                <a:lnTo>
                  <a:pt x="338032" y="452445"/>
                </a:lnTo>
                <a:lnTo>
                  <a:pt x="338032" y="610424"/>
                </a:lnTo>
                <a:lnTo>
                  <a:pt x="330171" y="600284"/>
                </a:lnTo>
                <a:close/>
                <a:moveTo>
                  <a:pt x="322310" y="407778"/>
                </a:moveTo>
                <a:lnTo>
                  <a:pt x="330171" y="429181"/>
                </a:lnTo>
                <a:lnTo>
                  <a:pt x="330171" y="600284"/>
                </a:lnTo>
                <a:lnTo>
                  <a:pt x="322310" y="590144"/>
                </a:lnTo>
                <a:close/>
                <a:moveTo>
                  <a:pt x="314449" y="388974"/>
                </a:moveTo>
                <a:lnTo>
                  <a:pt x="322310" y="407778"/>
                </a:lnTo>
                <a:lnTo>
                  <a:pt x="322310" y="590144"/>
                </a:lnTo>
                <a:lnTo>
                  <a:pt x="314449" y="580005"/>
                </a:lnTo>
                <a:close/>
                <a:moveTo>
                  <a:pt x="306587" y="372411"/>
                </a:moveTo>
                <a:lnTo>
                  <a:pt x="314449" y="388974"/>
                </a:lnTo>
                <a:lnTo>
                  <a:pt x="314449" y="580005"/>
                </a:lnTo>
                <a:lnTo>
                  <a:pt x="306587" y="569865"/>
                </a:lnTo>
                <a:close/>
                <a:moveTo>
                  <a:pt x="298726" y="358789"/>
                </a:moveTo>
                <a:lnTo>
                  <a:pt x="306587" y="372411"/>
                </a:lnTo>
                <a:lnTo>
                  <a:pt x="306587" y="569865"/>
                </a:lnTo>
                <a:lnTo>
                  <a:pt x="298726" y="559725"/>
                </a:lnTo>
                <a:close/>
                <a:moveTo>
                  <a:pt x="290865" y="347535"/>
                </a:moveTo>
                <a:lnTo>
                  <a:pt x="298726" y="358789"/>
                </a:lnTo>
                <a:lnTo>
                  <a:pt x="298726" y="559725"/>
                </a:lnTo>
                <a:lnTo>
                  <a:pt x="290865" y="549585"/>
                </a:lnTo>
                <a:close/>
                <a:moveTo>
                  <a:pt x="283004" y="333975"/>
                </a:moveTo>
                <a:lnTo>
                  <a:pt x="290865" y="347535"/>
                </a:lnTo>
                <a:lnTo>
                  <a:pt x="290865" y="549585"/>
                </a:lnTo>
                <a:lnTo>
                  <a:pt x="283004" y="539445"/>
                </a:lnTo>
                <a:close/>
                <a:moveTo>
                  <a:pt x="275143" y="318490"/>
                </a:moveTo>
                <a:lnTo>
                  <a:pt x="283004" y="333975"/>
                </a:lnTo>
                <a:lnTo>
                  <a:pt x="283004" y="539445"/>
                </a:lnTo>
                <a:lnTo>
                  <a:pt x="275143" y="529305"/>
                </a:lnTo>
                <a:close/>
                <a:moveTo>
                  <a:pt x="267281" y="305128"/>
                </a:moveTo>
                <a:lnTo>
                  <a:pt x="275143" y="318490"/>
                </a:lnTo>
                <a:lnTo>
                  <a:pt x="275143" y="529305"/>
                </a:lnTo>
                <a:lnTo>
                  <a:pt x="267281" y="519165"/>
                </a:lnTo>
                <a:close/>
                <a:moveTo>
                  <a:pt x="259420" y="288470"/>
                </a:moveTo>
                <a:lnTo>
                  <a:pt x="267281" y="305128"/>
                </a:lnTo>
                <a:lnTo>
                  <a:pt x="267281" y="519165"/>
                </a:lnTo>
                <a:lnTo>
                  <a:pt x="259420" y="509025"/>
                </a:lnTo>
                <a:close/>
                <a:moveTo>
                  <a:pt x="251559" y="264651"/>
                </a:moveTo>
                <a:lnTo>
                  <a:pt x="259420" y="288470"/>
                </a:lnTo>
                <a:lnTo>
                  <a:pt x="259420" y="509025"/>
                </a:lnTo>
                <a:lnTo>
                  <a:pt x="251559" y="498885"/>
                </a:lnTo>
                <a:close/>
                <a:moveTo>
                  <a:pt x="243698" y="239510"/>
                </a:moveTo>
                <a:lnTo>
                  <a:pt x="251559" y="264651"/>
                </a:lnTo>
                <a:lnTo>
                  <a:pt x="251559" y="498885"/>
                </a:lnTo>
                <a:lnTo>
                  <a:pt x="243698" y="488746"/>
                </a:lnTo>
                <a:close/>
                <a:moveTo>
                  <a:pt x="235836" y="217338"/>
                </a:moveTo>
                <a:lnTo>
                  <a:pt x="243698" y="239510"/>
                </a:lnTo>
                <a:lnTo>
                  <a:pt x="243698" y="488746"/>
                </a:lnTo>
                <a:lnTo>
                  <a:pt x="235836" y="478606"/>
                </a:lnTo>
                <a:close/>
                <a:moveTo>
                  <a:pt x="227975" y="196767"/>
                </a:moveTo>
                <a:lnTo>
                  <a:pt x="235836" y="217338"/>
                </a:lnTo>
                <a:lnTo>
                  <a:pt x="235836" y="478606"/>
                </a:lnTo>
                <a:lnTo>
                  <a:pt x="227975" y="468466"/>
                </a:lnTo>
                <a:close/>
                <a:moveTo>
                  <a:pt x="220114" y="177095"/>
                </a:moveTo>
                <a:lnTo>
                  <a:pt x="227975" y="196767"/>
                </a:lnTo>
                <a:lnTo>
                  <a:pt x="227975" y="468466"/>
                </a:lnTo>
                <a:lnTo>
                  <a:pt x="220114" y="458326"/>
                </a:lnTo>
                <a:close/>
                <a:moveTo>
                  <a:pt x="212253" y="161453"/>
                </a:moveTo>
                <a:lnTo>
                  <a:pt x="220114" y="177095"/>
                </a:lnTo>
                <a:lnTo>
                  <a:pt x="220114" y="458326"/>
                </a:lnTo>
                <a:lnTo>
                  <a:pt x="212253" y="448186"/>
                </a:lnTo>
                <a:close/>
                <a:moveTo>
                  <a:pt x="204392" y="153865"/>
                </a:moveTo>
                <a:lnTo>
                  <a:pt x="212253" y="161453"/>
                </a:lnTo>
                <a:lnTo>
                  <a:pt x="212253" y="448186"/>
                </a:lnTo>
                <a:lnTo>
                  <a:pt x="204392" y="438046"/>
                </a:lnTo>
                <a:close/>
                <a:moveTo>
                  <a:pt x="196530" y="152574"/>
                </a:moveTo>
                <a:lnTo>
                  <a:pt x="204392" y="153865"/>
                </a:lnTo>
                <a:lnTo>
                  <a:pt x="204392" y="438046"/>
                </a:lnTo>
                <a:lnTo>
                  <a:pt x="196530" y="427906"/>
                </a:lnTo>
                <a:close/>
                <a:moveTo>
                  <a:pt x="188669" y="152103"/>
                </a:moveTo>
                <a:lnTo>
                  <a:pt x="196530" y="152574"/>
                </a:lnTo>
                <a:lnTo>
                  <a:pt x="196530" y="427906"/>
                </a:lnTo>
                <a:lnTo>
                  <a:pt x="188669" y="417766"/>
                </a:lnTo>
                <a:close/>
                <a:moveTo>
                  <a:pt x="180808" y="150045"/>
                </a:moveTo>
                <a:lnTo>
                  <a:pt x="188669" y="152103"/>
                </a:lnTo>
                <a:lnTo>
                  <a:pt x="188669" y="417766"/>
                </a:lnTo>
                <a:lnTo>
                  <a:pt x="180808" y="407626"/>
                </a:lnTo>
                <a:close/>
                <a:moveTo>
                  <a:pt x="172947" y="146148"/>
                </a:moveTo>
                <a:lnTo>
                  <a:pt x="180808" y="150045"/>
                </a:lnTo>
                <a:lnTo>
                  <a:pt x="180808" y="407626"/>
                </a:lnTo>
                <a:lnTo>
                  <a:pt x="172947" y="397487"/>
                </a:lnTo>
                <a:close/>
                <a:moveTo>
                  <a:pt x="165086" y="142305"/>
                </a:moveTo>
                <a:lnTo>
                  <a:pt x="172947" y="146148"/>
                </a:lnTo>
                <a:lnTo>
                  <a:pt x="172947" y="397487"/>
                </a:lnTo>
                <a:lnTo>
                  <a:pt x="165086" y="387347"/>
                </a:lnTo>
                <a:close/>
                <a:moveTo>
                  <a:pt x="157224" y="139912"/>
                </a:moveTo>
                <a:lnTo>
                  <a:pt x="165086" y="142305"/>
                </a:lnTo>
                <a:lnTo>
                  <a:pt x="165086" y="387347"/>
                </a:lnTo>
                <a:lnTo>
                  <a:pt x="157224" y="377207"/>
                </a:lnTo>
                <a:close/>
                <a:moveTo>
                  <a:pt x="149363" y="137922"/>
                </a:moveTo>
                <a:lnTo>
                  <a:pt x="157224" y="139912"/>
                </a:lnTo>
                <a:lnTo>
                  <a:pt x="157224" y="377207"/>
                </a:lnTo>
                <a:lnTo>
                  <a:pt x="149363" y="367067"/>
                </a:lnTo>
                <a:close/>
                <a:moveTo>
                  <a:pt x="141502" y="137047"/>
                </a:moveTo>
                <a:lnTo>
                  <a:pt x="149363" y="137922"/>
                </a:lnTo>
                <a:lnTo>
                  <a:pt x="149363" y="367067"/>
                </a:lnTo>
                <a:lnTo>
                  <a:pt x="141502" y="356927"/>
                </a:lnTo>
                <a:close/>
                <a:moveTo>
                  <a:pt x="133641" y="137553"/>
                </a:moveTo>
                <a:lnTo>
                  <a:pt x="141502" y="137047"/>
                </a:lnTo>
                <a:lnTo>
                  <a:pt x="141502" y="356927"/>
                </a:lnTo>
                <a:lnTo>
                  <a:pt x="133641" y="346787"/>
                </a:lnTo>
                <a:close/>
                <a:moveTo>
                  <a:pt x="125779" y="139831"/>
                </a:moveTo>
                <a:lnTo>
                  <a:pt x="133641" y="137553"/>
                </a:lnTo>
                <a:lnTo>
                  <a:pt x="133641" y="346787"/>
                </a:lnTo>
                <a:lnTo>
                  <a:pt x="125779" y="336647"/>
                </a:lnTo>
                <a:close/>
                <a:moveTo>
                  <a:pt x="117918" y="144659"/>
                </a:moveTo>
                <a:lnTo>
                  <a:pt x="125779" y="139831"/>
                </a:lnTo>
                <a:lnTo>
                  <a:pt x="125779" y="336647"/>
                </a:lnTo>
                <a:lnTo>
                  <a:pt x="117918" y="326507"/>
                </a:lnTo>
                <a:close/>
                <a:moveTo>
                  <a:pt x="110057" y="150227"/>
                </a:moveTo>
                <a:lnTo>
                  <a:pt x="117918" y="144659"/>
                </a:lnTo>
                <a:lnTo>
                  <a:pt x="117918" y="326507"/>
                </a:lnTo>
                <a:lnTo>
                  <a:pt x="110057" y="316367"/>
                </a:lnTo>
                <a:close/>
                <a:moveTo>
                  <a:pt x="102196" y="155418"/>
                </a:moveTo>
                <a:lnTo>
                  <a:pt x="110057" y="150227"/>
                </a:lnTo>
                <a:lnTo>
                  <a:pt x="110057" y="316367"/>
                </a:lnTo>
                <a:lnTo>
                  <a:pt x="102196" y="306228"/>
                </a:lnTo>
                <a:close/>
                <a:moveTo>
                  <a:pt x="94335" y="159887"/>
                </a:moveTo>
                <a:lnTo>
                  <a:pt x="102196" y="155418"/>
                </a:lnTo>
                <a:lnTo>
                  <a:pt x="102196" y="306228"/>
                </a:lnTo>
                <a:lnTo>
                  <a:pt x="94335" y="296088"/>
                </a:lnTo>
                <a:close/>
                <a:moveTo>
                  <a:pt x="86473" y="162332"/>
                </a:moveTo>
                <a:lnTo>
                  <a:pt x="94335" y="159887"/>
                </a:lnTo>
                <a:lnTo>
                  <a:pt x="94335" y="296088"/>
                </a:lnTo>
                <a:lnTo>
                  <a:pt x="86473" y="285948"/>
                </a:lnTo>
                <a:close/>
                <a:moveTo>
                  <a:pt x="78612" y="155033"/>
                </a:moveTo>
                <a:lnTo>
                  <a:pt x="86473" y="162332"/>
                </a:lnTo>
                <a:lnTo>
                  <a:pt x="86473" y="285948"/>
                </a:lnTo>
                <a:lnTo>
                  <a:pt x="78612" y="275808"/>
                </a:lnTo>
                <a:close/>
                <a:moveTo>
                  <a:pt x="70751" y="135917"/>
                </a:moveTo>
                <a:lnTo>
                  <a:pt x="78612" y="155033"/>
                </a:lnTo>
                <a:lnTo>
                  <a:pt x="78612" y="275808"/>
                </a:lnTo>
                <a:lnTo>
                  <a:pt x="70751" y="265668"/>
                </a:lnTo>
                <a:close/>
                <a:moveTo>
                  <a:pt x="62890" y="117478"/>
                </a:moveTo>
                <a:lnTo>
                  <a:pt x="70751" y="135917"/>
                </a:lnTo>
                <a:lnTo>
                  <a:pt x="70751" y="265668"/>
                </a:lnTo>
                <a:lnTo>
                  <a:pt x="62890" y="255528"/>
                </a:lnTo>
                <a:close/>
                <a:moveTo>
                  <a:pt x="55029" y="108118"/>
                </a:moveTo>
                <a:lnTo>
                  <a:pt x="62890" y="117478"/>
                </a:lnTo>
                <a:lnTo>
                  <a:pt x="62890" y="255528"/>
                </a:lnTo>
                <a:lnTo>
                  <a:pt x="55029" y="245388"/>
                </a:lnTo>
                <a:close/>
                <a:moveTo>
                  <a:pt x="47167" y="103398"/>
                </a:moveTo>
                <a:lnTo>
                  <a:pt x="55029" y="108118"/>
                </a:lnTo>
                <a:lnTo>
                  <a:pt x="55029" y="245388"/>
                </a:lnTo>
                <a:lnTo>
                  <a:pt x="47167" y="235248"/>
                </a:lnTo>
                <a:close/>
                <a:moveTo>
                  <a:pt x="39306" y="97192"/>
                </a:moveTo>
                <a:lnTo>
                  <a:pt x="47167" y="103398"/>
                </a:lnTo>
                <a:lnTo>
                  <a:pt x="47167" y="235248"/>
                </a:lnTo>
                <a:lnTo>
                  <a:pt x="39306" y="225109"/>
                </a:lnTo>
                <a:close/>
                <a:moveTo>
                  <a:pt x="31445" y="85308"/>
                </a:moveTo>
                <a:lnTo>
                  <a:pt x="39306" y="97192"/>
                </a:lnTo>
                <a:lnTo>
                  <a:pt x="39306" y="225109"/>
                </a:lnTo>
                <a:lnTo>
                  <a:pt x="31445" y="214969"/>
                </a:lnTo>
                <a:close/>
                <a:moveTo>
                  <a:pt x="23584" y="65276"/>
                </a:moveTo>
                <a:lnTo>
                  <a:pt x="31445" y="85308"/>
                </a:lnTo>
                <a:lnTo>
                  <a:pt x="31445" y="214969"/>
                </a:lnTo>
                <a:lnTo>
                  <a:pt x="23584" y="204829"/>
                </a:lnTo>
                <a:close/>
                <a:moveTo>
                  <a:pt x="15722" y="41998"/>
                </a:moveTo>
                <a:lnTo>
                  <a:pt x="23584" y="65276"/>
                </a:lnTo>
                <a:lnTo>
                  <a:pt x="23584" y="204829"/>
                </a:lnTo>
                <a:lnTo>
                  <a:pt x="15722" y="194689"/>
                </a:lnTo>
                <a:close/>
                <a:moveTo>
                  <a:pt x="7861" y="20137"/>
                </a:moveTo>
                <a:lnTo>
                  <a:pt x="15722" y="41998"/>
                </a:lnTo>
                <a:lnTo>
                  <a:pt x="15722" y="194689"/>
                </a:lnTo>
                <a:lnTo>
                  <a:pt x="7861" y="184549"/>
                </a:lnTo>
                <a:close/>
                <a:moveTo>
                  <a:pt x="0" y="0"/>
                </a:moveTo>
                <a:lnTo>
                  <a:pt x="7861" y="20137"/>
                </a:lnTo>
                <a:lnTo>
                  <a:pt x="7861" y="184549"/>
                </a:lnTo>
                <a:lnTo>
                  <a:pt x="0" y="174409"/>
                </a:lnTo>
                <a:close/>
              </a:path>
            </a:pathLst>
          </a:custGeom>
          <a:solidFill>
            <a:srgbClr val="E4E4E4"/>
          </a:solidFill>
          <a:ln w="1772">
            <a:solidFill>
              <a:srgbClr val="E4E4E4"/>
            </a:solidFill>
            <a:prstDash val="solid"/>
          </a:ln>
        </p:spPr>
      </p:sp>
      <p:sp>
        <p:nvSpPr>
          <p:cNvPr id="376" name="PANEL_01-slope--41-210_670">
            <a:extLst>
              <a:ext uri="{FF2B5EF4-FFF2-40B4-BE49-F238E27FC236}">
                <a16:creationId xmlns:a16="http://schemas.microsoft.com/office/drawing/2014/main" id="{0888BD82-3896-49CE-B7C8-F84FC8C34188}"/>
              </a:ext>
            </a:extLst>
          </p:cNvPr>
          <p:cNvSpPr>
            <a:spLocks/>
          </p:cNvSpPr>
          <p:nvPr/>
        </p:nvSpPr>
        <p:spPr>
          <a:xfrm>
            <a:off x="2135606" y="45360"/>
            <a:ext cx="75381" cy="19189"/>
          </a:xfrm>
          <a:custGeom>
            <a:pathLst>
              <a:path w="51058" h="12997">
                <a:moveTo>
                  <a:pt x="36328" y="5561"/>
                </a:moveTo>
                <a:lnTo>
                  <a:pt x="29460" y="5389"/>
                </a:lnTo>
                <a:lnTo>
                  <a:pt x="51058" y="12997"/>
                </a:lnTo>
                <a:close/>
                <a:moveTo>
                  <a:pt x="36328" y="5561"/>
                </a:moveTo>
                <a:lnTo>
                  <a:pt x="43197" y="7973"/>
                </a:lnTo>
                <a:lnTo>
                  <a:pt x="21599" y="2703"/>
                </a:lnTo>
                <a:close/>
                <a:moveTo>
                  <a:pt x="36328" y="5561"/>
                </a:moveTo>
                <a:lnTo>
                  <a:pt x="51058" y="12997"/>
                </a:lnTo>
                <a:lnTo>
                  <a:pt x="43197" y="7973"/>
                </a:lnTo>
                <a:close/>
                <a:moveTo>
                  <a:pt x="14730" y="91"/>
                </a:moveTo>
                <a:lnTo>
                  <a:pt x="21599" y="2703"/>
                </a:lnTo>
                <a:lnTo>
                  <a:pt x="0" y="0"/>
                </a:lnTo>
                <a:close/>
                <a:moveTo>
                  <a:pt x="14730" y="91"/>
                </a:moveTo>
                <a:lnTo>
                  <a:pt x="29460" y="5389"/>
                </a:lnTo>
                <a:lnTo>
                  <a:pt x="21599" y="2703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377" name="PANEL_01-slope--41-215_671">
            <a:extLst>
              <a:ext uri="{FF2B5EF4-FFF2-40B4-BE49-F238E27FC236}">
                <a16:creationId xmlns:a16="http://schemas.microsoft.com/office/drawing/2014/main" id="{8193A381-CA54-41E1-BFC9-297D6948BDA9}"/>
              </a:ext>
            </a:extLst>
          </p:cNvPr>
          <p:cNvSpPr>
            <a:spLocks/>
          </p:cNvSpPr>
          <p:nvPr/>
        </p:nvSpPr>
        <p:spPr>
          <a:xfrm>
            <a:off x="2167493" y="49349"/>
            <a:ext cx="21746" cy="4221"/>
          </a:xfrm>
          <a:custGeom>
            <a:pathLst>
              <a:path w="14730" h="2859">
                <a:moveTo>
                  <a:pt x="14730" y="2859"/>
                </a:moveTo>
                <a:lnTo>
                  <a:pt x="0" y="0"/>
                </a:lnTo>
                <a:lnTo>
                  <a:pt x="7861" y="2686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378" name="PANEL_01-slope--40-210_672">
            <a:extLst>
              <a:ext uri="{FF2B5EF4-FFF2-40B4-BE49-F238E27FC236}">
                <a16:creationId xmlns:a16="http://schemas.microsoft.com/office/drawing/2014/main" id="{2E6307F3-0958-4988-A071-9933BC704125}"/>
              </a:ext>
            </a:extLst>
          </p:cNvPr>
          <p:cNvSpPr>
            <a:spLocks/>
          </p:cNvSpPr>
          <p:nvPr/>
        </p:nvSpPr>
        <p:spPr>
          <a:xfrm>
            <a:off x="2179100" y="53316"/>
            <a:ext cx="31888" cy="11585"/>
          </a:xfrm>
          <a:custGeom>
            <a:pathLst>
              <a:path w="21599" h="7847">
                <a:moveTo>
                  <a:pt x="14730" y="7847"/>
                </a:moveTo>
                <a:lnTo>
                  <a:pt x="0" y="0"/>
                </a:lnTo>
                <a:lnTo>
                  <a:pt x="7861" y="5986"/>
                </a:lnTo>
                <a:close/>
                <a:moveTo>
                  <a:pt x="14730" y="7847"/>
                </a:moveTo>
                <a:lnTo>
                  <a:pt x="21599" y="7609"/>
                </a:lnTo>
                <a:lnTo>
                  <a:pt x="0" y="0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379" name="PANEL_01-slope--40-215_673">
            <a:extLst>
              <a:ext uri="{FF2B5EF4-FFF2-40B4-BE49-F238E27FC236}">
                <a16:creationId xmlns:a16="http://schemas.microsoft.com/office/drawing/2014/main" id="{654E261F-65F6-487B-B9C0-0D479B6606DD}"/>
              </a:ext>
            </a:extLst>
          </p:cNvPr>
          <p:cNvSpPr>
            <a:spLocks/>
          </p:cNvSpPr>
          <p:nvPr/>
        </p:nvSpPr>
        <p:spPr>
          <a:xfrm>
            <a:off x="2071832" y="36940"/>
            <a:ext cx="150762" cy="35410"/>
          </a:xfrm>
          <a:custGeom>
            <a:pathLst>
              <a:path w="102116" h="23984">
                <a:moveTo>
                  <a:pt x="87387" y="18938"/>
                </a:moveTo>
                <a:lnTo>
                  <a:pt x="102116" y="23984"/>
                </a:lnTo>
                <a:lnTo>
                  <a:pt x="94255" y="18701"/>
                </a:lnTo>
                <a:close/>
                <a:moveTo>
                  <a:pt x="57927" y="5794"/>
                </a:moveTo>
                <a:lnTo>
                  <a:pt x="51058" y="5488"/>
                </a:lnTo>
                <a:lnTo>
                  <a:pt x="72657" y="11092"/>
                </a:lnTo>
                <a:close/>
                <a:moveTo>
                  <a:pt x="57927" y="5794"/>
                </a:moveTo>
                <a:lnTo>
                  <a:pt x="43197" y="5703"/>
                </a:lnTo>
                <a:lnTo>
                  <a:pt x="51058" y="5488"/>
                </a:lnTo>
                <a:close/>
                <a:moveTo>
                  <a:pt x="36328" y="3414"/>
                </a:moveTo>
                <a:lnTo>
                  <a:pt x="21599" y="2333"/>
                </a:lnTo>
                <a:lnTo>
                  <a:pt x="29460" y="3343"/>
                </a:lnTo>
                <a:close/>
                <a:moveTo>
                  <a:pt x="36328" y="3414"/>
                </a:moveTo>
                <a:lnTo>
                  <a:pt x="43197" y="5703"/>
                </a:lnTo>
                <a:lnTo>
                  <a:pt x="21599" y="2333"/>
                </a:lnTo>
                <a:close/>
                <a:moveTo>
                  <a:pt x="36328" y="3414"/>
                </a:moveTo>
                <a:lnTo>
                  <a:pt x="51058" y="5488"/>
                </a:lnTo>
                <a:lnTo>
                  <a:pt x="43197" y="5703"/>
                </a:lnTo>
                <a:close/>
                <a:moveTo>
                  <a:pt x="14730" y="635"/>
                </a:moveTo>
                <a:lnTo>
                  <a:pt x="21599" y="2333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380" name="PANEL_01-slope--39-210_674">
            <a:extLst>
              <a:ext uri="{FF2B5EF4-FFF2-40B4-BE49-F238E27FC236}">
                <a16:creationId xmlns:a16="http://schemas.microsoft.com/office/drawing/2014/main" id="{BC6BB60C-C31B-490E-A1D5-DCBC11B74094}"/>
              </a:ext>
            </a:extLst>
          </p:cNvPr>
          <p:cNvSpPr>
            <a:spLocks/>
          </p:cNvSpPr>
          <p:nvPr/>
        </p:nvSpPr>
        <p:spPr>
          <a:xfrm>
            <a:off x="2147213" y="45042"/>
            <a:ext cx="75381" cy="27306"/>
          </a:xfrm>
          <a:custGeom>
            <a:pathLst>
              <a:path w="51058" h="18495">
                <a:moveTo>
                  <a:pt x="36328" y="13450"/>
                </a:moveTo>
                <a:lnTo>
                  <a:pt x="29460" y="11589"/>
                </a:lnTo>
                <a:lnTo>
                  <a:pt x="51058" y="18495"/>
                </a:lnTo>
                <a:close/>
                <a:moveTo>
                  <a:pt x="14730" y="2882"/>
                </a:moveTo>
                <a:lnTo>
                  <a:pt x="21599" y="5604"/>
                </a:lnTo>
                <a:lnTo>
                  <a:pt x="0" y="0"/>
                </a:lnTo>
                <a:close/>
                <a:moveTo>
                  <a:pt x="14730" y="2882"/>
                </a:moveTo>
                <a:lnTo>
                  <a:pt x="29460" y="11589"/>
                </a:lnTo>
                <a:lnTo>
                  <a:pt x="21599" y="5604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381" name="PANEL_01-slope--39-215_675">
            <a:extLst>
              <a:ext uri="{FF2B5EF4-FFF2-40B4-BE49-F238E27FC236}">
                <a16:creationId xmlns:a16="http://schemas.microsoft.com/office/drawing/2014/main" id="{F9305094-9B37-45C3-8D62-A8BFD283670C}"/>
              </a:ext>
            </a:extLst>
          </p:cNvPr>
          <p:cNvSpPr>
            <a:spLocks/>
          </p:cNvSpPr>
          <p:nvPr/>
        </p:nvSpPr>
        <p:spPr>
          <a:xfrm>
            <a:off x="2093578" y="37876"/>
            <a:ext cx="140622" cy="35915"/>
          </a:xfrm>
          <a:custGeom>
            <a:pathLst>
              <a:path w="95248" h="24326">
                <a:moveTo>
                  <a:pt x="80518" y="24326"/>
                </a:moveTo>
                <a:lnTo>
                  <a:pt x="87387" y="23349"/>
                </a:lnTo>
                <a:lnTo>
                  <a:pt x="65788" y="16443"/>
                </a:lnTo>
                <a:close/>
                <a:moveTo>
                  <a:pt x="80518" y="24326"/>
                </a:moveTo>
                <a:lnTo>
                  <a:pt x="95248" y="23616"/>
                </a:lnTo>
                <a:lnTo>
                  <a:pt x="87387" y="23349"/>
                </a:lnTo>
                <a:close/>
                <a:moveTo>
                  <a:pt x="51058" y="7735"/>
                </a:moveTo>
                <a:lnTo>
                  <a:pt x="44190" y="8621"/>
                </a:lnTo>
                <a:lnTo>
                  <a:pt x="65788" y="16443"/>
                </a:lnTo>
                <a:close/>
                <a:moveTo>
                  <a:pt x="51058" y="7735"/>
                </a:moveTo>
                <a:lnTo>
                  <a:pt x="36328" y="4854"/>
                </a:lnTo>
                <a:lnTo>
                  <a:pt x="44190" y="8621"/>
                </a:lnTo>
                <a:close/>
                <a:moveTo>
                  <a:pt x="29460" y="3741"/>
                </a:moveTo>
                <a:lnTo>
                  <a:pt x="36328" y="4854"/>
                </a:lnTo>
                <a:lnTo>
                  <a:pt x="14730" y="2709"/>
                </a:lnTo>
                <a:close/>
                <a:moveTo>
                  <a:pt x="29460" y="3741"/>
                </a:moveTo>
                <a:lnTo>
                  <a:pt x="44190" y="8621"/>
                </a:lnTo>
                <a:lnTo>
                  <a:pt x="36328" y="4854"/>
                </a:lnTo>
                <a:close/>
                <a:moveTo>
                  <a:pt x="21599" y="2779"/>
                </a:moveTo>
                <a:lnTo>
                  <a:pt x="14730" y="2709"/>
                </a:lnTo>
                <a:lnTo>
                  <a:pt x="36328" y="4854"/>
                </a:lnTo>
                <a:close/>
                <a:moveTo>
                  <a:pt x="0" y="0"/>
                </a:moveTo>
                <a:lnTo>
                  <a:pt x="14730" y="2709"/>
                </a:lnTo>
                <a:lnTo>
                  <a:pt x="6869" y="1698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382" name="PANEL_01-slope--39-220_676">
            <a:extLst>
              <a:ext uri="{FF2B5EF4-FFF2-40B4-BE49-F238E27FC236}">
                <a16:creationId xmlns:a16="http://schemas.microsoft.com/office/drawing/2014/main" id="{86AB34BB-F873-437C-9B25-FE47C5C5E999}"/>
              </a:ext>
            </a:extLst>
          </p:cNvPr>
          <p:cNvSpPr>
            <a:spLocks/>
          </p:cNvSpPr>
          <p:nvPr/>
        </p:nvSpPr>
        <p:spPr>
          <a:xfrm>
            <a:off x="1880506" y="36940"/>
            <a:ext cx="234819" cy="107553"/>
          </a:xfrm>
          <a:custGeom>
            <a:pathLst>
              <a:path w="159051" h="72849">
                <a:moveTo>
                  <a:pt x="144321" y="635"/>
                </a:moveTo>
                <a:lnTo>
                  <a:pt x="137452" y="4522"/>
                </a:lnTo>
                <a:lnTo>
                  <a:pt x="159051" y="3343"/>
                </a:lnTo>
                <a:close/>
                <a:moveTo>
                  <a:pt x="144321" y="635"/>
                </a:moveTo>
                <a:lnTo>
                  <a:pt x="129591" y="0"/>
                </a:lnTo>
                <a:lnTo>
                  <a:pt x="137452" y="4522"/>
                </a:lnTo>
                <a:close/>
                <a:moveTo>
                  <a:pt x="122722" y="2690"/>
                </a:moveTo>
                <a:lnTo>
                  <a:pt x="129591" y="0"/>
                </a:lnTo>
                <a:lnTo>
                  <a:pt x="107993" y="7400"/>
                </a:lnTo>
                <a:close/>
                <a:moveTo>
                  <a:pt x="122722" y="2690"/>
                </a:moveTo>
                <a:lnTo>
                  <a:pt x="137452" y="4522"/>
                </a:lnTo>
                <a:lnTo>
                  <a:pt x="129591" y="0"/>
                </a:lnTo>
                <a:close/>
                <a:moveTo>
                  <a:pt x="57927" y="55167"/>
                </a:moveTo>
                <a:lnTo>
                  <a:pt x="43197" y="55964"/>
                </a:lnTo>
                <a:lnTo>
                  <a:pt x="51058" y="57297"/>
                </a:lnTo>
                <a:close/>
                <a:moveTo>
                  <a:pt x="36328" y="59132"/>
                </a:moveTo>
                <a:lnTo>
                  <a:pt x="43197" y="55964"/>
                </a:lnTo>
                <a:lnTo>
                  <a:pt x="21599" y="63114"/>
                </a:lnTo>
                <a:close/>
                <a:moveTo>
                  <a:pt x="36328" y="59132"/>
                </a:moveTo>
                <a:lnTo>
                  <a:pt x="51058" y="57297"/>
                </a:lnTo>
                <a:lnTo>
                  <a:pt x="43197" y="55964"/>
                </a:lnTo>
                <a:close/>
                <a:moveTo>
                  <a:pt x="14730" y="65915"/>
                </a:moveTo>
                <a:lnTo>
                  <a:pt x="21599" y="63114"/>
                </a:lnTo>
                <a:lnTo>
                  <a:pt x="0" y="72849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383" name="PANEL_01-slope--39-225_677">
            <a:extLst>
              <a:ext uri="{FF2B5EF4-FFF2-40B4-BE49-F238E27FC236}">
                <a16:creationId xmlns:a16="http://schemas.microsoft.com/office/drawing/2014/main" id="{76FA39AE-687B-40B6-B3D6-11A5D253DA14}"/>
              </a:ext>
            </a:extLst>
          </p:cNvPr>
          <p:cNvSpPr>
            <a:spLocks/>
          </p:cNvSpPr>
          <p:nvPr/>
        </p:nvSpPr>
        <p:spPr>
          <a:xfrm>
            <a:off x="1944281" y="40911"/>
            <a:ext cx="117409" cy="78653"/>
          </a:xfrm>
          <a:custGeom>
            <a:pathLst>
              <a:path w="79525" h="53275">
                <a:moveTo>
                  <a:pt x="79525" y="0"/>
                </a:moveTo>
                <a:lnTo>
                  <a:pt x="64796" y="4710"/>
                </a:lnTo>
                <a:lnTo>
                  <a:pt x="72657" y="12447"/>
                </a:lnTo>
                <a:close/>
                <a:moveTo>
                  <a:pt x="57927" y="16754"/>
                </a:moveTo>
                <a:lnTo>
                  <a:pt x="64796" y="4710"/>
                </a:lnTo>
                <a:lnTo>
                  <a:pt x="43197" y="22214"/>
                </a:lnTo>
                <a:close/>
                <a:moveTo>
                  <a:pt x="57927" y="16754"/>
                </a:moveTo>
                <a:lnTo>
                  <a:pt x="72657" y="12447"/>
                </a:lnTo>
                <a:lnTo>
                  <a:pt x="64796" y="4710"/>
                </a:lnTo>
                <a:close/>
                <a:moveTo>
                  <a:pt x="36328" y="37244"/>
                </a:moveTo>
                <a:lnTo>
                  <a:pt x="21599" y="41029"/>
                </a:lnTo>
                <a:lnTo>
                  <a:pt x="29460" y="46983"/>
                </a:lnTo>
                <a:close/>
                <a:moveTo>
                  <a:pt x="14730" y="52477"/>
                </a:moveTo>
                <a:lnTo>
                  <a:pt x="21599" y="41029"/>
                </a:lnTo>
                <a:lnTo>
                  <a:pt x="0" y="53275"/>
                </a:lnTo>
                <a:close/>
                <a:moveTo>
                  <a:pt x="14730" y="52477"/>
                </a:moveTo>
                <a:lnTo>
                  <a:pt x="29460" y="46983"/>
                </a:lnTo>
                <a:lnTo>
                  <a:pt x="21599" y="41029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384" name="PANEL_01-slope--39-230_678">
            <a:extLst>
              <a:ext uri="{FF2B5EF4-FFF2-40B4-BE49-F238E27FC236}">
                <a16:creationId xmlns:a16="http://schemas.microsoft.com/office/drawing/2014/main" id="{966C17AC-8BA2-48DA-8D91-DA778D729785}"/>
              </a:ext>
            </a:extLst>
          </p:cNvPr>
          <p:cNvSpPr>
            <a:spLocks/>
          </p:cNvSpPr>
          <p:nvPr/>
        </p:nvSpPr>
        <p:spPr>
          <a:xfrm>
            <a:off x="1976169" y="65646"/>
            <a:ext cx="53635" cy="35839"/>
          </a:xfrm>
          <a:custGeom>
            <a:pathLst>
              <a:path w="36328" h="24275">
                <a:moveTo>
                  <a:pt x="36328" y="0"/>
                </a:moveTo>
                <a:lnTo>
                  <a:pt x="21599" y="5459"/>
                </a:lnTo>
                <a:lnTo>
                  <a:pt x="29460" y="14449"/>
                </a:lnTo>
                <a:close/>
                <a:moveTo>
                  <a:pt x="14730" y="20489"/>
                </a:moveTo>
                <a:lnTo>
                  <a:pt x="21599" y="5459"/>
                </a:lnTo>
                <a:lnTo>
                  <a:pt x="0" y="24275"/>
                </a:lnTo>
                <a:close/>
                <a:moveTo>
                  <a:pt x="14730" y="20489"/>
                </a:moveTo>
                <a:lnTo>
                  <a:pt x="29460" y="14449"/>
                </a:lnTo>
                <a:lnTo>
                  <a:pt x="21599" y="5459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385" name="PANEL_01-slope--38-210_679">
            <a:extLst>
              <a:ext uri="{FF2B5EF4-FFF2-40B4-BE49-F238E27FC236}">
                <a16:creationId xmlns:a16="http://schemas.microsoft.com/office/drawing/2014/main" id="{3651C15F-725A-4CC7-9812-52D1B1A28B6D}"/>
              </a:ext>
            </a:extLst>
          </p:cNvPr>
          <p:cNvSpPr>
            <a:spLocks/>
          </p:cNvSpPr>
          <p:nvPr/>
        </p:nvSpPr>
        <p:spPr>
          <a:xfrm>
            <a:off x="2158818" y="50605"/>
            <a:ext cx="75381" cy="23186"/>
          </a:xfrm>
          <a:custGeom>
            <a:pathLst>
              <a:path w="51058" h="15705">
                <a:moveTo>
                  <a:pt x="44190" y="13477"/>
                </a:moveTo>
                <a:lnTo>
                  <a:pt x="51058" y="14994"/>
                </a:lnTo>
                <a:lnTo>
                  <a:pt x="29460" y="11035"/>
                </a:lnTo>
                <a:close/>
                <a:moveTo>
                  <a:pt x="36328" y="15705"/>
                </a:moveTo>
                <a:lnTo>
                  <a:pt x="29460" y="11035"/>
                </a:lnTo>
                <a:lnTo>
                  <a:pt x="51058" y="14994"/>
                </a:lnTo>
                <a:close/>
                <a:moveTo>
                  <a:pt x="36328" y="15705"/>
                </a:moveTo>
                <a:lnTo>
                  <a:pt x="21599" y="7822"/>
                </a:lnTo>
                <a:lnTo>
                  <a:pt x="29460" y="11035"/>
                </a:lnTo>
                <a:close/>
                <a:moveTo>
                  <a:pt x="14730" y="6786"/>
                </a:moveTo>
                <a:lnTo>
                  <a:pt x="0" y="0"/>
                </a:lnTo>
                <a:lnTo>
                  <a:pt x="7861" y="3780"/>
                </a:lnTo>
                <a:close/>
                <a:moveTo>
                  <a:pt x="14730" y="6786"/>
                </a:moveTo>
                <a:lnTo>
                  <a:pt x="21599" y="7822"/>
                </a:lnTo>
                <a:lnTo>
                  <a:pt x="0" y="0"/>
                </a:lnTo>
                <a:close/>
                <a:moveTo>
                  <a:pt x="14730" y="6786"/>
                </a:moveTo>
                <a:lnTo>
                  <a:pt x="29460" y="11035"/>
                </a:lnTo>
                <a:lnTo>
                  <a:pt x="21599" y="7822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386" name="PANEL_01-slope--38-215_680">
            <a:extLst>
              <a:ext uri="{FF2B5EF4-FFF2-40B4-BE49-F238E27FC236}">
                <a16:creationId xmlns:a16="http://schemas.microsoft.com/office/drawing/2014/main" id="{C507F413-E5B5-462E-8485-EE56A84DC40C}"/>
              </a:ext>
            </a:extLst>
          </p:cNvPr>
          <p:cNvSpPr>
            <a:spLocks/>
          </p:cNvSpPr>
          <p:nvPr/>
        </p:nvSpPr>
        <p:spPr>
          <a:xfrm>
            <a:off x="2105185" y="41875"/>
            <a:ext cx="53635" cy="8730"/>
          </a:xfrm>
          <a:custGeom>
            <a:pathLst>
              <a:path w="36328" h="5913">
                <a:moveTo>
                  <a:pt x="29460" y="4893"/>
                </a:moveTo>
                <a:lnTo>
                  <a:pt x="36328" y="5913"/>
                </a:lnTo>
                <a:lnTo>
                  <a:pt x="14730" y="3012"/>
                </a:lnTo>
                <a:close/>
                <a:moveTo>
                  <a:pt x="21599" y="1032"/>
                </a:moveTo>
                <a:lnTo>
                  <a:pt x="14730" y="3012"/>
                </a:lnTo>
                <a:lnTo>
                  <a:pt x="36328" y="5913"/>
                </a:lnTo>
                <a:close/>
                <a:moveTo>
                  <a:pt x="21599" y="1032"/>
                </a:moveTo>
                <a:lnTo>
                  <a:pt x="6869" y="0"/>
                </a:lnTo>
                <a:lnTo>
                  <a:pt x="14730" y="3012"/>
                </a:lnTo>
                <a:close/>
                <a:moveTo>
                  <a:pt x="0" y="1606"/>
                </a:moveTo>
                <a:lnTo>
                  <a:pt x="14730" y="3012"/>
                </a:lnTo>
                <a:lnTo>
                  <a:pt x="6869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387" name="PANEL_01-slope--38-220_681">
            <a:extLst>
              <a:ext uri="{FF2B5EF4-FFF2-40B4-BE49-F238E27FC236}">
                <a16:creationId xmlns:a16="http://schemas.microsoft.com/office/drawing/2014/main" id="{85A83ED2-F22F-4CA0-9DCE-92CB497F8FB8}"/>
              </a:ext>
            </a:extLst>
          </p:cNvPr>
          <p:cNvSpPr>
            <a:spLocks/>
          </p:cNvSpPr>
          <p:nvPr/>
        </p:nvSpPr>
        <p:spPr>
          <a:xfrm>
            <a:off x="1752956" y="41875"/>
            <a:ext cx="373975" cy="143136"/>
          </a:xfrm>
          <a:custGeom>
            <a:pathLst>
              <a:path w="253306" h="96951">
                <a:moveTo>
                  <a:pt x="238576" y="1606"/>
                </a:moveTo>
                <a:lnTo>
                  <a:pt x="231708" y="6414"/>
                </a:lnTo>
                <a:lnTo>
                  <a:pt x="253306" y="3012"/>
                </a:lnTo>
                <a:close/>
                <a:moveTo>
                  <a:pt x="238576" y="1606"/>
                </a:moveTo>
                <a:lnTo>
                  <a:pt x="223846" y="1179"/>
                </a:lnTo>
                <a:lnTo>
                  <a:pt x="231708" y="6414"/>
                </a:lnTo>
                <a:close/>
                <a:moveTo>
                  <a:pt x="238576" y="1606"/>
                </a:moveTo>
                <a:lnTo>
                  <a:pt x="245445" y="0"/>
                </a:lnTo>
                <a:lnTo>
                  <a:pt x="223846" y="1179"/>
                </a:lnTo>
                <a:close/>
                <a:moveTo>
                  <a:pt x="152182" y="52651"/>
                </a:moveTo>
                <a:lnTo>
                  <a:pt x="159051" y="46329"/>
                </a:lnTo>
                <a:lnTo>
                  <a:pt x="137452" y="53954"/>
                </a:lnTo>
                <a:close/>
                <a:moveTo>
                  <a:pt x="152182" y="52651"/>
                </a:moveTo>
                <a:lnTo>
                  <a:pt x="166912" y="49996"/>
                </a:lnTo>
                <a:lnTo>
                  <a:pt x="159051" y="46329"/>
                </a:lnTo>
                <a:close/>
                <a:moveTo>
                  <a:pt x="130584" y="55552"/>
                </a:moveTo>
                <a:lnTo>
                  <a:pt x="137452" y="53954"/>
                </a:lnTo>
                <a:lnTo>
                  <a:pt x="115854" y="59430"/>
                </a:lnTo>
                <a:close/>
                <a:moveTo>
                  <a:pt x="144321" y="51823"/>
                </a:moveTo>
                <a:lnTo>
                  <a:pt x="137452" y="53954"/>
                </a:lnTo>
                <a:lnTo>
                  <a:pt x="159051" y="46329"/>
                </a:lnTo>
                <a:close/>
                <a:moveTo>
                  <a:pt x="122722" y="55789"/>
                </a:moveTo>
                <a:lnTo>
                  <a:pt x="115854" y="59430"/>
                </a:lnTo>
                <a:lnTo>
                  <a:pt x="137452" y="53954"/>
                </a:lnTo>
                <a:close/>
                <a:moveTo>
                  <a:pt x="122722" y="55789"/>
                </a:moveTo>
                <a:lnTo>
                  <a:pt x="107993" y="59771"/>
                </a:lnTo>
                <a:lnTo>
                  <a:pt x="115854" y="59430"/>
                </a:lnTo>
                <a:close/>
                <a:moveTo>
                  <a:pt x="101124" y="62572"/>
                </a:moveTo>
                <a:lnTo>
                  <a:pt x="94255" y="69630"/>
                </a:lnTo>
                <a:lnTo>
                  <a:pt x="115854" y="59430"/>
                </a:lnTo>
                <a:close/>
                <a:moveTo>
                  <a:pt x="101124" y="62572"/>
                </a:moveTo>
                <a:lnTo>
                  <a:pt x="86394" y="69506"/>
                </a:lnTo>
                <a:lnTo>
                  <a:pt x="94255" y="69630"/>
                </a:lnTo>
                <a:close/>
                <a:moveTo>
                  <a:pt x="101124" y="62572"/>
                </a:moveTo>
                <a:lnTo>
                  <a:pt x="115854" y="59430"/>
                </a:lnTo>
                <a:lnTo>
                  <a:pt x="107993" y="59771"/>
                </a:lnTo>
                <a:close/>
                <a:moveTo>
                  <a:pt x="79525" y="75723"/>
                </a:moveTo>
                <a:lnTo>
                  <a:pt x="72657" y="80206"/>
                </a:lnTo>
                <a:lnTo>
                  <a:pt x="94255" y="69630"/>
                </a:lnTo>
                <a:close/>
                <a:moveTo>
                  <a:pt x="79525" y="75723"/>
                </a:moveTo>
                <a:lnTo>
                  <a:pt x="64796" y="80917"/>
                </a:lnTo>
                <a:lnTo>
                  <a:pt x="72657" y="80206"/>
                </a:lnTo>
                <a:close/>
                <a:moveTo>
                  <a:pt x="79525" y="75723"/>
                </a:moveTo>
                <a:lnTo>
                  <a:pt x="86394" y="69506"/>
                </a:lnTo>
                <a:lnTo>
                  <a:pt x="64796" y="80917"/>
                </a:lnTo>
                <a:close/>
                <a:moveTo>
                  <a:pt x="79525" y="75723"/>
                </a:moveTo>
                <a:lnTo>
                  <a:pt x="94255" y="69630"/>
                </a:lnTo>
                <a:lnTo>
                  <a:pt x="86394" y="69506"/>
                </a:lnTo>
                <a:close/>
                <a:moveTo>
                  <a:pt x="57927" y="85938"/>
                </a:moveTo>
                <a:lnTo>
                  <a:pt x="43197" y="88264"/>
                </a:lnTo>
                <a:lnTo>
                  <a:pt x="51058" y="87464"/>
                </a:lnTo>
                <a:close/>
                <a:moveTo>
                  <a:pt x="57927" y="85938"/>
                </a:moveTo>
                <a:lnTo>
                  <a:pt x="64796" y="80917"/>
                </a:lnTo>
                <a:lnTo>
                  <a:pt x="43197" y="88264"/>
                </a:lnTo>
                <a:close/>
                <a:moveTo>
                  <a:pt x="57927" y="85938"/>
                </a:moveTo>
                <a:lnTo>
                  <a:pt x="72657" y="80206"/>
                </a:lnTo>
                <a:lnTo>
                  <a:pt x="64796" y="80917"/>
                </a:lnTo>
                <a:close/>
                <a:moveTo>
                  <a:pt x="36328" y="90700"/>
                </a:moveTo>
                <a:lnTo>
                  <a:pt x="43197" y="88264"/>
                </a:lnTo>
                <a:lnTo>
                  <a:pt x="21599" y="91192"/>
                </a:lnTo>
                <a:close/>
                <a:moveTo>
                  <a:pt x="36328" y="90700"/>
                </a:moveTo>
                <a:lnTo>
                  <a:pt x="51058" y="87464"/>
                </a:lnTo>
                <a:lnTo>
                  <a:pt x="43197" y="88264"/>
                </a:lnTo>
                <a:close/>
                <a:moveTo>
                  <a:pt x="14730" y="94061"/>
                </a:moveTo>
                <a:lnTo>
                  <a:pt x="21599" y="91192"/>
                </a:lnTo>
                <a:lnTo>
                  <a:pt x="0" y="96951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388" name="PANEL_01-slope--38-225_682">
            <a:extLst>
              <a:ext uri="{FF2B5EF4-FFF2-40B4-BE49-F238E27FC236}">
                <a16:creationId xmlns:a16="http://schemas.microsoft.com/office/drawing/2014/main" id="{49BAABB3-FFF4-4122-AD97-6DDDF43C0FDB}"/>
              </a:ext>
            </a:extLst>
          </p:cNvPr>
          <p:cNvSpPr>
            <a:spLocks/>
          </p:cNvSpPr>
          <p:nvPr/>
        </p:nvSpPr>
        <p:spPr>
          <a:xfrm>
            <a:off x="1987775" y="40911"/>
            <a:ext cx="107269" cy="74778"/>
          </a:xfrm>
          <a:custGeom>
            <a:pathLst>
              <a:path w="72657" h="50650">
                <a:moveTo>
                  <a:pt x="57927" y="7125"/>
                </a:moveTo>
                <a:lnTo>
                  <a:pt x="43197" y="12447"/>
                </a:lnTo>
                <a:lnTo>
                  <a:pt x="51058" y="19902"/>
                </a:lnTo>
                <a:close/>
                <a:moveTo>
                  <a:pt x="57927" y="7125"/>
                </a:moveTo>
                <a:lnTo>
                  <a:pt x="64796" y="1833"/>
                </a:lnTo>
                <a:lnTo>
                  <a:pt x="43197" y="12447"/>
                </a:lnTo>
                <a:close/>
                <a:moveTo>
                  <a:pt x="57927" y="7125"/>
                </a:moveTo>
                <a:lnTo>
                  <a:pt x="72657" y="7068"/>
                </a:lnTo>
                <a:lnTo>
                  <a:pt x="64796" y="1833"/>
                </a:lnTo>
                <a:close/>
                <a:moveTo>
                  <a:pt x="36328" y="25910"/>
                </a:moveTo>
                <a:lnTo>
                  <a:pt x="21599" y="31204"/>
                </a:lnTo>
                <a:lnTo>
                  <a:pt x="29460" y="38281"/>
                </a:lnTo>
                <a:close/>
                <a:moveTo>
                  <a:pt x="36328" y="25910"/>
                </a:moveTo>
                <a:lnTo>
                  <a:pt x="43197" y="12447"/>
                </a:lnTo>
                <a:lnTo>
                  <a:pt x="21599" y="31204"/>
                </a:lnTo>
                <a:close/>
                <a:moveTo>
                  <a:pt x="36328" y="25910"/>
                </a:moveTo>
                <a:lnTo>
                  <a:pt x="51058" y="19902"/>
                </a:lnTo>
                <a:lnTo>
                  <a:pt x="43197" y="12447"/>
                </a:lnTo>
                <a:close/>
                <a:moveTo>
                  <a:pt x="14730" y="44906"/>
                </a:moveTo>
                <a:lnTo>
                  <a:pt x="0" y="46983"/>
                </a:lnTo>
                <a:lnTo>
                  <a:pt x="7861" y="50650"/>
                </a:lnTo>
                <a:close/>
                <a:moveTo>
                  <a:pt x="14730" y="44906"/>
                </a:moveTo>
                <a:lnTo>
                  <a:pt x="21599" y="31204"/>
                </a:lnTo>
                <a:lnTo>
                  <a:pt x="0" y="46983"/>
                </a:lnTo>
                <a:close/>
                <a:moveTo>
                  <a:pt x="14730" y="44906"/>
                </a:moveTo>
                <a:lnTo>
                  <a:pt x="29460" y="38281"/>
                </a:lnTo>
                <a:lnTo>
                  <a:pt x="21599" y="31204"/>
                </a:lnTo>
                <a:close/>
                <a:moveTo>
                  <a:pt x="50066" y="0"/>
                </a:moveTo>
                <a:lnTo>
                  <a:pt x="43197" y="12447"/>
                </a:lnTo>
                <a:lnTo>
                  <a:pt x="64796" y="1833"/>
                </a:lnTo>
                <a:close/>
                <a:moveTo>
                  <a:pt x="6869" y="37244"/>
                </a:moveTo>
                <a:lnTo>
                  <a:pt x="0" y="46983"/>
                </a:lnTo>
                <a:lnTo>
                  <a:pt x="21599" y="31204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389" name="PANEL_01-slope--38-230_683">
            <a:extLst>
              <a:ext uri="{FF2B5EF4-FFF2-40B4-BE49-F238E27FC236}">
                <a16:creationId xmlns:a16="http://schemas.microsoft.com/office/drawing/2014/main" id="{B41027EF-22D4-421B-84C5-AB1A25E8536C}"/>
              </a:ext>
            </a:extLst>
          </p:cNvPr>
          <p:cNvSpPr>
            <a:spLocks/>
          </p:cNvSpPr>
          <p:nvPr/>
        </p:nvSpPr>
        <p:spPr>
          <a:xfrm>
            <a:off x="2019662" y="59288"/>
            <a:ext cx="31888" cy="27691"/>
          </a:xfrm>
          <a:custGeom>
            <a:pathLst>
              <a:path w="21599" h="18756">
                <a:moveTo>
                  <a:pt x="6869" y="4307"/>
                </a:moveTo>
                <a:lnTo>
                  <a:pt x="0" y="18756"/>
                </a:lnTo>
                <a:lnTo>
                  <a:pt x="21599" y="0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390" name="PANEL_01-slope--37-210_684">
            <a:extLst>
              <a:ext uri="{FF2B5EF4-FFF2-40B4-BE49-F238E27FC236}">
                <a16:creationId xmlns:a16="http://schemas.microsoft.com/office/drawing/2014/main" id="{A96C0A0D-3F72-42A2-8177-B54167688B6F}"/>
              </a:ext>
            </a:extLst>
          </p:cNvPr>
          <p:cNvSpPr>
            <a:spLocks/>
          </p:cNvSpPr>
          <p:nvPr/>
        </p:nvSpPr>
        <p:spPr>
          <a:xfrm>
            <a:off x="2170424" y="56186"/>
            <a:ext cx="75381" cy="16556"/>
          </a:xfrm>
          <a:custGeom>
            <a:pathLst>
              <a:path w="51058" h="11214">
                <a:moveTo>
                  <a:pt x="36328" y="9697"/>
                </a:moveTo>
                <a:lnTo>
                  <a:pt x="29460" y="5087"/>
                </a:lnTo>
                <a:lnTo>
                  <a:pt x="51058" y="7777"/>
                </a:lnTo>
                <a:close/>
                <a:moveTo>
                  <a:pt x="36328" y="9697"/>
                </a:moveTo>
                <a:lnTo>
                  <a:pt x="21599" y="7255"/>
                </a:lnTo>
                <a:lnTo>
                  <a:pt x="29460" y="5087"/>
                </a:lnTo>
                <a:close/>
                <a:moveTo>
                  <a:pt x="36328" y="9697"/>
                </a:moveTo>
                <a:lnTo>
                  <a:pt x="51058" y="7777"/>
                </a:lnTo>
                <a:lnTo>
                  <a:pt x="43197" y="11214"/>
                </a:lnTo>
                <a:close/>
                <a:moveTo>
                  <a:pt x="14730" y="4392"/>
                </a:moveTo>
                <a:lnTo>
                  <a:pt x="21599" y="7255"/>
                </a:lnTo>
                <a:lnTo>
                  <a:pt x="0" y="0"/>
                </a:lnTo>
                <a:close/>
                <a:moveTo>
                  <a:pt x="14730" y="4392"/>
                </a:moveTo>
                <a:lnTo>
                  <a:pt x="29460" y="5087"/>
                </a:lnTo>
                <a:lnTo>
                  <a:pt x="21599" y="7255"/>
                </a:lnTo>
                <a:close/>
                <a:moveTo>
                  <a:pt x="6869" y="3006"/>
                </a:moveTo>
                <a:lnTo>
                  <a:pt x="0" y="0"/>
                </a:lnTo>
                <a:lnTo>
                  <a:pt x="21599" y="7255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391" name="PANEL_01-slope--37-215_685">
            <a:extLst>
              <a:ext uri="{FF2B5EF4-FFF2-40B4-BE49-F238E27FC236}">
                <a16:creationId xmlns:a16="http://schemas.microsoft.com/office/drawing/2014/main" id="{2D7669C1-AF05-4C35-9F5D-96897D2A55BE}"/>
              </a:ext>
            </a:extLst>
          </p:cNvPr>
          <p:cNvSpPr>
            <a:spLocks/>
          </p:cNvSpPr>
          <p:nvPr/>
        </p:nvSpPr>
        <p:spPr>
          <a:xfrm>
            <a:off x="2126931" y="46322"/>
            <a:ext cx="43493" cy="9863"/>
          </a:xfrm>
          <a:custGeom>
            <a:pathLst>
              <a:path w="29460" h="6681">
                <a:moveTo>
                  <a:pt x="14730" y="1882"/>
                </a:moveTo>
                <a:lnTo>
                  <a:pt x="7861" y="3325"/>
                </a:lnTo>
                <a:lnTo>
                  <a:pt x="29460" y="6681"/>
                </a:lnTo>
                <a:close/>
                <a:moveTo>
                  <a:pt x="14730" y="1882"/>
                </a:moveTo>
                <a:lnTo>
                  <a:pt x="0" y="0"/>
                </a:lnTo>
                <a:lnTo>
                  <a:pt x="7861" y="3325"/>
                </a:lnTo>
                <a:close/>
                <a:moveTo>
                  <a:pt x="14730" y="1882"/>
                </a:moveTo>
                <a:lnTo>
                  <a:pt x="29460" y="6681"/>
                </a:lnTo>
                <a:lnTo>
                  <a:pt x="21599" y="2901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392" name="PANEL_01-slope--37-220_686">
            <a:extLst>
              <a:ext uri="{FF2B5EF4-FFF2-40B4-BE49-F238E27FC236}">
                <a16:creationId xmlns:a16="http://schemas.microsoft.com/office/drawing/2014/main" id="{52F05680-5A2D-4C9C-AAFC-CA25D191A99A}"/>
              </a:ext>
            </a:extLst>
          </p:cNvPr>
          <p:cNvSpPr>
            <a:spLocks/>
          </p:cNvSpPr>
          <p:nvPr/>
        </p:nvSpPr>
        <p:spPr>
          <a:xfrm>
            <a:off x="1774703" y="46322"/>
            <a:ext cx="363835" cy="134881"/>
          </a:xfrm>
          <a:custGeom>
            <a:pathLst>
              <a:path w="246437" h="91359">
                <a:moveTo>
                  <a:pt x="231708" y="1504"/>
                </a:moveTo>
                <a:lnTo>
                  <a:pt x="238576" y="0"/>
                </a:lnTo>
                <a:lnTo>
                  <a:pt x="216978" y="3402"/>
                </a:lnTo>
                <a:close/>
                <a:moveTo>
                  <a:pt x="231708" y="1504"/>
                </a:moveTo>
                <a:lnTo>
                  <a:pt x="246437" y="3325"/>
                </a:lnTo>
                <a:lnTo>
                  <a:pt x="238576" y="0"/>
                </a:lnTo>
                <a:close/>
                <a:moveTo>
                  <a:pt x="145314" y="51271"/>
                </a:moveTo>
                <a:lnTo>
                  <a:pt x="152182" y="46984"/>
                </a:lnTo>
                <a:lnTo>
                  <a:pt x="130584" y="51637"/>
                </a:lnTo>
                <a:close/>
                <a:moveTo>
                  <a:pt x="137452" y="49639"/>
                </a:moveTo>
                <a:lnTo>
                  <a:pt x="130584" y="51637"/>
                </a:lnTo>
                <a:lnTo>
                  <a:pt x="152182" y="46984"/>
                </a:lnTo>
                <a:close/>
                <a:moveTo>
                  <a:pt x="137452" y="49639"/>
                </a:moveTo>
                <a:lnTo>
                  <a:pt x="122722" y="50942"/>
                </a:lnTo>
                <a:lnTo>
                  <a:pt x="130584" y="51637"/>
                </a:lnTo>
                <a:close/>
                <a:moveTo>
                  <a:pt x="115854" y="52540"/>
                </a:moveTo>
                <a:lnTo>
                  <a:pt x="108985" y="57130"/>
                </a:lnTo>
                <a:lnTo>
                  <a:pt x="130584" y="51637"/>
                </a:lnTo>
                <a:close/>
                <a:moveTo>
                  <a:pt x="115854" y="52540"/>
                </a:moveTo>
                <a:lnTo>
                  <a:pt x="101124" y="56419"/>
                </a:lnTo>
                <a:lnTo>
                  <a:pt x="108985" y="57130"/>
                </a:lnTo>
                <a:close/>
                <a:moveTo>
                  <a:pt x="115854" y="52540"/>
                </a:moveTo>
                <a:lnTo>
                  <a:pt x="130584" y="51637"/>
                </a:lnTo>
                <a:lnTo>
                  <a:pt x="122722" y="50942"/>
                </a:lnTo>
                <a:close/>
                <a:moveTo>
                  <a:pt x="94255" y="60797"/>
                </a:moveTo>
                <a:lnTo>
                  <a:pt x="79525" y="66619"/>
                </a:lnTo>
                <a:lnTo>
                  <a:pt x="87387" y="67243"/>
                </a:lnTo>
                <a:close/>
                <a:moveTo>
                  <a:pt x="94255" y="60797"/>
                </a:moveTo>
                <a:lnTo>
                  <a:pt x="101124" y="56419"/>
                </a:lnTo>
                <a:lnTo>
                  <a:pt x="79525" y="66619"/>
                </a:lnTo>
                <a:close/>
                <a:moveTo>
                  <a:pt x="94255" y="60797"/>
                </a:moveTo>
                <a:lnTo>
                  <a:pt x="108985" y="57130"/>
                </a:lnTo>
                <a:lnTo>
                  <a:pt x="101124" y="56419"/>
                </a:lnTo>
                <a:close/>
                <a:moveTo>
                  <a:pt x="72657" y="73406"/>
                </a:moveTo>
                <a:lnTo>
                  <a:pt x="57927" y="77194"/>
                </a:lnTo>
                <a:lnTo>
                  <a:pt x="65788" y="76827"/>
                </a:lnTo>
                <a:close/>
                <a:moveTo>
                  <a:pt x="72657" y="73406"/>
                </a:moveTo>
                <a:lnTo>
                  <a:pt x="79525" y="66619"/>
                </a:lnTo>
                <a:lnTo>
                  <a:pt x="57927" y="77194"/>
                </a:lnTo>
                <a:close/>
                <a:moveTo>
                  <a:pt x="72657" y="73406"/>
                </a:moveTo>
                <a:lnTo>
                  <a:pt x="87387" y="67243"/>
                </a:lnTo>
                <a:lnTo>
                  <a:pt x="79525" y="66619"/>
                </a:lnTo>
                <a:close/>
                <a:moveTo>
                  <a:pt x="51058" y="79733"/>
                </a:moveTo>
                <a:lnTo>
                  <a:pt x="57927" y="77194"/>
                </a:lnTo>
                <a:lnTo>
                  <a:pt x="36328" y="84452"/>
                </a:lnTo>
                <a:close/>
                <a:moveTo>
                  <a:pt x="51058" y="79733"/>
                </a:moveTo>
                <a:lnTo>
                  <a:pt x="65788" y="76827"/>
                </a:lnTo>
                <a:lnTo>
                  <a:pt x="57927" y="77194"/>
                </a:lnTo>
                <a:close/>
                <a:moveTo>
                  <a:pt x="29460" y="87461"/>
                </a:moveTo>
                <a:lnTo>
                  <a:pt x="36328" y="84452"/>
                </a:lnTo>
                <a:lnTo>
                  <a:pt x="14730" y="91359"/>
                </a:lnTo>
                <a:close/>
                <a:moveTo>
                  <a:pt x="43197" y="82926"/>
                </a:moveTo>
                <a:lnTo>
                  <a:pt x="36328" y="84452"/>
                </a:lnTo>
                <a:lnTo>
                  <a:pt x="57927" y="77194"/>
                </a:lnTo>
                <a:close/>
                <a:moveTo>
                  <a:pt x="21599" y="87689"/>
                </a:moveTo>
                <a:lnTo>
                  <a:pt x="14730" y="91359"/>
                </a:lnTo>
                <a:lnTo>
                  <a:pt x="36328" y="84452"/>
                </a:lnTo>
                <a:close/>
                <a:moveTo>
                  <a:pt x="21599" y="87689"/>
                </a:moveTo>
                <a:lnTo>
                  <a:pt x="6869" y="88180"/>
                </a:lnTo>
                <a:lnTo>
                  <a:pt x="14730" y="91359"/>
                </a:lnTo>
                <a:close/>
                <a:moveTo>
                  <a:pt x="0" y="91049"/>
                </a:moveTo>
                <a:lnTo>
                  <a:pt x="14730" y="91359"/>
                </a:lnTo>
                <a:lnTo>
                  <a:pt x="6869" y="8818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393" name="PANEL_01-slope--37-225_687">
            <a:extLst>
              <a:ext uri="{FF2B5EF4-FFF2-40B4-BE49-F238E27FC236}">
                <a16:creationId xmlns:a16="http://schemas.microsoft.com/office/drawing/2014/main" id="{594B7077-C548-4EEC-92AE-0DA283EC66BF}"/>
              </a:ext>
            </a:extLst>
          </p:cNvPr>
          <p:cNvSpPr>
            <a:spLocks/>
          </p:cNvSpPr>
          <p:nvPr/>
        </p:nvSpPr>
        <p:spPr>
          <a:xfrm>
            <a:off x="1561631" y="48543"/>
            <a:ext cx="555159" cy="269835"/>
          </a:xfrm>
          <a:custGeom>
            <a:pathLst>
              <a:path w="376028" h="182769">
                <a:moveTo>
                  <a:pt x="376028" y="0"/>
                </a:moveTo>
                <a:lnTo>
                  <a:pt x="361299" y="1898"/>
                </a:lnTo>
                <a:lnTo>
                  <a:pt x="369160" y="7622"/>
                </a:lnTo>
                <a:close/>
                <a:moveTo>
                  <a:pt x="354430" y="8548"/>
                </a:moveTo>
                <a:lnTo>
                  <a:pt x="361299" y="1898"/>
                </a:lnTo>
                <a:lnTo>
                  <a:pt x="339700" y="14732"/>
                </a:lnTo>
                <a:close/>
                <a:moveTo>
                  <a:pt x="354430" y="8548"/>
                </a:moveTo>
                <a:lnTo>
                  <a:pt x="369160" y="7622"/>
                </a:lnTo>
                <a:lnTo>
                  <a:pt x="361299" y="1898"/>
                </a:lnTo>
                <a:close/>
                <a:moveTo>
                  <a:pt x="332831" y="27685"/>
                </a:moveTo>
                <a:lnTo>
                  <a:pt x="318102" y="33112"/>
                </a:lnTo>
                <a:lnTo>
                  <a:pt x="325963" y="38298"/>
                </a:lnTo>
                <a:close/>
                <a:moveTo>
                  <a:pt x="332831" y="27685"/>
                </a:moveTo>
                <a:lnTo>
                  <a:pt x="339700" y="14732"/>
                </a:lnTo>
                <a:lnTo>
                  <a:pt x="318102" y="33112"/>
                </a:lnTo>
                <a:close/>
                <a:moveTo>
                  <a:pt x="332831" y="27685"/>
                </a:moveTo>
                <a:lnTo>
                  <a:pt x="347561" y="22377"/>
                </a:lnTo>
                <a:lnTo>
                  <a:pt x="339700" y="14732"/>
                </a:lnTo>
                <a:close/>
                <a:moveTo>
                  <a:pt x="311233" y="44284"/>
                </a:moveTo>
                <a:lnTo>
                  <a:pt x="318102" y="33112"/>
                </a:lnTo>
                <a:lnTo>
                  <a:pt x="296503" y="45481"/>
                </a:lnTo>
                <a:close/>
                <a:moveTo>
                  <a:pt x="311233" y="44284"/>
                </a:moveTo>
                <a:lnTo>
                  <a:pt x="325963" y="38298"/>
                </a:lnTo>
                <a:lnTo>
                  <a:pt x="318102" y="33112"/>
                </a:lnTo>
                <a:close/>
                <a:moveTo>
                  <a:pt x="346569" y="1956"/>
                </a:moveTo>
                <a:lnTo>
                  <a:pt x="339700" y="14732"/>
                </a:lnTo>
                <a:lnTo>
                  <a:pt x="361299" y="1898"/>
                </a:lnTo>
                <a:close/>
                <a:moveTo>
                  <a:pt x="324970" y="20740"/>
                </a:moveTo>
                <a:lnTo>
                  <a:pt x="318102" y="33112"/>
                </a:lnTo>
                <a:lnTo>
                  <a:pt x="339700" y="14732"/>
                </a:lnTo>
                <a:close/>
                <a:moveTo>
                  <a:pt x="303372" y="39736"/>
                </a:moveTo>
                <a:lnTo>
                  <a:pt x="296503" y="45481"/>
                </a:lnTo>
                <a:lnTo>
                  <a:pt x="318102" y="33112"/>
                </a:lnTo>
                <a:close/>
                <a:moveTo>
                  <a:pt x="144321" y="89545"/>
                </a:moveTo>
                <a:lnTo>
                  <a:pt x="137452" y="100951"/>
                </a:lnTo>
                <a:lnTo>
                  <a:pt x="159051" y="89856"/>
                </a:lnTo>
                <a:close/>
                <a:moveTo>
                  <a:pt x="144321" y="89545"/>
                </a:moveTo>
                <a:lnTo>
                  <a:pt x="129591" y="92435"/>
                </a:lnTo>
                <a:lnTo>
                  <a:pt x="137452" y="100951"/>
                </a:lnTo>
                <a:close/>
                <a:moveTo>
                  <a:pt x="122722" y="101439"/>
                </a:moveTo>
                <a:lnTo>
                  <a:pt x="129591" y="92435"/>
                </a:lnTo>
                <a:lnTo>
                  <a:pt x="107993" y="105293"/>
                </a:lnTo>
                <a:close/>
                <a:moveTo>
                  <a:pt x="122722" y="101439"/>
                </a:moveTo>
                <a:lnTo>
                  <a:pt x="137452" y="100951"/>
                </a:lnTo>
                <a:lnTo>
                  <a:pt x="129591" y="92435"/>
                </a:lnTo>
                <a:close/>
                <a:moveTo>
                  <a:pt x="57927" y="149560"/>
                </a:moveTo>
                <a:lnTo>
                  <a:pt x="51058" y="159327"/>
                </a:lnTo>
                <a:lnTo>
                  <a:pt x="72657" y="147817"/>
                </a:lnTo>
                <a:close/>
                <a:moveTo>
                  <a:pt x="57927" y="149560"/>
                </a:moveTo>
                <a:lnTo>
                  <a:pt x="43197" y="145928"/>
                </a:lnTo>
                <a:lnTo>
                  <a:pt x="51058" y="159327"/>
                </a:lnTo>
                <a:close/>
                <a:moveTo>
                  <a:pt x="14730" y="172058"/>
                </a:moveTo>
                <a:lnTo>
                  <a:pt x="0" y="172629"/>
                </a:lnTo>
                <a:lnTo>
                  <a:pt x="7861" y="182769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394" name="PANEL_01-slope--37-230_688">
            <a:extLst>
              <a:ext uri="{FF2B5EF4-FFF2-40B4-BE49-F238E27FC236}">
                <a16:creationId xmlns:a16="http://schemas.microsoft.com/office/drawing/2014/main" id="{1DECEAEA-7665-406C-B023-ED0C8DE6DFC1}"/>
              </a:ext>
            </a:extLst>
          </p:cNvPr>
          <p:cNvSpPr>
            <a:spLocks/>
          </p:cNvSpPr>
          <p:nvPr/>
        </p:nvSpPr>
        <p:spPr>
          <a:xfrm>
            <a:off x="1561631" y="197585"/>
            <a:ext cx="202931" cy="105823"/>
          </a:xfrm>
          <a:custGeom>
            <a:pathLst>
              <a:path w="137452" h="71677">
                <a:moveTo>
                  <a:pt x="122722" y="487"/>
                </a:moveTo>
                <a:lnTo>
                  <a:pt x="115854" y="15986"/>
                </a:lnTo>
                <a:lnTo>
                  <a:pt x="137452" y="0"/>
                </a:lnTo>
                <a:close/>
                <a:moveTo>
                  <a:pt x="122722" y="487"/>
                </a:moveTo>
                <a:lnTo>
                  <a:pt x="107993" y="4342"/>
                </a:lnTo>
                <a:lnTo>
                  <a:pt x="115854" y="15986"/>
                </a:lnTo>
                <a:close/>
                <a:moveTo>
                  <a:pt x="101124" y="19037"/>
                </a:moveTo>
                <a:lnTo>
                  <a:pt x="94255" y="32741"/>
                </a:lnTo>
                <a:lnTo>
                  <a:pt x="115854" y="15986"/>
                </a:lnTo>
                <a:close/>
                <a:moveTo>
                  <a:pt x="101124" y="19037"/>
                </a:moveTo>
                <a:lnTo>
                  <a:pt x="86394" y="20567"/>
                </a:lnTo>
                <a:lnTo>
                  <a:pt x="94255" y="32741"/>
                </a:lnTo>
                <a:close/>
                <a:moveTo>
                  <a:pt x="101124" y="19037"/>
                </a:moveTo>
                <a:lnTo>
                  <a:pt x="107993" y="4342"/>
                </a:lnTo>
                <a:lnTo>
                  <a:pt x="86394" y="20567"/>
                </a:lnTo>
                <a:close/>
                <a:moveTo>
                  <a:pt x="101124" y="19037"/>
                </a:moveTo>
                <a:lnTo>
                  <a:pt x="115854" y="15986"/>
                </a:lnTo>
                <a:lnTo>
                  <a:pt x="107993" y="4342"/>
                </a:lnTo>
                <a:close/>
                <a:moveTo>
                  <a:pt x="79525" y="36471"/>
                </a:moveTo>
                <a:lnTo>
                  <a:pt x="72657" y="46865"/>
                </a:lnTo>
                <a:lnTo>
                  <a:pt x="94255" y="32741"/>
                </a:lnTo>
                <a:close/>
                <a:moveTo>
                  <a:pt x="79525" y="36471"/>
                </a:moveTo>
                <a:lnTo>
                  <a:pt x="64796" y="35428"/>
                </a:lnTo>
                <a:lnTo>
                  <a:pt x="72657" y="46865"/>
                </a:lnTo>
                <a:close/>
                <a:moveTo>
                  <a:pt x="79525" y="36471"/>
                </a:moveTo>
                <a:lnTo>
                  <a:pt x="86394" y="20567"/>
                </a:lnTo>
                <a:lnTo>
                  <a:pt x="64796" y="35428"/>
                </a:lnTo>
                <a:close/>
                <a:moveTo>
                  <a:pt x="79525" y="36471"/>
                </a:moveTo>
                <a:lnTo>
                  <a:pt x="94255" y="32741"/>
                </a:lnTo>
                <a:lnTo>
                  <a:pt x="86394" y="20567"/>
                </a:lnTo>
                <a:close/>
                <a:moveTo>
                  <a:pt x="57927" y="48608"/>
                </a:moveTo>
                <a:lnTo>
                  <a:pt x="64796" y="35428"/>
                </a:lnTo>
                <a:lnTo>
                  <a:pt x="43197" y="44976"/>
                </a:lnTo>
                <a:close/>
                <a:moveTo>
                  <a:pt x="57927" y="48608"/>
                </a:moveTo>
                <a:lnTo>
                  <a:pt x="72657" y="46865"/>
                </a:lnTo>
                <a:lnTo>
                  <a:pt x="64796" y="35428"/>
                </a:lnTo>
                <a:close/>
                <a:moveTo>
                  <a:pt x="36328" y="56847"/>
                </a:moveTo>
                <a:lnTo>
                  <a:pt x="21599" y="53236"/>
                </a:lnTo>
                <a:lnTo>
                  <a:pt x="29460" y="70957"/>
                </a:lnTo>
                <a:close/>
                <a:moveTo>
                  <a:pt x="36328" y="56847"/>
                </a:moveTo>
                <a:lnTo>
                  <a:pt x="43197" y="44976"/>
                </a:lnTo>
                <a:lnTo>
                  <a:pt x="21599" y="53236"/>
                </a:lnTo>
                <a:close/>
                <a:moveTo>
                  <a:pt x="36328" y="56847"/>
                </a:moveTo>
                <a:lnTo>
                  <a:pt x="51058" y="58375"/>
                </a:lnTo>
                <a:lnTo>
                  <a:pt x="43197" y="44976"/>
                </a:lnTo>
                <a:close/>
                <a:moveTo>
                  <a:pt x="14730" y="71107"/>
                </a:moveTo>
                <a:lnTo>
                  <a:pt x="21599" y="53236"/>
                </a:lnTo>
                <a:lnTo>
                  <a:pt x="0" y="71677"/>
                </a:lnTo>
                <a:close/>
                <a:moveTo>
                  <a:pt x="14730" y="71107"/>
                </a:moveTo>
                <a:lnTo>
                  <a:pt x="29460" y="70957"/>
                </a:lnTo>
                <a:lnTo>
                  <a:pt x="21599" y="53236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395" name="PANEL_01-water--37-230_689">
            <a:extLst>
              <a:ext uri="{FF2B5EF4-FFF2-40B4-BE49-F238E27FC236}">
                <a16:creationId xmlns:a16="http://schemas.microsoft.com/office/drawing/2014/main" id="{F02621A2-8DD9-4916-8DB9-6E9EE456C01B}"/>
              </a:ext>
            </a:extLst>
          </p:cNvPr>
          <p:cNvSpPr>
            <a:spLocks/>
          </p:cNvSpPr>
          <p:nvPr/>
        </p:nvSpPr>
        <p:spPr>
          <a:xfrm>
            <a:off x="1529744" y="303407"/>
            <a:ext cx="31888" cy="10210"/>
          </a:xfrm>
          <a:custGeom>
            <a:pathLst>
              <a:path w="21599" h="6915">
                <a:moveTo>
                  <a:pt x="14730" y="6915"/>
                </a:moveTo>
                <a:lnTo>
                  <a:pt x="21599" y="0"/>
                </a:lnTo>
                <a:lnTo>
                  <a:pt x="0" y="3691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396" name="PANEL_01-slope--36-210_690">
            <a:extLst>
              <a:ext uri="{FF2B5EF4-FFF2-40B4-BE49-F238E27FC236}">
                <a16:creationId xmlns:a16="http://schemas.microsoft.com/office/drawing/2014/main" id="{5EE8CDE5-9300-43A1-AD51-FA9DDCBB45B2}"/>
              </a:ext>
            </a:extLst>
          </p:cNvPr>
          <p:cNvSpPr>
            <a:spLocks/>
          </p:cNvSpPr>
          <p:nvPr/>
        </p:nvSpPr>
        <p:spPr>
          <a:xfrm>
            <a:off x="2160284" y="52349"/>
            <a:ext cx="97128" cy="15319"/>
          </a:xfrm>
          <a:custGeom>
            <a:pathLst>
              <a:path w="65788" h="10375">
                <a:moveTo>
                  <a:pt x="51058" y="7247"/>
                </a:moveTo>
                <a:lnTo>
                  <a:pt x="57927" y="10375"/>
                </a:lnTo>
                <a:lnTo>
                  <a:pt x="36328" y="7685"/>
                </a:lnTo>
                <a:close/>
                <a:moveTo>
                  <a:pt x="51058" y="7247"/>
                </a:moveTo>
                <a:lnTo>
                  <a:pt x="65788" y="9189"/>
                </a:lnTo>
                <a:lnTo>
                  <a:pt x="57927" y="10375"/>
                </a:lnTo>
                <a:close/>
                <a:moveTo>
                  <a:pt x="29460" y="4208"/>
                </a:moveTo>
                <a:lnTo>
                  <a:pt x="36328" y="7685"/>
                </a:lnTo>
                <a:lnTo>
                  <a:pt x="14730" y="2874"/>
                </a:lnTo>
                <a:close/>
                <a:moveTo>
                  <a:pt x="21599" y="6990"/>
                </a:moveTo>
                <a:lnTo>
                  <a:pt x="14730" y="2874"/>
                </a:lnTo>
                <a:lnTo>
                  <a:pt x="36328" y="7685"/>
                </a:lnTo>
                <a:close/>
                <a:moveTo>
                  <a:pt x="21599" y="6990"/>
                </a:moveTo>
                <a:lnTo>
                  <a:pt x="6869" y="2599"/>
                </a:lnTo>
                <a:lnTo>
                  <a:pt x="14730" y="2874"/>
                </a:lnTo>
                <a:close/>
                <a:moveTo>
                  <a:pt x="0" y="0"/>
                </a:moveTo>
                <a:lnTo>
                  <a:pt x="14730" y="2874"/>
                </a:lnTo>
                <a:lnTo>
                  <a:pt x="6869" y="2599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397" name="PANEL_01-slope--36-215_691">
            <a:extLst>
              <a:ext uri="{FF2B5EF4-FFF2-40B4-BE49-F238E27FC236}">
                <a16:creationId xmlns:a16="http://schemas.microsoft.com/office/drawing/2014/main" id="{3CF261D9-6978-4345-82FA-2B52B761C00D}"/>
              </a:ext>
            </a:extLst>
          </p:cNvPr>
          <p:cNvSpPr>
            <a:spLocks/>
          </p:cNvSpPr>
          <p:nvPr/>
        </p:nvSpPr>
        <p:spPr>
          <a:xfrm>
            <a:off x="2138538" y="51233"/>
            <a:ext cx="97128" cy="12464"/>
          </a:xfrm>
          <a:custGeom>
            <a:pathLst>
              <a:path w="65788" h="8442">
                <a:moveTo>
                  <a:pt x="65788" y="8004"/>
                </a:moveTo>
                <a:lnTo>
                  <a:pt x="51058" y="8442"/>
                </a:lnTo>
                <a:lnTo>
                  <a:pt x="58919" y="8110"/>
                </a:lnTo>
                <a:close/>
                <a:moveTo>
                  <a:pt x="14730" y="757"/>
                </a:moveTo>
                <a:lnTo>
                  <a:pt x="7861" y="3170"/>
                </a:lnTo>
                <a:lnTo>
                  <a:pt x="29460" y="3631"/>
                </a:lnTo>
                <a:close/>
                <a:moveTo>
                  <a:pt x="14730" y="757"/>
                </a:moveTo>
                <a:lnTo>
                  <a:pt x="21599" y="3355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398" name="PANEL_01-slope--36-220_692">
            <a:extLst>
              <a:ext uri="{FF2B5EF4-FFF2-40B4-BE49-F238E27FC236}">
                <a16:creationId xmlns:a16="http://schemas.microsoft.com/office/drawing/2014/main" id="{9DA7B8EB-F901-4C2F-82EA-BDF7EEE3A9C6}"/>
              </a:ext>
            </a:extLst>
          </p:cNvPr>
          <p:cNvSpPr>
            <a:spLocks/>
          </p:cNvSpPr>
          <p:nvPr/>
        </p:nvSpPr>
        <p:spPr>
          <a:xfrm>
            <a:off x="1818196" y="48543"/>
            <a:ext cx="342087" cy="126906"/>
          </a:xfrm>
          <a:custGeom>
            <a:pathLst>
              <a:path w="231708" h="85958">
                <a:moveTo>
                  <a:pt x="231708" y="2578"/>
                </a:moveTo>
                <a:lnTo>
                  <a:pt x="216978" y="1822"/>
                </a:lnTo>
                <a:lnTo>
                  <a:pt x="224839" y="4992"/>
                </a:lnTo>
                <a:close/>
                <a:moveTo>
                  <a:pt x="210109" y="4330"/>
                </a:moveTo>
                <a:lnTo>
                  <a:pt x="216978" y="1822"/>
                </a:lnTo>
                <a:lnTo>
                  <a:pt x="195379" y="7622"/>
                </a:lnTo>
                <a:close/>
                <a:moveTo>
                  <a:pt x="210109" y="4330"/>
                </a:moveTo>
                <a:lnTo>
                  <a:pt x="224839" y="4992"/>
                </a:lnTo>
                <a:lnTo>
                  <a:pt x="216978" y="1822"/>
                </a:lnTo>
                <a:close/>
                <a:moveTo>
                  <a:pt x="202248" y="0"/>
                </a:moveTo>
                <a:lnTo>
                  <a:pt x="195379" y="7622"/>
                </a:lnTo>
                <a:lnTo>
                  <a:pt x="216978" y="1822"/>
                </a:lnTo>
                <a:close/>
                <a:moveTo>
                  <a:pt x="137452" y="44284"/>
                </a:moveTo>
                <a:lnTo>
                  <a:pt x="130584" y="47406"/>
                </a:lnTo>
                <a:lnTo>
                  <a:pt x="152182" y="38298"/>
                </a:lnTo>
                <a:close/>
                <a:moveTo>
                  <a:pt x="137452" y="44284"/>
                </a:moveTo>
                <a:lnTo>
                  <a:pt x="122722" y="45481"/>
                </a:lnTo>
                <a:lnTo>
                  <a:pt x="130584" y="47406"/>
                </a:lnTo>
                <a:close/>
                <a:moveTo>
                  <a:pt x="115854" y="49767"/>
                </a:moveTo>
                <a:lnTo>
                  <a:pt x="108985" y="51903"/>
                </a:lnTo>
                <a:lnTo>
                  <a:pt x="130584" y="47406"/>
                </a:lnTo>
                <a:close/>
                <a:moveTo>
                  <a:pt x="115854" y="49767"/>
                </a:moveTo>
                <a:lnTo>
                  <a:pt x="101124" y="50134"/>
                </a:lnTo>
                <a:lnTo>
                  <a:pt x="108985" y="51903"/>
                </a:lnTo>
                <a:close/>
                <a:moveTo>
                  <a:pt x="115854" y="49767"/>
                </a:moveTo>
                <a:lnTo>
                  <a:pt x="130584" y="47406"/>
                </a:lnTo>
                <a:lnTo>
                  <a:pt x="122722" y="45481"/>
                </a:lnTo>
                <a:close/>
                <a:moveTo>
                  <a:pt x="94255" y="51596"/>
                </a:moveTo>
                <a:lnTo>
                  <a:pt x="101124" y="50134"/>
                </a:lnTo>
                <a:lnTo>
                  <a:pt x="79525" y="55626"/>
                </a:lnTo>
                <a:close/>
                <a:moveTo>
                  <a:pt x="94255" y="51596"/>
                </a:moveTo>
                <a:lnTo>
                  <a:pt x="108985" y="51903"/>
                </a:lnTo>
                <a:lnTo>
                  <a:pt x="101124" y="50134"/>
                </a:lnTo>
                <a:close/>
                <a:moveTo>
                  <a:pt x="72657" y="60580"/>
                </a:moveTo>
                <a:lnTo>
                  <a:pt x="79525" y="55626"/>
                </a:lnTo>
                <a:lnTo>
                  <a:pt x="57927" y="65739"/>
                </a:lnTo>
                <a:close/>
                <a:moveTo>
                  <a:pt x="51058" y="71180"/>
                </a:moveTo>
                <a:lnTo>
                  <a:pt x="57927" y="65739"/>
                </a:lnTo>
                <a:lnTo>
                  <a:pt x="36328" y="75323"/>
                </a:lnTo>
                <a:close/>
                <a:moveTo>
                  <a:pt x="64796" y="59294"/>
                </a:moveTo>
                <a:lnTo>
                  <a:pt x="57927" y="65739"/>
                </a:lnTo>
                <a:lnTo>
                  <a:pt x="79525" y="55626"/>
                </a:lnTo>
                <a:close/>
                <a:moveTo>
                  <a:pt x="43197" y="71902"/>
                </a:moveTo>
                <a:lnTo>
                  <a:pt x="36328" y="75323"/>
                </a:lnTo>
                <a:lnTo>
                  <a:pt x="57927" y="65739"/>
                </a:lnTo>
                <a:close/>
                <a:moveTo>
                  <a:pt x="21599" y="78229"/>
                </a:moveTo>
                <a:lnTo>
                  <a:pt x="14730" y="84347"/>
                </a:lnTo>
                <a:lnTo>
                  <a:pt x="36328" y="75323"/>
                </a:lnTo>
                <a:close/>
                <a:moveTo>
                  <a:pt x="21599" y="78229"/>
                </a:moveTo>
                <a:lnTo>
                  <a:pt x="6869" y="82948"/>
                </a:lnTo>
                <a:lnTo>
                  <a:pt x="14730" y="84347"/>
                </a:lnTo>
                <a:close/>
                <a:moveTo>
                  <a:pt x="0" y="85958"/>
                </a:moveTo>
                <a:lnTo>
                  <a:pt x="14730" y="84347"/>
                </a:lnTo>
                <a:lnTo>
                  <a:pt x="6869" y="82948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399" name="PANEL_01-slope--36-225_693">
            <a:extLst>
              <a:ext uri="{FF2B5EF4-FFF2-40B4-BE49-F238E27FC236}">
                <a16:creationId xmlns:a16="http://schemas.microsoft.com/office/drawing/2014/main" id="{24C0A222-8BCE-4C5B-AF47-0D5F377AE947}"/>
              </a:ext>
            </a:extLst>
          </p:cNvPr>
          <p:cNvSpPr>
            <a:spLocks/>
          </p:cNvSpPr>
          <p:nvPr/>
        </p:nvSpPr>
        <p:spPr>
          <a:xfrm>
            <a:off x="1573237" y="59796"/>
            <a:ext cx="533412" cy="273552"/>
          </a:xfrm>
          <a:custGeom>
            <a:pathLst>
              <a:path w="361299" h="185286">
                <a:moveTo>
                  <a:pt x="354430" y="9990"/>
                </a:moveTo>
                <a:lnTo>
                  <a:pt x="361299" y="0"/>
                </a:lnTo>
                <a:lnTo>
                  <a:pt x="339700" y="14755"/>
                </a:lnTo>
                <a:close/>
                <a:moveTo>
                  <a:pt x="332831" y="28041"/>
                </a:moveTo>
                <a:lnTo>
                  <a:pt x="339700" y="14755"/>
                </a:lnTo>
                <a:lnTo>
                  <a:pt x="318102" y="30675"/>
                </a:lnTo>
                <a:close/>
                <a:moveTo>
                  <a:pt x="311233" y="37935"/>
                </a:moveTo>
                <a:lnTo>
                  <a:pt x="318102" y="30675"/>
                </a:lnTo>
                <a:lnTo>
                  <a:pt x="296503" y="39784"/>
                </a:lnTo>
                <a:close/>
                <a:moveTo>
                  <a:pt x="346569" y="925"/>
                </a:moveTo>
                <a:lnTo>
                  <a:pt x="339700" y="14755"/>
                </a:lnTo>
                <a:lnTo>
                  <a:pt x="361299" y="0"/>
                </a:lnTo>
                <a:close/>
                <a:moveTo>
                  <a:pt x="346569" y="925"/>
                </a:moveTo>
                <a:lnTo>
                  <a:pt x="331839" y="7110"/>
                </a:lnTo>
                <a:lnTo>
                  <a:pt x="339700" y="14755"/>
                </a:lnTo>
                <a:close/>
                <a:moveTo>
                  <a:pt x="324970" y="20063"/>
                </a:moveTo>
                <a:lnTo>
                  <a:pt x="318102" y="30675"/>
                </a:lnTo>
                <a:lnTo>
                  <a:pt x="339700" y="14755"/>
                </a:lnTo>
                <a:close/>
                <a:moveTo>
                  <a:pt x="260175" y="43974"/>
                </a:moveTo>
                <a:lnTo>
                  <a:pt x="245445" y="48004"/>
                </a:lnTo>
                <a:lnTo>
                  <a:pt x="253306" y="51729"/>
                </a:lnTo>
                <a:close/>
                <a:moveTo>
                  <a:pt x="238576" y="52957"/>
                </a:moveTo>
                <a:lnTo>
                  <a:pt x="223846" y="58117"/>
                </a:lnTo>
                <a:lnTo>
                  <a:pt x="231708" y="62505"/>
                </a:lnTo>
                <a:close/>
                <a:moveTo>
                  <a:pt x="238576" y="52957"/>
                </a:moveTo>
                <a:lnTo>
                  <a:pt x="253306" y="51729"/>
                </a:lnTo>
                <a:lnTo>
                  <a:pt x="245445" y="48004"/>
                </a:lnTo>
                <a:close/>
                <a:moveTo>
                  <a:pt x="195379" y="72360"/>
                </a:moveTo>
                <a:lnTo>
                  <a:pt x="202248" y="67701"/>
                </a:lnTo>
                <a:lnTo>
                  <a:pt x="180649" y="76725"/>
                </a:lnTo>
                <a:close/>
                <a:moveTo>
                  <a:pt x="165919" y="78335"/>
                </a:moveTo>
                <a:lnTo>
                  <a:pt x="159051" y="89626"/>
                </a:lnTo>
                <a:lnTo>
                  <a:pt x="180649" y="76725"/>
                </a:lnTo>
                <a:close/>
                <a:moveTo>
                  <a:pt x="165919" y="78335"/>
                </a:moveTo>
                <a:lnTo>
                  <a:pt x="151190" y="82233"/>
                </a:lnTo>
                <a:lnTo>
                  <a:pt x="159051" y="89626"/>
                </a:lnTo>
                <a:close/>
                <a:moveTo>
                  <a:pt x="144321" y="90112"/>
                </a:moveTo>
                <a:lnTo>
                  <a:pt x="151190" y="82233"/>
                </a:lnTo>
                <a:lnTo>
                  <a:pt x="129591" y="93329"/>
                </a:lnTo>
                <a:close/>
                <a:moveTo>
                  <a:pt x="144321" y="90112"/>
                </a:moveTo>
                <a:lnTo>
                  <a:pt x="159051" y="89626"/>
                </a:lnTo>
                <a:lnTo>
                  <a:pt x="151190" y="82233"/>
                </a:lnTo>
                <a:close/>
                <a:moveTo>
                  <a:pt x="57927" y="150541"/>
                </a:moveTo>
                <a:lnTo>
                  <a:pt x="64796" y="140194"/>
                </a:lnTo>
                <a:lnTo>
                  <a:pt x="43197" y="151704"/>
                </a:lnTo>
                <a:close/>
                <a:moveTo>
                  <a:pt x="57927" y="150541"/>
                </a:moveTo>
                <a:lnTo>
                  <a:pt x="72657" y="150552"/>
                </a:lnTo>
                <a:lnTo>
                  <a:pt x="64796" y="140194"/>
                </a:lnTo>
                <a:close/>
                <a:moveTo>
                  <a:pt x="14730" y="178371"/>
                </a:moveTo>
                <a:lnTo>
                  <a:pt x="0" y="175146"/>
                </a:lnTo>
                <a:lnTo>
                  <a:pt x="7861" y="185286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00" name="PANEL_01-slope--36-230_694">
            <a:extLst>
              <a:ext uri="{FF2B5EF4-FFF2-40B4-BE49-F238E27FC236}">
                <a16:creationId xmlns:a16="http://schemas.microsoft.com/office/drawing/2014/main" id="{31D21244-1301-44A9-AC6C-869CB3A65C93}"/>
              </a:ext>
            </a:extLst>
          </p:cNvPr>
          <p:cNvSpPr>
            <a:spLocks/>
          </p:cNvSpPr>
          <p:nvPr/>
        </p:nvSpPr>
        <p:spPr>
          <a:xfrm>
            <a:off x="1573237" y="192118"/>
            <a:ext cx="234819" cy="135782"/>
          </a:xfrm>
          <a:custGeom>
            <a:pathLst>
              <a:path w="159051" h="91970">
                <a:moveTo>
                  <a:pt x="144321" y="486"/>
                </a:moveTo>
                <a:lnTo>
                  <a:pt x="137452" y="16581"/>
                </a:lnTo>
                <a:lnTo>
                  <a:pt x="159051" y="0"/>
                </a:lnTo>
                <a:close/>
                <a:moveTo>
                  <a:pt x="144321" y="486"/>
                </a:moveTo>
                <a:lnTo>
                  <a:pt x="129591" y="3703"/>
                </a:lnTo>
                <a:lnTo>
                  <a:pt x="137452" y="16581"/>
                </a:lnTo>
                <a:close/>
                <a:moveTo>
                  <a:pt x="122722" y="17839"/>
                </a:moveTo>
                <a:lnTo>
                  <a:pt x="115854" y="34103"/>
                </a:lnTo>
                <a:lnTo>
                  <a:pt x="137452" y="16581"/>
                </a:lnTo>
                <a:close/>
                <a:moveTo>
                  <a:pt x="122722" y="17839"/>
                </a:moveTo>
                <a:lnTo>
                  <a:pt x="107993" y="19689"/>
                </a:lnTo>
                <a:lnTo>
                  <a:pt x="115854" y="34103"/>
                </a:lnTo>
                <a:close/>
                <a:moveTo>
                  <a:pt x="122722" y="17839"/>
                </a:moveTo>
                <a:lnTo>
                  <a:pt x="129591" y="3703"/>
                </a:lnTo>
                <a:lnTo>
                  <a:pt x="107993" y="19689"/>
                </a:lnTo>
                <a:close/>
                <a:moveTo>
                  <a:pt x="122722" y="17839"/>
                </a:moveTo>
                <a:lnTo>
                  <a:pt x="137452" y="16581"/>
                </a:lnTo>
                <a:lnTo>
                  <a:pt x="129591" y="3703"/>
                </a:lnTo>
                <a:close/>
                <a:moveTo>
                  <a:pt x="101124" y="33987"/>
                </a:moveTo>
                <a:lnTo>
                  <a:pt x="94255" y="49184"/>
                </a:lnTo>
                <a:lnTo>
                  <a:pt x="115854" y="34103"/>
                </a:lnTo>
                <a:close/>
                <a:moveTo>
                  <a:pt x="101124" y="33987"/>
                </a:moveTo>
                <a:lnTo>
                  <a:pt x="86394" y="36444"/>
                </a:lnTo>
                <a:lnTo>
                  <a:pt x="94255" y="49184"/>
                </a:lnTo>
                <a:close/>
                <a:moveTo>
                  <a:pt x="101124" y="33987"/>
                </a:moveTo>
                <a:lnTo>
                  <a:pt x="107993" y="19689"/>
                </a:lnTo>
                <a:lnTo>
                  <a:pt x="86394" y="36444"/>
                </a:lnTo>
                <a:close/>
                <a:moveTo>
                  <a:pt x="101124" y="33987"/>
                </a:moveTo>
                <a:lnTo>
                  <a:pt x="115854" y="34103"/>
                </a:lnTo>
                <a:lnTo>
                  <a:pt x="107993" y="19689"/>
                </a:lnTo>
                <a:close/>
                <a:moveTo>
                  <a:pt x="79525" y="48873"/>
                </a:moveTo>
                <a:lnTo>
                  <a:pt x="72657" y="60926"/>
                </a:lnTo>
                <a:lnTo>
                  <a:pt x="94255" y="49184"/>
                </a:lnTo>
                <a:close/>
                <a:moveTo>
                  <a:pt x="79525" y="48873"/>
                </a:moveTo>
                <a:lnTo>
                  <a:pt x="64796" y="50568"/>
                </a:lnTo>
                <a:lnTo>
                  <a:pt x="72657" y="60926"/>
                </a:lnTo>
                <a:close/>
                <a:moveTo>
                  <a:pt x="79525" y="48873"/>
                </a:moveTo>
                <a:lnTo>
                  <a:pt x="86394" y="36444"/>
                </a:lnTo>
                <a:lnTo>
                  <a:pt x="64796" y="50568"/>
                </a:lnTo>
                <a:close/>
                <a:moveTo>
                  <a:pt x="79525" y="48873"/>
                </a:moveTo>
                <a:lnTo>
                  <a:pt x="94255" y="49184"/>
                </a:lnTo>
                <a:lnTo>
                  <a:pt x="86394" y="36444"/>
                </a:lnTo>
                <a:close/>
                <a:moveTo>
                  <a:pt x="57927" y="60915"/>
                </a:moveTo>
                <a:lnTo>
                  <a:pt x="51058" y="72889"/>
                </a:lnTo>
                <a:lnTo>
                  <a:pt x="72657" y="60926"/>
                </a:lnTo>
                <a:close/>
                <a:moveTo>
                  <a:pt x="57927" y="60915"/>
                </a:moveTo>
                <a:lnTo>
                  <a:pt x="43197" y="62078"/>
                </a:lnTo>
                <a:lnTo>
                  <a:pt x="51058" y="72889"/>
                </a:lnTo>
                <a:close/>
                <a:moveTo>
                  <a:pt x="36328" y="74537"/>
                </a:moveTo>
                <a:lnTo>
                  <a:pt x="21599" y="74660"/>
                </a:lnTo>
                <a:lnTo>
                  <a:pt x="29460" y="91970"/>
                </a:lnTo>
                <a:close/>
                <a:moveTo>
                  <a:pt x="36328" y="74537"/>
                </a:moveTo>
                <a:lnTo>
                  <a:pt x="43197" y="62078"/>
                </a:lnTo>
                <a:lnTo>
                  <a:pt x="21599" y="74660"/>
                </a:lnTo>
                <a:close/>
                <a:moveTo>
                  <a:pt x="36328" y="74537"/>
                </a:moveTo>
                <a:lnTo>
                  <a:pt x="51058" y="72889"/>
                </a:lnTo>
                <a:lnTo>
                  <a:pt x="43197" y="62078"/>
                </a:lnTo>
                <a:close/>
                <a:moveTo>
                  <a:pt x="14730" y="88745"/>
                </a:moveTo>
                <a:lnTo>
                  <a:pt x="21599" y="74660"/>
                </a:lnTo>
                <a:lnTo>
                  <a:pt x="0" y="85520"/>
                </a:lnTo>
                <a:close/>
                <a:moveTo>
                  <a:pt x="14730" y="88745"/>
                </a:moveTo>
                <a:lnTo>
                  <a:pt x="29460" y="91970"/>
                </a:lnTo>
                <a:lnTo>
                  <a:pt x="21599" y="74660"/>
                </a:lnTo>
                <a:close/>
                <a:moveTo>
                  <a:pt x="28467" y="60550"/>
                </a:moveTo>
                <a:lnTo>
                  <a:pt x="21599" y="74660"/>
                </a:lnTo>
                <a:lnTo>
                  <a:pt x="43197" y="62078"/>
                </a:lnTo>
                <a:close/>
                <a:moveTo>
                  <a:pt x="6869" y="74810"/>
                </a:moveTo>
                <a:lnTo>
                  <a:pt x="0" y="85520"/>
                </a:lnTo>
                <a:lnTo>
                  <a:pt x="21599" y="74660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01" name="PANEL_01-water--36-230_695">
            <a:extLst>
              <a:ext uri="{FF2B5EF4-FFF2-40B4-BE49-F238E27FC236}">
                <a16:creationId xmlns:a16="http://schemas.microsoft.com/office/drawing/2014/main" id="{B1174550-7509-4D55-979B-B501B62E94B0}"/>
              </a:ext>
            </a:extLst>
          </p:cNvPr>
          <p:cNvSpPr>
            <a:spLocks/>
          </p:cNvSpPr>
          <p:nvPr/>
        </p:nvSpPr>
        <p:spPr>
          <a:xfrm>
            <a:off x="1434081" y="303407"/>
            <a:ext cx="139156" cy="26556"/>
          </a:xfrm>
          <a:custGeom>
            <a:pathLst>
              <a:path w="94255" h="17987">
                <a:moveTo>
                  <a:pt x="87387" y="17055"/>
                </a:moveTo>
                <a:lnTo>
                  <a:pt x="94255" y="10140"/>
                </a:lnTo>
                <a:lnTo>
                  <a:pt x="72657" y="13831"/>
                </a:lnTo>
                <a:close/>
                <a:moveTo>
                  <a:pt x="79525" y="6915"/>
                </a:moveTo>
                <a:lnTo>
                  <a:pt x="72657" y="13831"/>
                </a:lnTo>
                <a:lnTo>
                  <a:pt x="94255" y="10140"/>
                </a:lnTo>
                <a:close/>
                <a:moveTo>
                  <a:pt x="79525" y="6915"/>
                </a:moveTo>
                <a:lnTo>
                  <a:pt x="64796" y="3691"/>
                </a:lnTo>
                <a:lnTo>
                  <a:pt x="72657" y="13831"/>
                </a:lnTo>
                <a:close/>
                <a:moveTo>
                  <a:pt x="79525" y="6915"/>
                </a:moveTo>
                <a:lnTo>
                  <a:pt x="94255" y="10140"/>
                </a:lnTo>
                <a:lnTo>
                  <a:pt x="86394" y="0"/>
                </a:lnTo>
                <a:close/>
                <a:moveTo>
                  <a:pt x="57927" y="10606"/>
                </a:moveTo>
                <a:lnTo>
                  <a:pt x="51058" y="17521"/>
                </a:lnTo>
                <a:lnTo>
                  <a:pt x="72657" y="13831"/>
                </a:lnTo>
                <a:close/>
                <a:moveTo>
                  <a:pt x="57927" y="10606"/>
                </a:moveTo>
                <a:lnTo>
                  <a:pt x="43197" y="7381"/>
                </a:lnTo>
                <a:lnTo>
                  <a:pt x="51058" y="17521"/>
                </a:lnTo>
                <a:close/>
                <a:moveTo>
                  <a:pt x="57927" y="10606"/>
                </a:moveTo>
                <a:lnTo>
                  <a:pt x="64796" y="3691"/>
                </a:lnTo>
                <a:lnTo>
                  <a:pt x="43197" y="7381"/>
                </a:lnTo>
                <a:close/>
                <a:moveTo>
                  <a:pt x="57927" y="10606"/>
                </a:moveTo>
                <a:lnTo>
                  <a:pt x="72657" y="13831"/>
                </a:lnTo>
                <a:lnTo>
                  <a:pt x="64796" y="3691"/>
                </a:lnTo>
                <a:close/>
                <a:moveTo>
                  <a:pt x="36328" y="14296"/>
                </a:moveTo>
                <a:lnTo>
                  <a:pt x="43197" y="7381"/>
                </a:lnTo>
                <a:lnTo>
                  <a:pt x="21599" y="11072"/>
                </a:lnTo>
                <a:close/>
                <a:moveTo>
                  <a:pt x="36328" y="14296"/>
                </a:moveTo>
                <a:lnTo>
                  <a:pt x="51058" y="17521"/>
                </a:lnTo>
                <a:lnTo>
                  <a:pt x="43197" y="7381"/>
                </a:lnTo>
                <a:close/>
                <a:moveTo>
                  <a:pt x="14730" y="17987"/>
                </a:moveTo>
                <a:lnTo>
                  <a:pt x="21599" y="11072"/>
                </a:lnTo>
                <a:lnTo>
                  <a:pt x="0" y="14762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02" name="PANEL_01-slope--35-210_696">
            <a:extLst>
              <a:ext uri="{FF2B5EF4-FFF2-40B4-BE49-F238E27FC236}">
                <a16:creationId xmlns:a16="http://schemas.microsoft.com/office/drawing/2014/main" id="{B8789157-10FB-4E4E-A1DA-CA9F8EC5E404}"/>
              </a:ext>
            </a:extLst>
          </p:cNvPr>
          <p:cNvSpPr>
            <a:spLocks/>
          </p:cNvSpPr>
          <p:nvPr/>
        </p:nvSpPr>
        <p:spPr>
          <a:xfrm>
            <a:off x="2203777" y="58562"/>
            <a:ext cx="21746" cy="5134"/>
          </a:xfrm>
          <a:custGeom>
            <a:pathLst>
              <a:path w="14730" h="3477">
                <a:moveTo>
                  <a:pt x="0" y="0"/>
                </a:moveTo>
                <a:lnTo>
                  <a:pt x="14730" y="3145"/>
                </a:lnTo>
                <a:lnTo>
                  <a:pt x="6869" y="3477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403" name="PANEL_01-slope--35-215_697">
            <a:extLst>
              <a:ext uri="{FF2B5EF4-FFF2-40B4-BE49-F238E27FC236}">
                <a16:creationId xmlns:a16="http://schemas.microsoft.com/office/drawing/2014/main" id="{8AB62AA7-0A36-4817-B984-6281F52107BD}"/>
              </a:ext>
            </a:extLst>
          </p:cNvPr>
          <p:cNvSpPr>
            <a:spLocks/>
          </p:cNvSpPr>
          <p:nvPr/>
        </p:nvSpPr>
        <p:spPr>
          <a:xfrm>
            <a:off x="2150142" y="52789"/>
            <a:ext cx="118874" cy="18567"/>
          </a:xfrm>
          <a:custGeom>
            <a:pathLst>
              <a:path w="80518" h="12576">
                <a:moveTo>
                  <a:pt x="65788" y="9682"/>
                </a:moveTo>
                <a:lnTo>
                  <a:pt x="72657" y="8892"/>
                </a:lnTo>
                <a:lnTo>
                  <a:pt x="51058" y="7056"/>
                </a:lnTo>
                <a:close/>
                <a:moveTo>
                  <a:pt x="65788" y="9682"/>
                </a:moveTo>
                <a:lnTo>
                  <a:pt x="80518" y="12576"/>
                </a:lnTo>
                <a:lnTo>
                  <a:pt x="72657" y="8892"/>
                </a:lnTo>
                <a:close/>
                <a:moveTo>
                  <a:pt x="57927" y="6950"/>
                </a:moveTo>
                <a:lnTo>
                  <a:pt x="51058" y="7056"/>
                </a:lnTo>
                <a:lnTo>
                  <a:pt x="72657" y="8892"/>
                </a:lnTo>
                <a:close/>
                <a:moveTo>
                  <a:pt x="36328" y="3911"/>
                </a:moveTo>
                <a:lnTo>
                  <a:pt x="29460" y="5431"/>
                </a:lnTo>
                <a:lnTo>
                  <a:pt x="51058" y="7056"/>
                </a:lnTo>
                <a:close/>
                <a:moveTo>
                  <a:pt x="36328" y="3911"/>
                </a:moveTo>
                <a:lnTo>
                  <a:pt x="21599" y="2577"/>
                </a:lnTo>
                <a:lnTo>
                  <a:pt x="29460" y="5431"/>
                </a:lnTo>
                <a:close/>
                <a:moveTo>
                  <a:pt x="14730" y="0"/>
                </a:moveTo>
                <a:lnTo>
                  <a:pt x="21599" y="2577"/>
                </a:lnTo>
                <a:lnTo>
                  <a:pt x="0" y="2116"/>
                </a:lnTo>
                <a:close/>
                <a:moveTo>
                  <a:pt x="14730" y="0"/>
                </a:moveTo>
                <a:lnTo>
                  <a:pt x="29460" y="5431"/>
                </a:lnTo>
                <a:lnTo>
                  <a:pt x="21599" y="2577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04" name="PANEL_01-slope--35-220_698">
            <a:extLst>
              <a:ext uri="{FF2B5EF4-FFF2-40B4-BE49-F238E27FC236}">
                <a16:creationId xmlns:a16="http://schemas.microsoft.com/office/drawing/2014/main" id="{C7B85265-D552-4CC7-B119-DDC24F32A2D6}"/>
              </a:ext>
            </a:extLst>
          </p:cNvPr>
          <p:cNvSpPr>
            <a:spLocks/>
          </p:cNvSpPr>
          <p:nvPr/>
        </p:nvSpPr>
        <p:spPr>
          <a:xfrm>
            <a:off x="1979100" y="118532"/>
            <a:ext cx="43493" cy="9182"/>
          </a:xfrm>
          <a:custGeom>
            <a:pathLst>
              <a:path w="29460" h="6219">
                <a:moveTo>
                  <a:pt x="14730" y="2608"/>
                </a:moveTo>
                <a:lnTo>
                  <a:pt x="21599" y="0"/>
                </a:lnTo>
                <a:lnTo>
                  <a:pt x="0" y="4497"/>
                </a:lnTo>
                <a:close/>
                <a:moveTo>
                  <a:pt x="14730" y="2608"/>
                </a:moveTo>
                <a:lnTo>
                  <a:pt x="29460" y="6219"/>
                </a:lnTo>
                <a:lnTo>
                  <a:pt x="21599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05" name="PANEL_01-slope--35-225_699">
            <a:extLst>
              <a:ext uri="{FF2B5EF4-FFF2-40B4-BE49-F238E27FC236}">
                <a16:creationId xmlns:a16="http://schemas.microsoft.com/office/drawing/2014/main" id="{C30269F9-8B03-4510-9ADE-01AD1FA3416D}"/>
              </a:ext>
            </a:extLst>
          </p:cNvPr>
          <p:cNvSpPr>
            <a:spLocks/>
          </p:cNvSpPr>
          <p:nvPr/>
        </p:nvSpPr>
        <p:spPr>
          <a:xfrm>
            <a:off x="1584843" y="52789"/>
            <a:ext cx="587047" cy="280559"/>
          </a:xfrm>
          <a:custGeom>
            <a:pathLst>
              <a:path w="397627" h="190033">
                <a:moveTo>
                  <a:pt x="397627" y="0"/>
                </a:moveTo>
                <a:lnTo>
                  <a:pt x="382897" y="2116"/>
                </a:lnTo>
                <a:lnTo>
                  <a:pt x="390758" y="10395"/>
                </a:lnTo>
                <a:close/>
                <a:moveTo>
                  <a:pt x="376028" y="7308"/>
                </a:moveTo>
                <a:lnTo>
                  <a:pt x="382897" y="2116"/>
                </a:lnTo>
                <a:lnTo>
                  <a:pt x="361299" y="11042"/>
                </a:lnTo>
                <a:close/>
                <a:moveTo>
                  <a:pt x="354430" y="20667"/>
                </a:moveTo>
                <a:lnTo>
                  <a:pt x="361299" y="11042"/>
                </a:lnTo>
                <a:lnTo>
                  <a:pt x="339700" y="26266"/>
                </a:lnTo>
                <a:close/>
                <a:moveTo>
                  <a:pt x="332831" y="36872"/>
                </a:moveTo>
                <a:lnTo>
                  <a:pt x="339700" y="26266"/>
                </a:lnTo>
                <a:lnTo>
                  <a:pt x="318102" y="41128"/>
                </a:lnTo>
                <a:close/>
                <a:moveTo>
                  <a:pt x="311233" y="52170"/>
                </a:moveTo>
                <a:lnTo>
                  <a:pt x="318102" y="41128"/>
                </a:lnTo>
                <a:lnTo>
                  <a:pt x="296503" y="50749"/>
                </a:lnTo>
                <a:close/>
                <a:moveTo>
                  <a:pt x="368167" y="1454"/>
                </a:moveTo>
                <a:lnTo>
                  <a:pt x="361299" y="11042"/>
                </a:lnTo>
                <a:lnTo>
                  <a:pt x="382897" y="2116"/>
                </a:lnTo>
                <a:close/>
                <a:moveTo>
                  <a:pt x="368167" y="1454"/>
                </a:moveTo>
                <a:lnTo>
                  <a:pt x="353437" y="4747"/>
                </a:lnTo>
                <a:lnTo>
                  <a:pt x="361299" y="11042"/>
                </a:lnTo>
                <a:close/>
                <a:moveTo>
                  <a:pt x="346569" y="14736"/>
                </a:moveTo>
                <a:lnTo>
                  <a:pt x="339700" y="26266"/>
                </a:lnTo>
                <a:lnTo>
                  <a:pt x="361299" y="11042"/>
                </a:lnTo>
                <a:close/>
                <a:moveTo>
                  <a:pt x="346569" y="14736"/>
                </a:moveTo>
                <a:lnTo>
                  <a:pt x="331839" y="19501"/>
                </a:lnTo>
                <a:lnTo>
                  <a:pt x="339700" y="26266"/>
                </a:lnTo>
                <a:close/>
                <a:moveTo>
                  <a:pt x="346569" y="14736"/>
                </a:moveTo>
                <a:lnTo>
                  <a:pt x="361299" y="11042"/>
                </a:lnTo>
                <a:lnTo>
                  <a:pt x="353437" y="4747"/>
                </a:lnTo>
                <a:close/>
                <a:moveTo>
                  <a:pt x="324970" y="32788"/>
                </a:moveTo>
                <a:lnTo>
                  <a:pt x="318102" y="41128"/>
                </a:lnTo>
                <a:lnTo>
                  <a:pt x="339700" y="26266"/>
                </a:lnTo>
                <a:close/>
                <a:moveTo>
                  <a:pt x="324970" y="32788"/>
                </a:moveTo>
                <a:lnTo>
                  <a:pt x="310240" y="35422"/>
                </a:lnTo>
                <a:lnTo>
                  <a:pt x="318102" y="41128"/>
                </a:lnTo>
                <a:close/>
                <a:moveTo>
                  <a:pt x="324970" y="32788"/>
                </a:moveTo>
                <a:lnTo>
                  <a:pt x="339700" y="26266"/>
                </a:lnTo>
                <a:lnTo>
                  <a:pt x="331839" y="19501"/>
                </a:lnTo>
                <a:close/>
                <a:moveTo>
                  <a:pt x="303372" y="42682"/>
                </a:moveTo>
                <a:lnTo>
                  <a:pt x="296503" y="50749"/>
                </a:lnTo>
                <a:lnTo>
                  <a:pt x="318102" y="41128"/>
                </a:lnTo>
                <a:close/>
                <a:moveTo>
                  <a:pt x="303372" y="42682"/>
                </a:moveTo>
                <a:lnTo>
                  <a:pt x="288642" y="44530"/>
                </a:lnTo>
                <a:lnTo>
                  <a:pt x="296503" y="50749"/>
                </a:lnTo>
                <a:close/>
                <a:moveTo>
                  <a:pt x="303372" y="42682"/>
                </a:moveTo>
                <a:lnTo>
                  <a:pt x="318102" y="41128"/>
                </a:lnTo>
                <a:lnTo>
                  <a:pt x="310240" y="35422"/>
                </a:lnTo>
                <a:close/>
                <a:moveTo>
                  <a:pt x="281773" y="47139"/>
                </a:moveTo>
                <a:lnTo>
                  <a:pt x="274905" y="58084"/>
                </a:lnTo>
                <a:lnTo>
                  <a:pt x="296503" y="50749"/>
                </a:lnTo>
                <a:close/>
                <a:moveTo>
                  <a:pt x="281773" y="47139"/>
                </a:moveTo>
                <a:lnTo>
                  <a:pt x="267043" y="49027"/>
                </a:lnTo>
                <a:lnTo>
                  <a:pt x="274905" y="58084"/>
                </a:lnTo>
                <a:close/>
                <a:moveTo>
                  <a:pt x="260175" y="53360"/>
                </a:moveTo>
                <a:lnTo>
                  <a:pt x="267043" y="49027"/>
                </a:lnTo>
                <a:lnTo>
                  <a:pt x="245445" y="56475"/>
                </a:lnTo>
                <a:close/>
                <a:moveTo>
                  <a:pt x="260175" y="53360"/>
                </a:moveTo>
                <a:lnTo>
                  <a:pt x="274905" y="58084"/>
                </a:lnTo>
                <a:lnTo>
                  <a:pt x="267043" y="49027"/>
                </a:lnTo>
                <a:close/>
                <a:moveTo>
                  <a:pt x="238576" y="66118"/>
                </a:moveTo>
                <a:lnTo>
                  <a:pt x="245445" y="56475"/>
                </a:lnTo>
                <a:lnTo>
                  <a:pt x="223846" y="67251"/>
                </a:lnTo>
                <a:close/>
                <a:moveTo>
                  <a:pt x="238576" y="66118"/>
                </a:moveTo>
                <a:lnTo>
                  <a:pt x="253306" y="68623"/>
                </a:lnTo>
                <a:lnTo>
                  <a:pt x="245445" y="56475"/>
                </a:lnTo>
                <a:close/>
                <a:moveTo>
                  <a:pt x="216978" y="76879"/>
                </a:moveTo>
                <a:lnTo>
                  <a:pt x="223846" y="67251"/>
                </a:lnTo>
                <a:lnTo>
                  <a:pt x="202248" y="78015"/>
                </a:lnTo>
                <a:close/>
                <a:moveTo>
                  <a:pt x="252313" y="48720"/>
                </a:moveTo>
                <a:lnTo>
                  <a:pt x="245445" y="56475"/>
                </a:lnTo>
                <a:lnTo>
                  <a:pt x="267043" y="49027"/>
                </a:lnTo>
                <a:close/>
                <a:moveTo>
                  <a:pt x="230715" y="57704"/>
                </a:moveTo>
                <a:lnTo>
                  <a:pt x="223846" y="67251"/>
                </a:lnTo>
                <a:lnTo>
                  <a:pt x="245445" y="56475"/>
                </a:lnTo>
                <a:close/>
                <a:moveTo>
                  <a:pt x="209116" y="68305"/>
                </a:moveTo>
                <a:lnTo>
                  <a:pt x="202248" y="78015"/>
                </a:lnTo>
                <a:lnTo>
                  <a:pt x="223846" y="67251"/>
                </a:lnTo>
                <a:close/>
                <a:moveTo>
                  <a:pt x="209116" y="68305"/>
                </a:moveTo>
                <a:lnTo>
                  <a:pt x="194387" y="72448"/>
                </a:lnTo>
                <a:lnTo>
                  <a:pt x="202248" y="78015"/>
                </a:lnTo>
                <a:close/>
                <a:moveTo>
                  <a:pt x="209116" y="68305"/>
                </a:moveTo>
                <a:lnTo>
                  <a:pt x="223846" y="67251"/>
                </a:lnTo>
                <a:lnTo>
                  <a:pt x="215985" y="62863"/>
                </a:lnTo>
                <a:close/>
                <a:moveTo>
                  <a:pt x="187518" y="77107"/>
                </a:moveTo>
                <a:lnTo>
                  <a:pt x="172788" y="81471"/>
                </a:lnTo>
                <a:lnTo>
                  <a:pt x="180649" y="90665"/>
                </a:lnTo>
                <a:close/>
                <a:moveTo>
                  <a:pt x="187518" y="77107"/>
                </a:moveTo>
                <a:lnTo>
                  <a:pt x="202248" y="78015"/>
                </a:lnTo>
                <a:lnTo>
                  <a:pt x="194387" y="72448"/>
                </a:lnTo>
                <a:close/>
                <a:moveTo>
                  <a:pt x="165919" y="90344"/>
                </a:moveTo>
                <a:lnTo>
                  <a:pt x="172788" y="81471"/>
                </a:lnTo>
                <a:lnTo>
                  <a:pt x="151190" y="94373"/>
                </a:lnTo>
                <a:close/>
                <a:moveTo>
                  <a:pt x="165919" y="90344"/>
                </a:moveTo>
                <a:lnTo>
                  <a:pt x="180649" y="90665"/>
                </a:lnTo>
                <a:lnTo>
                  <a:pt x="172788" y="81471"/>
                </a:lnTo>
                <a:close/>
                <a:moveTo>
                  <a:pt x="79525" y="156830"/>
                </a:moveTo>
                <a:lnTo>
                  <a:pt x="72657" y="166575"/>
                </a:lnTo>
                <a:lnTo>
                  <a:pt x="94255" y="156891"/>
                </a:lnTo>
                <a:close/>
                <a:moveTo>
                  <a:pt x="79525" y="156830"/>
                </a:moveTo>
                <a:lnTo>
                  <a:pt x="64796" y="155299"/>
                </a:lnTo>
                <a:lnTo>
                  <a:pt x="72657" y="166575"/>
                </a:lnTo>
                <a:close/>
                <a:moveTo>
                  <a:pt x="57927" y="165833"/>
                </a:moveTo>
                <a:lnTo>
                  <a:pt x="43197" y="167262"/>
                </a:lnTo>
                <a:lnTo>
                  <a:pt x="51058" y="177060"/>
                </a:lnTo>
                <a:close/>
                <a:moveTo>
                  <a:pt x="57927" y="165833"/>
                </a:moveTo>
                <a:lnTo>
                  <a:pt x="64796" y="155299"/>
                </a:lnTo>
                <a:lnTo>
                  <a:pt x="43197" y="167262"/>
                </a:lnTo>
                <a:close/>
                <a:moveTo>
                  <a:pt x="57927" y="165833"/>
                </a:moveTo>
                <a:lnTo>
                  <a:pt x="72657" y="166575"/>
                </a:lnTo>
                <a:lnTo>
                  <a:pt x="64796" y="155299"/>
                </a:lnTo>
                <a:close/>
                <a:moveTo>
                  <a:pt x="6869" y="183118"/>
                </a:moveTo>
                <a:lnTo>
                  <a:pt x="0" y="190033"/>
                </a:lnTo>
                <a:lnTo>
                  <a:pt x="21599" y="186342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06" name="PANEL_01-slope--35-230_700">
            <a:extLst>
              <a:ext uri="{FF2B5EF4-FFF2-40B4-BE49-F238E27FC236}">
                <a16:creationId xmlns:a16="http://schemas.microsoft.com/office/drawing/2014/main" id="{7AD9692A-EAE6-4179-8686-59CDA9CB55A8}"/>
              </a:ext>
            </a:extLst>
          </p:cNvPr>
          <p:cNvSpPr>
            <a:spLocks/>
          </p:cNvSpPr>
          <p:nvPr/>
        </p:nvSpPr>
        <p:spPr>
          <a:xfrm>
            <a:off x="1616732" y="131568"/>
            <a:ext cx="352228" cy="211302"/>
          </a:xfrm>
          <a:custGeom>
            <a:pathLst>
              <a:path w="238576" h="143123">
                <a:moveTo>
                  <a:pt x="238576" y="0"/>
                </a:moveTo>
                <a:lnTo>
                  <a:pt x="223846" y="3116"/>
                </a:lnTo>
                <a:lnTo>
                  <a:pt x="231708" y="15264"/>
                </a:lnTo>
                <a:close/>
                <a:moveTo>
                  <a:pt x="173781" y="36411"/>
                </a:moveTo>
                <a:lnTo>
                  <a:pt x="180649" y="24656"/>
                </a:lnTo>
                <a:lnTo>
                  <a:pt x="159051" y="37305"/>
                </a:lnTo>
                <a:close/>
                <a:moveTo>
                  <a:pt x="165919" y="23747"/>
                </a:moveTo>
                <a:lnTo>
                  <a:pt x="159051" y="37305"/>
                </a:lnTo>
                <a:lnTo>
                  <a:pt x="180649" y="24656"/>
                </a:lnTo>
                <a:close/>
                <a:moveTo>
                  <a:pt x="144321" y="36985"/>
                </a:moveTo>
                <a:lnTo>
                  <a:pt x="137452" y="53546"/>
                </a:lnTo>
                <a:lnTo>
                  <a:pt x="159051" y="37305"/>
                </a:lnTo>
                <a:close/>
                <a:moveTo>
                  <a:pt x="144321" y="36985"/>
                </a:moveTo>
                <a:lnTo>
                  <a:pt x="129591" y="41013"/>
                </a:lnTo>
                <a:lnTo>
                  <a:pt x="137452" y="53546"/>
                </a:lnTo>
                <a:close/>
                <a:moveTo>
                  <a:pt x="122722" y="55846"/>
                </a:moveTo>
                <a:lnTo>
                  <a:pt x="115854" y="71421"/>
                </a:lnTo>
                <a:lnTo>
                  <a:pt x="137452" y="53546"/>
                </a:lnTo>
                <a:close/>
                <a:moveTo>
                  <a:pt x="122722" y="55846"/>
                </a:moveTo>
                <a:lnTo>
                  <a:pt x="107993" y="57594"/>
                </a:lnTo>
                <a:lnTo>
                  <a:pt x="115854" y="71421"/>
                </a:lnTo>
                <a:close/>
                <a:moveTo>
                  <a:pt x="122722" y="55846"/>
                </a:moveTo>
                <a:lnTo>
                  <a:pt x="129591" y="41013"/>
                </a:lnTo>
                <a:lnTo>
                  <a:pt x="107993" y="57594"/>
                </a:lnTo>
                <a:close/>
                <a:moveTo>
                  <a:pt x="122722" y="55846"/>
                </a:moveTo>
                <a:lnTo>
                  <a:pt x="137452" y="53546"/>
                </a:lnTo>
                <a:lnTo>
                  <a:pt x="129591" y="41013"/>
                </a:lnTo>
                <a:close/>
                <a:moveTo>
                  <a:pt x="101124" y="74179"/>
                </a:moveTo>
                <a:lnTo>
                  <a:pt x="94255" y="89193"/>
                </a:lnTo>
                <a:lnTo>
                  <a:pt x="115854" y="71421"/>
                </a:lnTo>
                <a:close/>
                <a:moveTo>
                  <a:pt x="101124" y="74179"/>
                </a:moveTo>
                <a:lnTo>
                  <a:pt x="86394" y="75116"/>
                </a:lnTo>
                <a:lnTo>
                  <a:pt x="94255" y="89193"/>
                </a:lnTo>
                <a:close/>
                <a:moveTo>
                  <a:pt x="101124" y="74179"/>
                </a:moveTo>
                <a:lnTo>
                  <a:pt x="107993" y="57594"/>
                </a:lnTo>
                <a:lnTo>
                  <a:pt x="86394" y="75116"/>
                </a:lnTo>
                <a:close/>
                <a:moveTo>
                  <a:pt x="101124" y="74179"/>
                </a:moveTo>
                <a:lnTo>
                  <a:pt x="115854" y="71421"/>
                </a:lnTo>
                <a:lnTo>
                  <a:pt x="107993" y="57594"/>
                </a:lnTo>
                <a:close/>
                <a:moveTo>
                  <a:pt x="79525" y="92432"/>
                </a:moveTo>
                <a:lnTo>
                  <a:pt x="72657" y="103531"/>
                </a:lnTo>
                <a:lnTo>
                  <a:pt x="94255" y="89193"/>
                </a:lnTo>
                <a:close/>
                <a:moveTo>
                  <a:pt x="79525" y="92432"/>
                </a:moveTo>
                <a:lnTo>
                  <a:pt x="64796" y="90197"/>
                </a:lnTo>
                <a:lnTo>
                  <a:pt x="72657" y="103531"/>
                </a:lnTo>
                <a:close/>
                <a:moveTo>
                  <a:pt x="79525" y="92432"/>
                </a:moveTo>
                <a:lnTo>
                  <a:pt x="86394" y="75116"/>
                </a:lnTo>
                <a:lnTo>
                  <a:pt x="64796" y="90197"/>
                </a:lnTo>
                <a:close/>
                <a:moveTo>
                  <a:pt x="79525" y="92432"/>
                </a:moveTo>
                <a:lnTo>
                  <a:pt x="94255" y="89193"/>
                </a:lnTo>
                <a:lnTo>
                  <a:pt x="86394" y="75116"/>
                </a:lnTo>
                <a:close/>
                <a:moveTo>
                  <a:pt x="57927" y="103470"/>
                </a:moveTo>
                <a:lnTo>
                  <a:pt x="64796" y="90197"/>
                </a:lnTo>
                <a:lnTo>
                  <a:pt x="43197" y="101940"/>
                </a:lnTo>
                <a:close/>
                <a:moveTo>
                  <a:pt x="57927" y="103470"/>
                </a:moveTo>
                <a:lnTo>
                  <a:pt x="72657" y="103531"/>
                </a:lnTo>
                <a:lnTo>
                  <a:pt x="64796" y="90197"/>
                </a:lnTo>
                <a:close/>
                <a:moveTo>
                  <a:pt x="14730" y="125658"/>
                </a:moveTo>
                <a:lnTo>
                  <a:pt x="0" y="132983"/>
                </a:lnTo>
                <a:lnTo>
                  <a:pt x="7861" y="143123"/>
                </a:lnTo>
                <a:close/>
                <a:moveTo>
                  <a:pt x="14730" y="125658"/>
                </a:moveTo>
                <a:lnTo>
                  <a:pt x="21599" y="113903"/>
                </a:lnTo>
                <a:lnTo>
                  <a:pt x="0" y="132983"/>
                </a:lnTo>
                <a:close/>
                <a:moveTo>
                  <a:pt x="14730" y="125658"/>
                </a:moveTo>
                <a:lnTo>
                  <a:pt x="29460" y="123701"/>
                </a:lnTo>
                <a:lnTo>
                  <a:pt x="21599" y="113903"/>
                </a:lnTo>
                <a:close/>
                <a:moveTo>
                  <a:pt x="6869" y="115550"/>
                </a:moveTo>
                <a:lnTo>
                  <a:pt x="0" y="132983"/>
                </a:lnTo>
                <a:lnTo>
                  <a:pt x="21599" y="113903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07" name="PANEL_01-water--35-230_701">
            <a:extLst>
              <a:ext uri="{FF2B5EF4-FFF2-40B4-BE49-F238E27FC236}">
                <a16:creationId xmlns:a16="http://schemas.microsoft.com/office/drawing/2014/main" id="{9F70C458-4B0B-467E-B116-D93467FB8E80}"/>
              </a:ext>
            </a:extLst>
          </p:cNvPr>
          <p:cNvSpPr>
            <a:spLocks/>
          </p:cNvSpPr>
          <p:nvPr/>
        </p:nvSpPr>
        <p:spPr>
          <a:xfrm>
            <a:off x="1370306" y="318378"/>
            <a:ext cx="258032" cy="29940"/>
          </a:xfrm>
          <a:custGeom>
            <a:pathLst>
              <a:path w="174773" h="20280">
                <a:moveTo>
                  <a:pt x="160043" y="13365"/>
                </a:moveTo>
                <a:lnTo>
                  <a:pt x="145314" y="10140"/>
                </a:lnTo>
                <a:lnTo>
                  <a:pt x="153175" y="20280"/>
                </a:lnTo>
                <a:close/>
                <a:moveTo>
                  <a:pt x="160043" y="13365"/>
                </a:moveTo>
                <a:lnTo>
                  <a:pt x="166912" y="6449"/>
                </a:lnTo>
                <a:lnTo>
                  <a:pt x="145314" y="10140"/>
                </a:lnTo>
                <a:close/>
                <a:moveTo>
                  <a:pt x="160043" y="13365"/>
                </a:moveTo>
                <a:lnTo>
                  <a:pt x="174773" y="16589"/>
                </a:lnTo>
                <a:lnTo>
                  <a:pt x="166912" y="6449"/>
                </a:lnTo>
                <a:close/>
                <a:moveTo>
                  <a:pt x="138445" y="17055"/>
                </a:moveTo>
                <a:lnTo>
                  <a:pt x="145314" y="10140"/>
                </a:lnTo>
                <a:lnTo>
                  <a:pt x="123715" y="13831"/>
                </a:lnTo>
                <a:close/>
                <a:moveTo>
                  <a:pt x="130584" y="6915"/>
                </a:moveTo>
                <a:lnTo>
                  <a:pt x="123715" y="13831"/>
                </a:lnTo>
                <a:lnTo>
                  <a:pt x="145314" y="10140"/>
                </a:lnTo>
                <a:close/>
                <a:moveTo>
                  <a:pt x="130584" y="6915"/>
                </a:moveTo>
                <a:lnTo>
                  <a:pt x="115854" y="3691"/>
                </a:lnTo>
                <a:lnTo>
                  <a:pt x="123715" y="13831"/>
                </a:lnTo>
                <a:close/>
                <a:moveTo>
                  <a:pt x="130584" y="6915"/>
                </a:moveTo>
                <a:lnTo>
                  <a:pt x="145314" y="10140"/>
                </a:lnTo>
                <a:lnTo>
                  <a:pt x="137452" y="0"/>
                </a:lnTo>
                <a:close/>
                <a:moveTo>
                  <a:pt x="108985" y="10606"/>
                </a:moveTo>
                <a:lnTo>
                  <a:pt x="102116" y="17521"/>
                </a:lnTo>
                <a:lnTo>
                  <a:pt x="123715" y="13831"/>
                </a:lnTo>
                <a:close/>
                <a:moveTo>
                  <a:pt x="108985" y="10606"/>
                </a:moveTo>
                <a:lnTo>
                  <a:pt x="94255" y="7381"/>
                </a:lnTo>
                <a:lnTo>
                  <a:pt x="102116" y="17521"/>
                </a:lnTo>
                <a:close/>
                <a:moveTo>
                  <a:pt x="108985" y="10606"/>
                </a:moveTo>
                <a:lnTo>
                  <a:pt x="115854" y="3691"/>
                </a:lnTo>
                <a:lnTo>
                  <a:pt x="94255" y="7381"/>
                </a:lnTo>
                <a:close/>
                <a:moveTo>
                  <a:pt x="108985" y="10606"/>
                </a:moveTo>
                <a:lnTo>
                  <a:pt x="123715" y="13831"/>
                </a:lnTo>
                <a:lnTo>
                  <a:pt x="115854" y="3691"/>
                </a:lnTo>
                <a:close/>
                <a:moveTo>
                  <a:pt x="87387" y="14296"/>
                </a:moveTo>
                <a:lnTo>
                  <a:pt x="94255" y="7381"/>
                </a:lnTo>
                <a:lnTo>
                  <a:pt x="72657" y="11072"/>
                </a:lnTo>
                <a:close/>
                <a:moveTo>
                  <a:pt x="87387" y="14296"/>
                </a:moveTo>
                <a:lnTo>
                  <a:pt x="102116" y="17521"/>
                </a:lnTo>
                <a:lnTo>
                  <a:pt x="94255" y="7381"/>
                </a:lnTo>
                <a:close/>
                <a:moveTo>
                  <a:pt x="65788" y="17987"/>
                </a:moveTo>
                <a:lnTo>
                  <a:pt x="72657" y="11072"/>
                </a:lnTo>
                <a:lnTo>
                  <a:pt x="51058" y="14762"/>
                </a:lnTo>
                <a:close/>
                <a:moveTo>
                  <a:pt x="79525" y="4157"/>
                </a:moveTo>
                <a:lnTo>
                  <a:pt x="72657" y="11072"/>
                </a:lnTo>
                <a:lnTo>
                  <a:pt x="94255" y="7381"/>
                </a:lnTo>
                <a:close/>
                <a:moveTo>
                  <a:pt x="79525" y="4157"/>
                </a:moveTo>
                <a:lnTo>
                  <a:pt x="64796" y="932"/>
                </a:lnTo>
                <a:lnTo>
                  <a:pt x="72657" y="11072"/>
                </a:lnTo>
                <a:close/>
                <a:moveTo>
                  <a:pt x="57927" y="7847"/>
                </a:moveTo>
                <a:lnTo>
                  <a:pt x="51058" y="14762"/>
                </a:lnTo>
                <a:lnTo>
                  <a:pt x="72657" y="11072"/>
                </a:lnTo>
                <a:close/>
                <a:moveTo>
                  <a:pt x="57927" y="7847"/>
                </a:moveTo>
                <a:lnTo>
                  <a:pt x="43197" y="4623"/>
                </a:lnTo>
                <a:lnTo>
                  <a:pt x="51058" y="14762"/>
                </a:lnTo>
                <a:close/>
                <a:moveTo>
                  <a:pt x="57927" y="7847"/>
                </a:moveTo>
                <a:lnTo>
                  <a:pt x="72657" y="11072"/>
                </a:lnTo>
                <a:lnTo>
                  <a:pt x="64796" y="932"/>
                </a:lnTo>
                <a:close/>
                <a:moveTo>
                  <a:pt x="36328" y="11538"/>
                </a:moveTo>
                <a:lnTo>
                  <a:pt x="21599" y="8313"/>
                </a:lnTo>
                <a:lnTo>
                  <a:pt x="29460" y="18453"/>
                </a:lnTo>
                <a:close/>
                <a:moveTo>
                  <a:pt x="36328" y="11538"/>
                </a:moveTo>
                <a:lnTo>
                  <a:pt x="43197" y="4623"/>
                </a:lnTo>
                <a:lnTo>
                  <a:pt x="21599" y="8313"/>
                </a:lnTo>
                <a:close/>
                <a:moveTo>
                  <a:pt x="36328" y="11538"/>
                </a:moveTo>
                <a:lnTo>
                  <a:pt x="51058" y="14762"/>
                </a:lnTo>
                <a:lnTo>
                  <a:pt x="43197" y="4623"/>
                </a:lnTo>
                <a:close/>
                <a:moveTo>
                  <a:pt x="14730" y="15228"/>
                </a:moveTo>
                <a:lnTo>
                  <a:pt x="21599" y="8313"/>
                </a:lnTo>
                <a:lnTo>
                  <a:pt x="0" y="12004"/>
                </a:lnTo>
                <a:close/>
                <a:moveTo>
                  <a:pt x="14730" y="15228"/>
                </a:moveTo>
                <a:lnTo>
                  <a:pt x="29460" y="18453"/>
                </a:lnTo>
                <a:lnTo>
                  <a:pt x="21599" y="8313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08" name="PANEL_01-slope--34-215_702">
            <a:extLst>
              <a:ext uri="{FF2B5EF4-FFF2-40B4-BE49-F238E27FC236}">
                <a16:creationId xmlns:a16="http://schemas.microsoft.com/office/drawing/2014/main" id="{E3BF5F38-944A-46D8-8F41-655919868F39}"/>
              </a:ext>
            </a:extLst>
          </p:cNvPr>
          <p:cNvSpPr>
            <a:spLocks/>
          </p:cNvSpPr>
          <p:nvPr/>
        </p:nvSpPr>
        <p:spPr>
          <a:xfrm>
            <a:off x="2193637" y="60807"/>
            <a:ext cx="86988" cy="26595"/>
          </a:xfrm>
          <a:custGeom>
            <a:pathLst>
              <a:path w="58919" h="18013">
                <a:moveTo>
                  <a:pt x="44190" y="8092"/>
                </a:moveTo>
                <a:lnTo>
                  <a:pt x="51058" y="7145"/>
                </a:lnTo>
                <a:lnTo>
                  <a:pt x="29460" y="5448"/>
                </a:lnTo>
                <a:close/>
                <a:moveTo>
                  <a:pt x="44190" y="8092"/>
                </a:moveTo>
                <a:lnTo>
                  <a:pt x="58919" y="18013"/>
                </a:lnTo>
                <a:lnTo>
                  <a:pt x="51058" y="7145"/>
                </a:lnTo>
                <a:close/>
                <a:moveTo>
                  <a:pt x="36328" y="4250"/>
                </a:moveTo>
                <a:lnTo>
                  <a:pt x="29460" y="5448"/>
                </a:lnTo>
                <a:lnTo>
                  <a:pt x="51058" y="7145"/>
                </a:lnTo>
                <a:close/>
                <a:moveTo>
                  <a:pt x="36328" y="4250"/>
                </a:moveTo>
                <a:lnTo>
                  <a:pt x="21599" y="1625"/>
                </a:lnTo>
                <a:lnTo>
                  <a:pt x="29460" y="5448"/>
                </a:lnTo>
                <a:close/>
                <a:moveTo>
                  <a:pt x="14730" y="2250"/>
                </a:moveTo>
                <a:lnTo>
                  <a:pt x="21599" y="1625"/>
                </a:lnTo>
                <a:lnTo>
                  <a:pt x="0" y="0"/>
                </a:lnTo>
                <a:close/>
                <a:moveTo>
                  <a:pt x="14730" y="2250"/>
                </a:moveTo>
                <a:lnTo>
                  <a:pt x="29460" y="5448"/>
                </a:lnTo>
                <a:lnTo>
                  <a:pt x="21599" y="1625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09" name="PANEL_01-slope--34-220_703">
            <a:extLst>
              <a:ext uri="{FF2B5EF4-FFF2-40B4-BE49-F238E27FC236}">
                <a16:creationId xmlns:a16="http://schemas.microsoft.com/office/drawing/2014/main" id="{04EAEE5E-B90A-43B1-B86E-D6D2A5F4453A}"/>
              </a:ext>
            </a:extLst>
          </p:cNvPr>
          <p:cNvSpPr>
            <a:spLocks/>
          </p:cNvSpPr>
          <p:nvPr/>
        </p:nvSpPr>
        <p:spPr>
          <a:xfrm>
            <a:off x="2193637" y="60807"/>
            <a:ext cx="43493" cy="12850"/>
          </a:xfrm>
          <a:custGeom>
            <a:pathLst>
              <a:path w="29460" h="8704">
                <a:moveTo>
                  <a:pt x="14730" y="2250"/>
                </a:moveTo>
                <a:lnTo>
                  <a:pt x="7861" y="8704"/>
                </a:lnTo>
                <a:lnTo>
                  <a:pt x="29460" y="5448"/>
                </a:lnTo>
                <a:close/>
                <a:moveTo>
                  <a:pt x="14730" y="2250"/>
                </a:moveTo>
                <a:lnTo>
                  <a:pt x="0" y="0"/>
                </a:lnTo>
                <a:lnTo>
                  <a:pt x="7861" y="8704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10" name="PANEL_01-slope--34-225_704">
            <a:extLst>
              <a:ext uri="{FF2B5EF4-FFF2-40B4-BE49-F238E27FC236}">
                <a16:creationId xmlns:a16="http://schemas.microsoft.com/office/drawing/2014/main" id="{6FE0DA58-43D2-445F-8604-C972EFB8555B}"/>
              </a:ext>
            </a:extLst>
          </p:cNvPr>
          <p:cNvSpPr>
            <a:spLocks/>
          </p:cNvSpPr>
          <p:nvPr/>
        </p:nvSpPr>
        <p:spPr>
          <a:xfrm>
            <a:off x="1628336" y="52789"/>
            <a:ext cx="576905" cy="290081"/>
          </a:xfrm>
          <a:custGeom>
            <a:pathLst>
              <a:path w="390758" h="196482">
                <a:moveTo>
                  <a:pt x="376028" y="10133"/>
                </a:moveTo>
                <a:lnTo>
                  <a:pt x="382897" y="5431"/>
                </a:lnTo>
                <a:lnTo>
                  <a:pt x="361299" y="10395"/>
                </a:lnTo>
                <a:close/>
                <a:moveTo>
                  <a:pt x="376028" y="10133"/>
                </a:moveTo>
                <a:lnTo>
                  <a:pt x="390758" y="14135"/>
                </a:lnTo>
                <a:lnTo>
                  <a:pt x="382897" y="5431"/>
                </a:lnTo>
                <a:close/>
                <a:moveTo>
                  <a:pt x="368167" y="0"/>
                </a:moveTo>
                <a:lnTo>
                  <a:pt x="361299" y="10395"/>
                </a:lnTo>
                <a:lnTo>
                  <a:pt x="382897" y="5431"/>
                </a:lnTo>
                <a:close/>
                <a:moveTo>
                  <a:pt x="346569" y="7308"/>
                </a:moveTo>
                <a:lnTo>
                  <a:pt x="361299" y="10395"/>
                </a:lnTo>
                <a:lnTo>
                  <a:pt x="353437" y="2116"/>
                </a:lnTo>
                <a:close/>
                <a:moveTo>
                  <a:pt x="260175" y="61007"/>
                </a:moveTo>
                <a:lnTo>
                  <a:pt x="267043" y="50749"/>
                </a:lnTo>
                <a:lnTo>
                  <a:pt x="245445" y="58084"/>
                </a:lnTo>
                <a:close/>
                <a:moveTo>
                  <a:pt x="260175" y="61007"/>
                </a:moveTo>
                <a:lnTo>
                  <a:pt x="274905" y="66643"/>
                </a:lnTo>
                <a:lnTo>
                  <a:pt x="267043" y="50749"/>
                </a:lnTo>
                <a:close/>
                <a:moveTo>
                  <a:pt x="187518" y="76879"/>
                </a:moveTo>
                <a:lnTo>
                  <a:pt x="202248" y="80506"/>
                </a:lnTo>
                <a:lnTo>
                  <a:pt x="194387" y="67251"/>
                </a:lnTo>
                <a:close/>
                <a:moveTo>
                  <a:pt x="79525" y="157140"/>
                </a:moveTo>
                <a:lnTo>
                  <a:pt x="72657" y="165890"/>
                </a:lnTo>
                <a:lnTo>
                  <a:pt x="94255" y="153599"/>
                </a:lnTo>
                <a:close/>
                <a:moveTo>
                  <a:pt x="79525" y="157140"/>
                </a:moveTo>
                <a:lnTo>
                  <a:pt x="64796" y="156891"/>
                </a:lnTo>
                <a:lnTo>
                  <a:pt x="72657" y="165890"/>
                </a:lnTo>
                <a:close/>
                <a:moveTo>
                  <a:pt x="57927" y="167802"/>
                </a:moveTo>
                <a:lnTo>
                  <a:pt x="51058" y="174969"/>
                </a:lnTo>
                <a:lnTo>
                  <a:pt x="72657" y="165890"/>
                </a:lnTo>
                <a:close/>
                <a:moveTo>
                  <a:pt x="57927" y="167802"/>
                </a:moveTo>
                <a:lnTo>
                  <a:pt x="43197" y="166575"/>
                </a:lnTo>
                <a:lnTo>
                  <a:pt x="51058" y="174969"/>
                </a:lnTo>
                <a:close/>
                <a:moveTo>
                  <a:pt x="57927" y="167802"/>
                </a:moveTo>
                <a:lnTo>
                  <a:pt x="64796" y="156891"/>
                </a:lnTo>
                <a:lnTo>
                  <a:pt x="43197" y="166575"/>
                </a:lnTo>
                <a:close/>
                <a:moveTo>
                  <a:pt x="57927" y="167802"/>
                </a:moveTo>
                <a:lnTo>
                  <a:pt x="72657" y="165890"/>
                </a:lnTo>
                <a:lnTo>
                  <a:pt x="64796" y="156891"/>
                </a:lnTo>
                <a:close/>
                <a:moveTo>
                  <a:pt x="36328" y="175836"/>
                </a:moveTo>
                <a:lnTo>
                  <a:pt x="21599" y="177060"/>
                </a:lnTo>
                <a:lnTo>
                  <a:pt x="29460" y="186127"/>
                </a:lnTo>
                <a:close/>
                <a:moveTo>
                  <a:pt x="36328" y="175836"/>
                </a:moveTo>
                <a:lnTo>
                  <a:pt x="43197" y="166575"/>
                </a:lnTo>
                <a:lnTo>
                  <a:pt x="21599" y="177060"/>
                </a:lnTo>
                <a:close/>
                <a:moveTo>
                  <a:pt x="36328" y="175836"/>
                </a:moveTo>
                <a:lnTo>
                  <a:pt x="51058" y="174969"/>
                </a:lnTo>
                <a:lnTo>
                  <a:pt x="43197" y="166575"/>
                </a:lnTo>
                <a:close/>
                <a:moveTo>
                  <a:pt x="14730" y="187553"/>
                </a:moveTo>
                <a:lnTo>
                  <a:pt x="21599" y="177060"/>
                </a:lnTo>
                <a:lnTo>
                  <a:pt x="0" y="196482"/>
                </a:lnTo>
                <a:close/>
                <a:moveTo>
                  <a:pt x="28467" y="165833"/>
                </a:moveTo>
                <a:lnTo>
                  <a:pt x="21599" y="177060"/>
                </a:lnTo>
                <a:lnTo>
                  <a:pt x="43197" y="166575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11" name="PANEL_01-slope--34-230_705">
            <a:extLst>
              <a:ext uri="{FF2B5EF4-FFF2-40B4-BE49-F238E27FC236}">
                <a16:creationId xmlns:a16="http://schemas.microsoft.com/office/drawing/2014/main" id="{B23CAFF7-06E9-49C1-9DE5-74C124197D77}"/>
              </a:ext>
            </a:extLst>
          </p:cNvPr>
          <p:cNvSpPr>
            <a:spLocks/>
          </p:cNvSpPr>
          <p:nvPr/>
        </p:nvSpPr>
        <p:spPr>
          <a:xfrm>
            <a:off x="1628336" y="63578"/>
            <a:ext cx="555159" cy="294261"/>
          </a:xfrm>
          <a:custGeom>
            <a:pathLst>
              <a:path w="376028" h="199314">
                <a:moveTo>
                  <a:pt x="376028" y="2825"/>
                </a:moveTo>
                <a:lnTo>
                  <a:pt x="361299" y="3086"/>
                </a:lnTo>
                <a:lnTo>
                  <a:pt x="369160" y="18686"/>
                </a:lnTo>
                <a:close/>
                <a:moveTo>
                  <a:pt x="354430" y="16828"/>
                </a:moveTo>
                <a:lnTo>
                  <a:pt x="361299" y="3086"/>
                </a:lnTo>
                <a:lnTo>
                  <a:pt x="339700" y="15618"/>
                </a:lnTo>
                <a:close/>
                <a:moveTo>
                  <a:pt x="354430" y="16828"/>
                </a:moveTo>
                <a:lnTo>
                  <a:pt x="369160" y="18686"/>
                </a:lnTo>
                <a:lnTo>
                  <a:pt x="361299" y="3086"/>
                </a:lnTo>
                <a:close/>
                <a:moveTo>
                  <a:pt x="332831" y="32287"/>
                </a:moveTo>
                <a:lnTo>
                  <a:pt x="339700" y="15618"/>
                </a:lnTo>
                <a:lnTo>
                  <a:pt x="318102" y="30398"/>
                </a:lnTo>
                <a:close/>
                <a:moveTo>
                  <a:pt x="311233" y="46382"/>
                </a:moveTo>
                <a:lnTo>
                  <a:pt x="318102" y="30398"/>
                </a:lnTo>
                <a:lnTo>
                  <a:pt x="296503" y="46041"/>
                </a:lnTo>
                <a:close/>
                <a:moveTo>
                  <a:pt x="289634" y="63358"/>
                </a:moveTo>
                <a:lnTo>
                  <a:pt x="296503" y="46041"/>
                </a:lnTo>
                <a:lnTo>
                  <a:pt x="274905" y="59334"/>
                </a:lnTo>
                <a:close/>
                <a:moveTo>
                  <a:pt x="346569" y="0"/>
                </a:moveTo>
                <a:lnTo>
                  <a:pt x="339700" y="15618"/>
                </a:lnTo>
                <a:lnTo>
                  <a:pt x="361299" y="3086"/>
                </a:lnTo>
                <a:close/>
                <a:moveTo>
                  <a:pt x="346569" y="0"/>
                </a:moveTo>
                <a:lnTo>
                  <a:pt x="331839" y="3733"/>
                </a:lnTo>
                <a:lnTo>
                  <a:pt x="339700" y="15618"/>
                </a:lnTo>
                <a:close/>
                <a:moveTo>
                  <a:pt x="324970" y="13359"/>
                </a:moveTo>
                <a:lnTo>
                  <a:pt x="318102" y="30398"/>
                </a:lnTo>
                <a:lnTo>
                  <a:pt x="339700" y="15618"/>
                </a:lnTo>
                <a:close/>
                <a:moveTo>
                  <a:pt x="324970" y="13359"/>
                </a:moveTo>
                <a:lnTo>
                  <a:pt x="310240" y="18957"/>
                </a:lnTo>
                <a:lnTo>
                  <a:pt x="318102" y="30398"/>
                </a:lnTo>
                <a:close/>
                <a:moveTo>
                  <a:pt x="324970" y="13359"/>
                </a:moveTo>
                <a:lnTo>
                  <a:pt x="339700" y="15618"/>
                </a:lnTo>
                <a:lnTo>
                  <a:pt x="331839" y="3733"/>
                </a:lnTo>
                <a:close/>
                <a:moveTo>
                  <a:pt x="303372" y="29563"/>
                </a:moveTo>
                <a:lnTo>
                  <a:pt x="296503" y="46041"/>
                </a:lnTo>
                <a:lnTo>
                  <a:pt x="318102" y="30398"/>
                </a:lnTo>
                <a:close/>
                <a:moveTo>
                  <a:pt x="303372" y="29563"/>
                </a:moveTo>
                <a:lnTo>
                  <a:pt x="288642" y="33819"/>
                </a:lnTo>
                <a:lnTo>
                  <a:pt x="296503" y="46041"/>
                </a:lnTo>
                <a:close/>
                <a:moveTo>
                  <a:pt x="303372" y="29563"/>
                </a:moveTo>
                <a:lnTo>
                  <a:pt x="318102" y="30398"/>
                </a:lnTo>
                <a:lnTo>
                  <a:pt x="310240" y="18957"/>
                </a:lnTo>
                <a:close/>
                <a:moveTo>
                  <a:pt x="281773" y="44862"/>
                </a:moveTo>
                <a:lnTo>
                  <a:pt x="274905" y="59334"/>
                </a:lnTo>
                <a:lnTo>
                  <a:pt x="296503" y="46041"/>
                </a:lnTo>
                <a:close/>
                <a:moveTo>
                  <a:pt x="281773" y="44862"/>
                </a:moveTo>
                <a:lnTo>
                  <a:pt x="267043" y="43441"/>
                </a:lnTo>
                <a:lnTo>
                  <a:pt x="274905" y="59334"/>
                </a:lnTo>
                <a:close/>
                <a:moveTo>
                  <a:pt x="281773" y="44862"/>
                </a:moveTo>
                <a:lnTo>
                  <a:pt x="296503" y="46041"/>
                </a:lnTo>
                <a:lnTo>
                  <a:pt x="288642" y="33819"/>
                </a:lnTo>
                <a:close/>
                <a:moveTo>
                  <a:pt x="260175" y="53698"/>
                </a:moveTo>
                <a:lnTo>
                  <a:pt x="253306" y="69396"/>
                </a:lnTo>
                <a:lnTo>
                  <a:pt x="274905" y="59334"/>
                </a:lnTo>
                <a:close/>
                <a:moveTo>
                  <a:pt x="260175" y="53698"/>
                </a:moveTo>
                <a:lnTo>
                  <a:pt x="245445" y="50775"/>
                </a:lnTo>
                <a:lnTo>
                  <a:pt x="253306" y="69396"/>
                </a:lnTo>
                <a:close/>
                <a:moveTo>
                  <a:pt x="238576" y="63521"/>
                </a:moveTo>
                <a:lnTo>
                  <a:pt x="231708" y="80482"/>
                </a:lnTo>
                <a:lnTo>
                  <a:pt x="253306" y="69396"/>
                </a:lnTo>
                <a:close/>
                <a:moveTo>
                  <a:pt x="238576" y="63521"/>
                </a:moveTo>
                <a:lnTo>
                  <a:pt x="223846" y="61315"/>
                </a:lnTo>
                <a:lnTo>
                  <a:pt x="231708" y="80482"/>
                </a:lnTo>
                <a:close/>
                <a:moveTo>
                  <a:pt x="238576" y="63521"/>
                </a:moveTo>
                <a:lnTo>
                  <a:pt x="245445" y="50775"/>
                </a:lnTo>
                <a:lnTo>
                  <a:pt x="223846" y="61315"/>
                </a:lnTo>
                <a:close/>
                <a:moveTo>
                  <a:pt x="238576" y="63521"/>
                </a:moveTo>
                <a:lnTo>
                  <a:pt x="253306" y="69396"/>
                </a:lnTo>
                <a:lnTo>
                  <a:pt x="245445" y="50775"/>
                </a:lnTo>
                <a:close/>
                <a:moveTo>
                  <a:pt x="216978" y="76879"/>
                </a:moveTo>
                <a:lnTo>
                  <a:pt x="202248" y="73198"/>
                </a:lnTo>
                <a:lnTo>
                  <a:pt x="210109" y="91694"/>
                </a:lnTo>
                <a:close/>
                <a:moveTo>
                  <a:pt x="216978" y="76879"/>
                </a:moveTo>
                <a:lnTo>
                  <a:pt x="223846" y="61315"/>
                </a:lnTo>
                <a:lnTo>
                  <a:pt x="202248" y="73198"/>
                </a:lnTo>
                <a:close/>
                <a:moveTo>
                  <a:pt x="216978" y="76879"/>
                </a:moveTo>
                <a:lnTo>
                  <a:pt x="231708" y="80482"/>
                </a:lnTo>
                <a:lnTo>
                  <a:pt x="223846" y="61315"/>
                </a:lnTo>
                <a:close/>
                <a:moveTo>
                  <a:pt x="195379" y="87532"/>
                </a:moveTo>
                <a:lnTo>
                  <a:pt x="202248" y="73198"/>
                </a:lnTo>
                <a:lnTo>
                  <a:pt x="180649" y="83994"/>
                </a:lnTo>
                <a:close/>
                <a:moveTo>
                  <a:pt x="195379" y="87532"/>
                </a:moveTo>
                <a:lnTo>
                  <a:pt x="210109" y="91694"/>
                </a:lnTo>
                <a:lnTo>
                  <a:pt x="202248" y="73198"/>
                </a:lnTo>
                <a:close/>
                <a:moveTo>
                  <a:pt x="173781" y="96411"/>
                </a:moveTo>
                <a:lnTo>
                  <a:pt x="180649" y="83994"/>
                </a:lnTo>
                <a:lnTo>
                  <a:pt x="159051" y="96971"/>
                </a:lnTo>
                <a:close/>
                <a:moveTo>
                  <a:pt x="152182" y="110882"/>
                </a:moveTo>
                <a:lnTo>
                  <a:pt x="159051" y="96971"/>
                </a:lnTo>
                <a:lnTo>
                  <a:pt x="137452" y="112956"/>
                </a:lnTo>
                <a:close/>
                <a:moveTo>
                  <a:pt x="130584" y="127487"/>
                </a:moveTo>
                <a:lnTo>
                  <a:pt x="137452" y="112956"/>
                </a:lnTo>
                <a:lnTo>
                  <a:pt x="115854" y="130086"/>
                </a:lnTo>
                <a:close/>
                <a:moveTo>
                  <a:pt x="108985" y="145098"/>
                </a:moveTo>
                <a:lnTo>
                  <a:pt x="115854" y="130086"/>
                </a:lnTo>
                <a:lnTo>
                  <a:pt x="94255" y="146290"/>
                </a:lnTo>
                <a:close/>
                <a:moveTo>
                  <a:pt x="230715" y="46051"/>
                </a:moveTo>
                <a:lnTo>
                  <a:pt x="223846" y="61315"/>
                </a:lnTo>
                <a:lnTo>
                  <a:pt x="245445" y="50775"/>
                </a:lnTo>
                <a:close/>
                <a:moveTo>
                  <a:pt x="209116" y="58809"/>
                </a:moveTo>
                <a:lnTo>
                  <a:pt x="202248" y="73198"/>
                </a:lnTo>
                <a:lnTo>
                  <a:pt x="223846" y="61315"/>
                </a:lnTo>
                <a:close/>
                <a:moveTo>
                  <a:pt x="209116" y="58809"/>
                </a:moveTo>
                <a:lnTo>
                  <a:pt x="194387" y="59943"/>
                </a:lnTo>
                <a:lnTo>
                  <a:pt x="202248" y="73198"/>
                </a:lnTo>
                <a:close/>
                <a:moveTo>
                  <a:pt x="187518" y="69570"/>
                </a:moveTo>
                <a:lnTo>
                  <a:pt x="180649" y="83994"/>
                </a:lnTo>
                <a:lnTo>
                  <a:pt x="202248" y="73198"/>
                </a:lnTo>
                <a:close/>
                <a:moveTo>
                  <a:pt x="187518" y="69570"/>
                </a:moveTo>
                <a:lnTo>
                  <a:pt x="172788" y="70707"/>
                </a:lnTo>
                <a:lnTo>
                  <a:pt x="180649" y="83994"/>
                </a:lnTo>
                <a:close/>
                <a:moveTo>
                  <a:pt x="165919" y="82462"/>
                </a:moveTo>
                <a:lnTo>
                  <a:pt x="159051" y="96971"/>
                </a:lnTo>
                <a:lnTo>
                  <a:pt x="180649" y="83994"/>
                </a:lnTo>
                <a:close/>
                <a:moveTo>
                  <a:pt x="165919" y="82462"/>
                </a:moveTo>
                <a:lnTo>
                  <a:pt x="151190" y="83356"/>
                </a:lnTo>
                <a:lnTo>
                  <a:pt x="159051" y="96971"/>
                </a:lnTo>
                <a:close/>
                <a:moveTo>
                  <a:pt x="165919" y="82462"/>
                </a:moveTo>
                <a:lnTo>
                  <a:pt x="180649" y="83994"/>
                </a:lnTo>
                <a:lnTo>
                  <a:pt x="172788" y="70707"/>
                </a:lnTo>
                <a:close/>
                <a:moveTo>
                  <a:pt x="144321" y="98129"/>
                </a:moveTo>
                <a:lnTo>
                  <a:pt x="137452" y="112956"/>
                </a:lnTo>
                <a:lnTo>
                  <a:pt x="159051" y="96971"/>
                </a:lnTo>
                <a:close/>
                <a:moveTo>
                  <a:pt x="144321" y="98129"/>
                </a:moveTo>
                <a:lnTo>
                  <a:pt x="129591" y="99597"/>
                </a:lnTo>
                <a:lnTo>
                  <a:pt x="137452" y="112956"/>
                </a:lnTo>
                <a:close/>
                <a:moveTo>
                  <a:pt x="144321" y="98129"/>
                </a:moveTo>
                <a:lnTo>
                  <a:pt x="151190" y="83356"/>
                </a:lnTo>
                <a:lnTo>
                  <a:pt x="129591" y="99597"/>
                </a:lnTo>
                <a:close/>
                <a:moveTo>
                  <a:pt x="144321" y="98129"/>
                </a:moveTo>
                <a:lnTo>
                  <a:pt x="159051" y="96971"/>
                </a:lnTo>
                <a:lnTo>
                  <a:pt x="151190" y="83356"/>
                </a:lnTo>
                <a:close/>
                <a:moveTo>
                  <a:pt x="122722" y="115328"/>
                </a:moveTo>
                <a:lnTo>
                  <a:pt x="115854" y="130086"/>
                </a:lnTo>
                <a:lnTo>
                  <a:pt x="137452" y="112956"/>
                </a:lnTo>
                <a:close/>
                <a:moveTo>
                  <a:pt x="122722" y="115328"/>
                </a:moveTo>
                <a:lnTo>
                  <a:pt x="107993" y="117472"/>
                </a:lnTo>
                <a:lnTo>
                  <a:pt x="115854" y="130086"/>
                </a:lnTo>
                <a:close/>
                <a:moveTo>
                  <a:pt x="122722" y="115328"/>
                </a:moveTo>
                <a:lnTo>
                  <a:pt x="129591" y="99597"/>
                </a:lnTo>
                <a:lnTo>
                  <a:pt x="107993" y="117472"/>
                </a:lnTo>
                <a:close/>
                <a:moveTo>
                  <a:pt x="122722" y="115328"/>
                </a:moveTo>
                <a:lnTo>
                  <a:pt x="137452" y="112956"/>
                </a:lnTo>
                <a:lnTo>
                  <a:pt x="129591" y="99597"/>
                </a:lnTo>
                <a:close/>
                <a:moveTo>
                  <a:pt x="101124" y="132432"/>
                </a:moveTo>
                <a:lnTo>
                  <a:pt x="94255" y="146290"/>
                </a:lnTo>
                <a:lnTo>
                  <a:pt x="115854" y="130086"/>
                </a:lnTo>
                <a:close/>
                <a:moveTo>
                  <a:pt x="101124" y="132432"/>
                </a:moveTo>
                <a:lnTo>
                  <a:pt x="86394" y="135244"/>
                </a:lnTo>
                <a:lnTo>
                  <a:pt x="94255" y="146290"/>
                </a:lnTo>
                <a:close/>
                <a:moveTo>
                  <a:pt x="101124" y="132432"/>
                </a:moveTo>
                <a:lnTo>
                  <a:pt x="107993" y="117472"/>
                </a:lnTo>
                <a:lnTo>
                  <a:pt x="86394" y="135244"/>
                </a:lnTo>
                <a:close/>
                <a:moveTo>
                  <a:pt x="101124" y="132432"/>
                </a:moveTo>
                <a:lnTo>
                  <a:pt x="115854" y="130086"/>
                </a:lnTo>
                <a:lnTo>
                  <a:pt x="107993" y="117472"/>
                </a:lnTo>
                <a:close/>
                <a:moveTo>
                  <a:pt x="79525" y="149832"/>
                </a:moveTo>
                <a:lnTo>
                  <a:pt x="86394" y="135244"/>
                </a:lnTo>
                <a:lnTo>
                  <a:pt x="64796" y="149583"/>
                </a:lnTo>
                <a:close/>
                <a:moveTo>
                  <a:pt x="79525" y="149832"/>
                </a:moveTo>
                <a:lnTo>
                  <a:pt x="94255" y="146290"/>
                </a:lnTo>
                <a:lnTo>
                  <a:pt x="86394" y="135244"/>
                </a:lnTo>
                <a:close/>
                <a:moveTo>
                  <a:pt x="14730" y="180245"/>
                </a:moveTo>
                <a:lnTo>
                  <a:pt x="0" y="189174"/>
                </a:lnTo>
                <a:lnTo>
                  <a:pt x="7861" y="199314"/>
                </a:lnTo>
                <a:close/>
                <a:moveTo>
                  <a:pt x="14730" y="180245"/>
                </a:moveTo>
                <a:lnTo>
                  <a:pt x="29460" y="178819"/>
                </a:lnTo>
                <a:lnTo>
                  <a:pt x="21599" y="169752"/>
                </a:lnTo>
                <a:close/>
                <a:moveTo>
                  <a:pt x="6869" y="171709"/>
                </a:moveTo>
                <a:lnTo>
                  <a:pt x="0" y="189174"/>
                </a:lnTo>
                <a:lnTo>
                  <a:pt x="21599" y="169752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12" name="PANEL_01-water--34-230_706">
            <a:extLst>
              <a:ext uri="{FF2B5EF4-FFF2-40B4-BE49-F238E27FC236}">
                <a16:creationId xmlns:a16="http://schemas.microsoft.com/office/drawing/2014/main" id="{C4EC83DB-3C4B-4C8F-93CF-92F497D23306}"/>
              </a:ext>
            </a:extLst>
          </p:cNvPr>
          <p:cNvSpPr>
            <a:spLocks/>
          </p:cNvSpPr>
          <p:nvPr/>
        </p:nvSpPr>
        <p:spPr>
          <a:xfrm>
            <a:off x="1274644" y="333348"/>
            <a:ext cx="365299" cy="28619"/>
          </a:xfrm>
          <a:custGeom>
            <a:pathLst>
              <a:path w="247430" h="19385">
                <a:moveTo>
                  <a:pt x="232700" y="13365"/>
                </a:moveTo>
                <a:lnTo>
                  <a:pt x="239569" y="6449"/>
                </a:lnTo>
                <a:lnTo>
                  <a:pt x="217970" y="10140"/>
                </a:lnTo>
                <a:close/>
                <a:moveTo>
                  <a:pt x="232700" y="13365"/>
                </a:moveTo>
                <a:lnTo>
                  <a:pt x="247430" y="16589"/>
                </a:lnTo>
                <a:lnTo>
                  <a:pt x="239569" y="6449"/>
                </a:lnTo>
                <a:close/>
                <a:moveTo>
                  <a:pt x="211102" y="17055"/>
                </a:moveTo>
                <a:lnTo>
                  <a:pt x="217970" y="10140"/>
                </a:lnTo>
                <a:lnTo>
                  <a:pt x="196372" y="13831"/>
                </a:lnTo>
                <a:close/>
                <a:moveTo>
                  <a:pt x="224839" y="3225"/>
                </a:moveTo>
                <a:lnTo>
                  <a:pt x="217970" y="10140"/>
                </a:lnTo>
                <a:lnTo>
                  <a:pt x="239569" y="6449"/>
                </a:lnTo>
                <a:close/>
                <a:moveTo>
                  <a:pt x="203240" y="6915"/>
                </a:moveTo>
                <a:lnTo>
                  <a:pt x="196372" y="13831"/>
                </a:lnTo>
                <a:lnTo>
                  <a:pt x="217970" y="10140"/>
                </a:lnTo>
                <a:close/>
                <a:moveTo>
                  <a:pt x="203240" y="6915"/>
                </a:moveTo>
                <a:lnTo>
                  <a:pt x="188511" y="3691"/>
                </a:lnTo>
                <a:lnTo>
                  <a:pt x="196372" y="13831"/>
                </a:lnTo>
                <a:close/>
                <a:moveTo>
                  <a:pt x="203240" y="6915"/>
                </a:moveTo>
                <a:lnTo>
                  <a:pt x="217970" y="10140"/>
                </a:lnTo>
                <a:lnTo>
                  <a:pt x="210109" y="0"/>
                </a:lnTo>
                <a:close/>
                <a:moveTo>
                  <a:pt x="181642" y="10606"/>
                </a:moveTo>
                <a:lnTo>
                  <a:pt x="174773" y="17521"/>
                </a:lnTo>
                <a:lnTo>
                  <a:pt x="196372" y="13831"/>
                </a:lnTo>
                <a:close/>
                <a:moveTo>
                  <a:pt x="181642" y="10606"/>
                </a:moveTo>
                <a:lnTo>
                  <a:pt x="166912" y="7381"/>
                </a:lnTo>
                <a:lnTo>
                  <a:pt x="174773" y="17521"/>
                </a:lnTo>
                <a:close/>
                <a:moveTo>
                  <a:pt x="181642" y="10606"/>
                </a:moveTo>
                <a:lnTo>
                  <a:pt x="188511" y="3691"/>
                </a:lnTo>
                <a:lnTo>
                  <a:pt x="166912" y="7381"/>
                </a:lnTo>
                <a:close/>
                <a:moveTo>
                  <a:pt x="181642" y="10606"/>
                </a:moveTo>
                <a:lnTo>
                  <a:pt x="196372" y="13831"/>
                </a:lnTo>
                <a:lnTo>
                  <a:pt x="188511" y="3691"/>
                </a:lnTo>
                <a:close/>
                <a:moveTo>
                  <a:pt x="160043" y="14296"/>
                </a:moveTo>
                <a:lnTo>
                  <a:pt x="166912" y="7381"/>
                </a:lnTo>
                <a:lnTo>
                  <a:pt x="145314" y="11072"/>
                </a:lnTo>
                <a:close/>
                <a:moveTo>
                  <a:pt x="160043" y="14296"/>
                </a:moveTo>
                <a:lnTo>
                  <a:pt x="174773" y="17521"/>
                </a:lnTo>
                <a:lnTo>
                  <a:pt x="166912" y="7381"/>
                </a:lnTo>
                <a:close/>
                <a:moveTo>
                  <a:pt x="152182" y="4157"/>
                </a:moveTo>
                <a:lnTo>
                  <a:pt x="145314" y="11072"/>
                </a:lnTo>
                <a:lnTo>
                  <a:pt x="166912" y="7381"/>
                </a:lnTo>
                <a:close/>
                <a:moveTo>
                  <a:pt x="152182" y="4157"/>
                </a:moveTo>
                <a:lnTo>
                  <a:pt x="137452" y="932"/>
                </a:lnTo>
                <a:lnTo>
                  <a:pt x="145314" y="11072"/>
                </a:lnTo>
                <a:close/>
                <a:moveTo>
                  <a:pt x="130584" y="7847"/>
                </a:moveTo>
                <a:lnTo>
                  <a:pt x="123715" y="14762"/>
                </a:lnTo>
                <a:lnTo>
                  <a:pt x="145314" y="11072"/>
                </a:lnTo>
                <a:close/>
                <a:moveTo>
                  <a:pt x="130584" y="7847"/>
                </a:moveTo>
                <a:lnTo>
                  <a:pt x="115854" y="4623"/>
                </a:lnTo>
                <a:lnTo>
                  <a:pt x="123715" y="14762"/>
                </a:lnTo>
                <a:close/>
                <a:moveTo>
                  <a:pt x="130584" y="7847"/>
                </a:moveTo>
                <a:lnTo>
                  <a:pt x="145314" y="11072"/>
                </a:lnTo>
                <a:lnTo>
                  <a:pt x="137452" y="932"/>
                </a:lnTo>
                <a:close/>
                <a:moveTo>
                  <a:pt x="108985" y="11538"/>
                </a:moveTo>
                <a:lnTo>
                  <a:pt x="94255" y="8313"/>
                </a:lnTo>
                <a:lnTo>
                  <a:pt x="102116" y="18453"/>
                </a:lnTo>
                <a:close/>
                <a:moveTo>
                  <a:pt x="108985" y="11538"/>
                </a:moveTo>
                <a:lnTo>
                  <a:pt x="115854" y="4623"/>
                </a:lnTo>
                <a:lnTo>
                  <a:pt x="94255" y="8313"/>
                </a:lnTo>
                <a:close/>
                <a:moveTo>
                  <a:pt x="108985" y="11538"/>
                </a:moveTo>
                <a:lnTo>
                  <a:pt x="123715" y="14762"/>
                </a:lnTo>
                <a:lnTo>
                  <a:pt x="115854" y="4623"/>
                </a:lnTo>
                <a:close/>
                <a:moveTo>
                  <a:pt x="87387" y="15228"/>
                </a:moveTo>
                <a:lnTo>
                  <a:pt x="94255" y="8313"/>
                </a:lnTo>
                <a:lnTo>
                  <a:pt x="72657" y="12004"/>
                </a:lnTo>
                <a:close/>
                <a:moveTo>
                  <a:pt x="87387" y="15228"/>
                </a:moveTo>
                <a:lnTo>
                  <a:pt x="102116" y="18453"/>
                </a:lnTo>
                <a:lnTo>
                  <a:pt x="94255" y="8313"/>
                </a:lnTo>
                <a:close/>
                <a:moveTo>
                  <a:pt x="101124" y="1398"/>
                </a:moveTo>
                <a:lnTo>
                  <a:pt x="94255" y="8313"/>
                </a:lnTo>
                <a:lnTo>
                  <a:pt x="115854" y="4623"/>
                </a:lnTo>
                <a:close/>
                <a:moveTo>
                  <a:pt x="79525" y="5089"/>
                </a:moveTo>
                <a:lnTo>
                  <a:pt x="72657" y="12004"/>
                </a:lnTo>
                <a:lnTo>
                  <a:pt x="94255" y="8313"/>
                </a:lnTo>
                <a:close/>
                <a:moveTo>
                  <a:pt x="79525" y="5089"/>
                </a:moveTo>
                <a:lnTo>
                  <a:pt x="64796" y="1864"/>
                </a:lnTo>
                <a:lnTo>
                  <a:pt x="72657" y="12004"/>
                </a:lnTo>
                <a:close/>
                <a:moveTo>
                  <a:pt x="57927" y="8779"/>
                </a:moveTo>
                <a:lnTo>
                  <a:pt x="51058" y="15694"/>
                </a:lnTo>
                <a:lnTo>
                  <a:pt x="72657" y="12004"/>
                </a:lnTo>
                <a:close/>
                <a:moveTo>
                  <a:pt x="57927" y="8779"/>
                </a:moveTo>
                <a:lnTo>
                  <a:pt x="43197" y="5555"/>
                </a:lnTo>
                <a:lnTo>
                  <a:pt x="51058" y="15694"/>
                </a:lnTo>
                <a:close/>
                <a:moveTo>
                  <a:pt x="57927" y="8779"/>
                </a:moveTo>
                <a:lnTo>
                  <a:pt x="64796" y="1864"/>
                </a:lnTo>
                <a:lnTo>
                  <a:pt x="43197" y="5555"/>
                </a:lnTo>
                <a:close/>
                <a:moveTo>
                  <a:pt x="57927" y="8779"/>
                </a:moveTo>
                <a:lnTo>
                  <a:pt x="72657" y="12004"/>
                </a:lnTo>
                <a:lnTo>
                  <a:pt x="64796" y="1864"/>
                </a:lnTo>
                <a:close/>
                <a:moveTo>
                  <a:pt x="36328" y="12470"/>
                </a:moveTo>
                <a:lnTo>
                  <a:pt x="21599" y="9245"/>
                </a:lnTo>
                <a:lnTo>
                  <a:pt x="29460" y="19385"/>
                </a:lnTo>
                <a:close/>
                <a:moveTo>
                  <a:pt x="36328" y="12470"/>
                </a:moveTo>
                <a:lnTo>
                  <a:pt x="43197" y="5555"/>
                </a:lnTo>
                <a:lnTo>
                  <a:pt x="21599" y="9245"/>
                </a:lnTo>
                <a:close/>
                <a:moveTo>
                  <a:pt x="36328" y="12470"/>
                </a:moveTo>
                <a:lnTo>
                  <a:pt x="51058" y="15694"/>
                </a:lnTo>
                <a:lnTo>
                  <a:pt x="43197" y="5555"/>
                </a:lnTo>
                <a:close/>
                <a:moveTo>
                  <a:pt x="14730" y="16160"/>
                </a:moveTo>
                <a:lnTo>
                  <a:pt x="21599" y="9245"/>
                </a:lnTo>
                <a:lnTo>
                  <a:pt x="0" y="12936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13" name="PANEL_01-slope--33-220_707">
            <a:extLst>
              <a:ext uri="{FF2B5EF4-FFF2-40B4-BE49-F238E27FC236}">
                <a16:creationId xmlns:a16="http://schemas.microsoft.com/office/drawing/2014/main" id="{7603FB36-9D14-407D-855E-FA442B16D868}"/>
              </a:ext>
            </a:extLst>
          </p:cNvPr>
          <p:cNvSpPr>
            <a:spLocks/>
          </p:cNvSpPr>
          <p:nvPr/>
        </p:nvSpPr>
        <p:spPr>
          <a:xfrm>
            <a:off x="2205243" y="68850"/>
            <a:ext cx="86988" cy="45221"/>
          </a:xfrm>
          <a:custGeom>
            <a:pathLst>
              <a:path w="58919" h="30630">
                <a:moveTo>
                  <a:pt x="44190" y="19598"/>
                </a:moveTo>
                <a:lnTo>
                  <a:pt x="51058" y="12566"/>
                </a:lnTo>
                <a:lnTo>
                  <a:pt x="29460" y="11756"/>
                </a:lnTo>
                <a:close/>
                <a:moveTo>
                  <a:pt x="44190" y="19598"/>
                </a:moveTo>
                <a:lnTo>
                  <a:pt x="58919" y="30630"/>
                </a:lnTo>
                <a:lnTo>
                  <a:pt x="51058" y="12566"/>
                </a:lnTo>
                <a:close/>
                <a:moveTo>
                  <a:pt x="36328" y="2644"/>
                </a:moveTo>
                <a:lnTo>
                  <a:pt x="29460" y="11756"/>
                </a:lnTo>
                <a:lnTo>
                  <a:pt x="51058" y="12566"/>
                </a:lnTo>
                <a:close/>
                <a:moveTo>
                  <a:pt x="36328" y="2644"/>
                </a:moveTo>
                <a:lnTo>
                  <a:pt x="21599" y="0"/>
                </a:lnTo>
                <a:lnTo>
                  <a:pt x="29460" y="11756"/>
                </a:lnTo>
                <a:close/>
                <a:moveTo>
                  <a:pt x="14730" y="1750"/>
                </a:moveTo>
                <a:lnTo>
                  <a:pt x="21599" y="0"/>
                </a:lnTo>
                <a:lnTo>
                  <a:pt x="0" y="3256"/>
                </a:lnTo>
                <a:close/>
                <a:moveTo>
                  <a:pt x="14730" y="1750"/>
                </a:moveTo>
                <a:lnTo>
                  <a:pt x="29460" y="11756"/>
                </a:lnTo>
                <a:lnTo>
                  <a:pt x="21599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14" name="PANEL_01-slope--33-225_708">
            <a:extLst>
              <a:ext uri="{FF2B5EF4-FFF2-40B4-BE49-F238E27FC236}">
                <a16:creationId xmlns:a16="http://schemas.microsoft.com/office/drawing/2014/main" id="{5AB0F464-2F0B-4DCF-90C2-4EA21745EF96}"/>
              </a:ext>
            </a:extLst>
          </p:cNvPr>
          <p:cNvSpPr>
            <a:spLocks/>
          </p:cNvSpPr>
          <p:nvPr/>
        </p:nvSpPr>
        <p:spPr>
          <a:xfrm>
            <a:off x="1671831" y="71434"/>
            <a:ext cx="576905" cy="256148"/>
          </a:xfrm>
          <a:custGeom>
            <a:pathLst>
              <a:path w="390758" h="173498">
                <a:moveTo>
                  <a:pt x="376028" y="0"/>
                </a:moveTo>
                <a:lnTo>
                  <a:pt x="369160" y="16170"/>
                </a:lnTo>
                <a:lnTo>
                  <a:pt x="390758" y="10005"/>
                </a:lnTo>
                <a:close/>
                <a:moveTo>
                  <a:pt x="173781" y="100463"/>
                </a:moveTo>
                <a:lnTo>
                  <a:pt x="159051" y="95115"/>
                </a:lnTo>
                <a:lnTo>
                  <a:pt x="166912" y="112179"/>
                </a:lnTo>
                <a:close/>
                <a:moveTo>
                  <a:pt x="79525" y="139778"/>
                </a:moveTo>
                <a:lnTo>
                  <a:pt x="72657" y="149393"/>
                </a:lnTo>
                <a:lnTo>
                  <a:pt x="94255" y="135669"/>
                </a:lnTo>
                <a:close/>
                <a:moveTo>
                  <a:pt x="79525" y="139778"/>
                </a:moveTo>
                <a:lnTo>
                  <a:pt x="64796" y="140970"/>
                </a:lnTo>
                <a:lnTo>
                  <a:pt x="72657" y="149393"/>
                </a:lnTo>
                <a:close/>
                <a:moveTo>
                  <a:pt x="57927" y="152479"/>
                </a:moveTo>
                <a:lnTo>
                  <a:pt x="51058" y="160060"/>
                </a:lnTo>
                <a:lnTo>
                  <a:pt x="72657" y="149393"/>
                </a:lnTo>
                <a:close/>
                <a:moveTo>
                  <a:pt x="57927" y="152479"/>
                </a:moveTo>
                <a:lnTo>
                  <a:pt x="43197" y="153261"/>
                </a:lnTo>
                <a:lnTo>
                  <a:pt x="51058" y="160060"/>
                </a:lnTo>
                <a:close/>
                <a:moveTo>
                  <a:pt x="57927" y="152479"/>
                </a:moveTo>
                <a:lnTo>
                  <a:pt x="64796" y="140970"/>
                </a:lnTo>
                <a:lnTo>
                  <a:pt x="43197" y="153261"/>
                </a:lnTo>
                <a:close/>
                <a:moveTo>
                  <a:pt x="57927" y="152479"/>
                </a:moveTo>
                <a:lnTo>
                  <a:pt x="72657" y="149393"/>
                </a:lnTo>
                <a:lnTo>
                  <a:pt x="64796" y="140970"/>
                </a:lnTo>
                <a:close/>
                <a:moveTo>
                  <a:pt x="36328" y="160881"/>
                </a:moveTo>
                <a:lnTo>
                  <a:pt x="21599" y="162340"/>
                </a:lnTo>
                <a:lnTo>
                  <a:pt x="29460" y="170994"/>
                </a:lnTo>
                <a:close/>
                <a:moveTo>
                  <a:pt x="36328" y="160881"/>
                </a:moveTo>
                <a:lnTo>
                  <a:pt x="43197" y="153261"/>
                </a:lnTo>
                <a:lnTo>
                  <a:pt x="21599" y="162340"/>
                </a:lnTo>
                <a:close/>
                <a:moveTo>
                  <a:pt x="36328" y="160881"/>
                </a:moveTo>
                <a:lnTo>
                  <a:pt x="51058" y="160060"/>
                </a:lnTo>
                <a:lnTo>
                  <a:pt x="43197" y="153261"/>
                </a:lnTo>
                <a:close/>
                <a:moveTo>
                  <a:pt x="14730" y="170099"/>
                </a:moveTo>
                <a:lnTo>
                  <a:pt x="21599" y="162340"/>
                </a:lnTo>
                <a:lnTo>
                  <a:pt x="0" y="173498"/>
                </a:lnTo>
                <a:close/>
                <a:moveTo>
                  <a:pt x="14730" y="170099"/>
                </a:moveTo>
                <a:lnTo>
                  <a:pt x="29460" y="170994"/>
                </a:lnTo>
                <a:lnTo>
                  <a:pt x="21599" y="162340"/>
                </a:lnTo>
                <a:close/>
                <a:moveTo>
                  <a:pt x="6869" y="163207"/>
                </a:moveTo>
                <a:lnTo>
                  <a:pt x="0" y="173498"/>
                </a:lnTo>
                <a:lnTo>
                  <a:pt x="21599" y="162340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15" name="PANEL_01-slope--33-230_709">
            <a:extLst>
              <a:ext uri="{FF2B5EF4-FFF2-40B4-BE49-F238E27FC236}">
                <a16:creationId xmlns:a16="http://schemas.microsoft.com/office/drawing/2014/main" id="{5116DC1E-1D5F-4DA5-B7FC-B37750D8FD17}"/>
              </a:ext>
            </a:extLst>
          </p:cNvPr>
          <p:cNvSpPr>
            <a:spLocks/>
          </p:cNvSpPr>
          <p:nvPr/>
        </p:nvSpPr>
        <p:spPr>
          <a:xfrm>
            <a:off x="1639943" y="67749"/>
            <a:ext cx="587047" cy="305062"/>
          </a:xfrm>
          <a:custGeom>
            <a:pathLst>
              <a:path w="397627" h="206629">
                <a:moveTo>
                  <a:pt x="397627" y="2496"/>
                </a:moveTo>
                <a:lnTo>
                  <a:pt x="382897" y="4002"/>
                </a:lnTo>
                <a:lnTo>
                  <a:pt x="390758" y="18666"/>
                </a:lnTo>
                <a:close/>
                <a:moveTo>
                  <a:pt x="376028" y="15963"/>
                </a:moveTo>
                <a:lnTo>
                  <a:pt x="361299" y="15861"/>
                </a:lnTo>
                <a:lnTo>
                  <a:pt x="369160" y="32965"/>
                </a:lnTo>
                <a:close/>
                <a:moveTo>
                  <a:pt x="376028" y="15963"/>
                </a:moveTo>
                <a:lnTo>
                  <a:pt x="382897" y="4002"/>
                </a:lnTo>
                <a:lnTo>
                  <a:pt x="361299" y="15861"/>
                </a:lnTo>
                <a:close/>
                <a:moveTo>
                  <a:pt x="376028" y="15963"/>
                </a:moveTo>
                <a:lnTo>
                  <a:pt x="390758" y="18666"/>
                </a:lnTo>
                <a:lnTo>
                  <a:pt x="382897" y="4002"/>
                </a:lnTo>
                <a:close/>
                <a:moveTo>
                  <a:pt x="354430" y="33478"/>
                </a:moveTo>
                <a:lnTo>
                  <a:pt x="339700" y="31855"/>
                </a:lnTo>
                <a:lnTo>
                  <a:pt x="347561" y="51191"/>
                </a:lnTo>
                <a:close/>
                <a:moveTo>
                  <a:pt x="354430" y="33478"/>
                </a:moveTo>
                <a:lnTo>
                  <a:pt x="361299" y="15861"/>
                </a:lnTo>
                <a:lnTo>
                  <a:pt x="339700" y="31855"/>
                </a:lnTo>
                <a:close/>
                <a:moveTo>
                  <a:pt x="354430" y="33478"/>
                </a:moveTo>
                <a:lnTo>
                  <a:pt x="369160" y="32965"/>
                </a:lnTo>
                <a:lnTo>
                  <a:pt x="361299" y="15861"/>
                </a:lnTo>
                <a:close/>
                <a:moveTo>
                  <a:pt x="332831" y="50477"/>
                </a:moveTo>
                <a:lnTo>
                  <a:pt x="318102" y="47151"/>
                </a:lnTo>
                <a:lnTo>
                  <a:pt x="325963" y="68612"/>
                </a:lnTo>
                <a:close/>
                <a:moveTo>
                  <a:pt x="332831" y="50477"/>
                </a:moveTo>
                <a:lnTo>
                  <a:pt x="339700" y="31855"/>
                </a:lnTo>
                <a:lnTo>
                  <a:pt x="318102" y="47151"/>
                </a:lnTo>
                <a:close/>
                <a:moveTo>
                  <a:pt x="332831" y="50477"/>
                </a:moveTo>
                <a:lnTo>
                  <a:pt x="347561" y="51191"/>
                </a:lnTo>
                <a:lnTo>
                  <a:pt x="339700" y="31855"/>
                </a:lnTo>
                <a:close/>
                <a:moveTo>
                  <a:pt x="311233" y="65107"/>
                </a:moveTo>
                <a:lnTo>
                  <a:pt x="296503" y="61514"/>
                </a:lnTo>
                <a:lnTo>
                  <a:pt x="304364" y="82031"/>
                </a:lnTo>
                <a:close/>
                <a:moveTo>
                  <a:pt x="311233" y="65107"/>
                </a:moveTo>
                <a:lnTo>
                  <a:pt x="318102" y="47151"/>
                </a:lnTo>
                <a:lnTo>
                  <a:pt x="296503" y="61514"/>
                </a:lnTo>
                <a:close/>
                <a:moveTo>
                  <a:pt x="311233" y="65107"/>
                </a:moveTo>
                <a:lnTo>
                  <a:pt x="325963" y="68612"/>
                </a:lnTo>
                <a:lnTo>
                  <a:pt x="318102" y="47151"/>
                </a:lnTo>
                <a:close/>
                <a:moveTo>
                  <a:pt x="289634" y="76859"/>
                </a:moveTo>
                <a:lnTo>
                  <a:pt x="274905" y="74978"/>
                </a:lnTo>
                <a:lnTo>
                  <a:pt x="282766" y="93266"/>
                </a:lnTo>
                <a:close/>
                <a:moveTo>
                  <a:pt x="289634" y="76859"/>
                </a:moveTo>
                <a:lnTo>
                  <a:pt x="296503" y="61514"/>
                </a:lnTo>
                <a:lnTo>
                  <a:pt x="274905" y="74978"/>
                </a:lnTo>
                <a:close/>
                <a:moveTo>
                  <a:pt x="289634" y="76859"/>
                </a:moveTo>
                <a:lnTo>
                  <a:pt x="304364" y="82031"/>
                </a:lnTo>
                <a:lnTo>
                  <a:pt x="296503" y="61514"/>
                </a:lnTo>
                <a:close/>
                <a:moveTo>
                  <a:pt x="268036" y="89926"/>
                </a:moveTo>
                <a:lnTo>
                  <a:pt x="274905" y="74978"/>
                </a:lnTo>
                <a:lnTo>
                  <a:pt x="253306" y="86627"/>
                </a:lnTo>
                <a:close/>
                <a:moveTo>
                  <a:pt x="246437" y="101864"/>
                </a:moveTo>
                <a:lnTo>
                  <a:pt x="253306" y="86627"/>
                </a:lnTo>
                <a:lnTo>
                  <a:pt x="231708" y="97383"/>
                </a:lnTo>
                <a:close/>
                <a:moveTo>
                  <a:pt x="368167" y="0"/>
                </a:moveTo>
                <a:lnTo>
                  <a:pt x="361299" y="15861"/>
                </a:lnTo>
                <a:lnTo>
                  <a:pt x="382897" y="4002"/>
                </a:lnTo>
                <a:close/>
                <a:moveTo>
                  <a:pt x="346569" y="14003"/>
                </a:moveTo>
                <a:lnTo>
                  <a:pt x="339700" y="31855"/>
                </a:lnTo>
                <a:lnTo>
                  <a:pt x="361299" y="15861"/>
                </a:lnTo>
                <a:close/>
                <a:moveTo>
                  <a:pt x="346569" y="14003"/>
                </a:moveTo>
                <a:lnTo>
                  <a:pt x="331839" y="12794"/>
                </a:lnTo>
                <a:lnTo>
                  <a:pt x="339700" y="31855"/>
                </a:lnTo>
                <a:close/>
                <a:moveTo>
                  <a:pt x="324970" y="29462"/>
                </a:moveTo>
                <a:lnTo>
                  <a:pt x="318102" y="47151"/>
                </a:lnTo>
                <a:lnTo>
                  <a:pt x="339700" y="31855"/>
                </a:lnTo>
                <a:close/>
                <a:moveTo>
                  <a:pt x="324970" y="29462"/>
                </a:moveTo>
                <a:lnTo>
                  <a:pt x="310240" y="27573"/>
                </a:lnTo>
                <a:lnTo>
                  <a:pt x="318102" y="47151"/>
                </a:lnTo>
                <a:close/>
                <a:moveTo>
                  <a:pt x="324970" y="29462"/>
                </a:moveTo>
                <a:lnTo>
                  <a:pt x="339700" y="31855"/>
                </a:lnTo>
                <a:lnTo>
                  <a:pt x="331839" y="12794"/>
                </a:lnTo>
                <a:close/>
                <a:moveTo>
                  <a:pt x="303372" y="43557"/>
                </a:moveTo>
                <a:lnTo>
                  <a:pt x="296503" y="61514"/>
                </a:lnTo>
                <a:lnTo>
                  <a:pt x="318102" y="47151"/>
                </a:lnTo>
                <a:close/>
                <a:moveTo>
                  <a:pt x="303372" y="43557"/>
                </a:moveTo>
                <a:lnTo>
                  <a:pt x="288642" y="43216"/>
                </a:lnTo>
                <a:lnTo>
                  <a:pt x="296503" y="61514"/>
                </a:lnTo>
                <a:close/>
                <a:moveTo>
                  <a:pt x="303372" y="43557"/>
                </a:moveTo>
                <a:lnTo>
                  <a:pt x="318102" y="47151"/>
                </a:lnTo>
                <a:lnTo>
                  <a:pt x="310240" y="27573"/>
                </a:lnTo>
                <a:close/>
                <a:moveTo>
                  <a:pt x="281773" y="60533"/>
                </a:moveTo>
                <a:lnTo>
                  <a:pt x="274905" y="74978"/>
                </a:lnTo>
                <a:lnTo>
                  <a:pt x="296503" y="61514"/>
                </a:lnTo>
                <a:close/>
                <a:moveTo>
                  <a:pt x="281773" y="60533"/>
                </a:moveTo>
                <a:lnTo>
                  <a:pt x="267043" y="56509"/>
                </a:lnTo>
                <a:lnTo>
                  <a:pt x="274905" y="74978"/>
                </a:lnTo>
                <a:close/>
                <a:moveTo>
                  <a:pt x="281773" y="60533"/>
                </a:moveTo>
                <a:lnTo>
                  <a:pt x="296503" y="61514"/>
                </a:lnTo>
                <a:lnTo>
                  <a:pt x="288642" y="43216"/>
                </a:lnTo>
                <a:close/>
                <a:moveTo>
                  <a:pt x="260175" y="72594"/>
                </a:moveTo>
                <a:lnTo>
                  <a:pt x="253306" y="86627"/>
                </a:lnTo>
                <a:lnTo>
                  <a:pt x="274905" y="74978"/>
                </a:lnTo>
                <a:close/>
                <a:moveTo>
                  <a:pt x="260175" y="72594"/>
                </a:moveTo>
                <a:lnTo>
                  <a:pt x="245445" y="66571"/>
                </a:lnTo>
                <a:lnTo>
                  <a:pt x="253306" y="86627"/>
                </a:lnTo>
                <a:close/>
                <a:moveTo>
                  <a:pt x="260175" y="72594"/>
                </a:moveTo>
                <a:lnTo>
                  <a:pt x="267043" y="56509"/>
                </a:lnTo>
                <a:lnTo>
                  <a:pt x="245445" y="66571"/>
                </a:lnTo>
                <a:close/>
                <a:moveTo>
                  <a:pt x="260175" y="72594"/>
                </a:moveTo>
                <a:lnTo>
                  <a:pt x="274905" y="74978"/>
                </a:lnTo>
                <a:lnTo>
                  <a:pt x="267043" y="56509"/>
                </a:lnTo>
                <a:close/>
                <a:moveTo>
                  <a:pt x="238576" y="82121"/>
                </a:moveTo>
                <a:lnTo>
                  <a:pt x="231708" y="97383"/>
                </a:lnTo>
                <a:lnTo>
                  <a:pt x="253306" y="86627"/>
                </a:lnTo>
                <a:close/>
                <a:moveTo>
                  <a:pt x="238576" y="82121"/>
                </a:moveTo>
                <a:lnTo>
                  <a:pt x="223846" y="77657"/>
                </a:lnTo>
                <a:lnTo>
                  <a:pt x="231708" y="97383"/>
                </a:lnTo>
                <a:close/>
                <a:moveTo>
                  <a:pt x="238576" y="82121"/>
                </a:moveTo>
                <a:lnTo>
                  <a:pt x="245445" y="66571"/>
                </a:lnTo>
                <a:lnTo>
                  <a:pt x="223846" y="77657"/>
                </a:lnTo>
                <a:close/>
                <a:moveTo>
                  <a:pt x="238576" y="82121"/>
                </a:moveTo>
                <a:lnTo>
                  <a:pt x="253306" y="86627"/>
                </a:lnTo>
                <a:lnTo>
                  <a:pt x="245445" y="66571"/>
                </a:lnTo>
                <a:close/>
                <a:moveTo>
                  <a:pt x="216978" y="93756"/>
                </a:moveTo>
                <a:lnTo>
                  <a:pt x="210109" y="107048"/>
                </a:lnTo>
                <a:lnTo>
                  <a:pt x="231708" y="97383"/>
                </a:lnTo>
                <a:close/>
                <a:moveTo>
                  <a:pt x="216978" y="93756"/>
                </a:moveTo>
                <a:lnTo>
                  <a:pt x="202248" y="88869"/>
                </a:lnTo>
                <a:lnTo>
                  <a:pt x="210109" y="107048"/>
                </a:lnTo>
                <a:close/>
                <a:moveTo>
                  <a:pt x="216978" y="93756"/>
                </a:moveTo>
                <a:lnTo>
                  <a:pt x="223846" y="77657"/>
                </a:lnTo>
                <a:lnTo>
                  <a:pt x="202248" y="88869"/>
                </a:lnTo>
                <a:close/>
                <a:moveTo>
                  <a:pt x="216978" y="93756"/>
                </a:moveTo>
                <a:lnTo>
                  <a:pt x="231708" y="97383"/>
                </a:lnTo>
                <a:lnTo>
                  <a:pt x="223846" y="77657"/>
                </a:lnTo>
                <a:close/>
                <a:moveTo>
                  <a:pt x="195379" y="102958"/>
                </a:moveTo>
                <a:lnTo>
                  <a:pt x="202248" y="88869"/>
                </a:lnTo>
                <a:lnTo>
                  <a:pt x="180649" y="97611"/>
                </a:lnTo>
                <a:close/>
                <a:moveTo>
                  <a:pt x="195379" y="102958"/>
                </a:moveTo>
                <a:lnTo>
                  <a:pt x="210109" y="107048"/>
                </a:lnTo>
                <a:lnTo>
                  <a:pt x="202248" y="88869"/>
                </a:lnTo>
                <a:close/>
                <a:moveTo>
                  <a:pt x="173781" y="109191"/>
                </a:moveTo>
                <a:lnTo>
                  <a:pt x="180649" y="97611"/>
                </a:lnTo>
                <a:lnTo>
                  <a:pt x="159051" y="107815"/>
                </a:lnTo>
                <a:close/>
                <a:moveTo>
                  <a:pt x="152182" y="120425"/>
                </a:moveTo>
                <a:lnTo>
                  <a:pt x="159051" y="107815"/>
                </a:lnTo>
                <a:lnTo>
                  <a:pt x="137452" y="122307"/>
                </a:lnTo>
                <a:close/>
                <a:moveTo>
                  <a:pt x="130584" y="136083"/>
                </a:moveTo>
                <a:lnTo>
                  <a:pt x="137452" y="122307"/>
                </a:lnTo>
                <a:lnTo>
                  <a:pt x="115854" y="138165"/>
                </a:lnTo>
                <a:close/>
                <a:moveTo>
                  <a:pt x="209116" y="74054"/>
                </a:moveTo>
                <a:lnTo>
                  <a:pt x="202248" y="88869"/>
                </a:lnTo>
                <a:lnTo>
                  <a:pt x="223846" y="77657"/>
                </a:lnTo>
                <a:close/>
                <a:moveTo>
                  <a:pt x="187518" y="84708"/>
                </a:moveTo>
                <a:lnTo>
                  <a:pt x="180649" y="97611"/>
                </a:lnTo>
                <a:lnTo>
                  <a:pt x="202248" y="88869"/>
                </a:lnTo>
                <a:close/>
                <a:moveTo>
                  <a:pt x="187518" y="84708"/>
                </a:moveTo>
                <a:lnTo>
                  <a:pt x="172788" y="81169"/>
                </a:lnTo>
                <a:lnTo>
                  <a:pt x="180649" y="97611"/>
                </a:lnTo>
                <a:close/>
                <a:moveTo>
                  <a:pt x="165919" y="93586"/>
                </a:moveTo>
                <a:lnTo>
                  <a:pt x="159051" y="107815"/>
                </a:lnTo>
                <a:lnTo>
                  <a:pt x="180649" y="97611"/>
                </a:lnTo>
                <a:close/>
                <a:moveTo>
                  <a:pt x="165919" y="93586"/>
                </a:moveTo>
                <a:lnTo>
                  <a:pt x="151190" y="94146"/>
                </a:lnTo>
                <a:lnTo>
                  <a:pt x="159051" y="107815"/>
                </a:lnTo>
                <a:close/>
                <a:moveTo>
                  <a:pt x="165919" y="93586"/>
                </a:moveTo>
                <a:lnTo>
                  <a:pt x="180649" y="97611"/>
                </a:lnTo>
                <a:lnTo>
                  <a:pt x="172788" y="81169"/>
                </a:lnTo>
                <a:close/>
                <a:moveTo>
                  <a:pt x="144321" y="108058"/>
                </a:moveTo>
                <a:lnTo>
                  <a:pt x="137452" y="122307"/>
                </a:lnTo>
                <a:lnTo>
                  <a:pt x="159051" y="107815"/>
                </a:lnTo>
                <a:close/>
                <a:moveTo>
                  <a:pt x="144321" y="108058"/>
                </a:moveTo>
                <a:lnTo>
                  <a:pt x="129591" y="110131"/>
                </a:lnTo>
                <a:lnTo>
                  <a:pt x="137452" y="122307"/>
                </a:lnTo>
                <a:close/>
                <a:moveTo>
                  <a:pt x="144321" y="108058"/>
                </a:moveTo>
                <a:lnTo>
                  <a:pt x="159051" y="107815"/>
                </a:lnTo>
                <a:lnTo>
                  <a:pt x="151190" y="94146"/>
                </a:lnTo>
                <a:close/>
                <a:moveTo>
                  <a:pt x="122722" y="124662"/>
                </a:moveTo>
                <a:lnTo>
                  <a:pt x="115854" y="138165"/>
                </a:lnTo>
                <a:lnTo>
                  <a:pt x="137452" y="122307"/>
                </a:lnTo>
                <a:close/>
                <a:moveTo>
                  <a:pt x="122722" y="124662"/>
                </a:moveTo>
                <a:lnTo>
                  <a:pt x="107993" y="127261"/>
                </a:lnTo>
                <a:lnTo>
                  <a:pt x="115854" y="138165"/>
                </a:lnTo>
                <a:close/>
                <a:moveTo>
                  <a:pt x="122722" y="124662"/>
                </a:moveTo>
                <a:lnTo>
                  <a:pt x="137452" y="122307"/>
                </a:lnTo>
                <a:lnTo>
                  <a:pt x="129591" y="110131"/>
                </a:lnTo>
                <a:close/>
                <a:moveTo>
                  <a:pt x="101124" y="142273"/>
                </a:moveTo>
                <a:lnTo>
                  <a:pt x="115854" y="138165"/>
                </a:lnTo>
                <a:lnTo>
                  <a:pt x="107993" y="127261"/>
                </a:lnTo>
                <a:close/>
                <a:moveTo>
                  <a:pt x="36328" y="172595"/>
                </a:moveTo>
                <a:lnTo>
                  <a:pt x="21599" y="175994"/>
                </a:lnTo>
                <a:lnTo>
                  <a:pt x="29460" y="188479"/>
                </a:lnTo>
                <a:close/>
                <a:moveTo>
                  <a:pt x="14730" y="188258"/>
                </a:moveTo>
                <a:lnTo>
                  <a:pt x="0" y="196489"/>
                </a:lnTo>
                <a:lnTo>
                  <a:pt x="7861" y="206629"/>
                </a:lnTo>
                <a:close/>
                <a:moveTo>
                  <a:pt x="14730" y="188258"/>
                </a:moveTo>
                <a:lnTo>
                  <a:pt x="21599" y="175994"/>
                </a:lnTo>
                <a:lnTo>
                  <a:pt x="0" y="196489"/>
                </a:lnTo>
                <a:close/>
                <a:moveTo>
                  <a:pt x="14730" y="188258"/>
                </a:moveTo>
                <a:lnTo>
                  <a:pt x="29460" y="188479"/>
                </a:lnTo>
                <a:lnTo>
                  <a:pt x="21599" y="175994"/>
                </a:lnTo>
                <a:close/>
                <a:moveTo>
                  <a:pt x="6869" y="177420"/>
                </a:moveTo>
                <a:lnTo>
                  <a:pt x="0" y="196489"/>
                </a:lnTo>
                <a:lnTo>
                  <a:pt x="21599" y="175994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16" name="PANEL_01-water--33-230_710">
            <a:extLst>
              <a:ext uri="{FF2B5EF4-FFF2-40B4-BE49-F238E27FC236}">
                <a16:creationId xmlns:a16="http://schemas.microsoft.com/office/drawing/2014/main" id="{EADDAC52-0D61-43A5-A76D-E94E54D0229D}"/>
              </a:ext>
            </a:extLst>
          </p:cNvPr>
          <p:cNvSpPr>
            <a:spLocks/>
          </p:cNvSpPr>
          <p:nvPr/>
        </p:nvSpPr>
        <p:spPr>
          <a:xfrm>
            <a:off x="1178981" y="346997"/>
            <a:ext cx="472569" cy="29940"/>
          </a:xfrm>
          <a:custGeom>
            <a:pathLst>
              <a:path w="320087" h="20280">
                <a:moveTo>
                  <a:pt x="305357" y="14259"/>
                </a:moveTo>
                <a:lnTo>
                  <a:pt x="312226" y="7344"/>
                </a:lnTo>
                <a:lnTo>
                  <a:pt x="290627" y="11035"/>
                </a:lnTo>
                <a:close/>
                <a:moveTo>
                  <a:pt x="305357" y="14259"/>
                </a:moveTo>
                <a:lnTo>
                  <a:pt x="320087" y="17484"/>
                </a:lnTo>
                <a:lnTo>
                  <a:pt x="312226" y="7344"/>
                </a:lnTo>
                <a:close/>
                <a:moveTo>
                  <a:pt x="283758" y="17950"/>
                </a:moveTo>
                <a:lnTo>
                  <a:pt x="290627" y="11035"/>
                </a:lnTo>
                <a:lnTo>
                  <a:pt x="269028" y="14725"/>
                </a:lnTo>
                <a:close/>
                <a:moveTo>
                  <a:pt x="297496" y="4119"/>
                </a:moveTo>
                <a:lnTo>
                  <a:pt x="290627" y="11035"/>
                </a:lnTo>
                <a:lnTo>
                  <a:pt x="312226" y="7344"/>
                </a:lnTo>
                <a:close/>
                <a:moveTo>
                  <a:pt x="297496" y="4119"/>
                </a:moveTo>
                <a:lnTo>
                  <a:pt x="282766" y="895"/>
                </a:lnTo>
                <a:lnTo>
                  <a:pt x="290627" y="11035"/>
                </a:lnTo>
                <a:close/>
                <a:moveTo>
                  <a:pt x="275897" y="7810"/>
                </a:moveTo>
                <a:lnTo>
                  <a:pt x="269028" y="14725"/>
                </a:lnTo>
                <a:lnTo>
                  <a:pt x="290627" y="11035"/>
                </a:lnTo>
                <a:close/>
                <a:moveTo>
                  <a:pt x="275897" y="7810"/>
                </a:moveTo>
                <a:lnTo>
                  <a:pt x="261167" y="4585"/>
                </a:lnTo>
                <a:lnTo>
                  <a:pt x="269028" y="14725"/>
                </a:lnTo>
                <a:close/>
                <a:moveTo>
                  <a:pt x="275897" y="7810"/>
                </a:moveTo>
                <a:lnTo>
                  <a:pt x="290627" y="11035"/>
                </a:lnTo>
                <a:lnTo>
                  <a:pt x="282766" y="895"/>
                </a:lnTo>
                <a:close/>
                <a:moveTo>
                  <a:pt x="254299" y="11501"/>
                </a:moveTo>
                <a:lnTo>
                  <a:pt x="239569" y="8276"/>
                </a:lnTo>
                <a:lnTo>
                  <a:pt x="247430" y="18416"/>
                </a:lnTo>
                <a:close/>
                <a:moveTo>
                  <a:pt x="254299" y="11501"/>
                </a:moveTo>
                <a:lnTo>
                  <a:pt x="261167" y="4585"/>
                </a:lnTo>
                <a:lnTo>
                  <a:pt x="239569" y="8276"/>
                </a:lnTo>
                <a:close/>
                <a:moveTo>
                  <a:pt x="254299" y="11501"/>
                </a:moveTo>
                <a:lnTo>
                  <a:pt x="269028" y="14725"/>
                </a:lnTo>
                <a:lnTo>
                  <a:pt x="261167" y="4585"/>
                </a:lnTo>
                <a:close/>
                <a:moveTo>
                  <a:pt x="232700" y="15191"/>
                </a:moveTo>
                <a:lnTo>
                  <a:pt x="239569" y="8276"/>
                </a:lnTo>
                <a:lnTo>
                  <a:pt x="217970" y="11967"/>
                </a:lnTo>
                <a:close/>
                <a:moveTo>
                  <a:pt x="232700" y="15191"/>
                </a:moveTo>
                <a:lnTo>
                  <a:pt x="247430" y="18416"/>
                </a:lnTo>
                <a:lnTo>
                  <a:pt x="239569" y="8276"/>
                </a:lnTo>
                <a:close/>
                <a:moveTo>
                  <a:pt x="224839" y="5051"/>
                </a:moveTo>
                <a:lnTo>
                  <a:pt x="217970" y="11967"/>
                </a:lnTo>
                <a:lnTo>
                  <a:pt x="239569" y="8276"/>
                </a:lnTo>
                <a:close/>
                <a:moveTo>
                  <a:pt x="224839" y="5051"/>
                </a:moveTo>
                <a:lnTo>
                  <a:pt x="210109" y="1827"/>
                </a:lnTo>
                <a:lnTo>
                  <a:pt x="217970" y="11967"/>
                </a:lnTo>
                <a:close/>
                <a:moveTo>
                  <a:pt x="203240" y="8742"/>
                </a:moveTo>
                <a:lnTo>
                  <a:pt x="196372" y="15657"/>
                </a:lnTo>
                <a:lnTo>
                  <a:pt x="217970" y="11967"/>
                </a:lnTo>
                <a:close/>
                <a:moveTo>
                  <a:pt x="203240" y="8742"/>
                </a:moveTo>
                <a:lnTo>
                  <a:pt x="188511" y="5517"/>
                </a:lnTo>
                <a:lnTo>
                  <a:pt x="196372" y="15657"/>
                </a:lnTo>
                <a:close/>
                <a:moveTo>
                  <a:pt x="203240" y="8742"/>
                </a:moveTo>
                <a:lnTo>
                  <a:pt x="210109" y="1827"/>
                </a:lnTo>
                <a:lnTo>
                  <a:pt x="188511" y="5517"/>
                </a:lnTo>
                <a:close/>
                <a:moveTo>
                  <a:pt x="203240" y="8742"/>
                </a:moveTo>
                <a:lnTo>
                  <a:pt x="217970" y="11967"/>
                </a:lnTo>
                <a:lnTo>
                  <a:pt x="210109" y="1827"/>
                </a:lnTo>
                <a:close/>
                <a:moveTo>
                  <a:pt x="181642" y="12433"/>
                </a:moveTo>
                <a:lnTo>
                  <a:pt x="166912" y="9208"/>
                </a:lnTo>
                <a:lnTo>
                  <a:pt x="174773" y="19348"/>
                </a:lnTo>
                <a:close/>
                <a:moveTo>
                  <a:pt x="181642" y="12433"/>
                </a:moveTo>
                <a:lnTo>
                  <a:pt x="188511" y="5517"/>
                </a:lnTo>
                <a:lnTo>
                  <a:pt x="166912" y="9208"/>
                </a:lnTo>
                <a:close/>
                <a:moveTo>
                  <a:pt x="181642" y="12433"/>
                </a:moveTo>
                <a:lnTo>
                  <a:pt x="196372" y="15657"/>
                </a:lnTo>
                <a:lnTo>
                  <a:pt x="188511" y="5517"/>
                </a:lnTo>
                <a:close/>
                <a:moveTo>
                  <a:pt x="160043" y="16123"/>
                </a:moveTo>
                <a:lnTo>
                  <a:pt x="166912" y="9208"/>
                </a:lnTo>
                <a:lnTo>
                  <a:pt x="145314" y="12899"/>
                </a:lnTo>
                <a:close/>
                <a:moveTo>
                  <a:pt x="173781" y="2293"/>
                </a:moveTo>
                <a:lnTo>
                  <a:pt x="166912" y="9208"/>
                </a:lnTo>
                <a:lnTo>
                  <a:pt x="188511" y="5517"/>
                </a:lnTo>
                <a:close/>
                <a:moveTo>
                  <a:pt x="152182" y="5983"/>
                </a:moveTo>
                <a:lnTo>
                  <a:pt x="145314" y="12899"/>
                </a:lnTo>
                <a:lnTo>
                  <a:pt x="166912" y="9208"/>
                </a:lnTo>
                <a:close/>
                <a:moveTo>
                  <a:pt x="152182" y="5983"/>
                </a:moveTo>
                <a:lnTo>
                  <a:pt x="137452" y="2759"/>
                </a:lnTo>
                <a:lnTo>
                  <a:pt x="145314" y="12899"/>
                </a:lnTo>
                <a:close/>
                <a:moveTo>
                  <a:pt x="130584" y="9674"/>
                </a:moveTo>
                <a:lnTo>
                  <a:pt x="123715" y="16589"/>
                </a:lnTo>
                <a:lnTo>
                  <a:pt x="145314" y="12899"/>
                </a:lnTo>
                <a:close/>
                <a:moveTo>
                  <a:pt x="130584" y="9674"/>
                </a:moveTo>
                <a:lnTo>
                  <a:pt x="115854" y="6449"/>
                </a:lnTo>
                <a:lnTo>
                  <a:pt x="123715" y="16589"/>
                </a:lnTo>
                <a:close/>
                <a:moveTo>
                  <a:pt x="130584" y="9674"/>
                </a:moveTo>
                <a:lnTo>
                  <a:pt x="137452" y="2759"/>
                </a:lnTo>
                <a:lnTo>
                  <a:pt x="115854" y="6449"/>
                </a:lnTo>
                <a:close/>
                <a:moveTo>
                  <a:pt x="130584" y="9674"/>
                </a:moveTo>
                <a:lnTo>
                  <a:pt x="145314" y="12899"/>
                </a:lnTo>
                <a:lnTo>
                  <a:pt x="137452" y="2759"/>
                </a:lnTo>
                <a:close/>
                <a:moveTo>
                  <a:pt x="108985" y="13365"/>
                </a:moveTo>
                <a:lnTo>
                  <a:pt x="94255" y="10140"/>
                </a:lnTo>
                <a:lnTo>
                  <a:pt x="102116" y="20280"/>
                </a:lnTo>
                <a:close/>
                <a:moveTo>
                  <a:pt x="108985" y="13365"/>
                </a:moveTo>
                <a:lnTo>
                  <a:pt x="115854" y="6449"/>
                </a:lnTo>
                <a:lnTo>
                  <a:pt x="94255" y="10140"/>
                </a:lnTo>
                <a:close/>
                <a:moveTo>
                  <a:pt x="108985" y="13365"/>
                </a:moveTo>
                <a:lnTo>
                  <a:pt x="123715" y="16589"/>
                </a:lnTo>
                <a:lnTo>
                  <a:pt x="115854" y="6449"/>
                </a:lnTo>
                <a:close/>
                <a:moveTo>
                  <a:pt x="87387" y="17055"/>
                </a:moveTo>
                <a:lnTo>
                  <a:pt x="94255" y="10140"/>
                </a:lnTo>
                <a:lnTo>
                  <a:pt x="72657" y="13831"/>
                </a:lnTo>
                <a:close/>
                <a:moveTo>
                  <a:pt x="101124" y="3225"/>
                </a:moveTo>
                <a:lnTo>
                  <a:pt x="94255" y="10140"/>
                </a:lnTo>
                <a:lnTo>
                  <a:pt x="115854" y="6449"/>
                </a:lnTo>
                <a:close/>
                <a:moveTo>
                  <a:pt x="79525" y="6915"/>
                </a:moveTo>
                <a:lnTo>
                  <a:pt x="72657" y="13831"/>
                </a:lnTo>
                <a:lnTo>
                  <a:pt x="94255" y="10140"/>
                </a:lnTo>
                <a:close/>
                <a:moveTo>
                  <a:pt x="79525" y="6915"/>
                </a:moveTo>
                <a:lnTo>
                  <a:pt x="64796" y="3691"/>
                </a:lnTo>
                <a:lnTo>
                  <a:pt x="72657" y="13831"/>
                </a:lnTo>
                <a:close/>
                <a:moveTo>
                  <a:pt x="79525" y="6915"/>
                </a:moveTo>
                <a:lnTo>
                  <a:pt x="94255" y="10140"/>
                </a:lnTo>
                <a:lnTo>
                  <a:pt x="86394" y="0"/>
                </a:lnTo>
                <a:close/>
                <a:moveTo>
                  <a:pt x="57927" y="10606"/>
                </a:moveTo>
                <a:lnTo>
                  <a:pt x="51058" y="17521"/>
                </a:lnTo>
                <a:lnTo>
                  <a:pt x="72657" y="13831"/>
                </a:lnTo>
                <a:close/>
                <a:moveTo>
                  <a:pt x="57927" y="10606"/>
                </a:moveTo>
                <a:lnTo>
                  <a:pt x="43197" y="7381"/>
                </a:lnTo>
                <a:lnTo>
                  <a:pt x="51058" y="17521"/>
                </a:lnTo>
                <a:close/>
                <a:moveTo>
                  <a:pt x="57927" y="10606"/>
                </a:moveTo>
                <a:lnTo>
                  <a:pt x="64796" y="3691"/>
                </a:lnTo>
                <a:lnTo>
                  <a:pt x="43197" y="7381"/>
                </a:lnTo>
                <a:close/>
                <a:moveTo>
                  <a:pt x="57927" y="10606"/>
                </a:moveTo>
                <a:lnTo>
                  <a:pt x="72657" y="13831"/>
                </a:lnTo>
                <a:lnTo>
                  <a:pt x="64796" y="3691"/>
                </a:lnTo>
                <a:close/>
                <a:moveTo>
                  <a:pt x="36328" y="14296"/>
                </a:moveTo>
                <a:lnTo>
                  <a:pt x="43197" y="7381"/>
                </a:lnTo>
                <a:lnTo>
                  <a:pt x="21599" y="11072"/>
                </a:lnTo>
                <a:close/>
                <a:moveTo>
                  <a:pt x="36328" y="14296"/>
                </a:moveTo>
                <a:lnTo>
                  <a:pt x="51058" y="17521"/>
                </a:lnTo>
                <a:lnTo>
                  <a:pt x="43197" y="7381"/>
                </a:lnTo>
                <a:close/>
                <a:moveTo>
                  <a:pt x="14730" y="17987"/>
                </a:moveTo>
                <a:lnTo>
                  <a:pt x="21599" y="11072"/>
                </a:lnTo>
                <a:lnTo>
                  <a:pt x="0" y="14762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17" name="PANEL_01-slope--32-220_711">
            <a:extLst>
              <a:ext uri="{FF2B5EF4-FFF2-40B4-BE49-F238E27FC236}">
                <a16:creationId xmlns:a16="http://schemas.microsoft.com/office/drawing/2014/main" id="{B07261D5-436E-4B87-8167-E23882BC0B0F}"/>
              </a:ext>
            </a:extLst>
          </p:cNvPr>
          <p:cNvSpPr>
            <a:spLocks/>
          </p:cNvSpPr>
          <p:nvPr/>
        </p:nvSpPr>
        <p:spPr>
          <a:xfrm>
            <a:off x="1115206" y="114071"/>
            <a:ext cx="1188630" cy="269692"/>
          </a:xfrm>
          <a:custGeom>
            <a:pathLst>
              <a:path w="805100" h="182671">
                <a:moveTo>
                  <a:pt x="790370" y="9100"/>
                </a:moveTo>
                <a:lnTo>
                  <a:pt x="805100" y="22464"/>
                </a:lnTo>
                <a:lnTo>
                  <a:pt x="797239" y="0"/>
                </a:lnTo>
                <a:close/>
                <a:moveTo>
                  <a:pt x="36328" y="175303"/>
                </a:moveTo>
                <a:lnTo>
                  <a:pt x="43197" y="172532"/>
                </a:lnTo>
                <a:lnTo>
                  <a:pt x="21599" y="171262"/>
                </a:lnTo>
                <a:close/>
                <a:moveTo>
                  <a:pt x="36328" y="175303"/>
                </a:moveTo>
                <a:lnTo>
                  <a:pt x="51058" y="182671"/>
                </a:lnTo>
                <a:lnTo>
                  <a:pt x="43197" y="172532"/>
                </a:lnTo>
                <a:close/>
                <a:moveTo>
                  <a:pt x="14730" y="178162"/>
                </a:moveTo>
                <a:lnTo>
                  <a:pt x="21599" y="171262"/>
                </a:lnTo>
                <a:lnTo>
                  <a:pt x="0" y="172376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18" name="PANEL_01-slope--32-225_712">
            <a:extLst>
              <a:ext uri="{FF2B5EF4-FFF2-40B4-BE49-F238E27FC236}">
                <a16:creationId xmlns:a16="http://schemas.microsoft.com/office/drawing/2014/main" id="{36DBB151-470C-4D9A-9295-B4CC4D0044F5}"/>
              </a:ext>
            </a:extLst>
          </p:cNvPr>
          <p:cNvSpPr>
            <a:spLocks/>
          </p:cNvSpPr>
          <p:nvPr/>
        </p:nvSpPr>
        <p:spPr>
          <a:xfrm>
            <a:off x="1147094" y="86205"/>
            <a:ext cx="1156742" cy="303006"/>
          </a:xfrm>
          <a:custGeom>
            <a:pathLst>
              <a:path w="783502" h="205236">
                <a:moveTo>
                  <a:pt x="768772" y="27974"/>
                </a:moveTo>
                <a:lnTo>
                  <a:pt x="761903" y="41976"/>
                </a:lnTo>
                <a:lnTo>
                  <a:pt x="783502" y="41339"/>
                </a:lnTo>
                <a:close/>
                <a:moveTo>
                  <a:pt x="768772" y="27974"/>
                </a:moveTo>
                <a:lnTo>
                  <a:pt x="754042" y="19314"/>
                </a:lnTo>
                <a:lnTo>
                  <a:pt x="761903" y="41976"/>
                </a:lnTo>
                <a:close/>
                <a:moveTo>
                  <a:pt x="768772" y="27974"/>
                </a:moveTo>
                <a:lnTo>
                  <a:pt x="775641" y="18874"/>
                </a:lnTo>
                <a:lnTo>
                  <a:pt x="754042" y="19314"/>
                </a:lnTo>
                <a:close/>
                <a:moveTo>
                  <a:pt x="747173" y="30167"/>
                </a:moveTo>
                <a:lnTo>
                  <a:pt x="754042" y="19314"/>
                </a:lnTo>
                <a:lnTo>
                  <a:pt x="732444" y="24640"/>
                </a:lnTo>
                <a:close/>
                <a:moveTo>
                  <a:pt x="760911" y="7843"/>
                </a:moveTo>
                <a:lnTo>
                  <a:pt x="754042" y="19314"/>
                </a:lnTo>
                <a:lnTo>
                  <a:pt x="775641" y="18874"/>
                </a:lnTo>
                <a:close/>
                <a:moveTo>
                  <a:pt x="760911" y="7843"/>
                </a:moveTo>
                <a:lnTo>
                  <a:pt x="746181" y="0"/>
                </a:lnTo>
                <a:lnTo>
                  <a:pt x="754042" y="19314"/>
                </a:lnTo>
                <a:close/>
                <a:moveTo>
                  <a:pt x="739312" y="11274"/>
                </a:moveTo>
                <a:lnTo>
                  <a:pt x="732444" y="24640"/>
                </a:lnTo>
                <a:lnTo>
                  <a:pt x="754042" y="19314"/>
                </a:lnTo>
                <a:close/>
                <a:moveTo>
                  <a:pt x="739312" y="11274"/>
                </a:moveTo>
                <a:lnTo>
                  <a:pt x="724582" y="6165"/>
                </a:lnTo>
                <a:lnTo>
                  <a:pt x="732444" y="24640"/>
                </a:lnTo>
                <a:close/>
                <a:moveTo>
                  <a:pt x="739312" y="11274"/>
                </a:moveTo>
                <a:lnTo>
                  <a:pt x="746181" y="0"/>
                </a:lnTo>
                <a:lnTo>
                  <a:pt x="724582" y="6165"/>
                </a:lnTo>
                <a:close/>
                <a:moveTo>
                  <a:pt x="739312" y="11274"/>
                </a:moveTo>
                <a:lnTo>
                  <a:pt x="754042" y="19314"/>
                </a:lnTo>
                <a:lnTo>
                  <a:pt x="746181" y="0"/>
                </a:lnTo>
                <a:close/>
                <a:moveTo>
                  <a:pt x="558663" y="99288"/>
                </a:moveTo>
                <a:lnTo>
                  <a:pt x="551794" y="110592"/>
                </a:lnTo>
                <a:lnTo>
                  <a:pt x="573393" y="102572"/>
                </a:lnTo>
                <a:close/>
                <a:moveTo>
                  <a:pt x="558663" y="99288"/>
                </a:moveTo>
                <a:lnTo>
                  <a:pt x="543933" y="94547"/>
                </a:lnTo>
                <a:lnTo>
                  <a:pt x="551794" y="110592"/>
                </a:lnTo>
                <a:close/>
                <a:moveTo>
                  <a:pt x="537064" y="107187"/>
                </a:moveTo>
                <a:lnTo>
                  <a:pt x="530196" y="117854"/>
                </a:lnTo>
                <a:lnTo>
                  <a:pt x="551794" y="110592"/>
                </a:lnTo>
                <a:close/>
                <a:moveTo>
                  <a:pt x="537064" y="107187"/>
                </a:moveTo>
                <a:lnTo>
                  <a:pt x="522335" y="102173"/>
                </a:lnTo>
                <a:lnTo>
                  <a:pt x="530196" y="117854"/>
                </a:lnTo>
                <a:close/>
                <a:moveTo>
                  <a:pt x="537064" y="107187"/>
                </a:moveTo>
                <a:lnTo>
                  <a:pt x="543933" y="94547"/>
                </a:lnTo>
                <a:lnTo>
                  <a:pt x="522335" y="102173"/>
                </a:lnTo>
                <a:close/>
                <a:moveTo>
                  <a:pt x="537064" y="107187"/>
                </a:moveTo>
                <a:lnTo>
                  <a:pt x="551794" y="110592"/>
                </a:lnTo>
                <a:lnTo>
                  <a:pt x="543933" y="94547"/>
                </a:lnTo>
                <a:close/>
                <a:moveTo>
                  <a:pt x="515466" y="114359"/>
                </a:moveTo>
                <a:lnTo>
                  <a:pt x="522335" y="102173"/>
                </a:lnTo>
                <a:lnTo>
                  <a:pt x="500736" y="110560"/>
                </a:lnTo>
                <a:close/>
                <a:moveTo>
                  <a:pt x="515466" y="114359"/>
                </a:moveTo>
                <a:lnTo>
                  <a:pt x="530196" y="117854"/>
                </a:lnTo>
                <a:lnTo>
                  <a:pt x="522335" y="102173"/>
                </a:lnTo>
                <a:close/>
                <a:moveTo>
                  <a:pt x="529203" y="90457"/>
                </a:moveTo>
                <a:lnTo>
                  <a:pt x="522335" y="102173"/>
                </a:lnTo>
                <a:lnTo>
                  <a:pt x="543933" y="94547"/>
                </a:lnTo>
                <a:close/>
                <a:moveTo>
                  <a:pt x="507605" y="96690"/>
                </a:moveTo>
                <a:lnTo>
                  <a:pt x="522335" y="102173"/>
                </a:lnTo>
                <a:lnTo>
                  <a:pt x="514473" y="85110"/>
                </a:lnTo>
                <a:close/>
                <a:moveTo>
                  <a:pt x="442809" y="137142"/>
                </a:moveTo>
                <a:lnTo>
                  <a:pt x="435941" y="146970"/>
                </a:lnTo>
                <a:lnTo>
                  <a:pt x="457539" y="135073"/>
                </a:lnTo>
                <a:close/>
                <a:moveTo>
                  <a:pt x="442809" y="137142"/>
                </a:moveTo>
                <a:lnTo>
                  <a:pt x="428079" y="139387"/>
                </a:lnTo>
                <a:lnTo>
                  <a:pt x="435941" y="146970"/>
                </a:lnTo>
                <a:close/>
                <a:moveTo>
                  <a:pt x="442809" y="137142"/>
                </a:moveTo>
                <a:lnTo>
                  <a:pt x="449678" y="125664"/>
                </a:lnTo>
                <a:lnTo>
                  <a:pt x="428079" y="139387"/>
                </a:lnTo>
                <a:close/>
                <a:moveTo>
                  <a:pt x="442809" y="137142"/>
                </a:moveTo>
                <a:lnTo>
                  <a:pt x="457539" y="135073"/>
                </a:lnTo>
                <a:lnTo>
                  <a:pt x="449678" y="125664"/>
                </a:lnTo>
                <a:close/>
                <a:moveTo>
                  <a:pt x="421211" y="148161"/>
                </a:moveTo>
                <a:lnTo>
                  <a:pt x="414342" y="158171"/>
                </a:lnTo>
                <a:lnTo>
                  <a:pt x="435941" y="146970"/>
                </a:lnTo>
                <a:close/>
                <a:moveTo>
                  <a:pt x="421211" y="148161"/>
                </a:moveTo>
                <a:lnTo>
                  <a:pt x="406481" y="150054"/>
                </a:lnTo>
                <a:lnTo>
                  <a:pt x="414342" y="158171"/>
                </a:lnTo>
                <a:close/>
                <a:moveTo>
                  <a:pt x="421211" y="148161"/>
                </a:moveTo>
                <a:lnTo>
                  <a:pt x="428079" y="139387"/>
                </a:lnTo>
                <a:lnTo>
                  <a:pt x="406481" y="150054"/>
                </a:lnTo>
                <a:close/>
                <a:moveTo>
                  <a:pt x="421211" y="148161"/>
                </a:moveTo>
                <a:lnTo>
                  <a:pt x="435941" y="146970"/>
                </a:lnTo>
                <a:lnTo>
                  <a:pt x="428079" y="139387"/>
                </a:lnTo>
                <a:close/>
                <a:moveTo>
                  <a:pt x="399612" y="158707"/>
                </a:moveTo>
                <a:lnTo>
                  <a:pt x="406481" y="150054"/>
                </a:lnTo>
                <a:lnTo>
                  <a:pt x="384882" y="160989"/>
                </a:lnTo>
                <a:close/>
                <a:moveTo>
                  <a:pt x="399612" y="158707"/>
                </a:moveTo>
                <a:lnTo>
                  <a:pt x="414342" y="158171"/>
                </a:lnTo>
                <a:lnTo>
                  <a:pt x="406481" y="150054"/>
                </a:lnTo>
                <a:close/>
                <a:moveTo>
                  <a:pt x="356415" y="193781"/>
                </a:moveTo>
                <a:lnTo>
                  <a:pt x="349546" y="204267"/>
                </a:lnTo>
                <a:lnTo>
                  <a:pt x="371145" y="200577"/>
                </a:lnTo>
                <a:close/>
                <a:moveTo>
                  <a:pt x="356415" y="193781"/>
                </a:moveTo>
                <a:lnTo>
                  <a:pt x="341685" y="194127"/>
                </a:lnTo>
                <a:lnTo>
                  <a:pt x="349546" y="204267"/>
                </a:lnTo>
                <a:close/>
                <a:moveTo>
                  <a:pt x="391751" y="150875"/>
                </a:moveTo>
                <a:lnTo>
                  <a:pt x="384882" y="160989"/>
                </a:lnTo>
                <a:lnTo>
                  <a:pt x="406481" y="150054"/>
                </a:lnTo>
                <a:close/>
                <a:moveTo>
                  <a:pt x="14730" y="194177"/>
                </a:moveTo>
                <a:lnTo>
                  <a:pt x="0" y="190136"/>
                </a:lnTo>
                <a:lnTo>
                  <a:pt x="7861" y="205236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19" name="PANEL_01-slope--32-230_713">
            <a:extLst>
              <a:ext uri="{FF2B5EF4-FFF2-40B4-BE49-F238E27FC236}">
                <a16:creationId xmlns:a16="http://schemas.microsoft.com/office/drawing/2014/main" id="{00868110-FA4C-4FBC-97FE-56242251B133}"/>
              </a:ext>
            </a:extLst>
          </p:cNvPr>
          <p:cNvSpPr>
            <a:spLocks/>
          </p:cNvSpPr>
          <p:nvPr/>
        </p:nvSpPr>
        <p:spPr>
          <a:xfrm>
            <a:off x="1651549" y="91317"/>
            <a:ext cx="576905" cy="291014"/>
          </a:xfrm>
          <a:custGeom>
            <a:pathLst>
              <a:path w="390758" h="197114">
                <a:moveTo>
                  <a:pt x="376028" y="16467"/>
                </a:moveTo>
                <a:lnTo>
                  <a:pt x="369160" y="33641"/>
                </a:lnTo>
                <a:lnTo>
                  <a:pt x="390758" y="21178"/>
                </a:lnTo>
                <a:close/>
                <a:moveTo>
                  <a:pt x="376028" y="16467"/>
                </a:moveTo>
                <a:lnTo>
                  <a:pt x="361299" y="17002"/>
                </a:lnTo>
                <a:lnTo>
                  <a:pt x="369160" y="33641"/>
                </a:lnTo>
                <a:close/>
                <a:moveTo>
                  <a:pt x="376028" y="16467"/>
                </a:moveTo>
                <a:lnTo>
                  <a:pt x="382897" y="2703"/>
                </a:lnTo>
                <a:lnTo>
                  <a:pt x="361299" y="17002"/>
                </a:lnTo>
                <a:close/>
                <a:moveTo>
                  <a:pt x="376028" y="16467"/>
                </a:moveTo>
                <a:lnTo>
                  <a:pt x="390758" y="21178"/>
                </a:lnTo>
                <a:lnTo>
                  <a:pt x="382897" y="2703"/>
                </a:lnTo>
                <a:close/>
                <a:moveTo>
                  <a:pt x="354430" y="34025"/>
                </a:moveTo>
                <a:lnTo>
                  <a:pt x="347561" y="52485"/>
                </a:lnTo>
                <a:lnTo>
                  <a:pt x="369160" y="33641"/>
                </a:lnTo>
                <a:close/>
                <a:moveTo>
                  <a:pt x="354430" y="34025"/>
                </a:moveTo>
                <a:lnTo>
                  <a:pt x="339700" y="35228"/>
                </a:lnTo>
                <a:lnTo>
                  <a:pt x="347561" y="52485"/>
                </a:lnTo>
                <a:close/>
                <a:moveTo>
                  <a:pt x="354430" y="34025"/>
                </a:moveTo>
                <a:lnTo>
                  <a:pt x="361299" y="17002"/>
                </a:lnTo>
                <a:lnTo>
                  <a:pt x="339700" y="35228"/>
                </a:lnTo>
                <a:close/>
                <a:moveTo>
                  <a:pt x="354430" y="34025"/>
                </a:moveTo>
                <a:lnTo>
                  <a:pt x="369160" y="33641"/>
                </a:lnTo>
                <a:lnTo>
                  <a:pt x="361299" y="17002"/>
                </a:lnTo>
                <a:close/>
                <a:moveTo>
                  <a:pt x="332831" y="54857"/>
                </a:moveTo>
                <a:lnTo>
                  <a:pt x="325963" y="71067"/>
                </a:lnTo>
                <a:lnTo>
                  <a:pt x="347561" y="52485"/>
                </a:lnTo>
                <a:close/>
                <a:moveTo>
                  <a:pt x="332831" y="54857"/>
                </a:moveTo>
                <a:lnTo>
                  <a:pt x="318102" y="52648"/>
                </a:lnTo>
                <a:lnTo>
                  <a:pt x="325963" y="71067"/>
                </a:lnTo>
                <a:close/>
                <a:moveTo>
                  <a:pt x="332831" y="54857"/>
                </a:moveTo>
                <a:lnTo>
                  <a:pt x="339700" y="35228"/>
                </a:lnTo>
                <a:lnTo>
                  <a:pt x="318102" y="52648"/>
                </a:lnTo>
                <a:close/>
                <a:moveTo>
                  <a:pt x="332831" y="54857"/>
                </a:moveTo>
                <a:lnTo>
                  <a:pt x="347561" y="52485"/>
                </a:lnTo>
                <a:lnTo>
                  <a:pt x="339700" y="35228"/>
                </a:lnTo>
                <a:close/>
                <a:moveTo>
                  <a:pt x="311233" y="72078"/>
                </a:moveTo>
                <a:lnTo>
                  <a:pt x="304364" y="85039"/>
                </a:lnTo>
                <a:lnTo>
                  <a:pt x="325963" y="71067"/>
                </a:lnTo>
                <a:close/>
                <a:moveTo>
                  <a:pt x="311233" y="72078"/>
                </a:moveTo>
                <a:lnTo>
                  <a:pt x="296503" y="66067"/>
                </a:lnTo>
                <a:lnTo>
                  <a:pt x="304364" y="85039"/>
                </a:lnTo>
                <a:close/>
                <a:moveTo>
                  <a:pt x="311233" y="72078"/>
                </a:moveTo>
                <a:lnTo>
                  <a:pt x="318102" y="52648"/>
                </a:lnTo>
                <a:lnTo>
                  <a:pt x="296503" y="66067"/>
                </a:lnTo>
                <a:close/>
                <a:moveTo>
                  <a:pt x="311233" y="72078"/>
                </a:moveTo>
                <a:lnTo>
                  <a:pt x="325963" y="71067"/>
                </a:lnTo>
                <a:lnTo>
                  <a:pt x="318102" y="52648"/>
                </a:lnTo>
                <a:close/>
                <a:moveTo>
                  <a:pt x="289634" y="82151"/>
                </a:moveTo>
                <a:lnTo>
                  <a:pt x="282766" y="96091"/>
                </a:lnTo>
                <a:lnTo>
                  <a:pt x="304364" y="85039"/>
                </a:lnTo>
                <a:close/>
                <a:moveTo>
                  <a:pt x="289634" y="82151"/>
                </a:moveTo>
                <a:lnTo>
                  <a:pt x="274905" y="77303"/>
                </a:lnTo>
                <a:lnTo>
                  <a:pt x="282766" y="96091"/>
                </a:lnTo>
                <a:close/>
                <a:moveTo>
                  <a:pt x="289634" y="82151"/>
                </a:moveTo>
                <a:lnTo>
                  <a:pt x="296503" y="66067"/>
                </a:lnTo>
                <a:lnTo>
                  <a:pt x="274905" y="77303"/>
                </a:lnTo>
                <a:close/>
                <a:moveTo>
                  <a:pt x="289634" y="82151"/>
                </a:moveTo>
                <a:lnTo>
                  <a:pt x="304364" y="85039"/>
                </a:lnTo>
                <a:lnTo>
                  <a:pt x="296503" y="66067"/>
                </a:lnTo>
                <a:close/>
                <a:moveTo>
                  <a:pt x="268036" y="92202"/>
                </a:moveTo>
                <a:lnTo>
                  <a:pt x="253306" y="88856"/>
                </a:lnTo>
                <a:lnTo>
                  <a:pt x="261167" y="107126"/>
                </a:lnTo>
                <a:close/>
                <a:moveTo>
                  <a:pt x="268036" y="92202"/>
                </a:moveTo>
                <a:lnTo>
                  <a:pt x="274905" y="77303"/>
                </a:lnTo>
                <a:lnTo>
                  <a:pt x="253306" y="88856"/>
                </a:lnTo>
                <a:close/>
                <a:moveTo>
                  <a:pt x="268036" y="92202"/>
                </a:moveTo>
                <a:lnTo>
                  <a:pt x="282766" y="96091"/>
                </a:lnTo>
                <a:lnTo>
                  <a:pt x="274905" y="77303"/>
                </a:lnTo>
                <a:close/>
                <a:moveTo>
                  <a:pt x="246437" y="103358"/>
                </a:moveTo>
                <a:lnTo>
                  <a:pt x="253306" y="88856"/>
                </a:lnTo>
                <a:lnTo>
                  <a:pt x="231708" y="99109"/>
                </a:lnTo>
                <a:close/>
                <a:moveTo>
                  <a:pt x="246437" y="103358"/>
                </a:moveTo>
                <a:lnTo>
                  <a:pt x="261167" y="107126"/>
                </a:lnTo>
                <a:lnTo>
                  <a:pt x="253306" y="88856"/>
                </a:lnTo>
                <a:close/>
                <a:moveTo>
                  <a:pt x="368167" y="0"/>
                </a:moveTo>
                <a:lnTo>
                  <a:pt x="361299" y="17002"/>
                </a:lnTo>
                <a:lnTo>
                  <a:pt x="382897" y="2703"/>
                </a:lnTo>
                <a:close/>
                <a:moveTo>
                  <a:pt x="346569" y="17514"/>
                </a:moveTo>
                <a:lnTo>
                  <a:pt x="339700" y="35228"/>
                </a:lnTo>
                <a:lnTo>
                  <a:pt x="361299" y="17002"/>
                </a:lnTo>
                <a:close/>
                <a:moveTo>
                  <a:pt x="324970" y="34514"/>
                </a:moveTo>
                <a:lnTo>
                  <a:pt x="318102" y="52648"/>
                </a:lnTo>
                <a:lnTo>
                  <a:pt x="339700" y="35228"/>
                </a:lnTo>
                <a:close/>
                <a:moveTo>
                  <a:pt x="303372" y="49144"/>
                </a:moveTo>
                <a:lnTo>
                  <a:pt x="296503" y="66067"/>
                </a:lnTo>
                <a:lnTo>
                  <a:pt x="318102" y="52648"/>
                </a:lnTo>
                <a:close/>
                <a:moveTo>
                  <a:pt x="281773" y="60896"/>
                </a:moveTo>
                <a:lnTo>
                  <a:pt x="274905" y="77303"/>
                </a:lnTo>
                <a:lnTo>
                  <a:pt x="296503" y="66067"/>
                </a:lnTo>
                <a:close/>
                <a:moveTo>
                  <a:pt x="260175" y="73963"/>
                </a:moveTo>
                <a:lnTo>
                  <a:pt x="253306" y="88856"/>
                </a:lnTo>
                <a:lnTo>
                  <a:pt x="274905" y="77303"/>
                </a:lnTo>
                <a:close/>
                <a:moveTo>
                  <a:pt x="260175" y="73963"/>
                </a:moveTo>
                <a:lnTo>
                  <a:pt x="245445" y="70663"/>
                </a:lnTo>
                <a:lnTo>
                  <a:pt x="253306" y="88856"/>
                </a:lnTo>
                <a:close/>
                <a:moveTo>
                  <a:pt x="260175" y="73963"/>
                </a:moveTo>
                <a:lnTo>
                  <a:pt x="274905" y="77303"/>
                </a:lnTo>
                <a:lnTo>
                  <a:pt x="267043" y="59015"/>
                </a:lnTo>
                <a:close/>
                <a:moveTo>
                  <a:pt x="238576" y="85901"/>
                </a:moveTo>
                <a:lnTo>
                  <a:pt x="231708" y="99109"/>
                </a:lnTo>
                <a:lnTo>
                  <a:pt x="253306" y="88856"/>
                </a:lnTo>
                <a:close/>
                <a:moveTo>
                  <a:pt x="238576" y="85901"/>
                </a:moveTo>
                <a:lnTo>
                  <a:pt x="223846" y="81419"/>
                </a:lnTo>
                <a:lnTo>
                  <a:pt x="231708" y="99109"/>
                </a:lnTo>
                <a:close/>
                <a:moveTo>
                  <a:pt x="238576" y="85901"/>
                </a:moveTo>
                <a:lnTo>
                  <a:pt x="253306" y="88856"/>
                </a:lnTo>
                <a:lnTo>
                  <a:pt x="245445" y="70663"/>
                </a:lnTo>
                <a:close/>
                <a:moveTo>
                  <a:pt x="216978" y="95826"/>
                </a:moveTo>
                <a:lnTo>
                  <a:pt x="223846" y="81419"/>
                </a:lnTo>
                <a:lnTo>
                  <a:pt x="202248" y="91085"/>
                </a:lnTo>
                <a:close/>
                <a:moveTo>
                  <a:pt x="216978" y="95826"/>
                </a:moveTo>
                <a:lnTo>
                  <a:pt x="231708" y="99109"/>
                </a:lnTo>
                <a:lnTo>
                  <a:pt x="223846" y="81419"/>
                </a:lnTo>
                <a:close/>
                <a:moveTo>
                  <a:pt x="152182" y="119803"/>
                </a:moveTo>
                <a:lnTo>
                  <a:pt x="159051" y="107097"/>
                </a:lnTo>
                <a:lnTo>
                  <a:pt x="137452" y="118734"/>
                </a:lnTo>
                <a:close/>
                <a:moveTo>
                  <a:pt x="165919" y="93228"/>
                </a:moveTo>
                <a:lnTo>
                  <a:pt x="159051" y="107097"/>
                </a:lnTo>
                <a:lnTo>
                  <a:pt x="180649" y="98711"/>
                </a:lnTo>
                <a:close/>
                <a:moveTo>
                  <a:pt x="165919" y="93228"/>
                </a:moveTo>
                <a:lnTo>
                  <a:pt x="151190" y="91852"/>
                </a:lnTo>
                <a:lnTo>
                  <a:pt x="159051" y="107097"/>
                </a:lnTo>
                <a:close/>
                <a:moveTo>
                  <a:pt x="144321" y="104462"/>
                </a:moveTo>
                <a:lnTo>
                  <a:pt x="137452" y="118734"/>
                </a:lnTo>
                <a:lnTo>
                  <a:pt x="159051" y="107097"/>
                </a:lnTo>
                <a:close/>
                <a:moveTo>
                  <a:pt x="144321" y="104462"/>
                </a:moveTo>
                <a:lnTo>
                  <a:pt x="129591" y="106343"/>
                </a:lnTo>
                <a:lnTo>
                  <a:pt x="137452" y="118734"/>
                </a:lnTo>
                <a:close/>
                <a:moveTo>
                  <a:pt x="144321" y="104462"/>
                </a:moveTo>
                <a:lnTo>
                  <a:pt x="159051" y="107097"/>
                </a:lnTo>
                <a:lnTo>
                  <a:pt x="151190" y="91852"/>
                </a:lnTo>
                <a:close/>
                <a:moveTo>
                  <a:pt x="122722" y="120120"/>
                </a:moveTo>
                <a:lnTo>
                  <a:pt x="115854" y="131611"/>
                </a:lnTo>
                <a:lnTo>
                  <a:pt x="137452" y="118734"/>
                </a:lnTo>
                <a:close/>
                <a:moveTo>
                  <a:pt x="122722" y="120120"/>
                </a:moveTo>
                <a:lnTo>
                  <a:pt x="107993" y="122202"/>
                </a:lnTo>
                <a:lnTo>
                  <a:pt x="115854" y="131611"/>
                </a:lnTo>
                <a:close/>
                <a:moveTo>
                  <a:pt x="122722" y="120120"/>
                </a:moveTo>
                <a:lnTo>
                  <a:pt x="137452" y="118734"/>
                </a:lnTo>
                <a:lnTo>
                  <a:pt x="129591" y="106343"/>
                </a:lnTo>
                <a:close/>
                <a:moveTo>
                  <a:pt x="57927" y="155244"/>
                </a:moveTo>
                <a:lnTo>
                  <a:pt x="43197" y="157527"/>
                </a:lnTo>
                <a:lnTo>
                  <a:pt x="51058" y="168651"/>
                </a:lnTo>
                <a:close/>
                <a:moveTo>
                  <a:pt x="36328" y="170818"/>
                </a:moveTo>
                <a:lnTo>
                  <a:pt x="29460" y="197114"/>
                </a:lnTo>
                <a:lnTo>
                  <a:pt x="51058" y="168651"/>
                </a:lnTo>
                <a:close/>
                <a:moveTo>
                  <a:pt x="36328" y="170818"/>
                </a:moveTo>
                <a:lnTo>
                  <a:pt x="21599" y="172516"/>
                </a:lnTo>
                <a:lnTo>
                  <a:pt x="29460" y="197114"/>
                </a:lnTo>
                <a:close/>
                <a:moveTo>
                  <a:pt x="36328" y="170818"/>
                </a:moveTo>
                <a:lnTo>
                  <a:pt x="43197" y="157527"/>
                </a:lnTo>
                <a:lnTo>
                  <a:pt x="21599" y="172516"/>
                </a:lnTo>
                <a:close/>
                <a:moveTo>
                  <a:pt x="36328" y="170818"/>
                </a:moveTo>
                <a:lnTo>
                  <a:pt x="51058" y="168651"/>
                </a:lnTo>
                <a:lnTo>
                  <a:pt x="43197" y="157527"/>
                </a:lnTo>
                <a:close/>
                <a:moveTo>
                  <a:pt x="14730" y="190319"/>
                </a:moveTo>
                <a:lnTo>
                  <a:pt x="21599" y="172516"/>
                </a:lnTo>
                <a:lnTo>
                  <a:pt x="0" y="190665"/>
                </a:lnTo>
                <a:close/>
                <a:moveTo>
                  <a:pt x="14730" y="190319"/>
                </a:moveTo>
                <a:lnTo>
                  <a:pt x="29460" y="197114"/>
                </a:lnTo>
                <a:lnTo>
                  <a:pt x="21599" y="172516"/>
                </a:lnTo>
                <a:close/>
                <a:moveTo>
                  <a:pt x="28467" y="156631"/>
                </a:moveTo>
                <a:lnTo>
                  <a:pt x="21599" y="172516"/>
                </a:lnTo>
                <a:lnTo>
                  <a:pt x="43197" y="157527"/>
                </a:lnTo>
                <a:close/>
                <a:moveTo>
                  <a:pt x="6869" y="172295"/>
                </a:moveTo>
                <a:lnTo>
                  <a:pt x="0" y="190665"/>
                </a:lnTo>
                <a:lnTo>
                  <a:pt x="21599" y="172516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20" name="PANEL_01-water--32-230_714">
            <a:extLst>
              <a:ext uri="{FF2B5EF4-FFF2-40B4-BE49-F238E27FC236}">
                <a16:creationId xmlns:a16="http://schemas.microsoft.com/office/drawing/2014/main" id="{F743F7C1-DAA6-43F0-B9A0-5E3E98D6E84D}"/>
              </a:ext>
            </a:extLst>
          </p:cNvPr>
          <p:cNvSpPr>
            <a:spLocks/>
          </p:cNvSpPr>
          <p:nvPr/>
        </p:nvSpPr>
        <p:spPr>
          <a:xfrm>
            <a:off x="1178981" y="360591"/>
            <a:ext cx="484174" cy="29940"/>
          </a:xfrm>
          <a:custGeom>
            <a:pathLst>
              <a:path w="327948" h="20280">
                <a:moveTo>
                  <a:pt x="313218" y="15191"/>
                </a:moveTo>
                <a:lnTo>
                  <a:pt x="320087" y="8276"/>
                </a:lnTo>
                <a:lnTo>
                  <a:pt x="298488" y="11967"/>
                </a:lnTo>
                <a:close/>
                <a:moveTo>
                  <a:pt x="313218" y="15191"/>
                </a:moveTo>
                <a:lnTo>
                  <a:pt x="327948" y="18416"/>
                </a:lnTo>
                <a:lnTo>
                  <a:pt x="320087" y="8276"/>
                </a:lnTo>
                <a:close/>
                <a:moveTo>
                  <a:pt x="305357" y="5051"/>
                </a:moveTo>
                <a:lnTo>
                  <a:pt x="298488" y="11967"/>
                </a:lnTo>
                <a:lnTo>
                  <a:pt x="320087" y="8276"/>
                </a:lnTo>
                <a:close/>
                <a:moveTo>
                  <a:pt x="305357" y="5051"/>
                </a:moveTo>
                <a:lnTo>
                  <a:pt x="290627" y="1827"/>
                </a:lnTo>
                <a:lnTo>
                  <a:pt x="298488" y="11967"/>
                </a:lnTo>
                <a:close/>
                <a:moveTo>
                  <a:pt x="283758" y="8742"/>
                </a:moveTo>
                <a:lnTo>
                  <a:pt x="276890" y="15657"/>
                </a:lnTo>
                <a:lnTo>
                  <a:pt x="298488" y="11967"/>
                </a:lnTo>
                <a:close/>
                <a:moveTo>
                  <a:pt x="283758" y="8742"/>
                </a:moveTo>
                <a:lnTo>
                  <a:pt x="269028" y="5517"/>
                </a:lnTo>
                <a:lnTo>
                  <a:pt x="276890" y="15657"/>
                </a:lnTo>
                <a:close/>
                <a:moveTo>
                  <a:pt x="283758" y="8742"/>
                </a:moveTo>
                <a:lnTo>
                  <a:pt x="298488" y="11967"/>
                </a:lnTo>
                <a:lnTo>
                  <a:pt x="290627" y="1827"/>
                </a:lnTo>
                <a:close/>
                <a:moveTo>
                  <a:pt x="262160" y="12433"/>
                </a:moveTo>
                <a:lnTo>
                  <a:pt x="247430" y="9208"/>
                </a:lnTo>
                <a:lnTo>
                  <a:pt x="255291" y="19348"/>
                </a:lnTo>
                <a:close/>
                <a:moveTo>
                  <a:pt x="262160" y="12433"/>
                </a:moveTo>
                <a:lnTo>
                  <a:pt x="269028" y="5517"/>
                </a:lnTo>
                <a:lnTo>
                  <a:pt x="247430" y="9208"/>
                </a:lnTo>
                <a:close/>
                <a:moveTo>
                  <a:pt x="262160" y="12433"/>
                </a:moveTo>
                <a:lnTo>
                  <a:pt x="276890" y="15657"/>
                </a:lnTo>
                <a:lnTo>
                  <a:pt x="269028" y="5517"/>
                </a:lnTo>
                <a:close/>
                <a:moveTo>
                  <a:pt x="240561" y="16123"/>
                </a:moveTo>
                <a:lnTo>
                  <a:pt x="247430" y="9208"/>
                </a:lnTo>
                <a:lnTo>
                  <a:pt x="225831" y="12899"/>
                </a:lnTo>
                <a:close/>
                <a:moveTo>
                  <a:pt x="240561" y="16123"/>
                </a:moveTo>
                <a:lnTo>
                  <a:pt x="255291" y="19348"/>
                </a:lnTo>
                <a:lnTo>
                  <a:pt x="247430" y="9208"/>
                </a:lnTo>
                <a:close/>
                <a:moveTo>
                  <a:pt x="254299" y="2293"/>
                </a:moveTo>
                <a:lnTo>
                  <a:pt x="247430" y="9208"/>
                </a:lnTo>
                <a:lnTo>
                  <a:pt x="269028" y="5517"/>
                </a:lnTo>
                <a:close/>
                <a:moveTo>
                  <a:pt x="232700" y="5983"/>
                </a:moveTo>
                <a:lnTo>
                  <a:pt x="225831" y="12899"/>
                </a:lnTo>
                <a:lnTo>
                  <a:pt x="247430" y="9208"/>
                </a:lnTo>
                <a:close/>
                <a:moveTo>
                  <a:pt x="232700" y="5983"/>
                </a:moveTo>
                <a:lnTo>
                  <a:pt x="217970" y="2759"/>
                </a:lnTo>
                <a:lnTo>
                  <a:pt x="225831" y="12899"/>
                </a:lnTo>
                <a:close/>
                <a:moveTo>
                  <a:pt x="211102" y="9674"/>
                </a:moveTo>
                <a:lnTo>
                  <a:pt x="204233" y="16589"/>
                </a:lnTo>
                <a:lnTo>
                  <a:pt x="225831" y="12899"/>
                </a:lnTo>
                <a:close/>
                <a:moveTo>
                  <a:pt x="211102" y="9674"/>
                </a:moveTo>
                <a:lnTo>
                  <a:pt x="196372" y="6449"/>
                </a:lnTo>
                <a:lnTo>
                  <a:pt x="204233" y="16589"/>
                </a:lnTo>
                <a:close/>
                <a:moveTo>
                  <a:pt x="211102" y="9674"/>
                </a:moveTo>
                <a:lnTo>
                  <a:pt x="217970" y="2759"/>
                </a:lnTo>
                <a:lnTo>
                  <a:pt x="196372" y="6449"/>
                </a:lnTo>
                <a:close/>
                <a:moveTo>
                  <a:pt x="211102" y="9674"/>
                </a:moveTo>
                <a:lnTo>
                  <a:pt x="225831" y="12899"/>
                </a:lnTo>
                <a:lnTo>
                  <a:pt x="217970" y="2759"/>
                </a:lnTo>
                <a:close/>
                <a:moveTo>
                  <a:pt x="189503" y="13365"/>
                </a:moveTo>
                <a:lnTo>
                  <a:pt x="174773" y="10140"/>
                </a:lnTo>
                <a:lnTo>
                  <a:pt x="182634" y="20280"/>
                </a:lnTo>
                <a:close/>
                <a:moveTo>
                  <a:pt x="189503" y="13365"/>
                </a:moveTo>
                <a:lnTo>
                  <a:pt x="196372" y="6449"/>
                </a:lnTo>
                <a:lnTo>
                  <a:pt x="174773" y="10140"/>
                </a:lnTo>
                <a:close/>
                <a:moveTo>
                  <a:pt x="189503" y="13365"/>
                </a:moveTo>
                <a:lnTo>
                  <a:pt x="204233" y="16589"/>
                </a:lnTo>
                <a:lnTo>
                  <a:pt x="196372" y="6449"/>
                </a:lnTo>
                <a:close/>
                <a:moveTo>
                  <a:pt x="167905" y="17055"/>
                </a:moveTo>
                <a:lnTo>
                  <a:pt x="174773" y="10140"/>
                </a:lnTo>
                <a:lnTo>
                  <a:pt x="153175" y="13831"/>
                </a:lnTo>
                <a:close/>
                <a:moveTo>
                  <a:pt x="181642" y="3225"/>
                </a:moveTo>
                <a:lnTo>
                  <a:pt x="174773" y="10140"/>
                </a:lnTo>
                <a:lnTo>
                  <a:pt x="196372" y="6449"/>
                </a:lnTo>
                <a:close/>
                <a:moveTo>
                  <a:pt x="160043" y="6915"/>
                </a:moveTo>
                <a:lnTo>
                  <a:pt x="153175" y="13831"/>
                </a:lnTo>
                <a:lnTo>
                  <a:pt x="174773" y="10140"/>
                </a:lnTo>
                <a:close/>
                <a:moveTo>
                  <a:pt x="160043" y="6915"/>
                </a:moveTo>
                <a:lnTo>
                  <a:pt x="145314" y="3691"/>
                </a:lnTo>
                <a:lnTo>
                  <a:pt x="153175" y="13831"/>
                </a:lnTo>
                <a:close/>
                <a:moveTo>
                  <a:pt x="160043" y="6915"/>
                </a:moveTo>
                <a:lnTo>
                  <a:pt x="174773" y="10140"/>
                </a:lnTo>
                <a:lnTo>
                  <a:pt x="166912" y="0"/>
                </a:lnTo>
                <a:close/>
                <a:moveTo>
                  <a:pt x="138445" y="10606"/>
                </a:moveTo>
                <a:lnTo>
                  <a:pt x="131576" y="17521"/>
                </a:lnTo>
                <a:lnTo>
                  <a:pt x="153175" y="13831"/>
                </a:lnTo>
                <a:close/>
                <a:moveTo>
                  <a:pt x="138445" y="10606"/>
                </a:moveTo>
                <a:lnTo>
                  <a:pt x="123715" y="7381"/>
                </a:lnTo>
                <a:lnTo>
                  <a:pt x="131576" y="17521"/>
                </a:lnTo>
                <a:close/>
                <a:moveTo>
                  <a:pt x="138445" y="10606"/>
                </a:moveTo>
                <a:lnTo>
                  <a:pt x="145314" y="3691"/>
                </a:lnTo>
                <a:lnTo>
                  <a:pt x="123715" y="7381"/>
                </a:lnTo>
                <a:close/>
                <a:moveTo>
                  <a:pt x="138445" y="10606"/>
                </a:moveTo>
                <a:lnTo>
                  <a:pt x="153175" y="13831"/>
                </a:lnTo>
                <a:lnTo>
                  <a:pt x="145314" y="3691"/>
                </a:lnTo>
                <a:close/>
                <a:moveTo>
                  <a:pt x="116846" y="14296"/>
                </a:moveTo>
                <a:lnTo>
                  <a:pt x="123715" y="7381"/>
                </a:lnTo>
                <a:lnTo>
                  <a:pt x="102116" y="11072"/>
                </a:lnTo>
                <a:close/>
                <a:moveTo>
                  <a:pt x="116846" y="14296"/>
                </a:moveTo>
                <a:lnTo>
                  <a:pt x="131576" y="17521"/>
                </a:lnTo>
                <a:lnTo>
                  <a:pt x="123715" y="7381"/>
                </a:lnTo>
                <a:close/>
                <a:moveTo>
                  <a:pt x="95248" y="17987"/>
                </a:moveTo>
                <a:lnTo>
                  <a:pt x="102116" y="11072"/>
                </a:lnTo>
                <a:lnTo>
                  <a:pt x="80518" y="14762"/>
                </a:lnTo>
                <a:close/>
                <a:moveTo>
                  <a:pt x="108985" y="4157"/>
                </a:moveTo>
                <a:lnTo>
                  <a:pt x="102116" y="11072"/>
                </a:lnTo>
                <a:lnTo>
                  <a:pt x="123715" y="7381"/>
                </a:lnTo>
                <a:close/>
                <a:moveTo>
                  <a:pt x="87387" y="7847"/>
                </a:moveTo>
                <a:lnTo>
                  <a:pt x="80518" y="14762"/>
                </a:lnTo>
                <a:lnTo>
                  <a:pt x="102116" y="11072"/>
                </a:lnTo>
                <a:close/>
                <a:moveTo>
                  <a:pt x="87387" y="7847"/>
                </a:moveTo>
                <a:lnTo>
                  <a:pt x="72657" y="4623"/>
                </a:lnTo>
                <a:lnTo>
                  <a:pt x="80518" y="14762"/>
                </a:lnTo>
                <a:close/>
                <a:moveTo>
                  <a:pt x="87387" y="7847"/>
                </a:moveTo>
                <a:lnTo>
                  <a:pt x="102116" y="11072"/>
                </a:lnTo>
                <a:lnTo>
                  <a:pt x="94255" y="932"/>
                </a:lnTo>
                <a:close/>
                <a:moveTo>
                  <a:pt x="65788" y="11538"/>
                </a:moveTo>
                <a:lnTo>
                  <a:pt x="58919" y="18453"/>
                </a:lnTo>
                <a:lnTo>
                  <a:pt x="80518" y="14762"/>
                </a:lnTo>
                <a:close/>
                <a:moveTo>
                  <a:pt x="65788" y="11538"/>
                </a:moveTo>
                <a:lnTo>
                  <a:pt x="51058" y="8313"/>
                </a:lnTo>
                <a:lnTo>
                  <a:pt x="58919" y="18453"/>
                </a:lnTo>
                <a:close/>
                <a:moveTo>
                  <a:pt x="65788" y="11538"/>
                </a:moveTo>
                <a:lnTo>
                  <a:pt x="72657" y="4623"/>
                </a:lnTo>
                <a:lnTo>
                  <a:pt x="51058" y="8313"/>
                </a:lnTo>
                <a:close/>
                <a:moveTo>
                  <a:pt x="65788" y="11538"/>
                </a:moveTo>
                <a:lnTo>
                  <a:pt x="80518" y="14762"/>
                </a:lnTo>
                <a:lnTo>
                  <a:pt x="72657" y="4623"/>
                </a:lnTo>
                <a:close/>
                <a:moveTo>
                  <a:pt x="44190" y="15228"/>
                </a:moveTo>
                <a:lnTo>
                  <a:pt x="51058" y="8313"/>
                </a:lnTo>
                <a:lnTo>
                  <a:pt x="29460" y="12004"/>
                </a:lnTo>
                <a:close/>
                <a:moveTo>
                  <a:pt x="44190" y="15228"/>
                </a:moveTo>
                <a:lnTo>
                  <a:pt x="58919" y="18453"/>
                </a:lnTo>
                <a:lnTo>
                  <a:pt x="51058" y="8313"/>
                </a:lnTo>
                <a:close/>
                <a:moveTo>
                  <a:pt x="36328" y="5089"/>
                </a:moveTo>
                <a:lnTo>
                  <a:pt x="29460" y="12004"/>
                </a:lnTo>
                <a:lnTo>
                  <a:pt x="51058" y="8313"/>
                </a:lnTo>
                <a:close/>
                <a:moveTo>
                  <a:pt x="36328" y="5089"/>
                </a:moveTo>
                <a:lnTo>
                  <a:pt x="21599" y="1864"/>
                </a:lnTo>
                <a:lnTo>
                  <a:pt x="29460" y="12004"/>
                </a:lnTo>
                <a:close/>
                <a:moveTo>
                  <a:pt x="14730" y="8779"/>
                </a:moveTo>
                <a:lnTo>
                  <a:pt x="7861" y="15694"/>
                </a:lnTo>
                <a:lnTo>
                  <a:pt x="29460" y="12004"/>
                </a:lnTo>
                <a:close/>
                <a:moveTo>
                  <a:pt x="14730" y="8779"/>
                </a:moveTo>
                <a:lnTo>
                  <a:pt x="0" y="5555"/>
                </a:lnTo>
                <a:lnTo>
                  <a:pt x="7861" y="15694"/>
                </a:lnTo>
                <a:close/>
                <a:moveTo>
                  <a:pt x="14730" y="8779"/>
                </a:moveTo>
                <a:lnTo>
                  <a:pt x="29460" y="12004"/>
                </a:lnTo>
                <a:lnTo>
                  <a:pt x="21599" y="1864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21" name="PANEL_01-slope--31-220_715">
            <a:extLst>
              <a:ext uri="{FF2B5EF4-FFF2-40B4-BE49-F238E27FC236}">
                <a16:creationId xmlns:a16="http://schemas.microsoft.com/office/drawing/2014/main" id="{2565384C-3C61-42A1-B880-1665D8501767}"/>
              </a:ext>
            </a:extLst>
          </p:cNvPr>
          <p:cNvSpPr>
            <a:spLocks/>
          </p:cNvSpPr>
          <p:nvPr/>
        </p:nvSpPr>
        <p:spPr>
          <a:xfrm>
            <a:off x="1051431" y="368080"/>
            <a:ext cx="75381" cy="26579"/>
          </a:xfrm>
          <a:custGeom>
            <a:pathLst>
              <a:path w="51058" h="18003">
                <a:moveTo>
                  <a:pt x="36328" y="5171"/>
                </a:moveTo>
                <a:lnTo>
                  <a:pt x="29460" y="12105"/>
                </a:lnTo>
                <a:lnTo>
                  <a:pt x="51058" y="18003"/>
                </a:lnTo>
                <a:close/>
                <a:moveTo>
                  <a:pt x="36328" y="5171"/>
                </a:moveTo>
                <a:lnTo>
                  <a:pt x="21599" y="401"/>
                </a:lnTo>
                <a:lnTo>
                  <a:pt x="29460" y="12105"/>
                </a:lnTo>
                <a:close/>
                <a:moveTo>
                  <a:pt x="36328" y="5171"/>
                </a:moveTo>
                <a:lnTo>
                  <a:pt x="43197" y="327"/>
                </a:lnTo>
                <a:lnTo>
                  <a:pt x="21599" y="401"/>
                </a:lnTo>
                <a:close/>
                <a:moveTo>
                  <a:pt x="36328" y="5171"/>
                </a:moveTo>
                <a:lnTo>
                  <a:pt x="51058" y="18003"/>
                </a:lnTo>
                <a:lnTo>
                  <a:pt x="43197" y="327"/>
                </a:lnTo>
                <a:close/>
                <a:moveTo>
                  <a:pt x="14730" y="6250"/>
                </a:moveTo>
                <a:lnTo>
                  <a:pt x="21599" y="401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22" name="PANEL_01-slope--31-225_716">
            <a:extLst>
              <a:ext uri="{FF2B5EF4-FFF2-40B4-BE49-F238E27FC236}">
                <a16:creationId xmlns:a16="http://schemas.microsoft.com/office/drawing/2014/main" id="{8E3F8BAD-211A-4871-95A5-83B1BC3A958B}"/>
              </a:ext>
            </a:extLst>
          </p:cNvPr>
          <p:cNvSpPr>
            <a:spLocks/>
          </p:cNvSpPr>
          <p:nvPr/>
        </p:nvSpPr>
        <p:spPr>
          <a:xfrm>
            <a:off x="1115206" y="114721"/>
            <a:ext cx="1211843" cy="279939"/>
          </a:xfrm>
          <a:custGeom>
            <a:pathLst>
              <a:path w="820823" h="189613">
                <a:moveTo>
                  <a:pt x="806093" y="57858"/>
                </a:moveTo>
                <a:lnTo>
                  <a:pt x="812962" y="45494"/>
                </a:lnTo>
                <a:lnTo>
                  <a:pt x="791363" y="47311"/>
                </a:lnTo>
                <a:close/>
                <a:moveTo>
                  <a:pt x="806093" y="57858"/>
                </a:moveTo>
                <a:lnTo>
                  <a:pt x="820823" y="66573"/>
                </a:lnTo>
                <a:lnTo>
                  <a:pt x="812962" y="45494"/>
                </a:lnTo>
                <a:close/>
                <a:moveTo>
                  <a:pt x="798232" y="33662"/>
                </a:moveTo>
                <a:lnTo>
                  <a:pt x="791363" y="47311"/>
                </a:lnTo>
                <a:lnTo>
                  <a:pt x="812962" y="45494"/>
                </a:lnTo>
                <a:close/>
                <a:moveTo>
                  <a:pt x="798232" y="33662"/>
                </a:moveTo>
                <a:lnTo>
                  <a:pt x="783502" y="22661"/>
                </a:lnTo>
                <a:lnTo>
                  <a:pt x="791363" y="47311"/>
                </a:lnTo>
                <a:close/>
                <a:moveTo>
                  <a:pt x="798232" y="33662"/>
                </a:moveTo>
                <a:lnTo>
                  <a:pt x="805100" y="22024"/>
                </a:lnTo>
                <a:lnTo>
                  <a:pt x="783502" y="22661"/>
                </a:lnTo>
                <a:close/>
                <a:moveTo>
                  <a:pt x="798232" y="33662"/>
                </a:moveTo>
                <a:lnTo>
                  <a:pt x="812962" y="45494"/>
                </a:lnTo>
                <a:lnTo>
                  <a:pt x="805100" y="22024"/>
                </a:lnTo>
                <a:close/>
                <a:moveTo>
                  <a:pt x="776633" y="37471"/>
                </a:moveTo>
                <a:lnTo>
                  <a:pt x="761903" y="26240"/>
                </a:lnTo>
                <a:lnTo>
                  <a:pt x="769765" y="48397"/>
                </a:lnTo>
                <a:close/>
                <a:moveTo>
                  <a:pt x="776633" y="37471"/>
                </a:moveTo>
                <a:lnTo>
                  <a:pt x="783502" y="22661"/>
                </a:lnTo>
                <a:lnTo>
                  <a:pt x="761903" y="26240"/>
                </a:lnTo>
                <a:close/>
                <a:moveTo>
                  <a:pt x="776633" y="37471"/>
                </a:moveTo>
                <a:lnTo>
                  <a:pt x="791363" y="47311"/>
                </a:lnTo>
                <a:lnTo>
                  <a:pt x="783502" y="22661"/>
                </a:lnTo>
                <a:close/>
                <a:moveTo>
                  <a:pt x="755035" y="38763"/>
                </a:moveTo>
                <a:lnTo>
                  <a:pt x="761903" y="26240"/>
                </a:lnTo>
                <a:lnTo>
                  <a:pt x="740305" y="34188"/>
                </a:lnTo>
                <a:close/>
                <a:moveTo>
                  <a:pt x="768772" y="10853"/>
                </a:moveTo>
                <a:lnTo>
                  <a:pt x="761903" y="26240"/>
                </a:lnTo>
                <a:lnTo>
                  <a:pt x="783502" y="22661"/>
                </a:lnTo>
                <a:close/>
                <a:moveTo>
                  <a:pt x="768772" y="10853"/>
                </a:moveTo>
                <a:lnTo>
                  <a:pt x="754042" y="5325"/>
                </a:lnTo>
                <a:lnTo>
                  <a:pt x="761903" y="26240"/>
                </a:lnTo>
                <a:close/>
                <a:moveTo>
                  <a:pt x="768772" y="10853"/>
                </a:moveTo>
                <a:lnTo>
                  <a:pt x="783502" y="22661"/>
                </a:lnTo>
                <a:lnTo>
                  <a:pt x="775641" y="0"/>
                </a:lnTo>
                <a:close/>
                <a:moveTo>
                  <a:pt x="747173" y="17875"/>
                </a:moveTo>
                <a:lnTo>
                  <a:pt x="761903" y="26240"/>
                </a:lnTo>
                <a:lnTo>
                  <a:pt x="754042" y="5325"/>
                </a:lnTo>
                <a:close/>
                <a:moveTo>
                  <a:pt x="682378" y="70772"/>
                </a:moveTo>
                <a:lnTo>
                  <a:pt x="675509" y="81087"/>
                </a:lnTo>
                <a:lnTo>
                  <a:pt x="697108" y="66499"/>
                </a:lnTo>
                <a:close/>
                <a:moveTo>
                  <a:pt x="660779" y="83450"/>
                </a:moveTo>
                <a:lnTo>
                  <a:pt x="653911" y="93885"/>
                </a:lnTo>
                <a:lnTo>
                  <a:pt x="675509" y="81087"/>
                </a:lnTo>
                <a:close/>
                <a:moveTo>
                  <a:pt x="617582" y="106384"/>
                </a:moveTo>
                <a:lnTo>
                  <a:pt x="602853" y="100701"/>
                </a:lnTo>
                <a:lnTo>
                  <a:pt x="610714" y="117553"/>
                </a:lnTo>
                <a:close/>
                <a:moveTo>
                  <a:pt x="595984" y="113412"/>
                </a:moveTo>
                <a:lnTo>
                  <a:pt x="602853" y="100701"/>
                </a:lnTo>
                <a:lnTo>
                  <a:pt x="581254" y="107082"/>
                </a:lnTo>
                <a:close/>
                <a:moveTo>
                  <a:pt x="588123" y="95500"/>
                </a:moveTo>
                <a:lnTo>
                  <a:pt x="581254" y="107082"/>
                </a:lnTo>
                <a:lnTo>
                  <a:pt x="602853" y="100701"/>
                </a:lnTo>
                <a:close/>
                <a:moveTo>
                  <a:pt x="588123" y="95500"/>
                </a:moveTo>
                <a:lnTo>
                  <a:pt x="573393" y="91278"/>
                </a:lnTo>
                <a:lnTo>
                  <a:pt x="581254" y="107082"/>
                </a:lnTo>
                <a:close/>
                <a:moveTo>
                  <a:pt x="588123" y="95500"/>
                </a:moveTo>
                <a:lnTo>
                  <a:pt x="594991" y="83257"/>
                </a:lnTo>
                <a:lnTo>
                  <a:pt x="573393" y="91278"/>
                </a:lnTo>
                <a:close/>
                <a:moveTo>
                  <a:pt x="588123" y="95500"/>
                </a:moveTo>
                <a:lnTo>
                  <a:pt x="602853" y="100701"/>
                </a:lnTo>
                <a:lnTo>
                  <a:pt x="594991" y="83257"/>
                </a:lnTo>
                <a:close/>
                <a:moveTo>
                  <a:pt x="566524" y="101764"/>
                </a:moveTo>
                <a:lnTo>
                  <a:pt x="559655" y="112895"/>
                </a:lnTo>
                <a:lnTo>
                  <a:pt x="581254" y="107082"/>
                </a:lnTo>
                <a:close/>
                <a:moveTo>
                  <a:pt x="566524" y="101764"/>
                </a:moveTo>
                <a:lnTo>
                  <a:pt x="551794" y="98540"/>
                </a:lnTo>
                <a:lnTo>
                  <a:pt x="559655" y="112895"/>
                </a:lnTo>
                <a:close/>
                <a:moveTo>
                  <a:pt x="566524" y="101764"/>
                </a:moveTo>
                <a:lnTo>
                  <a:pt x="573393" y="91278"/>
                </a:lnTo>
                <a:lnTo>
                  <a:pt x="551794" y="98540"/>
                </a:lnTo>
                <a:close/>
                <a:moveTo>
                  <a:pt x="566524" y="101764"/>
                </a:moveTo>
                <a:lnTo>
                  <a:pt x="581254" y="107082"/>
                </a:lnTo>
                <a:lnTo>
                  <a:pt x="573393" y="91278"/>
                </a:lnTo>
                <a:close/>
                <a:moveTo>
                  <a:pt x="544926" y="109477"/>
                </a:moveTo>
                <a:lnTo>
                  <a:pt x="551794" y="98540"/>
                </a:lnTo>
                <a:lnTo>
                  <a:pt x="530196" y="107345"/>
                </a:lnTo>
                <a:close/>
                <a:moveTo>
                  <a:pt x="544926" y="109477"/>
                </a:moveTo>
                <a:lnTo>
                  <a:pt x="559655" y="112895"/>
                </a:lnTo>
                <a:lnTo>
                  <a:pt x="551794" y="98540"/>
                </a:lnTo>
                <a:close/>
                <a:moveTo>
                  <a:pt x="501729" y="127891"/>
                </a:moveTo>
                <a:lnTo>
                  <a:pt x="508597" y="116863"/>
                </a:lnTo>
                <a:lnTo>
                  <a:pt x="486999" y="126008"/>
                </a:lnTo>
                <a:close/>
                <a:moveTo>
                  <a:pt x="537064" y="95045"/>
                </a:moveTo>
                <a:lnTo>
                  <a:pt x="530196" y="107345"/>
                </a:lnTo>
                <a:lnTo>
                  <a:pt x="551794" y="98540"/>
                </a:lnTo>
                <a:close/>
                <a:moveTo>
                  <a:pt x="493867" y="114700"/>
                </a:moveTo>
                <a:lnTo>
                  <a:pt x="486999" y="126008"/>
                </a:lnTo>
                <a:lnTo>
                  <a:pt x="508597" y="116863"/>
                </a:lnTo>
                <a:close/>
                <a:moveTo>
                  <a:pt x="493867" y="114700"/>
                </a:moveTo>
                <a:lnTo>
                  <a:pt x="479138" y="115759"/>
                </a:lnTo>
                <a:lnTo>
                  <a:pt x="486999" y="126008"/>
                </a:lnTo>
                <a:close/>
                <a:moveTo>
                  <a:pt x="472269" y="126239"/>
                </a:moveTo>
                <a:lnTo>
                  <a:pt x="465400" y="137176"/>
                </a:lnTo>
                <a:lnTo>
                  <a:pt x="486999" y="126008"/>
                </a:lnTo>
                <a:close/>
                <a:moveTo>
                  <a:pt x="472269" y="126239"/>
                </a:moveTo>
                <a:lnTo>
                  <a:pt x="457539" y="127656"/>
                </a:lnTo>
                <a:lnTo>
                  <a:pt x="465400" y="137176"/>
                </a:lnTo>
                <a:close/>
                <a:moveTo>
                  <a:pt x="472269" y="126239"/>
                </a:moveTo>
                <a:lnTo>
                  <a:pt x="479138" y="115759"/>
                </a:lnTo>
                <a:lnTo>
                  <a:pt x="457539" y="127656"/>
                </a:lnTo>
                <a:close/>
                <a:moveTo>
                  <a:pt x="472269" y="126239"/>
                </a:moveTo>
                <a:lnTo>
                  <a:pt x="486999" y="126008"/>
                </a:lnTo>
                <a:lnTo>
                  <a:pt x="479138" y="115759"/>
                </a:lnTo>
                <a:close/>
                <a:moveTo>
                  <a:pt x="450670" y="137709"/>
                </a:moveTo>
                <a:lnTo>
                  <a:pt x="457539" y="127656"/>
                </a:lnTo>
                <a:lnTo>
                  <a:pt x="435941" y="138857"/>
                </a:lnTo>
                <a:close/>
                <a:moveTo>
                  <a:pt x="450670" y="137709"/>
                </a:moveTo>
                <a:lnTo>
                  <a:pt x="465400" y="137176"/>
                </a:lnTo>
                <a:lnTo>
                  <a:pt x="457539" y="127656"/>
                </a:lnTo>
                <a:close/>
                <a:moveTo>
                  <a:pt x="36328" y="174863"/>
                </a:moveTo>
                <a:lnTo>
                  <a:pt x="29460" y="185922"/>
                </a:lnTo>
                <a:lnTo>
                  <a:pt x="51058" y="182231"/>
                </a:lnTo>
                <a:close/>
                <a:moveTo>
                  <a:pt x="14730" y="177722"/>
                </a:moveTo>
                <a:lnTo>
                  <a:pt x="7861" y="189613"/>
                </a:lnTo>
                <a:lnTo>
                  <a:pt x="29460" y="185922"/>
                </a:lnTo>
                <a:close/>
                <a:moveTo>
                  <a:pt x="14730" y="177722"/>
                </a:moveTo>
                <a:lnTo>
                  <a:pt x="0" y="171936"/>
                </a:lnTo>
                <a:lnTo>
                  <a:pt x="7861" y="189613"/>
                </a:lnTo>
                <a:close/>
                <a:moveTo>
                  <a:pt x="14730" y="177722"/>
                </a:moveTo>
                <a:lnTo>
                  <a:pt x="29460" y="185922"/>
                </a:lnTo>
                <a:lnTo>
                  <a:pt x="21599" y="170822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23" name="PANEL_01-slope--31-230_717">
            <a:extLst>
              <a:ext uri="{FF2B5EF4-FFF2-40B4-BE49-F238E27FC236}">
                <a16:creationId xmlns:a16="http://schemas.microsoft.com/office/drawing/2014/main" id="{32FD6FF0-38CA-4804-BD97-225E6C303364}"/>
              </a:ext>
            </a:extLst>
          </p:cNvPr>
          <p:cNvSpPr>
            <a:spLocks/>
          </p:cNvSpPr>
          <p:nvPr/>
        </p:nvSpPr>
        <p:spPr>
          <a:xfrm>
            <a:off x="1695042" y="122582"/>
            <a:ext cx="545019" cy="274719"/>
          </a:xfrm>
          <a:custGeom>
            <a:pathLst>
              <a:path w="369160" h="186077">
                <a:moveTo>
                  <a:pt x="354430" y="12549"/>
                </a:moveTo>
                <a:lnTo>
                  <a:pt x="347561" y="28862"/>
                </a:lnTo>
                <a:lnTo>
                  <a:pt x="369160" y="20915"/>
                </a:lnTo>
                <a:close/>
                <a:moveTo>
                  <a:pt x="354430" y="12549"/>
                </a:moveTo>
                <a:lnTo>
                  <a:pt x="339700" y="12463"/>
                </a:lnTo>
                <a:lnTo>
                  <a:pt x="347561" y="28862"/>
                </a:lnTo>
                <a:close/>
                <a:moveTo>
                  <a:pt x="354430" y="12549"/>
                </a:moveTo>
                <a:lnTo>
                  <a:pt x="361299" y="0"/>
                </a:lnTo>
                <a:lnTo>
                  <a:pt x="339700" y="12463"/>
                </a:lnTo>
                <a:close/>
                <a:moveTo>
                  <a:pt x="332831" y="29167"/>
                </a:moveTo>
                <a:lnTo>
                  <a:pt x="325963" y="44006"/>
                </a:lnTo>
                <a:lnTo>
                  <a:pt x="347561" y="28862"/>
                </a:lnTo>
                <a:close/>
                <a:moveTo>
                  <a:pt x="332831" y="29167"/>
                </a:moveTo>
                <a:lnTo>
                  <a:pt x="318102" y="31307"/>
                </a:lnTo>
                <a:lnTo>
                  <a:pt x="325963" y="44006"/>
                </a:lnTo>
                <a:close/>
                <a:moveTo>
                  <a:pt x="332831" y="29167"/>
                </a:moveTo>
                <a:lnTo>
                  <a:pt x="339700" y="12463"/>
                </a:lnTo>
                <a:lnTo>
                  <a:pt x="318102" y="31307"/>
                </a:lnTo>
                <a:close/>
                <a:moveTo>
                  <a:pt x="332831" y="29167"/>
                </a:moveTo>
                <a:lnTo>
                  <a:pt x="347561" y="28862"/>
                </a:lnTo>
                <a:lnTo>
                  <a:pt x="339700" y="12463"/>
                </a:lnTo>
                <a:close/>
                <a:moveTo>
                  <a:pt x="311233" y="49534"/>
                </a:moveTo>
                <a:lnTo>
                  <a:pt x="304364" y="61173"/>
                </a:lnTo>
                <a:lnTo>
                  <a:pt x="325963" y="44006"/>
                </a:lnTo>
                <a:close/>
                <a:moveTo>
                  <a:pt x="311233" y="49534"/>
                </a:moveTo>
                <a:lnTo>
                  <a:pt x="296503" y="49890"/>
                </a:lnTo>
                <a:lnTo>
                  <a:pt x="304364" y="61173"/>
                </a:lnTo>
                <a:close/>
                <a:moveTo>
                  <a:pt x="311233" y="49534"/>
                </a:moveTo>
                <a:lnTo>
                  <a:pt x="318102" y="31307"/>
                </a:lnTo>
                <a:lnTo>
                  <a:pt x="296503" y="49890"/>
                </a:lnTo>
                <a:close/>
                <a:moveTo>
                  <a:pt x="311233" y="49534"/>
                </a:moveTo>
                <a:lnTo>
                  <a:pt x="325963" y="44006"/>
                </a:lnTo>
                <a:lnTo>
                  <a:pt x="318102" y="31307"/>
                </a:lnTo>
                <a:close/>
                <a:moveTo>
                  <a:pt x="289634" y="65446"/>
                </a:moveTo>
                <a:lnTo>
                  <a:pt x="274905" y="63861"/>
                </a:lnTo>
                <a:lnTo>
                  <a:pt x="282766" y="75762"/>
                </a:lnTo>
                <a:close/>
                <a:moveTo>
                  <a:pt x="289634" y="65446"/>
                </a:moveTo>
                <a:lnTo>
                  <a:pt x="296503" y="49890"/>
                </a:lnTo>
                <a:lnTo>
                  <a:pt x="274905" y="63861"/>
                </a:lnTo>
                <a:close/>
                <a:moveTo>
                  <a:pt x="289634" y="65446"/>
                </a:moveTo>
                <a:lnTo>
                  <a:pt x="304364" y="61173"/>
                </a:lnTo>
                <a:lnTo>
                  <a:pt x="296503" y="49890"/>
                </a:lnTo>
                <a:close/>
                <a:moveTo>
                  <a:pt x="268036" y="78125"/>
                </a:moveTo>
                <a:lnTo>
                  <a:pt x="253306" y="74913"/>
                </a:lnTo>
                <a:lnTo>
                  <a:pt x="261167" y="88560"/>
                </a:lnTo>
                <a:close/>
                <a:moveTo>
                  <a:pt x="268036" y="78125"/>
                </a:moveTo>
                <a:lnTo>
                  <a:pt x="274905" y="63861"/>
                </a:lnTo>
                <a:lnTo>
                  <a:pt x="253306" y="74913"/>
                </a:lnTo>
                <a:close/>
                <a:moveTo>
                  <a:pt x="268036" y="78125"/>
                </a:moveTo>
                <a:lnTo>
                  <a:pt x="282766" y="75762"/>
                </a:lnTo>
                <a:lnTo>
                  <a:pt x="274905" y="63861"/>
                </a:lnTo>
                <a:close/>
                <a:moveTo>
                  <a:pt x="246437" y="89531"/>
                </a:moveTo>
                <a:lnTo>
                  <a:pt x="231708" y="85949"/>
                </a:lnTo>
                <a:lnTo>
                  <a:pt x="239569" y="101272"/>
                </a:lnTo>
                <a:close/>
                <a:moveTo>
                  <a:pt x="246437" y="89531"/>
                </a:moveTo>
                <a:lnTo>
                  <a:pt x="253306" y="74913"/>
                </a:lnTo>
                <a:lnTo>
                  <a:pt x="231708" y="85949"/>
                </a:lnTo>
                <a:close/>
                <a:moveTo>
                  <a:pt x="246437" y="89531"/>
                </a:moveTo>
                <a:lnTo>
                  <a:pt x="261167" y="88560"/>
                </a:lnTo>
                <a:lnTo>
                  <a:pt x="253306" y="74913"/>
                </a:lnTo>
                <a:close/>
                <a:moveTo>
                  <a:pt x="224839" y="101059"/>
                </a:moveTo>
                <a:lnTo>
                  <a:pt x="231708" y="85949"/>
                </a:lnTo>
                <a:lnTo>
                  <a:pt x="210109" y="95375"/>
                </a:lnTo>
                <a:close/>
                <a:moveTo>
                  <a:pt x="224839" y="101059"/>
                </a:moveTo>
                <a:lnTo>
                  <a:pt x="239569" y="101272"/>
                </a:lnTo>
                <a:lnTo>
                  <a:pt x="231708" y="85949"/>
                </a:lnTo>
                <a:close/>
                <a:moveTo>
                  <a:pt x="238576" y="71024"/>
                </a:moveTo>
                <a:lnTo>
                  <a:pt x="231708" y="85949"/>
                </a:lnTo>
                <a:lnTo>
                  <a:pt x="253306" y="74913"/>
                </a:lnTo>
                <a:close/>
                <a:moveTo>
                  <a:pt x="216978" y="82181"/>
                </a:moveTo>
                <a:lnTo>
                  <a:pt x="210109" y="95375"/>
                </a:lnTo>
                <a:lnTo>
                  <a:pt x="231708" y="85949"/>
                </a:lnTo>
                <a:close/>
                <a:moveTo>
                  <a:pt x="216978" y="82181"/>
                </a:moveTo>
                <a:lnTo>
                  <a:pt x="202248" y="77932"/>
                </a:lnTo>
                <a:lnTo>
                  <a:pt x="210109" y="95375"/>
                </a:lnTo>
                <a:close/>
                <a:moveTo>
                  <a:pt x="152182" y="104152"/>
                </a:moveTo>
                <a:lnTo>
                  <a:pt x="137452" y="102020"/>
                </a:lnTo>
                <a:lnTo>
                  <a:pt x="145314" y="116418"/>
                </a:lnTo>
                <a:close/>
                <a:moveTo>
                  <a:pt x="130584" y="115583"/>
                </a:moveTo>
                <a:lnTo>
                  <a:pt x="137452" y="102020"/>
                </a:lnTo>
                <a:lnTo>
                  <a:pt x="115854" y="111537"/>
                </a:lnTo>
                <a:close/>
                <a:moveTo>
                  <a:pt x="130584" y="115583"/>
                </a:moveTo>
                <a:lnTo>
                  <a:pt x="145314" y="116418"/>
                </a:lnTo>
                <a:lnTo>
                  <a:pt x="137452" y="102020"/>
                </a:lnTo>
                <a:close/>
                <a:moveTo>
                  <a:pt x="144321" y="89719"/>
                </a:moveTo>
                <a:lnTo>
                  <a:pt x="129591" y="85920"/>
                </a:lnTo>
                <a:lnTo>
                  <a:pt x="137452" y="102020"/>
                </a:lnTo>
                <a:close/>
                <a:moveTo>
                  <a:pt x="122722" y="98625"/>
                </a:moveTo>
                <a:lnTo>
                  <a:pt x="115854" y="111537"/>
                </a:lnTo>
                <a:lnTo>
                  <a:pt x="137452" y="102020"/>
                </a:lnTo>
                <a:close/>
                <a:moveTo>
                  <a:pt x="122722" y="98625"/>
                </a:moveTo>
                <a:lnTo>
                  <a:pt x="107993" y="97556"/>
                </a:lnTo>
                <a:lnTo>
                  <a:pt x="115854" y="111537"/>
                </a:lnTo>
                <a:close/>
                <a:moveTo>
                  <a:pt x="122722" y="98625"/>
                </a:moveTo>
                <a:lnTo>
                  <a:pt x="137452" y="102020"/>
                </a:lnTo>
                <a:lnTo>
                  <a:pt x="129591" y="85920"/>
                </a:lnTo>
                <a:close/>
                <a:moveTo>
                  <a:pt x="101124" y="109375"/>
                </a:moveTo>
                <a:lnTo>
                  <a:pt x="107993" y="97556"/>
                </a:lnTo>
                <a:lnTo>
                  <a:pt x="86394" y="110433"/>
                </a:lnTo>
                <a:close/>
                <a:moveTo>
                  <a:pt x="101124" y="109375"/>
                </a:moveTo>
                <a:lnTo>
                  <a:pt x="115854" y="111537"/>
                </a:lnTo>
                <a:lnTo>
                  <a:pt x="107993" y="97556"/>
                </a:lnTo>
                <a:close/>
                <a:moveTo>
                  <a:pt x="57927" y="132383"/>
                </a:moveTo>
                <a:lnTo>
                  <a:pt x="51058" y="145148"/>
                </a:lnTo>
                <a:lnTo>
                  <a:pt x="72657" y="131850"/>
                </a:lnTo>
                <a:close/>
                <a:moveTo>
                  <a:pt x="57927" y="132383"/>
                </a:moveTo>
                <a:lnTo>
                  <a:pt x="43197" y="133532"/>
                </a:lnTo>
                <a:lnTo>
                  <a:pt x="51058" y="145148"/>
                </a:lnTo>
                <a:close/>
                <a:moveTo>
                  <a:pt x="36328" y="144155"/>
                </a:moveTo>
                <a:lnTo>
                  <a:pt x="21599" y="147473"/>
                </a:lnTo>
                <a:lnTo>
                  <a:pt x="29460" y="160062"/>
                </a:lnTo>
                <a:close/>
                <a:moveTo>
                  <a:pt x="36328" y="144155"/>
                </a:moveTo>
                <a:lnTo>
                  <a:pt x="43197" y="133532"/>
                </a:lnTo>
                <a:lnTo>
                  <a:pt x="21599" y="147473"/>
                </a:lnTo>
                <a:close/>
                <a:moveTo>
                  <a:pt x="36328" y="144155"/>
                </a:moveTo>
                <a:lnTo>
                  <a:pt x="51058" y="145148"/>
                </a:lnTo>
                <a:lnTo>
                  <a:pt x="43197" y="133532"/>
                </a:lnTo>
                <a:close/>
                <a:moveTo>
                  <a:pt x="14730" y="162030"/>
                </a:moveTo>
                <a:lnTo>
                  <a:pt x="7861" y="186077"/>
                </a:lnTo>
                <a:lnTo>
                  <a:pt x="29460" y="160062"/>
                </a:lnTo>
                <a:close/>
                <a:moveTo>
                  <a:pt x="14730" y="162030"/>
                </a:moveTo>
                <a:lnTo>
                  <a:pt x="0" y="175937"/>
                </a:lnTo>
                <a:lnTo>
                  <a:pt x="7861" y="186077"/>
                </a:lnTo>
                <a:close/>
                <a:moveTo>
                  <a:pt x="14730" y="162030"/>
                </a:moveTo>
                <a:lnTo>
                  <a:pt x="21599" y="147473"/>
                </a:lnTo>
                <a:lnTo>
                  <a:pt x="0" y="175937"/>
                </a:lnTo>
                <a:close/>
                <a:moveTo>
                  <a:pt x="14730" y="162030"/>
                </a:moveTo>
                <a:lnTo>
                  <a:pt x="29460" y="160062"/>
                </a:lnTo>
                <a:lnTo>
                  <a:pt x="21599" y="147473"/>
                </a:lnTo>
                <a:close/>
                <a:moveTo>
                  <a:pt x="28467" y="134067"/>
                </a:moveTo>
                <a:lnTo>
                  <a:pt x="21599" y="147473"/>
                </a:lnTo>
                <a:lnTo>
                  <a:pt x="43197" y="133532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24" name="PANEL_01-water--31-230_718">
            <a:extLst>
              <a:ext uri="{FF2B5EF4-FFF2-40B4-BE49-F238E27FC236}">
                <a16:creationId xmlns:a16="http://schemas.microsoft.com/office/drawing/2014/main" id="{DFF2C6CB-BD21-4C37-972F-850480A0E965}"/>
              </a:ext>
            </a:extLst>
          </p:cNvPr>
          <p:cNvSpPr>
            <a:spLocks/>
          </p:cNvSpPr>
          <p:nvPr/>
        </p:nvSpPr>
        <p:spPr>
          <a:xfrm>
            <a:off x="1126812" y="375562"/>
            <a:ext cx="579836" cy="29940"/>
          </a:xfrm>
          <a:custGeom>
            <a:pathLst>
              <a:path w="392743" h="20280">
                <a:moveTo>
                  <a:pt x="378014" y="11501"/>
                </a:moveTo>
                <a:lnTo>
                  <a:pt x="371145" y="18416"/>
                </a:lnTo>
                <a:lnTo>
                  <a:pt x="392743" y="14725"/>
                </a:lnTo>
                <a:close/>
                <a:moveTo>
                  <a:pt x="378014" y="11501"/>
                </a:moveTo>
                <a:lnTo>
                  <a:pt x="363284" y="8276"/>
                </a:lnTo>
                <a:lnTo>
                  <a:pt x="371145" y="18416"/>
                </a:lnTo>
                <a:close/>
                <a:moveTo>
                  <a:pt x="378014" y="11501"/>
                </a:moveTo>
                <a:lnTo>
                  <a:pt x="384882" y="4585"/>
                </a:lnTo>
                <a:lnTo>
                  <a:pt x="363284" y="8276"/>
                </a:lnTo>
                <a:close/>
                <a:moveTo>
                  <a:pt x="378014" y="11501"/>
                </a:moveTo>
                <a:lnTo>
                  <a:pt x="392743" y="14725"/>
                </a:lnTo>
                <a:lnTo>
                  <a:pt x="384882" y="4585"/>
                </a:lnTo>
                <a:close/>
                <a:moveTo>
                  <a:pt x="356415" y="15191"/>
                </a:moveTo>
                <a:lnTo>
                  <a:pt x="363284" y="8276"/>
                </a:lnTo>
                <a:lnTo>
                  <a:pt x="341685" y="11967"/>
                </a:lnTo>
                <a:close/>
                <a:moveTo>
                  <a:pt x="356415" y="15191"/>
                </a:moveTo>
                <a:lnTo>
                  <a:pt x="371145" y="18416"/>
                </a:lnTo>
                <a:lnTo>
                  <a:pt x="363284" y="8276"/>
                </a:lnTo>
                <a:close/>
                <a:moveTo>
                  <a:pt x="348554" y="5051"/>
                </a:moveTo>
                <a:lnTo>
                  <a:pt x="341685" y="11967"/>
                </a:lnTo>
                <a:lnTo>
                  <a:pt x="363284" y="8276"/>
                </a:lnTo>
                <a:close/>
                <a:moveTo>
                  <a:pt x="348554" y="5051"/>
                </a:moveTo>
                <a:lnTo>
                  <a:pt x="333824" y="1827"/>
                </a:lnTo>
                <a:lnTo>
                  <a:pt x="341685" y="11967"/>
                </a:lnTo>
                <a:close/>
                <a:moveTo>
                  <a:pt x="326955" y="8742"/>
                </a:moveTo>
                <a:lnTo>
                  <a:pt x="320087" y="15657"/>
                </a:lnTo>
                <a:lnTo>
                  <a:pt x="341685" y="11967"/>
                </a:lnTo>
                <a:close/>
                <a:moveTo>
                  <a:pt x="326955" y="8742"/>
                </a:moveTo>
                <a:lnTo>
                  <a:pt x="312226" y="5517"/>
                </a:lnTo>
                <a:lnTo>
                  <a:pt x="320087" y="15657"/>
                </a:lnTo>
                <a:close/>
                <a:moveTo>
                  <a:pt x="326955" y="8742"/>
                </a:moveTo>
                <a:lnTo>
                  <a:pt x="333824" y="1827"/>
                </a:lnTo>
                <a:lnTo>
                  <a:pt x="312226" y="5517"/>
                </a:lnTo>
                <a:close/>
                <a:moveTo>
                  <a:pt x="326955" y="8742"/>
                </a:moveTo>
                <a:lnTo>
                  <a:pt x="341685" y="11967"/>
                </a:lnTo>
                <a:lnTo>
                  <a:pt x="333824" y="1827"/>
                </a:lnTo>
                <a:close/>
                <a:moveTo>
                  <a:pt x="305357" y="12433"/>
                </a:moveTo>
                <a:lnTo>
                  <a:pt x="290627" y="9208"/>
                </a:lnTo>
                <a:lnTo>
                  <a:pt x="298488" y="19348"/>
                </a:lnTo>
                <a:close/>
                <a:moveTo>
                  <a:pt x="305357" y="12433"/>
                </a:moveTo>
                <a:lnTo>
                  <a:pt x="312226" y="5517"/>
                </a:lnTo>
                <a:lnTo>
                  <a:pt x="290627" y="9208"/>
                </a:lnTo>
                <a:close/>
                <a:moveTo>
                  <a:pt x="305357" y="12433"/>
                </a:moveTo>
                <a:lnTo>
                  <a:pt x="320087" y="15657"/>
                </a:lnTo>
                <a:lnTo>
                  <a:pt x="312226" y="5517"/>
                </a:lnTo>
                <a:close/>
                <a:moveTo>
                  <a:pt x="283758" y="16123"/>
                </a:moveTo>
                <a:lnTo>
                  <a:pt x="290627" y="9208"/>
                </a:lnTo>
                <a:lnTo>
                  <a:pt x="269028" y="12899"/>
                </a:lnTo>
                <a:close/>
                <a:moveTo>
                  <a:pt x="283758" y="16123"/>
                </a:moveTo>
                <a:lnTo>
                  <a:pt x="298488" y="19348"/>
                </a:lnTo>
                <a:lnTo>
                  <a:pt x="290627" y="9208"/>
                </a:lnTo>
                <a:close/>
                <a:moveTo>
                  <a:pt x="297496" y="2293"/>
                </a:moveTo>
                <a:lnTo>
                  <a:pt x="290627" y="9208"/>
                </a:lnTo>
                <a:lnTo>
                  <a:pt x="312226" y="5517"/>
                </a:lnTo>
                <a:close/>
                <a:moveTo>
                  <a:pt x="275897" y="5983"/>
                </a:moveTo>
                <a:lnTo>
                  <a:pt x="269028" y="12899"/>
                </a:lnTo>
                <a:lnTo>
                  <a:pt x="290627" y="9208"/>
                </a:lnTo>
                <a:close/>
                <a:moveTo>
                  <a:pt x="275897" y="5983"/>
                </a:moveTo>
                <a:lnTo>
                  <a:pt x="261167" y="2759"/>
                </a:lnTo>
                <a:lnTo>
                  <a:pt x="269028" y="12899"/>
                </a:lnTo>
                <a:close/>
                <a:moveTo>
                  <a:pt x="254299" y="9674"/>
                </a:moveTo>
                <a:lnTo>
                  <a:pt x="247430" y="16589"/>
                </a:lnTo>
                <a:lnTo>
                  <a:pt x="269028" y="12899"/>
                </a:lnTo>
                <a:close/>
                <a:moveTo>
                  <a:pt x="254299" y="9674"/>
                </a:moveTo>
                <a:lnTo>
                  <a:pt x="239569" y="6449"/>
                </a:lnTo>
                <a:lnTo>
                  <a:pt x="247430" y="16589"/>
                </a:lnTo>
                <a:close/>
                <a:moveTo>
                  <a:pt x="254299" y="9674"/>
                </a:moveTo>
                <a:lnTo>
                  <a:pt x="261167" y="2759"/>
                </a:lnTo>
                <a:lnTo>
                  <a:pt x="239569" y="6449"/>
                </a:lnTo>
                <a:close/>
                <a:moveTo>
                  <a:pt x="254299" y="9674"/>
                </a:moveTo>
                <a:lnTo>
                  <a:pt x="269028" y="12899"/>
                </a:lnTo>
                <a:lnTo>
                  <a:pt x="261167" y="2759"/>
                </a:lnTo>
                <a:close/>
                <a:moveTo>
                  <a:pt x="232700" y="13365"/>
                </a:moveTo>
                <a:lnTo>
                  <a:pt x="217970" y="10140"/>
                </a:lnTo>
                <a:lnTo>
                  <a:pt x="225831" y="20280"/>
                </a:lnTo>
                <a:close/>
                <a:moveTo>
                  <a:pt x="232700" y="13365"/>
                </a:moveTo>
                <a:lnTo>
                  <a:pt x="239569" y="6449"/>
                </a:lnTo>
                <a:lnTo>
                  <a:pt x="217970" y="10140"/>
                </a:lnTo>
                <a:close/>
                <a:moveTo>
                  <a:pt x="232700" y="13365"/>
                </a:moveTo>
                <a:lnTo>
                  <a:pt x="247430" y="16589"/>
                </a:lnTo>
                <a:lnTo>
                  <a:pt x="239569" y="6449"/>
                </a:lnTo>
                <a:close/>
                <a:moveTo>
                  <a:pt x="211102" y="17055"/>
                </a:moveTo>
                <a:lnTo>
                  <a:pt x="217970" y="10140"/>
                </a:lnTo>
                <a:lnTo>
                  <a:pt x="196372" y="13831"/>
                </a:lnTo>
                <a:close/>
                <a:moveTo>
                  <a:pt x="224839" y="3225"/>
                </a:moveTo>
                <a:lnTo>
                  <a:pt x="217970" y="10140"/>
                </a:lnTo>
                <a:lnTo>
                  <a:pt x="239569" y="6449"/>
                </a:lnTo>
                <a:close/>
                <a:moveTo>
                  <a:pt x="203240" y="6915"/>
                </a:moveTo>
                <a:lnTo>
                  <a:pt x="196372" y="13831"/>
                </a:lnTo>
                <a:lnTo>
                  <a:pt x="217970" y="10140"/>
                </a:lnTo>
                <a:close/>
                <a:moveTo>
                  <a:pt x="203240" y="6915"/>
                </a:moveTo>
                <a:lnTo>
                  <a:pt x="188511" y="3691"/>
                </a:lnTo>
                <a:lnTo>
                  <a:pt x="196372" y="13831"/>
                </a:lnTo>
                <a:close/>
                <a:moveTo>
                  <a:pt x="203240" y="6915"/>
                </a:moveTo>
                <a:lnTo>
                  <a:pt x="217970" y="10140"/>
                </a:lnTo>
                <a:lnTo>
                  <a:pt x="210109" y="0"/>
                </a:lnTo>
                <a:close/>
                <a:moveTo>
                  <a:pt x="181642" y="10606"/>
                </a:moveTo>
                <a:lnTo>
                  <a:pt x="174773" y="17521"/>
                </a:lnTo>
                <a:lnTo>
                  <a:pt x="196372" y="13831"/>
                </a:lnTo>
                <a:close/>
                <a:moveTo>
                  <a:pt x="181642" y="10606"/>
                </a:moveTo>
                <a:lnTo>
                  <a:pt x="166912" y="7381"/>
                </a:lnTo>
                <a:lnTo>
                  <a:pt x="174773" y="17521"/>
                </a:lnTo>
                <a:close/>
                <a:moveTo>
                  <a:pt x="181642" y="10606"/>
                </a:moveTo>
                <a:lnTo>
                  <a:pt x="188511" y="3691"/>
                </a:lnTo>
                <a:lnTo>
                  <a:pt x="166912" y="7381"/>
                </a:lnTo>
                <a:close/>
                <a:moveTo>
                  <a:pt x="181642" y="10606"/>
                </a:moveTo>
                <a:lnTo>
                  <a:pt x="196372" y="13831"/>
                </a:lnTo>
                <a:lnTo>
                  <a:pt x="188511" y="3691"/>
                </a:lnTo>
                <a:close/>
                <a:moveTo>
                  <a:pt x="160043" y="14296"/>
                </a:moveTo>
                <a:lnTo>
                  <a:pt x="166912" y="7381"/>
                </a:lnTo>
                <a:lnTo>
                  <a:pt x="145314" y="11072"/>
                </a:lnTo>
                <a:close/>
                <a:moveTo>
                  <a:pt x="160043" y="14296"/>
                </a:moveTo>
                <a:lnTo>
                  <a:pt x="174773" y="17521"/>
                </a:lnTo>
                <a:lnTo>
                  <a:pt x="166912" y="7381"/>
                </a:lnTo>
                <a:close/>
                <a:moveTo>
                  <a:pt x="138445" y="17987"/>
                </a:moveTo>
                <a:lnTo>
                  <a:pt x="145314" y="11072"/>
                </a:lnTo>
                <a:lnTo>
                  <a:pt x="123715" y="14762"/>
                </a:lnTo>
                <a:close/>
                <a:moveTo>
                  <a:pt x="152182" y="4157"/>
                </a:moveTo>
                <a:lnTo>
                  <a:pt x="145314" y="11072"/>
                </a:lnTo>
                <a:lnTo>
                  <a:pt x="166912" y="7381"/>
                </a:lnTo>
                <a:close/>
                <a:moveTo>
                  <a:pt x="152182" y="4157"/>
                </a:moveTo>
                <a:lnTo>
                  <a:pt x="137452" y="932"/>
                </a:lnTo>
                <a:lnTo>
                  <a:pt x="145314" y="11072"/>
                </a:lnTo>
                <a:close/>
                <a:moveTo>
                  <a:pt x="130584" y="7847"/>
                </a:moveTo>
                <a:lnTo>
                  <a:pt x="123715" y="14762"/>
                </a:lnTo>
                <a:lnTo>
                  <a:pt x="145314" y="11072"/>
                </a:lnTo>
                <a:close/>
                <a:moveTo>
                  <a:pt x="130584" y="7847"/>
                </a:moveTo>
                <a:lnTo>
                  <a:pt x="115854" y="4623"/>
                </a:lnTo>
                <a:lnTo>
                  <a:pt x="123715" y="14762"/>
                </a:lnTo>
                <a:close/>
                <a:moveTo>
                  <a:pt x="130584" y="7847"/>
                </a:moveTo>
                <a:lnTo>
                  <a:pt x="145314" y="11072"/>
                </a:lnTo>
                <a:lnTo>
                  <a:pt x="137452" y="932"/>
                </a:lnTo>
                <a:close/>
                <a:moveTo>
                  <a:pt x="108985" y="11538"/>
                </a:moveTo>
                <a:lnTo>
                  <a:pt x="102116" y="18453"/>
                </a:lnTo>
                <a:lnTo>
                  <a:pt x="123715" y="14762"/>
                </a:lnTo>
                <a:close/>
                <a:moveTo>
                  <a:pt x="108985" y="11538"/>
                </a:moveTo>
                <a:lnTo>
                  <a:pt x="94255" y="8313"/>
                </a:lnTo>
                <a:lnTo>
                  <a:pt x="102116" y="18453"/>
                </a:lnTo>
                <a:close/>
                <a:moveTo>
                  <a:pt x="108985" y="11538"/>
                </a:moveTo>
                <a:lnTo>
                  <a:pt x="115854" y="4623"/>
                </a:lnTo>
                <a:lnTo>
                  <a:pt x="94255" y="8313"/>
                </a:lnTo>
                <a:close/>
                <a:moveTo>
                  <a:pt x="108985" y="11538"/>
                </a:moveTo>
                <a:lnTo>
                  <a:pt x="123715" y="14762"/>
                </a:lnTo>
                <a:lnTo>
                  <a:pt x="115854" y="4623"/>
                </a:lnTo>
                <a:close/>
                <a:moveTo>
                  <a:pt x="87387" y="15228"/>
                </a:moveTo>
                <a:lnTo>
                  <a:pt x="94255" y="8313"/>
                </a:lnTo>
                <a:lnTo>
                  <a:pt x="72657" y="12004"/>
                </a:lnTo>
                <a:close/>
                <a:moveTo>
                  <a:pt x="87387" y="15228"/>
                </a:moveTo>
                <a:lnTo>
                  <a:pt x="102116" y="18453"/>
                </a:lnTo>
                <a:lnTo>
                  <a:pt x="94255" y="8313"/>
                </a:lnTo>
                <a:close/>
                <a:moveTo>
                  <a:pt x="79525" y="5089"/>
                </a:moveTo>
                <a:lnTo>
                  <a:pt x="72657" y="12004"/>
                </a:lnTo>
                <a:lnTo>
                  <a:pt x="94255" y="8313"/>
                </a:lnTo>
                <a:close/>
                <a:moveTo>
                  <a:pt x="79525" y="5089"/>
                </a:moveTo>
                <a:lnTo>
                  <a:pt x="64796" y="1864"/>
                </a:lnTo>
                <a:lnTo>
                  <a:pt x="72657" y="12004"/>
                </a:lnTo>
                <a:close/>
                <a:moveTo>
                  <a:pt x="57927" y="8779"/>
                </a:moveTo>
                <a:lnTo>
                  <a:pt x="51058" y="15694"/>
                </a:lnTo>
                <a:lnTo>
                  <a:pt x="72657" y="12004"/>
                </a:lnTo>
                <a:close/>
                <a:moveTo>
                  <a:pt x="57927" y="8779"/>
                </a:moveTo>
                <a:lnTo>
                  <a:pt x="43197" y="5555"/>
                </a:lnTo>
                <a:lnTo>
                  <a:pt x="51058" y="15694"/>
                </a:lnTo>
                <a:close/>
                <a:moveTo>
                  <a:pt x="57927" y="8779"/>
                </a:moveTo>
                <a:lnTo>
                  <a:pt x="64796" y="1864"/>
                </a:lnTo>
                <a:lnTo>
                  <a:pt x="43197" y="5555"/>
                </a:lnTo>
                <a:close/>
                <a:moveTo>
                  <a:pt x="57927" y="8779"/>
                </a:moveTo>
                <a:lnTo>
                  <a:pt x="72657" y="12004"/>
                </a:lnTo>
                <a:lnTo>
                  <a:pt x="64796" y="1864"/>
                </a:lnTo>
                <a:close/>
                <a:moveTo>
                  <a:pt x="36328" y="12470"/>
                </a:moveTo>
                <a:lnTo>
                  <a:pt x="21599" y="9245"/>
                </a:lnTo>
                <a:lnTo>
                  <a:pt x="29460" y="19385"/>
                </a:lnTo>
                <a:close/>
                <a:moveTo>
                  <a:pt x="36328" y="12470"/>
                </a:moveTo>
                <a:lnTo>
                  <a:pt x="43197" y="5555"/>
                </a:lnTo>
                <a:lnTo>
                  <a:pt x="21599" y="9245"/>
                </a:lnTo>
                <a:close/>
                <a:moveTo>
                  <a:pt x="36328" y="12470"/>
                </a:moveTo>
                <a:lnTo>
                  <a:pt x="51058" y="15694"/>
                </a:lnTo>
                <a:lnTo>
                  <a:pt x="43197" y="5555"/>
                </a:lnTo>
                <a:close/>
                <a:moveTo>
                  <a:pt x="14730" y="16160"/>
                </a:moveTo>
                <a:lnTo>
                  <a:pt x="21599" y="9245"/>
                </a:lnTo>
                <a:lnTo>
                  <a:pt x="0" y="12936"/>
                </a:lnTo>
                <a:close/>
                <a:moveTo>
                  <a:pt x="14730" y="16160"/>
                </a:moveTo>
                <a:lnTo>
                  <a:pt x="29460" y="19385"/>
                </a:lnTo>
                <a:lnTo>
                  <a:pt x="21599" y="9245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25" name="PANEL_01-slope--30-215_719">
            <a:extLst>
              <a:ext uri="{FF2B5EF4-FFF2-40B4-BE49-F238E27FC236}">
                <a16:creationId xmlns:a16="http://schemas.microsoft.com/office/drawing/2014/main" id="{C06F9862-EA81-485A-BA34-0D7B1AF669CF}"/>
              </a:ext>
            </a:extLst>
          </p:cNvPr>
          <p:cNvSpPr>
            <a:spLocks/>
          </p:cNvSpPr>
          <p:nvPr/>
        </p:nvSpPr>
        <p:spPr>
          <a:xfrm>
            <a:off x="1116672" y="393203"/>
            <a:ext cx="21746" cy="16427"/>
          </a:xfrm>
          <a:custGeom>
            <a:pathLst>
              <a:path w="14730" h="11126">
                <a:moveTo>
                  <a:pt x="0" y="0"/>
                </a:moveTo>
                <a:lnTo>
                  <a:pt x="14730" y="11126"/>
                </a:lnTo>
                <a:lnTo>
                  <a:pt x="6869" y="986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26" name="PANEL_01-slope--30-220_720">
            <a:extLst>
              <a:ext uri="{FF2B5EF4-FFF2-40B4-BE49-F238E27FC236}">
                <a16:creationId xmlns:a16="http://schemas.microsoft.com/office/drawing/2014/main" id="{9E72A9F6-EE6A-4993-BC8C-20DF4D0E4BDE}"/>
              </a:ext>
            </a:extLst>
          </p:cNvPr>
          <p:cNvSpPr>
            <a:spLocks/>
          </p:cNvSpPr>
          <p:nvPr/>
        </p:nvSpPr>
        <p:spPr>
          <a:xfrm>
            <a:off x="1019543" y="186172"/>
            <a:ext cx="1275617" cy="223459"/>
          </a:xfrm>
          <a:custGeom>
            <a:pathLst>
              <a:path w="864020" h="151356">
                <a:moveTo>
                  <a:pt x="857151" y="30274"/>
                </a:moveTo>
                <a:lnTo>
                  <a:pt x="864020" y="20548"/>
                </a:lnTo>
                <a:lnTo>
                  <a:pt x="842421" y="19534"/>
                </a:lnTo>
                <a:close/>
                <a:moveTo>
                  <a:pt x="849290" y="11857"/>
                </a:moveTo>
                <a:lnTo>
                  <a:pt x="842421" y="19534"/>
                </a:lnTo>
                <a:lnTo>
                  <a:pt x="864020" y="20548"/>
                </a:lnTo>
                <a:close/>
                <a:moveTo>
                  <a:pt x="849290" y="11857"/>
                </a:moveTo>
                <a:lnTo>
                  <a:pt x="834560" y="0"/>
                </a:lnTo>
                <a:lnTo>
                  <a:pt x="842421" y="19534"/>
                </a:lnTo>
                <a:close/>
                <a:moveTo>
                  <a:pt x="827691" y="8702"/>
                </a:moveTo>
                <a:lnTo>
                  <a:pt x="842421" y="19534"/>
                </a:lnTo>
                <a:lnTo>
                  <a:pt x="834560" y="0"/>
                </a:lnTo>
                <a:close/>
                <a:moveTo>
                  <a:pt x="65788" y="140230"/>
                </a:moveTo>
                <a:lnTo>
                  <a:pt x="58919" y="148688"/>
                </a:lnTo>
                <a:lnTo>
                  <a:pt x="80518" y="151356"/>
                </a:lnTo>
                <a:close/>
                <a:moveTo>
                  <a:pt x="65788" y="140230"/>
                </a:moveTo>
                <a:lnTo>
                  <a:pt x="51058" y="135318"/>
                </a:lnTo>
                <a:lnTo>
                  <a:pt x="58919" y="148688"/>
                </a:lnTo>
                <a:close/>
                <a:moveTo>
                  <a:pt x="65788" y="140230"/>
                </a:moveTo>
                <a:lnTo>
                  <a:pt x="72657" y="141216"/>
                </a:lnTo>
                <a:lnTo>
                  <a:pt x="51058" y="135318"/>
                </a:lnTo>
                <a:close/>
                <a:moveTo>
                  <a:pt x="36328" y="129463"/>
                </a:moveTo>
                <a:lnTo>
                  <a:pt x="29460" y="137307"/>
                </a:lnTo>
                <a:lnTo>
                  <a:pt x="51058" y="135318"/>
                </a:lnTo>
                <a:close/>
                <a:moveTo>
                  <a:pt x="36328" y="129463"/>
                </a:moveTo>
                <a:lnTo>
                  <a:pt x="21599" y="123213"/>
                </a:lnTo>
                <a:lnTo>
                  <a:pt x="29460" y="137307"/>
                </a:lnTo>
                <a:close/>
                <a:moveTo>
                  <a:pt x="36328" y="129463"/>
                </a:moveTo>
                <a:lnTo>
                  <a:pt x="51058" y="135318"/>
                </a:lnTo>
                <a:lnTo>
                  <a:pt x="43197" y="123614"/>
                </a:lnTo>
                <a:close/>
                <a:moveTo>
                  <a:pt x="14730" y="129961"/>
                </a:moveTo>
                <a:lnTo>
                  <a:pt x="21599" y="123213"/>
                </a:lnTo>
                <a:lnTo>
                  <a:pt x="0" y="123555"/>
                </a:lnTo>
                <a:close/>
                <a:moveTo>
                  <a:pt x="14730" y="129961"/>
                </a:moveTo>
                <a:lnTo>
                  <a:pt x="29460" y="137307"/>
                </a:lnTo>
                <a:lnTo>
                  <a:pt x="21599" y="123213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27" name="PANEL_01-slope--30-225_721">
            <a:extLst>
              <a:ext uri="{FF2B5EF4-FFF2-40B4-BE49-F238E27FC236}">
                <a16:creationId xmlns:a16="http://schemas.microsoft.com/office/drawing/2014/main" id="{8DFE6C4C-2756-415F-844D-E507EE9BFE41}"/>
              </a:ext>
            </a:extLst>
          </p:cNvPr>
          <p:cNvSpPr>
            <a:spLocks/>
          </p:cNvSpPr>
          <p:nvPr/>
        </p:nvSpPr>
        <p:spPr>
          <a:xfrm>
            <a:off x="987656" y="153461"/>
            <a:ext cx="1350999" cy="252230"/>
          </a:xfrm>
          <a:custGeom>
            <a:pathLst>
              <a:path w="915078" h="170844">
                <a:moveTo>
                  <a:pt x="900348" y="52756"/>
                </a:moveTo>
                <a:lnTo>
                  <a:pt x="885618" y="42704"/>
                </a:lnTo>
                <a:lnTo>
                  <a:pt x="893480" y="61685"/>
                </a:lnTo>
                <a:close/>
                <a:moveTo>
                  <a:pt x="900348" y="52756"/>
                </a:moveTo>
                <a:lnTo>
                  <a:pt x="907217" y="40332"/>
                </a:lnTo>
                <a:lnTo>
                  <a:pt x="885618" y="42704"/>
                </a:lnTo>
                <a:close/>
                <a:moveTo>
                  <a:pt x="900348" y="52756"/>
                </a:moveTo>
                <a:lnTo>
                  <a:pt x="915078" y="57749"/>
                </a:lnTo>
                <a:lnTo>
                  <a:pt x="907217" y="40332"/>
                </a:lnTo>
                <a:close/>
                <a:moveTo>
                  <a:pt x="892487" y="31617"/>
                </a:moveTo>
                <a:lnTo>
                  <a:pt x="885618" y="42704"/>
                </a:lnTo>
                <a:lnTo>
                  <a:pt x="907217" y="40332"/>
                </a:lnTo>
                <a:close/>
                <a:moveTo>
                  <a:pt x="892487" y="31617"/>
                </a:moveTo>
                <a:lnTo>
                  <a:pt x="877757" y="21071"/>
                </a:lnTo>
                <a:lnTo>
                  <a:pt x="885618" y="42704"/>
                </a:lnTo>
                <a:close/>
                <a:moveTo>
                  <a:pt x="870888" y="34013"/>
                </a:moveTo>
                <a:lnTo>
                  <a:pt x="877757" y="21071"/>
                </a:lnTo>
                <a:lnTo>
                  <a:pt x="856159" y="22156"/>
                </a:lnTo>
                <a:close/>
                <a:moveTo>
                  <a:pt x="870888" y="34013"/>
                </a:moveTo>
                <a:lnTo>
                  <a:pt x="885618" y="42704"/>
                </a:lnTo>
                <a:lnTo>
                  <a:pt x="877757" y="21071"/>
                </a:lnTo>
                <a:close/>
                <a:moveTo>
                  <a:pt x="849290" y="30858"/>
                </a:moveTo>
                <a:lnTo>
                  <a:pt x="856159" y="22156"/>
                </a:lnTo>
                <a:lnTo>
                  <a:pt x="834560" y="23801"/>
                </a:lnTo>
                <a:close/>
                <a:moveTo>
                  <a:pt x="863027" y="11231"/>
                </a:moveTo>
                <a:lnTo>
                  <a:pt x="856159" y="22156"/>
                </a:lnTo>
                <a:lnTo>
                  <a:pt x="877757" y="21071"/>
                </a:lnTo>
                <a:close/>
                <a:moveTo>
                  <a:pt x="841429" y="12523"/>
                </a:moveTo>
                <a:lnTo>
                  <a:pt x="834560" y="23801"/>
                </a:lnTo>
                <a:lnTo>
                  <a:pt x="856159" y="22156"/>
                </a:lnTo>
                <a:close/>
                <a:moveTo>
                  <a:pt x="841429" y="12523"/>
                </a:moveTo>
                <a:lnTo>
                  <a:pt x="826699" y="7948"/>
                </a:lnTo>
                <a:lnTo>
                  <a:pt x="834560" y="23801"/>
                </a:lnTo>
                <a:close/>
                <a:moveTo>
                  <a:pt x="841429" y="12523"/>
                </a:moveTo>
                <a:lnTo>
                  <a:pt x="856159" y="22156"/>
                </a:lnTo>
                <a:lnTo>
                  <a:pt x="848297" y="0"/>
                </a:lnTo>
                <a:close/>
                <a:moveTo>
                  <a:pt x="819830" y="19381"/>
                </a:moveTo>
                <a:lnTo>
                  <a:pt x="834560" y="23801"/>
                </a:lnTo>
                <a:lnTo>
                  <a:pt x="826699" y="7948"/>
                </a:lnTo>
                <a:close/>
                <a:moveTo>
                  <a:pt x="776633" y="51771"/>
                </a:moveTo>
                <a:lnTo>
                  <a:pt x="783502" y="40258"/>
                </a:lnTo>
                <a:lnTo>
                  <a:pt x="761903" y="54847"/>
                </a:lnTo>
                <a:close/>
                <a:moveTo>
                  <a:pt x="755035" y="65875"/>
                </a:moveTo>
                <a:lnTo>
                  <a:pt x="761903" y="54847"/>
                </a:lnTo>
                <a:lnTo>
                  <a:pt x="740305" y="67645"/>
                </a:lnTo>
                <a:close/>
                <a:moveTo>
                  <a:pt x="690239" y="104146"/>
                </a:moveTo>
                <a:lnTo>
                  <a:pt x="697108" y="91313"/>
                </a:lnTo>
                <a:lnTo>
                  <a:pt x="675509" y="97975"/>
                </a:lnTo>
                <a:close/>
                <a:moveTo>
                  <a:pt x="682378" y="87172"/>
                </a:moveTo>
                <a:lnTo>
                  <a:pt x="675509" y="97975"/>
                </a:lnTo>
                <a:lnTo>
                  <a:pt x="697108" y="91313"/>
                </a:lnTo>
                <a:close/>
                <a:moveTo>
                  <a:pt x="682378" y="87172"/>
                </a:moveTo>
                <a:lnTo>
                  <a:pt x="667648" y="80842"/>
                </a:lnTo>
                <a:lnTo>
                  <a:pt x="675509" y="97975"/>
                </a:lnTo>
                <a:close/>
                <a:moveTo>
                  <a:pt x="682378" y="87172"/>
                </a:moveTo>
                <a:lnTo>
                  <a:pt x="697108" y="91313"/>
                </a:lnTo>
                <a:lnTo>
                  <a:pt x="689247" y="74460"/>
                </a:lnTo>
                <a:close/>
                <a:moveTo>
                  <a:pt x="660779" y="91411"/>
                </a:moveTo>
                <a:lnTo>
                  <a:pt x="653911" y="102685"/>
                </a:lnTo>
                <a:lnTo>
                  <a:pt x="675509" y="97975"/>
                </a:lnTo>
                <a:close/>
                <a:moveTo>
                  <a:pt x="660779" y="91411"/>
                </a:moveTo>
                <a:lnTo>
                  <a:pt x="646050" y="86655"/>
                </a:lnTo>
                <a:lnTo>
                  <a:pt x="653911" y="102685"/>
                </a:lnTo>
                <a:close/>
                <a:moveTo>
                  <a:pt x="660779" y="91411"/>
                </a:moveTo>
                <a:lnTo>
                  <a:pt x="667648" y="80842"/>
                </a:lnTo>
                <a:lnTo>
                  <a:pt x="646050" y="86655"/>
                </a:lnTo>
                <a:close/>
                <a:moveTo>
                  <a:pt x="660779" y="91411"/>
                </a:moveTo>
                <a:lnTo>
                  <a:pt x="675509" y="97975"/>
                </a:lnTo>
                <a:lnTo>
                  <a:pt x="667648" y="80842"/>
                </a:lnTo>
                <a:close/>
                <a:moveTo>
                  <a:pt x="639181" y="96448"/>
                </a:moveTo>
                <a:lnTo>
                  <a:pt x="646050" y="86655"/>
                </a:lnTo>
                <a:lnTo>
                  <a:pt x="624451" y="95503"/>
                </a:lnTo>
                <a:close/>
                <a:moveTo>
                  <a:pt x="639181" y="96448"/>
                </a:moveTo>
                <a:lnTo>
                  <a:pt x="653911" y="102685"/>
                </a:lnTo>
                <a:lnTo>
                  <a:pt x="646050" y="86655"/>
                </a:lnTo>
                <a:close/>
                <a:moveTo>
                  <a:pt x="595984" y="118409"/>
                </a:moveTo>
                <a:lnTo>
                  <a:pt x="602853" y="105597"/>
                </a:lnTo>
                <a:lnTo>
                  <a:pt x="581254" y="113130"/>
                </a:lnTo>
                <a:close/>
                <a:moveTo>
                  <a:pt x="631320" y="83237"/>
                </a:moveTo>
                <a:lnTo>
                  <a:pt x="624451" y="95503"/>
                </a:lnTo>
                <a:lnTo>
                  <a:pt x="646050" y="86655"/>
                </a:lnTo>
                <a:close/>
                <a:moveTo>
                  <a:pt x="609721" y="94668"/>
                </a:moveTo>
                <a:lnTo>
                  <a:pt x="594991" y="90622"/>
                </a:lnTo>
                <a:lnTo>
                  <a:pt x="602853" y="105597"/>
                </a:lnTo>
                <a:close/>
                <a:moveTo>
                  <a:pt x="588123" y="101651"/>
                </a:moveTo>
                <a:lnTo>
                  <a:pt x="581254" y="113130"/>
                </a:lnTo>
                <a:lnTo>
                  <a:pt x="602853" y="105597"/>
                </a:lnTo>
                <a:close/>
                <a:moveTo>
                  <a:pt x="588123" y="101651"/>
                </a:moveTo>
                <a:lnTo>
                  <a:pt x="573393" y="99768"/>
                </a:lnTo>
                <a:lnTo>
                  <a:pt x="581254" y="113130"/>
                </a:lnTo>
                <a:close/>
                <a:moveTo>
                  <a:pt x="588123" y="101651"/>
                </a:moveTo>
                <a:lnTo>
                  <a:pt x="602853" y="105597"/>
                </a:lnTo>
                <a:lnTo>
                  <a:pt x="594991" y="90622"/>
                </a:lnTo>
                <a:close/>
                <a:moveTo>
                  <a:pt x="566524" y="108962"/>
                </a:moveTo>
                <a:lnTo>
                  <a:pt x="573393" y="99768"/>
                </a:lnTo>
                <a:lnTo>
                  <a:pt x="551794" y="110936"/>
                </a:lnTo>
                <a:close/>
                <a:moveTo>
                  <a:pt x="566524" y="108962"/>
                </a:moveTo>
                <a:lnTo>
                  <a:pt x="581254" y="113130"/>
                </a:lnTo>
                <a:lnTo>
                  <a:pt x="573393" y="99768"/>
                </a:lnTo>
                <a:close/>
                <a:moveTo>
                  <a:pt x="65788" y="165353"/>
                </a:moveTo>
                <a:lnTo>
                  <a:pt x="72657" y="157474"/>
                </a:lnTo>
                <a:lnTo>
                  <a:pt x="51058" y="159463"/>
                </a:lnTo>
                <a:close/>
                <a:moveTo>
                  <a:pt x="65788" y="165353"/>
                </a:moveTo>
                <a:lnTo>
                  <a:pt x="80518" y="170844"/>
                </a:lnTo>
                <a:lnTo>
                  <a:pt x="72657" y="157474"/>
                </a:lnTo>
                <a:close/>
                <a:moveTo>
                  <a:pt x="36328" y="152118"/>
                </a:moveTo>
                <a:lnTo>
                  <a:pt x="29460" y="162116"/>
                </a:lnTo>
                <a:lnTo>
                  <a:pt x="51058" y="159463"/>
                </a:lnTo>
                <a:close/>
                <a:moveTo>
                  <a:pt x="36328" y="152118"/>
                </a:moveTo>
                <a:lnTo>
                  <a:pt x="21599" y="145711"/>
                </a:lnTo>
                <a:lnTo>
                  <a:pt x="29460" y="162116"/>
                </a:lnTo>
                <a:close/>
                <a:moveTo>
                  <a:pt x="14730" y="155131"/>
                </a:moveTo>
                <a:lnTo>
                  <a:pt x="21599" y="145711"/>
                </a:lnTo>
                <a:lnTo>
                  <a:pt x="0" y="148478"/>
                </a:lnTo>
                <a:close/>
                <a:moveTo>
                  <a:pt x="14730" y="155131"/>
                </a:moveTo>
                <a:lnTo>
                  <a:pt x="29460" y="162116"/>
                </a:lnTo>
                <a:lnTo>
                  <a:pt x="21599" y="145711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28" name="PANEL_01-slope--30-230_722">
            <a:extLst>
              <a:ext uri="{FF2B5EF4-FFF2-40B4-BE49-F238E27FC236}">
                <a16:creationId xmlns:a16="http://schemas.microsoft.com/office/drawing/2014/main" id="{15FE386E-4FCC-4F48-8ED7-103CE3B3F102}"/>
              </a:ext>
            </a:extLst>
          </p:cNvPr>
          <p:cNvSpPr>
            <a:spLocks/>
          </p:cNvSpPr>
          <p:nvPr/>
        </p:nvSpPr>
        <p:spPr>
          <a:xfrm>
            <a:off x="1706649" y="165195"/>
            <a:ext cx="513131" cy="247078"/>
          </a:xfrm>
          <a:custGeom>
            <a:pathLst>
              <a:path w="347561" h="167354">
                <a:moveTo>
                  <a:pt x="332831" y="11434"/>
                </a:moveTo>
                <a:lnTo>
                  <a:pt x="325963" y="25687"/>
                </a:lnTo>
                <a:lnTo>
                  <a:pt x="347561" y="15853"/>
                </a:lnTo>
                <a:close/>
                <a:moveTo>
                  <a:pt x="332831" y="11434"/>
                </a:moveTo>
                <a:lnTo>
                  <a:pt x="318102" y="15143"/>
                </a:lnTo>
                <a:lnTo>
                  <a:pt x="325963" y="25687"/>
                </a:lnTo>
                <a:close/>
                <a:moveTo>
                  <a:pt x="332831" y="11434"/>
                </a:moveTo>
                <a:lnTo>
                  <a:pt x="339700" y="0"/>
                </a:lnTo>
                <a:lnTo>
                  <a:pt x="318102" y="15143"/>
                </a:lnTo>
                <a:close/>
                <a:moveTo>
                  <a:pt x="311233" y="28164"/>
                </a:moveTo>
                <a:lnTo>
                  <a:pt x="304364" y="41335"/>
                </a:lnTo>
                <a:lnTo>
                  <a:pt x="325963" y="25687"/>
                </a:lnTo>
                <a:close/>
                <a:moveTo>
                  <a:pt x="311233" y="28164"/>
                </a:moveTo>
                <a:lnTo>
                  <a:pt x="296503" y="32311"/>
                </a:lnTo>
                <a:lnTo>
                  <a:pt x="304364" y="41335"/>
                </a:lnTo>
                <a:close/>
                <a:moveTo>
                  <a:pt x="311233" y="28164"/>
                </a:moveTo>
                <a:lnTo>
                  <a:pt x="318102" y="15143"/>
                </a:lnTo>
                <a:lnTo>
                  <a:pt x="296503" y="32311"/>
                </a:lnTo>
                <a:close/>
                <a:moveTo>
                  <a:pt x="311233" y="28164"/>
                </a:moveTo>
                <a:lnTo>
                  <a:pt x="325963" y="25687"/>
                </a:lnTo>
                <a:lnTo>
                  <a:pt x="318102" y="15143"/>
                </a:lnTo>
                <a:close/>
                <a:moveTo>
                  <a:pt x="289634" y="43824"/>
                </a:moveTo>
                <a:lnTo>
                  <a:pt x="282766" y="56386"/>
                </a:lnTo>
                <a:lnTo>
                  <a:pt x="304364" y="41335"/>
                </a:lnTo>
                <a:close/>
                <a:moveTo>
                  <a:pt x="289634" y="43824"/>
                </a:moveTo>
                <a:lnTo>
                  <a:pt x="274905" y="46899"/>
                </a:lnTo>
                <a:lnTo>
                  <a:pt x="282766" y="56386"/>
                </a:lnTo>
                <a:close/>
                <a:moveTo>
                  <a:pt x="289634" y="43824"/>
                </a:moveTo>
                <a:lnTo>
                  <a:pt x="304364" y="41335"/>
                </a:lnTo>
                <a:lnTo>
                  <a:pt x="296503" y="32311"/>
                </a:lnTo>
                <a:close/>
                <a:moveTo>
                  <a:pt x="268036" y="57927"/>
                </a:moveTo>
                <a:lnTo>
                  <a:pt x="261167" y="70476"/>
                </a:lnTo>
                <a:lnTo>
                  <a:pt x="282766" y="56386"/>
                </a:lnTo>
                <a:close/>
                <a:moveTo>
                  <a:pt x="268036" y="57927"/>
                </a:moveTo>
                <a:lnTo>
                  <a:pt x="253306" y="59697"/>
                </a:lnTo>
                <a:lnTo>
                  <a:pt x="261167" y="70476"/>
                </a:lnTo>
                <a:close/>
                <a:moveTo>
                  <a:pt x="268036" y="57927"/>
                </a:moveTo>
                <a:lnTo>
                  <a:pt x="282766" y="56386"/>
                </a:lnTo>
                <a:lnTo>
                  <a:pt x="274905" y="46899"/>
                </a:lnTo>
                <a:close/>
                <a:moveTo>
                  <a:pt x="246437" y="70931"/>
                </a:moveTo>
                <a:lnTo>
                  <a:pt x="231708" y="72410"/>
                </a:lnTo>
                <a:lnTo>
                  <a:pt x="239569" y="85237"/>
                </a:lnTo>
                <a:close/>
                <a:moveTo>
                  <a:pt x="246437" y="70931"/>
                </a:moveTo>
                <a:lnTo>
                  <a:pt x="253306" y="59697"/>
                </a:lnTo>
                <a:lnTo>
                  <a:pt x="231708" y="72410"/>
                </a:lnTo>
                <a:close/>
                <a:moveTo>
                  <a:pt x="246437" y="70931"/>
                </a:moveTo>
                <a:lnTo>
                  <a:pt x="261167" y="70476"/>
                </a:lnTo>
                <a:lnTo>
                  <a:pt x="253306" y="59697"/>
                </a:lnTo>
                <a:close/>
                <a:moveTo>
                  <a:pt x="224839" y="85842"/>
                </a:moveTo>
                <a:lnTo>
                  <a:pt x="210109" y="83365"/>
                </a:lnTo>
                <a:lnTo>
                  <a:pt x="217970" y="98566"/>
                </a:lnTo>
                <a:close/>
                <a:moveTo>
                  <a:pt x="224839" y="85842"/>
                </a:moveTo>
                <a:lnTo>
                  <a:pt x="231708" y="72410"/>
                </a:lnTo>
                <a:lnTo>
                  <a:pt x="210109" y="83365"/>
                </a:lnTo>
                <a:close/>
                <a:moveTo>
                  <a:pt x="224839" y="85842"/>
                </a:moveTo>
                <a:lnTo>
                  <a:pt x="239569" y="85237"/>
                </a:lnTo>
                <a:lnTo>
                  <a:pt x="231708" y="72410"/>
                </a:lnTo>
                <a:close/>
                <a:moveTo>
                  <a:pt x="203240" y="96198"/>
                </a:moveTo>
                <a:lnTo>
                  <a:pt x="217970" y="98566"/>
                </a:lnTo>
                <a:lnTo>
                  <a:pt x="210109" y="83365"/>
                </a:lnTo>
                <a:close/>
                <a:moveTo>
                  <a:pt x="238576" y="60668"/>
                </a:moveTo>
                <a:lnTo>
                  <a:pt x="231708" y="72410"/>
                </a:lnTo>
                <a:lnTo>
                  <a:pt x="253306" y="59697"/>
                </a:lnTo>
                <a:close/>
                <a:moveTo>
                  <a:pt x="216978" y="72196"/>
                </a:moveTo>
                <a:lnTo>
                  <a:pt x="210109" y="83365"/>
                </a:lnTo>
                <a:lnTo>
                  <a:pt x="231708" y="72410"/>
                </a:lnTo>
                <a:close/>
                <a:moveTo>
                  <a:pt x="152182" y="88500"/>
                </a:moveTo>
                <a:lnTo>
                  <a:pt x="137452" y="87556"/>
                </a:lnTo>
                <a:lnTo>
                  <a:pt x="145314" y="101984"/>
                </a:lnTo>
                <a:close/>
                <a:moveTo>
                  <a:pt x="130584" y="99712"/>
                </a:moveTo>
                <a:lnTo>
                  <a:pt x="137452" y="87556"/>
                </a:lnTo>
                <a:lnTo>
                  <a:pt x="115854" y="97649"/>
                </a:lnTo>
                <a:close/>
                <a:moveTo>
                  <a:pt x="130584" y="99712"/>
                </a:moveTo>
                <a:lnTo>
                  <a:pt x="145314" y="101984"/>
                </a:lnTo>
                <a:lnTo>
                  <a:pt x="137452" y="87556"/>
                </a:lnTo>
                <a:close/>
                <a:moveTo>
                  <a:pt x="122722" y="86721"/>
                </a:moveTo>
                <a:lnTo>
                  <a:pt x="115854" y="97649"/>
                </a:lnTo>
                <a:lnTo>
                  <a:pt x="137452" y="87556"/>
                </a:lnTo>
                <a:close/>
                <a:moveTo>
                  <a:pt x="79525" y="101015"/>
                </a:moveTo>
                <a:lnTo>
                  <a:pt x="72657" y="114607"/>
                </a:lnTo>
                <a:lnTo>
                  <a:pt x="94255" y="105183"/>
                </a:lnTo>
                <a:close/>
                <a:moveTo>
                  <a:pt x="79525" y="101015"/>
                </a:moveTo>
                <a:lnTo>
                  <a:pt x="64796" y="102988"/>
                </a:lnTo>
                <a:lnTo>
                  <a:pt x="72657" y="114607"/>
                </a:lnTo>
                <a:close/>
                <a:moveTo>
                  <a:pt x="57927" y="115365"/>
                </a:moveTo>
                <a:lnTo>
                  <a:pt x="51058" y="129212"/>
                </a:lnTo>
                <a:lnTo>
                  <a:pt x="72657" y="114607"/>
                </a:lnTo>
                <a:close/>
                <a:moveTo>
                  <a:pt x="57927" y="115365"/>
                </a:moveTo>
                <a:lnTo>
                  <a:pt x="43197" y="116286"/>
                </a:lnTo>
                <a:lnTo>
                  <a:pt x="51058" y="129212"/>
                </a:lnTo>
                <a:close/>
                <a:moveTo>
                  <a:pt x="57927" y="115365"/>
                </a:moveTo>
                <a:lnTo>
                  <a:pt x="64796" y="102988"/>
                </a:lnTo>
                <a:lnTo>
                  <a:pt x="43197" y="116286"/>
                </a:lnTo>
                <a:close/>
                <a:moveTo>
                  <a:pt x="57927" y="115365"/>
                </a:moveTo>
                <a:lnTo>
                  <a:pt x="72657" y="114607"/>
                </a:lnTo>
                <a:lnTo>
                  <a:pt x="64796" y="102988"/>
                </a:lnTo>
                <a:close/>
                <a:moveTo>
                  <a:pt x="36328" y="130964"/>
                </a:moveTo>
                <a:lnTo>
                  <a:pt x="21599" y="131200"/>
                </a:lnTo>
                <a:lnTo>
                  <a:pt x="29460" y="144374"/>
                </a:lnTo>
                <a:close/>
                <a:moveTo>
                  <a:pt x="36328" y="130964"/>
                </a:moveTo>
                <a:lnTo>
                  <a:pt x="43197" y="116286"/>
                </a:lnTo>
                <a:lnTo>
                  <a:pt x="21599" y="131200"/>
                </a:lnTo>
                <a:close/>
                <a:moveTo>
                  <a:pt x="36328" y="130964"/>
                </a:moveTo>
                <a:lnTo>
                  <a:pt x="51058" y="129212"/>
                </a:lnTo>
                <a:lnTo>
                  <a:pt x="43197" y="116286"/>
                </a:lnTo>
                <a:close/>
                <a:moveTo>
                  <a:pt x="14730" y="145375"/>
                </a:moveTo>
                <a:lnTo>
                  <a:pt x="7861" y="167354"/>
                </a:lnTo>
                <a:lnTo>
                  <a:pt x="29460" y="144374"/>
                </a:lnTo>
                <a:close/>
                <a:moveTo>
                  <a:pt x="14730" y="145375"/>
                </a:moveTo>
                <a:lnTo>
                  <a:pt x="0" y="157214"/>
                </a:lnTo>
                <a:lnTo>
                  <a:pt x="7861" y="167354"/>
                </a:lnTo>
                <a:close/>
                <a:moveTo>
                  <a:pt x="14730" y="145375"/>
                </a:moveTo>
                <a:lnTo>
                  <a:pt x="21599" y="131200"/>
                </a:lnTo>
                <a:lnTo>
                  <a:pt x="0" y="157214"/>
                </a:lnTo>
                <a:close/>
                <a:moveTo>
                  <a:pt x="14730" y="145375"/>
                </a:moveTo>
                <a:lnTo>
                  <a:pt x="29460" y="144374"/>
                </a:lnTo>
                <a:lnTo>
                  <a:pt x="21599" y="131200"/>
                </a:lnTo>
                <a:close/>
                <a:moveTo>
                  <a:pt x="28467" y="115292"/>
                </a:moveTo>
                <a:lnTo>
                  <a:pt x="21599" y="131200"/>
                </a:lnTo>
                <a:lnTo>
                  <a:pt x="43197" y="116286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29" name="PANEL_01-water--30-230_723">
            <a:extLst>
              <a:ext uri="{FF2B5EF4-FFF2-40B4-BE49-F238E27FC236}">
                <a16:creationId xmlns:a16="http://schemas.microsoft.com/office/drawing/2014/main" id="{BFE28A9B-EF59-486D-9B47-8ACFF57FF976}"/>
              </a:ext>
            </a:extLst>
          </p:cNvPr>
          <p:cNvSpPr>
            <a:spLocks/>
          </p:cNvSpPr>
          <p:nvPr/>
        </p:nvSpPr>
        <p:spPr>
          <a:xfrm>
            <a:off x="1126812" y="390532"/>
            <a:ext cx="591443" cy="29940"/>
          </a:xfrm>
          <a:custGeom>
            <a:pathLst>
              <a:path w="400605" h="20280">
                <a:moveTo>
                  <a:pt x="385875" y="11501"/>
                </a:moveTo>
                <a:lnTo>
                  <a:pt x="371145" y="8276"/>
                </a:lnTo>
                <a:lnTo>
                  <a:pt x="379006" y="18416"/>
                </a:lnTo>
                <a:close/>
                <a:moveTo>
                  <a:pt x="385875" y="11501"/>
                </a:moveTo>
                <a:lnTo>
                  <a:pt x="392743" y="4585"/>
                </a:lnTo>
                <a:lnTo>
                  <a:pt x="371145" y="8276"/>
                </a:lnTo>
                <a:close/>
                <a:moveTo>
                  <a:pt x="385875" y="11501"/>
                </a:moveTo>
                <a:lnTo>
                  <a:pt x="400605" y="14725"/>
                </a:lnTo>
                <a:lnTo>
                  <a:pt x="392743" y="4585"/>
                </a:lnTo>
                <a:close/>
                <a:moveTo>
                  <a:pt x="364276" y="15191"/>
                </a:moveTo>
                <a:lnTo>
                  <a:pt x="371145" y="8276"/>
                </a:lnTo>
                <a:lnTo>
                  <a:pt x="349546" y="11967"/>
                </a:lnTo>
                <a:close/>
                <a:moveTo>
                  <a:pt x="364276" y="15191"/>
                </a:moveTo>
                <a:lnTo>
                  <a:pt x="379006" y="18416"/>
                </a:lnTo>
                <a:lnTo>
                  <a:pt x="371145" y="8276"/>
                </a:lnTo>
                <a:close/>
                <a:moveTo>
                  <a:pt x="356415" y="5051"/>
                </a:moveTo>
                <a:lnTo>
                  <a:pt x="349546" y="11967"/>
                </a:lnTo>
                <a:lnTo>
                  <a:pt x="371145" y="8276"/>
                </a:lnTo>
                <a:close/>
                <a:moveTo>
                  <a:pt x="356415" y="5051"/>
                </a:moveTo>
                <a:lnTo>
                  <a:pt x="341685" y="1827"/>
                </a:lnTo>
                <a:lnTo>
                  <a:pt x="349546" y="11967"/>
                </a:lnTo>
                <a:close/>
                <a:moveTo>
                  <a:pt x="334817" y="8742"/>
                </a:moveTo>
                <a:lnTo>
                  <a:pt x="327948" y="15657"/>
                </a:lnTo>
                <a:lnTo>
                  <a:pt x="349546" y="11967"/>
                </a:lnTo>
                <a:close/>
                <a:moveTo>
                  <a:pt x="334817" y="8742"/>
                </a:moveTo>
                <a:lnTo>
                  <a:pt x="320087" y="5517"/>
                </a:lnTo>
                <a:lnTo>
                  <a:pt x="327948" y="15657"/>
                </a:lnTo>
                <a:close/>
                <a:moveTo>
                  <a:pt x="334817" y="8742"/>
                </a:moveTo>
                <a:lnTo>
                  <a:pt x="341685" y="1827"/>
                </a:lnTo>
                <a:lnTo>
                  <a:pt x="320087" y="5517"/>
                </a:lnTo>
                <a:close/>
                <a:moveTo>
                  <a:pt x="334817" y="8742"/>
                </a:moveTo>
                <a:lnTo>
                  <a:pt x="349546" y="11967"/>
                </a:lnTo>
                <a:lnTo>
                  <a:pt x="341685" y="1827"/>
                </a:lnTo>
                <a:close/>
                <a:moveTo>
                  <a:pt x="313218" y="12433"/>
                </a:moveTo>
                <a:lnTo>
                  <a:pt x="298488" y="9208"/>
                </a:lnTo>
                <a:lnTo>
                  <a:pt x="306349" y="19348"/>
                </a:lnTo>
                <a:close/>
                <a:moveTo>
                  <a:pt x="313218" y="12433"/>
                </a:moveTo>
                <a:lnTo>
                  <a:pt x="320087" y="5517"/>
                </a:lnTo>
                <a:lnTo>
                  <a:pt x="298488" y="9208"/>
                </a:lnTo>
                <a:close/>
                <a:moveTo>
                  <a:pt x="313218" y="12433"/>
                </a:moveTo>
                <a:lnTo>
                  <a:pt x="327948" y="15657"/>
                </a:lnTo>
                <a:lnTo>
                  <a:pt x="320087" y="5517"/>
                </a:lnTo>
                <a:close/>
                <a:moveTo>
                  <a:pt x="291620" y="16123"/>
                </a:moveTo>
                <a:lnTo>
                  <a:pt x="298488" y="9208"/>
                </a:lnTo>
                <a:lnTo>
                  <a:pt x="276890" y="12899"/>
                </a:lnTo>
                <a:close/>
                <a:moveTo>
                  <a:pt x="305357" y="2293"/>
                </a:moveTo>
                <a:lnTo>
                  <a:pt x="298488" y="9208"/>
                </a:lnTo>
                <a:lnTo>
                  <a:pt x="320087" y="5517"/>
                </a:lnTo>
                <a:close/>
                <a:moveTo>
                  <a:pt x="283758" y="5983"/>
                </a:moveTo>
                <a:lnTo>
                  <a:pt x="276890" y="12899"/>
                </a:lnTo>
                <a:lnTo>
                  <a:pt x="298488" y="9208"/>
                </a:lnTo>
                <a:close/>
                <a:moveTo>
                  <a:pt x="283758" y="5983"/>
                </a:moveTo>
                <a:lnTo>
                  <a:pt x="269028" y="2759"/>
                </a:lnTo>
                <a:lnTo>
                  <a:pt x="276890" y="12899"/>
                </a:lnTo>
                <a:close/>
                <a:moveTo>
                  <a:pt x="262160" y="9674"/>
                </a:moveTo>
                <a:lnTo>
                  <a:pt x="255291" y="16589"/>
                </a:lnTo>
                <a:lnTo>
                  <a:pt x="276890" y="12899"/>
                </a:lnTo>
                <a:close/>
                <a:moveTo>
                  <a:pt x="262160" y="9674"/>
                </a:moveTo>
                <a:lnTo>
                  <a:pt x="247430" y="6449"/>
                </a:lnTo>
                <a:lnTo>
                  <a:pt x="255291" y="16589"/>
                </a:lnTo>
                <a:close/>
                <a:moveTo>
                  <a:pt x="262160" y="9674"/>
                </a:moveTo>
                <a:lnTo>
                  <a:pt x="269028" y="2759"/>
                </a:lnTo>
                <a:lnTo>
                  <a:pt x="247430" y="6449"/>
                </a:lnTo>
                <a:close/>
                <a:moveTo>
                  <a:pt x="262160" y="9674"/>
                </a:moveTo>
                <a:lnTo>
                  <a:pt x="276890" y="12899"/>
                </a:lnTo>
                <a:lnTo>
                  <a:pt x="269028" y="2759"/>
                </a:lnTo>
                <a:close/>
                <a:moveTo>
                  <a:pt x="240561" y="13365"/>
                </a:moveTo>
                <a:lnTo>
                  <a:pt x="225831" y="10140"/>
                </a:lnTo>
                <a:lnTo>
                  <a:pt x="233693" y="20280"/>
                </a:lnTo>
                <a:close/>
                <a:moveTo>
                  <a:pt x="240561" y="13365"/>
                </a:moveTo>
                <a:lnTo>
                  <a:pt x="247430" y="6449"/>
                </a:lnTo>
                <a:lnTo>
                  <a:pt x="225831" y="10140"/>
                </a:lnTo>
                <a:close/>
                <a:moveTo>
                  <a:pt x="240561" y="13365"/>
                </a:moveTo>
                <a:lnTo>
                  <a:pt x="255291" y="16589"/>
                </a:lnTo>
                <a:lnTo>
                  <a:pt x="247430" y="6449"/>
                </a:lnTo>
                <a:close/>
                <a:moveTo>
                  <a:pt x="218963" y="17055"/>
                </a:moveTo>
                <a:lnTo>
                  <a:pt x="225831" y="10140"/>
                </a:lnTo>
                <a:lnTo>
                  <a:pt x="204233" y="13831"/>
                </a:lnTo>
                <a:close/>
                <a:moveTo>
                  <a:pt x="232700" y="3225"/>
                </a:moveTo>
                <a:lnTo>
                  <a:pt x="225831" y="10140"/>
                </a:lnTo>
                <a:lnTo>
                  <a:pt x="247430" y="6449"/>
                </a:lnTo>
                <a:close/>
                <a:moveTo>
                  <a:pt x="211102" y="6915"/>
                </a:moveTo>
                <a:lnTo>
                  <a:pt x="204233" y="13831"/>
                </a:lnTo>
                <a:lnTo>
                  <a:pt x="225831" y="10140"/>
                </a:lnTo>
                <a:close/>
                <a:moveTo>
                  <a:pt x="211102" y="6915"/>
                </a:moveTo>
                <a:lnTo>
                  <a:pt x="196372" y="3691"/>
                </a:lnTo>
                <a:lnTo>
                  <a:pt x="204233" y="13831"/>
                </a:lnTo>
                <a:close/>
                <a:moveTo>
                  <a:pt x="211102" y="6915"/>
                </a:moveTo>
                <a:lnTo>
                  <a:pt x="225831" y="10140"/>
                </a:lnTo>
                <a:lnTo>
                  <a:pt x="217970" y="0"/>
                </a:lnTo>
                <a:close/>
                <a:moveTo>
                  <a:pt x="189503" y="10606"/>
                </a:moveTo>
                <a:lnTo>
                  <a:pt x="182634" y="17521"/>
                </a:lnTo>
                <a:lnTo>
                  <a:pt x="204233" y="13831"/>
                </a:lnTo>
                <a:close/>
                <a:moveTo>
                  <a:pt x="189503" y="10606"/>
                </a:moveTo>
                <a:lnTo>
                  <a:pt x="174773" y="7381"/>
                </a:lnTo>
                <a:lnTo>
                  <a:pt x="182634" y="17521"/>
                </a:lnTo>
                <a:close/>
                <a:moveTo>
                  <a:pt x="189503" y="10606"/>
                </a:moveTo>
                <a:lnTo>
                  <a:pt x="196372" y="3691"/>
                </a:lnTo>
                <a:lnTo>
                  <a:pt x="174773" y="7381"/>
                </a:lnTo>
                <a:close/>
                <a:moveTo>
                  <a:pt x="189503" y="10606"/>
                </a:moveTo>
                <a:lnTo>
                  <a:pt x="204233" y="13831"/>
                </a:lnTo>
                <a:lnTo>
                  <a:pt x="196372" y="3691"/>
                </a:lnTo>
                <a:close/>
                <a:moveTo>
                  <a:pt x="167905" y="14296"/>
                </a:moveTo>
                <a:lnTo>
                  <a:pt x="174773" y="7381"/>
                </a:lnTo>
                <a:lnTo>
                  <a:pt x="153175" y="11072"/>
                </a:lnTo>
                <a:close/>
                <a:moveTo>
                  <a:pt x="167905" y="14296"/>
                </a:moveTo>
                <a:lnTo>
                  <a:pt x="182634" y="17521"/>
                </a:lnTo>
                <a:lnTo>
                  <a:pt x="174773" y="7381"/>
                </a:lnTo>
                <a:close/>
                <a:moveTo>
                  <a:pt x="146306" y="17987"/>
                </a:moveTo>
                <a:lnTo>
                  <a:pt x="153175" y="11072"/>
                </a:lnTo>
                <a:lnTo>
                  <a:pt x="131576" y="14762"/>
                </a:lnTo>
                <a:close/>
                <a:moveTo>
                  <a:pt x="160043" y="4157"/>
                </a:moveTo>
                <a:lnTo>
                  <a:pt x="153175" y="11072"/>
                </a:lnTo>
                <a:lnTo>
                  <a:pt x="174773" y="7381"/>
                </a:lnTo>
                <a:close/>
                <a:moveTo>
                  <a:pt x="160043" y="4157"/>
                </a:moveTo>
                <a:lnTo>
                  <a:pt x="145314" y="932"/>
                </a:lnTo>
                <a:lnTo>
                  <a:pt x="153175" y="11072"/>
                </a:lnTo>
                <a:close/>
                <a:moveTo>
                  <a:pt x="138445" y="7847"/>
                </a:moveTo>
                <a:lnTo>
                  <a:pt x="131576" y="14762"/>
                </a:lnTo>
                <a:lnTo>
                  <a:pt x="153175" y="11072"/>
                </a:lnTo>
                <a:close/>
                <a:moveTo>
                  <a:pt x="138445" y="7847"/>
                </a:moveTo>
                <a:lnTo>
                  <a:pt x="123715" y="4623"/>
                </a:lnTo>
                <a:lnTo>
                  <a:pt x="131576" y="14762"/>
                </a:lnTo>
                <a:close/>
                <a:moveTo>
                  <a:pt x="138445" y="7847"/>
                </a:moveTo>
                <a:lnTo>
                  <a:pt x="153175" y="11072"/>
                </a:lnTo>
                <a:lnTo>
                  <a:pt x="145314" y="932"/>
                </a:lnTo>
                <a:close/>
                <a:moveTo>
                  <a:pt x="116846" y="11538"/>
                </a:moveTo>
                <a:lnTo>
                  <a:pt x="102116" y="8313"/>
                </a:lnTo>
                <a:lnTo>
                  <a:pt x="109978" y="18453"/>
                </a:lnTo>
                <a:close/>
                <a:moveTo>
                  <a:pt x="116846" y="11538"/>
                </a:moveTo>
                <a:lnTo>
                  <a:pt x="123715" y="4623"/>
                </a:lnTo>
                <a:lnTo>
                  <a:pt x="102116" y="8313"/>
                </a:lnTo>
                <a:close/>
                <a:moveTo>
                  <a:pt x="116846" y="11538"/>
                </a:moveTo>
                <a:lnTo>
                  <a:pt x="131576" y="14762"/>
                </a:lnTo>
                <a:lnTo>
                  <a:pt x="123715" y="4623"/>
                </a:lnTo>
                <a:close/>
                <a:moveTo>
                  <a:pt x="95248" y="15228"/>
                </a:moveTo>
                <a:lnTo>
                  <a:pt x="102116" y="8313"/>
                </a:lnTo>
                <a:lnTo>
                  <a:pt x="80518" y="12004"/>
                </a:lnTo>
                <a:close/>
                <a:moveTo>
                  <a:pt x="95248" y="15228"/>
                </a:moveTo>
                <a:lnTo>
                  <a:pt x="109978" y="18453"/>
                </a:lnTo>
                <a:lnTo>
                  <a:pt x="102116" y="8313"/>
                </a:lnTo>
                <a:close/>
                <a:moveTo>
                  <a:pt x="87387" y="5089"/>
                </a:moveTo>
                <a:lnTo>
                  <a:pt x="80518" y="12004"/>
                </a:lnTo>
                <a:lnTo>
                  <a:pt x="102116" y="8313"/>
                </a:lnTo>
                <a:close/>
                <a:moveTo>
                  <a:pt x="87387" y="5089"/>
                </a:moveTo>
                <a:lnTo>
                  <a:pt x="72657" y="1864"/>
                </a:lnTo>
                <a:lnTo>
                  <a:pt x="80518" y="12004"/>
                </a:lnTo>
                <a:close/>
                <a:moveTo>
                  <a:pt x="65788" y="8779"/>
                </a:moveTo>
                <a:lnTo>
                  <a:pt x="58919" y="15694"/>
                </a:lnTo>
                <a:lnTo>
                  <a:pt x="80518" y="12004"/>
                </a:lnTo>
                <a:close/>
                <a:moveTo>
                  <a:pt x="65788" y="8779"/>
                </a:moveTo>
                <a:lnTo>
                  <a:pt x="51058" y="5555"/>
                </a:lnTo>
                <a:lnTo>
                  <a:pt x="58919" y="15694"/>
                </a:lnTo>
                <a:close/>
                <a:moveTo>
                  <a:pt x="65788" y="8779"/>
                </a:moveTo>
                <a:lnTo>
                  <a:pt x="72657" y="1864"/>
                </a:lnTo>
                <a:lnTo>
                  <a:pt x="51058" y="5555"/>
                </a:lnTo>
                <a:close/>
                <a:moveTo>
                  <a:pt x="65788" y="8779"/>
                </a:moveTo>
                <a:lnTo>
                  <a:pt x="80518" y="12004"/>
                </a:lnTo>
                <a:lnTo>
                  <a:pt x="72657" y="1864"/>
                </a:lnTo>
                <a:close/>
                <a:moveTo>
                  <a:pt x="44190" y="12470"/>
                </a:moveTo>
                <a:lnTo>
                  <a:pt x="29460" y="9245"/>
                </a:lnTo>
                <a:lnTo>
                  <a:pt x="37321" y="19385"/>
                </a:lnTo>
                <a:close/>
                <a:moveTo>
                  <a:pt x="44190" y="12470"/>
                </a:moveTo>
                <a:lnTo>
                  <a:pt x="51058" y="5555"/>
                </a:lnTo>
                <a:lnTo>
                  <a:pt x="29460" y="9245"/>
                </a:lnTo>
                <a:close/>
                <a:moveTo>
                  <a:pt x="44190" y="12470"/>
                </a:moveTo>
                <a:lnTo>
                  <a:pt x="58919" y="15694"/>
                </a:lnTo>
                <a:lnTo>
                  <a:pt x="51058" y="5555"/>
                </a:lnTo>
                <a:close/>
                <a:moveTo>
                  <a:pt x="22591" y="16160"/>
                </a:moveTo>
                <a:lnTo>
                  <a:pt x="29460" y="9245"/>
                </a:lnTo>
                <a:lnTo>
                  <a:pt x="7861" y="12936"/>
                </a:lnTo>
                <a:close/>
                <a:moveTo>
                  <a:pt x="36328" y="2330"/>
                </a:moveTo>
                <a:lnTo>
                  <a:pt x="29460" y="9245"/>
                </a:lnTo>
                <a:lnTo>
                  <a:pt x="51058" y="5555"/>
                </a:lnTo>
                <a:close/>
                <a:moveTo>
                  <a:pt x="14730" y="6021"/>
                </a:moveTo>
                <a:lnTo>
                  <a:pt x="7861" y="12936"/>
                </a:lnTo>
                <a:lnTo>
                  <a:pt x="29460" y="9245"/>
                </a:lnTo>
                <a:close/>
                <a:moveTo>
                  <a:pt x="14730" y="6021"/>
                </a:moveTo>
                <a:lnTo>
                  <a:pt x="0" y="2796"/>
                </a:lnTo>
                <a:lnTo>
                  <a:pt x="7861" y="12936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30" name="PANEL_01-slope--29-220_724">
            <a:extLst>
              <a:ext uri="{FF2B5EF4-FFF2-40B4-BE49-F238E27FC236}">
                <a16:creationId xmlns:a16="http://schemas.microsoft.com/office/drawing/2014/main" id="{518E42B0-2FE0-4021-838E-0F6DF6D4B301}"/>
              </a:ext>
            </a:extLst>
          </p:cNvPr>
          <p:cNvSpPr>
            <a:spLocks/>
          </p:cNvSpPr>
          <p:nvPr/>
        </p:nvSpPr>
        <p:spPr>
          <a:xfrm>
            <a:off x="1106530" y="199019"/>
            <a:ext cx="1200236" cy="226920"/>
          </a:xfrm>
          <a:custGeom>
            <a:pathLst>
              <a:path w="812962" h="153701">
                <a:moveTo>
                  <a:pt x="806093" y="41166"/>
                </a:moveTo>
                <a:lnTo>
                  <a:pt x="812962" y="30828"/>
                </a:lnTo>
                <a:lnTo>
                  <a:pt x="791363" y="30002"/>
                </a:lnTo>
                <a:close/>
                <a:moveTo>
                  <a:pt x="798232" y="21573"/>
                </a:moveTo>
                <a:lnTo>
                  <a:pt x="791363" y="30002"/>
                </a:lnTo>
                <a:lnTo>
                  <a:pt x="812962" y="30828"/>
                </a:lnTo>
                <a:close/>
                <a:moveTo>
                  <a:pt x="798232" y="21573"/>
                </a:moveTo>
                <a:lnTo>
                  <a:pt x="783502" y="10833"/>
                </a:lnTo>
                <a:lnTo>
                  <a:pt x="791363" y="30002"/>
                </a:lnTo>
                <a:close/>
                <a:moveTo>
                  <a:pt x="776633" y="18603"/>
                </a:moveTo>
                <a:lnTo>
                  <a:pt x="761903" y="9559"/>
                </a:lnTo>
                <a:lnTo>
                  <a:pt x="769765" y="27389"/>
                </a:lnTo>
                <a:close/>
                <a:moveTo>
                  <a:pt x="776633" y="18603"/>
                </a:moveTo>
                <a:lnTo>
                  <a:pt x="783502" y="10833"/>
                </a:lnTo>
                <a:lnTo>
                  <a:pt x="761903" y="9559"/>
                </a:lnTo>
                <a:close/>
                <a:moveTo>
                  <a:pt x="776633" y="18603"/>
                </a:moveTo>
                <a:lnTo>
                  <a:pt x="791363" y="30002"/>
                </a:lnTo>
                <a:lnTo>
                  <a:pt x="783502" y="10833"/>
                </a:lnTo>
                <a:close/>
                <a:moveTo>
                  <a:pt x="768772" y="0"/>
                </a:moveTo>
                <a:lnTo>
                  <a:pt x="761903" y="9559"/>
                </a:lnTo>
                <a:lnTo>
                  <a:pt x="783502" y="10833"/>
                </a:lnTo>
                <a:close/>
                <a:moveTo>
                  <a:pt x="44190" y="153701"/>
                </a:moveTo>
                <a:lnTo>
                  <a:pt x="51058" y="149104"/>
                </a:lnTo>
                <a:lnTo>
                  <a:pt x="29460" y="152794"/>
                </a:lnTo>
                <a:close/>
                <a:moveTo>
                  <a:pt x="14730" y="146075"/>
                </a:moveTo>
                <a:lnTo>
                  <a:pt x="7861" y="151848"/>
                </a:lnTo>
                <a:lnTo>
                  <a:pt x="29460" y="152794"/>
                </a:lnTo>
                <a:close/>
                <a:moveTo>
                  <a:pt x="14730" y="146075"/>
                </a:moveTo>
                <a:lnTo>
                  <a:pt x="0" y="139986"/>
                </a:lnTo>
                <a:lnTo>
                  <a:pt x="7861" y="151848"/>
                </a:lnTo>
                <a:close/>
                <a:moveTo>
                  <a:pt x="14730" y="146075"/>
                </a:moveTo>
                <a:lnTo>
                  <a:pt x="21599" y="142654"/>
                </a:lnTo>
                <a:lnTo>
                  <a:pt x="0" y="139986"/>
                </a:lnTo>
                <a:close/>
                <a:moveTo>
                  <a:pt x="14730" y="146075"/>
                </a:moveTo>
                <a:lnTo>
                  <a:pt x="29460" y="152794"/>
                </a:lnTo>
                <a:lnTo>
                  <a:pt x="21599" y="142654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31" name="PANEL_01-slope--29-225_725">
            <a:extLst>
              <a:ext uri="{FF2B5EF4-FFF2-40B4-BE49-F238E27FC236}">
                <a16:creationId xmlns:a16="http://schemas.microsoft.com/office/drawing/2014/main" id="{666A56B2-B092-49C8-A168-AF3973AA394F}"/>
              </a:ext>
            </a:extLst>
          </p:cNvPr>
          <p:cNvSpPr>
            <a:spLocks/>
          </p:cNvSpPr>
          <p:nvPr/>
        </p:nvSpPr>
        <p:spPr>
          <a:xfrm>
            <a:off x="891993" y="188600"/>
            <a:ext cx="1458266" cy="234603"/>
          </a:xfrm>
          <a:custGeom>
            <a:pathLst>
              <a:path w="987735" h="158905">
                <a:moveTo>
                  <a:pt x="973005" y="45730"/>
                </a:moveTo>
                <a:lnTo>
                  <a:pt x="966136" y="53624"/>
                </a:lnTo>
                <a:lnTo>
                  <a:pt x="987735" y="45460"/>
                </a:lnTo>
                <a:close/>
                <a:moveTo>
                  <a:pt x="973005" y="45730"/>
                </a:moveTo>
                <a:lnTo>
                  <a:pt x="958275" y="37885"/>
                </a:lnTo>
                <a:lnTo>
                  <a:pt x="966136" y="53624"/>
                </a:lnTo>
                <a:close/>
                <a:moveTo>
                  <a:pt x="973005" y="45730"/>
                </a:moveTo>
                <a:lnTo>
                  <a:pt x="979874" y="33948"/>
                </a:lnTo>
                <a:lnTo>
                  <a:pt x="958275" y="37885"/>
                </a:lnTo>
                <a:close/>
                <a:moveTo>
                  <a:pt x="973005" y="45730"/>
                </a:moveTo>
                <a:lnTo>
                  <a:pt x="987735" y="45460"/>
                </a:lnTo>
                <a:lnTo>
                  <a:pt x="979874" y="33948"/>
                </a:lnTo>
                <a:close/>
                <a:moveTo>
                  <a:pt x="951406" y="48223"/>
                </a:moveTo>
                <a:lnTo>
                  <a:pt x="966136" y="53624"/>
                </a:lnTo>
                <a:lnTo>
                  <a:pt x="958275" y="37885"/>
                </a:lnTo>
                <a:close/>
                <a:moveTo>
                  <a:pt x="965144" y="28955"/>
                </a:moveTo>
                <a:lnTo>
                  <a:pt x="958275" y="37885"/>
                </a:lnTo>
                <a:lnTo>
                  <a:pt x="979874" y="33948"/>
                </a:lnTo>
                <a:close/>
                <a:moveTo>
                  <a:pt x="943545" y="28630"/>
                </a:moveTo>
                <a:lnTo>
                  <a:pt x="958275" y="37885"/>
                </a:lnTo>
                <a:lnTo>
                  <a:pt x="950414" y="18903"/>
                </a:lnTo>
                <a:close/>
                <a:moveTo>
                  <a:pt x="900348" y="25109"/>
                </a:moveTo>
                <a:lnTo>
                  <a:pt x="907217" y="16616"/>
                </a:lnTo>
                <a:lnTo>
                  <a:pt x="885618" y="22636"/>
                </a:lnTo>
                <a:close/>
                <a:moveTo>
                  <a:pt x="914085" y="7057"/>
                </a:moveTo>
                <a:lnTo>
                  <a:pt x="899356" y="0"/>
                </a:lnTo>
                <a:lnTo>
                  <a:pt x="907217" y="16616"/>
                </a:lnTo>
                <a:close/>
                <a:moveTo>
                  <a:pt x="892487" y="8640"/>
                </a:moveTo>
                <a:lnTo>
                  <a:pt x="885618" y="22636"/>
                </a:lnTo>
                <a:lnTo>
                  <a:pt x="907217" y="16616"/>
                </a:lnTo>
                <a:close/>
                <a:moveTo>
                  <a:pt x="892487" y="8640"/>
                </a:moveTo>
                <a:lnTo>
                  <a:pt x="899356" y="0"/>
                </a:lnTo>
                <a:lnTo>
                  <a:pt x="877757" y="9834"/>
                </a:lnTo>
                <a:close/>
                <a:moveTo>
                  <a:pt x="892487" y="8640"/>
                </a:moveTo>
                <a:lnTo>
                  <a:pt x="907217" y="16616"/>
                </a:lnTo>
                <a:lnTo>
                  <a:pt x="899356" y="0"/>
                </a:lnTo>
                <a:close/>
                <a:moveTo>
                  <a:pt x="784494" y="84374"/>
                </a:moveTo>
                <a:lnTo>
                  <a:pt x="769765" y="82713"/>
                </a:lnTo>
                <a:lnTo>
                  <a:pt x="777626" y="94258"/>
                </a:lnTo>
                <a:close/>
                <a:moveTo>
                  <a:pt x="762896" y="96143"/>
                </a:moveTo>
                <a:lnTo>
                  <a:pt x="748166" y="91484"/>
                </a:lnTo>
                <a:lnTo>
                  <a:pt x="756027" y="105282"/>
                </a:lnTo>
                <a:close/>
                <a:moveTo>
                  <a:pt x="741297" y="104077"/>
                </a:moveTo>
                <a:lnTo>
                  <a:pt x="748166" y="91484"/>
                </a:lnTo>
                <a:lnTo>
                  <a:pt x="726568" y="97276"/>
                </a:lnTo>
                <a:close/>
                <a:moveTo>
                  <a:pt x="755035" y="80345"/>
                </a:moveTo>
                <a:lnTo>
                  <a:pt x="748166" y="91484"/>
                </a:lnTo>
                <a:lnTo>
                  <a:pt x="769765" y="82713"/>
                </a:lnTo>
                <a:close/>
                <a:moveTo>
                  <a:pt x="755035" y="80345"/>
                </a:moveTo>
                <a:lnTo>
                  <a:pt x="740305" y="74174"/>
                </a:lnTo>
                <a:lnTo>
                  <a:pt x="748166" y="91484"/>
                </a:lnTo>
                <a:close/>
                <a:moveTo>
                  <a:pt x="733436" y="85372"/>
                </a:moveTo>
                <a:lnTo>
                  <a:pt x="726568" y="97276"/>
                </a:lnTo>
                <a:lnTo>
                  <a:pt x="748166" y="91484"/>
                </a:lnTo>
                <a:close/>
                <a:moveTo>
                  <a:pt x="733436" y="85372"/>
                </a:moveTo>
                <a:lnTo>
                  <a:pt x="718706" y="78884"/>
                </a:lnTo>
                <a:lnTo>
                  <a:pt x="726568" y="97276"/>
                </a:lnTo>
                <a:close/>
                <a:moveTo>
                  <a:pt x="733436" y="85372"/>
                </a:moveTo>
                <a:lnTo>
                  <a:pt x="740305" y="74174"/>
                </a:lnTo>
                <a:lnTo>
                  <a:pt x="718706" y="78884"/>
                </a:lnTo>
                <a:close/>
                <a:moveTo>
                  <a:pt x="733436" y="85372"/>
                </a:moveTo>
                <a:lnTo>
                  <a:pt x="748166" y="91484"/>
                </a:lnTo>
                <a:lnTo>
                  <a:pt x="740305" y="74174"/>
                </a:lnTo>
                <a:close/>
                <a:moveTo>
                  <a:pt x="711838" y="89907"/>
                </a:moveTo>
                <a:lnTo>
                  <a:pt x="704969" y="103029"/>
                </a:lnTo>
                <a:lnTo>
                  <a:pt x="726568" y="97276"/>
                </a:lnTo>
                <a:close/>
                <a:moveTo>
                  <a:pt x="711838" y="89907"/>
                </a:moveTo>
                <a:lnTo>
                  <a:pt x="697108" y="86131"/>
                </a:lnTo>
                <a:lnTo>
                  <a:pt x="704969" y="103029"/>
                </a:lnTo>
                <a:close/>
                <a:moveTo>
                  <a:pt x="711838" y="89907"/>
                </a:moveTo>
                <a:lnTo>
                  <a:pt x="718706" y="78884"/>
                </a:lnTo>
                <a:lnTo>
                  <a:pt x="697108" y="86131"/>
                </a:lnTo>
                <a:close/>
                <a:moveTo>
                  <a:pt x="711838" y="89907"/>
                </a:moveTo>
                <a:lnTo>
                  <a:pt x="726568" y="97276"/>
                </a:lnTo>
                <a:lnTo>
                  <a:pt x="718706" y="78884"/>
                </a:lnTo>
                <a:close/>
                <a:moveTo>
                  <a:pt x="690239" y="98112"/>
                </a:moveTo>
                <a:lnTo>
                  <a:pt x="704969" y="103029"/>
                </a:lnTo>
                <a:lnTo>
                  <a:pt x="697108" y="86131"/>
                </a:lnTo>
                <a:close/>
                <a:moveTo>
                  <a:pt x="668641" y="108475"/>
                </a:moveTo>
                <a:lnTo>
                  <a:pt x="675509" y="96263"/>
                </a:lnTo>
                <a:lnTo>
                  <a:pt x="653911" y="104756"/>
                </a:lnTo>
                <a:close/>
                <a:moveTo>
                  <a:pt x="703976" y="72647"/>
                </a:moveTo>
                <a:lnTo>
                  <a:pt x="697108" y="86131"/>
                </a:lnTo>
                <a:lnTo>
                  <a:pt x="718706" y="78884"/>
                </a:lnTo>
                <a:close/>
                <a:moveTo>
                  <a:pt x="660779" y="94608"/>
                </a:moveTo>
                <a:lnTo>
                  <a:pt x="653911" y="104756"/>
                </a:lnTo>
                <a:lnTo>
                  <a:pt x="675509" y="96263"/>
                </a:lnTo>
                <a:close/>
                <a:moveTo>
                  <a:pt x="660779" y="94608"/>
                </a:moveTo>
                <a:lnTo>
                  <a:pt x="646050" y="89329"/>
                </a:lnTo>
                <a:lnTo>
                  <a:pt x="653911" y="104756"/>
                </a:lnTo>
                <a:close/>
                <a:moveTo>
                  <a:pt x="639181" y="99698"/>
                </a:moveTo>
                <a:lnTo>
                  <a:pt x="632312" y="112545"/>
                </a:lnTo>
                <a:lnTo>
                  <a:pt x="653911" y="104756"/>
                </a:lnTo>
                <a:close/>
                <a:moveTo>
                  <a:pt x="639181" y="99698"/>
                </a:moveTo>
                <a:lnTo>
                  <a:pt x="646050" y="89329"/>
                </a:lnTo>
                <a:lnTo>
                  <a:pt x="624451" y="98754"/>
                </a:lnTo>
                <a:close/>
                <a:moveTo>
                  <a:pt x="639181" y="99698"/>
                </a:moveTo>
                <a:lnTo>
                  <a:pt x="653911" y="104756"/>
                </a:lnTo>
                <a:lnTo>
                  <a:pt x="646050" y="89329"/>
                </a:lnTo>
                <a:close/>
                <a:moveTo>
                  <a:pt x="138445" y="154904"/>
                </a:moveTo>
                <a:lnTo>
                  <a:pt x="145314" y="147043"/>
                </a:lnTo>
                <a:lnTo>
                  <a:pt x="123715" y="150196"/>
                </a:lnTo>
                <a:close/>
                <a:moveTo>
                  <a:pt x="138445" y="154904"/>
                </a:moveTo>
                <a:lnTo>
                  <a:pt x="153175" y="158905"/>
                </a:lnTo>
                <a:lnTo>
                  <a:pt x="145314" y="147043"/>
                </a:lnTo>
                <a:close/>
                <a:moveTo>
                  <a:pt x="130584" y="141552"/>
                </a:moveTo>
                <a:lnTo>
                  <a:pt x="123715" y="150196"/>
                </a:lnTo>
                <a:lnTo>
                  <a:pt x="145314" y="147043"/>
                </a:lnTo>
                <a:close/>
                <a:moveTo>
                  <a:pt x="130584" y="141552"/>
                </a:moveTo>
                <a:lnTo>
                  <a:pt x="115854" y="135662"/>
                </a:lnTo>
                <a:lnTo>
                  <a:pt x="123715" y="150196"/>
                </a:lnTo>
                <a:close/>
                <a:moveTo>
                  <a:pt x="108985" y="144962"/>
                </a:moveTo>
                <a:lnTo>
                  <a:pt x="102116" y="153655"/>
                </a:lnTo>
                <a:lnTo>
                  <a:pt x="123715" y="150196"/>
                </a:lnTo>
                <a:close/>
                <a:moveTo>
                  <a:pt x="108985" y="144962"/>
                </a:moveTo>
                <a:lnTo>
                  <a:pt x="94255" y="138315"/>
                </a:lnTo>
                <a:lnTo>
                  <a:pt x="102116" y="153655"/>
                </a:lnTo>
                <a:close/>
                <a:moveTo>
                  <a:pt x="108985" y="144962"/>
                </a:moveTo>
                <a:lnTo>
                  <a:pt x="115854" y="135662"/>
                </a:lnTo>
                <a:lnTo>
                  <a:pt x="94255" y="138315"/>
                </a:lnTo>
                <a:close/>
                <a:moveTo>
                  <a:pt x="108985" y="144962"/>
                </a:moveTo>
                <a:lnTo>
                  <a:pt x="123715" y="150196"/>
                </a:lnTo>
                <a:lnTo>
                  <a:pt x="115854" y="135662"/>
                </a:lnTo>
                <a:close/>
                <a:moveTo>
                  <a:pt x="87387" y="148653"/>
                </a:moveTo>
                <a:lnTo>
                  <a:pt x="94255" y="138315"/>
                </a:lnTo>
                <a:lnTo>
                  <a:pt x="72657" y="142060"/>
                </a:lnTo>
                <a:close/>
                <a:moveTo>
                  <a:pt x="87387" y="148653"/>
                </a:moveTo>
                <a:lnTo>
                  <a:pt x="102116" y="153655"/>
                </a:lnTo>
                <a:lnTo>
                  <a:pt x="94255" y="138315"/>
                </a:lnTo>
                <a:close/>
                <a:moveTo>
                  <a:pt x="65788" y="152451"/>
                </a:moveTo>
                <a:lnTo>
                  <a:pt x="72657" y="142060"/>
                </a:lnTo>
                <a:lnTo>
                  <a:pt x="51058" y="145848"/>
                </a:lnTo>
                <a:close/>
                <a:moveTo>
                  <a:pt x="79525" y="131330"/>
                </a:moveTo>
                <a:lnTo>
                  <a:pt x="72657" y="142060"/>
                </a:lnTo>
                <a:lnTo>
                  <a:pt x="94255" y="138315"/>
                </a:lnTo>
                <a:close/>
                <a:moveTo>
                  <a:pt x="79525" y="131330"/>
                </a:moveTo>
                <a:lnTo>
                  <a:pt x="64796" y="124678"/>
                </a:lnTo>
                <a:lnTo>
                  <a:pt x="72657" y="142060"/>
                </a:lnTo>
                <a:close/>
                <a:moveTo>
                  <a:pt x="57927" y="135809"/>
                </a:moveTo>
                <a:lnTo>
                  <a:pt x="51058" y="145848"/>
                </a:lnTo>
                <a:lnTo>
                  <a:pt x="72657" y="142060"/>
                </a:lnTo>
                <a:close/>
                <a:moveTo>
                  <a:pt x="57927" y="135809"/>
                </a:moveTo>
                <a:lnTo>
                  <a:pt x="43197" y="128205"/>
                </a:lnTo>
                <a:lnTo>
                  <a:pt x="51058" y="145848"/>
                </a:lnTo>
                <a:close/>
                <a:moveTo>
                  <a:pt x="57927" y="135809"/>
                </a:moveTo>
                <a:lnTo>
                  <a:pt x="64796" y="124678"/>
                </a:lnTo>
                <a:lnTo>
                  <a:pt x="43197" y="128205"/>
                </a:lnTo>
                <a:close/>
                <a:moveTo>
                  <a:pt x="57927" y="135809"/>
                </a:moveTo>
                <a:lnTo>
                  <a:pt x="72657" y="142060"/>
                </a:lnTo>
                <a:lnTo>
                  <a:pt x="64796" y="124678"/>
                </a:lnTo>
                <a:close/>
                <a:moveTo>
                  <a:pt x="36328" y="139486"/>
                </a:moveTo>
                <a:lnTo>
                  <a:pt x="21599" y="132075"/>
                </a:lnTo>
                <a:lnTo>
                  <a:pt x="29460" y="149285"/>
                </a:lnTo>
                <a:close/>
                <a:moveTo>
                  <a:pt x="36328" y="139486"/>
                </a:moveTo>
                <a:lnTo>
                  <a:pt x="43197" y="128205"/>
                </a:lnTo>
                <a:lnTo>
                  <a:pt x="21599" y="132075"/>
                </a:lnTo>
                <a:close/>
                <a:moveTo>
                  <a:pt x="36328" y="139486"/>
                </a:moveTo>
                <a:lnTo>
                  <a:pt x="51058" y="145848"/>
                </a:lnTo>
                <a:lnTo>
                  <a:pt x="43197" y="128205"/>
                </a:lnTo>
                <a:close/>
                <a:moveTo>
                  <a:pt x="14730" y="143888"/>
                </a:moveTo>
                <a:lnTo>
                  <a:pt x="21599" y="132075"/>
                </a:lnTo>
                <a:lnTo>
                  <a:pt x="0" y="136372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32" name="PANEL_01-slope--29-230_726">
            <a:extLst>
              <a:ext uri="{FF2B5EF4-FFF2-40B4-BE49-F238E27FC236}">
                <a16:creationId xmlns:a16="http://schemas.microsoft.com/office/drawing/2014/main" id="{758CAC5D-A4FB-41D6-B494-197524CB37A4}"/>
              </a:ext>
            </a:extLst>
          </p:cNvPr>
          <p:cNvSpPr>
            <a:spLocks/>
          </p:cNvSpPr>
          <p:nvPr/>
        </p:nvSpPr>
        <p:spPr>
          <a:xfrm>
            <a:off x="1718255" y="201356"/>
            <a:ext cx="491384" cy="225886"/>
          </a:xfrm>
          <a:custGeom>
            <a:pathLst>
              <a:path w="332831" h="153000">
                <a:moveTo>
                  <a:pt x="332831" y="0"/>
                </a:moveTo>
                <a:lnTo>
                  <a:pt x="318102" y="1193"/>
                </a:lnTo>
                <a:lnTo>
                  <a:pt x="325963" y="13996"/>
                </a:lnTo>
                <a:close/>
                <a:moveTo>
                  <a:pt x="311233" y="14163"/>
                </a:moveTo>
                <a:lnTo>
                  <a:pt x="304364" y="27858"/>
                </a:lnTo>
                <a:lnTo>
                  <a:pt x="325963" y="13996"/>
                </a:lnTo>
                <a:close/>
                <a:moveTo>
                  <a:pt x="311233" y="14163"/>
                </a:moveTo>
                <a:lnTo>
                  <a:pt x="296503" y="16842"/>
                </a:lnTo>
                <a:lnTo>
                  <a:pt x="304364" y="27858"/>
                </a:lnTo>
                <a:close/>
                <a:moveTo>
                  <a:pt x="311233" y="14163"/>
                </a:moveTo>
                <a:lnTo>
                  <a:pt x="318102" y="1193"/>
                </a:lnTo>
                <a:lnTo>
                  <a:pt x="296503" y="16842"/>
                </a:lnTo>
                <a:close/>
                <a:moveTo>
                  <a:pt x="311233" y="14163"/>
                </a:moveTo>
                <a:lnTo>
                  <a:pt x="325963" y="13996"/>
                </a:lnTo>
                <a:lnTo>
                  <a:pt x="318102" y="1193"/>
                </a:lnTo>
                <a:close/>
                <a:moveTo>
                  <a:pt x="289634" y="30203"/>
                </a:moveTo>
                <a:lnTo>
                  <a:pt x="282766" y="43368"/>
                </a:lnTo>
                <a:lnTo>
                  <a:pt x="304364" y="27858"/>
                </a:lnTo>
                <a:close/>
                <a:moveTo>
                  <a:pt x="289634" y="30203"/>
                </a:moveTo>
                <a:lnTo>
                  <a:pt x="274905" y="31893"/>
                </a:lnTo>
                <a:lnTo>
                  <a:pt x="282766" y="43368"/>
                </a:lnTo>
                <a:close/>
                <a:moveTo>
                  <a:pt x="289634" y="30203"/>
                </a:moveTo>
                <a:lnTo>
                  <a:pt x="296503" y="16842"/>
                </a:lnTo>
                <a:lnTo>
                  <a:pt x="274905" y="31893"/>
                </a:lnTo>
                <a:close/>
                <a:moveTo>
                  <a:pt x="289634" y="30203"/>
                </a:moveTo>
                <a:lnTo>
                  <a:pt x="304364" y="27858"/>
                </a:lnTo>
                <a:lnTo>
                  <a:pt x="296503" y="16842"/>
                </a:lnTo>
                <a:close/>
                <a:moveTo>
                  <a:pt x="268036" y="44605"/>
                </a:moveTo>
                <a:lnTo>
                  <a:pt x="261167" y="57700"/>
                </a:lnTo>
                <a:lnTo>
                  <a:pt x="282766" y="43368"/>
                </a:lnTo>
                <a:close/>
                <a:moveTo>
                  <a:pt x="268036" y="44605"/>
                </a:moveTo>
                <a:lnTo>
                  <a:pt x="253306" y="45982"/>
                </a:lnTo>
                <a:lnTo>
                  <a:pt x="261167" y="57700"/>
                </a:lnTo>
                <a:close/>
                <a:moveTo>
                  <a:pt x="268036" y="44605"/>
                </a:moveTo>
                <a:lnTo>
                  <a:pt x="274905" y="31893"/>
                </a:lnTo>
                <a:lnTo>
                  <a:pt x="253306" y="45982"/>
                </a:lnTo>
                <a:close/>
                <a:moveTo>
                  <a:pt x="268036" y="44605"/>
                </a:moveTo>
                <a:lnTo>
                  <a:pt x="282766" y="43368"/>
                </a:lnTo>
                <a:lnTo>
                  <a:pt x="274905" y="31893"/>
                </a:lnTo>
                <a:close/>
                <a:moveTo>
                  <a:pt x="246437" y="59451"/>
                </a:moveTo>
                <a:lnTo>
                  <a:pt x="231708" y="60743"/>
                </a:lnTo>
                <a:lnTo>
                  <a:pt x="239569" y="72089"/>
                </a:lnTo>
                <a:close/>
                <a:moveTo>
                  <a:pt x="246437" y="59451"/>
                </a:moveTo>
                <a:lnTo>
                  <a:pt x="253306" y="45982"/>
                </a:lnTo>
                <a:lnTo>
                  <a:pt x="231708" y="60743"/>
                </a:lnTo>
                <a:close/>
                <a:moveTo>
                  <a:pt x="246437" y="59451"/>
                </a:moveTo>
                <a:lnTo>
                  <a:pt x="261167" y="57700"/>
                </a:lnTo>
                <a:lnTo>
                  <a:pt x="253306" y="45982"/>
                </a:lnTo>
                <a:close/>
                <a:moveTo>
                  <a:pt x="224839" y="75734"/>
                </a:moveTo>
                <a:lnTo>
                  <a:pt x="231708" y="60743"/>
                </a:lnTo>
                <a:lnTo>
                  <a:pt x="210109" y="74073"/>
                </a:lnTo>
                <a:close/>
                <a:moveTo>
                  <a:pt x="224839" y="75734"/>
                </a:moveTo>
                <a:lnTo>
                  <a:pt x="239569" y="72089"/>
                </a:lnTo>
                <a:lnTo>
                  <a:pt x="231708" y="60743"/>
                </a:lnTo>
                <a:close/>
                <a:moveTo>
                  <a:pt x="203240" y="87502"/>
                </a:moveTo>
                <a:lnTo>
                  <a:pt x="210109" y="74073"/>
                </a:lnTo>
                <a:lnTo>
                  <a:pt x="188511" y="82844"/>
                </a:lnTo>
                <a:close/>
                <a:moveTo>
                  <a:pt x="203240" y="87502"/>
                </a:moveTo>
                <a:lnTo>
                  <a:pt x="217970" y="85617"/>
                </a:lnTo>
                <a:lnTo>
                  <a:pt x="210109" y="74073"/>
                </a:lnTo>
                <a:close/>
                <a:moveTo>
                  <a:pt x="238576" y="46438"/>
                </a:moveTo>
                <a:lnTo>
                  <a:pt x="231708" y="60743"/>
                </a:lnTo>
                <a:lnTo>
                  <a:pt x="253306" y="45982"/>
                </a:lnTo>
                <a:close/>
                <a:moveTo>
                  <a:pt x="216978" y="61349"/>
                </a:moveTo>
                <a:lnTo>
                  <a:pt x="210109" y="74073"/>
                </a:lnTo>
                <a:lnTo>
                  <a:pt x="231708" y="60743"/>
                </a:lnTo>
                <a:close/>
                <a:moveTo>
                  <a:pt x="130584" y="89471"/>
                </a:moveTo>
                <a:lnTo>
                  <a:pt x="115854" y="87623"/>
                </a:lnTo>
                <a:lnTo>
                  <a:pt x="123715" y="102306"/>
                </a:lnTo>
                <a:close/>
                <a:moveTo>
                  <a:pt x="130584" y="89471"/>
                </a:moveTo>
                <a:lnTo>
                  <a:pt x="137452" y="77491"/>
                </a:lnTo>
                <a:lnTo>
                  <a:pt x="115854" y="87623"/>
                </a:lnTo>
                <a:close/>
                <a:moveTo>
                  <a:pt x="122722" y="75218"/>
                </a:moveTo>
                <a:lnTo>
                  <a:pt x="115854" y="87623"/>
                </a:lnTo>
                <a:lnTo>
                  <a:pt x="137452" y="77491"/>
                </a:lnTo>
                <a:close/>
                <a:moveTo>
                  <a:pt x="122722" y="75218"/>
                </a:moveTo>
                <a:lnTo>
                  <a:pt x="107993" y="73156"/>
                </a:lnTo>
                <a:lnTo>
                  <a:pt x="115854" y="87623"/>
                </a:lnTo>
                <a:close/>
                <a:moveTo>
                  <a:pt x="101124" y="85968"/>
                </a:moveTo>
                <a:lnTo>
                  <a:pt x="115854" y="87623"/>
                </a:lnTo>
                <a:lnTo>
                  <a:pt x="107993" y="73156"/>
                </a:lnTo>
                <a:close/>
                <a:moveTo>
                  <a:pt x="79525" y="91058"/>
                </a:moveTo>
                <a:lnTo>
                  <a:pt x="64796" y="90114"/>
                </a:lnTo>
                <a:lnTo>
                  <a:pt x="72657" y="103904"/>
                </a:lnTo>
                <a:close/>
                <a:moveTo>
                  <a:pt x="57927" y="102005"/>
                </a:moveTo>
                <a:lnTo>
                  <a:pt x="51058" y="116504"/>
                </a:lnTo>
                <a:lnTo>
                  <a:pt x="72657" y="103904"/>
                </a:lnTo>
                <a:close/>
                <a:moveTo>
                  <a:pt x="57927" y="102005"/>
                </a:moveTo>
                <a:lnTo>
                  <a:pt x="43197" y="104719"/>
                </a:lnTo>
                <a:lnTo>
                  <a:pt x="51058" y="116504"/>
                </a:lnTo>
                <a:close/>
                <a:moveTo>
                  <a:pt x="57927" y="102005"/>
                </a:moveTo>
                <a:lnTo>
                  <a:pt x="64796" y="90114"/>
                </a:lnTo>
                <a:lnTo>
                  <a:pt x="43197" y="104719"/>
                </a:lnTo>
                <a:close/>
                <a:moveTo>
                  <a:pt x="57927" y="102005"/>
                </a:moveTo>
                <a:lnTo>
                  <a:pt x="72657" y="103904"/>
                </a:lnTo>
                <a:lnTo>
                  <a:pt x="64796" y="90114"/>
                </a:lnTo>
                <a:close/>
                <a:moveTo>
                  <a:pt x="36328" y="119528"/>
                </a:moveTo>
                <a:lnTo>
                  <a:pt x="29460" y="131246"/>
                </a:lnTo>
                <a:lnTo>
                  <a:pt x="51058" y="116504"/>
                </a:lnTo>
                <a:close/>
                <a:moveTo>
                  <a:pt x="36328" y="119528"/>
                </a:moveTo>
                <a:lnTo>
                  <a:pt x="21599" y="119880"/>
                </a:lnTo>
                <a:lnTo>
                  <a:pt x="29460" y="131246"/>
                </a:lnTo>
                <a:close/>
                <a:moveTo>
                  <a:pt x="36328" y="119528"/>
                </a:moveTo>
                <a:lnTo>
                  <a:pt x="43197" y="104719"/>
                </a:lnTo>
                <a:lnTo>
                  <a:pt x="21599" y="119880"/>
                </a:lnTo>
                <a:close/>
                <a:moveTo>
                  <a:pt x="36328" y="119528"/>
                </a:moveTo>
                <a:lnTo>
                  <a:pt x="51058" y="116504"/>
                </a:lnTo>
                <a:lnTo>
                  <a:pt x="43197" y="104719"/>
                </a:lnTo>
                <a:close/>
                <a:moveTo>
                  <a:pt x="14730" y="132640"/>
                </a:moveTo>
                <a:lnTo>
                  <a:pt x="7861" y="153000"/>
                </a:lnTo>
                <a:lnTo>
                  <a:pt x="29460" y="131246"/>
                </a:lnTo>
                <a:close/>
                <a:moveTo>
                  <a:pt x="14730" y="132640"/>
                </a:moveTo>
                <a:lnTo>
                  <a:pt x="0" y="142860"/>
                </a:lnTo>
                <a:lnTo>
                  <a:pt x="7861" y="153000"/>
                </a:lnTo>
                <a:close/>
                <a:moveTo>
                  <a:pt x="14730" y="132640"/>
                </a:moveTo>
                <a:lnTo>
                  <a:pt x="21599" y="119880"/>
                </a:lnTo>
                <a:lnTo>
                  <a:pt x="0" y="142860"/>
                </a:lnTo>
                <a:close/>
                <a:moveTo>
                  <a:pt x="14730" y="132640"/>
                </a:moveTo>
                <a:lnTo>
                  <a:pt x="29460" y="131246"/>
                </a:lnTo>
                <a:lnTo>
                  <a:pt x="21599" y="119880"/>
                </a:lnTo>
                <a:close/>
                <a:moveTo>
                  <a:pt x="28467" y="106471"/>
                </a:moveTo>
                <a:lnTo>
                  <a:pt x="21599" y="119880"/>
                </a:lnTo>
                <a:lnTo>
                  <a:pt x="43197" y="104719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33" name="PANEL_01-water--29-230_727">
            <a:extLst>
              <a:ext uri="{FF2B5EF4-FFF2-40B4-BE49-F238E27FC236}">
                <a16:creationId xmlns:a16="http://schemas.microsoft.com/office/drawing/2014/main" id="{D16B8029-047C-406F-AAAA-6C4504EA07F2}"/>
              </a:ext>
            </a:extLst>
          </p:cNvPr>
          <p:cNvSpPr>
            <a:spLocks/>
          </p:cNvSpPr>
          <p:nvPr/>
        </p:nvSpPr>
        <p:spPr>
          <a:xfrm>
            <a:off x="1138419" y="404126"/>
            <a:ext cx="591443" cy="29996"/>
          </a:xfrm>
          <a:custGeom>
            <a:pathLst>
              <a:path w="400605" h="20317">
                <a:moveTo>
                  <a:pt x="385875" y="12433"/>
                </a:moveTo>
                <a:lnTo>
                  <a:pt x="371145" y="9208"/>
                </a:lnTo>
                <a:lnTo>
                  <a:pt x="379006" y="19348"/>
                </a:lnTo>
                <a:close/>
                <a:moveTo>
                  <a:pt x="385875" y="12433"/>
                </a:moveTo>
                <a:lnTo>
                  <a:pt x="392743" y="5517"/>
                </a:lnTo>
                <a:lnTo>
                  <a:pt x="371145" y="9208"/>
                </a:lnTo>
                <a:close/>
                <a:moveTo>
                  <a:pt x="385875" y="12433"/>
                </a:moveTo>
                <a:lnTo>
                  <a:pt x="400605" y="15657"/>
                </a:lnTo>
                <a:lnTo>
                  <a:pt x="392743" y="5517"/>
                </a:lnTo>
                <a:close/>
                <a:moveTo>
                  <a:pt x="364276" y="16123"/>
                </a:moveTo>
                <a:lnTo>
                  <a:pt x="371145" y="9208"/>
                </a:lnTo>
                <a:lnTo>
                  <a:pt x="349546" y="12899"/>
                </a:lnTo>
                <a:close/>
                <a:moveTo>
                  <a:pt x="364276" y="16123"/>
                </a:moveTo>
                <a:lnTo>
                  <a:pt x="379006" y="19348"/>
                </a:lnTo>
                <a:lnTo>
                  <a:pt x="371145" y="9208"/>
                </a:lnTo>
                <a:close/>
                <a:moveTo>
                  <a:pt x="378014" y="2293"/>
                </a:moveTo>
                <a:lnTo>
                  <a:pt x="371145" y="9208"/>
                </a:lnTo>
                <a:lnTo>
                  <a:pt x="392743" y="5517"/>
                </a:lnTo>
                <a:close/>
                <a:moveTo>
                  <a:pt x="356415" y="5983"/>
                </a:moveTo>
                <a:lnTo>
                  <a:pt x="349546" y="12899"/>
                </a:lnTo>
                <a:lnTo>
                  <a:pt x="371145" y="9208"/>
                </a:lnTo>
                <a:close/>
                <a:moveTo>
                  <a:pt x="356415" y="5983"/>
                </a:moveTo>
                <a:lnTo>
                  <a:pt x="341685" y="2759"/>
                </a:lnTo>
                <a:lnTo>
                  <a:pt x="349546" y="12899"/>
                </a:lnTo>
                <a:close/>
                <a:moveTo>
                  <a:pt x="334817" y="9674"/>
                </a:moveTo>
                <a:lnTo>
                  <a:pt x="327948" y="16589"/>
                </a:lnTo>
                <a:lnTo>
                  <a:pt x="349546" y="12899"/>
                </a:lnTo>
                <a:close/>
                <a:moveTo>
                  <a:pt x="334817" y="9674"/>
                </a:moveTo>
                <a:lnTo>
                  <a:pt x="320087" y="6449"/>
                </a:lnTo>
                <a:lnTo>
                  <a:pt x="327948" y="16589"/>
                </a:lnTo>
                <a:close/>
                <a:moveTo>
                  <a:pt x="334817" y="9674"/>
                </a:moveTo>
                <a:lnTo>
                  <a:pt x="341685" y="2759"/>
                </a:lnTo>
                <a:lnTo>
                  <a:pt x="320087" y="6449"/>
                </a:lnTo>
                <a:close/>
                <a:moveTo>
                  <a:pt x="334817" y="9674"/>
                </a:moveTo>
                <a:lnTo>
                  <a:pt x="349546" y="12899"/>
                </a:lnTo>
                <a:lnTo>
                  <a:pt x="341685" y="2759"/>
                </a:lnTo>
                <a:close/>
                <a:moveTo>
                  <a:pt x="313218" y="13365"/>
                </a:moveTo>
                <a:lnTo>
                  <a:pt x="298488" y="10140"/>
                </a:lnTo>
                <a:lnTo>
                  <a:pt x="306349" y="20280"/>
                </a:lnTo>
                <a:close/>
                <a:moveTo>
                  <a:pt x="313218" y="13365"/>
                </a:moveTo>
                <a:lnTo>
                  <a:pt x="320087" y="6449"/>
                </a:lnTo>
                <a:lnTo>
                  <a:pt x="298488" y="10140"/>
                </a:lnTo>
                <a:close/>
                <a:moveTo>
                  <a:pt x="313218" y="13365"/>
                </a:moveTo>
                <a:lnTo>
                  <a:pt x="327948" y="16589"/>
                </a:lnTo>
                <a:lnTo>
                  <a:pt x="320087" y="6449"/>
                </a:lnTo>
                <a:close/>
                <a:moveTo>
                  <a:pt x="291620" y="17055"/>
                </a:moveTo>
                <a:lnTo>
                  <a:pt x="298488" y="10140"/>
                </a:lnTo>
                <a:lnTo>
                  <a:pt x="276890" y="13831"/>
                </a:lnTo>
                <a:close/>
                <a:moveTo>
                  <a:pt x="305357" y="3225"/>
                </a:moveTo>
                <a:lnTo>
                  <a:pt x="298488" y="10140"/>
                </a:lnTo>
                <a:lnTo>
                  <a:pt x="320087" y="6449"/>
                </a:lnTo>
                <a:close/>
                <a:moveTo>
                  <a:pt x="283758" y="6915"/>
                </a:moveTo>
                <a:lnTo>
                  <a:pt x="276890" y="13831"/>
                </a:lnTo>
                <a:lnTo>
                  <a:pt x="298488" y="10140"/>
                </a:lnTo>
                <a:close/>
                <a:moveTo>
                  <a:pt x="283758" y="6915"/>
                </a:moveTo>
                <a:lnTo>
                  <a:pt x="269028" y="3691"/>
                </a:lnTo>
                <a:lnTo>
                  <a:pt x="276890" y="13831"/>
                </a:lnTo>
                <a:close/>
                <a:moveTo>
                  <a:pt x="283758" y="6915"/>
                </a:moveTo>
                <a:lnTo>
                  <a:pt x="298488" y="10140"/>
                </a:lnTo>
                <a:lnTo>
                  <a:pt x="290627" y="0"/>
                </a:lnTo>
                <a:close/>
                <a:moveTo>
                  <a:pt x="262160" y="10606"/>
                </a:moveTo>
                <a:lnTo>
                  <a:pt x="255291" y="17521"/>
                </a:lnTo>
                <a:lnTo>
                  <a:pt x="276890" y="13831"/>
                </a:lnTo>
                <a:close/>
                <a:moveTo>
                  <a:pt x="262160" y="10606"/>
                </a:moveTo>
                <a:lnTo>
                  <a:pt x="247430" y="7381"/>
                </a:lnTo>
                <a:lnTo>
                  <a:pt x="255291" y="17521"/>
                </a:lnTo>
                <a:close/>
                <a:moveTo>
                  <a:pt x="262160" y="10606"/>
                </a:moveTo>
                <a:lnTo>
                  <a:pt x="269028" y="3691"/>
                </a:lnTo>
                <a:lnTo>
                  <a:pt x="247430" y="7381"/>
                </a:lnTo>
                <a:close/>
                <a:moveTo>
                  <a:pt x="262160" y="10606"/>
                </a:moveTo>
                <a:lnTo>
                  <a:pt x="276890" y="13831"/>
                </a:lnTo>
                <a:lnTo>
                  <a:pt x="269028" y="3691"/>
                </a:lnTo>
                <a:close/>
                <a:moveTo>
                  <a:pt x="240561" y="14296"/>
                </a:moveTo>
                <a:lnTo>
                  <a:pt x="247430" y="7381"/>
                </a:lnTo>
                <a:lnTo>
                  <a:pt x="225831" y="11072"/>
                </a:lnTo>
                <a:close/>
                <a:moveTo>
                  <a:pt x="240561" y="14296"/>
                </a:moveTo>
                <a:lnTo>
                  <a:pt x="255291" y="17521"/>
                </a:lnTo>
                <a:lnTo>
                  <a:pt x="247430" y="7381"/>
                </a:lnTo>
                <a:close/>
                <a:moveTo>
                  <a:pt x="218963" y="17987"/>
                </a:moveTo>
                <a:lnTo>
                  <a:pt x="225831" y="11072"/>
                </a:lnTo>
                <a:lnTo>
                  <a:pt x="204233" y="14762"/>
                </a:lnTo>
                <a:close/>
                <a:moveTo>
                  <a:pt x="232700" y="4157"/>
                </a:moveTo>
                <a:lnTo>
                  <a:pt x="225831" y="11072"/>
                </a:lnTo>
                <a:lnTo>
                  <a:pt x="247430" y="7381"/>
                </a:lnTo>
                <a:close/>
                <a:moveTo>
                  <a:pt x="211102" y="7847"/>
                </a:moveTo>
                <a:lnTo>
                  <a:pt x="204233" y="14762"/>
                </a:lnTo>
                <a:lnTo>
                  <a:pt x="225831" y="11072"/>
                </a:lnTo>
                <a:close/>
                <a:moveTo>
                  <a:pt x="211102" y="7847"/>
                </a:moveTo>
                <a:lnTo>
                  <a:pt x="196372" y="4623"/>
                </a:lnTo>
                <a:lnTo>
                  <a:pt x="204233" y="14762"/>
                </a:lnTo>
                <a:close/>
                <a:moveTo>
                  <a:pt x="211102" y="7847"/>
                </a:moveTo>
                <a:lnTo>
                  <a:pt x="225831" y="11072"/>
                </a:lnTo>
                <a:lnTo>
                  <a:pt x="217970" y="932"/>
                </a:lnTo>
                <a:close/>
                <a:moveTo>
                  <a:pt x="189503" y="11538"/>
                </a:moveTo>
                <a:lnTo>
                  <a:pt x="182634" y="18453"/>
                </a:lnTo>
                <a:lnTo>
                  <a:pt x="204233" y="14762"/>
                </a:lnTo>
                <a:close/>
                <a:moveTo>
                  <a:pt x="189503" y="11538"/>
                </a:moveTo>
                <a:lnTo>
                  <a:pt x="174773" y="8313"/>
                </a:lnTo>
                <a:lnTo>
                  <a:pt x="182634" y="18453"/>
                </a:lnTo>
                <a:close/>
                <a:moveTo>
                  <a:pt x="189503" y="11538"/>
                </a:moveTo>
                <a:lnTo>
                  <a:pt x="196372" y="4623"/>
                </a:lnTo>
                <a:lnTo>
                  <a:pt x="174773" y="8313"/>
                </a:lnTo>
                <a:close/>
                <a:moveTo>
                  <a:pt x="189503" y="11538"/>
                </a:moveTo>
                <a:lnTo>
                  <a:pt x="204233" y="14762"/>
                </a:lnTo>
                <a:lnTo>
                  <a:pt x="196372" y="4623"/>
                </a:lnTo>
                <a:close/>
                <a:moveTo>
                  <a:pt x="167905" y="15228"/>
                </a:moveTo>
                <a:lnTo>
                  <a:pt x="174773" y="8313"/>
                </a:lnTo>
                <a:lnTo>
                  <a:pt x="153175" y="12004"/>
                </a:lnTo>
                <a:close/>
                <a:moveTo>
                  <a:pt x="167905" y="15228"/>
                </a:moveTo>
                <a:lnTo>
                  <a:pt x="182634" y="18453"/>
                </a:lnTo>
                <a:lnTo>
                  <a:pt x="174773" y="8313"/>
                </a:lnTo>
                <a:close/>
                <a:moveTo>
                  <a:pt x="160043" y="5089"/>
                </a:moveTo>
                <a:lnTo>
                  <a:pt x="153175" y="12004"/>
                </a:lnTo>
                <a:lnTo>
                  <a:pt x="174773" y="8313"/>
                </a:lnTo>
                <a:close/>
                <a:moveTo>
                  <a:pt x="160043" y="5089"/>
                </a:moveTo>
                <a:lnTo>
                  <a:pt x="145314" y="1864"/>
                </a:lnTo>
                <a:lnTo>
                  <a:pt x="153175" y="12004"/>
                </a:lnTo>
                <a:close/>
                <a:moveTo>
                  <a:pt x="138445" y="8779"/>
                </a:moveTo>
                <a:lnTo>
                  <a:pt x="131576" y="15694"/>
                </a:lnTo>
                <a:lnTo>
                  <a:pt x="153175" y="12004"/>
                </a:lnTo>
                <a:close/>
                <a:moveTo>
                  <a:pt x="138445" y="8779"/>
                </a:moveTo>
                <a:lnTo>
                  <a:pt x="123715" y="5555"/>
                </a:lnTo>
                <a:lnTo>
                  <a:pt x="131576" y="15694"/>
                </a:lnTo>
                <a:close/>
                <a:moveTo>
                  <a:pt x="138445" y="8779"/>
                </a:moveTo>
                <a:lnTo>
                  <a:pt x="153175" y="12004"/>
                </a:lnTo>
                <a:lnTo>
                  <a:pt x="145314" y="1864"/>
                </a:lnTo>
                <a:close/>
                <a:moveTo>
                  <a:pt x="116846" y="12470"/>
                </a:moveTo>
                <a:lnTo>
                  <a:pt x="102116" y="9245"/>
                </a:lnTo>
                <a:lnTo>
                  <a:pt x="109978" y="19385"/>
                </a:lnTo>
                <a:close/>
                <a:moveTo>
                  <a:pt x="116846" y="12470"/>
                </a:moveTo>
                <a:lnTo>
                  <a:pt x="123715" y="5555"/>
                </a:lnTo>
                <a:lnTo>
                  <a:pt x="102116" y="9245"/>
                </a:lnTo>
                <a:close/>
                <a:moveTo>
                  <a:pt x="116846" y="12470"/>
                </a:moveTo>
                <a:lnTo>
                  <a:pt x="131576" y="15694"/>
                </a:lnTo>
                <a:lnTo>
                  <a:pt x="123715" y="5555"/>
                </a:lnTo>
                <a:close/>
                <a:moveTo>
                  <a:pt x="95248" y="16160"/>
                </a:moveTo>
                <a:lnTo>
                  <a:pt x="102116" y="9245"/>
                </a:lnTo>
                <a:lnTo>
                  <a:pt x="80518" y="12936"/>
                </a:lnTo>
                <a:close/>
                <a:moveTo>
                  <a:pt x="95248" y="16160"/>
                </a:moveTo>
                <a:lnTo>
                  <a:pt x="109978" y="19385"/>
                </a:lnTo>
                <a:lnTo>
                  <a:pt x="102116" y="9245"/>
                </a:lnTo>
                <a:close/>
                <a:moveTo>
                  <a:pt x="108985" y="2330"/>
                </a:moveTo>
                <a:lnTo>
                  <a:pt x="102116" y="9245"/>
                </a:lnTo>
                <a:lnTo>
                  <a:pt x="123715" y="5555"/>
                </a:lnTo>
                <a:close/>
                <a:moveTo>
                  <a:pt x="87387" y="6021"/>
                </a:moveTo>
                <a:lnTo>
                  <a:pt x="80518" y="12936"/>
                </a:lnTo>
                <a:lnTo>
                  <a:pt x="102116" y="9245"/>
                </a:lnTo>
                <a:close/>
                <a:moveTo>
                  <a:pt x="87387" y="6021"/>
                </a:moveTo>
                <a:lnTo>
                  <a:pt x="72657" y="2796"/>
                </a:lnTo>
                <a:lnTo>
                  <a:pt x="80518" y="12936"/>
                </a:lnTo>
                <a:close/>
                <a:moveTo>
                  <a:pt x="65788" y="9711"/>
                </a:moveTo>
                <a:lnTo>
                  <a:pt x="58919" y="16626"/>
                </a:lnTo>
                <a:lnTo>
                  <a:pt x="80518" y="12936"/>
                </a:lnTo>
                <a:close/>
                <a:moveTo>
                  <a:pt x="65788" y="9711"/>
                </a:moveTo>
                <a:lnTo>
                  <a:pt x="51058" y="6487"/>
                </a:lnTo>
                <a:lnTo>
                  <a:pt x="58919" y="16626"/>
                </a:lnTo>
                <a:close/>
                <a:moveTo>
                  <a:pt x="65788" y="9711"/>
                </a:moveTo>
                <a:lnTo>
                  <a:pt x="72657" y="2796"/>
                </a:lnTo>
                <a:lnTo>
                  <a:pt x="51058" y="6487"/>
                </a:lnTo>
                <a:close/>
                <a:moveTo>
                  <a:pt x="65788" y="9711"/>
                </a:moveTo>
                <a:lnTo>
                  <a:pt x="80518" y="12936"/>
                </a:lnTo>
                <a:lnTo>
                  <a:pt x="72657" y="2796"/>
                </a:lnTo>
                <a:close/>
                <a:moveTo>
                  <a:pt x="44190" y="13402"/>
                </a:moveTo>
                <a:lnTo>
                  <a:pt x="29460" y="10177"/>
                </a:lnTo>
                <a:lnTo>
                  <a:pt x="37321" y="20317"/>
                </a:lnTo>
                <a:close/>
                <a:moveTo>
                  <a:pt x="44190" y="13402"/>
                </a:moveTo>
                <a:lnTo>
                  <a:pt x="51058" y="6487"/>
                </a:lnTo>
                <a:lnTo>
                  <a:pt x="29460" y="10177"/>
                </a:lnTo>
                <a:close/>
                <a:moveTo>
                  <a:pt x="44190" y="13402"/>
                </a:moveTo>
                <a:lnTo>
                  <a:pt x="58919" y="16626"/>
                </a:lnTo>
                <a:lnTo>
                  <a:pt x="51058" y="6487"/>
                </a:lnTo>
                <a:close/>
                <a:moveTo>
                  <a:pt x="36328" y="3262"/>
                </a:moveTo>
                <a:lnTo>
                  <a:pt x="29460" y="10177"/>
                </a:lnTo>
                <a:lnTo>
                  <a:pt x="51058" y="6487"/>
                </a:lnTo>
                <a:close/>
                <a:moveTo>
                  <a:pt x="14730" y="6952"/>
                </a:moveTo>
                <a:lnTo>
                  <a:pt x="7861" y="13868"/>
                </a:lnTo>
                <a:lnTo>
                  <a:pt x="29460" y="10177"/>
                </a:lnTo>
                <a:close/>
                <a:moveTo>
                  <a:pt x="14730" y="6952"/>
                </a:moveTo>
                <a:lnTo>
                  <a:pt x="0" y="3728"/>
                </a:lnTo>
                <a:lnTo>
                  <a:pt x="7861" y="13868"/>
                </a:lnTo>
                <a:close/>
                <a:moveTo>
                  <a:pt x="14730" y="6952"/>
                </a:moveTo>
                <a:lnTo>
                  <a:pt x="29460" y="10177"/>
                </a:lnTo>
                <a:lnTo>
                  <a:pt x="21599" y="37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34" name="PANEL_01-slope--28-220_728">
            <a:extLst>
              <a:ext uri="{FF2B5EF4-FFF2-40B4-BE49-F238E27FC236}">
                <a16:creationId xmlns:a16="http://schemas.microsoft.com/office/drawing/2014/main" id="{BE758D48-1AE4-4CCE-9FC1-3C3017C2AE2A}"/>
              </a:ext>
            </a:extLst>
          </p:cNvPr>
          <p:cNvSpPr>
            <a:spLocks/>
          </p:cNvSpPr>
          <p:nvPr/>
        </p:nvSpPr>
        <p:spPr>
          <a:xfrm>
            <a:off x="828219" y="226483"/>
            <a:ext cx="1468408" cy="217160"/>
          </a:xfrm>
          <a:custGeom>
            <a:pathLst>
              <a:path w="994603" h="147090">
                <a:moveTo>
                  <a:pt x="994603" y="22564"/>
                </a:moveTo>
                <a:lnTo>
                  <a:pt x="979874" y="11400"/>
                </a:lnTo>
                <a:lnTo>
                  <a:pt x="987735" y="30076"/>
                </a:lnTo>
                <a:close/>
                <a:moveTo>
                  <a:pt x="973005" y="20065"/>
                </a:moveTo>
                <a:lnTo>
                  <a:pt x="966136" y="27214"/>
                </a:lnTo>
                <a:lnTo>
                  <a:pt x="987735" y="30076"/>
                </a:lnTo>
                <a:close/>
                <a:moveTo>
                  <a:pt x="973005" y="20065"/>
                </a:moveTo>
                <a:lnTo>
                  <a:pt x="958275" y="8787"/>
                </a:lnTo>
                <a:lnTo>
                  <a:pt x="966136" y="27214"/>
                </a:lnTo>
                <a:close/>
                <a:moveTo>
                  <a:pt x="973005" y="20065"/>
                </a:moveTo>
                <a:lnTo>
                  <a:pt x="979874" y="11400"/>
                </a:lnTo>
                <a:lnTo>
                  <a:pt x="958275" y="8787"/>
                </a:lnTo>
                <a:close/>
                <a:moveTo>
                  <a:pt x="973005" y="20065"/>
                </a:moveTo>
                <a:lnTo>
                  <a:pt x="987735" y="30076"/>
                </a:lnTo>
                <a:lnTo>
                  <a:pt x="979874" y="11400"/>
                </a:lnTo>
                <a:close/>
                <a:moveTo>
                  <a:pt x="951406" y="15633"/>
                </a:moveTo>
                <a:lnTo>
                  <a:pt x="966136" y="27214"/>
                </a:lnTo>
                <a:lnTo>
                  <a:pt x="958275" y="8787"/>
                </a:lnTo>
                <a:close/>
                <a:moveTo>
                  <a:pt x="965144" y="0"/>
                </a:moveTo>
                <a:lnTo>
                  <a:pt x="958275" y="8787"/>
                </a:lnTo>
                <a:lnTo>
                  <a:pt x="979874" y="11400"/>
                </a:lnTo>
                <a:close/>
                <a:moveTo>
                  <a:pt x="262160" y="141662"/>
                </a:moveTo>
                <a:lnTo>
                  <a:pt x="269028" y="136950"/>
                </a:lnTo>
                <a:lnTo>
                  <a:pt x="247430" y="140641"/>
                </a:lnTo>
                <a:close/>
                <a:moveTo>
                  <a:pt x="262160" y="141662"/>
                </a:moveTo>
                <a:lnTo>
                  <a:pt x="276890" y="147090"/>
                </a:lnTo>
                <a:lnTo>
                  <a:pt x="269028" y="136950"/>
                </a:lnTo>
                <a:close/>
                <a:moveTo>
                  <a:pt x="240561" y="141956"/>
                </a:moveTo>
                <a:lnTo>
                  <a:pt x="247430" y="140641"/>
                </a:lnTo>
                <a:lnTo>
                  <a:pt x="225831" y="139661"/>
                </a:lnTo>
                <a:close/>
                <a:moveTo>
                  <a:pt x="232700" y="135098"/>
                </a:moveTo>
                <a:lnTo>
                  <a:pt x="225831" y="139661"/>
                </a:lnTo>
                <a:lnTo>
                  <a:pt x="247430" y="140641"/>
                </a:lnTo>
                <a:close/>
                <a:moveTo>
                  <a:pt x="232700" y="135098"/>
                </a:moveTo>
                <a:lnTo>
                  <a:pt x="217970" y="134192"/>
                </a:lnTo>
                <a:lnTo>
                  <a:pt x="225831" y="139661"/>
                </a:lnTo>
                <a:close/>
                <a:moveTo>
                  <a:pt x="232700" y="135098"/>
                </a:moveTo>
                <a:lnTo>
                  <a:pt x="247430" y="140641"/>
                </a:lnTo>
                <a:lnTo>
                  <a:pt x="239569" y="130501"/>
                </a:lnTo>
                <a:close/>
                <a:moveTo>
                  <a:pt x="211102" y="137522"/>
                </a:moveTo>
                <a:lnTo>
                  <a:pt x="196372" y="133246"/>
                </a:lnTo>
                <a:lnTo>
                  <a:pt x="204233" y="141472"/>
                </a:lnTo>
                <a:close/>
                <a:moveTo>
                  <a:pt x="211102" y="137522"/>
                </a:moveTo>
                <a:lnTo>
                  <a:pt x="217970" y="134192"/>
                </a:lnTo>
                <a:lnTo>
                  <a:pt x="196372" y="133246"/>
                </a:lnTo>
                <a:close/>
                <a:moveTo>
                  <a:pt x="211102" y="137522"/>
                </a:moveTo>
                <a:lnTo>
                  <a:pt x="225831" y="139661"/>
                </a:lnTo>
                <a:lnTo>
                  <a:pt x="217970" y="134192"/>
                </a:lnTo>
                <a:close/>
                <a:moveTo>
                  <a:pt x="189503" y="138744"/>
                </a:moveTo>
                <a:lnTo>
                  <a:pt x="196372" y="133246"/>
                </a:lnTo>
                <a:lnTo>
                  <a:pt x="174773" y="135699"/>
                </a:lnTo>
                <a:close/>
                <a:moveTo>
                  <a:pt x="189503" y="138744"/>
                </a:moveTo>
                <a:lnTo>
                  <a:pt x="204233" y="141472"/>
                </a:lnTo>
                <a:lnTo>
                  <a:pt x="196372" y="133246"/>
                </a:lnTo>
                <a:close/>
                <a:moveTo>
                  <a:pt x="181642" y="129244"/>
                </a:moveTo>
                <a:lnTo>
                  <a:pt x="174773" y="135699"/>
                </a:lnTo>
                <a:lnTo>
                  <a:pt x="196372" y="133246"/>
                </a:lnTo>
                <a:close/>
                <a:moveTo>
                  <a:pt x="160043" y="133707"/>
                </a:moveTo>
                <a:lnTo>
                  <a:pt x="153175" y="138235"/>
                </a:lnTo>
                <a:lnTo>
                  <a:pt x="174773" y="135699"/>
                </a:lnTo>
                <a:close/>
                <a:moveTo>
                  <a:pt x="160043" y="133707"/>
                </a:moveTo>
                <a:lnTo>
                  <a:pt x="145314" y="127995"/>
                </a:lnTo>
                <a:lnTo>
                  <a:pt x="153175" y="138235"/>
                </a:lnTo>
                <a:close/>
                <a:moveTo>
                  <a:pt x="116846" y="137761"/>
                </a:moveTo>
                <a:lnTo>
                  <a:pt x="123715" y="130881"/>
                </a:lnTo>
                <a:lnTo>
                  <a:pt x="102116" y="133139"/>
                </a:lnTo>
                <a:close/>
                <a:moveTo>
                  <a:pt x="108985" y="126791"/>
                </a:moveTo>
                <a:lnTo>
                  <a:pt x="102116" y="133139"/>
                </a:lnTo>
                <a:lnTo>
                  <a:pt x="123715" y="130881"/>
                </a:lnTo>
                <a:close/>
                <a:moveTo>
                  <a:pt x="87387" y="129989"/>
                </a:moveTo>
                <a:lnTo>
                  <a:pt x="72657" y="123625"/>
                </a:lnTo>
                <a:lnTo>
                  <a:pt x="80518" y="134984"/>
                </a:lnTo>
                <a:close/>
                <a:moveTo>
                  <a:pt x="36328" y="121548"/>
                </a:moveTo>
                <a:lnTo>
                  <a:pt x="29460" y="127326"/>
                </a:lnTo>
                <a:lnTo>
                  <a:pt x="51058" y="126284"/>
                </a:lnTo>
                <a:close/>
                <a:moveTo>
                  <a:pt x="36328" y="121548"/>
                </a:moveTo>
                <a:lnTo>
                  <a:pt x="21599" y="113277"/>
                </a:lnTo>
                <a:lnTo>
                  <a:pt x="29460" y="127326"/>
                </a:lnTo>
                <a:close/>
                <a:moveTo>
                  <a:pt x="14730" y="122141"/>
                </a:moveTo>
                <a:lnTo>
                  <a:pt x="21599" y="113277"/>
                </a:lnTo>
                <a:lnTo>
                  <a:pt x="0" y="113904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35" name="PANEL_01-slope--28-225_729">
            <a:extLst>
              <a:ext uri="{FF2B5EF4-FFF2-40B4-BE49-F238E27FC236}">
                <a16:creationId xmlns:a16="http://schemas.microsoft.com/office/drawing/2014/main" id="{AAADC59C-6360-4BD4-A20B-570789C17C8D}"/>
              </a:ext>
            </a:extLst>
          </p:cNvPr>
          <p:cNvSpPr>
            <a:spLocks/>
          </p:cNvSpPr>
          <p:nvPr/>
        </p:nvSpPr>
        <p:spPr>
          <a:xfrm>
            <a:off x="849965" y="213132"/>
            <a:ext cx="1511901" cy="217439"/>
          </a:xfrm>
          <a:custGeom>
            <a:pathLst>
              <a:path w="1024063" h="147279">
                <a:moveTo>
                  <a:pt x="1009333" y="39131"/>
                </a:moveTo>
                <a:lnTo>
                  <a:pt x="994603" y="37008"/>
                </a:lnTo>
                <a:lnTo>
                  <a:pt x="1002465" y="46609"/>
                </a:lnTo>
                <a:close/>
                <a:moveTo>
                  <a:pt x="1009333" y="39131"/>
                </a:moveTo>
                <a:lnTo>
                  <a:pt x="1016202" y="28843"/>
                </a:lnTo>
                <a:lnTo>
                  <a:pt x="994603" y="37008"/>
                </a:lnTo>
                <a:close/>
                <a:moveTo>
                  <a:pt x="1009333" y="39131"/>
                </a:moveTo>
                <a:lnTo>
                  <a:pt x="1024063" y="34993"/>
                </a:lnTo>
                <a:lnTo>
                  <a:pt x="1016202" y="28843"/>
                </a:lnTo>
                <a:close/>
                <a:moveTo>
                  <a:pt x="987735" y="48180"/>
                </a:moveTo>
                <a:lnTo>
                  <a:pt x="994603" y="37008"/>
                </a:lnTo>
                <a:lnTo>
                  <a:pt x="973005" y="39119"/>
                </a:lnTo>
                <a:close/>
                <a:moveTo>
                  <a:pt x="987735" y="48180"/>
                </a:moveTo>
                <a:lnTo>
                  <a:pt x="1002465" y="46609"/>
                </a:lnTo>
                <a:lnTo>
                  <a:pt x="994603" y="37008"/>
                </a:lnTo>
                <a:close/>
                <a:moveTo>
                  <a:pt x="979874" y="31607"/>
                </a:moveTo>
                <a:lnTo>
                  <a:pt x="973005" y="39119"/>
                </a:lnTo>
                <a:lnTo>
                  <a:pt x="994603" y="37008"/>
                </a:lnTo>
                <a:close/>
                <a:moveTo>
                  <a:pt x="936677" y="24676"/>
                </a:moveTo>
                <a:lnTo>
                  <a:pt x="943545" y="17830"/>
                </a:lnTo>
                <a:lnTo>
                  <a:pt x="921947" y="20090"/>
                </a:lnTo>
                <a:close/>
                <a:moveTo>
                  <a:pt x="928815" y="8492"/>
                </a:moveTo>
                <a:lnTo>
                  <a:pt x="921947" y="20090"/>
                </a:lnTo>
                <a:lnTo>
                  <a:pt x="943545" y="17830"/>
                </a:lnTo>
                <a:close/>
                <a:moveTo>
                  <a:pt x="928815" y="8492"/>
                </a:moveTo>
                <a:lnTo>
                  <a:pt x="914085" y="6019"/>
                </a:lnTo>
                <a:lnTo>
                  <a:pt x="921947" y="20090"/>
                </a:lnTo>
                <a:close/>
                <a:moveTo>
                  <a:pt x="928815" y="8492"/>
                </a:moveTo>
                <a:lnTo>
                  <a:pt x="943545" y="17830"/>
                </a:lnTo>
                <a:lnTo>
                  <a:pt x="935684" y="0"/>
                </a:lnTo>
                <a:close/>
                <a:moveTo>
                  <a:pt x="907217" y="17374"/>
                </a:moveTo>
                <a:lnTo>
                  <a:pt x="921947" y="20090"/>
                </a:lnTo>
                <a:lnTo>
                  <a:pt x="914085" y="6019"/>
                </a:lnTo>
                <a:close/>
                <a:moveTo>
                  <a:pt x="864020" y="48972"/>
                </a:moveTo>
                <a:lnTo>
                  <a:pt x="857151" y="58141"/>
                </a:lnTo>
                <a:lnTo>
                  <a:pt x="878750" y="45017"/>
                </a:lnTo>
                <a:close/>
                <a:moveTo>
                  <a:pt x="864020" y="48972"/>
                </a:moveTo>
                <a:lnTo>
                  <a:pt x="849290" y="49724"/>
                </a:lnTo>
                <a:lnTo>
                  <a:pt x="857151" y="58141"/>
                </a:lnTo>
                <a:close/>
                <a:moveTo>
                  <a:pt x="842421" y="61820"/>
                </a:moveTo>
                <a:lnTo>
                  <a:pt x="827691" y="64113"/>
                </a:lnTo>
                <a:lnTo>
                  <a:pt x="835553" y="71679"/>
                </a:lnTo>
                <a:close/>
                <a:moveTo>
                  <a:pt x="842421" y="61820"/>
                </a:moveTo>
                <a:lnTo>
                  <a:pt x="857151" y="58141"/>
                </a:lnTo>
                <a:lnTo>
                  <a:pt x="849290" y="49724"/>
                </a:lnTo>
                <a:close/>
                <a:moveTo>
                  <a:pt x="820823" y="75400"/>
                </a:moveTo>
                <a:lnTo>
                  <a:pt x="806093" y="77641"/>
                </a:lnTo>
                <a:lnTo>
                  <a:pt x="813954" y="85094"/>
                </a:lnTo>
                <a:close/>
                <a:moveTo>
                  <a:pt x="820823" y="75400"/>
                </a:moveTo>
                <a:lnTo>
                  <a:pt x="827691" y="64113"/>
                </a:lnTo>
                <a:lnTo>
                  <a:pt x="806093" y="77641"/>
                </a:lnTo>
                <a:close/>
                <a:moveTo>
                  <a:pt x="820823" y="75400"/>
                </a:moveTo>
                <a:lnTo>
                  <a:pt x="835553" y="71679"/>
                </a:lnTo>
                <a:lnTo>
                  <a:pt x="827691" y="64113"/>
                </a:lnTo>
                <a:close/>
                <a:moveTo>
                  <a:pt x="799224" y="87880"/>
                </a:moveTo>
                <a:lnTo>
                  <a:pt x="784494" y="88666"/>
                </a:lnTo>
                <a:lnTo>
                  <a:pt x="792356" y="96977"/>
                </a:lnTo>
                <a:close/>
                <a:moveTo>
                  <a:pt x="799224" y="87880"/>
                </a:moveTo>
                <a:lnTo>
                  <a:pt x="806093" y="77641"/>
                </a:lnTo>
                <a:lnTo>
                  <a:pt x="784494" y="88666"/>
                </a:lnTo>
                <a:close/>
                <a:moveTo>
                  <a:pt x="799224" y="87880"/>
                </a:moveTo>
                <a:lnTo>
                  <a:pt x="813954" y="85094"/>
                </a:lnTo>
                <a:lnTo>
                  <a:pt x="806093" y="77641"/>
                </a:lnTo>
                <a:close/>
                <a:moveTo>
                  <a:pt x="777626" y="99797"/>
                </a:moveTo>
                <a:lnTo>
                  <a:pt x="784494" y="88666"/>
                </a:lnTo>
                <a:lnTo>
                  <a:pt x="762896" y="97223"/>
                </a:lnTo>
                <a:close/>
                <a:moveTo>
                  <a:pt x="756027" y="108506"/>
                </a:moveTo>
                <a:lnTo>
                  <a:pt x="762896" y="97223"/>
                </a:lnTo>
                <a:lnTo>
                  <a:pt x="741297" y="103065"/>
                </a:lnTo>
                <a:close/>
                <a:moveTo>
                  <a:pt x="812962" y="67758"/>
                </a:moveTo>
                <a:lnTo>
                  <a:pt x="806093" y="77641"/>
                </a:lnTo>
                <a:lnTo>
                  <a:pt x="827691" y="64113"/>
                </a:lnTo>
                <a:close/>
                <a:moveTo>
                  <a:pt x="791363" y="79526"/>
                </a:moveTo>
                <a:lnTo>
                  <a:pt x="784494" y="88666"/>
                </a:lnTo>
                <a:lnTo>
                  <a:pt x="806093" y="77641"/>
                </a:lnTo>
                <a:close/>
                <a:moveTo>
                  <a:pt x="769765" y="87461"/>
                </a:moveTo>
                <a:lnTo>
                  <a:pt x="762896" y="97223"/>
                </a:lnTo>
                <a:lnTo>
                  <a:pt x="784494" y="88666"/>
                </a:lnTo>
                <a:close/>
                <a:moveTo>
                  <a:pt x="769765" y="87461"/>
                </a:moveTo>
                <a:lnTo>
                  <a:pt x="755035" y="80659"/>
                </a:lnTo>
                <a:lnTo>
                  <a:pt x="762896" y="97223"/>
                </a:lnTo>
                <a:close/>
                <a:moveTo>
                  <a:pt x="769765" y="87461"/>
                </a:moveTo>
                <a:lnTo>
                  <a:pt x="784494" y="88666"/>
                </a:lnTo>
                <a:lnTo>
                  <a:pt x="776633" y="74868"/>
                </a:lnTo>
                <a:close/>
                <a:moveTo>
                  <a:pt x="748166" y="93129"/>
                </a:moveTo>
                <a:lnTo>
                  <a:pt x="741297" y="103065"/>
                </a:lnTo>
                <a:lnTo>
                  <a:pt x="762896" y="97223"/>
                </a:lnTo>
                <a:close/>
                <a:moveTo>
                  <a:pt x="748166" y="93129"/>
                </a:moveTo>
                <a:lnTo>
                  <a:pt x="733436" y="86412"/>
                </a:lnTo>
                <a:lnTo>
                  <a:pt x="741297" y="103065"/>
                </a:lnTo>
                <a:close/>
                <a:moveTo>
                  <a:pt x="748166" y="93129"/>
                </a:moveTo>
                <a:lnTo>
                  <a:pt x="755035" y="80659"/>
                </a:lnTo>
                <a:lnTo>
                  <a:pt x="733436" y="86412"/>
                </a:lnTo>
                <a:close/>
                <a:moveTo>
                  <a:pt x="748166" y="93129"/>
                </a:moveTo>
                <a:lnTo>
                  <a:pt x="762896" y="97223"/>
                </a:lnTo>
                <a:lnTo>
                  <a:pt x="755035" y="80659"/>
                </a:lnTo>
                <a:close/>
                <a:moveTo>
                  <a:pt x="726568" y="97734"/>
                </a:moveTo>
                <a:lnTo>
                  <a:pt x="711838" y="94330"/>
                </a:lnTo>
                <a:lnTo>
                  <a:pt x="719699" y="109768"/>
                </a:lnTo>
                <a:close/>
                <a:moveTo>
                  <a:pt x="726568" y="97734"/>
                </a:moveTo>
                <a:lnTo>
                  <a:pt x="733436" y="86412"/>
                </a:lnTo>
                <a:lnTo>
                  <a:pt x="711838" y="94330"/>
                </a:lnTo>
                <a:close/>
                <a:moveTo>
                  <a:pt x="726568" y="97734"/>
                </a:moveTo>
                <a:lnTo>
                  <a:pt x="741297" y="103065"/>
                </a:lnTo>
                <a:lnTo>
                  <a:pt x="733436" y="86412"/>
                </a:lnTo>
                <a:close/>
                <a:moveTo>
                  <a:pt x="718706" y="81495"/>
                </a:moveTo>
                <a:lnTo>
                  <a:pt x="711838" y="94330"/>
                </a:lnTo>
                <a:lnTo>
                  <a:pt x="733436" y="86412"/>
                </a:lnTo>
                <a:close/>
                <a:moveTo>
                  <a:pt x="697108" y="91859"/>
                </a:moveTo>
                <a:lnTo>
                  <a:pt x="682378" y="88140"/>
                </a:lnTo>
                <a:lnTo>
                  <a:pt x="690239" y="103983"/>
                </a:lnTo>
                <a:close/>
                <a:moveTo>
                  <a:pt x="675509" y="99627"/>
                </a:moveTo>
                <a:lnTo>
                  <a:pt x="668641" y="112184"/>
                </a:lnTo>
                <a:lnTo>
                  <a:pt x="690239" y="103983"/>
                </a:lnTo>
                <a:close/>
                <a:moveTo>
                  <a:pt x="675509" y="99627"/>
                </a:moveTo>
                <a:lnTo>
                  <a:pt x="660779" y="95928"/>
                </a:lnTo>
                <a:lnTo>
                  <a:pt x="668641" y="112184"/>
                </a:lnTo>
                <a:close/>
                <a:moveTo>
                  <a:pt x="675509" y="99627"/>
                </a:moveTo>
                <a:lnTo>
                  <a:pt x="682378" y="88140"/>
                </a:lnTo>
                <a:lnTo>
                  <a:pt x="660779" y="95928"/>
                </a:lnTo>
                <a:close/>
                <a:moveTo>
                  <a:pt x="675509" y="99627"/>
                </a:moveTo>
                <a:lnTo>
                  <a:pt x="690239" y="103983"/>
                </a:lnTo>
                <a:lnTo>
                  <a:pt x="682378" y="88140"/>
                </a:lnTo>
                <a:close/>
                <a:moveTo>
                  <a:pt x="653911" y="106976"/>
                </a:moveTo>
                <a:lnTo>
                  <a:pt x="668641" y="112184"/>
                </a:lnTo>
                <a:lnTo>
                  <a:pt x="660779" y="95928"/>
                </a:lnTo>
                <a:close/>
                <a:moveTo>
                  <a:pt x="166912" y="138287"/>
                </a:moveTo>
                <a:lnTo>
                  <a:pt x="152182" y="133579"/>
                </a:lnTo>
                <a:lnTo>
                  <a:pt x="160043" y="144742"/>
                </a:lnTo>
                <a:close/>
                <a:moveTo>
                  <a:pt x="145314" y="142750"/>
                </a:moveTo>
                <a:lnTo>
                  <a:pt x="152182" y="133579"/>
                </a:lnTo>
                <a:lnTo>
                  <a:pt x="130584" y="137038"/>
                </a:lnTo>
                <a:close/>
                <a:moveTo>
                  <a:pt x="145314" y="142750"/>
                </a:moveTo>
                <a:lnTo>
                  <a:pt x="160043" y="144742"/>
                </a:lnTo>
                <a:lnTo>
                  <a:pt x="152182" y="133579"/>
                </a:lnTo>
                <a:close/>
                <a:moveTo>
                  <a:pt x="123715" y="145021"/>
                </a:moveTo>
                <a:lnTo>
                  <a:pt x="130584" y="137038"/>
                </a:lnTo>
                <a:lnTo>
                  <a:pt x="108985" y="139924"/>
                </a:lnTo>
                <a:close/>
                <a:moveTo>
                  <a:pt x="123715" y="145021"/>
                </a:moveTo>
                <a:lnTo>
                  <a:pt x="138445" y="147279"/>
                </a:lnTo>
                <a:lnTo>
                  <a:pt x="130584" y="137038"/>
                </a:lnTo>
                <a:close/>
                <a:moveTo>
                  <a:pt x="115854" y="132036"/>
                </a:moveTo>
                <a:lnTo>
                  <a:pt x="108985" y="139924"/>
                </a:lnTo>
                <a:lnTo>
                  <a:pt x="130584" y="137038"/>
                </a:lnTo>
                <a:close/>
                <a:moveTo>
                  <a:pt x="115854" y="132036"/>
                </a:moveTo>
                <a:lnTo>
                  <a:pt x="101124" y="125444"/>
                </a:lnTo>
                <a:lnTo>
                  <a:pt x="108985" y="139924"/>
                </a:lnTo>
                <a:close/>
                <a:moveTo>
                  <a:pt x="94255" y="135834"/>
                </a:moveTo>
                <a:lnTo>
                  <a:pt x="79525" y="129232"/>
                </a:lnTo>
                <a:lnTo>
                  <a:pt x="87387" y="142182"/>
                </a:lnTo>
                <a:close/>
                <a:moveTo>
                  <a:pt x="94255" y="135834"/>
                </a:moveTo>
                <a:lnTo>
                  <a:pt x="108985" y="139924"/>
                </a:lnTo>
                <a:lnTo>
                  <a:pt x="101124" y="125444"/>
                </a:lnTo>
                <a:close/>
                <a:moveTo>
                  <a:pt x="72657" y="139032"/>
                </a:moveTo>
                <a:lnTo>
                  <a:pt x="79525" y="129232"/>
                </a:lnTo>
                <a:lnTo>
                  <a:pt x="57927" y="132668"/>
                </a:lnTo>
                <a:close/>
                <a:moveTo>
                  <a:pt x="72657" y="139032"/>
                </a:moveTo>
                <a:lnTo>
                  <a:pt x="87387" y="142182"/>
                </a:lnTo>
                <a:lnTo>
                  <a:pt x="79525" y="129232"/>
                </a:lnTo>
                <a:close/>
                <a:moveTo>
                  <a:pt x="51058" y="141501"/>
                </a:moveTo>
                <a:lnTo>
                  <a:pt x="57927" y="132668"/>
                </a:lnTo>
                <a:lnTo>
                  <a:pt x="36328" y="135328"/>
                </a:lnTo>
                <a:close/>
                <a:moveTo>
                  <a:pt x="51058" y="141501"/>
                </a:moveTo>
                <a:lnTo>
                  <a:pt x="65788" y="144027"/>
                </a:lnTo>
                <a:lnTo>
                  <a:pt x="57927" y="132668"/>
                </a:lnTo>
                <a:close/>
                <a:moveTo>
                  <a:pt x="64796" y="122870"/>
                </a:moveTo>
                <a:lnTo>
                  <a:pt x="57927" y="132668"/>
                </a:lnTo>
                <a:lnTo>
                  <a:pt x="79525" y="129232"/>
                </a:lnTo>
                <a:close/>
                <a:moveTo>
                  <a:pt x="43197" y="127271"/>
                </a:moveTo>
                <a:lnTo>
                  <a:pt x="36328" y="135328"/>
                </a:lnTo>
                <a:lnTo>
                  <a:pt x="57927" y="132668"/>
                </a:lnTo>
                <a:close/>
                <a:moveTo>
                  <a:pt x="43197" y="127271"/>
                </a:moveTo>
                <a:lnTo>
                  <a:pt x="28467" y="119755"/>
                </a:lnTo>
                <a:lnTo>
                  <a:pt x="36328" y="135328"/>
                </a:lnTo>
                <a:close/>
                <a:moveTo>
                  <a:pt x="43197" y="127271"/>
                </a:moveTo>
                <a:lnTo>
                  <a:pt x="57927" y="132668"/>
                </a:lnTo>
                <a:lnTo>
                  <a:pt x="50066" y="115458"/>
                </a:lnTo>
                <a:close/>
                <a:moveTo>
                  <a:pt x="21599" y="130591"/>
                </a:moveTo>
                <a:lnTo>
                  <a:pt x="28467" y="119755"/>
                </a:lnTo>
                <a:lnTo>
                  <a:pt x="6869" y="122320"/>
                </a:lnTo>
                <a:close/>
                <a:moveTo>
                  <a:pt x="21599" y="130591"/>
                </a:moveTo>
                <a:lnTo>
                  <a:pt x="36328" y="135328"/>
                </a:lnTo>
                <a:lnTo>
                  <a:pt x="28467" y="119755"/>
                </a:lnTo>
                <a:close/>
                <a:moveTo>
                  <a:pt x="0" y="131184"/>
                </a:moveTo>
                <a:lnTo>
                  <a:pt x="14730" y="136369"/>
                </a:lnTo>
                <a:lnTo>
                  <a:pt x="6869" y="122320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36" name="PANEL_01-slope--28-230_730">
            <a:extLst>
              <a:ext uri="{FF2B5EF4-FFF2-40B4-BE49-F238E27FC236}">
                <a16:creationId xmlns:a16="http://schemas.microsoft.com/office/drawing/2014/main" id="{AA46D51E-B5D8-40D1-9125-032F018F9FE5}"/>
              </a:ext>
            </a:extLst>
          </p:cNvPr>
          <p:cNvSpPr>
            <a:spLocks/>
          </p:cNvSpPr>
          <p:nvPr/>
        </p:nvSpPr>
        <p:spPr>
          <a:xfrm>
            <a:off x="1729861" y="222019"/>
            <a:ext cx="481244" cy="220193"/>
          </a:xfrm>
          <a:custGeom>
            <a:pathLst>
              <a:path w="325963" h="149145">
                <a:moveTo>
                  <a:pt x="311233" y="11355"/>
                </a:moveTo>
                <a:lnTo>
                  <a:pt x="304364" y="24961"/>
                </a:lnTo>
                <a:lnTo>
                  <a:pt x="325963" y="14071"/>
                </a:lnTo>
                <a:close/>
                <a:moveTo>
                  <a:pt x="311233" y="11355"/>
                </a:moveTo>
                <a:lnTo>
                  <a:pt x="296503" y="13863"/>
                </a:lnTo>
                <a:lnTo>
                  <a:pt x="304364" y="24961"/>
                </a:lnTo>
                <a:close/>
                <a:moveTo>
                  <a:pt x="311233" y="11355"/>
                </a:moveTo>
                <a:lnTo>
                  <a:pt x="318102" y="0"/>
                </a:lnTo>
                <a:lnTo>
                  <a:pt x="296503" y="13863"/>
                </a:lnTo>
                <a:close/>
                <a:moveTo>
                  <a:pt x="289634" y="27722"/>
                </a:moveTo>
                <a:lnTo>
                  <a:pt x="282766" y="38998"/>
                </a:lnTo>
                <a:lnTo>
                  <a:pt x="304364" y="24961"/>
                </a:lnTo>
                <a:close/>
                <a:moveTo>
                  <a:pt x="289634" y="27722"/>
                </a:moveTo>
                <a:lnTo>
                  <a:pt x="274905" y="29373"/>
                </a:lnTo>
                <a:lnTo>
                  <a:pt x="282766" y="38998"/>
                </a:lnTo>
                <a:close/>
                <a:moveTo>
                  <a:pt x="289634" y="27722"/>
                </a:moveTo>
                <a:lnTo>
                  <a:pt x="296503" y="13863"/>
                </a:lnTo>
                <a:lnTo>
                  <a:pt x="274905" y="29373"/>
                </a:lnTo>
                <a:close/>
                <a:moveTo>
                  <a:pt x="289634" y="27722"/>
                </a:moveTo>
                <a:lnTo>
                  <a:pt x="304364" y="24961"/>
                </a:lnTo>
                <a:lnTo>
                  <a:pt x="296503" y="13863"/>
                </a:lnTo>
                <a:close/>
                <a:moveTo>
                  <a:pt x="268036" y="42953"/>
                </a:moveTo>
                <a:lnTo>
                  <a:pt x="274905" y="29373"/>
                </a:lnTo>
                <a:lnTo>
                  <a:pt x="253306" y="43705"/>
                </a:lnTo>
                <a:close/>
                <a:moveTo>
                  <a:pt x="268036" y="42953"/>
                </a:moveTo>
                <a:lnTo>
                  <a:pt x="282766" y="38998"/>
                </a:lnTo>
                <a:lnTo>
                  <a:pt x="274905" y="29373"/>
                </a:lnTo>
                <a:close/>
                <a:moveTo>
                  <a:pt x="246437" y="55801"/>
                </a:moveTo>
                <a:lnTo>
                  <a:pt x="253306" y="43705"/>
                </a:lnTo>
                <a:lnTo>
                  <a:pt x="231708" y="58094"/>
                </a:lnTo>
                <a:close/>
                <a:moveTo>
                  <a:pt x="238576" y="45456"/>
                </a:moveTo>
                <a:lnTo>
                  <a:pt x="231708" y="58094"/>
                </a:lnTo>
                <a:lnTo>
                  <a:pt x="253306" y="43705"/>
                </a:lnTo>
                <a:close/>
                <a:moveTo>
                  <a:pt x="108985" y="100214"/>
                </a:moveTo>
                <a:lnTo>
                  <a:pt x="115854" y="88311"/>
                </a:lnTo>
                <a:lnTo>
                  <a:pt x="94255" y="97964"/>
                </a:lnTo>
                <a:close/>
                <a:moveTo>
                  <a:pt x="108985" y="100214"/>
                </a:moveTo>
                <a:lnTo>
                  <a:pt x="123715" y="103748"/>
                </a:lnTo>
                <a:lnTo>
                  <a:pt x="115854" y="88311"/>
                </a:lnTo>
                <a:close/>
                <a:moveTo>
                  <a:pt x="87387" y="112195"/>
                </a:moveTo>
                <a:lnTo>
                  <a:pt x="94255" y="97964"/>
                </a:lnTo>
                <a:lnTo>
                  <a:pt x="72657" y="106164"/>
                </a:lnTo>
                <a:close/>
                <a:moveTo>
                  <a:pt x="101124" y="85839"/>
                </a:moveTo>
                <a:lnTo>
                  <a:pt x="94255" y="97964"/>
                </a:lnTo>
                <a:lnTo>
                  <a:pt x="115854" y="88311"/>
                </a:lnTo>
                <a:close/>
                <a:moveTo>
                  <a:pt x="101124" y="85839"/>
                </a:moveTo>
                <a:lnTo>
                  <a:pt x="115854" y="88311"/>
                </a:lnTo>
                <a:lnTo>
                  <a:pt x="107993" y="73627"/>
                </a:lnTo>
                <a:close/>
                <a:moveTo>
                  <a:pt x="57927" y="100956"/>
                </a:moveTo>
                <a:lnTo>
                  <a:pt x="51058" y="115599"/>
                </a:lnTo>
                <a:lnTo>
                  <a:pt x="72657" y="106164"/>
                </a:lnTo>
                <a:close/>
                <a:moveTo>
                  <a:pt x="57927" y="100956"/>
                </a:moveTo>
                <a:lnTo>
                  <a:pt x="43197" y="102508"/>
                </a:lnTo>
                <a:lnTo>
                  <a:pt x="51058" y="115599"/>
                </a:lnTo>
                <a:close/>
                <a:moveTo>
                  <a:pt x="57927" y="100956"/>
                </a:moveTo>
                <a:lnTo>
                  <a:pt x="64796" y="89909"/>
                </a:lnTo>
                <a:lnTo>
                  <a:pt x="43197" y="102508"/>
                </a:lnTo>
                <a:close/>
                <a:moveTo>
                  <a:pt x="36328" y="115534"/>
                </a:moveTo>
                <a:lnTo>
                  <a:pt x="29460" y="129016"/>
                </a:lnTo>
                <a:lnTo>
                  <a:pt x="51058" y="115599"/>
                </a:lnTo>
                <a:close/>
                <a:moveTo>
                  <a:pt x="36328" y="115534"/>
                </a:moveTo>
                <a:lnTo>
                  <a:pt x="21599" y="117251"/>
                </a:lnTo>
                <a:lnTo>
                  <a:pt x="29460" y="129016"/>
                </a:lnTo>
                <a:close/>
                <a:moveTo>
                  <a:pt x="36328" y="115534"/>
                </a:moveTo>
                <a:lnTo>
                  <a:pt x="43197" y="102508"/>
                </a:lnTo>
                <a:lnTo>
                  <a:pt x="21599" y="117251"/>
                </a:lnTo>
                <a:close/>
                <a:moveTo>
                  <a:pt x="36328" y="115534"/>
                </a:moveTo>
                <a:lnTo>
                  <a:pt x="51058" y="115599"/>
                </a:lnTo>
                <a:lnTo>
                  <a:pt x="43197" y="102508"/>
                </a:lnTo>
                <a:close/>
                <a:moveTo>
                  <a:pt x="14730" y="129293"/>
                </a:moveTo>
                <a:lnTo>
                  <a:pt x="0" y="139005"/>
                </a:lnTo>
                <a:lnTo>
                  <a:pt x="7861" y="149145"/>
                </a:lnTo>
                <a:close/>
                <a:moveTo>
                  <a:pt x="14730" y="129293"/>
                </a:moveTo>
                <a:lnTo>
                  <a:pt x="21599" y="117251"/>
                </a:lnTo>
                <a:lnTo>
                  <a:pt x="0" y="139005"/>
                </a:lnTo>
                <a:close/>
                <a:moveTo>
                  <a:pt x="14730" y="129293"/>
                </a:moveTo>
                <a:lnTo>
                  <a:pt x="29460" y="129016"/>
                </a:lnTo>
                <a:lnTo>
                  <a:pt x="21599" y="117251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37" name="PANEL_01-water--28-230_731">
            <a:extLst>
              <a:ext uri="{FF2B5EF4-FFF2-40B4-BE49-F238E27FC236}">
                <a16:creationId xmlns:a16="http://schemas.microsoft.com/office/drawing/2014/main" id="{C24238F9-CF6C-460D-BB56-B4F512DA26E2}"/>
              </a:ext>
            </a:extLst>
          </p:cNvPr>
          <p:cNvSpPr>
            <a:spLocks/>
          </p:cNvSpPr>
          <p:nvPr/>
        </p:nvSpPr>
        <p:spPr>
          <a:xfrm>
            <a:off x="1193518" y="419097"/>
            <a:ext cx="547950" cy="29940"/>
          </a:xfrm>
          <a:custGeom>
            <a:pathLst>
              <a:path w="371145" h="20280">
                <a:moveTo>
                  <a:pt x="356415" y="12433"/>
                </a:moveTo>
                <a:lnTo>
                  <a:pt x="341685" y="9208"/>
                </a:lnTo>
                <a:lnTo>
                  <a:pt x="349546" y="19348"/>
                </a:lnTo>
                <a:close/>
                <a:moveTo>
                  <a:pt x="356415" y="12433"/>
                </a:moveTo>
                <a:lnTo>
                  <a:pt x="363284" y="5517"/>
                </a:lnTo>
                <a:lnTo>
                  <a:pt x="341685" y="9208"/>
                </a:lnTo>
                <a:close/>
                <a:moveTo>
                  <a:pt x="356415" y="12433"/>
                </a:moveTo>
                <a:lnTo>
                  <a:pt x="371145" y="15657"/>
                </a:lnTo>
                <a:lnTo>
                  <a:pt x="363284" y="5517"/>
                </a:lnTo>
                <a:close/>
                <a:moveTo>
                  <a:pt x="334817" y="16123"/>
                </a:moveTo>
                <a:lnTo>
                  <a:pt x="341685" y="9208"/>
                </a:lnTo>
                <a:lnTo>
                  <a:pt x="320087" y="12899"/>
                </a:lnTo>
                <a:close/>
                <a:moveTo>
                  <a:pt x="348554" y="2293"/>
                </a:moveTo>
                <a:lnTo>
                  <a:pt x="341685" y="9208"/>
                </a:lnTo>
                <a:lnTo>
                  <a:pt x="363284" y="5517"/>
                </a:lnTo>
                <a:close/>
                <a:moveTo>
                  <a:pt x="326955" y="5983"/>
                </a:moveTo>
                <a:lnTo>
                  <a:pt x="320087" y="12899"/>
                </a:lnTo>
                <a:lnTo>
                  <a:pt x="341685" y="9208"/>
                </a:lnTo>
                <a:close/>
                <a:moveTo>
                  <a:pt x="326955" y="5983"/>
                </a:moveTo>
                <a:lnTo>
                  <a:pt x="312226" y="2759"/>
                </a:lnTo>
                <a:lnTo>
                  <a:pt x="320087" y="12899"/>
                </a:lnTo>
                <a:close/>
                <a:moveTo>
                  <a:pt x="305357" y="9674"/>
                </a:moveTo>
                <a:lnTo>
                  <a:pt x="298488" y="16589"/>
                </a:lnTo>
                <a:lnTo>
                  <a:pt x="320087" y="12899"/>
                </a:lnTo>
                <a:close/>
                <a:moveTo>
                  <a:pt x="305357" y="9674"/>
                </a:moveTo>
                <a:lnTo>
                  <a:pt x="290627" y="6449"/>
                </a:lnTo>
                <a:lnTo>
                  <a:pt x="298488" y="16589"/>
                </a:lnTo>
                <a:close/>
                <a:moveTo>
                  <a:pt x="305357" y="9674"/>
                </a:moveTo>
                <a:lnTo>
                  <a:pt x="312226" y="2759"/>
                </a:lnTo>
                <a:lnTo>
                  <a:pt x="290627" y="6449"/>
                </a:lnTo>
                <a:close/>
                <a:moveTo>
                  <a:pt x="305357" y="9674"/>
                </a:moveTo>
                <a:lnTo>
                  <a:pt x="320087" y="12899"/>
                </a:lnTo>
                <a:lnTo>
                  <a:pt x="312226" y="2759"/>
                </a:lnTo>
                <a:close/>
                <a:moveTo>
                  <a:pt x="283758" y="13365"/>
                </a:moveTo>
                <a:lnTo>
                  <a:pt x="269028" y="10140"/>
                </a:lnTo>
                <a:lnTo>
                  <a:pt x="276890" y="20280"/>
                </a:lnTo>
                <a:close/>
                <a:moveTo>
                  <a:pt x="283758" y="13365"/>
                </a:moveTo>
                <a:lnTo>
                  <a:pt x="290627" y="6449"/>
                </a:lnTo>
                <a:lnTo>
                  <a:pt x="269028" y="10140"/>
                </a:lnTo>
                <a:close/>
                <a:moveTo>
                  <a:pt x="283758" y="13365"/>
                </a:moveTo>
                <a:lnTo>
                  <a:pt x="298488" y="16589"/>
                </a:lnTo>
                <a:lnTo>
                  <a:pt x="290627" y="6449"/>
                </a:lnTo>
                <a:close/>
                <a:moveTo>
                  <a:pt x="262160" y="17055"/>
                </a:moveTo>
                <a:lnTo>
                  <a:pt x="269028" y="10140"/>
                </a:lnTo>
                <a:lnTo>
                  <a:pt x="247430" y="13831"/>
                </a:lnTo>
                <a:close/>
                <a:moveTo>
                  <a:pt x="275897" y="3225"/>
                </a:moveTo>
                <a:lnTo>
                  <a:pt x="269028" y="10140"/>
                </a:lnTo>
                <a:lnTo>
                  <a:pt x="290627" y="6449"/>
                </a:lnTo>
                <a:close/>
                <a:moveTo>
                  <a:pt x="254299" y="6915"/>
                </a:moveTo>
                <a:lnTo>
                  <a:pt x="247430" y="13831"/>
                </a:lnTo>
                <a:lnTo>
                  <a:pt x="269028" y="10140"/>
                </a:lnTo>
                <a:close/>
                <a:moveTo>
                  <a:pt x="254299" y="6915"/>
                </a:moveTo>
                <a:lnTo>
                  <a:pt x="239569" y="3691"/>
                </a:lnTo>
                <a:lnTo>
                  <a:pt x="247430" y="13831"/>
                </a:lnTo>
                <a:close/>
                <a:moveTo>
                  <a:pt x="254299" y="6915"/>
                </a:moveTo>
                <a:lnTo>
                  <a:pt x="269028" y="10140"/>
                </a:lnTo>
                <a:lnTo>
                  <a:pt x="261167" y="0"/>
                </a:lnTo>
                <a:close/>
                <a:moveTo>
                  <a:pt x="232700" y="10606"/>
                </a:moveTo>
                <a:lnTo>
                  <a:pt x="225831" y="17521"/>
                </a:lnTo>
                <a:lnTo>
                  <a:pt x="247430" y="13831"/>
                </a:lnTo>
                <a:close/>
                <a:moveTo>
                  <a:pt x="232700" y="10606"/>
                </a:moveTo>
                <a:lnTo>
                  <a:pt x="217970" y="7381"/>
                </a:lnTo>
                <a:lnTo>
                  <a:pt x="225831" y="17521"/>
                </a:lnTo>
                <a:close/>
                <a:moveTo>
                  <a:pt x="232700" y="10606"/>
                </a:moveTo>
                <a:lnTo>
                  <a:pt x="239569" y="3691"/>
                </a:lnTo>
                <a:lnTo>
                  <a:pt x="217970" y="7381"/>
                </a:lnTo>
                <a:close/>
                <a:moveTo>
                  <a:pt x="232700" y="10606"/>
                </a:moveTo>
                <a:lnTo>
                  <a:pt x="247430" y="13831"/>
                </a:lnTo>
                <a:lnTo>
                  <a:pt x="239569" y="3691"/>
                </a:lnTo>
                <a:close/>
                <a:moveTo>
                  <a:pt x="211102" y="14296"/>
                </a:moveTo>
                <a:lnTo>
                  <a:pt x="217970" y="7381"/>
                </a:lnTo>
                <a:lnTo>
                  <a:pt x="196372" y="11072"/>
                </a:lnTo>
                <a:close/>
                <a:moveTo>
                  <a:pt x="211102" y="14296"/>
                </a:moveTo>
                <a:lnTo>
                  <a:pt x="225831" y="17521"/>
                </a:lnTo>
                <a:lnTo>
                  <a:pt x="217970" y="7381"/>
                </a:lnTo>
                <a:close/>
                <a:moveTo>
                  <a:pt x="189503" y="17987"/>
                </a:moveTo>
                <a:lnTo>
                  <a:pt x="196372" y="11072"/>
                </a:lnTo>
                <a:lnTo>
                  <a:pt x="174773" y="14762"/>
                </a:lnTo>
                <a:close/>
                <a:moveTo>
                  <a:pt x="203240" y="4157"/>
                </a:moveTo>
                <a:lnTo>
                  <a:pt x="196372" y="11072"/>
                </a:lnTo>
                <a:lnTo>
                  <a:pt x="217970" y="7381"/>
                </a:lnTo>
                <a:close/>
                <a:moveTo>
                  <a:pt x="203240" y="4157"/>
                </a:moveTo>
                <a:lnTo>
                  <a:pt x="188511" y="932"/>
                </a:lnTo>
                <a:lnTo>
                  <a:pt x="196372" y="11072"/>
                </a:lnTo>
                <a:close/>
                <a:moveTo>
                  <a:pt x="181642" y="7847"/>
                </a:moveTo>
                <a:lnTo>
                  <a:pt x="174773" y="14762"/>
                </a:lnTo>
                <a:lnTo>
                  <a:pt x="196372" y="11072"/>
                </a:lnTo>
                <a:close/>
                <a:moveTo>
                  <a:pt x="181642" y="7847"/>
                </a:moveTo>
                <a:lnTo>
                  <a:pt x="166912" y="4623"/>
                </a:lnTo>
                <a:lnTo>
                  <a:pt x="174773" y="14762"/>
                </a:lnTo>
                <a:close/>
                <a:moveTo>
                  <a:pt x="181642" y="7847"/>
                </a:moveTo>
                <a:lnTo>
                  <a:pt x="196372" y="11072"/>
                </a:lnTo>
                <a:lnTo>
                  <a:pt x="188511" y="932"/>
                </a:lnTo>
                <a:close/>
                <a:moveTo>
                  <a:pt x="160043" y="11538"/>
                </a:moveTo>
                <a:lnTo>
                  <a:pt x="145314" y="8313"/>
                </a:lnTo>
                <a:lnTo>
                  <a:pt x="153175" y="18453"/>
                </a:lnTo>
                <a:close/>
                <a:moveTo>
                  <a:pt x="160043" y="11538"/>
                </a:moveTo>
                <a:lnTo>
                  <a:pt x="166912" y="4623"/>
                </a:lnTo>
                <a:lnTo>
                  <a:pt x="145314" y="8313"/>
                </a:lnTo>
                <a:close/>
                <a:moveTo>
                  <a:pt x="160043" y="11538"/>
                </a:moveTo>
                <a:lnTo>
                  <a:pt x="174773" y="14762"/>
                </a:lnTo>
                <a:lnTo>
                  <a:pt x="166912" y="4623"/>
                </a:lnTo>
                <a:close/>
                <a:moveTo>
                  <a:pt x="138445" y="15228"/>
                </a:moveTo>
                <a:lnTo>
                  <a:pt x="145314" y="8313"/>
                </a:lnTo>
                <a:lnTo>
                  <a:pt x="123715" y="12004"/>
                </a:lnTo>
                <a:close/>
                <a:moveTo>
                  <a:pt x="138445" y="15228"/>
                </a:moveTo>
                <a:lnTo>
                  <a:pt x="153175" y="18453"/>
                </a:lnTo>
                <a:lnTo>
                  <a:pt x="145314" y="8313"/>
                </a:lnTo>
                <a:close/>
                <a:moveTo>
                  <a:pt x="130584" y="5089"/>
                </a:moveTo>
                <a:lnTo>
                  <a:pt x="123715" y="12004"/>
                </a:lnTo>
                <a:lnTo>
                  <a:pt x="145314" y="8313"/>
                </a:lnTo>
                <a:close/>
                <a:moveTo>
                  <a:pt x="130584" y="5089"/>
                </a:moveTo>
                <a:lnTo>
                  <a:pt x="115854" y="1864"/>
                </a:lnTo>
                <a:lnTo>
                  <a:pt x="123715" y="12004"/>
                </a:lnTo>
                <a:close/>
                <a:moveTo>
                  <a:pt x="108985" y="8779"/>
                </a:moveTo>
                <a:lnTo>
                  <a:pt x="102116" y="15694"/>
                </a:lnTo>
                <a:lnTo>
                  <a:pt x="123715" y="12004"/>
                </a:lnTo>
                <a:close/>
                <a:moveTo>
                  <a:pt x="108985" y="8779"/>
                </a:moveTo>
                <a:lnTo>
                  <a:pt x="94255" y="5555"/>
                </a:lnTo>
                <a:lnTo>
                  <a:pt x="102116" y="15694"/>
                </a:lnTo>
                <a:close/>
                <a:moveTo>
                  <a:pt x="108985" y="8779"/>
                </a:moveTo>
                <a:lnTo>
                  <a:pt x="115854" y="1864"/>
                </a:lnTo>
                <a:lnTo>
                  <a:pt x="94255" y="5555"/>
                </a:lnTo>
                <a:close/>
                <a:moveTo>
                  <a:pt x="108985" y="8779"/>
                </a:moveTo>
                <a:lnTo>
                  <a:pt x="123715" y="12004"/>
                </a:lnTo>
                <a:lnTo>
                  <a:pt x="115854" y="1864"/>
                </a:lnTo>
                <a:close/>
                <a:moveTo>
                  <a:pt x="87387" y="12470"/>
                </a:moveTo>
                <a:lnTo>
                  <a:pt x="72657" y="9245"/>
                </a:lnTo>
                <a:lnTo>
                  <a:pt x="80518" y="19385"/>
                </a:lnTo>
                <a:close/>
                <a:moveTo>
                  <a:pt x="87387" y="12470"/>
                </a:moveTo>
                <a:lnTo>
                  <a:pt x="94255" y="5555"/>
                </a:lnTo>
                <a:lnTo>
                  <a:pt x="72657" y="9245"/>
                </a:lnTo>
                <a:close/>
                <a:moveTo>
                  <a:pt x="87387" y="12470"/>
                </a:moveTo>
                <a:lnTo>
                  <a:pt x="102116" y="15694"/>
                </a:lnTo>
                <a:lnTo>
                  <a:pt x="94255" y="5555"/>
                </a:lnTo>
                <a:close/>
                <a:moveTo>
                  <a:pt x="65788" y="16160"/>
                </a:moveTo>
                <a:lnTo>
                  <a:pt x="72657" y="9245"/>
                </a:lnTo>
                <a:lnTo>
                  <a:pt x="51058" y="12936"/>
                </a:lnTo>
                <a:close/>
                <a:moveTo>
                  <a:pt x="79525" y="2330"/>
                </a:moveTo>
                <a:lnTo>
                  <a:pt x="72657" y="9245"/>
                </a:lnTo>
                <a:lnTo>
                  <a:pt x="94255" y="5555"/>
                </a:lnTo>
                <a:close/>
                <a:moveTo>
                  <a:pt x="57927" y="6021"/>
                </a:moveTo>
                <a:lnTo>
                  <a:pt x="51058" y="12936"/>
                </a:lnTo>
                <a:lnTo>
                  <a:pt x="72657" y="9245"/>
                </a:lnTo>
                <a:close/>
                <a:moveTo>
                  <a:pt x="57927" y="6021"/>
                </a:moveTo>
                <a:lnTo>
                  <a:pt x="43197" y="2796"/>
                </a:lnTo>
                <a:lnTo>
                  <a:pt x="51058" y="12936"/>
                </a:lnTo>
                <a:close/>
                <a:moveTo>
                  <a:pt x="36328" y="9711"/>
                </a:moveTo>
                <a:lnTo>
                  <a:pt x="29460" y="16626"/>
                </a:lnTo>
                <a:lnTo>
                  <a:pt x="51058" y="12936"/>
                </a:lnTo>
                <a:close/>
                <a:moveTo>
                  <a:pt x="36328" y="9711"/>
                </a:moveTo>
                <a:lnTo>
                  <a:pt x="21599" y="6487"/>
                </a:lnTo>
                <a:lnTo>
                  <a:pt x="29460" y="16626"/>
                </a:lnTo>
                <a:close/>
                <a:moveTo>
                  <a:pt x="36328" y="9711"/>
                </a:moveTo>
                <a:lnTo>
                  <a:pt x="43197" y="2796"/>
                </a:lnTo>
                <a:lnTo>
                  <a:pt x="21599" y="6487"/>
                </a:lnTo>
                <a:close/>
                <a:moveTo>
                  <a:pt x="36328" y="9711"/>
                </a:moveTo>
                <a:lnTo>
                  <a:pt x="51058" y="12936"/>
                </a:lnTo>
                <a:lnTo>
                  <a:pt x="43197" y="2796"/>
                </a:lnTo>
                <a:close/>
                <a:moveTo>
                  <a:pt x="6869" y="3262"/>
                </a:moveTo>
                <a:lnTo>
                  <a:pt x="0" y="10177"/>
                </a:lnTo>
                <a:lnTo>
                  <a:pt x="21599" y="6487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38" name="PANEL_01-slope--27-220_732">
            <a:extLst>
              <a:ext uri="{FF2B5EF4-FFF2-40B4-BE49-F238E27FC236}">
                <a16:creationId xmlns:a16="http://schemas.microsoft.com/office/drawing/2014/main" id="{946C8F78-F15A-4AEF-A00E-D22B35CAF27A}"/>
              </a:ext>
            </a:extLst>
          </p:cNvPr>
          <p:cNvSpPr>
            <a:spLocks/>
          </p:cNvSpPr>
          <p:nvPr/>
        </p:nvSpPr>
        <p:spPr>
          <a:xfrm>
            <a:off x="764444" y="266661"/>
            <a:ext cx="1543789" cy="182430"/>
          </a:xfrm>
          <a:custGeom>
            <a:pathLst>
              <a:path w="1045662" h="123567">
                <a:moveTo>
                  <a:pt x="1045662" y="11923"/>
                </a:moveTo>
                <a:lnTo>
                  <a:pt x="1030932" y="2861"/>
                </a:lnTo>
                <a:lnTo>
                  <a:pt x="1038793" y="17620"/>
                </a:lnTo>
                <a:close/>
                <a:moveTo>
                  <a:pt x="1024063" y="11323"/>
                </a:moveTo>
                <a:lnTo>
                  <a:pt x="1009333" y="0"/>
                </a:lnTo>
                <a:lnTo>
                  <a:pt x="1017195" y="19381"/>
                </a:lnTo>
                <a:close/>
                <a:moveTo>
                  <a:pt x="1024063" y="11323"/>
                </a:moveTo>
                <a:lnTo>
                  <a:pt x="1030932" y="2861"/>
                </a:lnTo>
                <a:lnTo>
                  <a:pt x="1009333" y="0"/>
                </a:lnTo>
                <a:close/>
                <a:moveTo>
                  <a:pt x="1002465" y="7407"/>
                </a:moveTo>
                <a:lnTo>
                  <a:pt x="1017195" y="19381"/>
                </a:lnTo>
                <a:lnTo>
                  <a:pt x="1009333" y="0"/>
                </a:lnTo>
                <a:close/>
                <a:moveTo>
                  <a:pt x="283758" y="114742"/>
                </a:moveTo>
                <a:lnTo>
                  <a:pt x="276890" y="120560"/>
                </a:lnTo>
                <a:lnTo>
                  <a:pt x="298488" y="123567"/>
                </a:lnTo>
                <a:close/>
                <a:moveTo>
                  <a:pt x="283758" y="114742"/>
                </a:moveTo>
                <a:lnTo>
                  <a:pt x="269028" y="112447"/>
                </a:lnTo>
                <a:lnTo>
                  <a:pt x="276890" y="120560"/>
                </a:lnTo>
                <a:close/>
                <a:moveTo>
                  <a:pt x="283758" y="114742"/>
                </a:moveTo>
                <a:lnTo>
                  <a:pt x="298488" y="123567"/>
                </a:lnTo>
                <a:lnTo>
                  <a:pt x="290627" y="113427"/>
                </a:lnTo>
                <a:close/>
                <a:moveTo>
                  <a:pt x="262160" y="116852"/>
                </a:moveTo>
                <a:lnTo>
                  <a:pt x="247430" y="114258"/>
                </a:lnTo>
                <a:lnTo>
                  <a:pt x="255291" y="122244"/>
                </a:lnTo>
                <a:close/>
                <a:moveTo>
                  <a:pt x="262160" y="116852"/>
                </a:moveTo>
                <a:lnTo>
                  <a:pt x="269028" y="112447"/>
                </a:lnTo>
                <a:lnTo>
                  <a:pt x="247430" y="114258"/>
                </a:lnTo>
                <a:close/>
                <a:moveTo>
                  <a:pt x="262160" y="116852"/>
                </a:moveTo>
                <a:lnTo>
                  <a:pt x="276890" y="120560"/>
                </a:lnTo>
                <a:lnTo>
                  <a:pt x="269028" y="112447"/>
                </a:lnTo>
                <a:close/>
                <a:moveTo>
                  <a:pt x="240561" y="118341"/>
                </a:moveTo>
                <a:lnTo>
                  <a:pt x="247430" y="114258"/>
                </a:lnTo>
                <a:lnTo>
                  <a:pt x="225831" y="115151"/>
                </a:lnTo>
                <a:close/>
                <a:moveTo>
                  <a:pt x="254299" y="110308"/>
                </a:moveTo>
                <a:lnTo>
                  <a:pt x="247430" y="114258"/>
                </a:lnTo>
                <a:lnTo>
                  <a:pt x="269028" y="112447"/>
                </a:lnTo>
                <a:close/>
                <a:moveTo>
                  <a:pt x="232700" y="111530"/>
                </a:moveTo>
                <a:lnTo>
                  <a:pt x="225831" y="115151"/>
                </a:lnTo>
                <a:lnTo>
                  <a:pt x="247430" y="114258"/>
                </a:lnTo>
                <a:close/>
                <a:moveTo>
                  <a:pt x="232700" y="111530"/>
                </a:moveTo>
                <a:lnTo>
                  <a:pt x="217970" y="108485"/>
                </a:lnTo>
                <a:lnTo>
                  <a:pt x="225831" y="115151"/>
                </a:lnTo>
                <a:close/>
                <a:moveTo>
                  <a:pt x="211102" y="113886"/>
                </a:moveTo>
                <a:lnTo>
                  <a:pt x="204233" y="115806"/>
                </a:lnTo>
                <a:lnTo>
                  <a:pt x="225831" y="115151"/>
                </a:lnTo>
                <a:close/>
                <a:moveTo>
                  <a:pt x="211102" y="113886"/>
                </a:moveTo>
                <a:lnTo>
                  <a:pt x="196372" y="111021"/>
                </a:lnTo>
                <a:lnTo>
                  <a:pt x="204233" y="115806"/>
                </a:lnTo>
                <a:close/>
                <a:moveTo>
                  <a:pt x="211102" y="113886"/>
                </a:moveTo>
                <a:lnTo>
                  <a:pt x="217970" y="108485"/>
                </a:lnTo>
                <a:lnTo>
                  <a:pt x="196372" y="111021"/>
                </a:lnTo>
                <a:close/>
                <a:moveTo>
                  <a:pt x="211102" y="113886"/>
                </a:moveTo>
                <a:lnTo>
                  <a:pt x="225831" y="115151"/>
                </a:lnTo>
                <a:lnTo>
                  <a:pt x="217970" y="108485"/>
                </a:lnTo>
                <a:close/>
                <a:moveTo>
                  <a:pt x="189503" y="114942"/>
                </a:moveTo>
                <a:lnTo>
                  <a:pt x="196372" y="111021"/>
                </a:lnTo>
                <a:lnTo>
                  <a:pt x="174773" y="112271"/>
                </a:lnTo>
                <a:close/>
                <a:moveTo>
                  <a:pt x="189503" y="114942"/>
                </a:moveTo>
                <a:lnTo>
                  <a:pt x="204233" y="115806"/>
                </a:lnTo>
                <a:lnTo>
                  <a:pt x="196372" y="111021"/>
                </a:lnTo>
                <a:close/>
                <a:moveTo>
                  <a:pt x="181642" y="108764"/>
                </a:moveTo>
                <a:lnTo>
                  <a:pt x="174773" y="112271"/>
                </a:lnTo>
                <a:lnTo>
                  <a:pt x="196372" y="111021"/>
                </a:lnTo>
                <a:close/>
                <a:moveTo>
                  <a:pt x="181642" y="108764"/>
                </a:moveTo>
                <a:lnTo>
                  <a:pt x="166912" y="103666"/>
                </a:lnTo>
                <a:lnTo>
                  <a:pt x="174773" y="112271"/>
                </a:lnTo>
                <a:close/>
                <a:moveTo>
                  <a:pt x="160043" y="110547"/>
                </a:moveTo>
                <a:lnTo>
                  <a:pt x="153175" y="112471"/>
                </a:lnTo>
                <a:lnTo>
                  <a:pt x="174773" y="112271"/>
                </a:lnTo>
                <a:close/>
                <a:moveTo>
                  <a:pt x="160043" y="110547"/>
                </a:moveTo>
                <a:lnTo>
                  <a:pt x="145314" y="105925"/>
                </a:lnTo>
                <a:lnTo>
                  <a:pt x="153175" y="112471"/>
                </a:lnTo>
                <a:close/>
                <a:moveTo>
                  <a:pt x="160043" y="110547"/>
                </a:moveTo>
                <a:lnTo>
                  <a:pt x="174773" y="112271"/>
                </a:lnTo>
                <a:lnTo>
                  <a:pt x="166912" y="103666"/>
                </a:lnTo>
                <a:close/>
                <a:moveTo>
                  <a:pt x="138445" y="110801"/>
                </a:moveTo>
                <a:lnTo>
                  <a:pt x="123715" y="107770"/>
                </a:lnTo>
                <a:lnTo>
                  <a:pt x="131576" y="113223"/>
                </a:lnTo>
                <a:close/>
                <a:moveTo>
                  <a:pt x="138445" y="110801"/>
                </a:moveTo>
                <a:lnTo>
                  <a:pt x="145314" y="105925"/>
                </a:lnTo>
                <a:lnTo>
                  <a:pt x="123715" y="107770"/>
                </a:lnTo>
                <a:close/>
                <a:moveTo>
                  <a:pt x="138445" y="110801"/>
                </a:moveTo>
                <a:lnTo>
                  <a:pt x="153175" y="112471"/>
                </a:lnTo>
                <a:lnTo>
                  <a:pt x="145314" y="105925"/>
                </a:lnTo>
                <a:close/>
                <a:moveTo>
                  <a:pt x="116846" y="112259"/>
                </a:moveTo>
                <a:lnTo>
                  <a:pt x="123715" y="107770"/>
                </a:lnTo>
                <a:lnTo>
                  <a:pt x="102116" y="108902"/>
                </a:lnTo>
                <a:close/>
                <a:moveTo>
                  <a:pt x="130584" y="102775"/>
                </a:moveTo>
                <a:lnTo>
                  <a:pt x="123715" y="107770"/>
                </a:lnTo>
                <a:lnTo>
                  <a:pt x="145314" y="105925"/>
                </a:lnTo>
                <a:close/>
                <a:moveTo>
                  <a:pt x="108985" y="105244"/>
                </a:moveTo>
                <a:lnTo>
                  <a:pt x="102116" y="108902"/>
                </a:lnTo>
                <a:lnTo>
                  <a:pt x="123715" y="107770"/>
                </a:lnTo>
                <a:close/>
                <a:moveTo>
                  <a:pt x="108985" y="105244"/>
                </a:moveTo>
                <a:lnTo>
                  <a:pt x="94255" y="99070"/>
                </a:lnTo>
                <a:lnTo>
                  <a:pt x="102116" y="108902"/>
                </a:lnTo>
                <a:close/>
                <a:moveTo>
                  <a:pt x="87387" y="105690"/>
                </a:moveTo>
                <a:lnTo>
                  <a:pt x="80518" y="108655"/>
                </a:lnTo>
                <a:lnTo>
                  <a:pt x="102116" y="108902"/>
                </a:lnTo>
                <a:close/>
                <a:moveTo>
                  <a:pt x="87387" y="105690"/>
                </a:moveTo>
                <a:lnTo>
                  <a:pt x="72657" y="100111"/>
                </a:lnTo>
                <a:lnTo>
                  <a:pt x="80518" y="108655"/>
                </a:lnTo>
                <a:close/>
                <a:moveTo>
                  <a:pt x="87387" y="105690"/>
                </a:moveTo>
                <a:lnTo>
                  <a:pt x="94255" y="99070"/>
                </a:lnTo>
                <a:lnTo>
                  <a:pt x="72657" y="100111"/>
                </a:lnTo>
                <a:close/>
                <a:moveTo>
                  <a:pt x="87387" y="105690"/>
                </a:moveTo>
                <a:lnTo>
                  <a:pt x="102116" y="108902"/>
                </a:lnTo>
                <a:lnTo>
                  <a:pt x="94255" y="99070"/>
                </a:lnTo>
                <a:close/>
                <a:moveTo>
                  <a:pt x="65788" y="105495"/>
                </a:moveTo>
                <a:lnTo>
                  <a:pt x="72657" y="100111"/>
                </a:lnTo>
                <a:lnTo>
                  <a:pt x="51058" y="100543"/>
                </a:lnTo>
                <a:close/>
                <a:moveTo>
                  <a:pt x="65788" y="105495"/>
                </a:moveTo>
                <a:lnTo>
                  <a:pt x="80518" y="108655"/>
                </a:lnTo>
                <a:lnTo>
                  <a:pt x="72657" y="100111"/>
                </a:lnTo>
                <a:close/>
                <a:moveTo>
                  <a:pt x="57927" y="94927"/>
                </a:moveTo>
                <a:lnTo>
                  <a:pt x="51058" y="100543"/>
                </a:lnTo>
                <a:lnTo>
                  <a:pt x="72657" y="100111"/>
                </a:lnTo>
                <a:close/>
                <a:moveTo>
                  <a:pt x="57927" y="94927"/>
                </a:moveTo>
                <a:lnTo>
                  <a:pt x="43197" y="86690"/>
                </a:lnTo>
                <a:lnTo>
                  <a:pt x="51058" y="100543"/>
                </a:lnTo>
                <a:close/>
                <a:moveTo>
                  <a:pt x="36328" y="94880"/>
                </a:moveTo>
                <a:lnTo>
                  <a:pt x="29460" y="99659"/>
                </a:lnTo>
                <a:lnTo>
                  <a:pt x="51058" y="100543"/>
                </a:lnTo>
                <a:close/>
                <a:moveTo>
                  <a:pt x="36328" y="94880"/>
                </a:moveTo>
                <a:lnTo>
                  <a:pt x="21599" y="85855"/>
                </a:lnTo>
                <a:lnTo>
                  <a:pt x="29460" y="99659"/>
                </a:lnTo>
                <a:close/>
                <a:moveTo>
                  <a:pt x="36328" y="94880"/>
                </a:moveTo>
                <a:lnTo>
                  <a:pt x="43197" y="86690"/>
                </a:lnTo>
                <a:lnTo>
                  <a:pt x="21599" y="85855"/>
                </a:lnTo>
                <a:close/>
                <a:moveTo>
                  <a:pt x="36328" y="94880"/>
                </a:moveTo>
                <a:lnTo>
                  <a:pt x="51058" y="100543"/>
                </a:lnTo>
                <a:lnTo>
                  <a:pt x="43197" y="86690"/>
                </a:lnTo>
                <a:close/>
                <a:moveTo>
                  <a:pt x="14730" y="91217"/>
                </a:moveTo>
                <a:lnTo>
                  <a:pt x="21599" y="85855"/>
                </a:lnTo>
                <a:lnTo>
                  <a:pt x="0" y="83304"/>
                </a:lnTo>
                <a:close/>
                <a:moveTo>
                  <a:pt x="14730" y="91217"/>
                </a:moveTo>
                <a:lnTo>
                  <a:pt x="29460" y="99659"/>
                </a:lnTo>
                <a:lnTo>
                  <a:pt x="21599" y="85855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39" name="PANEL_01-slope--27-225_733">
            <a:extLst>
              <a:ext uri="{FF2B5EF4-FFF2-40B4-BE49-F238E27FC236}">
                <a16:creationId xmlns:a16="http://schemas.microsoft.com/office/drawing/2014/main" id="{1CDD258D-0028-48E2-BB02-893AFF3214E6}"/>
              </a:ext>
            </a:extLst>
          </p:cNvPr>
          <p:cNvSpPr>
            <a:spLocks/>
          </p:cNvSpPr>
          <p:nvPr/>
        </p:nvSpPr>
        <p:spPr>
          <a:xfrm>
            <a:off x="1193518" y="242792"/>
            <a:ext cx="1179955" cy="206299"/>
          </a:xfrm>
          <a:custGeom>
            <a:pathLst>
              <a:path w="799224" h="139734">
                <a:moveTo>
                  <a:pt x="784494" y="23855"/>
                </a:moveTo>
                <a:lnTo>
                  <a:pt x="769765" y="26518"/>
                </a:lnTo>
                <a:lnTo>
                  <a:pt x="777626" y="32719"/>
                </a:lnTo>
                <a:close/>
                <a:moveTo>
                  <a:pt x="784494" y="23855"/>
                </a:moveTo>
                <a:lnTo>
                  <a:pt x="791363" y="14902"/>
                </a:lnTo>
                <a:lnTo>
                  <a:pt x="769765" y="26518"/>
                </a:lnTo>
                <a:close/>
                <a:moveTo>
                  <a:pt x="784494" y="23855"/>
                </a:moveTo>
                <a:lnTo>
                  <a:pt x="799224" y="20372"/>
                </a:lnTo>
                <a:lnTo>
                  <a:pt x="791363" y="14902"/>
                </a:lnTo>
                <a:close/>
                <a:moveTo>
                  <a:pt x="762896" y="35088"/>
                </a:moveTo>
                <a:lnTo>
                  <a:pt x="769765" y="26518"/>
                </a:lnTo>
                <a:lnTo>
                  <a:pt x="748166" y="33787"/>
                </a:lnTo>
                <a:close/>
                <a:moveTo>
                  <a:pt x="762896" y="35088"/>
                </a:moveTo>
                <a:lnTo>
                  <a:pt x="777626" y="32719"/>
                </a:lnTo>
                <a:lnTo>
                  <a:pt x="769765" y="26518"/>
                </a:lnTo>
                <a:close/>
                <a:moveTo>
                  <a:pt x="741297" y="44482"/>
                </a:moveTo>
                <a:lnTo>
                  <a:pt x="748166" y="33787"/>
                </a:lnTo>
                <a:lnTo>
                  <a:pt x="726568" y="35548"/>
                </a:lnTo>
                <a:close/>
                <a:moveTo>
                  <a:pt x="776633" y="19040"/>
                </a:moveTo>
                <a:lnTo>
                  <a:pt x="769765" y="26518"/>
                </a:lnTo>
                <a:lnTo>
                  <a:pt x="791363" y="14902"/>
                </a:lnTo>
                <a:close/>
                <a:moveTo>
                  <a:pt x="755035" y="28090"/>
                </a:moveTo>
                <a:lnTo>
                  <a:pt x="748166" y="33787"/>
                </a:lnTo>
                <a:lnTo>
                  <a:pt x="769765" y="26518"/>
                </a:lnTo>
                <a:close/>
                <a:moveTo>
                  <a:pt x="733436" y="27490"/>
                </a:moveTo>
                <a:lnTo>
                  <a:pt x="726568" y="35548"/>
                </a:lnTo>
                <a:lnTo>
                  <a:pt x="748166" y="33787"/>
                </a:lnTo>
                <a:close/>
                <a:moveTo>
                  <a:pt x="733436" y="27490"/>
                </a:moveTo>
                <a:lnTo>
                  <a:pt x="748166" y="33787"/>
                </a:lnTo>
                <a:lnTo>
                  <a:pt x="740305" y="19029"/>
                </a:lnTo>
                <a:close/>
                <a:moveTo>
                  <a:pt x="711838" y="23574"/>
                </a:moveTo>
                <a:lnTo>
                  <a:pt x="718706" y="16167"/>
                </a:lnTo>
                <a:lnTo>
                  <a:pt x="697108" y="16710"/>
                </a:lnTo>
                <a:close/>
                <a:moveTo>
                  <a:pt x="690239" y="28953"/>
                </a:moveTo>
                <a:lnTo>
                  <a:pt x="697108" y="16710"/>
                </a:lnTo>
                <a:lnTo>
                  <a:pt x="675509" y="25278"/>
                </a:lnTo>
                <a:close/>
                <a:moveTo>
                  <a:pt x="703976" y="4586"/>
                </a:moveTo>
                <a:lnTo>
                  <a:pt x="697108" y="16710"/>
                </a:lnTo>
                <a:lnTo>
                  <a:pt x="718706" y="16167"/>
                </a:lnTo>
                <a:close/>
                <a:moveTo>
                  <a:pt x="703976" y="4586"/>
                </a:moveTo>
                <a:lnTo>
                  <a:pt x="689247" y="0"/>
                </a:lnTo>
                <a:lnTo>
                  <a:pt x="697108" y="16710"/>
                </a:lnTo>
                <a:close/>
                <a:moveTo>
                  <a:pt x="682378" y="9728"/>
                </a:moveTo>
                <a:lnTo>
                  <a:pt x="689247" y="0"/>
                </a:lnTo>
                <a:lnTo>
                  <a:pt x="667648" y="10890"/>
                </a:lnTo>
                <a:close/>
                <a:moveTo>
                  <a:pt x="682378" y="9728"/>
                </a:moveTo>
                <a:lnTo>
                  <a:pt x="697108" y="16710"/>
                </a:lnTo>
                <a:lnTo>
                  <a:pt x="689247" y="0"/>
                </a:lnTo>
                <a:close/>
                <a:moveTo>
                  <a:pt x="639181" y="34277"/>
                </a:moveTo>
                <a:lnTo>
                  <a:pt x="624451" y="38051"/>
                </a:lnTo>
                <a:lnTo>
                  <a:pt x="632312" y="46589"/>
                </a:lnTo>
                <a:close/>
                <a:moveTo>
                  <a:pt x="639181" y="34277"/>
                </a:moveTo>
                <a:lnTo>
                  <a:pt x="646050" y="24927"/>
                </a:lnTo>
                <a:lnTo>
                  <a:pt x="624451" y="38051"/>
                </a:lnTo>
                <a:close/>
                <a:moveTo>
                  <a:pt x="639181" y="34277"/>
                </a:moveTo>
                <a:lnTo>
                  <a:pt x="653911" y="35972"/>
                </a:lnTo>
                <a:lnTo>
                  <a:pt x="646050" y="24927"/>
                </a:lnTo>
                <a:close/>
                <a:moveTo>
                  <a:pt x="617582" y="47314"/>
                </a:moveTo>
                <a:lnTo>
                  <a:pt x="602853" y="51589"/>
                </a:lnTo>
                <a:lnTo>
                  <a:pt x="610714" y="59188"/>
                </a:lnTo>
                <a:close/>
                <a:moveTo>
                  <a:pt x="617582" y="47314"/>
                </a:moveTo>
                <a:lnTo>
                  <a:pt x="624451" y="38051"/>
                </a:lnTo>
                <a:lnTo>
                  <a:pt x="602853" y="51589"/>
                </a:lnTo>
                <a:close/>
                <a:moveTo>
                  <a:pt x="617582" y="47314"/>
                </a:moveTo>
                <a:lnTo>
                  <a:pt x="632312" y="46589"/>
                </a:lnTo>
                <a:lnTo>
                  <a:pt x="624451" y="38051"/>
                </a:lnTo>
                <a:close/>
                <a:moveTo>
                  <a:pt x="595984" y="62000"/>
                </a:moveTo>
                <a:lnTo>
                  <a:pt x="581254" y="65003"/>
                </a:lnTo>
                <a:lnTo>
                  <a:pt x="589115" y="71931"/>
                </a:lnTo>
                <a:close/>
                <a:moveTo>
                  <a:pt x="595984" y="62000"/>
                </a:moveTo>
                <a:lnTo>
                  <a:pt x="602853" y="51589"/>
                </a:lnTo>
                <a:lnTo>
                  <a:pt x="581254" y="65003"/>
                </a:lnTo>
                <a:close/>
                <a:moveTo>
                  <a:pt x="595984" y="62000"/>
                </a:moveTo>
                <a:lnTo>
                  <a:pt x="610714" y="59188"/>
                </a:lnTo>
                <a:lnTo>
                  <a:pt x="602853" y="51589"/>
                </a:lnTo>
                <a:close/>
                <a:moveTo>
                  <a:pt x="574385" y="74914"/>
                </a:moveTo>
                <a:lnTo>
                  <a:pt x="581254" y="65003"/>
                </a:lnTo>
                <a:lnTo>
                  <a:pt x="559655" y="76887"/>
                </a:lnTo>
                <a:close/>
                <a:moveTo>
                  <a:pt x="574385" y="74914"/>
                </a:moveTo>
                <a:lnTo>
                  <a:pt x="589115" y="71931"/>
                </a:lnTo>
                <a:lnTo>
                  <a:pt x="581254" y="65003"/>
                </a:lnTo>
                <a:close/>
                <a:moveTo>
                  <a:pt x="552787" y="85138"/>
                </a:moveTo>
                <a:lnTo>
                  <a:pt x="559655" y="76887"/>
                </a:lnTo>
                <a:lnTo>
                  <a:pt x="538057" y="86745"/>
                </a:lnTo>
                <a:close/>
                <a:moveTo>
                  <a:pt x="609721" y="41730"/>
                </a:moveTo>
                <a:lnTo>
                  <a:pt x="602853" y="51589"/>
                </a:lnTo>
                <a:lnTo>
                  <a:pt x="624451" y="38051"/>
                </a:lnTo>
                <a:close/>
                <a:moveTo>
                  <a:pt x="588123" y="55310"/>
                </a:moveTo>
                <a:lnTo>
                  <a:pt x="581254" y="65003"/>
                </a:lnTo>
                <a:lnTo>
                  <a:pt x="602853" y="51589"/>
                </a:lnTo>
                <a:close/>
                <a:moveTo>
                  <a:pt x="566524" y="67790"/>
                </a:moveTo>
                <a:lnTo>
                  <a:pt x="559655" y="76887"/>
                </a:lnTo>
                <a:lnTo>
                  <a:pt x="581254" y="65003"/>
                </a:lnTo>
                <a:close/>
                <a:moveTo>
                  <a:pt x="544926" y="79706"/>
                </a:moveTo>
                <a:lnTo>
                  <a:pt x="538057" y="86745"/>
                </a:lnTo>
                <a:lnTo>
                  <a:pt x="559655" y="76887"/>
                </a:lnTo>
                <a:close/>
                <a:moveTo>
                  <a:pt x="544926" y="79706"/>
                </a:moveTo>
                <a:lnTo>
                  <a:pt x="530196" y="77133"/>
                </a:lnTo>
                <a:lnTo>
                  <a:pt x="538057" y="86745"/>
                </a:lnTo>
                <a:close/>
                <a:moveTo>
                  <a:pt x="544926" y="79706"/>
                </a:moveTo>
                <a:lnTo>
                  <a:pt x="559655" y="76887"/>
                </a:lnTo>
                <a:lnTo>
                  <a:pt x="551794" y="68576"/>
                </a:lnTo>
                <a:close/>
                <a:moveTo>
                  <a:pt x="523327" y="88415"/>
                </a:moveTo>
                <a:lnTo>
                  <a:pt x="516458" y="93973"/>
                </a:lnTo>
                <a:lnTo>
                  <a:pt x="538057" y="86745"/>
                </a:lnTo>
                <a:close/>
                <a:moveTo>
                  <a:pt x="523327" y="88415"/>
                </a:moveTo>
                <a:lnTo>
                  <a:pt x="508597" y="82974"/>
                </a:lnTo>
                <a:lnTo>
                  <a:pt x="516458" y="93973"/>
                </a:lnTo>
                <a:close/>
                <a:moveTo>
                  <a:pt x="523327" y="88415"/>
                </a:moveTo>
                <a:lnTo>
                  <a:pt x="538057" y="86745"/>
                </a:lnTo>
                <a:lnTo>
                  <a:pt x="530196" y="77133"/>
                </a:lnTo>
                <a:close/>
                <a:moveTo>
                  <a:pt x="501729" y="92800"/>
                </a:moveTo>
                <a:lnTo>
                  <a:pt x="494860" y="101584"/>
                </a:lnTo>
                <a:lnTo>
                  <a:pt x="516458" y="93973"/>
                </a:lnTo>
                <a:close/>
                <a:moveTo>
                  <a:pt x="501729" y="92800"/>
                </a:moveTo>
                <a:lnTo>
                  <a:pt x="486999" y="89678"/>
                </a:lnTo>
                <a:lnTo>
                  <a:pt x="494860" y="101584"/>
                </a:lnTo>
                <a:close/>
                <a:moveTo>
                  <a:pt x="501729" y="92800"/>
                </a:moveTo>
                <a:lnTo>
                  <a:pt x="508597" y="82974"/>
                </a:lnTo>
                <a:lnTo>
                  <a:pt x="486999" y="89678"/>
                </a:lnTo>
                <a:close/>
                <a:moveTo>
                  <a:pt x="501729" y="92800"/>
                </a:moveTo>
                <a:lnTo>
                  <a:pt x="516458" y="93973"/>
                </a:lnTo>
                <a:lnTo>
                  <a:pt x="508597" y="82974"/>
                </a:lnTo>
                <a:close/>
                <a:moveTo>
                  <a:pt x="436933" y="124535"/>
                </a:moveTo>
                <a:lnTo>
                  <a:pt x="443802" y="110906"/>
                </a:lnTo>
                <a:lnTo>
                  <a:pt x="422203" y="118032"/>
                </a:lnTo>
                <a:close/>
                <a:moveTo>
                  <a:pt x="493867" y="77644"/>
                </a:moveTo>
                <a:lnTo>
                  <a:pt x="486999" y="89678"/>
                </a:lnTo>
                <a:lnTo>
                  <a:pt x="508597" y="82974"/>
                </a:lnTo>
                <a:close/>
                <a:moveTo>
                  <a:pt x="450670" y="98124"/>
                </a:moveTo>
                <a:lnTo>
                  <a:pt x="435941" y="92094"/>
                </a:lnTo>
                <a:lnTo>
                  <a:pt x="443802" y="110906"/>
                </a:lnTo>
                <a:close/>
                <a:moveTo>
                  <a:pt x="429072" y="103829"/>
                </a:moveTo>
                <a:lnTo>
                  <a:pt x="422203" y="118032"/>
                </a:lnTo>
                <a:lnTo>
                  <a:pt x="443802" y="110906"/>
                </a:lnTo>
                <a:close/>
                <a:moveTo>
                  <a:pt x="429072" y="103829"/>
                </a:moveTo>
                <a:lnTo>
                  <a:pt x="443802" y="110906"/>
                </a:lnTo>
                <a:lnTo>
                  <a:pt x="435941" y="92094"/>
                </a:lnTo>
                <a:close/>
                <a:moveTo>
                  <a:pt x="14730" y="130615"/>
                </a:moveTo>
                <a:lnTo>
                  <a:pt x="7861" y="139734"/>
                </a:lnTo>
                <a:lnTo>
                  <a:pt x="29460" y="136043"/>
                </a:lnTo>
                <a:close/>
                <a:moveTo>
                  <a:pt x="14730" y="130615"/>
                </a:moveTo>
                <a:lnTo>
                  <a:pt x="0" y="129594"/>
                </a:lnTo>
                <a:lnTo>
                  <a:pt x="7861" y="139734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40" name="PANEL_01-slope--27-230_734">
            <a:extLst>
              <a:ext uri="{FF2B5EF4-FFF2-40B4-BE49-F238E27FC236}">
                <a16:creationId xmlns:a16="http://schemas.microsoft.com/office/drawing/2014/main" id="{DDE75031-96B2-4CEC-80F9-C3FD7C4F612A}"/>
              </a:ext>
            </a:extLst>
          </p:cNvPr>
          <p:cNvSpPr>
            <a:spLocks/>
          </p:cNvSpPr>
          <p:nvPr/>
        </p:nvSpPr>
        <p:spPr>
          <a:xfrm>
            <a:off x="1741468" y="257155"/>
            <a:ext cx="481244" cy="200029"/>
          </a:xfrm>
          <a:custGeom>
            <a:pathLst>
              <a:path w="325963" h="135486">
                <a:moveTo>
                  <a:pt x="311233" y="0"/>
                </a:moveTo>
                <a:lnTo>
                  <a:pt x="304364" y="15550"/>
                </a:lnTo>
                <a:lnTo>
                  <a:pt x="325963" y="6983"/>
                </a:lnTo>
                <a:close/>
                <a:moveTo>
                  <a:pt x="311233" y="0"/>
                </a:moveTo>
                <a:lnTo>
                  <a:pt x="296503" y="1163"/>
                </a:lnTo>
                <a:lnTo>
                  <a:pt x="304364" y="15550"/>
                </a:lnTo>
                <a:close/>
                <a:moveTo>
                  <a:pt x="289634" y="13170"/>
                </a:moveTo>
                <a:lnTo>
                  <a:pt x="282766" y="26245"/>
                </a:lnTo>
                <a:lnTo>
                  <a:pt x="304364" y="15550"/>
                </a:lnTo>
                <a:close/>
                <a:moveTo>
                  <a:pt x="289634" y="13170"/>
                </a:moveTo>
                <a:lnTo>
                  <a:pt x="274905" y="15199"/>
                </a:lnTo>
                <a:lnTo>
                  <a:pt x="282766" y="26245"/>
                </a:lnTo>
                <a:close/>
                <a:moveTo>
                  <a:pt x="289634" y="13170"/>
                </a:moveTo>
                <a:lnTo>
                  <a:pt x="296503" y="1163"/>
                </a:lnTo>
                <a:lnTo>
                  <a:pt x="274905" y="15199"/>
                </a:lnTo>
                <a:close/>
                <a:moveTo>
                  <a:pt x="289634" y="13170"/>
                </a:moveTo>
                <a:lnTo>
                  <a:pt x="304364" y="15550"/>
                </a:lnTo>
                <a:lnTo>
                  <a:pt x="296503" y="1163"/>
                </a:lnTo>
                <a:close/>
                <a:moveTo>
                  <a:pt x="108985" y="92396"/>
                </a:moveTo>
                <a:lnTo>
                  <a:pt x="94255" y="91154"/>
                </a:lnTo>
                <a:lnTo>
                  <a:pt x="102116" y="104162"/>
                </a:lnTo>
                <a:close/>
                <a:moveTo>
                  <a:pt x="108985" y="92396"/>
                </a:moveTo>
                <a:lnTo>
                  <a:pt x="115854" y="79950"/>
                </a:lnTo>
                <a:lnTo>
                  <a:pt x="94255" y="91154"/>
                </a:lnTo>
                <a:close/>
                <a:moveTo>
                  <a:pt x="108985" y="92396"/>
                </a:moveTo>
                <a:lnTo>
                  <a:pt x="123715" y="91857"/>
                </a:lnTo>
                <a:lnTo>
                  <a:pt x="115854" y="79950"/>
                </a:lnTo>
                <a:close/>
                <a:moveTo>
                  <a:pt x="87387" y="107409"/>
                </a:moveTo>
                <a:lnTo>
                  <a:pt x="94255" y="91154"/>
                </a:lnTo>
                <a:lnTo>
                  <a:pt x="72657" y="101178"/>
                </a:lnTo>
                <a:close/>
                <a:moveTo>
                  <a:pt x="87387" y="107409"/>
                </a:moveTo>
                <a:lnTo>
                  <a:pt x="102116" y="104162"/>
                </a:lnTo>
                <a:lnTo>
                  <a:pt x="94255" y="91154"/>
                </a:lnTo>
                <a:close/>
                <a:moveTo>
                  <a:pt x="101124" y="76415"/>
                </a:moveTo>
                <a:lnTo>
                  <a:pt x="94255" y="91154"/>
                </a:lnTo>
                <a:lnTo>
                  <a:pt x="115854" y="79950"/>
                </a:lnTo>
                <a:close/>
                <a:moveTo>
                  <a:pt x="101124" y="76415"/>
                </a:moveTo>
                <a:lnTo>
                  <a:pt x="86394" y="74165"/>
                </a:lnTo>
                <a:lnTo>
                  <a:pt x="94255" y="91154"/>
                </a:lnTo>
                <a:close/>
                <a:moveTo>
                  <a:pt x="79525" y="88396"/>
                </a:moveTo>
                <a:lnTo>
                  <a:pt x="72657" y="101178"/>
                </a:lnTo>
                <a:lnTo>
                  <a:pt x="94255" y="91154"/>
                </a:lnTo>
                <a:close/>
                <a:moveTo>
                  <a:pt x="79525" y="88396"/>
                </a:moveTo>
                <a:lnTo>
                  <a:pt x="94255" y="91154"/>
                </a:lnTo>
                <a:lnTo>
                  <a:pt x="86394" y="74165"/>
                </a:lnTo>
                <a:close/>
                <a:moveTo>
                  <a:pt x="57927" y="94101"/>
                </a:moveTo>
                <a:lnTo>
                  <a:pt x="43197" y="91801"/>
                </a:lnTo>
                <a:lnTo>
                  <a:pt x="51058" y="108305"/>
                </a:lnTo>
                <a:close/>
                <a:moveTo>
                  <a:pt x="57927" y="94101"/>
                </a:moveTo>
                <a:lnTo>
                  <a:pt x="64796" y="82366"/>
                </a:lnTo>
                <a:lnTo>
                  <a:pt x="43197" y="91801"/>
                </a:lnTo>
                <a:close/>
                <a:moveTo>
                  <a:pt x="36328" y="104209"/>
                </a:moveTo>
                <a:lnTo>
                  <a:pt x="29460" y="119877"/>
                </a:lnTo>
                <a:lnTo>
                  <a:pt x="51058" y="108305"/>
                </a:lnTo>
                <a:close/>
                <a:moveTo>
                  <a:pt x="36328" y="104209"/>
                </a:moveTo>
                <a:lnTo>
                  <a:pt x="21599" y="105217"/>
                </a:lnTo>
                <a:lnTo>
                  <a:pt x="29460" y="119877"/>
                </a:lnTo>
                <a:close/>
                <a:moveTo>
                  <a:pt x="36328" y="104209"/>
                </a:moveTo>
                <a:lnTo>
                  <a:pt x="43197" y="91801"/>
                </a:lnTo>
                <a:lnTo>
                  <a:pt x="21599" y="105217"/>
                </a:lnTo>
                <a:close/>
                <a:moveTo>
                  <a:pt x="36328" y="104209"/>
                </a:moveTo>
                <a:lnTo>
                  <a:pt x="51058" y="108305"/>
                </a:lnTo>
                <a:lnTo>
                  <a:pt x="43197" y="91801"/>
                </a:lnTo>
                <a:close/>
                <a:moveTo>
                  <a:pt x="14730" y="119430"/>
                </a:moveTo>
                <a:lnTo>
                  <a:pt x="7861" y="135486"/>
                </a:lnTo>
                <a:lnTo>
                  <a:pt x="29460" y="119877"/>
                </a:lnTo>
                <a:close/>
                <a:moveTo>
                  <a:pt x="14730" y="119430"/>
                </a:moveTo>
                <a:lnTo>
                  <a:pt x="0" y="125346"/>
                </a:lnTo>
                <a:lnTo>
                  <a:pt x="7861" y="135486"/>
                </a:lnTo>
                <a:close/>
                <a:moveTo>
                  <a:pt x="14730" y="119430"/>
                </a:moveTo>
                <a:lnTo>
                  <a:pt x="21599" y="105217"/>
                </a:lnTo>
                <a:lnTo>
                  <a:pt x="0" y="125346"/>
                </a:lnTo>
                <a:close/>
                <a:moveTo>
                  <a:pt x="14730" y="119430"/>
                </a:moveTo>
                <a:lnTo>
                  <a:pt x="29460" y="119877"/>
                </a:lnTo>
                <a:lnTo>
                  <a:pt x="21599" y="105217"/>
                </a:lnTo>
                <a:close/>
                <a:moveTo>
                  <a:pt x="6869" y="105494"/>
                </a:moveTo>
                <a:lnTo>
                  <a:pt x="0" y="125346"/>
                </a:lnTo>
                <a:lnTo>
                  <a:pt x="21599" y="105217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41" name="PANEL_01-water--27-230_735">
            <a:extLst>
              <a:ext uri="{FF2B5EF4-FFF2-40B4-BE49-F238E27FC236}">
                <a16:creationId xmlns:a16="http://schemas.microsoft.com/office/drawing/2014/main" id="{52F3D031-CA50-4F42-BA98-51E26D45EC7D}"/>
              </a:ext>
            </a:extLst>
          </p:cNvPr>
          <p:cNvSpPr>
            <a:spLocks/>
          </p:cNvSpPr>
          <p:nvPr/>
        </p:nvSpPr>
        <p:spPr>
          <a:xfrm>
            <a:off x="1205124" y="432691"/>
            <a:ext cx="547950" cy="29996"/>
          </a:xfrm>
          <a:custGeom>
            <a:pathLst>
              <a:path w="371145" h="20317">
                <a:moveTo>
                  <a:pt x="356415" y="13365"/>
                </a:moveTo>
                <a:lnTo>
                  <a:pt x="341685" y="10140"/>
                </a:lnTo>
                <a:lnTo>
                  <a:pt x="349546" y="20280"/>
                </a:lnTo>
                <a:close/>
                <a:moveTo>
                  <a:pt x="356415" y="13365"/>
                </a:moveTo>
                <a:lnTo>
                  <a:pt x="363284" y="6449"/>
                </a:lnTo>
                <a:lnTo>
                  <a:pt x="341685" y="10140"/>
                </a:lnTo>
                <a:close/>
                <a:moveTo>
                  <a:pt x="356415" y="13365"/>
                </a:moveTo>
                <a:lnTo>
                  <a:pt x="371145" y="16589"/>
                </a:lnTo>
                <a:lnTo>
                  <a:pt x="363284" y="6449"/>
                </a:lnTo>
                <a:close/>
                <a:moveTo>
                  <a:pt x="334817" y="17055"/>
                </a:moveTo>
                <a:lnTo>
                  <a:pt x="341685" y="10140"/>
                </a:lnTo>
                <a:lnTo>
                  <a:pt x="320087" y="13831"/>
                </a:lnTo>
                <a:close/>
                <a:moveTo>
                  <a:pt x="348554" y="3225"/>
                </a:moveTo>
                <a:lnTo>
                  <a:pt x="341685" y="10140"/>
                </a:lnTo>
                <a:lnTo>
                  <a:pt x="363284" y="6449"/>
                </a:lnTo>
                <a:close/>
                <a:moveTo>
                  <a:pt x="326955" y="6915"/>
                </a:moveTo>
                <a:lnTo>
                  <a:pt x="320087" y="13831"/>
                </a:lnTo>
                <a:lnTo>
                  <a:pt x="341685" y="10140"/>
                </a:lnTo>
                <a:close/>
                <a:moveTo>
                  <a:pt x="326955" y="6915"/>
                </a:moveTo>
                <a:lnTo>
                  <a:pt x="312226" y="3691"/>
                </a:lnTo>
                <a:lnTo>
                  <a:pt x="320087" y="13831"/>
                </a:lnTo>
                <a:close/>
                <a:moveTo>
                  <a:pt x="326955" y="6915"/>
                </a:moveTo>
                <a:lnTo>
                  <a:pt x="341685" y="10140"/>
                </a:lnTo>
                <a:lnTo>
                  <a:pt x="333824" y="0"/>
                </a:lnTo>
                <a:close/>
                <a:moveTo>
                  <a:pt x="305357" y="10606"/>
                </a:moveTo>
                <a:lnTo>
                  <a:pt x="298488" y="17521"/>
                </a:lnTo>
                <a:lnTo>
                  <a:pt x="320087" y="13831"/>
                </a:lnTo>
                <a:close/>
                <a:moveTo>
                  <a:pt x="305357" y="10606"/>
                </a:moveTo>
                <a:lnTo>
                  <a:pt x="290627" y="7381"/>
                </a:lnTo>
                <a:lnTo>
                  <a:pt x="298488" y="17521"/>
                </a:lnTo>
                <a:close/>
                <a:moveTo>
                  <a:pt x="305357" y="10606"/>
                </a:moveTo>
                <a:lnTo>
                  <a:pt x="312226" y="3691"/>
                </a:lnTo>
                <a:lnTo>
                  <a:pt x="290627" y="7381"/>
                </a:lnTo>
                <a:close/>
                <a:moveTo>
                  <a:pt x="305357" y="10606"/>
                </a:moveTo>
                <a:lnTo>
                  <a:pt x="320087" y="13831"/>
                </a:lnTo>
                <a:lnTo>
                  <a:pt x="312226" y="3691"/>
                </a:lnTo>
                <a:close/>
                <a:moveTo>
                  <a:pt x="283758" y="14296"/>
                </a:moveTo>
                <a:lnTo>
                  <a:pt x="290627" y="7381"/>
                </a:lnTo>
                <a:lnTo>
                  <a:pt x="269028" y="11072"/>
                </a:lnTo>
                <a:close/>
                <a:moveTo>
                  <a:pt x="283758" y="14296"/>
                </a:moveTo>
                <a:lnTo>
                  <a:pt x="298488" y="17521"/>
                </a:lnTo>
                <a:lnTo>
                  <a:pt x="290627" y="7381"/>
                </a:lnTo>
                <a:close/>
                <a:moveTo>
                  <a:pt x="262160" y="17987"/>
                </a:moveTo>
                <a:lnTo>
                  <a:pt x="269028" y="11072"/>
                </a:lnTo>
                <a:lnTo>
                  <a:pt x="247430" y="14762"/>
                </a:lnTo>
                <a:close/>
                <a:moveTo>
                  <a:pt x="275897" y="4157"/>
                </a:moveTo>
                <a:lnTo>
                  <a:pt x="269028" y="11072"/>
                </a:lnTo>
                <a:lnTo>
                  <a:pt x="290627" y="7381"/>
                </a:lnTo>
                <a:close/>
                <a:moveTo>
                  <a:pt x="254299" y="7847"/>
                </a:moveTo>
                <a:lnTo>
                  <a:pt x="247430" y="14762"/>
                </a:lnTo>
                <a:lnTo>
                  <a:pt x="269028" y="11072"/>
                </a:lnTo>
                <a:close/>
                <a:moveTo>
                  <a:pt x="254299" y="7847"/>
                </a:moveTo>
                <a:lnTo>
                  <a:pt x="239569" y="4623"/>
                </a:lnTo>
                <a:lnTo>
                  <a:pt x="247430" y="14762"/>
                </a:lnTo>
                <a:close/>
                <a:moveTo>
                  <a:pt x="254299" y="7847"/>
                </a:moveTo>
                <a:lnTo>
                  <a:pt x="269028" y="11072"/>
                </a:lnTo>
                <a:lnTo>
                  <a:pt x="261167" y="932"/>
                </a:lnTo>
                <a:close/>
                <a:moveTo>
                  <a:pt x="232700" y="11538"/>
                </a:moveTo>
                <a:lnTo>
                  <a:pt x="225831" y="18453"/>
                </a:lnTo>
                <a:lnTo>
                  <a:pt x="247430" y="14762"/>
                </a:lnTo>
                <a:close/>
                <a:moveTo>
                  <a:pt x="232700" y="11538"/>
                </a:moveTo>
                <a:lnTo>
                  <a:pt x="217970" y="8313"/>
                </a:lnTo>
                <a:lnTo>
                  <a:pt x="225831" y="18453"/>
                </a:lnTo>
                <a:close/>
                <a:moveTo>
                  <a:pt x="232700" y="11538"/>
                </a:moveTo>
                <a:lnTo>
                  <a:pt x="239569" y="4623"/>
                </a:lnTo>
                <a:lnTo>
                  <a:pt x="217970" y="8313"/>
                </a:lnTo>
                <a:close/>
                <a:moveTo>
                  <a:pt x="232700" y="11538"/>
                </a:moveTo>
                <a:lnTo>
                  <a:pt x="247430" y="14762"/>
                </a:lnTo>
                <a:lnTo>
                  <a:pt x="239569" y="4623"/>
                </a:lnTo>
                <a:close/>
                <a:moveTo>
                  <a:pt x="211102" y="15228"/>
                </a:moveTo>
                <a:lnTo>
                  <a:pt x="217970" y="8313"/>
                </a:lnTo>
                <a:lnTo>
                  <a:pt x="196372" y="12004"/>
                </a:lnTo>
                <a:close/>
                <a:moveTo>
                  <a:pt x="211102" y="15228"/>
                </a:moveTo>
                <a:lnTo>
                  <a:pt x="225831" y="18453"/>
                </a:lnTo>
                <a:lnTo>
                  <a:pt x="217970" y="8313"/>
                </a:lnTo>
                <a:close/>
                <a:moveTo>
                  <a:pt x="203240" y="5089"/>
                </a:moveTo>
                <a:lnTo>
                  <a:pt x="196372" y="12004"/>
                </a:lnTo>
                <a:lnTo>
                  <a:pt x="217970" y="8313"/>
                </a:lnTo>
                <a:close/>
                <a:moveTo>
                  <a:pt x="203240" y="5089"/>
                </a:moveTo>
                <a:lnTo>
                  <a:pt x="188511" y="1864"/>
                </a:lnTo>
                <a:lnTo>
                  <a:pt x="196372" y="12004"/>
                </a:lnTo>
                <a:close/>
                <a:moveTo>
                  <a:pt x="181642" y="8779"/>
                </a:moveTo>
                <a:lnTo>
                  <a:pt x="174773" y="15694"/>
                </a:lnTo>
                <a:lnTo>
                  <a:pt x="196372" y="12004"/>
                </a:lnTo>
                <a:close/>
                <a:moveTo>
                  <a:pt x="181642" y="8779"/>
                </a:moveTo>
                <a:lnTo>
                  <a:pt x="166912" y="5555"/>
                </a:lnTo>
                <a:lnTo>
                  <a:pt x="174773" y="15694"/>
                </a:lnTo>
                <a:close/>
                <a:moveTo>
                  <a:pt x="181642" y="8779"/>
                </a:moveTo>
                <a:lnTo>
                  <a:pt x="196372" y="12004"/>
                </a:lnTo>
                <a:lnTo>
                  <a:pt x="188511" y="1864"/>
                </a:lnTo>
                <a:close/>
                <a:moveTo>
                  <a:pt x="160043" y="12470"/>
                </a:moveTo>
                <a:lnTo>
                  <a:pt x="145314" y="9245"/>
                </a:lnTo>
                <a:lnTo>
                  <a:pt x="153175" y="19385"/>
                </a:lnTo>
                <a:close/>
                <a:moveTo>
                  <a:pt x="160043" y="12470"/>
                </a:moveTo>
                <a:lnTo>
                  <a:pt x="166912" y="5555"/>
                </a:lnTo>
                <a:lnTo>
                  <a:pt x="145314" y="9245"/>
                </a:lnTo>
                <a:close/>
                <a:moveTo>
                  <a:pt x="160043" y="12470"/>
                </a:moveTo>
                <a:lnTo>
                  <a:pt x="174773" y="15694"/>
                </a:lnTo>
                <a:lnTo>
                  <a:pt x="166912" y="5555"/>
                </a:lnTo>
                <a:close/>
                <a:moveTo>
                  <a:pt x="138445" y="16160"/>
                </a:moveTo>
                <a:lnTo>
                  <a:pt x="145314" y="9245"/>
                </a:lnTo>
                <a:lnTo>
                  <a:pt x="123715" y="12936"/>
                </a:lnTo>
                <a:close/>
                <a:moveTo>
                  <a:pt x="138445" y="16160"/>
                </a:moveTo>
                <a:lnTo>
                  <a:pt x="153175" y="19385"/>
                </a:lnTo>
                <a:lnTo>
                  <a:pt x="145314" y="9245"/>
                </a:lnTo>
                <a:close/>
                <a:moveTo>
                  <a:pt x="152182" y="2330"/>
                </a:moveTo>
                <a:lnTo>
                  <a:pt x="145314" y="9245"/>
                </a:lnTo>
                <a:lnTo>
                  <a:pt x="166912" y="5555"/>
                </a:lnTo>
                <a:close/>
                <a:moveTo>
                  <a:pt x="130584" y="6021"/>
                </a:moveTo>
                <a:lnTo>
                  <a:pt x="123715" y="12936"/>
                </a:lnTo>
                <a:lnTo>
                  <a:pt x="145314" y="9245"/>
                </a:lnTo>
                <a:close/>
                <a:moveTo>
                  <a:pt x="130584" y="6021"/>
                </a:moveTo>
                <a:lnTo>
                  <a:pt x="115854" y="2796"/>
                </a:lnTo>
                <a:lnTo>
                  <a:pt x="123715" y="12936"/>
                </a:lnTo>
                <a:close/>
                <a:moveTo>
                  <a:pt x="108985" y="9711"/>
                </a:moveTo>
                <a:lnTo>
                  <a:pt x="102116" y="16626"/>
                </a:lnTo>
                <a:lnTo>
                  <a:pt x="123715" y="12936"/>
                </a:lnTo>
                <a:close/>
                <a:moveTo>
                  <a:pt x="108985" y="9711"/>
                </a:moveTo>
                <a:lnTo>
                  <a:pt x="94255" y="6487"/>
                </a:lnTo>
                <a:lnTo>
                  <a:pt x="102116" y="16626"/>
                </a:lnTo>
                <a:close/>
                <a:moveTo>
                  <a:pt x="108985" y="9711"/>
                </a:moveTo>
                <a:lnTo>
                  <a:pt x="115854" y="2796"/>
                </a:lnTo>
                <a:lnTo>
                  <a:pt x="94255" y="6487"/>
                </a:lnTo>
                <a:close/>
                <a:moveTo>
                  <a:pt x="108985" y="9711"/>
                </a:moveTo>
                <a:lnTo>
                  <a:pt x="123715" y="12936"/>
                </a:lnTo>
                <a:lnTo>
                  <a:pt x="115854" y="2796"/>
                </a:lnTo>
                <a:close/>
                <a:moveTo>
                  <a:pt x="87387" y="13402"/>
                </a:moveTo>
                <a:lnTo>
                  <a:pt x="72657" y="10177"/>
                </a:lnTo>
                <a:lnTo>
                  <a:pt x="80518" y="20317"/>
                </a:lnTo>
                <a:close/>
                <a:moveTo>
                  <a:pt x="87387" y="13402"/>
                </a:moveTo>
                <a:lnTo>
                  <a:pt x="94255" y="6487"/>
                </a:lnTo>
                <a:lnTo>
                  <a:pt x="72657" y="10177"/>
                </a:lnTo>
                <a:close/>
                <a:moveTo>
                  <a:pt x="87387" y="13402"/>
                </a:moveTo>
                <a:lnTo>
                  <a:pt x="102116" y="16626"/>
                </a:lnTo>
                <a:lnTo>
                  <a:pt x="94255" y="6487"/>
                </a:lnTo>
                <a:close/>
                <a:moveTo>
                  <a:pt x="65788" y="17092"/>
                </a:moveTo>
                <a:lnTo>
                  <a:pt x="72657" y="10177"/>
                </a:lnTo>
                <a:lnTo>
                  <a:pt x="51058" y="13868"/>
                </a:lnTo>
                <a:close/>
                <a:moveTo>
                  <a:pt x="79525" y="3262"/>
                </a:moveTo>
                <a:lnTo>
                  <a:pt x="72657" y="10177"/>
                </a:lnTo>
                <a:lnTo>
                  <a:pt x="94255" y="6487"/>
                </a:lnTo>
                <a:close/>
                <a:moveTo>
                  <a:pt x="57927" y="6952"/>
                </a:moveTo>
                <a:lnTo>
                  <a:pt x="51058" y="13868"/>
                </a:lnTo>
                <a:lnTo>
                  <a:pt x="72657" y="10177"/>
                </a:lnTo>
                <a:close/>
                <a:moveTo>
                  <a:pt x="57927" y="6952"/>
                </a:moveTo>
                <a:lnTo>
                  <a:pt x="43197" y="3728"/>
                </a:lnTo>
                <a:lnTo>
                  <a:pt x="51058" y="13868"/>
                </a:lnTo>
                <a:close/>
                <a:moveTo>
                  <a:pt x="57927" y="6952"/>
                </a:moveTo>
                <a:lnTo>
                  <a:pt x="72657" y="10177"/>
                </a:lnTo>
                <a:lnTo>
                  <a:pt x="64796" y="37"/>
                </a:lnTo>
                <a:close/>
                <a:moveTo>
                  <a:pt x="36328" y="10643"/>
                </a:moveTo>
                <a:lnTo>
                  <a:pt x="29460" y="17558"/>
                </a:lnTo>
                <a:lnTo>
                  <a:pt x="51058" y="13868"/>
                </a:lnTo>
                <a:close/>
                <a:moveTo>
                  <a:pt x="36328" y="10643"/>
                </a:moveTo>
                <a:lnTo>
                  <a:pt x="21599" y="7418"/>
                </a:lnTo>
                <a:lnTo>
                  <a:pt x="29460" y="17558"/>
                </a:lnTo>
                <a:close/>
                <a:moveTo>
                  <a:pt x="36328" y="10643"/>
                </a:moveTo>
                <a:lnTo>
                  <a:pt x="43197" y="3728"/>
                </a:lnTo>
                <a:lnTo>
                  <a:pt x="21599" y="7418"/>
                </a:lnTo>
                <a:close/>
                <a:moveTo>
                  <a:pt x="36328" y="10643"/>
                </a:moveTo>
                <a:lnTo>
                  <a:pt x="51058" y="13868"/>
                </a:lnTo>
                <a:lnTo>
                  <a:pt x="43197" y="3728"/>
                </a:lnTo>
                <a:close/>
                <a:moveTo>
                  <a:pt x="14730" y="14334"/>
                </a:moveTo>
                <a:lnTo>
                  <a:pt x="21599" y="7418"/>
                </a:lnTo>
                <a:lnTo>
                  <a:pt x="0" y="11109"/>
                </a:lnTo>
                <a:close/>
                <a:moveTo>
                  <a:pt x="14730" y="14334"/>
                </a:moveTo>
                <a:lnTo>
                  <a:pt x="29460" y="17558"/>
                </a:lnTo>
                <a:lnTo>
                  <a:pt x="21599" y="7418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42" name="PANEL_01-slope--26-215_736">
            <a:extLst>
              <a:ext uri="{FF2B5EF4-FFF2-40B4-BE49-F238E27FC236}">
                <a16:creationId xmlns:a16="http://schemas.microsoft.com/office/drawing/2014/main" id="{C56F111D-8F94-43CA-913F-92ABDB88D1B9}"/>
              </a:ext>
            </a:extLst>
          </p:cNvPr>
          <p:cNvSpPr>
            <a:spLocks/>
          </p:cNvSpPr>
          <p:nvPr/>
        </p:nvSpPr>
        <p:spPr>
          <a:xfrm>
            <a:off x="732556" y="382886"/>
            <a:ext cx="484174" cy="81177"/>
          </a:xfrm>
          <a:custGeom>
            <a:pathLst>
              <a:path w="327948" h="54984">
                <a:moveTo>
                  <a:pt x="313218" y="45462"/>
                </a:moveTo>
                <a:lnTo>
                  <a:pt x="327948" y="54984"/>
                </a:lnTo>
                <a:lnTo>
                  <a:pt x="320087" y="44844"/>
                </a:lnTo>
                <a:close/>
                <a:moveTo>
                  <a:pt x="218963" y="38828"/>
                </a:moveTo>
                <a:lnTo>
                  <a:pt x="225831" y="37084"/>
                </a:lnTo>
                <a:lnTo>
                  <a:pt x="204233" y="37491"/>
                </a:lnTo>
                <a:close/>
                <a:moveTo>
                  <a:pt x="211102" y="36219"/>
                </a:moveTo>
                <a:lnTo>
                  <a:pt x="204233" y="37491"/>
                </a:lnTo>
                <a:lnTo>
                  <a:pt x="225831" y="37084"/>
                </a:lnTo>
                <a:close/>
                <a:moveTo>
                  <a:pt x="211102" y="36219"/>
                </a:moveTo>
                <a:lnTo>
                  <a:pt x="196372" y="33548"/>
                </a:lnTo>
                <a:lnTo>
                  <a:pt x="204233" y="37491"/>
                </a:lnTo>
                <a:close/>
                <a:moveTo>
                  <a:pt x="189503" y="36108"/>
                </a:moveTo>
                <a:lnTo>
                  <a:pt x="182634" y="37153"/>
                </a:lnTo>
                <a:lnTo>
                  <a:pt x="204233" y="37491"/>
                </a:lnTo>
                <a:close/>
                <a:moveTo>
                  <a:pt x="189503" y="36108"/>
                </a:moveTo>
                <a:lnTo>
                  <a:pt x="174773" y="33749"/>
                </a:lnTo>
                <a:lnTo>
                  <a:pt x="182634" y="37153"/>
                </a:lnTo>
                <a:close/>
                <a:moveTo>
                  <a:pt x="167905" y="34984"/>
                </a:moveTo>
                <a:lnTo>
                  <a:pt x="174773" y="33749"/>
                </a:lnTo>
                <a:lnTo>
                  <a:pt x="153175" y="34500"/>
                </a:lnTo>
                <a:close/>
                <a:moveTo>
                  <a:pt x="167905" y="34984"/>
                </a:moveTo>
                <a:lnTo>
                  <a:pt x="182634" y="37153"/>
                </a:lnTo>
                <a:lnTo>
                  <a:pt x="174773" y="33749"/>
                </a:lnTo>
                <a:close/>
                <a:moveTo>
                  <a:pt x="116846" y="33694"/>
                </a:moveTo>
                <a:lnTo>
                  <a:pt x="102116" y="29933"/>
                </a:lnTo>
                <a:lnTo>
                  <a:pt x="109978" y="35837"/>
                </a:lnTo>
                <a:close/>
                <a:moveTo>
                  <a:pt x="14730" y="7994"/>
                </a:moveTo>
                <a:lnTo>
                  <a:pt x="0" y="0"/>
                </a:lnTo>
                <a:lnTo>
                  <a:pt x="7861" y="12247"/>
                </a:lnTo>
                <a:close/>
                <a:moveTo>
                  <a:pt x="14730" y="7994"/>
                </a:moveTo>
                <a:lnTo>
                  <a:pt x="21599" y="4582"/>
                </a:lnTo>
                <a:lnTo>
                  <a:pt x="0" y="0"/>
                </a:lnTo>
                <a:close/>
                <a:moveTo>
                  <a:pt x="14730" y="7994"/>
                </a:moveTo>
                <a:lnTo>
                  <a:pt x="29460" y="17495"/>
                </a:lnTo>
                <a:lnTo>
                  <a:pt x="21599" y="4582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43" name="PANEL_01-slope--26-220_737">
            <a:extLst>
              <a:ext uri="{FF2B5EF4-FFF2-40B4-BE49-F238E27FC236}">
                <a16:creationId xmlns:a16="http://schemas.microsoft.com/office/drawing/2014/main" id="{DCDA9BA8-73B4-4EB0-910D-628556F5F628}"/>
              </a:ext>
            </a:extLst>
          </p:cNvPr>
          <p:cNvSpPr>
            <a:spLocks/>
          </p:cNvSpPr>
          <p:nvPr/>
        </p:nvSpPr>
        <p:spPr>
          <a:xfrm>
            <a:off x="764444" y="389650"/>
            <a:ext cx="452287" cy="74412"/>
          </a:xfrm>
          <a:custGeom>
            <a:pathLst>
              <a:path w="306349" h="50402">
                <a:moveTo>
                  <a:pt x="291620" y="40881"/>
                </a:moveTo>
                <a:lnTo>
                  <a:pt x="284751" y="46492"/>
                </a:lnTo>
                <a:lnTo>
                  <a:pt x="306349" y="50402"/>
                </a:lnTo>
                <a:close/>
                <a:moveTo>
                  <a:pt x="291620" y="40881"/>
                </a:moveTo>
                <a:lnTo>
                  <a:pt x="276890" y="37255"/>
                </a:lnTo>
                <a:lnTo>
                  <a:pt x="284751" y="46492"/>
                </a:lnTo>
                <a:close/>
                <a:moveTo>
                  <a:pt x="291620" y="40881"/>
                </a:moveTo>
                <a:lnTo>
                  <a:pt x="298488" y="40262"/>
                </a:lnTo>
                <a:lnTo>
                  <a:pt x="276890" y="37255"/>
                </a:lnTo>
                <a:close/>
                <a:moveTo>
                  <a:pt x="270021" y="43155"/>
                </a:moveTo>
                <a:lnTo>
                  <a:pt x="276890" y="37255"/>
                </a:lnTo>
                <a:lnTo>
                  <a:pt x="255291" y="38940"/>
                </a:lnTo>
                <a:close/>
                <a:moveTo>
                  <a:pt x="270021" y="43155"/>
                </a:moveTo>
                <a:lnTo>
                  <a:pt x="284751" y="46492"/>
                </a:lnTo>
                <a:lnTo>
                  <a:pt x="276890" y="37255"/>
                </a:lnTo>
                <a:close/>
                <a:moveTo>
                  <a:pt x="248423" y="44019"/>
                </a:moveTo>
                <a:lnTo>
                  <a:pt x="255291" y="38940"/>
                </a:lnTo>
                <a:lnTo>
                  <a:pt x="233693" y="38940"/>
                </a:lnTo>
                <a:close/>
                <a:moveTo>
                  <a:pt x="262160" y="33548"/>
                </a:moveTo>
                <a:lnTo>
                  <a:pt x="255291" y="38940"/>
                </a:lnTo>
                <a:lnTo>
                  <a:pt x="276890" y="37255"/>
                </a:lnTo>
                <a:close/>
                <a:moveTo>
                  <a:pt x="240561" y="35037"/>
                </a:moveTo>
                <a:lnTo>
                  <a:pt x="233693" y="38940"/>
                </a:lnTo>
                <a:lnTo>
                  <a:pt x="255291" y="38940"/>
                </a:lnTo>
                <a:close/>
                <a:moveTo>
                  <a:pt x="240561" y="35037"/>
                </a:moveTo>
                <a:lnTo>
                  <a:pt x="225831" y="31847"/>
                </a:lnTo>
                <a:lnTo>
                  <a:pt x="233693" y="38940"/>
                </a:lnTo>
                <a:close/>
                <a:moveTo>
                  <a:pt x="240561" y="35037"/>
                </a:moveTo>
                <a:lnTo>
                  <a:pt x="255291" y="38940"/>
                </a:lnTo>
                <a:lnTo>
                  <a:pt x="247430" y="30954"/>
                </a:lnTo>
                <a:close/>
                <a:moveTo>
                  <a:pt x="218963" y="33543"/>
                </a:moveTo>
                <a:lnTo>
                  <a:pt x="204233" y="32502"/>
                </a:lnTo>
                <a:lnTo>
                  <a:pt x="212094" y="38320"/>
                </a:lnTo>
                <a:close/>
                <a:moveTo>
                  <a:pt x="218963" y="33543"/>
                </a:moveTo>
                <a:lnTo>
                  <a:pt x="225831" y="31847"/>
                </a:lnTo>
                <a:lnTo>
                  <a:pt x="204233" y="32502"/>
                </a:lnTo>
                <a:close/>
                <a:moveTo>
                  <a:pt x="218963" y="33543"/>
                </a:moveTo>
                <a:lnTo>
                  <a:pt x="233693" y="38940"/>
                </a:lnTo>
                <a:lnTo>
                  <a:pt x="225831" y="31847"/>
                </a:lnTo>
                <a:close/>
                <a:moveTo>
                  <a:pt x="167905" y="31527"/>
                </a:moveTo>
                <a:lnTo>
                  <a:pt x="174773" y="28967"/>
                </a:lnTo>
                <a:lnTo>
                  <a:pt x="153175" y="29167"/>
                </a:lnTo>
                <a:close/>
                <a:moveTo>
                  <a:pt x="167905" y="31527"/>
                </a:moveTo>
                <a:lnTo>
                  <a:pt x="182634" y="32910"/>
                </a:lnTo>
                <a:lnTo>
                  <a:pt x="174773" y="28967"/>
                </a:lnTo>
                <a:close/>
                <a:moveTo>
                  <a:pt x="138445" y="27497"/>
                </a:moveTo>
                <a:lnTo>
                  <a:pt x="131576" y="29919"/>
                </a:lnTo>
                <a:lnTo>
                  <a:pt x="153175" y="29167"/>
                </a:lnTo>
                <a:close/>
                <a:moveTo>
                  <a:pt x="116846" y="28955"/>
                </a:moveTo>
                <a:lnTo>
                  <a:pt x="109978" y="31621"/>
                </a:lnTo>
                <a:lnTo>
                  <a:pt x="131576" y="29919"/>
                </a:lnTo>
                <a:close/>
                <a:moveTo>
                  <a:pt x="116846" y="28955"/>
                </a:moveTo>
                <a:lnTo>
                  <a:pt x="102116" y="25598"/>
                </a:lnTo>
                <a:lnTo>
                  <a:pt x="109978" y="31621"/>
                </a:lnTo>
                <a:close/>
                <a:moveTo>
                  <a:pt x="116846" y="28955"/>
                </a:moveTo>
                <a:lnTo>
                  <a:pt x="131576" y="29919"/>
                </a:lnTo>
                <a:lnTo>
                  <a:pt x="123715" y="24465"/>
                </a:lnTo>
                <a:close/>
                <a:moveTo>
                  <a:pt x="95248" y="29113"/>
                </a:moveTo>
                <a:lnTo>
                  <a:pt x="102116" y="25598"/>
                </a:lnTo>
                <a:lnTo>
                  <a:pt x="80518" y="25351"/>
                </a:lnTo>
                <a:close/>
                <a:moveTo>
                  <a:pt x="95248" y="29113"/>
                </a:moveTo>
                <a:lnTo>
                  <a:pt x="109978" y="31621"/>
                </a:lnTo>
                <a:lnTo>
                  <a:pt x="102116" y="25598"/>
                </a:lnTo>
                <a:close/>
                <a:moveTo>
                  <a:pt x="73649" y="27716"/>
                </a:moveTo>
                <a:lnTo>
                  <a:pt x="80518" y="25351"/>
                </a:lnTo>
                <a:lnTo>
                  <a:pt x="58919" y="25684"/>
                </a:lnTo>
                <a:close/>
                <a:moveTo>
                  <a:pt x="65788" y="22191"/>
                </a:moveTo>
                <a:lnTo>
                  <a:pt x="58919" y="25684"/>
                </a:lnTo>
                <a:lnTo>
                  <a:pt x="80518" y="25351"/>
                </a:lnTo>
                <a:close/>
                <a:moveTo>
                  <a:pt x="65788" y="22191"/>
                </a:moveTo>
                <a:lnTo>
                  <a:pt x="51058" y="17239"/>
                </a:lnTo>
                <a:lnTo>
                  <a:pt x="58919" y="25684"/>
                </a:lnTo>
                <a:close/>
                <a:moveTo>
                  <a:pt x="44190" y="23566"/>
                </a:moveTo>
                <a:lnTo>
                  <a:pt x="37321" y="27041"/>
                </a:lnTo>
                <a:lnTo>
                  <a:pt x="58919" y="25684"/>
                </a:lnTo>
                <a:close/>
                <a:moveTo>
                  <a:pt x="44190" y="23566"/>
                </a:moveTo>
                <a:lnTo>
                  <a:pt x="29460" y="16355"/>
                </a:lnTo>
                <a:lnTo>
                  <a:pt x="37321" y="27041"/>
                </a:lnTo>
                <a:close/>
                <a:moveTo>
                  <a:pt x="44190" y="23566"/>
                </a:moveTo>
                <a:lnTo>
                  <a:pt x="51058" y="17239"/>
                </a:lnTo>
                <a:lnTo>
                  <a:pt x="29460" y="16355"/>
                </a:lnTo>
                <a:close/>
                <a:moveTo>
                  <a:pt x="44190" y="23566"/>
                </a:moveTo>
                <a:lnTo>
                  <a:pt x="58919" y="25684"/>
                </a:lnTo>
                <a:lnTo>
                  <a:pt x="51058" y="17239"/>
                </a:lnTo>
                <a:close/>
                <a:moveTo>
                  <a:pt x="22591" y="22366"/>
                </a:moveTo>
                <a:lnTo>
                  <a:pt x="29460" y="16355"/>
                </a:lnTo>
                <a:lnTo>
                  <a:pt x="7861" y="12914"/>
                </a:lnTo>
                <a:close/>
                <a:moveTo>
                  <a:pt x="22591" y="22366"/>
                </a:moveTo>
                <a:lnTo>
                  <a:pt x="37321" y="27041"/>
                </a:lnTo>
                <a:lnTo>
                  <a:pt x="29460" y="16355"/>
                </a:lnTo>
                <a:close/>
                <a:moveTo>
                  <a:pt x="14730" y="7913"/>
                </a:moveTo>
                <a:lnTo>
                  <a:pt x="7861" y="12914"/>
                </a:lnTo>
                <a:lnTo>
                  <a:pt x="29460" y="16355"/>
                </a:lnTo>
                <a:close/>
                <a:moveTo>
                  <a:pt x="14730" y="7913"/>
                </a:moveTo>
                <a:lnTo>
                  <a:pt x="0" y="0"/>
                </a:lnTo>
                <a:lnTo>
                  <a:pt x="7861" y="12914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44" name="PANEL_01-slope--26-225_738">
            <a:extLst>
              <a:ext uri="{FF2B5EF4-FFF2-40B4-BE49-F238E27FC236}">
                <a16:creationId xmlns:a16="http://schemas.microsoft.com/office/drawing/2014/main" id="{9EDFC814-41FF-4405-BBDD-B38B8637829F}"/>
              </a:ext>
            </a:extLst>
          </p:cNvPr>
          <p:cNvSpPr>
            <a:spLocks/>
          </p:cNvSpPr>
          <p:nvPr/>
        </p:nvSpPr>
        <p:spPr>
          <a:xfrm>
            <a:off x="1753073" y="267464"/>
            <a:ext cx="632006" cy="204690"/>
          </a:xfrm>
          <a:custGeom>
            <a:pathLst>
              <a:path w="428079" h="138643">
                <a:moveTo>
                  <a:pt x="413349" y="13096"/>
                </a:moveTo>
                <a:lnTo>
                  <a:pt x="420218" y="3662"/>
                </a:lnTo>
                <a:lnTo>
                  <a:pt x="398620" y="16009"/>
                </a:lnTo>
                <a:close/>
                <a:moveTo>
                  <a:pt x="413349" y="13096"/>
                </a:moveTo>
                <a:lnTo>
                  <a:pt x="428079" y="15034"/>
                </a:lnTo>
                <a:lnTo>
                  <a:pt x="420218" y="3662"/>
                </a:lnTo>
                <a:close/>
                <a:moveTo>
                  <a:pt x="391751" y="25418"/>
                </a:moveTo>
                <a:lnTo>
                  <a:pt x="398620" y="16009"/>
                </a:lnTo>
                <a:lnTo>
                  <a:pt x="377021" y="27897"/>
                </a:lnTo>
                <a:close/>
                <a:moveTo>
                  <a:pt x="370152" y="40020"/>
                </a:moveTo>
                <a:lnTo>
                  <a:pt x="377021" y="27897"/>
                </a:lnTo>
                <a:lnTo>
                  <a:pt x="355423" y="36268"/>
                </a:lnTo>
                <a:close/>
                <a:moveTo>
                  <a:pt x="405488" y="7145"/>
                </a:moveTo>
                <a:lnTo>
                  <a:pt x="398620" y="16009"/>
                </a:lnTo>
                <a:lnTo>
                  <a:pt x="420218" y="3662"/>
                </a:lnTo>
                <a:close/>
                <a:moveTo>
                  <a:pt x="383890" y="18378"/>
                </a:moveTo>
                <a:lnTo>
                  <a:pt x="377021" y="27897"/>
                </a:lnTo>
                <a:lnTo>
                  <a:pt x="398620" y="16009"/>
                </a:lnTo>
                <a:close/>
                <a:moveTo>
                  <a:pt x="383890" y="18378"/>
                </a:moveTo>
                <a:lnTo>
                  <a:pt x="369160" y="17077"/>
                </a:lnTo>
                <a:lnTo>
                  <a:pt x="377021" y="27897"/>
                </a:lnTo>
                <a:close/>
                <a:moveTo>
                  <a:pt x="362291" y="27771"/>
                </a:moveTo>
                <a:lnTo>
                  <a:pt x="355423" y="36268"/>
                </a:lnTo>
                <a:lnTo>
                  <a:pt x="377021" y="27897"/>
                </a:lnTo>
                <a:close/>
                <a:moveTo>
                  <a:pt x="362291" y="27771"/>
                </a:moveTo>
                <a:lnTo>
                  <a:pt x="347561" y="18838"/>
                </a:lnTo>
                <a:lnTo>
                  <a:pt x="355423" y="36268"/>
                </a:lnTo>
                <a:close/>
                <a:moveTo>
                  <a:pt x="362291" y="27771"/>
                </a:moveTo>
                <a:lnTo>
                  <a:pt x="377021" y="27897"/>
                </a:lnTo>
                <a:lnTo>
                  <a:pt x="369160" y="17077"/>
                </a:lnTo>
                <a:close/>
                <a:moveTo>
                  <a:pt x="340693" y="29935"/>
                </a:moveTo>
                <a:lnTo>
                  <a:pt x="333824" y="40273"/>
                </a:lnTo>
                <a:lnTo>
                  <a:pt x="355423" y="36268"/>
                </a:lnTo>
                <a:close/>
                <a:moveTo>
                  <a:pt x="340693" y="29935"/>
                </a:moveTo>
                <a:lnTo>
                  <a:pt x="325963" y="20458"/>
                </a:lnTo>
                <a:lnTo>
                  <a:pt x="333824" y="40273"/>
                </a:lnTo>
                <a:close/>
                <a:moveTo>
                  <a:pt x="340693" y="29935"/>
                </a:moveTo>
                <a:lnTo>
                  <a:pt x="347561" y="18838"/>
                </a:lnTo>
                <a:lnTo>
                  <a:pt x="325963" y="20458"/>
                </a:lnTo>
                <a:close/>
                <a:moveTo>
                  <a:pt x="340693" y="29935"/>
                </a:moveTo>
                <a:lnTo>
                  <a:pt x="355423" y="36268"/>
                </a:lnTo>
                <a:lnTo>
                  <a:pt x="347561" y="18838"/>
                </a:lnTo>
                <a:close/>
                <a:moveTo>
                  <a:pt x="319094" y="32790"/>
                </a:moveTo>
                <a:lnTo>
                  <a:pt x="325963" y="20458"/>
                </a:lnTo>
                <a:lnTo>
                  <a:pt x="304364" y="27596"/>
                </a:lnTo>
                <a:close/>
                <a:moveTo>
                  <a:pt x="319094" y="32790"/>
                </a:moveTo>
                <a:lnTo>
                  <a:pt x="333824" y="40273"/>
                </a:lnTo>
                <a:lnTo>
                  <a:pt x="325963" y="20458"/>
                </a:lnTo>
                <a:close/>
                <a:moveTo>
                  <a:pt x="332831" y="6864"/>
                </a:moveTo>
                <a:lnTo>
                  <a:pt x="325963" y="20458"/>
                </a:lnTo>
                <a:lnTo>
                  <a:pt x="347561" y="18838"/>
                </a:lnTo>
                <a:close/>
                <a:moveTo>
                  <a:pt x="332831" y="6864"/>
                </a:moveTo>
                <a:lnTo>
                  <a:pt x="318102" y="0"/>
                </a:lnTo>
                <a:lnTo>
                  <a:pt x="325963" y="20458"/>
                </a:lnTo>
                <a:close/>
                <a:moveTo>
                  <a:pt x="311233" y="12243"/>
                </a:moveTo>
                <a:lnTo>
                  <a:pt x="304364" y="27596"/>
                </a:lnTo>
                <a:lnTo>
                  <a:pt x="325963" y="20458"/>
                </a:lnTo>
                <a:close/>
                <a:moveTo>
                  <a:pt x="311233" y="12243"/>
                </a:moveTo>
                <a:lnTo>
                  <a:pt x="325963" y="20458"/>
                </a:lnTo>
                <a:lnTo>
                  <a:pt x="318102" y="0"/>
                </a:lnTo>
                <a:close/>
                <a:moveTo>
                  <a:pt x="268036" y="30471"/>
                </a:moveTo>
                <a:lnTo>
                  <a:pt x="282766" y="36536"/>
                </a:lnTo>
                <a:lnTo>
                  <a:pt x="274905" y="19262"/>
                </a:lnTo>
                <a:close/>
                <a:moveTo>
                  <a:pt x="224839" y="53142"/>
                </a:moveTo>
                <a:lnTo>
                  <a:pt x="231708" y="42477"/>
                </a:lnTo>
                <a:lnTo>
                  <a:pt x="210109" y="55221"/>
                </a:lnTo>
                <a:close/>
                <a:moveTo>
                  <a:pt x="203240" y="64248"/>
                </a:moveTo>
                <a:lnTo>
                  <a:pt x="210109" y="55221"/>
                </a:lnTo>
                <a:lnTo>
                  <a:pt x="188511" y="66530"/>
                </a:lnTo>
                <a:close/>
                <a:moveTo>
                  <a:pt x="181642" y="75240"/>
                </a:moveTo>
                <a:lnTo>
                  <a:pt x="188511" y="66530"/>
                </a:lnTo>
                <a:lnTo>
                  <a:pt x="166912" y="76418"/>
                </a:lnTo>
                <a:close/>
                <a:moveTo>
                  <a:pt x="238576" y="30604"/>
                </a:moveTo>
                <a:lnTo>
                  <a:pt x="231708" y="42477"/>
                </a:lnTo>
                <a:lnTo>
                  <a:pt x="253306" y="29879"/>
                </a:lnTo>
                <a:close/>
                <a:moveTo>
                  <a:pt x="216978" y="45290"/>
                </a:moveTo>
                <a:lnTo>
                  <a:pt x="210109" y="55221"/>
                </a:lnTo>
                <a:lnTo>
                  <a:pt x="231708" y="42477"/>
                </a:lnTo>
                <a:close/>
                <a:moveTo>
                  <a:pt x="195379" y="58203"/>
                </a:moveTo>
                <a:lnTo>
                  <a:pt x="188511" y="66530"/>
                </a:lnTo>
                <a:lnTo>
                  <a:pt x="210109" y="55221"/>
                </a:lnTo>
                <a:close/>
                <a:moveTo>
                  <a:pt x="195379" y="58203"/>
                </a:moveTo>
                <a:lnTo>
                  <a:pt x="180649" y="60177"/>
                </a:lnTo>
                <a:lnTo>
                  <a:pt x="188511" y="66530"/>
                </a:lnTo>
                <a:close/>
                <a:moveTo>
                  <a:pt x="173781" y="68428"/>
                </a:moveTo>
                <a:lnTo>
                  <a:pt x="166912" y="76418"/>
                </a:lnTo>
                <a:lnTo>
                  <a:pt x="188511" y="66530"/>
                </a:lnTo>
                <a:close/>
                <a:moveTo>
                  <a:pt x="173781" y="68428"/>
                </a:moveTo>
                <a:lnTo>
                  <a:pt x="159051" y="70035"/>
                </a:lnTo>
                <a:lnTo>
                  <a:pt x="166912" y="76418"/>
                </a:lnTo>
                <a:close/>
                <a:moveTo>
                  <a:pt x="173781" y="68428"/>
                </a:moveTo>
                <a:lnTo>
                  <a:pt x="188511" y="66530"/>
                </a:lnTo>
                <a:lnTo>
                  <a:pt x="180649" y="60177"/>
                </a:lnTo>
                <a:close/>
                <a:moveTo>
                  <a:pt x="152182" y="77010"/>
                </a:moveTo>
                <a:lnTo>
                  <a:pt x="145314" y="84403"/>
                </a:lnTo>
                <a:lnTo>
                  <a:pt x="166912" y="76418"/>
                </a:lnTo>
                <a:close/>
                <a:moveTo>
                  <a:pt x="152182" y="77010"/>
                </a:moveTo>
                <a:lnTo>
                  <a:pt x="137452" y="77263"/>
                </a:lnTo>
                <a:lnTo>
                  <a:pt x="145314" y="84403"/>
                </a:lnTo>
                <a:close/>
                <a:moveTo>
                  <a:pt x="152182" y="77010"/>
                </a:moveTo>
                <a:lnTo>
                  <a:pt x="159051" y="70035"/>
                </a:lnTo>
                <a:lnTo>
                  <a:pt x="137452" y="77263"/>
                </a:lnTo>
                <a:close/>
                <a:moveTo>
                  <a:pt x="152182" y="77010"/>
                </a:moveTo>
                <a:lnTo>
                  <a:pt x="166912" y="76418"/>
                </a:lnTo>
                <a:lnTo>
                  <a:pt x="159051" y="70035"/>
                </a:lnTo>
                <a:close/>
                <a:moveTo>
                  <a:pt x="130584" y="84248"/>
                </a:moveTo>
                <a:lnTo>
                  <a:pt x="115854" y="84874"/>
                </a:lnTo>
                <a:lnTo>
                  <a:pt x="123715" y="91776"/>
                </a:lnTo>
                <a:close/>
                <a:moveTo>
                  <a:pt x="130584" y="84248"/>
                </a:moveTo>
                <a:lnTo>
                  <a:pt x="137452" y="77263"/>
                </a:lnTo>
                <a:lnTo>
                  <a:pt x="115854" y="84874"/>
                </a:lnTo>
                <a:close/>
                <a:moveTo>
                  <a:pt x="130584" y="84248"/>
                </a:moveTo>
                <a:lnTo>
                  <a:pt x="145314" y="84403"/>
                </a:lnTo>
                <a:lnTo>
                  <a:pt x="137452" y="77263"/>
                </a:lnTo>
                <a:close/>
                <a:moveTo>
                  <a:pt x="108985" y="93746"/>
                </a:moveTo>
                <a:lnTo>
                  <a:pt x="94255" y="97179"/>
                </a:lnTo>
                <a:lnTo>
                  <a:pt x="102116" y="102561"/>
                </a:lnTo>
                <a:close/>
                <a:moveTo>
                  <a:pt x="108985" y="93746"/>
                </a:moveTo>
                <a:lnTo>
                  <a:pt x="115854" y="84874"/>
                </a:lnTo>
                <a:lnTo>
                  <a:pt x="94255" y="97179"/>
                </a:lnTo>
                <a:close/>
                <a:moveTo>
                  <a:pt x="108985" y="93746"/>
                </a:moveTo>
                <a:lnTo>
                  <a:pt x="123715" y="91776"/>
                </a:lnTo>
                <a:lnTo>
                  <a:pt x="115854" y="84874"/>
                </a:lnTo>
                <a:close/>
                <a:moveTo>
                  <a:pt x="87387" y="109132"/>
                </a:moveTo>
                <a:lnTo>
                  <a:pt x="94255" y="97179"/>
                </a:lnTo>
                <a:lnTo>
                  <a:pt x="72657" y="109288"/>
                </a:lnTo>
                <a:close/>
                <a:moveTo>
                  <a:pt x="87387" y="109132"/>
                </a:moveTo>
                <a:lnTo>
                  <a:pt x="102116" y="102561"/>
                </a:lnTo>
                <a:lnTo>
                  <a:pt x="94255" y="97179"/>
                </a:lnTo>
                <a:close/>
                <a:moveTo>
                  <a:pt x="65788" y="119769"/>
                </a:moveTo>
                <a:lnTo>
                  <a:pt x="72657" y="109288"/>
                </a:lnTo>
                <a:lnTo>
                  <a:pt x="51058" y="116592"/>
                </a:lnTo>
                <a:close/>
                <a:moveTo>
                  <a:pt x="101124" y="85414"/>
                </a:moveTo>
                <a:lnTo>
                  <a:pt x="94255" y="97179"/>
                </a:lnTo>
                <a:lnTo>
                  <a:pt x="115854" y="84874"/>
                </a:lnTo>
                <a:close/>
                <a:moveTo>
                  <a:pt x="79525" y="100426"/>
                </a:moveTo>
                <a:lnTo>
                  <a:pt x="72657" y="109288"/>
                </a:lnTo>
                <a:lnTo>
                  <a:pt x="94255" y="97179"/>
                </a:lnTo>
                <a:close/>
                <a:moveTo>
                  <a:pt x="79525" y="100426"/>
                </a:moveTo>
                <a:lnTo>
                  <a:pt x="64796" y="94196"/>
                </a:lnTo>
                <a:lnTo>
                  <a:pt x="72657" y="109288"/>
                </a:lnTo>
                <a:close/>
                <a:moveTo>
                  <a:pt x="57927" y="107825"/>
                </a:moveTo>
                <a:lnTo>
                  <a:pt x="51058" y="116592"/>
                </a:lnTo>
                <a:lnTo>
                  <a:pt x="72657" y="109288"/>
                </a:lnTo>
                <a:close/>
                <a:moveTo>
                  <a:pt x="57927" y="107825"/>
                </a:moveTo>
                <a:lnTo>
                  <a:pt x="43197" y="101322"/>
                </a:lnTo>
                <a:lnTo>
                  <a:pt x="51058" y="116592"/>
                </a:lnTo>
                <a:close/>
                <a:moveTo>
                  <a:pt x="14730" y="128786"/>
                </a:moveTo>
                <a:lnTo>
                  <a:pt x="7861" y="138643"/>
                </a:lnTo>
                <a:lnTo>
                  <a:pt x="29460" y="134953"/>
                </a:lnTo>
                <a:close/>
                <a:moveTo>
                  <a:pt x="14730" y="128786"/>
                </a:moveTo>
                <a:lnTo>
                  <a:pt x="0" y="128504"/>
                </a:lnTo>
                <a:lnTo>
                  <a:pt x="7861" y="138643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45" name="PANEL_01-slope--26-230_739">
            <a:extLst>
              <a:ext uri="{FF2B5EF4-FFF2-40B4-BE49-F238E27FC236}">
                <a16:creationId xmlns:a16="http://schemas.microsoft.com/office/drawing/2014/main" id="{7057313E-3808-4968-BE8C-1CBD07501AB4}"/>
              </a:ext>
            </a:extLst>
          </p:cNvPr>
          <p:cNvSpPr>
            <a:spLocks/>
          </p:cNvSpPr>
          <p:nvPr/>
        </p:nvSpPr>
        <p:spPr>
          <a:xfrm>
            <a:off x="1753073" y="280113"/>
            <a:ext cx="610258" cy="186592"/>
          </a:xfrm>
          <a:custGeom>
            <a:pathLst>
              <a:path w="413349" h="126385">
                <a:moveTo>
                  <a:pt x="413349" y="4529"/>
                </a:moveTo>
                <a:lnTo>
                  <a:pt x="398620" y="7442"/>
                </a:lnTo>
                <a:lnTo>
                  <a:pt x="406481" y="18612"/>
                </a:lnTo>
                <a:close/>
                <a:moveTo>
                  <a:pt x="297496" y="33959"/>
                </a:moveTo>
                <a:lnTo>
                  <a:pt x="304364" y="19028"/>
                </a:lnTo>
                <a:lnTo>
                  <a:pt x="282766" y="27969"/>
                </a:lnTo>
                <a:close/>
                <a:moveTo>
                  <a:pt x="311233" y="3675"/>
                </a:moveTo>
                <a:lnTo>
                  <a:pt x="296503" y="0"/>
                </a:lnTo>
                <a:lnTo>
                  <a:pt x="304364" y="19028"/>
                </a:lnTo>
                <a:close/>
                <a:moveTo>
                  <a:pt x="289634" y="14255"/>
                </a:moveTo>
                <a:lnTo>
                  <a:pt x="282766" y="27969"/>
                </a:lnTo>
                <a:lnTo>
                  <a:pt x="304364" y="19028"/>
                </a:lnTo>
                <a:close/>
                <a:moveTo>
                  <a:pt x="289634" y="14255"/>
                </a:moveTo>
                <a:lnTo>
                  <a:pt x="274905" y="10694"/>
                </a:lnTo>
                <a:lnTo>
                  <a:pt x="282766" y="27969"/>
                </a:lnTo>
                <a:close/>
                <a:moveTo>
                  <a:pt x="289634" y="14255"/>
                </a:moveTo>
                <a:lnTo>
                  <a:pt x="296503" y="0"/>
                </a:lnTo>
                <a:lnTo>
                  <a:pt x="274905" y="10694"/>
                </a:lnTo>
                <a:close/>
                <a:moveTo>
                  <a:pt x="289634" y="14255"/>
                </a:moveTo>
                <a:lnTo>
                  <a:pt x="304364" y="19028"/>
                </a:lnTo>
                <a:lnTo>
                  <a:pt x="296503" y="0"/>
                </a:lnTo>
                <a:close/>
                <a:moveTo>
                  <a:pt x="268036" y="21903"/>
                </a:moveTo>
                <a:lnTo>
                  <a:pt x="261167" y="36390"/>
                </a:lnTo>
                <a:lnTo>
                  <a:pt x="282766" y="27969"/>
                </a:lnTo>
                <a:close/>
                <a:moveTo>
                  <a:pt x="268036" y="21903"/>
                </a:moveTo>
                <a:lnTo>
                  <a:pt x="253306" y="21311"/>
                </a:lnTo>
                <a:lnTo>
                  <a:pt x="261167" y="36390"/>
                </a:lnTo>
                <a:close/>
                <a:moveTo>
                  <a:pt x="268036" y="21903"/>
                </a:moveTo>
                <a:lnTo>
                  <a:pt x="274905" y="10694"/>
                </a:lnTo>
                <a:lnTo>
                  <a:pt x="253306" y="21311"/>
                </a:lnTo>
                <a:close/>
                <a:moveTo>
                  <a:pt x="246437" y="32305"/>
                </a:moveTo>
                <a:lnTo>
                  <a:pt x="231708" y="33910"/>
                </a:lnTo>
                <a:lnTo>
                  <a:pt x="239569" y="46243"/>
                </a:lnTo>
                <a:close/>
                <a:moveTo>
                  <a:pt x="246437" y="32305"/>
                </a:moveTo>
                <a:lnTo>
                  <a:pt x="253306" y="21311"/>
                </a:lnTo>
                <a:lnTo>
                  <a:pt x="231708" y="33910"/>
                </a:lnTo>
                <a:close/>
                <a:moveTo>
                  <a:pt x="246437" y="32305"/>
                </a:moveTo>
                <a:lnTo>
                  <a:pt x="261167" y="36390"/>
                </a:lnTo>
                <a:lnTo>
                  <a:pt x="253306" y="21311"/>
                </a:lnTo>
                <a:close/>
                <a:moveTo>
                  <a:pt x="224839" y="44575"/>
                </a:moveTo>
                <a:lnTo>
                  <a:pt x="239569" y="46243"/>
                </a:lnTo>
                <a:lnTo>
                  <a:pt x="231708" y="33910"/>
                </a:lnTo>
                <a:close/>
                <a:moveTo>
                  <a:pt x="260175" y="8999"/>
                </a:moveTo>
                <a:lnTo>
                  <a:pt x="253306" y="21311"/>
                </a:lnTo>
                <a:lnTo>
                  <a:pt x="274905" y="10694"/>
                </a:lnTo>
                <a:close/>
                <a:moveTo>
                  <a:pt x="57927" y="99257"/>
                </a:moveTo>
                <a:lnTo>
                  <a:pt x="72657" y="100720"/>
                </a:lnTo>
                <a:lnTo>
                  <a:pt x="64796" y="85628"/>
                </a:lnTo>
                <a:close/>
                <a:moveTo>
                  <a:pt x="36328" y="104551"/>
                </a:moveTo>
                <a:lnTo>
                  <a:pt x="29460" y="126385"/>
                </a:lnTo>
                <a:lnTo>
                  <a:pt x="51058" y="108025"/>
                </a:lnTo>
                <a:close/>
                <a:moveTo>
                  <a:pt x="36328" y="104551"/>
                </a:moveTo>
                <a:lnTo>
                  <a:pt x="21599" y="104327"/>
                </a:lnTo>
                <a:lnTo>
                  <a:pt x="29460" y="126385"/>
                </a:lnTo>
                <a:close/>
                <a:moveTo>
                  <a:pt x="36328" y="104551"/>
                </a:moveTo>
                <a:lnTo>
                  <a:pt x="43197" y="92754"/>
                </a:lnTo>
                <a:lnTo>
                  <a:pt x="21599" y="104327"/>
                </a:lnTo>
                <a:close/>
                <a:moveTo>
                  <a:pt x="36328" y="104551"/>
                </a:moveTo>
                <a:lnTo>
                  <a:pt x="51058" y="108025"/>
                </a:lnTo>
                <a:lnTo>
                  <a:pt x="43197" y="92754"/>
                </a:lnTo>
                <a:close/>
                <a:moveTo>
                  <a:pt x="14730" y="120218"/>
                </a:moveTo>
                <a:lnTo>
                  <a:pt x="21599" y="104327"/>
                </a:lnTo>
                <a:lnTo>
                  <a:pt x="0" y="119936"/>
                </a:lnTo>
                <a:close/>
                <a:moveTo>
                  <a:pt x="14730" y="120218"/>
                </a:moveTo>
                <a:lnTo>
                  <a:pt x="29460" y="126385"/>
                </a:lnTo>
                <a:lnTo>
                  <a:pt x="21599" y="104327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46" name="PANEL_01-water--26-230_740">
            <a:extLst>
              <a:ext uri="{FF2B5EF4-FFF2-40B4-BE49-F238E27FC236}">
                <a16:creationId xmlns:a16="http://schemas.microsoft.com/office/drawing/2014/main" id="{3E500849-A909-4881-95BE-69E17C86A52F}"/>
              </a:ext>
            </a:extLst>
          </p:cNvPr>
          <p:cNvSpPr>
            <a:spLocks/>
          </p:cNvSpPr>
          <p:nvPr/>
        </p:nvSpPr>
        <p:spPr>
          <a:xfrm>
            <a:off x="1205124" y="447661"/>
            <a:ext cx="559555" cy="29996"/>
          </a:xfrm>
          <a:custGeom>
            <a:pathLst>
              <a:path w="379006" h="20317">
                <a:moveTo>
                  <a:pt x="364276" y="13365"/>
                </a:moveTo>
                <a:lnTo>
                  <a:pt x="349546" y="10140"/>
                </a:lnTo>
                <a:lnTo>
                  <a:pt x="357408" y="20280"/>
                </a:lnTo>
                <a:close/>
                <a:moveTo>
                  <a:pt x="364276" y="13365"/>
                </a:moveTo>
                <a:lnTo>
                  <a:pt x="371145" y="6449"/>
                </a:lnTo>
                <a:lnTo>
                  <a:pt x="349546" y="10140"/>
                </a:lnTo>
                <a:close/>
                <a:moveTo>
                  <a:pt x="364276" y="13365"/>
                </a:moveTo>
                <a:lnTo>
                  <a:pt x="379006" y="16589"/>
                </a:lnTo>
                <a:lnTo>
                  <a:pt x="371145" y="6449"/>
                </a:lnTo>
                <a:close/>
                <a:moveTo>
                  <a:pt x="342678" y="17055"/>
                </a:moveTo>
                <a:lnTo>
                  <a:pt x="349546" y="10140"/>
                </a:lnTo>
                <a:lnTo>
                  <a:pt x="327948" y="13831"/>
                </a:lnTo>
                <a:close/>
                <a:moveTo>
                  <a:pt x="356415" y="3225"/>
                </a:moveTo>
                <a:lnTo>
                  <a:pt x="349546" y="10140"/>
                </a:lnTo>
                <a:lnTo>
                  <a:pt x="371145" y="6449"/>
                </a:lnTo>
                <a:close/>
                <a:moveTo>
                  <a:pt x="334817" y="6915"/>
                </a:moveTo>
                <a:lnTo>
                  <a:pt x="327948" y="13831"/>
                </a:lnTo>
                <a:lnTo>
                  <a:pt x="349546" y="10140"/>
                </a:lnTo>
                <a:close/>
                <a:moveTo>
                  <a:pt x="334817" y="6915"/>
                </a:moveTo>
                <a:lnTo>
                  <a:pt x="320087" y="3691"/>
                </a:lnTo>
                <a:lnTo>
                  <a:pt x="327948" y="13831"/>
                </a:lnTo>
                <a:close/>
                <a:moveTo>
                  <a:pt x="334817" y="6915"/>
                </a:moveTo>
                <a:lnTo>
                  <a:pt x="349546" y="10140"/>
                </a:lnTo>
                <a:lnTo>
                  <a:pt x="341685" y="0"/>
                </a:lnTo>
                <a:close/>
                <a:moveTo>
                  <a:pt x="313218" y="10606"/>
                </a:moveTo>
                <a:lnTo>
                  <a:pt x="306349" y="17521"/>
                </a:lnTo>
                <a:lnTo>
                  <a:pt x="327948" y="13831"/>
                </a:lnTo>
                <a:close/>
                <a:moveTo>
                  <a:pt x="313218" y="10606"/>
                </a:moveTo>
                <a:lnTo>
                  <a:pt x="298488" y="7381"/>
                </a:lnTo>
                <a:lnTo>
                  <a:pt x="306349" y="17521"/>
                </a:lnTo>
                <a:close/>
                <a:moveTo>
                  <a:pt x="313218" y="10606"/>
                </a:moveTo>
                <a:lnTo>
                  <a:pt x="320087" y="3691"/>
                </a:lnTo>
                <a:lnTo>
                  <a:pt x="298488" y="7381"/>
                </a:lnTo>
                <a:close/>
                <a:moveTo>
                  <a:pt x="313218" y="10606"/>
                </a:moveTo>
                <a:lnTo>
                  <a:pt x="327948" y="13831"/>
                </a:lnTo>
                <a:lnTo>
                  <a:pt x="320087" y="3691"/>
                </a:lnTo>
                <a:close/>
                <a:moveTo>
                  <a:pt x="291620" y="14296"/>
                </a:moveTo>
                <a:lnTo>
                  <a:pt x="298488" y="7381"/>
                </a:lnTo>
                <a:lnTo>
                  <a:pt x="276890" y="11072"/>
                </a:lnTo>
                <a:close/>
                <a:moveTo>
                  <a:pt x="291620" y="14296"/>
                </a:moveTo>
                <a:lnTo>
                  <a:pt x="306349" y="17521"/>
                </a:lnTo>
                <a:lnTo>
                  <a:pt x="298488" y="7381"/>
                </a:lnTo>
                <a:close/>
                <a:moveTo>
                  <a:pt x="270021" y="17987"/>
                </a:moveTo>
                <a:lnTo>
                  <a:pt x="276890" y="11072"/>
                </a:lnTo>
                <a:lnTo>
                  <a:pt x="255291" y="14762"/>
                </a:lnTo>
                <a:close/>
                <a:moveTo>
                  <a:pt x="283758" y="4157"/>
                </a:moveTo>
                <a:lnTo>
                  <a:pt x="276890" y="11072"/>
                </a:lnTo>
                <a:lnTo>
                  <a:pt x="298488" y="7381"/>
                </a:lnTo>
                <a:close/>
                <a:moveTo>
                  <a:pt x="283758" y="4157"/>
                </a:moveTo>
                <a:lnTo>
                  <a:pt x="269028" y="932"/>
                </a:lnTo>
                <a:lnTo>
                  <a:pt x="276890" y="11072"/>
                </a:lnTo>
                <a:close/>
                <a:moveTo>
                  <a:pt x="262160" y="7847"/>
                </a:moveTo>
                <a:lnTo>
                  <a:pt x="255291" y="14762"/>
                </a:lnTo>
                <a:lnTo>
                  <a:pt x="276890" y="11072"/>
                </a:lnTo>
                <a:close/>
                <a:moveTo>
                  <a:pt x="262160" y="7847"/>
                </a:moveTo>
                <a:lnTo>
                  <a:pt x="247430" y="4623"/>
                </a:lnTo>
                <a:lnTo>
                  <a:pt x="255291" y="14762"/>
                </a:lnTo>
                <a:close/>
                <a:moveTo>
                  <a:pt x="262160" y="7847"/>
                </a:moveTo>
                <a:lnTo>
                  <a:pt x="276890" y="11072"/>
                </a:lnTo>
                <a:lnTo>
                  <a:pt x="269028" y="932"/>
                </a:lnTo>
                <a:close/>
                <a:moveTo>
                  <a:pt x="240561" y="11538"/>
                </a:moveTo>
                <a:lnTo>
                  <a:pt x="233693" y="18453"/>
                </a:lnTo>
                <a:lnTo>
                  <a:pt x="255291" y="14762"/>
                </a:lnTo>
                <a:close/>
                <a:moveTo>
                  <a:pt x="240561" y="11538"/>
                </a:moveTo>
                <a:lnTo>
                  <a:pt x="225831" y="8313"/>
                </a:lnTo>
                <a:lnTo>
                  <a:pt x="233693" y="18453"/>
                </a:lnTo>
                <a:close/>
                <a:moveTo>
                  <a:pt x="240561" y="11538"/>
                </a:moveTo>
                <a:lnTo>
                  <a:pt x="247430" y="4623"/>
                </a:lnTo>
                <a:lnTo>
                  <a:pt x="225831" y="8313"/>
                </a:lnTo>
                <a:close/>
                <a:moveTo>
                  <a:pt x="240561" y="11538"/>
                </a:moveTo>
                <a:lnTo>
                  <a:pt x="255291" y="14762"/>
                </a:lnTo>
                <a:lnTo>
                  <a:pt x="247430" y="4623"/>
                </a:lnTo>
                <a:close/>
                <a:moveTo>
                  <a:pt x="218963" y="15228"/>
                </a:moveTo>
                <a:lnTo>
                  <a:pt x="225831" y="8313"/>
                </a:lnTo>
                <a:lnTo>
                  <a:pt x="204233" y="12004"/>
                </a:lnTo>
                <a:close/>
                <a:moveTo>
                  <a:pt x="218963" y="15228"/>
                </a:moveTo>
                <a:lnTo>
                  <a:pt x="233693" y="18453"/>
                </a:lnTo>
                <a:lnTo>
                  <a:pt x="225831" y="8313"/>
                </a:lnTo>
                <a:close/>
                <a:moveTo>
                  <a:pt x="211102" y="5089"/>
                </a:moveTo>
                <a:lnTo>
                  <a:pt x="204233" y="12004"/>
                </a:lnTo>
                <a:lnTo>
                  <a:pt x="225831" y="8313"/>
                </a:lnTo>
                <a:close/>
                <a:moveTo>
                  <a:pt x="211102" y="5089"/>
                </a:moveTo>
                <a:lnTo>
                  <a:pt x="196372" y="1864"/>
                </a:lnTo>
                <a:lnTo>
                  <a:pt x="204233" y="12004"/>
                </a:lnTo>
                <a:close/>
                <a:moveTo>
                  <a:pt x="189503" y="8779"/>
                </a:moveTo>
                <a:lnTo>
                  <a:pt x="182634" y="15694"/>
                </a:lnTo>
                <a:lnTo>
                  <a:pt x="204233" y="12004"/>
                </a:lnTo>
                <a:close/>
                <a:moveTo>
                  <a:pt x="189503" y="8779"/>
                </a:moveTo>
                <a:lnTo>
                  <a:pt x="174773" y="5555"/>
                </a:lnTo>
                <a:lnTo>
                  <a:pt x="182634" y="15694"/>
                </a:lnTo>
                <a:close/>
                <a:moveTo>
                  <a:pt x="189503" y="8779"/>
                </a:moveTo>
                <a:lnTo>
                  <a:pt x="196372" y="1864"/>
                </a:lnTo>
                <a:lnTo>
                  <a:pt x="174773" y="5555"/>
                </a:lnTo>
                <a:close/>
                <a:moveTo>
                  <a:pt x="189503" y="8779"/>
                </a:moveTo>
                <a:lnTo>
                  <a:pt x="204233" y="12004"/>
                </a:lnTo>
                <a:lnTo>
                  <a:pt x="196372" y="1864"/>
                </a:lnTo>
                <a:close/>
                <a:moveTo>
                  <a:pt x="167905" y="12470"/>
                </a:moveTo>
                <a:lnTo>
                  <a:pt x="153175" y="9245"/>
                </a:lnTo>
                <a:lnTo>
                  <a:pt x="161036" y="19385"/>
                </a:lnTo>
                <a:close/>
                <a:moveTo>
                  <a:pt x="167905" y="12470"/>
                </a:moveTo>
                <a:lnTo>
                  <a:pt x="174773" y="5555"/>
                </a:lnTo>
                <a:lnTo>
                  <a:pt x="153175" y="9245"/>
                </a:lnTo>
                <a:close/>
                <a:moveTo>
                  <a:pt x="167905" y="12470"/>
                </a:moveTo>
                <a:lnTo>
                  <a:pt x="182634" y="15694"/>
                </a:lnTo>
                <a:lnTo>
                  <a:pt x="174773" y="5555"/>
                </a:lnTo>
                <a:close/>
                <a:moveTo>
                  <a:pt x="146306" y="16160"/>
                </a:moveTo>
                <a:lnTo>
                  <a:pt x="153175" y="9245"/>
                </a:lnTo>
                <a:lnTo>
                  <a:pt x="131576" y="12936"/>
                </a:lnTo>
                <a:close/>
                <a:moveTo>
                  <a:pt x="146306" y="16160"/>
                </a:moveTo>
                <a:lnTo>
                  <a:pt x="161036" y="19385"/>
                </a:lnTo>
                <a:lnTo>
                  <a:pt x="153175" y="9245"/>
                </a:lnTo>
                <a:close/>
                <a:moveTo>
                  <a:pt x="160043" y="2330"/>
                </a:moveTo>
                <a:lnTo>
                  <a:pt x="153175" y="9245"/>
                </a:lnTo>
                <a:lnTo>
                  <a:pt x="174773" y="5555"/>
                </a:lnTo>
                <a:close/>
                <a:moveTo>
                  <a:pt x="138445" y="6021"/>
                </a:moveTo>
                <a:lnTo>
                  <a:pt x="131576" y="12936"/>
                </a:lnTo>
                <a:lnTo>
                  <a:pt x="153175" y="9245"/>
                </a:lnTo>
                <a:close/>
                <a:moveTo>
                  <a:pt x="138445" y="6021"/>
                </a:moveTo>
                <a:lnTo>
                  <a:pt x="123715" y="2796"/>
                </a:lnTo>
                <a:lnTo>
                  <a:pt x="131576" y="12936"/>
                </a:lnTo>
                <a:close/>
                <a:moveTo>
                  <a:pt x="116846" y="9711"/>
                </a:moveTo>
                <a:lnTo>
                  <a:pt x="109978" y="16626"/>
                </a:lnTo>
                <a:lnTo>
                  <a:pt x="131576" y="12936"/>
                </a:lnTo>
                <a:close/>
                <a:moveTo>
                  <a:pt x="116846" y="9711"/>
                </a:moveTo>
                <a:lnTo>
                  <a:pt x="102116" y="6487"/>
                </a:lnTo>
                <a:lnTo>
                  <a:pt x="109978" y="16626"/>
                </a:lnTo>
                <a:close/>
                <a:moveTo>
                  <a:pt x="116846" y="9711"/>
                </a:moveTo>
                <a:lnTo>
                  <a:pt x="123715" y="2796"/>
                </a:lnTo>
                <a:lnTo>
                  <a:pt x="102116" y="6487"/>
                </a:lnTo>
                <a:close/>
                <a:moveTo>
                  <a:pt x="116846" y="9711"/>
                </a:moveTo>
                <a:lnTo>
                  <a:pt x="131576" y="12936"/>
                </a:lnTo>
                <a:lnTo>
                  <a:pt x="123715" y="2796"/>
                </a:lnTo>
                <a:close/>
                <a:moveTo>
                  <a:pt x="95248" y="13402"/>
                </a:moveTo>
                <a:lnTo>
                  <a:pt x="80518" y="10177"/>
                </a:lnTo>
                <a:lnTo>
                  <a:pt x="88379" y="20317"/>
                </a:lnTo>
                <a:close/>
                <a:moveTo>
                  <a:pt x="95248" y="13402"/>
                </a:moveTo>
                <a:lnTo>
                  <a:pt x="102116" y="6487"/>
                </a:lnTo>
                <a:lnTo>
                  <a:pt x="80518" y="10177"/>
                </a:lnTo>
                <a:close/>
                <a:moveTo>
                  <a:pt x="95248" y="13402"/>
                </a:moveTo>
                <a:lnTo>
                  <a:pt x="109978" y="16626"/>
                </a:lnTo>
                <a:lnTo>
                  <a:pt x="102116" y="6487"/>
                </a:lnTo>
                <a:close/>
                <a:moveTo>
                  <a:pt x="73649" y="17092"/>
                </a:moveTo>
                <a:lnTo>
                  <a:pt x="80518" y="10177"/>
                </a:lnTo>
                <a:lnTo>
                  <a:pt x="58919" y="13868"/>
                </a:lnTo>
                <a:close/>
                <a:moveTo>
                  <a:pt x="87387" y="3262"/>
                </a:moveTo>
                <a:lnTo>
                  <a:pt x="80518" y="10177"/>
                </a:lnTo>
                <a:lnTo>
                  <a:pt x="102116" y="6487"/>
                </a:lnTo>
                <a:close/>
                <a:moveTo>
                  <a:pt x="65788" y="6952"/>
                </a:moveTo>
                <a:lnTo>
                  <a:pt x="58919" y="13868"/>
                </a:lnTo>
                <a:lnTo>
                  <a:pt x="80518" y="10177"/>
                </a:lnTo>
                <a:close/>
                <a:moveTo>
                  <a:pt x="65788" y="6952"/>
                </a:moveTo>
                <a:lnTo>
                  <a:pt x="51058" y="3728"/>
                </a:lnTo>
                <a:lnTo>
                  <a:pt x="58919" y="13868"/>
                </a:lnTo>
                <a:close/>
                <a:moveTo>
                  <a:pt x="65788" y="6952"/>
                </a:moveTo>
                <a:lnTo>
                  <a:pt x="80518" y="10177"/>
                </a:lnTo>
                <a:lnTo>
                  <a:pt x="72657" y="37"/>
                </a:lnTo>
                <a:close/>
                <a:moveTo>
                  <a:pt x="44190" y="10643"/>
                </a:moveTo>
                <a:lnTo>
                  <a:pt x="37321" y="17558"/>
                </a:lnTo>
                <a:lnTo>
                  <a:pt x="58919" y="13868"/>
                </a:lnTo>
                <a:close/>
                <a:moveTo>
                  <a:pt x="44190" y="10643"/>
                </a:moveTo>
                <a:lnTo>
                  <a:pt x="29460" y="7418"/>
                </a:lnTo>
                <a:lnTo>
                  <a:pt x="37321" y="17558"/>
                </a:lnTo>
                <a:close/>
                <a:moveTo>
                  <a:pt x="44190" y="10643"/>
                </a:moveTo>
                <a:lnTo>
                  <a:pt x="51058" y="3728"/>
                </a:lnTo>
                <a:lnTo>
                  <a:pt x="29460" y="7418"/>
                </a:lnTo>
                <a:close/>
                <a:moveTo>
                  <a:pt x="44190" y="10643"/>
                </a:moveTo>
                <a:lnTo>
                  <a:pt x="58919" y="13868"/>
                </a:lnTo>
                <a:lnTo>
                  <a:pt x="51058" y="3728"/>
                </a:lnTo>
                <a:close/>
                <a:moveTo>
                  <a:pt x="22591" y="14334"/>
                </a:moveTo>
                <a:lnTo>
                  <a:pt x="29460" y="7418"/>
                </a:lnTo>
                <a:lnTo>
                  <a:pt x="7861" y="11109"/>
                </a:lnTo>
                <a:close/>
                <a:moveTo>
                  <a:pt x="22591" y="14334"/>
                </a:moveTo>
                <a:lnTo>
                  <a:pt x="37321" y="17558"/>
                </a:lnTo>
                <a:lnTo>
                  <a:pt x="29460" y="7418"/>
                </a:lnTo>
                <a:close/>
                <a:moveTo>
                  <a:pt x="14730" y="4194"/>
                </a:moveTo>
                <a:lnTo>
                  <a:pt x="7861" y="11109"/>
                </a:lnTo>
                <a:lnTo>
                  <a:pt x="29460" y="7418"/>
                </a:lnTo>
                <a:close/>
                <a:moveTo>
                  <a:pt x="14730" y="4194"/>
                </a:moveTo>
                <a:lnTo>
                  <a:pt x="0" y="969"/>
                </a:lnTo>
                <a:lnTo>
                  <a:pt x="7861" y="11109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47" name="PANEL_01-slope--25-215_741">
            <a:extLst>
              <a:ext uri="{FF2B5EF4-FFF2-40B4-BE49-F238E27FC236}">
                <a16:creationId xmlns:a16="http://schemas.microsoft.com/office/drawing/2014/main" id="{6703647D-9099-4AA8-8D53-CF7BB9BA9DBE}"/>
              </a:ext>
            </a:extLst>
          </p:cNvPr>
          <p:cNvSpPr>
            <a:spLocks/>
          </p:cNvSpPr>
          <p:nvPr/>
        </p:nvSpPr>
        <p:spPr>
          <a:xfrm>
            <a:off x="668781" y="364109"/>
            <a:ext cx="559555" cy="114923"/>
          </a:xfrm>
          <a:custGeom>
            <a:pathLst>
              <a:path w="379006" h="77842">
                <a:moveTo>
                  <a:pt x="364276" y="67214"/>
                </a:moveTo>
                <a:lnTo>
                  <a:pt x="357408" y="70911"/>
                </a:lnTo>
                <a:lnTo>
                  <a:pt x="379006" y="77842"/>
                </a:lnTo>
                <a:close/>
                <a:moveTo>
                  <a:pt x="364276" y="67214"/>
                </a:moveTo>
                <a:lnTo>
                  <a:pt x="371145" y="67702"/>
                </a:lnTo>
                <a:lnTo>
                  <a:pt x="349546" y="63792"/>
                </a:lnTo>
                <a:close/>
                <a:moveTo>
                  <a:pt x="364276" y="67214"/>
                </a:moveTo>
                <a:lnTo>
                  <a:pt x="379006" y="77842"/>
                </a:lnTo>
                <a:lnTo>
                  <a:pt x="371145" y="67702"/>
                </a:lnTo>
                <a:close/>
                <a:moveTo>
                  <a:pt x="240561" y="51527"/>
                </a:moveTo>
                <a:lnTo>
                  <a:pt x="247430" y="50209"/>
                </a:lnTo>
                <a:lnTo>
                  <a:pt x="225831" y="49871"/>
                </a:lnTo>
                <a:close/>
                <a:moveTo>
                  <a:pt x="240561" y="51527"/>
                </a:moveTo>
                <a:lnTo>
                  <a:pt x="255291" y="55551"/>
                </a:lnTo>
                <a:lnTo>
                  <a:pt x="247430" y="50209"/>
                </a:lnTo>
                <a:close/>
                <a:moveTo>
                  <a:pt x="146306" y="49899"/>
                </a:moveTo>
                <a:lnTo>
                  <a:pt x="153175" y="48555"/>
                </a:lnTo>
                <a:lnTo>
                  <a:pt x="131576" y="47635"/>
                </a:lnTo>
                <a:close/>
                <a:moveTo>
                  <a:pt x="138445" y="45015"/>
                </a:moveTo>
                <a:lnTo>
                  <a:pt x="131576" y="47635"/>
                </a:lnTo>
                <a:lnTo>
                  <a:pt x="153175" y="48555"/>
                </a:lnTo>
                <a:close/>
                <a:moveTo>
                  <a:pt x="138445" y="45015"/>
                </a:moveTo>
                <a:lnTo>
                  <a:pt x="153175" y="48555"/>
                </a:lnTo>
                <a:lnTo>
                  <a:pt x="145314" y="42651"/>
                </a:lnTo>
                <a:close/>
                <a:moveTo>
                  <a:pt x="65788" y="35263"/>
                </a:moveTo>
                <a:lnTo>
                  <a:pt x="72657" y="30213"/>
                </a:lnTo>
                <a:lnTo>
                  <a:pt x="51058" y="24965"/>
                </a:lnTo>
                <a:close/>
                <a:moveTo>
                  <a:pt x="44190" y="29409"/>
                </a:moveTo>
                <a:lnTo>
                  <a:pt x="51058" y="24965"/>
                </a:lnTo>
                <a:lnTo>
                  <a:pt x="29460" y="19490"/>
                </a:lnTo>
                <a:close/>
                <a:moveTo>
                  <a:pt x="57927" y="20712"/>
                </a:moveTo>
                <a:lnTo>
                  <a:pt x="51058" y="24965"/>
                </a:lnTo>
                <a:lnTo>
                  <a:pt x="72657" y="30213"/>
                </a:lnTo>
                <a:close/>
                <a:moveTo>
                  <a:pt x="36328" y="14473"/>
                </a:moveTo>
                <a:lnTo>
                  <a:pt x="29460" y="19490"/>
                </a:lnTo>
                <a:lnTo>
                  <a:pt x="51058" y="24965"/>
                </a:lnTo>
                <a:close/>
                <a:moveTo>
                  <a:pt x="36328" y="14473"/>
                </a:moveTo>
                <a:lnTo>
                  <a:pt x="21599" y="6410"/>
                </a:lnTo>
                <a:lnTo>
                  <a:pt x="29460" y="19490"/>
                </a:lnTo>
                <a:close/>
                <a:moveTo>
                  <a:pt x="36328" y="14473"/>
                </a:moveTo>
                <a:lnTo>
                  <a:pt x="43197" y="12718"/>
                </a:lnTo>
                <a:lnTo>
                  <a:pt x="21599" y="6410"/>
                </a:lnTo>
                <a:close/>
                <a:moveTo>
                  <a:pt x="36328" y="14473"/>
                </a:moveTo>
                <a:lnTo>
                  <a:pt x="51058" y="24965"/>
                </a:lnTo>
                <a:lnTo>
                  <a:pt x="43197" y="12718"/>
                </a:lnTo>
                <a:close/>
                <a:moveTo>
                  <a:pt x="14730" y="8274"/>
                </a:moveTo>
                <a:lnTo>
                  <a:pt x="21599" y="6410"/>
                </a:lnTo>
                <a:lnTo>
                  <a:pt x="0" y="0"/>
                </a:lnTo>
                <a:close/>
                <a:moveTo>
                  <a:pt x="14730" y="8274"/>
                </a:moveTo>
                <a:lnTo>
                  <a:pt x="29460" y="19490"/>
                </a:lnTo>
                <a:lnTo>
                  <a:pt x="21599" y="641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48" name="PANEL_01-slope--25-220_742">
            <a:extLst>
              <a:ext uri="{FF2B5EF4-FFF2-40B4-BE49-F238E27FC236}">
                <a16:creationId xmlns:a16="http://schemas.microsoft.com/office/drawing/2014/main" id="{136110F5-B3C1-4F0F-BBA6-2B9F7C38B7AE}"/>
              </a:ext>
            </a:extLst>
          </p:cNvPr>
          <p:cNvSpPr>
            <a:spLocks/>
          </p:cNvSpPr>
          <p:nvPr/>
        </p:nvSpPr>
        <p:spPr>
          <a:xfrm>
            <a:off x="744162" y="400967"/>
            <a:ext cx="462427" cy="67834"/>
          </a:xfrm>
          <a:custGeom>
            <a:pathLst>
              <a:path w="313218" h="45947">
                <a:moveTo>
                  <a:pt x="313218" y="42250"/>
                </a:moveTo>
                <a:lnTo>
                  <a:pt x="298488" y="38827"/>
                </a:lnTo>
                <a:lnTo>
                  <a:pt x="306349" y="45947"/>
                </a:lnTo>
                <a:close/>
                <a:moveTo>
                  <a:pt x="291620" y="44355"/>
                </a:moveTo>
                <a:lnTo>
                  <a:pt x="298488" y="38827"/>
                </a:lnTo>
                <a:lnTo>
                  <a:pt x="276890" y="40321"/>
                </a:lnTo>
                <a:close/>
                <a:moveTo>
                  <a:pt x="291620" y="44355"/>
                </a:moveTo>
                <a:lnTo>
                  <a:pt x="306349" y="45947"/>
                </a:lnTo>
                <a:lnTo>
                  <a:pt x="298488" y="38827"/>
                </a:lnTo>
                <a:close/>
                <a:moveTo>
                  <a:pt x="283758" y="35490"/>
                </a:moveTo>
                <a:lnTo>
                  <a:pt x="276890" y="40321"/>
                </a:lnTo>
                <a:lnTo>
                  <a:pt x="298488" y="38827"/>
                </a:lnTo>
                <a:close/>
                <a:moveTo>
                  <a:pt x="283758" y="35490"/>
                </a:moveTo>
                <a:lnTo>
                  <a:pt x="269028" y="31275"/>
                </a:lnTo>
                <a:lnTo>
                  <a:pt x="276890" y="40321"/>
                </a:lnTo>
                <a:close/>
                <a:moveTo>
                  <a:pt x="262160" y="36354"/>
                </a:moveTo>
                <a:lnTo>
                  <a:pt x="255291" y="41100"/>
                </a:lnTo>
                <a:lnTo>
                  <a:pt x="276890" y="40321"/>
                </a:lnTo>
                <a:close/>
                <a:moveTo>
                  <a:pt x="262160" y="36354"/>
                </a:moveTo>
                <a:lnTo>
                  <a:pt x="247430" y="31275"/>
                </a:lnTo>
                <a:lnTo>
                  <a:pt x="255291" y="41100"/>
                </a:lnTo>
                <a:close/>
                <a:moveTo>
                  <a:pt x="262160" y="36354"/>
                </a:moveTo>
                <a:lnTo>
                  <a:pt x="276890" y="40321"/>
                </a:lnTo>
                <a:lnTo>
                  <a:pt x="269028" y="31275"/>
                </a:lnTo>
                <a:close/>
                <a:moveTo>
                  <a:pt x="240561" y="35497"/>
                </a:moveTo>
                <a:lnTo>
                  <a:pt x="225831" y="30655"/>
                </a:lnTo>
                <a:lnTo>
                  <a:pt x="233693" y="41314"/>
                </a:lnTo>
                <a:close/>
                <a:moveTo>
                  <a:pt x="240561" y="35497"/>
                </a:moveTo>
                <a:lnTo>
                  <a:pt x="247430" y="31275"/>
                </a:lnTo>
                <a:lnTo>
                  <a:pt x="225831" y="30655"/>
                </a:lnTo>
                <a:close/>
                <a:moveTo>
                  <a:pt x="240561" y="35497"/>
                </a:moveTo>
                <a:lnTo>
                  <a:pt x="255291" y="41100"/>
                </a:lnTo>
                <a:lnTo>
                  <a:pt x="247430" y="31275"/>
                </a:lnTo>
                <a:close/>
                <a:moveTo>
                  <a:pt x="218963" y="34663"/>
                </a:moveTo>
                <a:lnTo>
                  <a:pt x="225831" y="30655"/>
                </a:lnTo>
                <a:lnTo>
                  <a:pt x="204233" y="30587"/>
                </a:lnTo>
                <a:close/>
                <a:moveTo>
                  <a:pt x="232700" y="25878"/>
                </a:moveTo>
                <a:lnTo>
                  <a:pt x="225831" y="30655"/>
                </a:lnTo>
                <a:lnTo>
                  <a:pt x="247430" y="31275"/>
                </a:lnTo>
                <a:close/>
                <a:moveTo>
                  <a:pt x="211102" y="26581"/>
                </a:moveTo>
                <a:lnTo>
                  <a:pt x="204233" y="30587"/>
                </a:lnTo>
                <a:lnTo>
                  <a:pt x="225831" y="30655"/>
                </a:lnTo>
                <a:close/>
                <a:moveTo>
                  <a:pt x="211102" y="26581"/>
                </a:moveTo>
                <a:lnTo>
                  <a:pt x="196372" y="25245"/>
                </a:lnTo>
                <a:lnTo>
                  <a:pt x="204233" y="30587"/>
                </a:lnTo>
                <a:close/>
                <a:moveTo>
                  <a:pt x="211102" y="26581"/>
                </a:moveTo>
                <a:lnTo>
                  <a:pt x="225831" y="30655"/>
                </a:lnTo>
                <a:lnTo>
                  <a:pt x="217970" y="24837"/>
                </a:lnTo>
                <a:close/>
                <a:moveTo>
                  <a:pt x="189503" y="26563"/>
                </a:moveTo>
                <a:lnTo>
                  <a:pt x="174773" y="24907"/>
                </a:lnTo>
                <a:lnTo>
                  <a:pt x="182634" y="30356"/>
                </a:lnTo>
                <a:close/>
                <a:moveTo>
                  <a:pt x="167905" y="26465"/>
                </a:moveTo>
                <a:lnTo>
                  <a:pt x="174773" y="24907"/>
                </a:lnTo>
                <a:lnTo>
                  <a:pt x="153175" y="25927"/>
                </a:lnTo>
                <a:close/>
                <a:moveTo>
                  <a:pt x="160043" y="22738"/>
                </a:moveTo>
                <a:lnTo>
                  <a:pt x="153175" y="25927"/>
                </a:lnTo>
                <a:lnTo>
                  <a:pt x="174773" y="24907"/>
                </a:lnTo>
                <a:close/>
                <a:moveTo>
                  <a:pt x="160043" y="22738"/>
                </a:moveTo>
                <a:lnTo>
                  <a:pt x="145314" y="22254"/>
                </a:lnTo>
                <a:lnTo>
                  <a:pt x="153175" y="25927"/>
                </a:lnTo>
                <a:close/>
                <a:moveTo>
                  <a:pt x="138445" y="25156"/>
                </a:moveTo>
                <a:lnTo>
                  <a:pt x="131576" y="28454"/>
                </a:lnTo>
                <a:lnTo>
                  <a:pt x="153175" y="25927"/>
                </a:lnTo>
                <a:close/>
                <a:moveTo>
                  <a:pt x="138445" y="25156"/>
                </a:moveTo>
                <a:lnTo>
                  <a:pt x="123715" y="23956"/>
                </a:lnTo>
                <a:lnTo>
                  <a:pt x="131576" y="28454"/>
                </a:lnTo>
                <a:close/>
                <a:moveTo>
                  <a:pt x="138445" y="25156"/>
                </a:moveTo>
                <a:lnTo>
                  <a:pt x="145314" y="22254"/>
                </a:lnTo>
                <a:lnTo>
                  <a:pt x="123715" y="23956"/>
                </a:lnTo>
                <a:close/>
                <a:moveTo>
                  <a:pt x="138445" y="25156"/>
                </a:moveTo>
                <a:lnTo>
                  <a:pt x="153175" y="25927"/>
                </a:lnTo>
                <a:lnTo>
                  <a:pt x="145314" y="22254"/>
                </a:lnTo>
                <a:close/>
                <a:moveTo>
                  <a:pt x="116846" y="27929"/>
                </a:moveTo>
                <a:lnTo>
                  <a:pt x="123715" y="23956"/>
                </a:lnTo>
                <a:lnTo>
                  <a:pt x="102116" y="23591"/>
                </a:lnTo>
                <a:close/>
                <a:moveTo>
                  <a:pt x="116846" y="27929"/>
                </a:moveTo>
                <a:lnTo>
                  <a:pt x="131576" y="28454"/>
                </a:lnTo>
                <a:lnTo>
                  <a:pt x="123715" y="23956"/>
                </a:lnTo>
                <a:close/>
                <a:moveTo>
                  <a:pt x="108985" y="21448"/>
                </a:moveTo>
                <a:lnTo>
                  <a:pt x="102116" y="23591"/>
                </a:lnTo>
                <a:lnTo>
                  <a:pt x="123715" y="23956"/>
                </a:lnTo>
                <a:close/>
                <a:moveTo>
                  <a:pt x="87387" y="20051"/>
                </a:moveTo>
                <a:lnTo>
                  <a:pt x="72657" y="18019"/>
                </a:lnTo>
                <a:lnTo>
                  <a:pt x="80518" y="22670"/>
                </a:lnTo>
                <a:close/>
                <a:moveTo>
                  <a:pt x="65788" y="21598"/>
                </a:moveTo>
                <a:lnTo>
                  <a:pt x="51058" y="19376"/>
                </a:lnTo>
                <a:lnTo>
                  <a:pt x="58919" y="25034"/>
                </a:lnTo>
                <a:close/>
                <a:moveTo>
                  <a:pt x="65788" y="21598"/>
                </a:moveTo>
                <a:lnTo>
                  <a:pt x="72657" y="18019"/>
                </a:lnTo>
                <a:lnTo>
                  <a:pt x="51058" y="19376"/>
                </a:lnTo>
                <a:close/>
                <a:moveTo>
                  <a:pt x="65788" y="21598"/>
                </a:moveTo>
                <a:lnTo>
                  <a:pt x="80518" y="22670"/>
                </a:lnTo>
                <a:lnTo>
                  <a:pt x="72657" y="18019"/>
                </a:lnTo>
                <a:close/>
                <a:moveTo>
                  <a:pt x="44190" y="25304"/>
                </a:moveTo>
                <a:lnTo>
                  <a:pt x="51058" y="19376"/>
                </a:lnTo>
                <a:lnTo>
                  <a:pt x="29460" y="19095"/>
                </a:lnTo>
                <a:close/>
                <a:moveTo>
                  <a:pt x="44190" y="25304"/>
                </a:moveTo>
                <a:lnTo>
                  <a:pt x="58919" y="25034"/>
                </a:lnTo>
                <a:lnTo>
                  <a:pt x="51058" y="19376"/>
                </a:lnTo>
                <a:close/>
                <a:moveTo>
                  <a:pt x="36328" y="14701"/>
                </a:moveTo>
                <a:lnTo>
                  <a:pt x="29460" y="19095"/>
                </a:lnTo>
                <a:lnTo>
                  <a:pt x="51058" y="19376"/>
                </a:lnTo>
                <a:close/>
                <a:moveTo>
                  <a:pt x="36328" y="14701"/>
                </a:moveTo>
                <a:lnTo>
                  <a:pt x="21599" y="5249"/>
                </a:lnTo>
                <a:lnTo>
                  <a:pt x="29460" y="19095"/>
                </a:lnTo>
                <a:close/>
                <a:moveTo>
                  <a:pt x="14730" y="10299"/>
                </a:moveTo>
                <a:lnTo>
                  <a:pt x="7861" y="16267"/>
                </a:lnTo>
                <a:lnTo>
                  <a:pt x="29460" y="19095"/>
                </a:lnTo>
                <a:close/>
                <a:moveTo>
                  <a:pt x="14730" y="10299"/>
                </a:moveTo>
                <a:lnTo>
                  <a:pt x="0" y="0"/>
                </a:lnTo>
                <a:lnTo>
                  <a:pt x="7861" y="16267"/>
                </a:lnTo>
                <a:close/>
                <a:moveTo>
                  <a:pt x="14730" y="10299"/>
                </a:moveTo>
                <a:lnTo>
                  <a:pt x="29460" y="19095"/>
                </a:lnTo>
                <a:lnTo>
                  <a:pt x="21599" y="5249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49" name="PANEL_01-slope--25-225_743">
            <a:extLst>
              <a:ext uri="{FF2B5EF4-FFF2-40B4-BE49-F238E27FC236}">
                <a16:creationId xmlns:a16="http://schemas.microsoft.com/office/drawing/2014/main" id="{F64EA90E-5BFA-4E39-ABF7-DA4C0A6B3D4B}"/>
              </a:ext>
            </a:extLst>
          </p:cNvPr>
          <p:cNvSpPr>
            <a:spLocks/>
          </p:cNvSpPr>
          <p:nvPr/>
        </p:nvSpPr>
        <p:spPr>
          <a:xfrm>
            <a:off x="1796567" y="291100"/>
            <a:ext cx="556625" cy="190576"/>
          </a:xfrm>
          <a:custGeom>
            <a:pathLst>
              <a:path w="377021" h="129083">
                <a:moveTo>
                  <a:pt x="326955" y="48959"/>
                </a:moveTo>
                <a:lnTo>
                  <a:pt x="333824" y="35779"/>
                </a:lnTo>
                <a:lnTo>
                  <a:pt x="312226" y="42574"/>
                </a:lnTo>
                <a:close/>
                <a:moveTo>
                  <a:pt x="362291" y="9408"/>
                </a:moveTo>
                <a:lnTo>
                  <a:pt x="377021" y="11171"/>
                </a:lnTo>
                <a:lnTo>
                  <a:pt x="369160" y="0"/>
                </a:lnTo>
                <a:close/>
                <a:moveTo>
                  <a:pt x="340693" y="24011"/>
                </a:moveTo>
                <a:lnTo>
                  <a:pt x="325963" y="20259"/>
                </a:lnTo>
                <a:lnTo>
                  <a:pt x="333824" y="35779"/>
                </a:lnTo>
                <a:close/>
                <a:moveTo>
                  <a:pt x="319094" y="31335"/>
                </a:moveTo>
                <a:lnTo>
                  <a:pt x="312226" y="42574"/>
                </a:lnTo>
                <a:lnTo>
                  <a:pt x="333824" y="35779"/>
                </a:lnTo>
                <a:close/>
                <a:moveTo>
                  <a:pt x="319094" y="31335"/>
                </a:moveTo>
                <a:lnTo>
                  <a:pt x="304364" y="24264"/>
                </a:lnTo>
                <a:lnTo>
                  <a:pt x="312226" y="42574"/>
                </a:lnTo>
                <a:close/>
                <a:moveTo>
                  <a:pt x="319094" y="31335"/>
                </a:moveTo>
                <a:lnTo>
                  <a:pt x="325963" y="20259"/>
                </a:lnTo>
                <a:lnTo>
                  <a:pt x="304364" y="24264"/>
                </a:lnTo>
                <a:close/>
                <a:moveTo>
                  <a:pt x="319094" y="31335"/>
                </a:moveTo>
                <a:lnTo>
                  <a:pt x="333824" y="35779"/>
                </a:lnTo>
                <a:lnTo>
                  <a:pt x="325963" y="20259"/>
                </a:lnTo>
                <a:close/>
                <a:moveTo>
                  <a:pt x="297496" y="35013"/>
                </a:moveTo>
                <a:lnTo>
                  <a:pt x="304364" y="24264"/>
                </a:lnTo>
                <a:lnTo>
                  <a:pt x="282766" y="31142"/>
                </a:lnTo>
                <a:close/>
                <a:moveTo>
                  <a:pt x="297496" y="35013"/>
                </a:moveTo>
                <a:lnTo>
                  <a:pt x="312226" y="42574"/>
                </a:lnTo>
                <a:lnTo>
                  <a:pt x="304364" y="24264"/>
                </a:lnTo>
                <a:close/>
                <a:moveTo>
                  <a:pt x="254299" y="56211"/>
                </a:moveTo>
                <a:lnTo>
                  <a:pt x="261167" y="40825"/>
                </a:lnTo>
                <a:lnTo>
                  <a:pt x="239569" y="48976"/>
                </a:lnTo>
                <a:close/>
                <a:moveTo>
                  <a:pt x="289634" y="16781"/>
                </a:moveTo>
                <a:lnTo>
                  <a:pt x="282766" y="31142"/>
                </a:lnTo>
                <a:lnTo>
                  <a:pt x="304364" y="24264"/>
                </a:lnTo>
                <a:close/>
                <a:moveTo>
                  <a:pt x="246437" y="34315"/>
                </a:moveTo>
                <a:lnTo>
                  <a:pt x="239569" y="48976"/>
                </a:lnTo>
                <a:lnTo>
                  <a:pt x="261167" y="40825"/>
                </a:lnTo>
                <a:close/>
                <a:moveTo>
                  <a:pt x="246437" y="34315"/>
                </a:moveTo>
                <a:lnTo>
                  <a:pt x="261167" y="40825"/>
                </a:lnTo>
                <a:lnTo>
                  <a:pt x="253306" y="20527"/>
                </a:lnTo>
                <a:close/>
                <a:moveTo>
                  <a:pt x="224839" y="42156"/>
                </a:moveTo>
                <a:lnTo>
                  <a:pt x="217970" y="56693"/>
                </a:lnTo>
                <a:lnTo>
                  <a:pt x="239569" y="48976"/>
                </a:lnTo>
                <a:close/>
                <a:moveTo>
                  <a:pt x="224839" y="42156"/>
                </a:moveTo>
                <a:lnTo>
                  <a:pt x="239569" y="48976"/>
                </a:lnTo>
                <a:lnTo>
                  <a:pt x="231708" y="28949"/>
                </a:lnTo>
                <a:close/>
                <a:moveTo>
                  <a:pt x="195379" y="37133"/>
                </a:moveTo>
                <a:lnTo>
                  <a:pt x="180649" y="39212"/>
                </a:lnTo>
                <a:lnTo>
                  <a:pt x="188511" y="49332"/>
                </a:lnTo>
                <a:close/>
                <a:moveTo>
                  <a:pt x="173781" y="48239"/>
                </a:moveTo>
                <a:lnTo>
                  <a:pt x="159051" y="50521"/>
                </a:lnTo>
                <a:lnTo>
                  <a:pt x="166912" y="60544"/>
                </a:lnTo>
                <a:close/>
                <a:moveTo>
                  <a:pt x="173781" y="48239"/>
                </a:moveTo>
                <a:lnTo>
                  <a:pt x="188511" y="49332"/>
                </a:lnTo>
                <a:lnTo>
                  <a:pt x="180649" y="39212"/>
                </a:lnTo>
                <a:close/>
                <a:moveTo>
                  <a:pt x="152182" y="59231"/>
                </a:moveTo>
                <a:lnTo>
                  <a:pt x="137452" y="60408"/>
                </a:lnTo>
                <a:lnTo>
                  <a:pt x="145314" y="72069"/>
                </a:lnTo>
                <a:close/>
                <a:moveTo>
                  <a:pt x="152182" y="59231"/>
                </a:moveTo>
                <a:lnTo>
                  <a:pt x="166912" y="60544"/>
                </a:lnTo>
                <a:lnTo>
                  <a:pt x="159051" y="50521"/>
                </a:lnTo>
                <a:close/>
                <a:moveTo>
                  <a:pt x="130584" y="68984"/>
                </a:moveTo>
                <a:lnTo>
                  <a:pt x="123715" y="79808"/>
                </a:lnTo>
                <a:lnTo>
                  <a:pt x="145314" y="72069"/>
                </a:lnTo>
                <a:close/>
                <a:moveTo>
                  <a:pt x="130584" y="68984"/>
                </a:moveTo>
                <a:lnTo>
                  <a:pt x="115854" y="68394"/>
                </a:lnTo>
                <a:lnTo>
                  <a:pt x="123715" y="79808"/>
                </a:lnTo>
                <a:close/>
                <a:moveTo>
                  <a:pt x="130584" y="68984"/>
                </a:moveTo>
                <a:lnTo>
                  <a:pt x="137452" y="60408"/>
                </a:lnTo>
                <a:lnTo>
                  <a:pt x="115854" y="68394"/>
                </a:lnTo>
                <a:close/>
                <a:moveTo>
                  <a:pt x="130584" y="68984"/>
                </a:moveTo>
                <a:lnTo>
                  <a:pt x="145314" y="72069"/>
                </a:lnTo>
                <a:lnTo>
                  <a:pt x="137452" y="60408"/>
                </a:lnTo>
                <a:close/>
                <a:moveTo>
                  <a:pt x="108985" y="75353"/>
                </a:moveTo>
                <a:lnTo>
                  <a:pt x="94255" y="75766"/>
                </a:lnTo>
                <a:lnTo>
                  <a:pt x="102116" y="84240"/>
                </a:lnTo>
                <a:close/>
                <a:moveTo>
                  <a:pt x="108985" y="75353"/>
                </a:moveTo>
                <a:lnTo>
                  <a:pt x="115854" y="68394"/>
                </a:lnTo>
                <a:lnTo>
                  <a:pt x="94255" y="75766"/>
                </a:lnTo>
                <a:close/>
                <a:moveTo>
                  <a:pt x="108985" y="75353"/>
                </a:moveTo>
                <a:lnTo>
                  <a:pt x="123715" y="79808"/>
                </a:lnTo>
                <a:lnTo>
                  <a:pt x="115854" y="68394"/>
                </a:lnTo>
                <a:close/>
                <a:moveTo>
                  <a:pt x="87387" y="81738"/>
                </a:moveTo>
                <a:lnTo>
                  <a:pt x="94255" y="75766"/>
                </a:lnTo>
                <a:lnTo>
                  <a:pt x="72657" y="86552"/>
                </a:lnTo>
                <a:close/>
                <a:moveTo>
                  <a:pt x="65788" y="93611"/>
                </a:moveTo>
                <a:lnTo>
                  <a:pt x="72657" y="86552"/>
                </a:lnTo>
                <a:lnTo>
                  <a:pt x="51058" y="99030"/>
                </a:lnTo>
                <a:close/>
                <a:moveTo>
                  <a:pt x="101124" y="68238"/>
                </a:moveTo>
                <a:lnTo>
                  <a:pt x="94255" y="75766"/>
                </a:lnTo>
                <a:lnTo>
                  <a:pt x="115854" y="68394"/>
                </a:lnTo>
                <a:close/>
                <a:moveTo>
                  <a:pt x="79525" y="77737"/>
                </a:moveTo>
                <a:lnTo>
                  <a:pt x="72657" y="86552"/>
                </a:lnTo>
                <a:lnTo>
                  <a:pt x="94255" y="75766"/>
                </a:lnTo>
                <a:close/>
                <a:moveTo>
                  <a:pt x="57927" y="93123"/>
                </a:moveTo>
                <a:lnTo>
                  <a:pt x="51058" y="99030"/>
                </a:lnTo>
                <a:lnTo>
                  <a:pt x="72657" y="86552"/>
                </a:lnTo>
                <a:close/>
                <a:moveTo>
                  <a:pt x="57927" y="93123"/>
                </a:moveTo>
                <a:lnTo>
                  <a:pt x="43197" y="93279"/>
                </a:lnTo>
                <a:lnTo>
                  <a:pt x="51058" y="99030"/>
                </a:lnTo>
                <a:close/>
                <a:moveTo>
                  <a:pt x="36328" y="103760"/>
                </a:moveTo>
                <a:lnTo>
                  <a:pt x="29460" y="108377"/>
                </a:lnTo>
                <a:lnTo>
                  <a:pt x="51058" y="99030"/>
                </a:lnTo>
                <a:close/>
                <a:moveTo>
                  <a:pt x="36328" y="103760"/>
                </a:moveTo>
                <a:lnTo>
                  <a:pt x="21599" y="100583"/>
                </a:lnTo>
                <a:lnTo>
                  <a:pt x="29460" y="108377"/>
                </a:lnTo>
                <a:close/>
                <a:moveTo>
                  <a:pt x="36328" y="103760"/>
                </a:moveTo>
                <a:lnTo>
                  <a:pt x="51058" y="99030"/>
                </a:lnTo>
                <a:lnTo>
                  <a:pt x="43197" y="93279"/>
                </a:lnTo>
                <a:close/>
                <a:moveTo>
                  <a:pt x="14730" y="109647"/>
                </a:moveTo>
                <a:lnTo>
                  <a:pt x="7861" y="129083"/>
                </a:lnTo>
                <a:lnTo>
                  <a:pt x="29460" y="108377"/>
                </a:lnTo>
                <a:close/>
                <a:moveTo>
                  <a:pt x="14730" y="109647"/>
                </a:moveTo>
                <a:lnTo>
                  <a:pt x="21599" y="100583"/>
                </a:lnTo>
                <a:lnTo>
                  <a:pt x="0" y="118944"/>
                </a:lnTo>
                <a:close/>
                <a:moveTo>
                  <a:pt x="14730" y="109647"/>
                </a:moveTo>
                <a:lnTo>
                  <a:pt x="29460" y="108377"/>
                </a:lnTo>
                <a:lnTo>
                  <a:pt x="21599" y="100583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50" name="PANEL_01-slope--25-230_744">
            <a:extLst>
              <a:ext uri="{FF2B5EF4-FFF2-40B4-BE49-F238E27FC236}">
                <a16:creationId xmlns:a16="http://schemas.microsoft.com/office/drawing/2014/main" id="{D9896C45-73B0-4206-9BBE-F72937628099}"/>
              </a:ext>
            </a:extLst>
          </p:cNvPr>
          <p:cNvSpPr>
            <a:spLocks/>
          </p:cNvSpPr>
          <p:nvPr/>
        </p:nvSpPr>
        <p:spPr>
          <a:xfrm>
            <a:off x="1796567" y="286798"/>
            <a:ext cx="600118" cy="194877"/>
          </a:xfrm>
          <a:custGeom>
            <a:pathLst>
              <a:path w="406481" h="131996">
                <a:moveTo>
                  <a:pt x="391751" y="15721"/>
                </a:moveTo>
                <a:lnTo>
                  <a:pt x="377021" y="14083"/>
                </a:lnTo>
                <a:lnTo>
                  <a:pt x="384882" y="32763"/>
                </a:lnTo>
                <a:close/>
                <a:moveTo>
                  <a:pt x="391751" y="15721"/>
                </a:moveTo>
                <a:lnTo>
                  <a:pt x="398620" y="1938"/>
                </a:lnTo>
                <a:lnTo>
                  <a:pt x="377021" y="14083"/>
                </a:lnTo>
                <a:close/>
                <a:moveTo>
                  <a:pt x="391751" y="15721"/>
                </a:moveTo>
                <a:lnTo>
                  <a:pt x="406481" y="20125"/>
                </a:lnTo>
                <a:lnTo>
                  <a:pt x="398620" y="1938"/>
                </a:lnTo>
                <a:close/>
                <a:moveTo>
                  <a:pt x="370152" y="28292"/>
                </a:moveTo>
                <a:lnTo>
                  <a:pt x="355423" y="27315"/>
                </a:lnTo>
                <a:lnTo>
                  <a:pt x="363284" y="45951"/>
                </a:lnTo>
                <a:close/>
                <a:moveTo>
                  <a:pt x="370152" y="28292"/>
                </a:moveTo>
                <a:lnTo>
                  <a:pt x="377021" y="14083"/>
                </a:lnTo>
                <a:lnTo>
                  <a:pt x="355423" y="27315"/>
                </a:lnTo>
                <a:close/>
                <a:moveTo>
                  <a:pt x="370152" y="28292"/>
                </a:moveTo>
                <a:lnTo>
                  <a:pt x="384882" y="32763"/>
                </a:lnTo>
                <a:lnTo>
                  <a:pt x="377021" y="14083"/>
                </a:lnTo>
                <a:close/>
                <a:moveTo>
                  <a:pt x="348554" y="41725"/>
                </a:moveTo>
                <a:lnTo>
                  <a:pt x="355423" y="27315"/>
                </a:lnTo>
                <a:lnTo>
                  <a:pt x="333824" y="38692"/>
                </a:lnTo>
                <a:close/>
                <a:moveTo>
                  <a:pt x="383890" y="0"/>
                </a:moveTo>
                <a:lnTo>
                  <a:pt x="377021" y="14083"/>
                </a:lnTo>
                <a:lnTo>
                  <a:pt x="398620" y="1938"/>
                </a:lnTo>
                <a:close/>
                <a:moveTo>
                  <a:pt x="362291" y="12321"/>
                </a:moveTo>
                <a:lnTo>
                  <a:pt x="355423" y="27315"/>
                </a:lnTo>
                <a:lnTo>
                  <a:pt x="377021" y="14083"/>
                </a:lnTo>
                <a:close/>
                <a:moveTo>
                  <a:pt x="362291" y="12321"/>
                </a:moveTo>
                <a:lnTo>
                  <a:pt x="347561" y="14800"/>
                </a:lnTo>
                <a:lnTo>
                  <a:pt x="355423" y="27315"/>
                </a:lnTo>
                <a:close/>
                <a:moveTo>
                  <a:pt x="340693" y="26924"/>
                </a:moveTo>
                <a:lnTo>
                  <a:pt x="333824" y="38692"/>
                </a:lnTo>
                <a:lnTo>
                  <a:pt x="355423" y="27315"/>
                </a:lnTo>
                <a:close/>
                <a:moveTo>
                  <a:pt x="340693" y="26924"/>
                </a:moveTo>
                <a:lnTo>
                  <a:pt x="355423" y="27315"/>
                </a:lnTo>
                <a:lnTo>
                  <a:pt x="347561" y="14800"/>
                </a:lnTo>
                <a:close/>
                <a:moveTo>
                  <a:pt x="297496" y="37926"/>
                </a:moveTo>
                <a:lnTo>
                  <a:pt x="282766" y="34055"/>
                </a:lnTo>
                <a:lnTo>
                  <a:pt x="290627" y="53167"/>
                </a:lnTo>
                <a:close/>
                <a:moveTo>
                  <a:pt x="275897" y="49171"/>
                </a:moveTo>
                <a:lnTo>
                  <a:pt x="282766" y="34055"/>
                </a:lnTo>
                <a:lnTo>
                  <a:pt x="261167" y="43738"/>
                </a:lnTo>
                <a:close/>
                <a:moveTo>
                  <a:pt x="275897" y="49171"/>
                </a:moveTo>
                <a:lnTo>
                  <a:pt x="290627" y="53167"/>
                </a:lnTo>
                <a:lnTo>
                  <a:pt x="282766" y="34055"/>
                </a:lnTo>
                <a:close/>
                <a:moveTo>
                  <a:pt x="289634" y="19693"/>
                </a:moveTo>
                <a:lnTo>
                  <a:pt x="274905" y="14499"/>
                </a:lnTo>
                <a:lnTo>
                  <a:pt x="282766" y="34055"/>
                </a:lnTo>
                <a:close/>
                <a:moveTo>
                  <a:pt x="268036" y="29431"/>
                </a:moveTo>
                <a:lnTo>
                  <a:pt x="261167" y="43738"/>
                </a:lnTo>
                <a:lnTo>
                  <a:pt x="282766" y="34055"/>
                </a:lnTo>
                <a:close/>
                <a:moveTo>
                  <a:pt x="268036" y="29431"/>
                </a:moveTo>
                <a:lnTo>
                  <a:pt x="253306" y="23440"/>
                </a:lnTo>
                <a:lnTo>
                  <a:pt x="261167" y="43738"/>
                </a:lnTo>
                <a:close/>
                <a:moveTo>
                  <a:pt x="268036" y="29431"/>
                </a:moveTo>
                <a:lnTo>
                  <a:pt x="282766" y="34055"/>
                </a:lnTo>
                <a:lnTo>
                  <a:pt x="274905" y="14499"/>
                </a:lnTo>
                <a:close/>
                <a:moveTo>
                  <a:pt x="246437" y="37228"/>
                </a:moveTo>
                <a:lnTo>
                  <a:pt x="231708" y="31862"/>
                </a:lnTo>
                <a:lnTo>
                  <a:pt x="239569" y="51889"/>
                </a:lnTo>
                <a:close/>
                <a:moveTo>
                  <a:pt x="246437" y="37228"/>
                </a:moveTo>
                <a:lnTo>
                  <a:pt x="253306" y="23440"/>
                </a:lnTo>
                <a:lnTo>
                  <a:pt x="231708" y="31862"/>
                </a:lnTo>
                <a:close/>
                <a:moveTo>
                  <a:pt x="224839" y="45069"/>
                </a:moveTo>
                <a:lnTo>
                  <a:pt x="210109" y="41714"/>
                </a:lnTo>
                <a:lnTo>
                  <a:pt x="217970" y="59606"/>
                </a:lnTo>
                <a:close/>
                <a:moveTo>
                  <a:pt x="224839" y="45069"/>
                </a:moveTo>
                <a:lnTo>
                  <a:pt x="231708" y="31862"/>
                </a:lnTo>
                <a:lnTo>
                  <a:pt x="210109" y="41714"/>
                </a:lnTo>
                <a:close/>
                <a:moveTo>
                  <a:pt x="203240" y="53965"/>
                </a:moveTo>
                <a:lnTo>
                  <a:pt x="188511" y="52245"/>
                </a:lnTo>
                <a:lnTo>
                  <a:pt x="196372" y="68570"/>
                </a:lnTo>
                <a:close/>
                <a:moveTo>
                  <a:pt x="203240" y="53965"/>
                </a:moveTo>
                <a:lnTo>
                  <a:pt x="210109" y="41714"/>
                </a:lnTo>
                <a:lnTo>
                  <a:pt x="188511" y="52245"/>
                </a:lnTo>
                <a:close/>
                <a:moveTo>
                  <a:pt x="203240" y="53965"/>
                </a:moveTo>
                <a:lnTo>
                  <a:pt x="217970" y="59606"/>
                </a:lnTo>
                <a:lnTo>
                  <a:pt x="210109" y="41714"/>
                </a:lnTo>
                <a:close/>
                <a:moveTo>
                  <a:pt x="181642" y="63815"/>
                </a:moveTo>
                <a:lnTo>
                  <a:pt x="188511" y="52245"/>
                </a:lnTo>
                <a:lnTo>
                  <a:pt x="166912" y="63457"/>
                </a:lnTo>
                <a:close/>
                <a:moveTo>
                  <a:pt x="160043" y="76717"/>
                </a:moveTo>
                <a:lnTo>
                  <a:pt x="166912" y="63457"/>
                </a:lnTo>
                <a:lnTo>
                  <a:pt x="145314" y="74982"/>
                </a:lnTo>
                <a:close/>
                <a:moveTo>
                  <a:pt x="216978" y="27776"/>
                </a:moveTo>
                <a:lnTo>
                  <a:pt x="210109" y="41714"/>
                </a:lnTo>
                <a:lnTo>
                  <a:pt x="231708" y="31862"/>
                </a:lnTo>
                <a:close/>
                <a:moveTo>
                  <a:pt x="195379" y="40046"/>
                </a:moveTo>
                <a:lnTo>
                  <a:pt x="188511" y="52245"/>
                </a:lnTo>
                <a:lnTo>
                  <a:pt x="210109" y="41714"/>
                </a:lnTo>
                <a:close/>
                <a:moveTo>
                  <a:pt x="173781" y="51152"/>
                </a:moveTo>
                <a:lnTo>
                  <a:pt x="166912" y="63457"/>
                </a:lnTo>
                <a:lnTo>
                  <a:pt x="188511" y="52245"/>
                </a:lnTo>
                <a:close/>
                <a:moveTo>
                  <a:pt x="152182" y="62144"/>
                </a:moveTo>
                <a:lnTo>
                  <a:pt x="145314" y="74982"/>
                </a:lnTo>
                <a:lnTo>
                  <a:pt x="166912" y="63457"/>
                </a:lnTo>
                <a:close/>
                <a:moveTo>
                  <a:pt x="14730" y="112560"/>
                </a:moveTo>
                <a:lnTo>
                  <a:pt x="0" y="121856"/>
                </a:lnTo>
                <a:lnTo>
                  <a:pt x="7861" y="131996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51" name="PANEL_01-water--25-230_745">
            <a:extLst>
              <a:ext uri="{FF2B5EF4-FFF2-40B4-BE49-F238E27FC236}">
                <a16:creationId xmlns:a16="http://schemas.microsoft.com/office/drawing/2014/main" id="{95DCA7D4-1D6A-421A-B7EE-9DD135C4C16F}"/>
              </a:ext>
            </a:extLst>
          </p:cNvPr>
          <p:cNvSpPr>
            <a:spLocks/>
          </p:cNvSpPr>
          <p:nvPr/>
        </p:nvSpPr>
        <p:spPr>
          <a:xfrm>
            <a:off x="1216731" y="462632"/>
            <a:ext cx="591443" cy="29996"/>
          </a:xfrm>
          <a:custGeom>
            <a:pathLst>
              <a:path w="400605" h="20317">
                <a:moveTo>
                  <a:pt x="385875" y="9674"/>
                </a:moveTo>
                <a:lnTo>
                  <a:pt x="379006" y="16589"/>
                </a:lnTo>
                <a:lnTo>
                  <a:pt x="400605" y="12899"/>
                </a:lnTo>
                <a:close/>
                <a:moveTo>
                  <a:pt x="385875" y="9674"/>
                </a:moveTo>
                <a:lnTo>
                  <a:pt x="371145" y="6449"/>
                </a:lnTo>
                <a:lnTo>
                  <a:pt x="379006" y="16589"/>
                </a:lnTo>
                <a:close/>
                <a:moveTo>
                  <a:pt x="385875" y="9674"/>
                </a:moveTo>
                <a:lnTo>
                  <a:pt x="392743" y="2759"/>
                </a:lnTo>
                <a:lnTo>
                  <a:pt x="371145" y="6449"/>
                </a:lnTo>
                <a:close/>
                <a:moveTo>
                  <a:pt x="385875" y="9674"/>
                </a:moveTo>
                <a:lnTo>
                  <a:pt x="400605" y="12899"/>
                </a:lnTo>
                <a:lnTo>
                  <a:pt x="392743" y="2759"/>
                </a:lnTo>
                <a:close/>
                <a:moveTo>
                  <a:pt x="364276" y="13365"/>
                </a:moveTo>
                <a:lnTo>
                  <a:pt x="349546" y="10140"/>
                </a:lnTo>
                <a:lnTo>
                  <a:pt x="357408" y="20280"/>
                </a:lnTo>
                <a:close/>
                <a:moveTo>
                  <a:pt x="364276" y="13365"/>
                </a:moveTo>
                <a:lnTo>
                  <a:pt x="371145" y="6449"/>
                </a:lnTo>
                <a:lnTo>
                  <a:pt x="349546" y="10140"/>
                </a:lnTo>
                <a:close/>
                <a:moveTo>
                  <a:pt x="364276" y="13365"/>
                </a:moveTo>
                <a:lnTo>
                  <a:pt x="379006" y="16589"/>
                </a:lnTo>
                <a:lnTo>
                  <a:pt x="371145" y="6449"/>
                </a:lnTo>
                <a:close/>
                <a:moveTo>
                  <a:pt x="342678" y="17055"/>
                </a:moveTo>
                <a:lnTo>
                  <a:pt x="349546" y="10140"/>
                </a:lnTo>
                <a:lnTo>
                  <a:pt x="327948" y="13831"/>
                </a:lnTo>
                <a:close/>
                <a:moveTo>
                  <a:pt x="356415" y="3225"/>
                </a:moveTo>
                <a:lnTo>
                  <a:pt x="349546" y="10140"/>
                </a:lnTo>
                <a:lnTo>
                  <a:pt x="371145" y="6449"/>
                </a:lnTo>
                <a:close/>
                <a:moveTo>
                  <a:pt x="334817" y="6915"/>
                </a:moveTo>
                <a:lnTo>
                  <a:pt x="327948" y="13831"/>
                </a:lnTo>
                <a:lnTo>
                  <a:pt x="349546" y="10140"/>
                </a:lnTo>
                <a:close/>
                <a:moveTo>
                  <a:pt x="334817" y="6915"/>
                </a:moveTo>
                <a:lnTo>
                  <a:pt x="320087" y="3691"/>
                </a:lnTo>
                <a:lnTo>
                  <a:pt x="327948" y="13831"/>
                </a:lnTo>
                <a:close/>
                <a:moveTo>
                  <a:pt x="334817" y="6915"/>
                </a:moveTo>
                <a:lnTo>
                  <a:pt x="349546" y="10140"/>
                </a:lnTo>
                <a:lnTo>
                  <a:pt x="341685" y="0"/>
                </a:lnTo>
                <a:close/>
                <a:moveTo>
                  <a:pt x="313218" y="10606"/>
                </a:moveTo>
                <a:lnTo>
                  <a:pt x="306349" y="17521"/>
                </a:lnTo>
                <a:lnTo>
                  <a:pt x="327948" y="13831"/>
                </a:lnTo>
                <a:close/>
                <a:moveTo>
                  <a:pt x="313218" y="10606"/>
                </a:moveTo>
                <a:lnTo>
                  <a:pt x="298488" y="7381"/>
                </a:lnTo>
                <a:lnTo>
                  <a:pt x="306349" y="17521"/>
                </a:lnTo>
                <a:close/>
                <a:moveTo>
                  <a:pt x="313218" y="10606"/>
                </a:moveTo>
                <a:lnTo>
                  <a:pt x="320087" y="3691"/>
                </a:lnTo>
                <a:lnTo>
                  <a:pt x="298488" y="7381"/>
                </a:lnTo>
                <a:close/>
                <a:moveTo>
                  <a:pt x="313218" y="10606"/>
                </a:moveTo>
                <a:lnTo>
                  <a:pt x="327948" y="13831"/>
                </a:lnTo>
                <a:lnTo>
                  <a:pt x="320087" y="3691"/>
                </a:lnTo>
                <a:close/>
                <a:moveTo>
                  <a:pt x="291620" y="14296"/>
                </a:moveTo>
                <a:lnTo>
                  <a:pt x="298488" y="7381"/>
                </a:lnTo>
                <a:lnTo>
                  <a:pt x="276890" y="11072"/>
                </a:lnTo>
                <a:close/>
                <a:moveTo>
                  <a:pt x="291620" y="14296"/>
                </a:moveTo>
                <a:lnTo>
                  <a:pt x="306349" y="17521"/>
                </a:lnTo>
                <a:lnTo>
                  <a:pt x="298488" y="7381"/>
                </a:lnTo>
                <a:close/>
                <a:moveTo>
                  <a:pt x="270021" y="17987"/>
                </a:moveTo>
                <a:lnTo>
                  <a:pt x="276890" y="11072"/>
                </a:lnTo>
                <a:lnTo>
                  <a:pt x="255291" y="14762"/>
                </a:lnTo>
                <a:close/>
                <a:moveTo>
                  <a:pt x="283758" y="4157"/>
                </a:moveTo>
                <a:lnTo>
                  <a:pt x="276890" y="11072"/>
                </a:lnTo>
                <a:lnTo>
                  <a:pt x="298488" y="7381"/>
                </a:lnTo>
                <a:close/>
                <a:moveTo>
                  <a:pt x="283758" y="4157"/>
                </a:moveTo>
                <a:lnTo>
                  <a:pt x="269028" y="932"/>
                </a:lnTo>
                <a:lnTo>
                  <a:pt x="276890" y="11072"/>
                </a:lnTo>
                <a:close/>
                <a:moveTo>
                  <a:pt x="262160" y="7847"/>
                </a:moveTo>
                <a:lnTo>
                  <a:pt x="255291" y="14762"/>
                </a:lnTo>
                <a:lnTo>
                  <a:pt x="276890" y="11072"/>
                </a:lnTo>
                <a:close/>
                <a:moveTo>
                  <a:pt x="262160" y="7847"/>
                </a:moveTo>
                <a:lnTo>
                  <a:pt x="247430" y="4623"/>
                </a:lnTo>
                <a:lnTo>
                  <a:pt x="255291" y="14762"/>
                </a:lnTo>
                <a:close/>
                <a:moveTo>
                  <a:pt x="262160" y="7847"/>
                </a:moveTo>
                <a:lnTo>
                  <a:pt x="276890" y="11072"/>
                </a:lnTo>
                <a:lnTo>
                  <a:pt x="269028" y="932"/>
                </a:lnTo>
                <a:close/>
                <a:moveTo>
                  <a:pt x="240561" y="11538"/>
                </a:moveTo>
                <a:lnTo>
                  <a:pt x="225831" y="8313"/>
                </a:lnTo>
                <a:lnTo>
                  <a:pt x="233693" y="18453"/>
                </a:lnTo>
                <a:close/>
                <a:moveTo>
                  <a:pt x="240561" y="11538"/>
                </a:moveTo>
                <a:lnTo>
                  <a:pt x="247430" y="4623"/>
                </a:lnTo>
                <a:lnTo>
                  <a:pt x="225831" y="8313"/>
                </a:lnTo>
                <a:close/>
                <a:moveTo>
                  <a:pt x="240561" y="11538"/>
                </a:moveTo>
                <a:lnTo>
                  <a:pt x="255291" y="14762"/>
                </a:lnTo>
                <a:lnTo>
                  <a:pt x="247430" y="4623"/>
                </a:lnTo>
                <a:close/>
                <a:moveTo>
                  <a:pt x="218963" y="15228"/>
                </a:moveTo>
                <a:lnTo>
                  <a:pt x="225831" y="8313"/>
                </a:lnTo>
                <a:lnTo>
                  <a:pt x="204233" y="12004"/>
                </a:lnTo>
                <a:close/>
                <a:moveTo>
                  <a:pt x="218963" y="15228"/>
                </a:moveTo>
                <a:lnTo>
                  <a:pt x="233693" y="18453"/>
                </a:lnTo>
                <a:lnTo>
                  <a:pt x="225831" y="8313"/>
                </a:lnTo>
                <a:close/>
                <a:moveTo>
                  <a:pt x="211102" y="5089"/>
                </a:moveTo>
                <a:lnTo>
                  <a:pt x="204233" y="12004"/>
                </a:lnTo>
                <a:lnTo>
                  <a:pt x="225831" y="8313"/>
                </a:lnTo>
                <a:close/>
                <a:moveTo>
                  <a:pt x="211102" y="5089"/>
                </a:moveTo>
                <a:lnTo>
                  <a:pt x="196372" y="1864"/>
                </a:lnTo>
                <a:lnTo>
                  <a:pt x="204233" y="12004"/>
                </a:lnTo>
                <a:close/>
                <a:moveTo>
                  <a:pt x="189503" y="8779"/>
                </a:moveTo>
                <a:lnTo>
                  <a:pt x="182634" y="15694"/>
                </a:lnTo>
                <a:lnTo>
                  <a:pt x="204233" y="12004"/>
                </a:lnTo>
                <a:close/>
                <a:moveTo>
                  <a:pt x="189503" y="8779"/>
                </a:moveTo>
                <a:lnTo>
                  <a:pt x="174773" y="5555"/>
                </a:lnTo>
                <a:lnTo>
                  <a:pt x="182634" y="15694"/>
                </a:lnTo>
                <a:close/>
                <a:moveTo>
                  <a:pt x="189503" y="8779"/>
                </a:moveTo>
                <a:lnTo>
                  <a:pt x="196372" y="1864"/>
                </a:lnTo>
                <a:lnTo>
                  <a:pt x="174773" y="5555"/>
                </a:lnTo>
                <a:close/>
                <a:moveTo>
                  <a:pt x="189503" y="8779"/>
                </a:moveTo>
                <a:lnTo>
                  <a:pt x="204233" y="12004"/>
                </a:lnTo>
                <a:lnTo>
                  <a:pt x="196372" y="1864"/>
                </a:lnTo>
                <a:close/>
                <a:moveTo>
                  <a:pt x="167905" y="12470"/>
                </a:moveTo>
                <a:lnTo>
                  <a:pt x="153175" y="9245"/>
                </a:lnTo>
                <a:lnTo>
                  <a:pt x="161036" y="19385"/>
                </a:lnTo>
                <a:close/>
                <a:moveTo>
                  <a:pt x="167905" y="12470"/>
                </a:moveTo>
                <a:lnTo>
                  <a:pt x="174773" y="5555"/>
                </a:lnTo>
                <a:lnTo>
                  <a:pt x="153175" y="9245"/>
                </a:lnTo>
                <a:close/>
                <a:moveTo>
                  <a:pt x="167905" y="12470"/>
                </a:moveTo>
                <a:lnTo>
                  <a:pt x="182634" y="15694"/>
                </a:lnTo>
                <a:lnTo>
                  <a:pt x="174773" y="5555"/>
                </a:lnTo>
                <a:close/>
                <a:moveTo>
                  <a:pt x="146306" y="16160"/>
                </a:moveTo>
                <a:lnTo>
                  <a:pt x="153175" y="9245"/>
                </a:lnTo>
                <a:lnTo>
                  <a:pt x="131576" y="12936"/>
                </a:lnTo>
                <a:close/>
                <a:moveTo>
                  <a:pt x="160043" y="2330"/>
                </a:moveTo>
                <a:lnTo>
                  <a:pt x="153175" y="9245"/>
                </a:lnTo>
                <a:lnTo>
                  <a:pt x="174773" y="5555"/>
                </a:lnTo>
                <a:close/>
                <a:moveTo>
                  <a:pt x="138445" y="6021"/>
                </a:moveTo>
                <a:lnTo>
                  <a:pt x="131576" y="12936"/>
                </a:lnTo>
                <a:lnTo>
                  <a:pt x="153175" y="9245"/>
                </a:lnTo>
                <a:close/>
                <a:moveTo>
                  <a:pt x="138445" y="6021"/>
                </a:moveTo>
                <a:lnTo>
                  <a:pt x="123715" y="2796"/>
                </a:lnTo>
                <a:lnTo>
                  <a:pt x="131576" y="12936"/>
                </a:lnTo>
                <a:close/>
                <a:moveTo>
                  <a:pt x="116846" y="9711"/>
                </a:moveTo>
                <a:lnTo>
                  <a:pt x="109978" y="16626"/>
                </a:lnTo>
                <a:lnTo>
                  <a:pt x="131576" y="12936"/>
                </a:lnTo>
                <a:close/>
                <a:moveTo>
                  <a:pt x="116846" y="9711"/>
                </a:moveTo>
                <a:lnTo>
                  <a:pt x="102116" y="6487"/>
                </a:lnTo>
                <a:lnTo>
                  <a:pt x="109978" y="16626"/>
                </a:lnTo>
                <a:close/>
                <a:moveTo>
                  <a:pt x="116846" y="9711"/>
                </a:moveTo>
                <a:lnTo>
                  <a:pt x="123715" y="2796"/>
                </a:lnTo>
                <a:lnTo>
                  <a:pt x="102116" y="6487"/>
                </a:lnTo>
                <a:close/>
                <a:moveTo>
                  <a:pt x="116846" y="9711"/>
                </a:moveTo>
                <a:lnTo>
                  <a:pt x="131576" y="12936"/>
                </a:lnTo>
                <a:lnTo>
                  <a:pt x="123715" y="2796"/>
                </a:lnTo>
                <a:close/>
                <a:moveTo>
                  <a:pt x="95248" y="13402"/>
                </a:moveTo>
                <a:lnTo>
                  <a:pt x="80518" y="10177"/>
                </a:lnTo>
                <a:lnTo>
                  <a:pt x="88379" y="20317"/>
                </a:lnTo>
                <a:close/>
                <a:moveTo>
                  <a:pt x="95248" y="13402"/>
                </a:moveTo>
                <a:lnTo>
                  <a:pt x="102116" y="6487"/>
                </a:lnTo>
                <a:lnTo>
                  <a:pt x="80518" y="10177"/>
                </a:lnTo>
                <a:close/>
                <a:moveTo>
                  <a:pt x="95248" y="13402"/>
                </a:moveTo>
                <a:lnTo>
                  <a:pt x="109978" y="16626"/>
                </a:lnTo>
                <a:lnTo>
                  <a:pt x="102116" y="6487"/>
                </a:lnTo>
                <a:close/>
                <a:moveTo>
                  <a:pt x="73649" y="17092"/>
                </a:moveTo>
                <a:lnTo>
                  <a:pt x="80518" y="10177"/>
                </a:lnTo>
                <a:lnTo>
                  <a:pt x="58919" y="13868"/>
                </a:lnTo>
                <a:close/>
                <a:moveTo>
                  <a:pt x="87387" y="3262"/>
                </a:moveTo>
                <a:lnTo>
                  <a:pt x="80518" y="10177"/>
                </a:lnTo>
                <a:lnTo>
                  <a:pt x="102116" y="6487"/>
                </a:lnTo>
                <a:close/>
                <a:moveTo>
                  <a:pt x="65788" y="6952"/>
                </a:moveTo>
                <a:lnTo>
                  <a:pt x="58919" y="13868"/>
                </a:lnTo>
                <a:lnTo>
                  <a:pt x="80518" y="10177"/>
                </a:lnTo>
                <a:close/>
                <a:moveTo>
                  <a:pt x="65788" y="6952"/>
                </a:moveTo>
                <a:lnTo>
                  <a:pt x="51058" y="3728"/>
                </a:lnTo>
                <a:lnTo>
                  <a:pt x="58919" y="13868"/>
                </a:lnTo>
                <a:close/>
                <a:moveTo>
                  <a:pt x="65788" y="6952"/>
                </a:moveTo>
                <a:lnTo>
                  <a:pt x="80518" y="10177"/>
                </a:lnTo>
                <a:lnTo>
                  <a:pt x="72657" y="37"/>
                </a:lnTo>
                <a:close/>
                <a:moveTo>
                  <a:pt x="44190" y="10643"/>
                </a:moveTo>
                <a:lnTo>
                  <a:pt x="37321" y="17558"/>
                </a:lnTo>
                <a:lnTo>
                  <a:pt x="58919" y="13868"/>
                </a:lnTo>
                <a:close/>
                <a:moveTo>
                  <a:pt x="44190" y="10643"/>
                </a:moveTo>
                <a:lnTo>
                  <a:pt x="29460" y="7418"/>
                </a:lnTo>
                <a:lnTo>
                  <a:pt x="37321" y="17558"/>
                </a:lnTo>
                <a:close/>
                <a:moveTo>
                  <a:pt x="44190" y="10643"/>
                </a:moveTo>
                <a:lnTo>
                  <a:pt x="51058" y="3728"/>
                </a:lnTo>
                <a:lnTo>
                  <a:pt x="29460" y="7418"/>
                </a:lnTo>
                <a:close/>
                <a:moveTo>
                  <a:pt x="44190" y="10643"/>
                </a:moveTo>
                <a:lnTo>
                  <a:pt x="58919" y="13868"/>
                </a:lnTo>
                <a:lnTo>
                  <a:pt x="51058" y="3728"/>
                </a:lnTo>
                <a:close/>
                <a:moveTo>
                  <a:pt x="22591" y="14334"/>
                </a:moveTo>
                <a:lnTo>
                  <a:pt x="29460" y="7418"/>
                </a:lnTo>
                <a:lnTo>
                  <a:pt x="7861" y="11109"/>
                </a:lnTo>
                <a:close/>
                <a:moveTo>
                  <a:pt x="22591" y="14334"/>
                </a:moveTo>
                <a:lnTo>
                  <a:pt x="37321" y="17558"/>
                </a:lnTo>
                <a:lnTo>
                  <a:pt x="29460" y="7418"/>
                </a:lnTo>
                <a:close/>
                <a:moveTo>
                  <a:pt x="14730" y="4194"/>
                </a:moveTo>
                <a:lnTo>
                  <a:pt x="7861" y="11109"/>
                </a:lnTo>
                <a:lnTo>
                  <a:pt x="29460" y="7418"/>
                </a:lnTo>
                <a:close/>
                <a:moveTo>
                  <a:pt x="14730" y="4194"/>
                </a:moveTo>
                <a:lnTo>
                  <a:pt x="0" y="969"/>
                </a:lnTo>
                <a:lnTo>
                  <a:pt x="7861" y="11109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52" name="PANEL_01-slope--24-215_746">
            <a:extLst>
              <a:ext uri="{FF2B5EF4-FFF2-40B4-BE49-F238E27FC236}">
                <a16:creationId xmlns:a16="http://schemas.microsoft.com/office/drawing/2014/main" id="{839E18ED-8A9A-4675-99C5-554987CBA2B5}"/>
              </a:ext>
            </a:extLst>
          </p:cNvPr>
          <p:cNvSpPr>
            <a:spLocks/>
          </p:cNvSpPr>
          <p:nvPr/>
        </p:nvSpPr>
        <p:spPr>
          <a:xfrm>
            <a:off x="636893" y="353295"/>
            <a:ext cx="1182886" cy="140707"/>
          </a:xfrm>
          <a:custGeom>
            <a:pathLst>
              <a:path w="801209" h="95306">
                <a:moveTo>
                  <a:pt x="786480" y="83676"/>
                </a:moveTo>
                <a:lnTo>
                  <a:pt x="793348" y="86956"/>
                </a:lnTo>
                <a:lnTo>
                  <a:pt x="771750" y="90646"/>
                </a:lnTo>
                <a:close/>
                <a:moveTo>
                  <a:pt x="786480" y="83676"/>
                </a:moveTo>
                <a:lnTo>
                  <a:pt x="801209" y="77990"/>
                </a:lnTo>
                <a:lnTo>
                  <a:pt x="793348" y="86956"/>
                </a:lnTo>
                <a:close/>
                <a:moveTo>
                  <a:pt x="393736" y="81012"/>
                </a:moveTo>
                <a:lnTo>
                  <a:pt x="386867" y="84799"/>
                </a:lnTo>
                <a:lnTo>
                  <a:pt x="408466" y="95306"/>
                </a:lnTo>
                <a:close/>
                <a:moveTo>
                  <a:pt x="393736" y="81012"/>
                </a:moveTo>
                <a:lnTo>
                  <a:pt x="379006" y="78236"/>
                </a:lnTo>
                <a:lnTo>
                  <a:pt x="386867" y="84799"/>
                </a:lnTo>
                <a:close/>
                <a:moveTo>
                  <a:pt x="393736" y="81012"/>
                </a:moveTo>
                <a:lnTo>
                  <a:pt x="400605" y="85166"/>
                </a:lnTo>
                <a:lnTo>
                  <a:pt x="379006" y="78236"/>
                </a:lnTo>
                <a:close/>
                <a:moveTo>
                  <a:pt x="393736" y="81012"/>
                </a:moveTo>
                <a:lnTo>
                  <a:pt x="408466" y="95306"/>
                </a:lnTo>
                <a:lnTo>
                  <a:pt x="400605" y="85166"/>
                </a:lnTo>
                <a:close/>
                <a:moveTo>
                  <a:pt x="372138" y="80749"/>
                </a:moveTo>
                <a:lnTo>
                  <a:pt x="386867" y="84799"/>
                </a:lnTo>
                <a:lnTo>
                  <a:pt x="379006" y="78236"/>
                </a:lnTo>
                <a:close/>
                <a:moveTo>
                  <a:pt x="240561" y="58754"/>
                </a:moveTo>
                <a:lnTo>
                  <a:pt x="255291" y="62646"/>
                </a:lnTo>
                <a:lnTo>
                  <a:pt x="247430" y="57196"/>
                </a:lnTo>
                <a:close/>
                <a:moveTo>
                  <a:pt x="197364" y="63669"/>
                </a:moveTo>
                <a:lnTo>
                  <a:pt x="204233" y="60743"/>
                </a:lnTo>
                <a:lnTo>
                  <a:pt x="182634" y="60541"/>
                </a:lnTo>
                <a:close/>
                <a:moveTo>
                  <a:pt x="189503" y="60218"/>
                </a:moveTo>
                <a:lnTo>
                  <a:pt x="182634" y="60541"/>
                </a:lnTo>
                <a:lnTo>
                  <a:pt x="204233" y="60743"/>
                </a:lnTo>
                <a:close/>
                <a:moveTo>
                  <a:pt x="189503" y="60218"/>
                </a:moveTo>
                <a:lnTo>
                  <a:pt x="174773" y="55880"/>
                </a:lnTo>
                <a:lnTo>
                  <a:pt x="182634" y="60541"/>
                </a:lnTo>
                <a:close/>
                <a:moveTo>
                  <a:pt x="167905" y="57224"/>
                </a:moveTo>
                <a:lnTo>
                  <a:pt x="161036" y="58658"/>
                </a:lnTo>
                <a:lnTo>
                  <a:pt x="182634" y="60541"/>
                </a:lnTo>
                <a:close/>
                <a:moveTo>
                  <a:pt x="167905" y="57224"/>
                </a:moveTo>
                <a:lnTo>
                  <a:pt x="153175" y="54959"/>
                </a:lnTo>
                <a:lnTo>
                  <a:pt x="161036" y="58658"/>
                </a:lnTo>
                <a:close/>
                <a:moveTo>
                  <a:pt x="167905" y="57224"/>
                </a:moveTo>
                <a:lnTo>
                  <a:pt x="182634" y="60541"/>
                </a:lnTo>
                <a:lnTo>
                  <a:pt x="174773" y="55880"/>
                </a:lnTo>
                <a:close/>
                <a:moveTo>
                  <a:pt x="146306" y="56387"/>
                </a:moveTo>
                <a:lnTo>
                  <a:pt x="161036" y="58658"/>
                </a:lnTo>
                <a:lnTo>
                  <a:pt x="153175" y="54959"/>
                </a:lnTo>
                <a:close/>
                <a:moveTo>
                  <a:pt x="65788" y="36734"/>
                </a:moveTo>
                <a:lnTo>
                  <a:pt x="80518" y="48556"/>
                </a:lnTo>
                <a:lnTo>
                  <a:pt x="72657" y="32289"/>
                </a:lnTo>
                <a:close/>
                <a:moveTo>
                  <a:pt x="14730" y="10591"/>
                </a:moveTo>
                <a:lnTo>
                  <a:pt x="0" y="0"/>
                </a:lnTo>
                <a:lnTo>
                  <a:pt x="7861" y="17291"/>
                </a:lnTo>
                <a:close/>
                <a:moveTo>
                  <a:pt x="14730" y="10591"/>
                </a:moveTo>
                <a:lnTo>
                  <a:pt x="21599" y="7325"/>
                </a:lnTo>
                <a:lnTo>
                  <a:pt x="0" y="0"/>
                </a:lnTo>
                <a:close/>
                <a:moveTo>
                  <a:pt x="14730" y="10591"/>
                </a:moveTo>
                <a:lnTo>
                  <a:pt x="29460" y="22315"/>
                </a:lnTo>
                <a:lnTo>
                  <a:pt x="21599" y="7325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53" name="PANEL_01-slope--24-220_747">
            <a:extLst>
              <a:ext uri="{FF2B5EF4-FFF2-40B4-BE49-F238E27FC236}">
                <a16:creationId xmlns:a16="http://schemas.microsoft.com/office/drawing/2014/main" id="{5482EEFA-511E-40DD-95CE-A6AD24CB086C}"/>
              </a:ext>
            </a:extLst>
          </p:cNvPr>
          <p:cNvSpPr>
            <a:spLocks/>
          </p:cNvSpPr>
          <p:nvPr/>
        </p:nvSpPr>
        <p:spPr>
          <a:xfrm>
            <a:off x="648499" y="364109"/>
            <a:ext cx="1235054" cy="139415"/>
          </a:xfrm>
          <a:custGeom>
            <a:pathLst>
              <a:path w="836545" h="94431">
                <a:moveTo>
                  <a:pt x="821815" y="56173"/>
                </a:moveTo>
                <a:lnTo>
                  <a:pt x="814947" y="61489"/>
                </a:lnTo>
                <a:lnTo>
                  <a:pt x="836545" y="51528"/>
                </a:lnTo>
                <a:close/>
                <a:moveTo>
                  <a:pt x="821815" y="56173"/>
                </a:moveTo>
                <a:lnTo>
                  <a:pt x="807085" y="58925"/>
                </a:lnTo>
                <a:lnTo>
                  <a:pt x="814947" y="61489"/>
                </a:lnTo>
                <a:close/>
                <a:moveTo>
                  <a:pt x="800217" y="65024"/>
                </a:moveTo>
                <a:lnTo>
                  <a:pt x="785487" y="79631"/>
                </a:lnTo>
                <a:lnTo>
                  <a:pt x="793348" y="70665"/>
                </a:lnTo>
                <a:close/>
                <a:moveTo>
                  <a:pt x="800217" y="65024"/>
                </a:moveTo>
                <a:lnTo>
                  <a:pt x="807085" y="58925"/>
                </a:lnTo>
                <a:lnTo>
                  <a:pt x="785487" y="79631"/>
                </a:lnTo>
                <a:close/>
                <a:moveTo>
                  <a:pt x="800217" y="65024"/>
                </a:moveTo>
                <a:lnTo>
                  <a:pt x="814947" y="61489"/>
                </a:lnTo>
                <a:lnTo>
                  <a:pt x="807085" y="58925"/>
                </a:lnTo>
                <a:close/>
                <a:moveTo>
                  <a:pt x="778618" y="76352"/>
                </a:moveTo>
                <a:lnTo>
                  <a:pt x="763888" y="83322"/>
                </a:lnTo>
                <a:lnTo>
                  <a:pt x="771750" y="78021"/>
                </a:lnTo>
                <a:close/>
                <a:moveTo>
                  <a:pt x="757020" y="81047"/>
                </a:moveTo>
                <a:lnTo>
                  <a:pt x="763888" y="83322"/>
                </a:lnTo>
                <a:lnTo>
                  <a:pt x="742290" y="87012"/>
                </a:lnTo>
                <a:close/>
                <a:moveTo>
                  <a:pt x="415335" y="85862"/>
                </a:moveTo>
                <a:lnTo>
                  <a:pt x="422203" y="84291"/>
                </a:lnTo>
                <a:lnTo>
                  <a:pt x="400605" y="87982"/>
                </a:lnTo>
                <a:close/>
                <a:moveTo>
                  <a:pt x="415335" y="85862"/>
                </a:moveTo>
                <a:lnTo>
                  <a:pt x="430064" y="94431"/>
                </a:lnTo>
                <a:lnTo>
                  <a:pt x="422203" y="84291"/>
                </a:lnTo>
                <a:close/>
                <a:moveTo>
                  <a:pt x="364276" y="73425"/>
                </a:moveTo>
                <a:lnTo>
                  <a:pt x="371145" y="70911"/>
                </a:lnTo>
                <a:lnTo>
                  <a:pt x="349546" y="71815"/>
                </a:lnTo>
                <a:close/>
                <a:moveTo>
                  <a:pt x="356415" y="69319"/>
                </a:moveTo>
                <a:lnTo>
                  <a:pt x="349546" y="71815"/>
                </a:lnTo>
                <a:lnTo>
                  <a:pt x="371145" y="70911"/>
                </a:lnTo>
                <a:close/>
                <a:moveTo>
                  <a:pt x="356415" y="69319"/>
                </a:moveTo>
                <a:lnTo>
                  <a:pt x="341685" y="65285"/>
                </a:lnTo>
                <a:lnTo>
                  <a:pt x="349546" y="71815"/>
                </a:lnTo>
                <a:close/>
                <a:moveTo>
                  <a:pt x="334817" y="70049"/>
                </a:moveTo>
                <a:lnTo>
                  <a:pt x="327948" y="73627"/>
                </a:lnTo>
                <a:lnTo>
                  <a:pt x="349546" y="71815"/>
                </a:lnTo>
                <a:close/>
                <a:moveTo>
                  <a:pt x="334817" y="70049"/>
                </a:moveTo>
                <a:lnTo>
                  <a:pt x="320087" y="66065"/>
                </a:lnTo>
                <a:lnTo>
                  <a:pt x="327948" y="73627"/>
                </a:lnTo>
                <a:close/>
                <a:moveTo>
                  <a:pt x="334817" y="70049"/>
                </a:moveTo>
                <a:lnTo>
                  <a:pt x="341685" y="65285"/>
                </a:lnTo>
                <a:lnTo>
                  <a:pt x="320087" y="66065"/>
                </a:lnTo>
                <a:close/>
                <a:moveTo>
                  <a:pt x="334817" y="70049"/>
                </a:moveTo>
                <a:lnTo>
                  <a:pt x="349546" y="71815"/>
                </a:lnTo>
                <a:lnTo>
                  <a:pt x="341685" y="65285"/>
                </a:lnTo>
                <a:close/>
                <a:moveTo>
                  <a:pt x="313218" y="72429"/>
                </a:moveTo>
                <a:lnTo>
                  <a:pt x="320087" y="66065"/>
                </a:lnTo>
                <a:lnTo>
                  <a:pt x="298488" y="66279"/>
                </a:lnTo>
                <a:close/>
                <a:moveTo>
                  <a:pt x="313218" y="72429"/>
                </a:moveTo>
                <a:lnTo>
                  <a:pt x="327948" y="73627"/>
                </a:lnTo>
                <a:lnTo>
                  <a:pt x="320087" y="66065"/>
                </a:lnTo>
                <a:close/>
                <a:moveTo>
                  <a:pt x="291620" y="72596"/>
                </a:moveTo>
                <a:lnTo>
                  <a:pt x="298488" y="66279"/>
                </a:lnTo>
                <a:lnTo>
                  <a:pt x="276890" y="66070"/>
                </a:lnTo>
                <a:close/>
                <a:moveTo>
                  <a:pt x="305357" y="60462"/>
                </a:moveTo>
                <a:lnTo>
                  <a:pt x="298488" y="66279"/>
                </a:lnTo>
                <a:lnTo>
                  <a:pt x="320087" y="66065"/>
                </a:lnTo>
                <a:close/>
                <a:moveTo>
                  <a:pt x="283758" y="59628"/>
                </a:moveTo>
                <a:lnTo>
                  <a:pt x="276890" y="66070"/>
                </a:lnTo>
                <a:lnTo>
                  <a:pt x="298488" y="66279"/>
                </a:lnTo>
                <a:close/>
                <a:moveTo>
                  <a:pt x="283758" y="59628"/>
                </a:moveTo>
                <a:lnTo>
                  <a:pt x="269028" y="55551"/>
                </a:lnTo>
                <a:lnTo>
                  <a:pt x="276890" y="66070"/>
                </a:lnTo>
                <a:close/>
                <a:moveTo>
                  <a:pt x="283758" y="59628"/>
                </a:moveTo>
                <a:lnTo>
                  <a:pt x="298488" y="66279"/>
                </a:lnTo>
                <a:lnTo>
                  <a:pt x="290627" y="55619"/>
                </a:lnTo>
                <a:close/>
                <a:moveTo>
                  <a:pt x="262160" y="59503"/>
                </a:moveTo>
                <a:lnTo>
                  <a:pt x="247430" y="55321"/>
                </a:lnTo>
                <a:lnTo>
                  <a:pt x="255291" y="65441"/>
                </a:lnTo>
                <a:close/>
                <a:moveTo>
                  <a:pt x="262160" y="59503"/>
                </a:moveTo>
                <a:lnTo>
                  <a:pt x="269028" y="55551"/>
                </a:lnTo>
                <a:lnTo>
                  <a:pt x="247430" y="55321"/>
                </a:lnTo>
                <a:close/>
                <a:moveTo>
                  <a:pt x="262160" y="59503"/>
                </a:moveTo>
                <a:lnTo>
                  <a:pt x="276890" y="66070"/>
                </a:lnTo>
                <a:lnTo>
                  <a:pt x="269028" y="55551"/>
                </a:lnTo>
                <a:close/>
                <a:moveTo>
                  <a:pt x="240561" y="58824"/>
                </a:moveTo>
                <a:lnTo>
                  <a:pt x="247430" y="55321"/>
                </a:lnTo>
                <a:lnTo>
                  <a:pt x="225831" y="56046"/>
                </a:lnTo>
                <a:close/>
                <a:moveTo>
                  <a:pt x="254299" y="51527"/>
                </a:moveTo>
                <a:lnTo>
                  <a:pt x="247430" y="55321"/>
                </a:lnTo>
                <a:lnTo>
                  <a:pt x="269028" y="55551"/>
                </a:lnTo>
                <a:close/>
                <a:moveTo>
                  <a:pt x="232700" y="51429"/>
                </a:moveTo>
                <a:lnTo>
                  <a:pt x="225831" y="56046"/>
                </a:lnTo>
                <a:lnTo>
                  <a:pt x="247430" y="55321"/>
                </a:lnTo>
                <a:close/>
                <a:moveTo>
                  <a:pt x="232700" y="51429"/>
                </a:moveTo>
                <a:lnTo>
                  <a:pt x="217970" y="50892"/>
                </a:lnTo>
                <a:lnTo>
                  <a:pt x="225831" y="56046"/>
                </a:lnTo>
                <a:close/>
                <a:moveTo>
                  <a:pt x="211102" y="54315"/>
                </a:moveTo>
                <a:lnTo>
                  <a:pt x="196372" y="53419"/>
                </a:lnTo>
                <a:lnTo>
                  <a:pt x="204233" y="57521"/>
                </a:lnTo>
                <a:close/>
                <a:moveTo>
                  <a:pt x="211102" y="54315"/>
                </a:moveTo>
                <a:lnTo>
                  <a:pt x="217970" y="50892"/>
                </a:lnTo>
                <a:lnTo>
                  <a:pt x="196372" y="53419"/>
                </a:lnTo>
                <a:close/>
                <a:moveTo>
                  <a:pt x="211102" y="54315"/>
                </a:moveTo>
                <a:lnTo>
                  <a:pt x="225831" y="56046"/>
                </a:lnTo>
                <a:lnTo>
                  <a:pt x="217970" y="50892"/>
                </a:lnTo>
                <a:close/>
                <a:moveTo>
                  <a:pt x="189503" y="56345"/>
                </a:moveTo>
                <a:lnTo>
                  <a:pt x="204233" y="57521"/>
                </a:lnTo>
                <a:lnTo>
                  <a:pt x="196372" y="53419"/>
                </a:lnTo>
                <a:close/>
                <a:moveTo>
                  <a:pt x="138445" y="49062"/>
                </a:moveTo>
                <a:lnTo>
                  <a:pt x="145314" y="47635"/>
                </a:lnTo>
                <a:lnTo>
                  <a:pt x="123715" y="49999"/>
                </a:lnTo>
                <a:close/>
                <a:moveTo>
                  <a:pt x="116846" y="54102"/>
                </a:moveTo>
                <a:lnTo>
                  <a:pt x="123715" y="49999"/>
                </a:lnTo>
                <a:lnTo>
                  <a:pt x="102116" y="53866"/>
                </a:lnTo>
                <a:close/>
                <a:moveTo>
                  <a:pt x="130584" y="46562"/>
                </a:moveTo>
                <a:lnTo>
                  <a:pt x="123715" y="49999"/>
                </a:lnTo>
                <a:lnTo>
                  <a:pt x="145314" y="47635"/>
                </a:lnTo>
                <a:close/>
                <a:moveTo>
                  <a:pt x="108985" y="50268"/>
                </a:moveTo>
                <a:lnTo>
                  <a:pt x="102116" y="53866"/>
                </a:lnTo>
                <a:lnTo>
                  <a:pt x="123715" y="49999"/>
                </a:lnTo>
                <a:close/>
                <a:moveTo>
                  <a:pt x="108985" y="50268"/>
                </a:moveTo>
                <a:lnTo>
                  <a:pt x="94255" y="44060"/>
                </a:lnTo>
                <a:lnTo>
                  <a:pt x="102116" y="53866"/>
                </a:lnTo>
                <a:close/>
                <a:moveTo>
                  <a:pt x="87387" y="51041"/>
                </a:moveTo>
                <a:lnTo>
                  <a:pt x="80518" y="56213"/>
                </a:lnTo>
                <a:lnTo>
                  <a:pt x="102116" y="53866"/>
                </a:lnTo>
                <a:close/>
                <a:moveTo>
                  <a:pt x="87387" y="51041"/>
                </a:moveTo>
                <a:lnTo>
                  <a:pt x="72657" y="41232"/>
                </a:lnTo>
                <a:lnTo>
                  <a:pt x="80518" y="56213"/>
                </a:lnTo>
                <a:close/>
                <a:moveTo>
                  <a:pt x="87387" y="51041"/>
                </a:moveTo>
                <a:lnTo>
                  <a:pt x="94255" y="44060"/>
                </a:lnTo>
                <a:lnTo>
                  <a:pt x="72657" y="41232"/>
                </a:lnTo>
                <a:close/>
                <a:moveTo>
                  <a:pt x="87387" y="51041"/>
                </a:moveTo>
                <a:lnTo>
                  <a:pt x="102116" y="53866"/>
                </a:lnTo>
                <a:lnTo>
                  <a:pt x="94255" y="44060"/>
                </a:lnTo>
                <a:close/>
                <a:moveTo>
                  <a:pt x="65788" y="49213"/>
                </a:moveTo>
                <a:lnTo>
                  <a:pt x="72657" y="41232"/>
                </a:lnTo>
                <a:lnTo>
                  <a:pt x="51058" y="37834"/>
                </a:lnTo>
                <a:close/>
                <a:moveTo>
                  <a:pt x="65788" y="49213"/>
                </a:moveTo>
                <a:lnTo>
                  <a:pt x="80518" y="56213"/>
                </a:lnTo>
                <a:lnTo>
                  <a:pt x="72657" y="41232"/>
                </a:lnTo>
                <a:close/>
                <a:moveTo>
                  <a:pt x="57927" y="29409"/>
                </a:moveTo>
                <a:lnTo>
                  <a:pt x="51058" y="37834"/>
                </a:lnTo>
                <a:lnTo>
                  <a:pt x="72657" y="41232"/>
                </a:lnTo>
                <a:close/>
                <a:moveTo>
                  <a:pt x="57927" y="29409"/>
                </a:moveTo>
                <a:lnTo>
                  <a:pt x="43197" y="19490"/>
                </a:lnTo>
                <a:lnTo>
                  <a:pt x="51058" y="37834"/>
                </a:lnTo>
                <a:close/>
                <a:moveTo>
                  <a:pt x="36328" y="25803"/>
                </a:moveTo>
                <a:lnTo>
                  <a:pt x="43197" y="19490"/>
                </a:lnTo>
                <a:lnTo>
                  <a:pt x="21599" y="14991"/>
                </a:lnTo>
                <a:close/>
                <a:moveTo>
                  <a:pt x="36328" y="25803"/>
                </a:moveTo>
                <a:lnTo>
                  <a:pt x="51058" y="37834"/>
                </a:lnTo>
                <a:lnTo>
                  <a:pt x="43197" y="19490"/>
                </a:lnTo>
                <a:close/>
                <a:moveTo>
                  <a:pt x="28467" y="8274"/>
                </a:moveTo>
                <a:lnTo>
                  <a:pt x="21599" y="14991"/>
                </a:lnTo>
                <a:lnTo>
                  <a:pt x="43197" y="19490"/>
                </a:lnTo>
                <a:close/>
                <a:moveTo>
                  <a:pt x="28467" y="8274"/>
                </a:moveTo>
                <a:lnTo>
                  <a:pt x="13737" y="0"/>
                </a:lnTo>
                <a:lnTo>
                  <a:pt x="21599" y="14991"/>
                </a:lnTo>
                <a:close/>
                <a:moveTo>
                  <a:pt x="6869" y="3267"/>
                </a:moveTo>
                <a:lnTo>
                  <a:pt x="0" y="9967"/>
                </a:lnTo>
                <a:lnTo>
                  <a:pt x="21599" y="14991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54" name="PANEL_01-slope--24-225_748">
            <a:extLst>
              <a:ext uri="{FF2B5EF4-FFF2-40B4-BE49-F238E27FC236}">
                <a16:creationId xmlns:a16="http://schemas.microsoft.com/office/drawing/2014/main" id="{FE45D5CC-FFA0-4AA3-8B6E-AE46466387EB}"/>
              </a:ext>
            </a:extLst>
          </p:cNvPr>
          <p:cNvSpPr>
            <a:spLocks/>
          </p:cNvSpPr>
          <p:nvPr/>
        </p:nvSpPr>
        <p:spPr>
          <a:xfrm>
            <a:off x="1840060" y="342791"/>
            <a:ext cx="439216" cy="108312"/>
          </a:xfrm>
          <a:custGeom>
            <a:pathLst>
              <a:path w="297496" h="73364">
                <a:moveTo>
                  <a:pt x="283758" y="43576"/>
                </a:moveTo>
                <a:lnTo>
                  <a:pt x="290627" y="28420"/>
                </a:lnTo>
                <a:lnTo>
                  <a:pt x="269028" y="35598"/>
                </a:lnTo>
                <a:close/>
                <a:moveTo>
                  <a:pt x="297496" y="13946"/>
                </a:moveTo>
                <a:lnTo>
                  <a:pt x="282766" y="7561"/>
                </a:lnTo>
                <a:lnTo>
                  <a:pt x="290627" y="28420"/>
                </a:lnTo>
                <a:close/>
                <a:moveTo>
                  <a:pt x="275897" y="19975"/>
                </a:moveTo>
                <a:lnTo>
                  <a:pt x="269028" y="35598"/>
                </a:lnTo>
                <a:lnTo>
                  <a:pt x="290627" y="28420"/>
                </a:lnTo>
                <a:close/>
                <a:moveTo>
                  <a:pt x="275897" y="19975"/>
                </a:moveTo>
                <a:lnTo>
                  <a:pt x="282766" y="7561"/>
                </a:lnTo>
                <a:lnTo>
                  <a:pt x="261167" y="15241"/>
                </a:lnTo>
                <a:close/>
                <a:moveTo>
                  <a:pt x="275897" y="19975"/>
                </a:moveTo>
                <a:lnTo>
                  <a:pt x="290627" y="28420"/>
                </a:lnTo>
                <a:lnTo>
                  <a:pt x="282766" y="7561"/>
                </a:lnTo>
                <a:close/>
                <a:moveTo>
                  <a:pt x="211102" y="47434"/>
                </a:moveTo>
                <a:lnTo>
                  <a:pt x="217970" y="34350"/>
                </a:lnTo>
                <a:lnTo>
                  <a:pt x="196372" y="41402"/>
                </a:lnTo>
                <a:close/>
                <a:moveTo>
                  <a:pt x="268036" y="0"/>
                </a:moveTo>
                <a:lnTo>
                  <a:pt x="261167" y="15241"/>
                </a:lnTo>
                <a:lnTo>
                  <a:pt x="282766" y="7561"/>
                </a:lnTo>
                <a:close/>
                <a:moveTo>
                  <a:pt x="224839" y="21198"/>
                </a:moveTo>
                <a:lnTo>
                  <a:pt x="210109" y="13963"/>
                </a:lnTo>
                <a:lnTo>
                  <a:pt x="217970" y="34350"/>
                </a:lnTo>
                <a:close/>
                <a:moveTo>
                  <a:pt x="203240" y="28208"/>
                </a:moveTo>
                <a:lnTo>
                  <a:pt x="196372" y="41402"/>
                </a:lnTo>
                <a:lnTo>
                  <a:pt x="217970" y="34350"/>
                </a:lnTo>
                <a:close/>
                <a:moveTo>
                  <a:pt x="203240" y="28208"/>
                </a:moveTo>
                <a:lnTo>
                  <a:pt x="188511" y="21680"/>
                </a:lnTo>
                <a:lnTo>
                  <a:pt x="196372" y="41402"/>
                </a:lnTo>
                <a:close/>
                <a:moveTo>
                  <a:pt x="203240" y="28208"/>
                </a:moveTo>
                <a:lnTo>
                  <a:pt x="210109" y="13963"/>
                </a:lnTo>
                <a:lnTo>
                  <a:pt x="188511" y="21680"/>
                </a:lnTo>
                <a:close/>
                <a:moveTo>
                  <a:pt x="203240" y="28208"/>
                </a:moveTo>
                <a:lnTo>
                  <a:pt x="217970" y="34350"/>
                </a:lnTo>
                <a:lnTo>
                  <a:pt x="210109" y="13963"/>
                </a:lnTo>
                <a:close/>
                <a:moveTo>
                  <a:pt x="181642" y="35330"/>
                </a:moveTo>
                <a:lnTo>
                  <a:pt x="196372" y="41402"/>
                </a:lnTo>
                <a:lnTo>
                  <a:pt x="188511" y="21680"/>
                </a:lnTo>
                <a:close/>
                <a:moveTo>
                  <a:pt x="116846" y="69033"/>
                </a:moveTo>
                <a:lnTo>
                  <a:pt x="123715" y="54084"/>
                </a:lnTo>
                <a:lnTo>
                  <a:pt x="102116" y="61063"/>
                </a:lnTo>
                <a:close/>
                <a:moveTo>
                  <a:pt x="108985" y="51244"/>
                </a:moveTo>
                <a:lnTo>
                  <a:pt x="102116" y="61063"/>
                </a:lnTo>
                <a:lnTo>
                  <a:pt x="123715" y="54084"/>
                </a:lnTo>
                <a:close/>
                <a:moveTo>
                  <a:pt x="108985" y="51244"/>
                </a:moveTo>
                <a:lnTo>
                  <a:pt x="94255" y="44795"/>
                </a:lnTo>
                <a:lnTo>
                  <a:pt x="102116" y="61063"/>
                </a:lnTo>
                <a:close/>
                <a:moveTo>
                  <a:pt x="108985" y="51244"/>
                </a:moveTo>
                <a:lnTo>
                  <a:pt x="115854" y="37056"/>
                </a:lnTo>
                <a:lnTo>
                  <a:pt x="94255" y="44795"/>
                </a:lnTo>
                <a:close/>
                <a:moveTo>
                  <a:pt x="87387" y="53625"/>
                </a:moveTo>
                <a:lnTo>
                  <a:pt x="72657" y="49227"/>
                </a:lnTo>
                <a:lnTo>
                  <a:pt x="80518" y="63022"/>
                </a:lnTo>
                <a:close/>
                <a:moveTo>
                  <a:pt x="87387" y="53625"/>
                </a:moveTo>
                <a:lnTo>
                  <a:pt x="94255" y="44795"/>
                </a:lnTo>
                <a:lnTo>
                  <a:pt x="72657" y="49227"/>
                </a:lnTo>
                <a:close/>
                <a:moveTo>
                  <a:pt x="87387" y="53625"/>
                </a:moveTo>
                <a:lnTo>
                  <a:pt x="102116" y="61063"/>
                </a:lnTo>
                <a:lnTo>
                  <a:pt x="94255" y="44795"/>
                </a:lnTo>
                <a:close/>
                <a:moveTo>
                  <a:pt x="65788" y="56218"/>
                </a:moveTo>
                <a:lnTo>
                  <a:pt x="72657" y="49227"/>
                </a:lnTo>
                <a:lnTo>
                  <a:pt x="51058" y="56033"/>
                </a:lnTo>
                <a:close/>
                <a:moveTo>
                  <a:pt x="79525" y="40340"/>
                </a:moveTo>
                <a:lnTo>
                  <a:pt x="72657" y="49227"/>
                </a:lnTo>
                <a:lnTo>
                  <a:pt x="94255" y="44795"/>
                </a:lnTo>
                <a:close/>
                <a:moveTo>
                  <a:pt x="57927" y="46725"/>
                </a:moveTo>
                <a:lnTo>
                  <a:pt x="51058" y="56033"/>
                </a:lnTo>
                <a:lnTo>
                  <a:pt x="72657" y="49227"/>
                </a:lnTo>
                <a:close/>
                <a:moveTo>
                  <a:pt x="57927" y="46725"/>
                </a:moveTo>
                <a:lnTo>
                  <a:pt x="43197" y="51539"/>
                </a:lnTo>
                <a:lnTo>
                  <a:pt x="51058" y="56033"/>
                </a:lnTo>
                <a:close/>
                <a:moveTo>
                  <a:pt x="57927" y="46725"/>
                </a:moveTo>
                <a:lnTo>
                  <a:pt x="72657" y="49227"/>
                </a:lnTo>
                <a:lnTo>
                  <a:pt x="64796" y="40753"/>
                </a:lnTo>
                <a:close/>
                <a:moveTo>
                  <a:pt x="36328" y="58598"/>
                </a:moveTo>
                <a:lnTo>
                  <a:pt x="29460" y="65967"/>
                </a:lnTo>
                <a:lnTo>
                  <a:pt x="51058" y="56033"/>
                </a:lnTo>
                <a:close/>
                <a:moveTo>
                  <a:pt x="36328" y="58598"/>
                </a:moveTo>
                <a:lnTo>
                  <a:pt x="21599" y="64017"/>
                </a:lnTo>
                <a:lnTo>
                  <a:pt x="29460" y="65967"/>
                </a:lnTo>
                <a:close/>
                <a:moveTo>
                  <a:pt x="36328" y="58598"/>
                </a:moveTo>
                <a:lnTo>
                  <a:pt x="51058" y="56033"/>
                </a:lnTo>
                <a:lnTo>
                  <a:pt x="43197" y="51539"/>
                </a:lnTo>
                <a:close/>
                <a:moveTo>
                  <a:pt x="14730" y="70612"/>
                </a:moveTo>
                <a:lnTo>
                  <a:pt x="21599" y="64017"/>
                </a:lnTo>
                <a:lnTo>
                  <a:pt x="0" y="73364"/>
                </a:lnTo>
                <a:close/>
                <a:moveTo>
                  <a:pt x="14730" y="70612"/>
                </a:moveTo>
                <a:lnTo>
                  <a:pt x="29460" y="65967"/>
                </a:lnTo>
                <a:lnTo>
                  <a:pt x="21599" y="64017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55" name="PANEL_01-slope--24-230_749">
            <a:extLst>
              <a:ext uri="{FF2B5EF4-FFF2-40B4-BE49-F238E27FC236}">
                <a16:creationId xmlns:a16="http://schemas.microsoft.com/office/drawing/2014/main" id="{D76882F5-096B-425F-858C-6CB1BD6D4E6E}"/>
              </a:ext>
            </a:extLst>
          </p:cNvPr>
          <p:cNvSpPr>
            <a:spLocks/>
          </p:cNvSpPr>
          <p:nvPr/>
        </p:nvSpPr>
        <p:spPr>
          <a:xfrm>
            <a:off x="2000963" y="310008"/>
            <a:ext cx="407328" cy="122275"/>
          </a:xfrm>
          <a:custGeom>
            <a:pathLst>
              <a:path w="275897" h="82821">
                <a:moveTo>
                  <a:pt x="261167" y="21209"/>
                </a:moveTo>
                <a:lnTo>
                  <a:pt x="254299" y="34472"/>
                </a:lnTo>
                <a:lnTo>
                  <a:pt x="275897" y="20544"/>
                </a:lnTo>
                <a:close/>
                <a:moveTo>
                  <a:pt x="261167" y="21209"/>
                </a:moveTo>
                <a:lnTo>
                  <a:pt x="246437" y="17042"/>
                </a:lnTo>
                <a:lnTo>
                  <a:pt x="254299" y="34472"/>
                </a:lnTo>
                <a:close/>
                <a:moveTo>
                  <a:pt x="261167" y="21209"/>
                </a:moveTo>
                <a:lnTo>
                  <a:pt x="268036" y="4404"/>
                </a:lnTo>
                <a:lnTo>
                  <a:pt x="246437" y="17042"/>
                </a:lnTo>
                <a:close/>
                <a:moveTo>
                  <a:pt x="261167" y="21209"/>
                </a:moveTo>
                <a:lnTo>
                  <a:pt x="275897" y="20544"/>
                </a:lnTo>
                <a:lnTo>
                  <a:pt x="268036" y="4404"/>
                </a:lnTo>
                <a:close/>
                <a:moveTo>
                  <a:pt x="239569" y="34388"/>
                </a:moveTo>
                <a:lnTo>
                  <a:pt x="232700" y="49883"/>
                </a:lnTo>
                <a:lnTo>
                  <a:pt x="254299" y="34472"/>
                </a:lnTo>
                <a:close/>
                <a:moveTo>
                  <a:pt x="239569" y="34388"/>
                </a:moveTo>
                <a:lnTo>
                  <a:pt x="224839" y="30230"/>
                </a:lnTo>
                <a:lnTo>
                  <a:pt x="232700" y="49883"/>
                </a:lnTo>
                <a:close/>
                <a:moveTo>
                  <a:pt x="239569" y="34388"/>
                </a:moveTo>
                <a:lnTo>
                  <a:pt x="246437" y="17042"/>
                </a:lnTo>
                <a:lnTo>
                  <a:pt x="224839" y="30230"/>
                </a:lnTo>
                <a:close/>
                <a:moveTo>
                  <a:pt x="239569" y="34388"/>
                </a:moveTo>
                <a:lnTo>
                  <a:pt x="254299" y="34472"/>
                </a:lnTo>
                <a:lnTo>
                  <a:pt x="246437" y="17042"/>
                </a:lnTo>
                <a:close/>
                <a:moveTo>
                  <a:pt x="217970" y="47956"/>
                </a:moveTo>
                <a:lnTo>
                  <a:pt x="203240" y="42124"/>
                </a:lnTo>
                <a:lnTo>
                  <a:pt x="211102" y="63507"/>
                </a:lnTo>
                <a:close/>
                <a:moveTo>
                  <a:pt x="217970" y="47956"/>
                </a:moveTo>
                <a:lnTo>
                  <a:pt x="224839" y="30230"/>
                </a:lnTo>
                <a:lnTo>
                  <a:pt x="203240" y="42124"/>
                </a:lnTo>
                <a:close/>
                <a:moveTo>
                  <a:pt x="217970" y="47956"/>
                </a:moveTo>
                <a:lnTo>
                  <a:pt x="232700" y="49883"/>
                </a:lnTo>
                <a:lnTo>
                  <a:pt x="224839" y="30230"/>
                </a:lnTo>
                <a:close/>
                <a:moveTo>
                  <a:pt x="196372" y="58386"/>
                </a:moveTo>
                <a:lnTo>
                  <a:pt x="203240" y="42124"/>
                </a:lnTo>
                <a:lnTo>
                  <a:pt x="181642" y="50625"/>
                </a:lnTo>
                <a:close/>
                <a:moveTo>
                  <a:pt x="196372" y="58386"/>
                </a:moveTo>
                <a:lnTo>
                  <a:pt x="211102" y="63507"/>
                </a:lnTo>
                <a:lnTo>
                  <a:pt x="203240" y="42124"/>
                </a:lnTo>
                <a:close/>
                <a:moveTo>
                  <a:pt x="253306" y="0"/>
                </a:moveTo>
                <a:lnTo>
                  <a:pt x="246437" y="17042"/>
                </a:lnTo>
                <a:lnTo>
                  <a:pt x="268036" y="4404"/>
                </a:lnTo>
                <a:close/>
                <a:moveTo>
                  <a:pt x="231708" y="12571"/>
                </a:moveTo>
                <a:lnTo>
                  <a:pt x="224839" y="30230"/>
                </a:lnTo>
                <a:lnTo>
                  <a:pt x="246437" y="17042"/>
                </a:lnTo>
                <a:close/>
                <a:moveTo>
                  <a:pt x="210109" y="26004"/>
                </a:moveTo>
                <a:lnTo>
                  <a:pt x="203240" y="42124"/>
                </a:lnTo>
                <a:lnTo>
                  <a:pt x="224839" y="30230"/>
                </a:lnTo>
                <a:close/>
                <a:moveTo>
                  <a:pt x="210109" y="26004"/>
                </a:moveTo>
                <a:lnTo>
                  <a:pt x="195379" y="22971"/>
                </a:lnTo>
                <a:lnTo>
                  <a:pt x="203240" y="42124"/>
                </a:lnTo>
                <a:close/>
                <a:moveTo>
                  <a:pt x="210109" y="26004"/>
                </a:moveTo>
                <a:lnTo>
                  <a:pt x="224839" y="30230"/>
                </a:lnTo>
                <a:lnTo>
                  <a:pt x="216978" y="11595"/>
                </a:lnTo>
                <a:close/>
                <a:moveTo>
                  <a:pt x="188511" y="36151"/>
                </a:moveTo>
                <a:lnTo>
                  <a:pt x="181642" y="50625"/>
                </a:lnTo>
                <a:lnTo>
                  <a:pt x="203240" y="42124"/>
                </a:lnTo>
                <a:close/>
                <a:moveTo>
                  <a:pt x="188511" y="36151"/>
                </a:moveTo>
                <a:lnTo>
                  <a:pt x="203240" y="42124"/>
                </a:lnTo>
                <a:lnTo>
                  <a:pt x="195379" y="22971"/>
                </a:lnTo>
                <a:close/>
                <a:moveTo>
                  <a:pt x="166912" y="42180"/>
                </a:moveTo>
                <a:lnTo>
                  <a:pt x="152182" y="37446"/>
                </a:lnTo>
                <a:lnTo>
                  <a:pt x="160043" y="57803"/>
                </a:lnTo>
                <a:close/>
                <a:moveTo>
                  <a:pt x="145314" y="51949"/>
                </a:moveTo>
                <a:lnTo>
                  <a:pt x="130584" y="47892"/>
                </a:lnTo>
                <a:lnTo>
                  <a:pt x="138445" y="66156"/>
                </a:lnTo>
                <a:close/>
                <a:moveTo>
                  <a:pt x="145314" y="51949"/>
                </a:moveTo>
                <a:lnTo>
                  <a:pt x="152182" y="37446"/>
                </a:lnTo>
                <a:lnTo>
                  <a:pt x="130584" y="47892"/>
                </a:lnTo>
                <a:close/>
                <a:moveTo>
                  <a:pt x="145314" y="51949"/>
                </a:moveTo>
                <a:lnTo>
                  <a:pt x="160043" y="57803"/>
                </a:lnTo>
                <a:lnTo>
                  <a:pt x="152182" y="37446"/>
                </a:lnTo>
                <a:close/>
                <a:moveTo>
                  <a:pt x="123715" y="62766"/>
                </a:moveTo>
                <a:lnTo>
                  <a:pt x="130584" y="47892"/>
                </a:lnTo>
                <a:lnTo>
                  <a:pt x="108985" y="56555"/>
                </a:lnTo>
                <a:close/>
                <a:moveTo>
                  <a:pt x="123715" y="62766"/>
                </a:moveTo>
                <a:lnTo>
                  <a:pt x="138445" y="66156"/>
                </a:lnTo>
                <a:lnTo>
                  <a:pt x="130584" y="47892"/>
                </a:lnTo>
                <a:close/>
                <a:moveTo>
                  <a:pt x="137452" y="33450"/>
                </a:moveTo>
                <a:lnTo>
                  <a:pt x="130584" y="47892"/>
                </a:lnTo>
                <a:lnTo>
                  <a:pt x="152182" y="37446"/>
                </a:lnTo>
                <a:close/>
                <a:moveTo>
                  <a:pt x="137452" y="33450"/>
                </a:moveTo>
                <a:lnTo>
                  <a:pt x="122722" y="28018"/>
                </a:lnTo>
                <a:lnTo>
                  <a:pt x="130584" y="47892"/>
                </a:lnTo>
                <a:close/>
                <a:moveTo>
                  <a:pt x="115854" y="43403"/>
                </a:moveTo>
                <a:lnTo>
                  <a:pt x="108985" y="56555"/>
                </a:lnTo>
                <a:lnTo>
                  <a:pt x="130584" y="47892"/>
                </a:lnTo>
                <a:close/>
                <a:moveTo>
                  <a:pt x="115854" y="43403"/>
                </a:moveTo>
                <a:lnTo>
                  <a:pt x="130584" y="47892"/>
                </a:lnTo>
                <a:lnTo>
                  <a:pt x="122722" y="28018"/>
                </a:lnTo>
                <a:close/>
                <a:moveTo>
                  <a:pt x="72657" y="57535"/>
                </a:moveTo>
                <a:lnTo>
                  <a:pt x="65788" y="72194"/>
                </a:lnTo>
                <a:lnTo>
                  <a:pt x="87387" y="63607"/>
                </a:lnTo>
                <a:close/>
                <a:moveTo>
                  <a:pt x="72657" y="57535"/>
                </a:moveTo>
                <a:lnTo>
                  <a:pt x="57927" y="52850"/>
                </a:lnTo>
                <a:lnTo>
                  <a:pt x="65788" y="72194"/>
                </a:lnTo>
                <a:close/>
                <a:moveTo>
                  <a:pt x="72657" y="57535"/>
                </a:moveTo>
                <a:lnTo>
                  <a:pt x="79525" y="43885"/>
                </a:lnTo>
                <a:lnTo>
                  <a:pt x="57927" y="52850"/>
                </a:lnTo>
                <a:close/>
                <a:moveTo>
                  <a:pt x="51058" y="67524"/>
                </a:moveTo>
                <a:lnTo>
                  <a:pt x="36328" y="64022"/>
                </a:lnTo>
                <a:lnTo>
                  <a:pt x="44190" y="82821"/>
                </a:lnTo>
                <a:close/>
                <a:moveTo>
                  <a:pt x="51058" y="67524"/>
                </a:moveTo>
                <a:lnTo>
                  <a:pt x="57927" y="52850"/>
                </a:lnTo>
                <a:lnTo>
                  <a:pt x="36328" y="64022"/>
                </a:lnTo>
                <a:close/>
                <a:moveTo>
                  <a:pt x="51058" y="67524"/>
                </a:moveTo>
                <a:lnTo>
                  <a:pt x="65788" y="72194"/>
                </a:lnTo>
                <a:lnTo>
                  <a:pt x="57927" y="52850"/>
                </a:lnTo>
                <a:close/>
                <a:moveTo>
                  <a:pt x="29460" y="79475"/>
                </a:moveTo>
                <a:lnTo>
                  <a:pt x="36328" y="64022"/>
                </a:lnTo>
                <a:lnTo>
                  <a:pt x="14730" y="76289"/>
                </a:lnTo>
                <a:close/>
                <a:moveTo>
                  <a:pt x="64796" y="38244"/>
                </a:moveTo>
                <a:lnTo>
                  <a:pt x="57927" y="52850"/>
                </a:lnTo>
                <a:lnTo>
                  <a:pt x="79525" y="43885"/>
                </a:lnTo>
                <a:close/>
                <a:moveTo>
                  <a:pt x="43197" y="48095"/>
                </a:moveTo>
                <a:lnTo>
                  <a:pt x="36328" y="64022"/>
                </a:lnTo>
                <a:lnTo>
                  <a:pt x="57927" y="52850"/>
                </a:lnTo>
                <a:close/>
                <a:moveTo>
                  <a:pt x="43197" y="48095"/>
                </a:moveTo>
                <a:lnTo>
                  <a:pt x="28467" y="47736"/>
                </a:lnTo>
                <a:lnTo>
                  <a:pt x="36328" y="64022"/>
                </a:lnTo>
                <a:close/>
                <a:moveTo>
                  <a:pt x="43197" y="48095"/>
                </a:moveTo>
                <a:lnTo>
                  <a:pt x="57927" y="52850"/>
                </a:lnTo>
                <a:lnTo>
                  <a:pt x="50066" y="36524"/>
                </a:lnTo>
                <a:close/>
                <a:moveTo>
                  <a:pt x="21599" y="60996"/>
                </a:moveTo>
                <a:lnTo>
                  <a:pt x="14730" y="76289"/>
                </a:lnTo>
                <a:lnTo>
                  <a:pt x="36328" y="64022"/>
                </a:lnTo>
                <a:close/>
                <a:moveTo>
                  <a:pt x="21599" y="60996"/>
                </a:moveTo>
                <a:lnTo>
                  <a:pt x="6869" y="59261"/>
                </a:lnTo>
                <a:lnTo>
                  <a:pt x="14730" y="76289"/>
                </a:lnTo>
                <a:close/>
                <a:moveTo>
                  <a:pt x="21599" y="60996"/>
                </a:moveTo>
                <a:lnTo>
                  <a:pt x="36328" y="64022"/>
                </a:lnTo>
                <a:lnTo>
                  <a:pt x="28467" y="47736"/>
                </a:lnTo>
                <a:close/>
                <a:moveTo>
                  <a:pt x="0" y="73449"/>
                </a:moveTo>
                <a:lnTo>
                  <a:pt x="14730" y="76289"/>
                </a:lnTo>
                <a:lnTo>
                  <a:pt x="6869" y="59261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56" name="PANEL_01-water--24-230_750">
            <a:extLst>
              <a:ext uri="{FF2B5EF4-FFF2-40B4-BE49-F238E27FC236}">
                <a16:creationId xmlns:a16="http://schemas.microsoft.com/office/drawing/2014/main" id="{9C105470-B204-4356-985F-14F59C22A118}"/>
              </a:ext>
            </a:extLst>
          </p:cNvPr>
          <p:cNvSpPr>
            <a:spLocks/>
          </p:cNvSpPr>
          <p:nvPr/>
        </p:nvSpPr>
        <p:spPr>
          <a:xfrm>
            <a:off x="1228336" y="476281"/>
            <a:ext cx="547950" cy="29940"/>
          </a:xfrm>
          <a:custGeom>
            <a:pathLst>
              <a:path w="371145" h="20280">
                <a:moveTo>
                  <a:pt x="342678" y="17950"/>
                </a:moveTo>
                <a:lnTo>
                  <a:pt x="349546" y="11035"/>
                </a:lnTo>
                <a:lnTo>
                  <a:pt x="327948" y="14725"/>
                </a:lnTo>
                <a:close/>
                <a:moveTo>
                  <a:pt x="356415" y="4119"/>
                </a:moveTo>
                <a:lnTo>
                  <a:pt x="349546" y="11035"/>
                </a:lnTo>
                <a:lnTo>
                  <a:pt x="371145" y="7344"/>
                </a:lnTo>
                <a:close/>
                <a:moveTo>
                  <a:pt x="334817" y="7810"/>
                </a:moveTo>
                <a:lnTo>
                  <a:pt x="327948" y="14725"/>
                </a:lnTo>
                <a:lnTo>
                  <a:pt x="349546" y="11035"/>
                </a:lnTo>
                <a:close/>
                <a:moveTo>
                  <a:pt x="334817" y="7810"/>
                </a:moveTo>
                <a:lnTo>
                  <a:pt x="320087" y="4585"/>
                </a:lnTo>
                <a:lnTo>
                  <a:pt x="327948" y="14725"/>
                </a:lnTo>
                <a:close/>
                <a:moveTo>
                  <a:pt x="334817" y="7810"/>
                </a:moveTo>
                <a:lnTo>
                  <a:pt x="349546" y="11035"/>
                </a:lnTo>
                <a:lnTo>
                  <a:pt x="341685" y="895"/>
                </a:lnTo>
                <a:close/>
                <a:moveTo>
                  <a:pt x="313218" y="11501"/>
                </a:moveTo>
                <a:lnTo>
                  <a:pt x="306349" y="18416"/>
                </a:lnTo>
                <a:lnTo>
                  <a:pt x="327948" y="14725"/>
                </a:lnTo>
                <a:close/>
                <a:moveTo>
                  <a:pt x="313218" y="11501"/>
                </a:moveTo>
                <a:lnTo>
                  <a:pt x="298488" y="8276"/>
                </a:lnTo>
                <a:lnTo>
                  <a:pt x="306349" y="18416"/>
                </a:lnTo>
                <a:close/>
                <a:moveTo>
                  <a:pt x="313218" y="11501"/>
                </a:moveTo>
                <a:lnTo>
                  <a:pt x="320087" y="4585"/>
                </a:lnTo>
                <a:lnTo>
                  <a:pt x="298488" y="8276"/>
                </a:lnTo>
                <a:close/>
                <a:moveTo>
                  <a:pt x="313218" y="11501"/>
                </a:moveTo>
                <a:lnTo>
                  <a:pt x="327948" y="14725"/>
                </a:lnTo>
                <a:lnTo>
                  <a:pt x="320087" y="4585"/>
                </a:lnTo>
                <a:close/>
                <a:moveTo>
                  <a:pt x="291620" y="15191"/>
                </a:moveTo>
                <a:lnTo>
                  <a:pt x="298488" y="8276"/>
                </a:lnTo>
                <a:lnTo>
                  <a:pt x="276890" y="11967"/>
                </a:lnTo>
                <a:close/>
                <a:moveTo>
                  <a:pt x="291620" y="15191"/>
                </a:moveTo>
                <a:lnTo>
                  <a:pt x="306349" y="18416"/>
                </a:lnTo>
                <a:lnTo>
                  <a:pt x="298488" y="8276"/>
                </a:lnTo>
                <a:close/>
                <a:moveTo>
                  <a:pt x="283758" y="5051"/>
                </a:moveTo>
                <a:lnTo>
                  <a:pt x="276890" y="11967"/>
                </a:lnTo>
                <a:lnTo>
                  <a:pt x="298488" y="8276"/>
                </a:lnTo>
                <a:close/>
                <a:moveTo>
                  <a:pt x="283758" y="5051"/>
                </a:moveTo>
                <a:lnTo>
                  <a:pt x="269028" y="1827"/>
                </a:lnTo>
                <a:lnTo>
                  <a:pt x="276890" y="11967"/>
                </a:lnTo>
                <a:close/>
                <a:moveTo>
                  <a:pt x="262160" y="8742"/>
                </a:moveTo>
                <a:lnTo>
                  <a:pt x="255291" y="15657"/>
                </a:lnTo>
                <a:lnTo>
                  <a:pt x="276890" y="11967"/>
                </a:lnTo>
                <a:close/>
                <a:moveTo>
                  <a:pt x="262160" y="8742"/>
                </a:moveTo>
                <a:lnTo>
                  <a:pt x="247430" y="5517"/>
                </a:lnTo>
                <a:lnTo>
                  <a:pt x="255291" y="15657"/>
                </a:lnTo>
                <a:close/>
                <a:moveTo>
                  <a:pt x="262160" y="8742"/>
                </a:moveTo>
                <a:lnTo>
                  <a:pt x="276890" y="11967"/>
                </a:lnTo>
                <a:lnTo>
                  <a:pt x="269028" y="1827"/>
                </a:lnTo>
                <a:close/>
                <a:moveTo>
                  <a:pt x="240561" y="12433"/>
                </a:moveTo>
                <a:lnTo>
                  <a:pt x="225831" y="9208"/>
                </a:lnTo>
                <a:lnTo>
                  <a:pt x="233693" y="19348"/>
                </a:lnTo>
                <a:close/>
                <a:moveTo>
                  <a:pt x="240561" y="12433"/>
                </a:moveTo>
                <a:lnTo>
                  <a:pt x="247430" y="5517"/>
                </a:lnTo>
                <a:lnTo>
                  <a:pt x="225831" y="9208"/>
                </a:lnTo>
                <a:close/>
                <a:moveTo>
                  <a:pt x="240561" y="12433"/>
                </a:moveTo>
                <a:lnTo>
                  <a:pt x="255291" y="15657"/>
                </a:lnTo>
                <a:lnTo>
                  <a:pt x="247430" y="5517"/>
                </a:lnTo>
                <a:close/>
                <a:moveTo>
                  <a:pt x="218963" y="16123"/>
                </a:moveTo>
                <a:lnTo>
                  <a:pt x="225831" y="9208"/>
                </a:lnTo>
                <a:lnTo>
                  <a:pt x="204233" y="12899"/>
                </a:lnTo>
                <a:close/>
                <a:moveTo>
                  <a:pt x="218963" y="16123"/>
                </a:moveTo>
                <a:lnTo>
                  <a:pt x="233693" y="19348"/>
                </a:lnTo>
                <a:lnTo>
                  <a:pt x="225831" y="9208"/>
                </a:lnTo>
                <a:close/>
                <a:moveTo>
                  <a:pt x="232700" y="2293"/>
                </a:moveTo>
                <a:lnTo>
                  <a:pt x="225831" y="9208"/>
                </a:lnTo>
                <a:lnTo>
                  <a:pt x="247430" y="5517"/>
                </a:lnTo>
                <a:close/>
                <a:moveTo>
                  <a:pt x="211102" y="5983"/>
                </a:moveTo>
                <a:lnTo>
                  <a:pt x="204233" y="12899"/>
                </a:lnTo>
                <a:lnTo>
                  <a:pt x="225831" y="9208"/>
                </a:lnTo>
                <a:close/>
                <a:moveTo>
                  <a:pt x="211102" y="5983"/>
                </a:moveTo>
                <a:lnTo>
                  <a:pt x="196372" y="2759"/>
                </a:lnTo>
                <a:lnTo>
                  <a:pt x="204233" y="12899"/>
                </a:lnTo>
                <a:close/>
                <a:moveTo>
                  <a:pt x="189503" y="9674"/>
                </a:moveTo>
                <a:lnTo>
                  <a:pt x="182634" y="16589"/>
                </a:lnTo>
                <a:lnTo>
                  <a:pt x="204233" y="12899"/>
                </a:lnTo>
                <a:close/>
                <a:moveTo>
                  <a:pt x="189503" y="9674"/>
                </a:moveTo>
                <a:lnTo>
                  <a:pt x="174773" y="6449"/>
                </a:lnTo>
                <a:lnTo>
                  <a:pt x="182634" y="16589"/>
                </a:lnTo>
                <a:close/>
                <a:moveTo>
                  <a:pt x="189503" y="9674"/>
                </a:moveTo>
                <a:lnTo>
                  <a:pt x="196372" y="2759"/>
                </a:lnTo>
                <a:lnTo>
                  <a:pt x="174773" y="6449"/>
                </a:lnTo>
                <a:close/>
                <a:moveTo>
                  <a:pt x="189503" y="9674"/>
                </a:moveTo>
                <a:lnTo>
                  <a:pt x="204233" y="12899"/>
                </a:lnTo>
                <a:lnTo>
                  <a:pt x="196372" y="2759"/>
                </a:lnTo>
                <a:close/>
                <a:moveTo>
                  <a:pt x="167905" y="13365"/>
                </a:moveTo>
                <a:lnTo>
                  <a:pt x="153175" y="10140"/>
                </a:lnTo>
                <a:lnTo>
                  <a:pt x="161036" y="20280"/>
                </a:lnTo>
                <a:close/>
                <a:moveTo>
                  <a:pt x="167905" y="13365"/>
                </a:moveTo>
                <a:lnTo>
                  <a:pt x="174773" y="6449"/>
                </a:lnTo>
                <a:lnTo>
                  <a:pt x="153175" y="10140"/>
                </a:lnTo>
                <a:close/>
                <a:moveTo>
                  <a:pt x="167905" y="13365"/>
                </a:moveTo>
                <a:lnTo>
                  <a:pt x="182634" y="16589"/>
                </a:lnTo>
                <a:lnTo>
                  <a:pt x="174773" y="6449"/>
                </a:lnTo>
                <a:close/>
                <a:moveTo>
                  <a:pt x="146306" y="17055"/>
                </a:moveTo>
                <a:lnTo>
                  <a:pt x="153175" y="10140"/>
                </a:lnTo>
                <a:lnTo>
                  <a:pt x="131576" y="13831"/>
                </a:lnTo>
                <a:close/>
                <a:moveTo>
                  <a:pt x="160043" y="3225"/>
                </a:moveTo>
                <a:lnTo>
                  <a:pt x="153175" y="10140"/>
                </a:lnTo>
                <a:lnTo>
                  <a:pt x="174773" y="6449"/>
                </a:lnTo>
                <a:close/>
                <a:moveTo>
                  <a:pt x="138445" y="6915"/>
                </a:moveTo>
                <a:lnTo>
                  <a:pt x="131576" y="13831"/>
                </a:lnTo>
                <a:lnTo>
                  <a:pt x="153175" y="10140"/>
                </a:lnTo>
                <a:close/>
                <a:moveTo>
                  <a:pt x="138445" y="6915"/>
                </a:moveTo>
                <a:lnTo>
                  <a:pt x="123715" y="3691"/>
                </a:lnTo>
                <a:lnTo>
                  <a:pt x="131576" y="13831"/>
                </a:lnTo>
                <a:close/>
                <a:moveTo>
                  <a:pt x="138445" y="6915"/>
                </a:moveTo>
                <a:lnTo>
                  <a:pt x="153175" y="10140"/>
                </a:lnTo>
                <a:lnTo>
                  <a:pt x="145314" y="0"/>
                </a:lnTo>
                <a:close/>
                <a:moveTo>
                  <a:pt x="116846" y="10606"/>
                </a:moveTo>
                <a:lnTo>
                  <a:pt x="109978" y="17521"/>
                </a:lnTo>
                <a:lnTo>
                  <a:pt x="131576" y="13831"/>
                </a:lnTo>
                <a:close/>
                <a:moveTo>
                  <a:pt x="116846" y="10606"/>
                </a:moveTo>
                <a:lnTo>
                  <a:pt x="102116" y="7381"/>
                </a:lnTo>
                <a:lnTo>
                  <a:pt x="109978" y="17521"/>
                </a:lnTo>
                <a:close/>
                <a:moveTo>
                  <a:pt x="116846" y="10606"/>
                </a:moveTo>
                <a:lnTo>
                  <a:pt x="123715" y="3691"/>
                </a:lnTo>
                <a:lnTo>
                  <a:pt x="102116" y="7381"/>
                </a:lnTo>
                <a:close/>
                <a:moveTo>
                  <a:pt x="116846" y="10606"/>
                </a:moveTo>
                <a:lnTo>
                  <a:pt x="131576" y="13831"/>
                </a:lnTo>
                <a:lnTo>
                  <a:pt x="123715" y="3691"/>
                </a:lnTo>
                <a:close/>
                <a:moveTo>
                  <a:pt x="95248" y="14296"/>
                </a:moveTo>
                <a:lnTo>
                  <a:pt x="102116" y="7381"/>
                </a:lnTo>
                <a:lnTo>
                  <a:pt x="80518" y="11072"/>
                </a:lnTo>
                <a:close/>
                <a:moveTo>
                  <a:pt x="95248" y="14296"/>
                </a:moveTo>
                <a:lnTo>
                  <a:pt x="109978" y="17521"/>
                </a:lnTo>
                <a:lnTo>
                  <a:pt x="102116" y="7381"/>
                </a:lnTo>
                <a:close/>
                <a:moveTo>
                  <a:pt x="73649" y="17987"/>
                </a:moveTo>
                <a:lnTo>
                  <a:pt x="80518" y="11072"/>
                </a:lnTo>
                <a:lnTo>
                  <a:pt x="58919" y="14762"/>
                </a:lnTo>
                <a:close/>
                <a:moveTo>
                  <a:pt x="87387" y="4157"/>
                </a:moveTo>
                <a:lnTo>
                  <a:pt x="80518" y="11072"/>
                </a:lnTo>
                <a:lnTo>
                  <a:pt x="102116" y="7381"/>
                </a:lnTo>
                <a:close/>
                <a:moveTo>
                  <a:pt x="65788" y="7847"/>
                </a:moveTo>
                <a:lnTo>
                  <a:pt x="58919" y="14762"/>
                </a:lnTo>
                <a:lnTo>
                  <a:pt x="80518" y="11072"/>
                </a:lnTo>
                <a:close/>
                <a:moveTo>
                  <a:pt x="65788" y="7847"/>
                </a:moveTo>
                <a:lnTo>
                  <a:pt x="51058" y="4623"/>
                </a:lnTo>
                <a:lnTo>
                  <a:pt x="58919" y="14762"/>
                </a:lnTo>
                <a:close/>
                <a:moveTo>
                  <a:pt x="65788" y="7847"/>
                </a:moveTo>
                <a:lnTo>
                  <a:pt x="80518" y="11072"/>
                </a:lnTo>
                <a:lnTo>
                  <a:pt x="72657" y="932"/>
                </a:lnTo>
                <a:close/>
                <a:moveTo>
                  <a:pt x="44190" y="11538"/>
                </a:moveTo>
                <a:lnTo>
                  <a:pt x="37321" y="18453"/>
                </a:lnTo>
                <a:lnTo>
                  <a:pt x="58919" y="14762"/>
                </a:lnTo>
                <a:close/>
                <a:moveTo>
                  <a:pt x="44190" y="11538"/>
                </a:moveTo>
                <a:lnTo>
                  <a:pt x="29460" y="8313"/>
                </a:lnTo>
                <a:lnTo>
                  <a:pt x="37321" y="18453"/>
                </a:lnTo>
                <a:close/>
                <a:moveTo>
                  <a:pt x="44190" y="11538"/>
                </a:moveTo>
                <a:lnTo>
                  <a:pt x="51058" y="4623"/>
                </a:lnTo>
                <a:lnTo>
                  <a:pt x="29460" y="8313"/>
                </a:lnTo>
                <a:close/>
                <a:moveTo>
                  <a:pt x="44190" y="11538"/>
                </a:moveTo>
                <a:lnTo>
                  <a:pt x="58919" y="14762"/>
                </a:lnTo>
                <a:lnTo>
                  <a:pt x="51058" y="4623"/>
                </a:lnTo>
                <a:close/>
                <a:moveTo>
                  <a:pt x="14730" y="5089"/>
                </a:moveTo>
                <a:lnTo>
                  <a:pt x="7861" y="12004"/>
                </a:lnTo>
                <a:lnTo>
                  <a:pt x="29460" y="8313"/>
                </a:lnTo>
                <a:close/>
                <a:moveTo>
                  <a:pt x="14730" y="5089"/>
                </a:moveTo>
                <a:lnTo>
                  <a:pt x="0" y="1864"/>
                </a:lnTo>
                <a:lnTo>
                  <a:pt x="7861" y="12004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57" name="PANEL_01-slope--23-215_751">
            <a:extLst>
              <a:ext uri="{FF2B5EF4-FFF2-40B4-BE49-F238E27FC236}">
                <a16:creationId xmlns:a16="http://schemas.microsoft.com/office/drawing/2014/main" id="{5D6FDFDE-C410-4F3C-94F8-F3AC4BB38C1B}"/>
              </a:ext>
            </a:extLst>
          </p:cNvPr>
          <p:cNvSpPr>
            <a:spLocks/>
          </p:cNvSpPr>
          <p:nvPr/>
        </p:nvSpPr>
        <p:spPr>
          <a:xfrm>
            <a:off x="573118" y="329555"/>
            <a:ext cx="678430" cy="167073"/>
          </a:xfrm>
          <a:custGeom>
            <a:pathLst>
              <a:path w="459524" h="113165">
                <a:moveTo>
                  <a:pt x="444794" y="105136"/>
                </a:moveTo>
                <a:lnTo>
                  <a:pt x="451663" y="111386"/>
                </a:lnTo>
                <a:lnTo>
                  <a:pt x="430064" y="100879"/>
                </a:lnTo>
                <a:close/>
                <a:moveTo>
                  <a:pt x="444794" y="105136"/>
                </a:moveTo>
                <a:lnTo>
                  <a:pt x="459524" y="113165"/>
                </a:lnTo>
                <a:lnTo>
                  <a:pt x="451663" y="111386"/>
                </a:lnTo>
                <a:close/>
                <a:moveTo>
                  <a:pt x="248423" y="83213"/>
                </a:moveTo>
                <a:lnTo>
                  <a:pt x="255291" y="80926"/>
                </a:lnTo>
                <a:lnTo>
                  <a:pt x="233693" y="80292"/>
                </a:lnTo>
                <a:close/>
                <a:moveTo>
                  <a:pt x="240561" y="79749"/>
                </a:moveTo>
                <a:lnTo>
                  <a:pt x="233693" y="80292"/>
                </a:lnTo>
                <a:lnTo>
                  <a:pt x="255291" y="80926"/>
                </a:lnTo>
                <a:close/>
                <a:moveTo>
                  <a:pt x="240561" y="79749"/>
                </a:moveTo>
                <a:lnTo>
                  <a:pt x="225831" y="76621"/>
                </a:lnTo>
                <a:lnTo>
                  <a:pt x="233693" y="80292"/>
                </a:lnTo>
                <a:close/>
                <a:moveTo>
                  <a:pt x="218963" y="77134"/>
                </a:moveTo>
                <a:lnTo>
                  <a:pt x="204233" y="74738"/>
                </a:lnTo>
                <a:lnTo>
                  <a:pt x="212094" y="78245"/>
                </a:lnTo>
                <a:close/>
                <a:moveTo>
                  <a:pt x="218963" y="77134"/>
                </a:moveTo>
                <a:lnTo>
                  <a:pt x="225831" y="76621"/>
                </a:lnTo>
                <a:lnTo>
                  <a:pt x="204233" y="74738"/>
                </a:lnTo>
                <a:close/>
                <a:moveTo>
                  <a:pt x="218963" y="77134"/>
                </a:moveTo>
                <a:lnTo>
                  <a:pt x="233693" y="80292"/>
                </a:lnTo>
                <a:lnTo>
                  <a:pt x="225831" y="76621"/>
                </a:lnTo>
                <a:close/>
                <a:moveTo>
                  <a:pt x="197364" y="76047"/>
                </a:moveTo>
                <a:lnTo>
                  <a:pt x="204233" y="74738"/>
                </a:lnTo>
                <a:lnTo>
                  <a:pt x="182634" y="76332"/>
                </a:lnTo>
                <a:close/>
                <a:moveTo>
                  <a:pt x="197364" y="76047"/>
                </a:moveTo>
                <a:lnTo>
                  <a:pt x="212094" y="78245"/>
                </a:lnTo>
                <a:lnTo>
                  <a:pt x="204233" y="74738"/>
                </a:lnTo>
                <a:close/>
                <a:moveTo>
                  <a:pt x="36328" y="19739"/>
                </a:moveTo>
                <a:lnTo>
                  <a:pt x="29460" y="27274"/>
                </a:lnTo>
                <a:lnTo>
                  <a:pt x="51058" y="33371"/>
                </a:lnTo>
                <a:close/>
                <a:moveTo>
                  <a:pt x="36328" y="19739"/>
                </a:moveTo>
                <a:lnTo>
                  <a:pt x="21599" y="7742"/>
                </a:lnTo>
                <a:lnTo>
                  <a:pt x="29460" y="27274"/>
                </a:lnTo>
                <a:close/>
                <a:moveTo>
                  <a:pt x="36328" y="19739"/>
                </a:moveTo>
                <a:lnTo>
                  <a:pt x="43197" y="16080"/>
                </a:lnTo>
                <a:lnTo>
                  <a:pt x="21599" y="7742"/>
                </a:lnTo>
                <a:close/>
                <a:moveTo>
                  <a:pt x="36328" y="19739"/>
                </a:moveTo>
                <a:lnTo>
                  <a:pt x="51058" y="33371"/>
                </a:lnTo>
                <a:lnTo>
                  <a:pt x="43197" y="16080"/>
                </a:lnTo>
                <a:close/>
                <a:moveTo>
                  <a:pt x="14730" y="12929"/>
                </a:moveTo>
                <a:lnTo>
                  <a:pt x="21599" y="7742"/>
                </a:lnTo>
                <a:lnTo>
                  <a:pt x="0" y="0"/>
                </a:lnTo>
                <a:close/>
                <a:moveTo>
                  <a:pt x="14730" y="12929"/>
                </a:moveTo>
                <a:lnTo>
                  <a:pt x="29460" y="27274"/>
                </a:lnTo>
                <a:lnTo>
                  <a:pt x="21599" y="7742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58" name="PANEL_01-slope--23-220_752">
            <a:extLst>
              <a:ext uri="{FF2B5EF4-FFF2-40B4-BE49-F238E27FC236}">
                <a16:creationId xmlns:a16="http://schemas.microsoft.com/office/drawing/2014/main" id="{056950DD-4A83-4782-AFE7-629C91DA6E67}"/>
              </a:ext>
            </a:extLst>
          </p:cNvPr>
          <p:cNvSpPr>
            <a:spLocks/>
          </p:cNvSpPr>
          <p:nvPr/>
        </p:nvSpPr>
        <p:spPr>
          <a:xfrm>
            <a:off x="616613" y="369823"/>
            <a:ext cx="1246660" cy="148673"/>
          </a:xfrm>
          <a:custGeom>
            <a:pathLst>
              <a:path w="844406" h="100701">
                <a:moveTo>
                  <a:pt x="829677" y="63259"/>
                </a:moveTo>
                <a:lnTo>
                  <a:pt x="814947" y="66796"/>
                </a:lnTo>
                <a:lnTo>
                  <a:pt x="822808" y="69815"/>
                </a:lnTo>
                <a:close/>
                <a:moveTo>
                  <a:pt x="829677" y="63259"/>
                </a:moveTo>
                <a:lnTo>
                  <a:pt x="836545" y="57619"/>
                </a:lnTo>
                <a:lnTo>
                  <a:pt x="814947" y="66796"/>
                </a:lnTo>
                <a:close/>
                <a:moveTo>
                  <a:pt x="829677" y="63259"/>
                </a:moveTo>
                <a:lnTo>
                  <a:pt x="844406" y="61132"/>
                </a:lnTo>
                <a:lnTo>
                  <a:pt x="836545" y="57619"/>
                </a:lnTo>
                <a:close/>
                <a:moveTo>
                  <a:pt x="808078" y="70288"/>
                </a:moveTo>
                <a:lnTo>
                  <a:pt x="814947" y="66796"/>
                </a:lnTo>
                <a:lnTo>
                  <a:pt x="793348" y="74151"/>
                </a:lnTo>
                <a:close/>
                <a:moveTo>
                  <a:pt x="786480" y="76657"/>
                </a:moveTo>
                <a:lnTo>
                  <a:pt x="793348" y="74151"/>
                </a:lnTo>
                <a:lnTo>
                  <a:pt x="771750" y="93283"/>
                </a:lnTo>
                <a:close/>
                <a:moveTo>
                  <a:pt x="821815" y="61154"/>
                </a:moveTo>
                <a:lnTo>
                  <a:pt x="814947" y="66796"/>
                </a:lnTo>
                <a:lnTo>
                  <a:pt x="836545" y="57619"/>
                </a:lnTo>
                <a:close/>
                <a:moveTo>
                  <a:pt x="800217" y="72482"/>
                </a:moveTo>
                <a:lnTo>
                  <a:pt x="793348" y="74151"/>
                </a:lnTo>
                <a:lnTo>
                  <a:pt x="814947" y="66796"/>
                </a:lnTo>
                <a:close/>
                <a:moveTo>
                  <a:pt x="778618" y="77178"/>
                </a:moveTo>
                <a:lnTo>
                  <a:pt x="793348" y="74151"/>
                </a:lnTo>
                <a:lnTo>
                  <a:pt x="785487" y="79452"/>
                </a:lnTo>
                <a:close/>
                <a:moveTo>
                  <a:pt x="444794" y="95386"/>
                </a:moveTo>
                <a:lnTo>
                  <a:pt x="451663" y="90561"/>
                </a:lnTo>
                <a:lnTo>
                  <a:pt x="430064" y="85891"/>
                </a:lnTo>
                <a:close/>
                <a:moveTo>
                  <a:pt x="444794" y="95386"/>
                </a:moveTo>
                <a:lnTo>
                  <a:pt x="459524" y="100701"/>
                </a:lnTo>
                <a:lnTo>
                  <a:pt x="451663" y="90561"/>
                </a:lnTo>
                <a:close/>
                <a:moveTo>
                  <a:pt x="436933" y="81992"/>
                </a:moveTo>
                <a:lnTo>
                  <a:pt x="430064" y="85891"/>
                </a:lnTo>
                <a:lnTo>
                  <a:pt x="451663" y="90561"/>
                </a:lnTo>
                <a:close/>
                <a:moveTo>
                  <a:pt x="436933" y="81992"/>
                </a:moveTo>
                <a:lnTo>
                  <a:pt x="422203" y="84112"/>
                </a:lnTo>
                <a:lnTo>
                  <a:pt x="430064" y="85891"/>
                </a:lnTo>
                <a:close/>
                <a:moveTo>
                  <a:pt x="415335" y="77862"/>
                </a:moveTo>
                <a:lnTo>
                  <a:pt x="400605" y="73605"/>
                </a:lnTo>
                <a:lnTo>
                  <a:pt x="408466" y="82844"/>
                </a:lnTo>
                <a:close/>
                <a:moveTo>
                  <a:pt x="393736" y="77185"/>
                </a:moveTo>
                <a:lnTo>
                  <a:pt x="400605" y="73605"/>
                </a:lnTo>
                <a:lnTo>
                  <a:pt x="379006" y="73427"/>
                </a:lnTo>
                <a:close/>
                <a:moveTo>
                  <a:pt x="385875" y="69555"/>
                </a:moveTo>
                <a:lnTo>
                  <a:pt x="379006" y="73427"/>
                </a:lnTo>
                <a:lnTo>
                  <a:pt x="400605" y="73605"/>
                </a:lnTo>
                <a:close/>
                <a:moveTo>
                  <a:pt x="385875" y="69555"/>
                </a:moveTo>
                <a:lnTo>
                  <a:pt x="371145" y="67945"/>
                </a:lnTo>
                <a:lnTo>
                  <a:pt x="379006" y="73427"/>
                </a:lnTo>
                <a:close/>
                <a:moveTo>
                  <a:pt x="364276" y="70598"/>
                </a:moveTo>
                <a:lnTo>
                  <a:pt x="357408" y="74257"/>
                </a:lnTo>
                <a:lnTo>
                  <a:pt x="379006" y="73427"/>
                </a:lnTo>
                <a:close/>
                <a:moveTo>
                  <a:pt x="364276" y="70598"/>
                </a:moveTo>
                <a:lnTo>
                  <a:pt x="349546" y="69758"/>
                </a:lnTo>
                <a:lnTo>
                  <a:pt x="357408" y="74257"/>
                </a:lnTo>
                <a:close/>
                <a:moveTo>
                  <a:pt x="364276" y="70598"/>
                </a:moveTo>
                <a:lnTo>
                  <a:pt x="371145" y="67945"/>
                </a:lnTo>
                <a:lnTo>
                  <a:pt x="349546" y="69758"/>
                </a:lnTo>
                <a:close/>
                <a:moveTo>
                  <a:pt x="364276" y="70598"/>
                </a:moveTo>
                <a:lnTo>
                  <a:pt x="379006" y="73427"/>
                </a:lnTo>
                <a:lnTo>
                  <a:pt x="371145" y="67945"/>
                </a:lnTo>
                <a:close/>
                <a:moveTo>
                  <a:pt x="342678" y="73694"/>
                </a:moveTo>
                <a:lnTo>
                  <a:pt x="349546" y="69758"/>
                </a:lnTo>
                <a:lnTo>
                  <a:pt x="327948" y="72381"/>
                </a:lnTo>
                <a:close/>
                <a:moveTo>
                  <a:pt x="342678" y="73694"/>
                </a:moveTo>
                <a:lnTo>
                  <a:pt x="357408" y="74257"/>
                </a:lnTo>
                <a:lnTo>
                  <a:pt x="349546" y="69758"/>
                </a:lnTo>
                <a:close/>
                <a:moveTo>
                  <a:pt x="334817" y="68559"/>
                </a:moveTo>
                <a:lnTo>
                  <a:pt x="327948" y="72381"/>
                </a:lnTo>
                <a:lnTo>
                  <a:pt x="349546" y="69758"/>
                </a:lnTo>
                <a:close/>
                <a:moveTo>
                  <a:pt x="334817" y="68559"/>
                </a:moveTo>
                <a:lnTo>
                  <a:pt x="320087" y="62409"/>
                </a:lnTo>
                <a:lnTo>
                  <a:pt x="327948" y="72381"/>
                </a:lnTo>
                <a:close/>
                <a:moveTo>
                  <a:pt x="313218" y="68726"/>
                </a:moveTo>
                <a:lnTo>
                  <a:pt x="306349" y="74545"/>
                </a:lnTo>
                <a:lnTo>
                  <a:pt x="327948" y="72381"/>
                </a:lnTo>
                <a:close/>
                <a:moveTo>
                  <a:pt x="313218" y="68726"/>
                </a:moveTo>
                <a:lnTo>
                  <a:pt x="298488" y="62200"/>
                </a:lnTo>
                <a:lnTo>
                  <a:pt x="306349" y="74545"/>
                </a:lnTo>
                <a:close/>
                <a:moveTo>
                  <a:pt x="313218" y="68726"/>
                </a:moveTo>
                <a:lnTo>
                  <a:pt x="327948" y="72381"/>
                </a:lnTo>
                <a:lnTo>
                  <a:pt x="320087" y="62409"/>
                </a:lnTo>
                <a:close/>
                <a:moveTo>
                  <a:pt x="291620" y="68682"/>
                </a:moveTo>
                <a:lnTo>
                  <a:pt x="276890" y="61571"/>
                </a:lnTo>
                <a:lnTo>
                  <a:pt x="284751" y="74779"/>
                </a:lnTo>
                <a:close/>
                <a:moveTo>
                  <a:pt x="291620" y="68682"/>
                </a:moveTo>
                <a:lnTo>
                  <a:pt x="298488" y="62200"/>
                </a:lnTo>
                <a:lnTo>
                  <a:pt x="276890" y="61571"/>
                </a:lnTo>
                <a:close/>
                <a:moveTo>
                  <a:pt x="291620" y="68682"/>
                </a:moveTo>
                <a:lnTo>
                  <a:pt x="306349" y="74545"/>
                </a:lnTo>
                <a:lnTo>
                  <a:pt x="298488" y="62200"/>
                </a:lnTo>
                <a:close/>
                <a:moveTo>
                  <a:pt x="270021" y="67014"/>
                </a:moveTo>
                <a:lnTo>
                  <a:pt x="276890" y="61571"/>
                </a:lnTo>
                <a:lnTo>
                  <a:pt x="255291" y="60499"/>
                </a:lnTo>
                <a:close/>
                <a:moveTo>
                  <a:pt x="283758" y="55634"/>
                </a:moveTo>
                <a:lnTo>
                  <a:pt x="276890" y="61571"/>
                </a:lnTo>
                <a:lnTo>
                  <a:pt x="298488" y="62200"/>
                </a:lnTo>
                <a:close/>
                <a:moveTo>
                  <a:pt x="262160" y="54954"/>
                </a:moveTo>
                <a:lnTo>
                  <a:pt x="255291" y="60499"/>
                </a:lnTo>
                <a:lnTo>
                  <a:pt x="276890" y="61571"/>
                </a:lnTo>
                <a:close/>
                <a:moveTo>
                  <a:pt x="262160" y="54954"/>
                </a:moveTo>
                <a:lnTo>
                  <a:pt x="247430" y="52177"/>
                </a:lnTo>
                <a:lnTo>
                  <a:pt x="255291" y="60499"/>
                </a:lnTo>
                <a:close/>
                <a:moveTo>
                  <a:pt x="262160" y="54954"/>
                </a:moveTo>
                <a:lnTo>
                  <a:pt x="276890" y="61571"/>
                </a:lnTo>
                <a:lnTo>
                  <a:pt x="269028" y="51451"/>
                </a:lnTo>
                <a:close/>
                <a:moveTo>
                  <a:pt x="240561" y="55748"/>
                </a:moveTo>
                <a:lnTo>
                  <a:pt x="225831" y="53652"/>
                </a:lnTo>
                <a:lnTo>
                  <a:pt x="233693" y="59756"/>
                </a:lnTo>
                <a:close/>
                <a:moveTo>
                  <a:pt x="240561" y="55748"/>
                </a:moveTo>
                <a:lnTo>
                  <a:pt x="247430" y="52177"/>
                </a:lnTo>
                <a:lnTo>
                  <a:pt x="225831" y="53652"/>
                </a:lnTo>
                <a:close/>
                <a:moveTo>
                  <a:pt x="240561" y="55748"/>
                </a:moveTo>
                <a:lnTo>
                  <a:pt x="255291" y="60499"/>
                </a:lnTo>
                <a:lnTo>
                  <a:pt x="247430" y="52177"/>
                </a:lnTo>
                <a:close/>
                <a:moveTo>
                  <a:pt x="232700" y="50445"/>
                </a:moveTo>
                <a:lnTo>
                  <a:pt x="225831" y="53652"/>
                </a:lnTo>
                <a:lnTo>
                  <a:pt x="247430" y="52177"/>
                </a:lnTo>
                <a:close/>
                <a:moveTo>
                  <a:pt x="160043" y="45193"/>
                </a:moveTo>
                <a:lnTo>
                  <a:pt x="153175" y="49058"/>
                </a:lnTo>
                <a:lnTo>
                  <a:pt x="174773" y="47464"/>
                </a:lnTo>
                <a:close/>
                <a:moveTo>
                  <a:pt x="160043" y="45193"/>
                </a:moveTo>
                <a:lnTo>
                  <a:pt x="145314" y="46129"/>
                </a:lnTo>
                <a:lnTo>
                  <a:pt x="153175" y="49058"/>
                </a:lnTo>
                <a:close/>
                <a:moveTo>
                  <a:pt x="138445" y="50232"/>
                </a:moveTo>
                <a:lnTo>
                  <a:pt x="131576" y="53852"/>
                </a:lnTo>
                <a:lnTo>
                  <a:pt x="153175" y="49058"/>
                </a:lnTo>
                <a:close/>
                <a:moveTo>
                  <a:pt x="138445" y="50232"/>
                </a:moveTo>
                <a:lnTo>
                  <a:pt x="123715" y="49997"/>
                </a:lnTo>
                <a:lnTo>
                  <a:pt x="131576" y="53852"/>
                </a:lnTo>
                <a:close/>
                <a:moveTo>
                  <a:pt x="138445" y="50232"/>
                </a:moveTo>
                <a:lnTo>
                  <a:pt x="153175" y="49058"/>
                </a:lnTo>
                <a:lnTo>
                  <a:pt x="145314" y="46129"/>
                </a:lnTo>
                <a:close/>
                <a:moveTo>
                  <a:pt x="116846" y="56185"/>
                </a:moveTo>
                <a:lnTo>
                  <a:pt x="109978" y="59336"/>
                </a:lnTo>
                <a:lnTo>
                  <a:pt x="131576" y="53852"/>
                </a:lnTo>
                <a:close/>
                <a:moveTo>
                  <a:pt x="116846" y="56185"/>
                </a:moveTo>
                <a:lnTo>
                  <a:pt x="102116" y="52343"/>
                </a:lnTo>
                <a:lnTo>
                  <a:pt x="109978" y="59336"/>
                </a:lnTo>
                <a:close/>
                <a:moveTo>
                  <a:pt x="116846" y="56185"/>
                </a:moveTo>
                <a:lnTo>
                  <a:pt x="123715" y="49997"/>
                </a:lnTo>
                <a:lnTo>
                  <a:pt x="102116" y="52343"/>
                </a:lnTo>
                <a:close/>
                <a:moveTo>
                  <a:pt x="116846" y="56185"/>
                </a:moveTo>
                <a:lnTo>
                  <a:pt x="131576" y="53852"/>
                </a:lnTo>
                <a:lnTo>
                  <a:pt x="123715" y="49997"/>
                </a:lnTo>
                <a:close/>
                <a:moveTo>
                  <a:pt x="95248" y="60672"/>
                </a:moveTo>
                <a:lnTo>
                  <a:pt x="102116" y="52343"/>
                </a:lnTo>
                <a:lnTo>
                  <a:pt x="80518" y="52836"/>
                </a:lnTo>
                <a:close/>
                <a:moveTo>
                  <a:pt x="87387" y="45343"/>
                </a:moveTo>
                <a:lnTo>
                  <a:pt x="80518" y="52836"/>
                </a:lnTo>
                <a:lnTo>
                  <a:pt x="102116" y="52343"/>
                </a:lnTo>
                <a:close/>
                <a:moveTo>
                  <a:pt x="87387" y="45343"/>
                </a:moveTo>
                <a:lnTo>
                  <a:pt x="72657" y="33965"/>
                </a:lnTo>
                <a:lnTo>
                  <a:pt x="80518" y="52836"/>
                </a:lnTo>
                <a:close/>
                <a:moveTo>
                  <a:pt x="65788" y="43042"/>
                </a:moveTo>
                <a:lnTo>
                  <a:pt x="58919" y="51204"/>
                </a:lnTo>
                <a:lnTo>
                  <a:pt x="80518" y="52836"/>
                </a:lnTo>
                <a:close/>
                <a:moveTo>
                  <a:pt x="65788" y="43042"/>
                </a:moveTo>
                <a:lnTo>
                  <a:pt x="51058" y="30749"/>
                </a:lnTo>
                <a:lnTo>
                  <a:pt x="58919" y="51204"/>
                </a:lnTo>
                <a:close/>
                <a:moveTo>
                  <a:pt x="65788" y="43042"/>
                </a:moveTo>
                <a:lnTo>
                  <a:pt x="72657" y="33965"/>
                </a:lnTo>
                <a:lnTo>
                  <a:pt x="51058" y="30749"/>
                </a:lnTo>
                <a:close/>
                <a:moveTo>
                  <a:pt x="65788" y="43042"/>
                </a:moveTo>
                <a:lnTo>
                  <a:pt x="80518" y="52836"/>
                </a:lnTo>
                <a:lnTo>
                  <a:pt x="72657" y="33965"/>
                </a:lnTo>
                <a:close/>
                <a:moveTo>
                  <a:pt x="44190" y="39272"/>
                </a:moveTo>
                <a:lnTo>
                  <a:pt x="51058" y="30749"/>
                </a:lnTo>
                <a:lnTo>
                  <a:pt x="29460" y="26873"/>
                </a:lnTo>
                <a:close/>
                <a:moveTo>
                  <a:pt x="44190" y="39272"/>
                </a:moveTo>
                <a:lnTo>
                  <a:pt x="58919" y="51204"/>
                </a:lnTo>
                <a:lnTo>
                  <a:pt x="51058" y="30749"/>
                </a:lnTo>
                <a:close/>
                <a:moveTo>
                  <a:pt x="57927" y="21933"/>
                </a:moveTo>
                <a:lnTo>
                  <a:pt x="51058" y="30749"/>
                </a:lnTo>
                <a:lnTo>
                  <a:pt x="72657" y="33965"/>
                </a:lnTo>
                <a:close/>
                <a:moveTo>
                  <a:pt x="57927" y="21933"/>
                </a:moveTo>
                <a:lnTo>
                  <a:pt x="43197" y="11121"/>
                </a:lnTo>
                <a:lnTo>
                  <a:pt x="51058" y="30749"/>
                </a:lnTo>
                <a:close/>
                <a:moveTo>
                  <a:pt x="36328" y="18750"/>
                </a:moveTo>
                <a:lnTo>
                  <a:pt x="29460" y="26873"/>
                </a:lnTo>
                <a:lnTo>
                  <a:pt x="51058" y="30749"/>
                </a:lnTo>
                <a:close/>
                <a:moveTo>
                  <a:pt x="36328" y="18750"/>
                </a:moveTo>
                <a:lnTo>
                  <a:pt x="21599" y="6097"/>
                </a:lnTo>
                <a:lnTo>
                  <a:pt x="29460" y="26873"/>
                </a:lnTo>
                <a:close/>
                <a:moveTo>
                  <a:pt x="36328" y="18750"/>
                </a:moveTo>
                <a:lnTo>
                  <a:pt x="43197" y="11121"/>
                </a:lnTo>
                <a:lnTo>
                  <a:pt x="21599" y="6097"/>
                </a:lnTo>
                <a:close/>
                <a:moveTo>
                  <a:pt x="36328" y="18750"/>
                </a:moveTo>
                <a:lnTo>
                  <a:pt x="51058" y="30749"/>
                </a:lnTo>
                <a:lnTo>
                  <a:pt x="43197" y="11121"/>
                </a:lnTo>
                <a:close/>
                <a:moveTo>
                  <a:pt x="14730" y="13775"/>
                </a:moveTo>
                <a:lnTo>
                  <a:pt x="21599" y="6097"/>
                </a:lnTo>
                <a:lnTo>
                  <a:pt x="0" y="0"/>
                </a:lnTo>
                <a:close/>
                <a:moveTo>
                  <a:pt x="14730" y="13775"/>
                </a:moveTo>
                <a:lnTo>
                  <a:pt x="29460" y="26873"/>
                </a:lnTo>
                <a:lnTo>
                  <a:pt x="21599" y="6097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59" name="PANEL_01-slope--23-225_753">
            <a:extLst>
              <a:ext uri="{FF2B5EF4-FFF2-40B4-BE49-F238E27FC236}">
                <a16:creationId xmlns:a16="http://schemas.microsoft.com/office/drawing/2014/main" id="{46B080F3-E58C-4213-A365-8DD995A2B1F6}"/>
              </a:ext>
            </a:extLst>
          </p:cNvPr>
          <p:cNvSpPr>
            <a:spLocks/>
          </p:cNvSpPr>
          <p:nvPr/>
        </p:nvSpPr>
        <p:spPr>
          <a:xfrm>
            <a:off x="757233" y="384749"/>
            <a:ext cx="1533648" cy="122793"/>
          </a:xfrm>
          <a:custGeom>
            <a:pathLst>
              <a:path w="1038793" h="83172">
                <a:moveTo>
                  <a:pt x="1025056" y="37158"/>
                </a:moveTo>
                <a:lnTo>
                  <a:pt x="1031924" y="22235"/>
                </a:lnTo>
                <a:lnTo>
                  <a:pt x="1010326" y="28825"/>
                </a:lnTo>
                <a:close/>
                <a:moveTo>
                  <a:pt x="1038793" y="7761"/>
                </a:moveTo>
                <a:lnTo>
                  <a:pt x="1024063" y="0"/>
                </a:lnTo>
                <a:lnTo>
                  <a:pt x="1031924" y="22235"/>
                </a:lnTo>
                <a:close/>
                <a:moveTo>
                  <a:pt x="1017195" y="15156"/>
                </a:moveTo>
                <a:lnTo>
                  <a:pt x="1010326" y="28825"/>
                </a:lnTo>
                <a:lnTo>
                  <a:pt x="1031924" y="22235"/>
                </a:lnTo>
                <a:close/>
                <a:moveTo>
                  <a:pt x="1017195" y="15156"/>
                </a:moveTo>
                <a:lnTo>
                  <a:pt x="1002465" y="7178"/>
                </a:lnTo>
                <a:lnTo>
                  <a:pt x="1010326" y="28825"/>
                </a:lnTo>
                <a:close/>
                <a:moveTo>
                  <a:pt x="1017195" y="15156"/>
                </a:moveTo>
                <a:lnTo>
                  <a:pt x="1031924" y="22235"/>
                </a:lnTo>
                <a:lnTo>
                  <a:pt x="1024063" y="0"/>
                </a:lnTo>
                <a:close/>
                <a:moveTo>
                  <a:pt x="995596" y="20678"/>
                </a:moveTo>
                <a:lnTo>
                  <a:pt x="988727" y="34223"/>
                </a:lnTo>
                <a:lnTo>
                  <a:pt x="1010326" y="28825"/>
                </a:lnTo>
                <a:close/>
                <a:moveTo>
                  <a:pt x="995596" y="20678"/>
                </a:moveTo>
                <a:lnTo>
                  <a:pt x="980866" y="15531"/>
                </a:lnTo>
                <a:lnTo>
                  <a:pt x="988727" y="34223"/>
                </a:lnTo>
                <a:close/>
                <a:moveTo>
                  <a:pt x="995596" y="20678"/>
                </a:moveTo>
                <a:lnTo>
                  <a:pt x="1002465" y="7178"/>
                </a:lnTo>
                <a:lnTo>
                  <a:pt x="980866" y="15531"/>
                </a:lnTo>
                <a:close/>
                <a:moveTo>
                  <a:pt x="995596" y="20678"/>
                </a:moveTo>
                <a:lnTo>
                  <a:pt x="1010326" y="28825"/>
                </a:lnTo>
                <a:lnTo>
                  <a:pt x="1002465" y="7178"/>
                </a:lnTo>
                <a:close/>
                <a:moveTo>
                  <a:pt x="973997" y="27983"/>
                </a:moveTo>
                <a:lnTo>
                  <a:pt x="959268" y="23492"/>
                </a:lnTo>
                <a:lnTo>
                  <a:pt x="967129" y="39489"/>
                </a:lnTo>
                <a:close/>
                <a:moveTo>
                  <a:pt x="973997" y="27983"/>
                </a:moveTo>
                <a:lnTo>
                  <a:pt x="980866" y="15531"/>
                </a:lnTo>
                <a:lnTo>
                  <a:pt x="959268" y="23492"/>
                </a:lnTo>
                <a:close/>
                <a:moveTo>
                  <a:pt x="973997" y="27983"/>
                </a:moveTo>
                <a:lnTo>
                  <a:pt x="988727" y="34223"/>
                </a:lnTo>
                <a:lnTo>
                  <a:pt x="980866" y="15531"/>
                </a:lnTo>
                <a:close/>
                <a:moveTo>
                  <a:pt x="952399" y="34830"/>
                </a:moveTo>
                <a:lnTo>
                  <a:pt x="959268" y="23492"/>
                </a:lnTo>
                <a:lnTo>
                  <a:pt x="937669" y="31296"/>
                </a:lnTo>
                <a:close/>
                <a:moveTo>
                  <a:pt x="952399" y="34830"/>
                </a:moveTo>
                <a:lnTo>
                  <a:pt x="967129" y="39489"/>
                </a:lnTo>
                <a:lnTo>
                  <a:pt x="959268" y="23492"/>
                </a:lnTo>
                <a:close/>
                <a:moveTo>
                  <a:pt x="966136" y="12141"/>
                </a:moveTo>
                <a:lnTo>
                  <a:pt x="959268" y="23492"/>
                </a:lnTo>
                <a:lnTo>
                  <a:pt x="980866" y="15531"/>
                </a:lnTo>
                <a:close/>
                <a:moveTo>
                  <a:pt x="966136" y="12141"/>
                </a:moveTo>
                <a:lnTo>
                  <a:pt x="951406" y="5931"/>
                </a:lnTo>
                <a:lnTo>
                  <a:pt x="959268" y="23492"/>
                </a:lnTo>
                <a:close/>
                <a:moveTo>
                  <a:pt x="944538" y="19014"/>
                </a:moveTo>
                <a:lnTo>
                  <a:pt x="937669" y="31296"/>
                </a:lnTo>
                <a:lnTo>
                  <a:pt x="959268" y="23492"/>
                </a:lnTo>
                <a:close/>
                <a:moveTo>
                  <a:pt x="944538" y="19014"/>
                </a:moveTo>
                <a:lnTo>
                  <a:pt x="929808" y="12982"/>
                </a:lnTo>
                <a:lnTo>
                  <a:pt x="937669" y="31296"/>
                </a:lnTo>
                <a:close/>
                <a:moveTo>
                  <a:pt x="944538" y="19014"/>
                </a:moveTo>
                <a:lnTo>
                  <a:pt x="959268" y="23492"/>
                </a:lnTo>
                <a:lnTo>
                  <a:pt x="951406" y="5931"/>
                </a:lnTo>
                <a:close/>
                <a:moveTo>
                  <a:pt x="858144" y="55943"/>
                </a:moveTo>
                <a:lnTo>
                  <a:pt x="865012" y="43047"/>
                </a:lnTo>
                <a:lnTo>
                  <a:pt x="843414" y="49575"/>
                </a:lnTo>
                <a:close/>
                <a:moveTo>
                  <a:pt x="850283" y="40613"/>
                </a:moveTo>
                <a:lnTo>
                  <a:pt x="843414" y="49575"/>
                </a:lnTo>
                <a:lnTo>
                  <a:pt x="865012" y="43047"/>
                </a:lnTo>
                <a:close/>
                <a:moveTo>
                  <a:pt x="850283" y="40613"/>
                </a:moveTo>
                <a:lnTo>
                  <a:pt x="835553" y="32644"/>
                </a:lnTo>
                <a:lnTo>
                  <a:pt x="843414" y="49575"/>
                </a:lnTo>
                <a:close/>
                <a:moveTo>
                  <a:pt x="828684" y="41930"/>
                </a:moveTo>
                <a:lnTo>
                  <a:pt x="821815" y="51809"/>
                </a:lnTo>
                <a:lnTo>
                  <a:pt x="843414" y="49575"/>
                </a:lnTo>
                <a:close/>
                <a:moveTo>
                  <a:pt x="828684" y="41930"/>
                </a:moveTo>
                <a:lnTo>
                  <a:pt x="813954" y="34603"/>
                </a:lnTo>
                <a:lnTo>
                  <a:pt x="821815" y="51809"/>
                </a:lnTo>
                <a:close/>
                <a:moveTo>
                  <a:pt x="828684" y="41930"/>
                </a:moveTo>
                <a:lnTo>
                  <a:pt x="835553" y="32644"/>
                </a:lnTo>
                <a:lnTo>
                  <a:pt x="813954" y="34603"/>
                </a:lnTo>
                <a:close/>
                <a:moveTo>
                  <a:pt x="828684" y="41930"/>
                </a:moveTo>
                <a:lnTo>
                  <a:pt x="843414" y="49575"/>
                </a:lnTo>
                <a:lnTo>
                  <a:pt x="835553" y="32644"/>
                </a:lnTo>
                <a:close/>
                <a:moveTo>
                  <a:pt x="807085" y="43476"/>
                </a:moveTo>
                <a:lnTo>
                  <a:pt x="813954" y="34603"/>
                </a:lnTo>
                <a:lnTo>
                  <a:pt x="792356" y="37887"/>
                </a:lnTo>
                <a:close/>
                <a:moveTo>
                  <a:pt x="807085" y="43476"/>
                </a:moveTo>
                <a:lnTo>
                  <a:pt x="821815" y="51809"/>
                </a:lnTo>
                <a:lnTo>
                  <a:pt x="813954" y="34603"/>
                </a:lnTo>
                <a:close/>
                <a:moveTo>
                  <a:pt x="820823" y="25206"/>
                </a:moveTo>
                <a:lnTo>
                  <a:pt x="813954" y="34603"/>
                </a:lnTo>
                <a:lnTo>
                  <a:pt x="835553" y="32644"/>
                </a:lnTo>
                <a:close/>
                <a:moveTo>
                  <a:pt x="799224" y="27798"/>
                </a:moveTo>
                <a:lnTo>
                  <a:pt x="792356" y="37887"/>
                </a:lnTo>
                <a:lnTo>
                  <a:pt x="813954" y="34603"/>
                </a:lnTo>
                <a:close/>
                <a:moveTo>
                  <a:pt x="799224" y="27798"/>
                </a:moveTo>
                <a:lnTo>
                  <a:pt x="784494" y="27613"/>
                </a:lnTo>
                <a:lnTo>
                  <a:pt x="792356" y="37887"/>
                </a:lnTo>
                <a:close/>
                <a:moveTo>
                  <a:pt x="799224" y="27798"/>
                </a:moveTo>
                <a:lnTo>
                  <a:pt x="813954" y="34603"/>
                </a:lnTo>
                <a:lnTo>
                  <a:pt x="806093" y="20807"/>
                </a:lnTo>
                <a:close/>
                <a:moveTo>
                  <a:pt x="777626" y="34170"/>
                </a:moveTo>
                <a:lnTo>
                  <a:pt x="770757" y="43361"/>
                </a:lnTo>
                <a:lnTo>
                  <a:pt x="792356" y="37887"/>
                </a:lnTo>
                <a:close/>
                <a:moveTo>
                  <a:pt x="777626" y="34170"/>
                </a:moveTo>
                <a:lnTo>
                  <a:pt x="762896" y="37548"/>
                </a:lnTo>
                <a:lnTo>
                  <a:pt x="770757" y="43361"/>
                </a:lnTo>
                <a:close/>
                <a:moveTo>
                  <a:pt x="777626" y="34170"/>
                </a:moveTo>
                <a:lnTo>
                  <a:pt x="784494" y="27613"/>
                </a:lnTo>
                <a:lnTo>
                  <a:pt x="762896" y="37548"/>
                </a:lnTo>
                <a:close/>
                <a:moveTo>
                  <a:pt x="777626" y="34170"/>
                </a:moveTo>
                <a:lnTo>
                  <a:pt x="792356" y="37887"/>
                </a:lnTo>
                <a:lnTo>
                  <a:pt x="784494" y="27613"/>
                </a:lnTo>
                <a:close/>
                <a:moveTo>
                  <a:pt x="756027" y="43650"/>
                </a:moveTo>
                <a:lnTo>
                  <a:pt x="741297" y="47509"/>
                </a:lnTo>
                <a:lnTo>
                  <a:pt x="749159" y="51022"/>
                </a:lnTo>
                <a:close/>
                <a:moveTo>
                  <a:pt x="756027" y="43650"/>
                </a:moveTo>
                <a:lnTo>
                  <a:pt x="762896" y="37548"/>
                </a:lnTo>
                <a:lnTo>
                  <a:pt x="741297" y="47509"/>
                </a:lnTo>
                <a:close/>
                <a:moveTo>
                  <a:pt x="756027" y="43650"/>
                </a:moveTo>
                <a:lnTo>
                  <a:pt x="770757" y="43361"/>
                </a:lnTo>
                <a:lnTo>
                  <a:pt x="762896" y="37548"/>
                </a:lnTo>
                <a:close/>
                <a:moveTo>
                  <a:pt x="683370" y="67067"/>
                </a:moveTo>
                <a:lnTo>
                  <a:pt x="676502" y="83172"/>
                </a:lnTo>
                <a:lnTo>
                  <a:pt x="698100" y="64041"/>
                </a:lnTo>
                <a:close/>
                <a:moveTo>
                  <a:pt x="683370" y="67067"/>
                </a:moveTo>
                <a:lnTo>
                  <a:pt x="668641" y="73032"/>
                </a:lnTo>
                <a:lnTo>
                  <a:pt x="676502" y="83172"/>
                </a:lnTo>
                <a:close/>
                <a:moveTo>
                  <a:pt x="0" y="50562"/>
                </a:moveTo>
                <a:lnTo>
                  <a:pt x="14730" y="49225"/>
                </a:lnTo>
                <a:lnTo>
                  <a:pt x="6869" y="42232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60" name="PANEL_01-slope--23-230_754">
            <a:extLst>
              <a:ext uri="{FF2B5EF4-FFF2-40B4-BE49-F238E27FC236}">
                <a16:creationId xmlns:a16="http://schemas.microsoft.com/office/drawing/2014/main" id="{895565B3-B1FC-45A3-9BB6-5528D714947C}"/>
              </a:ext>
            </a:extLst>
          </p:cNvPr>
          <p:cNvSpPr>
            <a:spLocks/>
          </p:cNvSpPr>
          <p:nvPr/>
        </p:nvSpPr>
        <p:spPr>
          <a:xfrm>
            <a:off x="2012569" y="340339"/>
            <a:ext cx="407328" cy="132477"/>
          </a:xfrm>
          <a:custGeom>
            <a:pathLst>
              <a:path w="275897" h="89732">
                <a:moveTo>
                  <a:pt x="261167" y="12753"/>
                </a:moveTo>
                <a:lnTo>
                  <a:pt x="254299" y="26317"/>
                </a:lnTo>
                <a:lnTo>
                  <a:pt x="275897" y="12064"/>
                </a:lnTo>
                <a:close/>
                <a:moveTo>
                  <a:pt x="261167" y="12753"/>
                </a:moveTo>
                <a:lnTo>
                  <a:pt x="246437" y="13928"/>
                </a:lnTo>
                <a:lnTo>
                  <a:pt x="254299" y="26317"/>
                </a:lnTo>
                <a:close/>
                <a:moveTo>
                  <a:pt x="261167" y="12753"/>
                </a:moveTo>
                <a:lnTo>
                  <a:pt x="268036" y="0"/>
                </a:lnTo>
                <a:lnTo>
                  <a:pt x="246437" y="13928"/>
                </a:lnTo>
                <a:close/>
                <a:moveTo>
                  <a:pt x="261167" y="12753"/>
                </a:moveTo>
                <a:lnTo>
                  <a:pt x="275897" y="12064"/>
                </a:lnTo>
                <a:lnTo>
                  <a:pt x="268036" y="0"/>
                </a:lnTo>
                <a:close/>
                <a:moveTo>
                  <a:pt x="239569" y="28449"/>
                </a:moveTo>
                <a:lnTo>
                  <a:pt x="232700" y="44253"/>
                </a:lnTo>
                <a:lnTo>
                  <a:pt x="254299" y="26317"/>
                </a:lnTo>
                <a:close/>
                <a:moveTo>
                  <a:pt x="239569" y="28449"/>
                </a:moveTo>
                <a:lnTo>
                  <a:pt x="224839" y="29339"/>
                </a:lnTo>
                <a:lnTo>
                  <a:pt x="232700" y="44253"/>
                </a:lnTo>
                <a:close/>
                <a:moveTo>
                  <a:pt x="239569" y="28449"/>
                </a:moveTo>
                <a:lnTo>
                  <a:pt x="246437" y="13928"/>
                </a:lnTo>
                <a:lnTo>
                  <a:pt x="224839" y="29339"/>
                </a:lnTo>
                <a:close/>
                <a:moveTo>
                  <a:pt x="239569" y="28449"/>
                </a:moveTo>
                <a:lnTo>
                  <a:pt x="254299" y="26317"/>
                </a:lnTo>
                <a:lnTo>
                  <a:pt x="246437" y="13928"/>
                </a:lnTo>
                <a:close/>
                <a:moveTo>
                  <a:pt x="217970" y="47650"/>
                </a:moveTo>
                <a:lnTo>
                  <a:pt x="211102" y="60917"/>
                </a:lnTo>
                <a:lnTo>
                  <a:pt x="232700" y="44253"/>
                </a:lnTo>
                <a:close/>
                <a:moveTo>
                  <a:pt x="217970" y="47650"/>
                </a:moveTo>
                <a:lnTo>
                  <a:pt x="203240" y="42963"/>
                </a:lnTo>
                <a:lnTo>
                  <a:pt x="211102" y="60917"/>
                </a:lnTo>
                <a:close/>
                <a:moveTo>
                  <a:pt x="217970" y="47650"/>
                </a:moveTo>
                <a:lnTo>
                  <a:pt x="224839" y="29339"/>
                </a:lnTo>
                <a:lnTo>
                  <a:pt x="203240" y="42963"/>
                </a:lnTo>
                <a:close/>
                <a:moveTo>
                  <a:pt x="217970" y="47650"/>
                </a:moveTo>
                <a:lnTo>
                  <a:pt x="232700" y="44253"/>
                </a:lnTo>
                <a:lnTo>
                  <a:pt x="224839" y="29339"/>
                </a:lnTo>
                <a:close/>
                <a:moveTo>
                  <a:pt x="196372" y="58946"/>
                </a:moveTo>
                <a:lnTo>
                  <a:pt x="189503" y="72167"/>
                </a:lnTo>
                <a:lnTo>
                  <a:pt x="211102" y="60917"/>
                </a:lnTo>
                <a:close/>
                <a:moveTo>
                  <a:pt x="196372" y="58946"/>
                </a:moveTo>
                <a:lnTo>
                  <a:pt x="181642" y="52316"/>
                </a:lnTo>
                <a:lnTo>
                  <a:pt x="189503" y="72167"/>
                </a:lnTo>
                <a:close/>
                <a:moveTo>
                  <a:pt x="196372" y="58946"/>
                </a:moveTo>
                <a:lnTo>
                  <a:pt x="203240" y="42963"/>
                </a:lnTo>
                <a:lnTo>
                  <a:pt x="181642" y="52316"/>
                </a:lnTo>
                <a:close/>
                <a:moveTo>
                  <a:pt x="196372" y="58946"/>
                </a:moveTo>
                <a:lnTo>
                  <a:pt x="211102" y="60917"/>
                </a:lnTo>
                <a:lnTo>
                  <a:pt x="203240" y="42963"/>
                </a:lnTo>
                <a:close/>
                <a:moveTo>
                  <a:pt x="174773" y="67239"/>
                </a:moveTo>
                <a:lnTo>
                  <a:pt x="189503" y="72167"/>
                </a:lnTo>
                <a:lnTo>
                  <a:pt x="181642" y="52316"/>
                </a:lnTo>
                <a:close/>
                <a:moveTo>
                  <a:pt x="210109" y="27412"/>
                </a:moveTo>
                <a:lnTo>
                  <a:pt x="203240" y="42963"/>
                </a:lnTo>
                <a:lnTo>
                  <a:pt x="224839" y="29339"/>
                </a:lnTo>
                <a:close/>
                <a:moveTo>
                  <a:pt x="188511" y="37842"/>
                </a:moveTo>
                <a:lnTo>
                  <a:pt x="181642" y="52316"/>
                </a:lnTo>
                <a:lnTo>
                  <a:pt x="203240" y="42963"/>
                </a:lnTo>
                <a:close/>
                <a:moveTo>
                  <a:pt x="137452" y="31405"/>
                </a:moveTo>
                <a:lnTo>
                  <a:pt x="130584" y="45612"/>
                </a:lnTo>
                <a:lnTo>
                  <a:pt x="152182" y="37259"/>
                </a:lnTo>
                <a:close/>
                <a:moveTo>
                  <a:pt x="72657" y="56296"/>
                </a:moveTo>
                <a:lnTo>
                  <a:pt x="65788" y="70756"/>
                </a:lnTo>
                <a:lnTo>
                  <a:pt x="87387" y="61377"/>
                </a:lnTo>
                <a:close/>
                <a:moveTo>
                  <a:pt x="72657" y="56296"/>
                </a:moveTo>
                <a:lnTo>
                  <a:pt x="57927" y="51650"/>
                </a:lnTo>
                <a:lnTo>
                  <a:pt x="65788" y="70756"/>
                </a:lnTo>
                <a:close/>
                <a:moveTo>
                  <a:pt x="72657" y="56296"/>
                </a:moveTo>
                <a:lnTo>
                  <a:pt x="79525" y="43063"/>
                </a:lnTo>
                <a:lnTo>
                  <a:pt x="57927" y="51650"/>
                </a:lnTo>
                <a:close/>
                <a:moveTo>
                  <a:pt x="72657" y="56296"/>
                </a:moveTo>
                <a:lnTo>
                  <a:pt x="87387" y="61377"/>
                </a:lnTo>
                <a:lnTo>
                  <a:pt x="79525" y="43063"/>
                </a:lnTo>
                <a:close/>
                <a:moveTo>
                  <a:pt x="51058" y="66334"/>
                </a:moveTo>
                <a:lnTo>
                  <a:pt x="44190" y="80579"/>
                </a:lnTo>
                <a:lnTo>
                  <a:pt x="65788" y="70756"/>
                </a:lnTo>
                <a:close/>
                <a:moveTo>
                  <a:pt x="51058" y="66334"/>
                </a:moveTo>
                <a:lnTo>
                  <a:pt x="36328" y="62277"/>
                </a:lnTo>
                <a:lnTo>
                  <a:pt x="44190" y="80579"/>
                </a:lnTo>
                <a:close/>
                <a:moveTo>
                  <a:pt x="51058" y="66334"/>
                </a:moveTo>
                <a:lnTo>
                  <a:pt x="57927" y="51650"/>
                </a:lnTo>
                <a:lnTo>
                  <a:pt x="36328" y="62277"/>
                </a:lnTo>
                <a:close/>
                <a:moveTo>
                  <a:pt x="51058" y="66334"/>
                </a:moveTo>
                <a:lnTo>
                  <a:pt x="65788" y="70756"/>
                </a:lnTo>
                <a:lnTo>
                  <a:pt x="57927" y="51650"/>
                </a:lnTo>
                <a:close/>
                <a:moveTo>
                  <a:pt x="29460" y="76863"/>
                </a:moveTo>
                <a:lnTo>
                  <a:pt x="14730" y="73128"/>
                </a:lnTo>
                <a:lnTo>
                  <a:pt x="22591" y="89732"/>
                </a:lnTo>
                <a:close/>
                <a:moveTo>
                  <a:pt x="29460" y="76863"/>
                </a:moveTo>
                <a:lnTo>
                  <a:pt x="36328" y="62277"/>
                </a:lnTo>
                <a:lnTo>
                  <a:pt x="14730" y="73128"/>
                </a:lnTo>
                <a:close/>
                <a:moveTo>
                  <a:pt x="29460" y="76863"/>
                </a:moveTo>
                <a:lnTo>
                  <a:pt x="44190" y="80579"/>
                </a:lnTo>
                <a:lnTo>
                  <a:pt x="36328" y="62277"/>
                </a:lnTo>
                <a:close/>
                <a:moveTo>
                  <a:pt x="43197" y="46980"/>
                </a:moveTo>
                <a:lnTo>
                  <a:pt x="36328" y="62277"/>
                </a:lnTo>
                <a:lnTo>
                  <a:pt x="57927" y="51650"/>
                </a:lnTo>
                <a:close/>
                <a:moveTo>
                  <a:pt x="21599" y="58931"/>
                </a:moveTo>
                <a:lnTo>
                  <a:pt x="14730" y="73128"/>
                </a:lnTo>
                <a:lnTo>
                  <a:pt x="36328" y="62277"/>
                </a:lnTo>
                <a:close/>
                <a:moveTo>
                  <a:pt x="21599" y="58931"/>
                </a:moveTo>
                <a:lnTo>
                  <a:pt x="6869" y="55746"/>
                </a:lnTo>
                <a:lnTo>
                  <a:pt x="14730" y="73128"/>
                </a:lnTo>
                <a:close/>
                <a:moveTo>
                  <a:pt x="21599" y="58931"/>
                </a:moveTo>
                <a:lnTo>
                  <a:pt x="36328" y="62277"/>
                </a:lnTo>
                <a:lnTo>
                  <a:pt x="28467" y="43478"/>
                </a:lnTo>
                <a:close/>
                <a:moveTo>
                  <a:pt x="0" y="70694"/>
                </a:moveTo>
                <a:lnTo>
                  <a:pt x="14730" y="73128"/>
                </a:lnTo>
                <a:lnTo>
                  <a:pt x="6869" y="55746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61" name="PANEL_01-water--23-230_755">
            <a:extLst>
              <a:ext uri="{FF2B5EF4-FFF2-40B4-BE49-F238E27FC236}">
                <a16:creationId xmlns:a16="http://schemas.microsoft.com/office/drawing/2014/main" id="{773B5E8F-7286-422B-B22B-E8111BC2C911}"/>
              </a:ext>
            </a:extLst>
          </p:cNvPr>
          <p:cNvSpPr>
            <a:spLocks/>
          </p:cNvSpPr>
          <p:nvPr/>
        </p:nvSpPr>
        <p:spPr>
          <a:xfrm>
            <a:off x="1283437" y="491251"/>
            <a:ext cx="472569" cy="29940"/>
          </a:xfrm>
          <a:custGeom>
            <a:pathLst>
              <a:path w="320087" h="20280">
                <a:moveTo>
                  <a:pt x="305357" y="7810"/>
                </a:moveTo>
                <a:lnTo>
                  <a:pt x="298488" y="14725"/>
                </a:lnTo>
                <a:lnTo>
                  <a:pt x="320087" y="11035"/>
                </a:lnTo>
                <a:close/>
                <a:moveTo>
                  <a:pt x="305357" y="7810"/>
                </a:moveTo>
                <a:lnTo>
                  <a:pt x="290627" y="4585"/>
                </a:lnTo>
                <a:lnTo>
                  <a:pt x="298488" y="14725"/>
                </a:lnTo>
                <a:close/>
                <a:moveTo>
                  <a:pt x="305357" y="7810"/>
                </a:moveTo>
                <a:lnTo>
                  <a:pt x="320087" y="11035"/>
                </a:lnTo>
                <a:lnTo>
                  <a:pt x="312226" y="895"/>
                </a:lnTo>
                <a:close/>
                <a:moveTo>
                  <a:pt x="283758" y="11501"/>
                </a:moveTo>
                <a:lnTo>
                  <a:pt x="269028" y="8276"/>
                </a:lnTo>
                <a:lnTo>
                  <a:pt x="276890" y="18416"/>
                </a:lnTo>
                <a:close/>
                <a:moveTo>
                  <a:pt x="283758" y="11501"/>
                </a:moveTo>
                <a:lnTo>
                  <a:pt x="290627" y="4585"/>
                </a:lnTo>
                <a:lnTo>
                  <a:pt x="269028" y="8276"/>
                </a:lnTo>
                <a:close/>
                <a:moveTo>
                  <a:pt x="283758" y="11501"/>
                </a:moveTo>
                <a:lnTo>
                  <a:pt x="298488" y="14725"/>
                </a:lnTo>
                <a:lnTo>
                  <a:pt x="290627" y="4585"/>
                </a:lnTo>
                <a:close/>
                <a:moveTo>
                  <a:pt x="262160" y="15191"/>
                </a:moveTo>
                <a:lnTo>
                  <a:pt x="269028" y="8276"/>
                </a:lnTo>
                <a:lnTo>
                  <a:pt x="247430" y="11967"/>
                </a:lnTo>
                <a:close/>
                <a:moveTo>
                  <a:pt x="262160" y="15191"/>
                </a:moveTo>
                <a:lnTo>
                  <a:pt x="276890" y="18416"/>
                </a:lnTo>
                <a:lnTo>
                  <a:pt x="269028" y="8276"/>
                </a:lnTo>
                <a:close/>
                <a:moveTo>
                  <a:pt x="254299" y="5051"/>
                </a:moveTo>
                <a:lnTo>
                  <a:pt x="247430" y="11967"/>
                </a:lnTo>
                <a:lnTo>
                  <a:pt x="269028" y="8276"/>
                </a:lnTo>
                <a:close/>
                <a:moveTo>
                  <a:pt x="254299" y="5051"/>
                </a:moveTo>
                <a:lnTo>
                  <a:pt x="239569" y="1827"/>
                </a:lnTo>
                <a:lnTo>
                  <a:pt x="247430" y="11967"/>
                </a:lnTo>
                <a:close/>
                <a:moveTo>
                  <a:pt x="232700" y="8742"/>
                </a:moveTo>
                <a:lnTo>
                  <a:pt x="225831" y="15657"/>
                </a:lnTo>
                <a:lnTo>
                  <a:pt x="247430" y="11967"/>
                </a:lnTo>
                <a:close/>
                <a:moveTo>
                  <a:pt x="232700" y="8742"/>
                </a:moveTo>
                <a:lnTo>
                  <a:pt x="217970" y="5517"/>
                </a:lnTo>
                <a:lnTo>
                  <a:pt x="225831" y="15657"/>
                </a:lnTo>
                <a:close/>
                <a:moveTo>
                  <a:pt x="232700" y="8742"/>
                </a:moveTo>
                <a:lnTo>
                  <a:pt x="239569" y="1827"/>
                </a:lnTo>
                <a:lnTo>
                  <a:pt x="217970" y="5517"/>
                </a:lnTo>
                <a:close/>
                <a:moveTo>
                  <a:pt x="232700" y="8742"/>
                </a:moveTo>
                <a:lnTo>
                  <a:pt x="247430" y="11967"/>
                </a:lnTo>
                <a:lnTo>
                  <a:pt x="239569" y="1827"/>
                </a:lnTo>
                <a:close/>
                <a:moveTo>
                  <a:pt x="211102" y="12433"/>
                </a:moveTo>
                <a:lnTo>
                  <a:pt x="196372" y="9208"/>
                </a:lnTo>
                <a:lnTo>
                  <a:pt x="204233" y="19348"/>
                </a:lnTo>
                <a:close/>
                <a:moveTo>
                  <a:pt x="211102" y="12433"/>
                </a:moveTo>
                <a:lnTo>
                  <a:pt x="217970" y="5517"/>
                </a:lnTo>
                <a:lnTo>
                  <a:pt x="196372" y="9208"/>
                </a:lnTo>
                <a:close/>
                <a:moveTo>
                  <a:pt x="211102" y="12433"/>
                </a:moveTo>
                <a:lnTo>
                  <a:pt x="225831" y="15657"/>
                </a:lnTo>
                <a:lnTo>
                  <a:pt x="217970" y="5517"/>
                </a:lnTo>
                <a:close/>
                <a:moveTo>
                  <a:pt x="189503" y="16123"/>
                </a:moveTo>
                <a:lnTo>
                  <a:pt x="196372" y="9208"/>
                </a:lnTo>
                <a:lnTo>
                  <a:pt x="174773" y="12899"/>
                </a:lnTo>
                <a:close/>
                <a:moveTo>
                  <a:pt x="203240" y="2293"/>
                </a:moveTo>
                <a:lnTo>
                  <a:pt x="196372" y="9208"/>
                </a:lnTo>
                <a:lnTo>
                  <a:pt x="217970" y="5517"/>
                </a:lnTo>
                <a:close/>
                <a:moveTo>
                  <a:pt x="181642" y="5983"/>
                </a:moveTo>
                <a:lnTo>
                  <a:pt x="174773" y="12899"/>
                </a:lnTo>
                <a:lnTo>
                  <a:pt x="196372" y="9208"/>
                </a:lnTo>
                <a:close/>
                <a:moveTo>
                  <a:pt x="181642" y="5983"/>
                </a:moveTo>
                <a:lnTo>
                  <a:pt x="166912" y="2759"/>
                </a:lnTo>
                <a:lnTo>
                  <a:pt x="174773" y="12899"/>
                </a:lnTo>
                <a:close/>
                <a:moveTo>
                  <a:pt x="160043" y="9674"/>
                </a:moveTo>
                <a:lnTo>
                  <a:pt x="153175" y="16589"/>
                </a:lnTo>
                <a:lnTo>
                  <a:pt x="174773" y="12899"/>
                </a:lnTo>
                <a:close/>
                <a:moveTo>
                  <a:pt x="160043" y="9674"/>
                </a:moveTo>
                <a:lnTo>
                  <a:pt x="145314" y="6449"/>
                </a:lnTo>
                <a:lnTo>
                  <a:pt x="153175" y="16589"/>
                </a:lnTo>
                <a:close/>
                <a:moveTo>
                  <a:pt x="160043" y="9674"/>
                </a:moveTo>
                <a:lnTo>
                  <a:pt x="166912" y="2759"/>
                </a:lnTo>
                <a:lnTo>
                  <a:pt x="145314" y="6449"/>
                </a:lnTo>
                <a:close/>
                <a:moveTo>
                  <a:pt x="160043" y="9674"/>
                </a:moveTo>
                <a:lnTo>
                  <a:pt x="174773" y="12899"/>
                </a:lnTo>
                <a:lnTo>
                  <a:pt x="166912" y="2759"/>
                </a:lnTo>
                <a:close/>
                <a:moveTo>
                  <a:pt x="138445" y="13365"/>
                </a:moveTo>
                <a:lnTo>
                  <a:pt x="123715" y="10140"/>
                </a:lnTo>
                <a:lnTo>
                  <a:pt x="131576" y="20280"/>
                </a:lnTo>
                <a:close/>
                <a:moveTo>
                  <a:pt x="138445" y="13365"/>
                </a:moveTo>
                <a:lnTo>
                  <a:pt x="145314" y="6449"/>
                </a:lnTo>
                <a:lnTo>
                  <a:pt x="123715" y="10140"/>
                </a:lnTo>
                <a:close/>
                <a:moveTo>
                  <a:pt x="138445" y="13365"/>
                </a:moveTo>
                <a:lnTo>
                  <a:pt x="153175" y="16589"/>
                </a:lnTo>
                <a:lnTo>
                  <a:pt x="145314" y="6449"/>
                </a:lnTo>
                <a:close/>
                <a:moveTo>
                  <a:pt x="116846" y="17055"/>
                </a:moveTo>
                <a:lnTo>
                  <a:pt x="123715" y="10140"/>
                </a:lnTo>
                <a:lnTo>
                  <a:pt x="102116" y="13831"/>
                </a:lnTo>
                <a:close/>
                <a:moveTo>
                  <a:pt x="130584" y="3225"/>
                </a:moveTo>
                <a:lnTo>
                  <a:pt x="123715" y="10140"/>
                </a:lnTo>
                <a:lnTo>
                  <a:pt x="145314" y="6449"/>
                </a:lnTo>
                <a:close/>
                <a:moveTo>
                  <a:pt x="108985" y="6915"/>
                </a:moveTo>
                <a:lnTo>
                  <a:pt x="102116" y="13831"/>
                </a:lnTo>
                <a:lnTo>
                  <a:pt x="123715" y="10140"/>
                </a:lnTo>
                <a:close/>
                <a:moveTo>
                  <a:pt x="108985" y="6915"/>
                </a:moveTo>
                <a:lnTo>
                  <a:pt x="94255" y="3691"/>
                </a:lnTo>
                <a:lnTo>
                  <a:pt x="102116" y="13831"/>
                </a:lnTo>
                <a:close/>
                <a:moveTo>
                  <a:pt x="108985" y="6915"/>
                </a:moveTo>
                <a:lnTo>
                  <a:pt x="123715" y="10140"/>
                </a:lnTo>
                <a:lnTo>
                  <a:pt x="115854" y="0"/>
                </a:lnTo>
                <a:close/>
                <a:moveTo>
                  <a:pt x="87387" y="10606"/>
                </a:moveTo>
                <a:lnTo>
                  <a:pt x="80518" y="17521"/>
                </a:lnTo>
                <a:lnTo>
                  <a:pt x="102116" y="13831"/>
                </a:lnTo>
                <a:close/>
                <a:moveTo>
                  <a:pt x="87387" y="10606"/>
                </a:moveTo>
                <a:lnTo>
                  <a:pt x="72657" y="7381"/>
                </a:lnTo>
                <a:lnTo>
                  <a:pt x="80518" y="17521"/>
                </a:lnTo>
                <a:close/>
                <a:moveTo>
                  <a:pt x="87387" y="10606"/>
                </a:moveTo>
                <a:lnTo>
                  <a:pt x="94255" y="3691"/>
                </a:lnTo>
                <a:lnTo>
                  <a:pt x="72657" y="7381"/>
                </a:lnTo>
                <a:close/>
                <a:moveTo>
                  <a:pt x="87387" y="10606"/>
                </a:moveTo>
                <a:lnTo>
                  <a:pt x="102116" y="13831"/>
                </a:lnTo>
                <a:lnTo>
                  <a:pt x="94255" y="3691"/>
                </a:lnTo>
                <a:close/>
                <a:moveTo>
                  <a:pt x="65788" y="14296"/>
                </a:moveTo>
                <a:lnTo>
                  <a:pt x="72657" y="7381"/>
                </a:lnTo>
                <a:lnTo>
                  <a:pt x="51058" y="11072"/>
                </a:lnTo>
                <a:close/>
                <a:moveTo>
                  <a:pt x="65788" y="14296"/>
                </a:moveTo>
                <a:lnTo>
                  <a:pt x="80518" y="17521"/>
                </a:lnTo>
                <a:lnTo>
                  <a:pt x="72657" y="7381"/>
                </a:lnTo>
                <a:close/>
                <a:moveTo>
                  <a:pt x="44190" y="17987"/>
                </a:moveTo>
                <a:lnTo>
                  <a:pt x="51058" y="11072"/>
                </a:lnTo>
                <a:lnTo>
                  <a:pt x="29460" y="14762"/>
                </a:lnTo>
                <a:close/>
                <a:moveTo>
                  <a:pt x="57927" y="4157"/>
                </a:moveTo>
                <a:lnTo>
                  <a:pt x="51058" y="11072"/>
                </a:lnTo>
                <a:lnTo>
                  <a:pt x="72657" y="7381"/>
                </a:lnTo>
                <a:close/>
                <a:moveTo>
                  <a:pt x="57927" y="4157"/>
                </a:moveTo>
                <a:lnTo>
                  <a:pt x="43197" y="932"/>
                </a:lnTo>
                <a:lnTo>
                  <a:pt x="51058" y="11072"/>
                </a:lnTo>
                <a:close/>
                <a:moveTo>
                  <a:pt x="36328" y="7847"/>
                </a:moveTo>
                <a:lnTo>
                  <a:pt x="29460" y="14762"/>
                </a:lnTo>
                <a:lnTo>
                  <a:pt x="51058" y="11072"/>
                </a:lnTo>
                <a:close/>
                <a:moveTo>
                  <a:pt x="36328" y="7847"/>
                </a:moveTo>
                <a:lnTo>
                  <a:pt x="21599" y="4623"/>
                </a:lnTo>
                <a:lnTo>
                  <a:pt x="29460" y="14762"/>
                </a:lnTo>
                <a:close/>
                <a:moveTo>
                  <a:pt x="36328" y="7847"/>
                </a:moveTo>
                <a:lnTo>
                  <a:pt x="51058" y="11072"/>
                </a:lnTo>
                <a:lnTo>
                  <a:pt x="43197" y="932"/>
                </a:lnTo>
                <a:close/>
                <a:moveTo>
                  <a:pt x="14730" y="11538"/>
                </a:moveTo>
                <a:lnTo>
                  <a:pt x="0" y="8313"/>
                </a:lnTo>
                <a:lnTo>
                  <a:pt x="7861" y="18453"/>
                </a:lnTo>
                <a:close/>
                <a:moveTo>
                  <a:pt x="14730" y="11538"/>
                </a:moveTo>
                <a:lnTo>
                  <a:pt x="21599" y="4623"/>
                </a:lnTo>
                <a:lnTo>
                  <a:pt x="0" y="8313"/>
                </a:lnTo>
                <a:close/>
                <a:moveTo>
                  <a:pt x="14730" y="11538"/>
                </a:moveTo>
                <a:lnTo>
                  <a:pt x="29460" y="14762"/>
                </a:lnTo>
                <a:lnTo>
                  <a:pt x="21599" y="4623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62" name="PANEL_01-slope--22-215_756">
            <a:extLst>
              <a:ext uri="{FF2B5EF4-FFF2-40B4-BE49-F238E27FC236}">
                <a16:creationId xmlns:a16="http://schemas.microsoft.com/office/drawing/2014/main" id="{0F3E5600-1A43-4CDD-B724-434428FAED79}"/>
              </a:ext>
            </a:extLst>
          </p:cNvPr>
          <p:cNvSpPr>
            <a:spLocks/>
          </p:cNvSpPr>
          <p:nvPr/>
        </p:nvSpPr>
        <p:spPr>
          <a:xfrm>
            <a:off x="541232" y="318180"/>
            <a:ext cx="721923" cy="205762"/>
          </a:xfrm>
          <a:custGeom>
            <a:pathLst>
              <a:path w="488984" h="139370">
                <a:moveTo>
                  <a:pt x="474254" y="123301"/>
                </a:moveTo>
                <a:lnTo>
                  <a:pt x="481123" y="120869"/>
                </a:lnTo>
                <a:lnTo>
                  <a:pt x="459524" y="117823"/>
                </a:lnTo>
                <a:close/>
                <a:moveTo>
                  <a:pt x="474254" y="123301"/>
                </a:moveTo>
                <a:lnTo>
                  <a:pt x="488984" y="139370"/>
                </a:lnTo>
                <a:lnTo>
                  <a:pt x="481123" y="120869"/>
                </a:lnTo>
                <a:close/>
                <a:moveTo>
                  <a:pt x="466393" y="112841"/>
                </a:moveTo>
                <a:lnTo>
                  <a:pt x="459524" y="117823"/>
                </a:lnTo>
                <a:lnTo>
                  <a:pt x="481123" y="120869"/>
                </a:lnTo>
                <a:close/>
                <a:moveTo>
                  <a:pt x="270021" y="90917"/>
                </a:moveTo>
                <a:lnTo>
                  <a:pt x="263152" y="93119"/>
                </a:lnTo>
                <a:lnTo>
                  <a:pt x="284751" y="94735"/>
                </a:lnTo>
                <a:close/>
                <a:moveTo>
                  <a:pt x="270021" y="90917"/>
                </a:moveTo>
                <a:lnTo>
                  <a:pt x="255291" y="87996"/>
                </a:lnTo>
                <a:lnTo>
                  <a:pt x="263152" y="93119"/>
                </a:lnTo>
                <a:close/>
                <a:moveTo>
                  <a:pt x="248423" y="88775"/>
                </a:moveTo>
                <a:lnTo>
                  <a:pt x="233693" y="85950"/>
                </a:lnTo>
                <a:lnTo>
                  <a:pt x="241554" y="90769"/>
                </a:lnTo>
                <a:close/>
                <a:moveTo>
                  <a:pt x="248423" y="88775"/>
                </a:moveTo>
                <a:lnTo>
                  <a:pt x="255291" y="87996"/>
                </a:lnTo>
                <a:lnTo>
                  <a:pt x="233693" y="85950"/>
                </a:lnTo>
                <a:close/>
                <a:moveTo>
                  <a:pt x="248423" y="88775"/>
                </a:moveTo>
                <a:lnTo>
                  <a:pt x="263152" y="93119"/>
                </a:lnTo>
                <a:lnTo>
                  <a:pt x="255291" y="87996"/>
                </a:lnTo>
                <a:close/>
                <a:moveTo>
                  <a:pt x="226824" y="86434"/>
                </a:moveTo>
                <a:lnTo>
                  <a:pt x="233693" y="85950"/>
                </a:lnTo>
                <a:lnTo>
                  <a:pt x="212094" y="86195"/>
                </a:lnTo>
                <a:close/>
                <a:moveTo>
                  <a:pt x="240561" y="84839"/>
                </a:moveTo>
                <a:lnTo>
                  <a:pt x="233693" y="85950"/>
                </a:lnTo>
                <a:lnTo>
                  <a:pt x="255291" y="87996"/>
                </a:lnTo>
                <a:close/>
                <a:moveTo>
                  <a:pt x="218963" y="83751"/>
                </a:moveTo>
                <a:lnTo>
                  <a:pt x="212094" y="86195"/>
                </a:lnTo>
                <a:lnTo>
                  <a:pt x="233693" y="85950"/>
                </a:lnTo>
                <a:close/>
                <a:moveTo>
                  <a:pt x="44190" y="43084"/>
                </a:moveTo>
                <a:lnTo>
                  <a:pt x="29460" y="28544"/>
                </a:lnTo>
                <a:lnTo>
                  <a:pt x="37321" y="50632"/>
                </a:lnTo>
                <a:close/>
                <a:moveTo>
                  <a:pt x="36328" y="20633"/>
                </a:moveTo>
                <a:lnTo>
                  <a:pt x="29460" y="28544"/>
                </a:lnTo>
                <a:lnTo>
                  <a:pt x="51058" y="34979"/>
                </a:lnTo>
                <a:close/>
                <a:moveTo>
                  <a:pt x="36328" y="20633"/>
                </a:moveTo>
                <a:lnTo>
                  <a:pt x="21599" y="7705"/>
                </a:lnTo>
                <a:lnTo>
                  <a:pt x="29460" y="28544"/>
                </a:lnTo>
                <a:close/>
                <a:moveTo>
                  <a:pt x="14730" y="14344"/>
                </a:moveTo>
                <a:lnTo>
                  <a:pt x="7861" y="20793"/>
                </a:lnTo>
                <a:lnTo>
                  <a:pt x="29460" y="28544"/>
                </a:lnTo>
                <a:close/>
                <a:moveTo>
                  <a:pt x="14730" y="14344"/>
                </a:moveTo>
                <a:lnTo>
                  <a:pt x="0" y="0"/>
                </a:lnTo>
                <a:lnTo>
                  <a:pt x="7861" y="20793"/>
                </a:lnTo>
                <a:close/>
                <a:moveTo>
                  <a:pt x="14730" y="14344"/>
                </a:moveTo>
                <a:lnTo>
                  <a:pt x="21599" y="7705"/>
                </a:lnTo>
                <a:lnTo>
                  <a:pt x="0" y="0"/>
                </a:lnTo>
                <a:close/>
                <a:moveTo>
                  <a:pt x="14730" y="14344"/>
                </a:moveTo>
                <a:lnTo>
                  <a:pt x="29460" y="28544"/>
                </a:lnTo>
                <a:lnTo>
                  <a:pt x="21599" y="7705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63" name="PANEL_01-slope--22-220_757">
            <a:extLst>
              <a:ext uri="{FF2B5EF4-FFF2-40B4-BE49-F238E27FC236}">
                <a16:creationId xmlns:a16="http://schemas.microsoft.com/office/drawing/2014/main" id="{77C0B81E-ED06-4C59-A25B-8215D36E9952}"/>
              </a:ext>
            </a:extLst>
          </p:cNvPr>
          <p:cNvSpPr>
            <a:spLocks/>
          </p:cNvSpPr>
          <p:nvPr/>
        </p:nvSpPr>
        <p:spPr>
          <a:xfrm>
            <a:off x="584725" y="360323"/>
            <a:ext cx="1246660" cy="163621"/>
          </a:xfrm>
          <a:custGeom>
            <a:pathLst>
              <a:path w="844406" h="110827">
                <a:moveTo>
                  <a:pt x="829677" y="76723"/>
                </a:moveTo>
                <a:lnTo>
                  <a:pt x="844406" y="76250"/>
                </a:lnTo>
                <a:lnTo>
                  <a:pt x="836545" y="73231"/>
                </a:lnTo>
                <a:close/>
                <a:moveTo>
                  <a:pt x="808078" y="83092"/>
                </a:moveTo>
                <a:lnTo>
                  <a:pt x="822808" y="84172"/>
                </a:lnTo>
                <a:lnTo>
                  <a:pt x="814947" y="80586"/>
                </a:lnTo>
                <a:close/>
                <a:moveTo>
                  <a:pt x="786480" y="100494"/>
                </a:moveTo>
                <a:lnTo>
                  <a:pt x="793348" y="99717"/>
                </a:lnTo>
                <a:lnTo>
                  <a:pt x="771750" y="103408"/>
                </a:lnTo>
                <a:close/>
                <a:moveTo>
                  <a:pt x="786480" y="100494"/>
                </a:moveTo>
                <a:lnTo>
                  <a:pt x="801209" y="96724"/>
                </a:lnTo>
                <a:lnTo>
                  <a:pt x="793348" y="99717"/>
                </a:lnTo>
                <a:close/>
                <a:moveTo>
                  <a:pt x="466393" y="101821"/>
                </a:moveTo>
                <a:lnTo>
                  <a:pt x="459524" y="110827"/>
                </a:lnTo>
                <a:lnTo>
                  <a:pt x="481123" y="107136"/>
                </a:lnTo>
                <a:close/>
                <a:moveTo>
                  <a:pt x="466393" y="101821"/>
                </a:moveTo>
                <a:lnTo>
                  <a:pt x="451663" y="92326"/>
                </a:lnTo>
                <a:lnTo>
                  <a:pt x="459524" y="110827"/>
                </a:lnTo>
                <a:close/>
                <a:moveTo>
                  <a:pt x="444794" y="94757"/>
                </a:moveTo>
                <a:lnTo>
                  <a:pt x="430064" y="89279"/>
                </a:lnTo>
                <a:lnTo>
                  <a:pt x="437926" y="100448"/>
                </a:lnTo>
                <a:close/>
                <a:moveTo>
                  <a:pt x="423196" y="94441"/>
                </a:moveTo>
                <a:lnTo>
                  <a:pt x="430064" y="89279"/>
                </a:lnTo>
                <a:lnTo>
                  <a:pt x="408466" y="87998"/>
                </a:lnTo>
                <a:close/>
                <a:moveTo>
                  <a:pt x="415335" y="83620"/>
                </a:moveTo>
                <a:lnTo>
                  <a:pt x="408466" y="87998"/>
                </a:lnTo>
                <a:lnTo>
                  <a:pt x="430064" y="89279"/>
                </a:lnTo>
                <a:close/>
                <a:moveTo>
                  <a:pt x="415335" y="83620"/>
                </a:moveTo>
                <a:lnTo>
                  <a:pt x="400605" y="79862"/>
                </a:lnTo>
                <a:lnTo>
                  <a:pt x="408466" y="87998"/>
                </a:lnTo>
                <a:close/>
                <a:moveTo>
                  <a:pt x="415335" y="83620"/>
                </a:moveTo>
                <a:lnTo>
                  <a:pt x="430064" y="89279"/>
                </a:lnTo>
                <a:lnTo>
                  <a:pt x="422203" y="80040"/>
                </a:lnTo>
                <a:close/>
                <a:moveTo>
                  <a:pt x="393736" y="82806"/>
                </a:moveTo>
                <a:lnTo>
                  <a:pt x="379006" y="80692"/>
                </a:lnTo>
                <a:lnTo>
                  <a:pt x="386867" y="86321"/>
                </a:lnTo>
                <a:close/>
                <a:moveTo>
                  <a:pt x="393736" y="82806"/>
                </a:moveTo>
                <a:lnTo>
                  <a:pt x="400605" y="79862"/>
                </a:lnTo>
                <a:lnTo>
                  <a:pt x="379006" y="80692"/>
                </a:lnTo>
                <a:close/>
                <a:moveTo>
                  <a:pt x="393736" y="82806"/>
                </a:moveTo>
                <a:lnTo>
                  <a:pt x="408466" y="87998"/>
                </a:lnTo>
                <a:lnTo>
                  <a:pt x="400605" y="79862"/>
                </a:lnTo>
                <a:close/>
                <a:moveTo>
                  <a:pt x="372138" y="82800"/>
                </a:moveTo>
                <a:lnTo>
                  <a:pt x="379006" y="80692"/>
                </a:lnTo>
                <a:lnTo>
                  <a:pt x="357408" y="84063"/>
                </a:lnTo>
                <a:close/>
                <a:moveTo>
                  <a:pt x="364276" y="80129"/>
                </a:moveTo>
                <a:lnTo>
                  <a:pt x="357408" y="84063"/>
                </a:lnTo>
                <a:lnTo>
                  <a:pt x="379006" y="80692"/>
                </a:lnTo>
                <a:close/>
                <a:moveTo>
                  <a:pt x="364276" y="80129"/>
                </a:moveTo>
                <a:lnTo>
                  <a:pt x="349546" y="78815"/>
                </a:lnTo>
                <a:lnTo>
                  <a:pt x="357408" y="84063"/>
                </a:lnTo>
                <a:close/>
                <a:moveTo>
                  <a:pt x="342678" y="84977"/>
                </a:moveTo>
                <a:lnTo>
                  <a:pt x="335809" y="89796"/>
                </a:lnTo>
                <a:lnTo>
                  <a:pt x="357408" y="84063"/>
                </a:lnTo>
                <a:close/>
                <a:moveTo>
                  <a:pt x="342678" y="84977"/>
                </a:moveTo>
                <a:lnTo>
                  <a:pt x="327948" y="80980"/>
                </a:lnTo>
                <a:lnTo>
                  <a:pt x="335809" y="89796"/>
                </a:lnTo>
                <a:close/>
                <a:moveTo>
                  <a:pt x="342678" y="84977"/>
                </a:moveTo>
                <a:lnTo>
                  <a:pt x="349546" y="78815"/>
                </a:lnTo>
                <a:lnTo>
                  <a:pt x="327948" y="80980"/>
                </a:lnTo>
                <a:close/>
                <a:moveTo>
                  <a:pt x="342678" y="84977"/>
                </a:moveTo>
                <a:lnTo>
                  <a:pt x="357408" y="84063"/>
                </a:lnTo>
                <a:lnTo>
                  <a:pt x="349546" y="78815"/>
                </a:lnTo>
                <a:close/>
                <a:moveTo>
                  <a:pt x="321079" y="88663"/>
                </a:moveTo>
                <a:lnTo>
                  <a:pt x="306349" y="81214"/>
                </a:lnTo>
                <a:lnTo>
                  <a:pt x="314211" y="93286"/>
                </a:lnTo>
                <a:close/>
                <a:moveTo>
                  <a:pt x="321079" y="88663"/>
                </a:moveTo>
                <a:lnTo>
                  <a:pt x="327948" y="80980"/>
                </a:lnTo>
                <a:lnTo>
                  <a:pt x="306349" y="81214"/>
                </a:lnTo>
                <a:close/>
                <a:moveTo>
                  <a:pt x="299481" y="87629"/>
                </a:moveTo>
                <a:lnTo>
                  <a:pt x="306349" y="81214"/>
                </a:lnTo>
                <a:lnTo>
                  <a:pt x="284751" y="78777"/>
                </a:lnTo>
                <a:close/>
                <a:moveTo>
                  <a:pt x="313218" y="75117"/>
                </a:moveTo>
                <a:lnTo>
                  <a:pt x="306349" y="81214"/>
                </a:lnTo>
                <a:lnTo>
                  <a:pt x="327948" y="80980"/>
                </a:lnTo>
                <a:close/>
                <a:moveTo>
                  <a:pt x="291620" y="73449"/>
                </a:moveTo>
                <a:lnTo>
                  <a:pt x="284751" y="78777"/>
                </a:lnTo>
                <a:lnTo>
                  <a:pt x="306349" y="81214"/>
                </a:lnTo>
                <a:close/>
                <a:moveTo>
                  <a:pt x="291620" y="73449"/>
                </a:moveTo>
                <a:lnTo>
                  <a:pt x="276890" y="66934"/>
                </a:lnTo>
                <a:lnTo>
                  <a:pt x="284751" y="78777"/>
                </a:lnTo>
                <a:close/>
                <a:moveTo>
                  <a:pt x="291620" y="73449"/>
                </a:moveTo>
                <a:lnTo>
                  <a:pt x="306349" y="81214"/>
                </a:lnTo>
                <a:lnTo>
                  <a:pt x="298488" y="68006"/>
                </a:lnTo>
                <a:close/>
                <a:moveTo>
                  <a:pt x="270021" y="70715"/>
                </a:moveTo>
                <a:lnTo>
                  <a:pt x="276890" y="66934"/>
                </a:lnTo>
                <a:lnTo>
                  <a:pt x="255291" y="66191"/>
                </a:lnTo>
                <a:close/>
                <a:moveTo>
                  <a:pt x="270021" y="70715"/>
                </a:moveTo>
                <a:lnTo>
                  <a:pt x="284751" y="78777"/>
                </a:lnTo>
                <a:lnTo>
                  <a:pt x="276890" y="66934"/>
                </a:lnTo>
                <a:close/>
                <a:moveTo>
                  <a:pt x="262160" y="62183"/>
                </a:moveTo>
                <a:lnTo>
                  <a:pt x="255291" y="66191"/>
                </a:lnTo>
                <a:lnTo>
                  <a:pt x="276890" y="66934"/>
                </a:lnTo>
                <a:close/>
                <a:moveTo>
                  <a:pt x="240561" y="62374"/>
                </a:moveTo>
                <a:lnTo>
                  <a:pt x="255291" y="66191"/>
                </a:lnTo>
                <a:lnTo>
                  <a:pt x="247430" y="60086"/>
                </a:lnTo>
                <a:close/>
                <a:moveTo>
                  <a:pt x="189503" y="55207"/>
                </a:moveTo>
                <a:lnTo>
                  <a:pt x="174773" y="55493"/>
                </a:lnTo>
                <a:lnTo>
                  <a:pt x="182634" y="57651"/>
                </a:lnTo>
                <a:close/>
                <a:moveTo>
                  <a:pt x="167905" y="58469"/>
                </a:moveTo>
                <a:lnTo>
                  <a:pt x="161036" y="61111"/>
                </a:lnTo>
                <a:lnTo>
                  <a:pt x="182634" y="57651"/>
                </a:lnTo>
                <a:close/>
                <a:moveTo>
                  <a:pt x="167905" y="58469"/>
                </a:moveTo>
                <a:lnTo>
                  <a:pt x="153175" y="60287"/>
                </a:lnTo>
                <a:lnTo>
                  <a:pt x="161036" y="61111"/>
                </a:lnTo>
                <a:close/>
                <a:moveTo>
                  <a:pt x="167905" y="58469"/>
                </a:moveTo>
                <a:lnTo>
                  <a:pt x="174773" y="55493"/>
                </a:lnTo>
                <a:lnTo>
                  <a:pt x="153175" y="60287"/>
                </a:lnTo>
                <a:close/>
                <a:moveTo>
                  <a:pt x="167905" y="58469"/>
                </a:moveTo>
                <a:lnTo>
                  <a:pt x="182634" y="57651"/>
                </a:lnTo>
                <a:lnTo>
                  <a:pt x="174773" y="55493"/>
                </a:lnTo>
                <a:close/>
                <a:moveTo>
                  <a:pt x="146306" y="63392"/>
                </a:moveTo>
                <a:lnTo>
                  <a:pt x="131576" y="65771"/>
                </a:lnTo>
                <a:lnTo>
                  <a:pt x="139437" y="66468"/>
                </a:lnTo>
                <a:close/>
                <a:moveTo>
                  <a:pt x="146306" y="63392"/>
                </a:moveTo>
                <a:lnTo>
                  <a:pt x="153175" y="60287"/>
                </a:lnTo>
                <a:lnTo>
                  <a:pt x="131576" y="65771"/>
                </a:lnTo>
                <a:close/>
                <a:moveTo>
                  <a:pt x="146306" y="63392"/>
                </a:moveTo>
                <a:lnTo>
                  <a:pt x="161036" y="61111"/>
                </a:lnTo>
                <a:lnTo>
                  <a:pt x="153175" y="60287"/>
                </a:lnTo>
                <a:close/>
                <a:moveTo>
                  <a:pt x="124708" y="69962"/>
                </a:moveTo>
                <a:lnTo>
                  <a:pt x="131576" y="65771"/>
                </a:lnTo>
                <a:lnTo>
                  <a:pt x="109978" y="70601"/>
                </a:lnTo>
                <a:close/>
                <a:moveTo>
                  <a:pt x="116846" y="67107"/>
                </a:moveTo>
                <a:lnTo>
                  <a:pt x="109978" y="70601"/>
                </a:lnTo>
                <a:lnTo>
                  <a:pt x="131576" y="65771"/>
                </a:lnTo>
                <a:close/>
                <a:moveTo>
                  <a:pt x="116846" y="67107"/>
                </a:moveTo>
                <a:lnTo>
                  <a:pt x="102116" y="59271"/>
                </a:lnTo>
                <a:lnTo>
                  <a:pt x="109978" y="70601"/>
                </a:lnTo>
                <a:close/>
                <a:moveTo>
                  <a:pt x="95248" y="68720"/>
                </a:moveTo>
                <a:lnTo>
                  <a:pt x="88379" y="73035"/>
                </a:lnTo>
                <a:lnTo>
                  <a:pt x="109978" y="70601"/>
                </a:lnTo>
                <a:close/>
                <a:moveTo>
                  <a:pt x="95248" y="68720"/>
                </a:moveTo>
                <a:lnTo>
                  <a:pt x="80518" y="57639"/>
                </a:lnTo>
                <a:lnTo>
                  <a:pt x="88379" y="73035"/>
                </a:lnTo>
                <a:close/>
                <a:moveTo>
                  <a:pt x="95248" y="68720"/>
                </a:moveTo>
                <a:lnTo>
                  <a:pt x="102116" y="59271"/>
                </a:lnTo>
                <a:lnTo>
                  <a:pt x="80518" y="57639"/>
                </a:lnTo>
                <a:close/>
                <a:moveTo>
                  <a:pt x="73649" y="66651"/>
                </a:moveTo>
                <a:lnTo>
                  <a:pt x="80518" y="57639"/>
                </a:lnTo>
                <a:lnTo>
                  <a:pt x="58919" y="54599"/>
                </a:lnTo>
                <a:close/>
                <a:moveTo>
                  <a:pt x="73649" y="66651"/>
                </a:moveTo>
                <a:lnTo>
                  <a:pt x="88379" y="73035"/>
                </a:lnTo>
                <a:lnTo>
                  <a:pt x="80518" y="57639"/>
                </a:lnTo>
                <a:close/>
                <a:moveTo>
                  <a:pt x="65788" y="45707"/>
                </a:moveTo>
                <a:lnTo>
                  <a:pt x="58919" y="54599"/>
                </a:lnTo>
                <a:lnTo>
                  <a:pt x="80518" y="57639"/>
                </a:lnTo>
                <a:close/>
                <a:moveTo>
                  <a:pt x="65788" y="45707"/>
                </a:moveTo>
                <a:lnTo>
                  <a:pt x="51058" y="33308"/>
                </a:lnTo>
                <a:lnTo>
                  <a:pt x="58919" y="54599"/>
                </a:lnTo>
                <a:close/>
                <a:moveTo>
                  <a:pt x="44190" y="42129"/>
                </a:moveTo>
                <a:lnTo>
                  <a:pt x="37321" y="50452"/>
                </a:lnTo>
                <a:lnTo>
                  <a:pt x="58919" y="54599"/>
                </a:lnTo>
                <a:close/>
                <a:moveTo>
                  <a:pt x="44190" y="42129"/>
                </a:moveTo>
                <a:lnTo>
                  <a:pt x="29460" y="28386"/>
                </a:lnTo>
                <a:lnTo>
                  <a:pt x="37321" y="50452"/>
                </a:lnTo>
                <a:close/>
                <a:moveTo>
                  <a:pt x="44190" y="42129"/>
                </a:moveTo>
                <a:lnTo>
                  <a:pt x="51058" y="33308"/>
                </a:lnTo>
                <a:lnTo>
                  <a:pt x="29460" y="28386"/>
                </a:lnTo>
                <a:close/>
                <a:moveTo>
                  <a:pt x="44190" y="42129"/>
                </a:moveTo>
                <a:lnTo>
                  <a:pt x="58919" y="54599"/>
                </a:lnTo>
                <a:lnTo>
                  <a:pt x="51058" y="33308"/>
                </a:lnTo>
                <a:close/>
                <a:moveTo>
                  <a:pt x="36328" y="20210"/>
                </a:moveTo>
                <a:lnTo>
                  <a:pt x="29460" y="28386"/>
                </a:lnTo>
                <a:lnTo>
                  <a:pt x="51058" y="33308"/>
                </a:lnTo>
                <a:close/>
                <a:moveTo>
                  <a:pt x="36328" y="20210"/>
                </a:moveTo>
                <a:lnTo>
                  <a:pt x="21599" y="6435"/>
                </a:lnTo>
                <a:lnTo>
                  <a:pt x="29460" y="28386"/>
                </a:lnTo>
                <a:close/>
                <a:moveTo>
                  <a:pt x="14730" y="14541"/>
                </a:moveTo>
                <a:lnTo>
                  <a:pt x="7861" y="22088"/>
                </a:lnTo>
                <a:lnTo>
                  <a:pt x="29460" y="28386"/>
                </a:lnTo>
                <a:close/>
                <a:moveTo>
                  <a:pt x="14730" y="14541"/>
                </a:moveTo>
                <a:lnTo>
                  <a:pt x="21599" y="6435"/>
                </a:lnTo>
                <a:lnTo>
                  <a:pt x="0" y="0"/>
                </a:lnTo>
                <a:close/>
                <a:moveTo>
                  <a:pt x="14730" y="14541"/>
                </a:moveTo>
                <a:lnTo>
                  <a:pt x="29460" y="28386"/>
                </a:lnTo>
                <a:lnTo>
                  <a:pt x="21599" y="6435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64" name="PANEL_01-slope--22-225_758">
            <a:extLst>
              <a:ext uri="{FF2B5EF4-FFF2-40B4-BE49-F238E27FC236}">
                <a16:creationId xmlns:a16="http://schemas.microsoft.com/office/drawing/2014/main" id="{1E31E85C-411B-45B8-A23F-CDF5CF821B49}"/>
              </a:ext>
            </a:extLst>
          </p:cNvPr>
          <p:cNvSpPr>
            <a:spLocks/>
          </p:cNvSpPr>
          <p:nvPr/>
        </p:nvSpPr>
        <p:spPr>
          <a:xfrm>
            <a:off x="725347" y="426063"/>
            <a:ext cx="1567000" cy="101899"/>
          </a:xfrm>
          <a:custGeom>
            <a:pathLst>
              <a:path w="1061384" h="69020">
                <a:moveTo>
                  <a:pt x="1054515" y="28116"/>
                </a:moveTo>
                <a:lnTo>
                  <a:pt x="1039786" y="21671"/>
                </a:lnTo>
                <a:lnTo>
                  <a:pt x="1047647" y="39295"/>
                </a:lnTo>
                <a:close/>
                <a:moveTo>
                  <a:pt x="1054515" y="28116"/>
                </a:moveTo>
                <a:lnTo>
                  <a:pt x="1061384" y="14104"/>
                </a:lnTo>
                <a:lnTo>
                  <a:pt x="1039786" y="21671"/>
                </a:lnTo>
                <a:close/>
                <a:moveTo>
                  <a:pt x="1032917" y="35067"/>
                </a:moveTo>
                <a:lnTo>
                  <a:pt x="1039786" y="21671"/>
                </a:lnTo>
                <a:lnTo>
                  <a:pt x="1018187" y="26483"/>
                </a:lnTo>
                <a:close/>
                <a:moveTo>
                  <a:pt x="1032917" y="35067"/>
                </a:moveTo>
                <a:lnTo>
                  <a:pt x="1047647" y="39295"/>
                </a:lnTo>
                <a:lnTo>
                  <a:pt x="1039786" y="21671"/>
                </a:lnTo>
                <a:close/>
                <a:moveTo>
                  <a:pt x="1046654" y="9175"/>
                </a:moveTo>
                <a:lnTo>
                  <a:pt x="1039786" y="21671"/>
                </a:lnTo>
                <a:lnTo>
                  <a:pt x="1061384" y="14104"/>
                </a:lnTo>
                <a:close/>
                <a:moveTo>
                  <a:pt x="1046654" y="9175"/>
                </a:moveTo>
                <a:lnTo>
                  <a:pt x="1031924" y="842"/>
                </a:lnTo>
                <a:lnTo>
                  <a:pt x="1039786" y="21671"/>
                </a:lnTo>
                <a:close/>
                <a:moveTo>
                  <a:pt x="1025056" y="14324"/>
                </a:moveTo>
                <a:lnTo>
                  <a:pt x="1018187" y="26483"/>
                </a:lnTo>
                <a:lnTo>
                  <a:pt x="1039786" y="21671"/>
                </a:lnTo>
                <a:close/>
                <a:moveTo>
                  <a:pt x="1025056" y="14324"/>
                </a:moveTo>
                <a:lnTo>
                  <a:pt x="1010326" y="6240"/>
                </a:lnTo>
                <a:lnTo>
                  <a:pt x="1018187" y="26483"/>
                </a:lnTo>
                <a:close/>
                <a:moveTo>
                  <a:pt x="1025056" y="14324"/>
                </a:moveTo>
                <a:lnTo>
                  <a:pt x="1031924" y="842"/>
                </a:lnTo>
                <a:lnTo>
                  <a:pt x="1010326" y="6240"/>
                </a:lnTo>
                <a:close/>
                <a:moveTo>
                  <a:pt x="1025056" y="14324"/>
                </a:moveTo>
                <a:lnTo>
                  <a:pt x="1039786" y="21671"/>
                </a:lnTo>
                <a:lnTo>
                  <a:pt x="1031924" y="842"/>
                </a:lnTo>
                <a:close/>
                <a:moveTo>
                  <a:pt x="1003457" y="17942"/>
                </a:moveTo>
                <a:lnTo>
                  <a:pt x="996589" y="28904"/>
                </a:lnTo>
                <a:lnTo>
                  <a:pt x="1018187" y="26483"/>
                </a:lnTo>
                <a:close/>
                <a:moveTo>
                  <a:pt x="1003457" y="17942"/>
                </a:moveTo>
                <a:lnTo>
                  <a:pt x="988727" y="11506"/>
                </a:lnTo>
                <a:lnTo>
                  <a:pt x="996589" y="28904"/>
                </a:lnTo>
                <a:close/>
                <a:moveTo>
                  <a:pt x="1003457" y="17942"/>
                </a:moveTo>
                <a:lnTo>
                  <a:pt x="1010326" y="6240"/>
                </a:lnTo>
                <a:lnTo>
                  <a:pt x="988727" y="11506"/>
                </a:lnTo>
                <a:close/>
                <a:moveTo>
                  <a:pt x="1003457" y="17942"/>
                </a:moveTo>
                <a:lnTo>
                  <a:pt x="1018187" y="26483"/>
                </a:lnTo>
                <a:lnTo>
                  <a:pt x="1010326" y="6240"/>
                </a:lnTo>
                <a:close/>
                <a:moveTo>
                  <a:pt x="981859" y="21234"/>
                </a:moveTo>
                <a:lnTo>
                  <a:pt x="988727" y="11506"/>
                </a:lnTo>
                <a:lnTo>
                  <a:pt x="967129" y="19319"/>
                </a:lnTo>
                <a:close/>
                <a:moveTo>
                  <a:pt x="981859" y="21234"/>
                </a:moveTo>
                <a:lnTo>
                  <a:pt x="996589" y="28904"/>
                </a:lnTo>
                <a:lnTo>
                  <a:pt x="988727" y="11506"/>
                </a:lnTo>
                <a:close/>
                <a:moveTo>
                  <a:pt x="995596" y="0"/>
                </a:moveTo>
                <a:lnTo>
                  <a:pt x="988727" y="11506"/>
                </a:lnTo>
                <a:lnTo>
                  <a:pt x="1010326" y="6240"/>
                </a:lnTo>
                <a:close/>
                <a:moveTo>
                  <a:pt x="973997" y="6847"/>
                </a:moveTo>
                <a:lnTo>
                  <a:pt x="967129" y="19319"/>
                </a:lnTo>
                <a:lnTo>
                  <a:pt x="988727" y="11506"/>
                </a:lnTo>
                <a:close/>
                <a:moveTo>
                  <a:pt x="909202" y="35867"/>
                </a:moveTo>
                <a:lnTo>
                  <a:pt x="894472" y="31668"/>
                </a:lnTo>
                <a:lnTo>
                  <a:pt x="902333" y="47056"/>
                </a:lnTo>
                <a:close/>
                <a:moveTo>
                  <a:pt x="887603" y="44046"/>
                </a:moveTo>
                <a:lnTo>
                  <a:pt x="894472" y="31668"/>
                </a:lnTo>
                <a:lnTo>
                  <a:pt x="872874" y="38416"/>
                </a:lnTo>
                <a:close/>
                <a:moveTo>
                  <a:pt x="887603" y="44046"/>
                </a:moveTo>
                <a:lnTo>
                  <a:pt x="902333" y="47056"/>
                </a:lnTo>
                <a:lnTo>
                  <a:pt x="894472" y="31668"/>
                </a:lnTo>
                <a:close/>
                <a:moveTo>
                  <a:pt x="879742" y="27960"/>
                </a:moveTo>
                <a:lnTo>
                  <a:pt x="872874" y="38416"/>
                </a:lnTo>
                <a:lnTo>
                  <a:pt x="894472" y="31668"/>
                </a:lnTo>
                <a:close/>
                <a:moveTo>
                  <a:pt x="879742" y="27960"/>
                </a:moveTo>
                <a:lnTo>
                  <a:pt x="865012" y="21592"/>
                </a:lnTo>
                <a:lnTo>
                  <a:pt x="872874" y="38416"/>
                </a:lnTo>
                <a:close/>
                <a:moveTo>
                  <a:pt x="879742" y="27960"/>
                </a:moveTo>
                <a:lnTo>
                  <a:pt x="894472" y="31668"/>
                </a:lnTo>
                <a:lnTo>
                  <a:pt x="886611" y="15064"/>
                </a:lnTo>
                <a:close/>
                <a:moveTo>
                  <a:pt x="858144" y="31829"/>
                </a:moveTo>
                <a:lnTo>
                  <a:pt x="851275" y="41976"/>
                </a:lnTo>
                <a:lnTo>
                  <a:pt x="872874" y="38416"/>
                </a:lnTo>
                <a:close/>
                <a:moveTo>
                  <a:pt x="858144" y="31829"/>
                </a:moveTo>
                <a:lnTo>
                  <a:pt x="843414" y="23826"/>
                </a:lnTo>
                <a:lnTo>
                  <a:pt x="851275" y="41976"/>
                </a:lnTo>
                <a:close/>
                <a:moveTo>
                  <a:pt x="858144" y="31829"/>
                </a:moveTo>
                <a:lnTo>
                  <a:pt x="865012" y="21592"/>
                </a:lnTo>
                <a:lnTo>
                  <a:pt x="843414" y="23826"/>
                </a:lnTo>
                <a:close/>
                <a:moveTo>
                  <a:pt x="858144" y="31829"/>
                </a:moveTo>
                <a:lnTo>
                  <a:pt x="872874" y="38416"/>
                </a:lnTo>
                <a:lnTo>
                  <a:pt x="865012" y="21592"/>
                </a:lnTo>
                <a:close/>
                <a:moveTo>
                  <a:pt x="836545" y="34033"/>
                </a:moveTo>
                <a:lnTo>
                  <a:pt x="843414" y="23826"/>
                </a:lnTo>
                <a:lnTo>
                  <a:pt x="821815" y="25764"/>
                </a:lnTo>
                <a:close/>
                <a:moveTo>
                  <a:pt x="836545" y="34033"/>
                </a:moveTo>
                <a:lnTo>
                  <a:pt x="851275" y="41976"/>
                </a:lnTo>
                <a:lnTo>
                  <a:pt x="843414" y="23826"/>
                </a:lnTo>
                <a:close/>
                <a:moveTo>
                  <a:pt x="828684" y="15493"/>
                </a:moveTo>
                <a:lnTo>
                  <a:pt x="821815" y="25764"/>
                </a:lnTo>
                <a:lnTo>
                  <a:pt x="843414" y="23826"/>
                </a:lnTo>
                <a:close/>
                <a:moveTo>
                  <a:pt x="828684" y="15493"/>
                </a:moveTo>
                <a:lnTo>
                  <a:pt x="813954" y="9904"/>
                </a:lnTo>
                <a:lnTo>
                  <a:pt x="821815" y="25764"/>
                </a:lnTo>
                <a:close/>
                <a:moveTo>
                  <a:pt x="807085" y="18120"/>
                </a:moveTo>
                <a:lnTo>
                  <a:pt x="800217" y="27208"/>
                </a:lnTo>
                <a:lnTo>
                  <a:pt x="821815" y="25764"/>
                </a:lnTo>
                <a:close/>
                <a:moveTo>
                  <a:pt x="807085" y="18120"/>
                </a:moveTo>
                <a:lnTo>
                  <a:pt x="792356" y="15378"/>
                </a:lnTo>
                <a:lnTo>
                  <a:pt x="800217" y="27208"/>
                </a:lnTo>
                <a:close/>
                <a:moveTo>
                  <a:pt x="807085" y="18120"/>
                </a:moveTo>
                <a:lnTo>
                  <a:pt x="813954" y="9904"/>
                </a:lnTo>
                <a:lnTo>
                  <a:pt x="792356" y="15378"/>
                </a:lnTo>
                <a:close/>
                <a:moveTo>
                  <a:pt x="807085" y="18120"/>
                </a:moveTo>
                <a:lnTo>
                  <a:pt x="821815" y="25764"/>
                </a:lnTo>
                <a:lnTo>
                  <a:pt x="813954" y="9904"/>
                </a:lnTo>
                <a:close/>
                <a:moveTo>
                  <a:pt x="785487" y="21538"/>
                </a:moveTo>
                <a:lnTo>
                  <a:pt x="770757" y="23039"/>
                </a:lnTo>
                <a:lnTo>
                  <a:pt x="778618" y="30808"/>
                </a:lnTo>
                <a:close/>
                <a:moveTo>
                  <a:pt x="785487" y="21538"/>
                </a:moveTo>
                <a:lnTo>
                  <a:pt x="792356" y="15378"/>
                </a:lnTo>
                <a:lnTo>
                  <a:pt x="770757" y="23039"/>
                </a:lnTo>
                <a:close/>
                <a:moveTo>
                  <a:pt x="785487" y="21538"/>
                </a:moveTo>
                <a:lnTo>
                  <a:pt x="800217" y="27208"/>
                </a:lnTo>
                <a:lnTo>
                  <a:pt x="792356" y="15378"/>
                </a:lnTo>
                <a:close/>
                <a:moveTo>
                  <a:pt x="763888" y="29784"/>
                </a:moveTo>
                <a:lnTo>
                  <a:pt x="770757" y="23039"/>
                </a:lnTo>
                <a:lnTo>
                  <a:pt x="749159" y="31721"/>
                </a:lnTo>
                <a:close/>
                <a:moveTo>
                  <a:pt x="742290" y="39741"/>
                </a:moveTo>
                <a:lnTo>
                  <a:pt x="749159" y="31721"/>
                </a:lnTo>
                <a:lnTo>
                  <a:pt x="727560" y="39643"/>
                </a:lnTo>
                <a:close/>
                <a:moveTo>
                  <a:pt x="777626" y="15667"/>
                </a:moveTo>
                <a:lnTo>
                  <a:pt x="770757" y="23039"/>
                </a:lnTo>
                <a:lnTo>
                  <a:pt x="792356" y="15378"/>
                </a:lnTo>
                <a:close/>
                <a:moveTo>
                  <a:pt x="756027" y="25166"/>
                </a:moveTo>
                <a:lnTo>
                  <a:pt x="749159" y="31721"/>
                </a:lnTo>
                <a:lnTo>
                  <a:pt x="770757" y="23039"/>
                </a:lnTo>
                <a:close/>
                <a:moveTo>
                  <a:pt x="734429" y="32194"/>
                </a:moveTo>
                <a:lnTo>
                  <a:pt x="727560" y="39643"/>
                </a:lnTo>
                <a:lnTo>
                  <a:pt x="749159" y="31721"/>
                </a:lnTo>
                <a:close/>
                <a:moveTo>
                  <a:pt x="734429" y="32194"/>
                </a:moveTo>
                <a:lnTo>
                  <a:pt x="719699" y="36058"/>
                </a:lnTo>
                <a:lnTo>
                  <a:pt x="727560" y="39643"/>
                </a:lnTo>
                <a:close/>
                <a:moveTo>
                  <a:pt x="712830" y="38564"/>
                </a:moveTo>
                <a:lnTo>
                  <a:pt x="705962" y="52195"/>
                </a:lnTo>
                <a:lnTo>
                  <a:pt x="727560" y="39643"/>
                </a:lnTo>
                <a:close/>
                <a:moveTo>
                  <a:pt x="712830" y="38564"/>
                </a:moveTo>
                <a:lnTo>
                  <a:pt x="698100" y="55189"/>
                </a:lnTo>
                <a:lnTo>
                  <a:pt x="705962" y="52195"/>
                </a:lnTo>
                <a:close/>
                <a:moveTo>
                  <a:pt x="691232" y="55965"/>
                </a:moveTo>
                <a:lnTo>
                  <a:pt x="684363" y="69020"/>
                </a:lnTo>
                <a:lnTo>
                  <a:pt x="705962" y="52195"/>
                </a:lnTo>
                <a:close/>
                <a:moveTo>
                  <a:pt x="691232" y="55965"/>
                </a:moveTo>
                <a:lnTo>
                  <a:pt x="676502" y="58880"/>
                </a:lnTo>
                <a:lnTo>
                  <a:pt x="684363" y="69020"/>
                </a:lnTo>
                <a:close/>
                <a:moveTo>
                  <a:pt x="225831" y="44134"/>
                </a:moveTo>
                <a:lnTo>
                  <a:pt x="240561" y="45267"/>
                </a:lnTo>
                <a:lnTo>
                  <a:pt x="232700" y="36451"/>
                </a:lnTo>
                <a:close/>
                <a:moveTo>
                  <a:pt x="0" y="24192"/>
                </a:moveTo>
                <a:lnTo>
                  <a:pt x="14730" y="26073"/>
                </a:lnTo>
                <a:lnTo>
                  <a:pt x="6869" y="14742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65" name="PANEL_01-slope--22-230_759">
            <a:extLst>
              <a:ext uri="{FF2B5EF4-FFF2-40B4-BE49-F238E27FC236}">
                <a16:creationId xmlns:a16="http://schemas.microsoft.com/office/drawing/2014/main" id="{72E28215-3617-4878-B76D-D712977C4417}"/>
              </a:ext>
            </a:extLst>
          </p:cNvPr>
          <p:cNvSpPr>
            <a:spLocks/>
          </p:cNvSpPr>
          <p:nvPr/>
        </p:nvSpPr>
        <p:spPr>
          <a:xfrm>
            <a:off x="2045922" y="358150"/>
            <a:ext cx="385581" cy="125814"/>
          </a:xfrm>
          <a:custGeom>
            <a:pathLst>
              <a:path w="261167" h="85218">
                <a:moveTo>
                  <a:pt x="246437" y="11854"/>
                </a:moveTo>
                <a:lnTo>
                  <a:pt x="239569" y="28483"/>
                </a:lnTo>
                <a:lnTo>
                  <a:pt x="261167" y="15645"/>
                </a:lnTo>
                <a:close/>
                <a:moveTo>
                  <a:pt x="246437" y="11854"/>
                </a:moveTo>
                <a:lnTo>
                  <a:pt x="231708" y="14253"/>
                </a:lnTo>
                <a:lnTo>
                  <a:pt x="239569" y="28483"/>
                </a:lnTo>
                <a:close/>
                <a:moveTo>
                  <a:pt x="246437" y="11854"/>
                </a:moveTo>
                <a:lnTo>
                  <a:pt x="253306" y="0"/>
                </a:lnTo>
                <a:lnTo>
                  <a:pt x="231708" y="14253"/>
                </a:lnTo>
                <a:close/>
                <a:moveTo>
                  <a:pt x="246437" y="11854"/>
                </a:moveTo>
                <a:lnTo>
                  <a:pt x="261167" y="15645"/>
                </a:lnTo>
                <a:lnTo>
                  <a:pt x="253306" y="0"/>
                </a:lnTo>
                <a:close/>
                <a:moveTo>
                  <a:pt x="224839" y="28084"/>
                </a:moveTo>
                <a:lnTo>
                  <a:pt x="217970" y="45067"/>
                </a:lnTo>
                <a:lnTo>
                  <a:pt x="239569" y="28483"/>
                </a:lnTo>
                <a:close/>
                <a:moveTo>
                  <a:pt x="224839" y="28084"/>
                </a:moveTo>
                <a:lnTo>
                  <a:pt x="210109" y="32190"/>
                </a:lnTo>
                <a:lnTo>
                  <a:pt x="217970" y="45067"/>
                </a:lnTo>
                <a:close/>
                <a:moveTo>
                  <a:pt x="224839" y="28084"/>
                </a:moveTo>
                <a:lnTo>
                  <a:pt x="231708" y="14253"/>
                </a:lnTo>
                <a:lnTo>
                  <a:pt x="210109" y="32190"/>
                </a:lnTo>
                <a:close/>
                <a:moveTo>
                  <a:pt x="224839" y="28084"/>
                </a:moveTo>
                <a:lnTo>
                  <a:pt x="239569" y="28483"/>
                </a:lnTo>
                <a:lnTo>
                  <a:pt x="231708" y="14253"/>
                </a:lnTo>
                <a:close/>
                <a:moveTo>
                  <a:pt x="203240" y="48703"/>
                </a:moveTo>
                <a:lnTo>
                  <a:pt x="196372" y="61788"/>
                </a:lnTo>
                <a:lnTo>
                  <a:pt x="217970" y="45067"/>
                </a:lnTo>
                <a:close/>
                <a:moveTo>
                  <a:pt x="203240" y="48703"/>
                </a:moveTo>
                <a:lnTo>
                  <a:pt x="188511" y="48853"/>
                </a:lnTo>
                <a:lnTo>
                  <a:pt x="196372" y="61788"/>
                </a:lnTo>
                <a:close/>
                <a:moveTo>
                  <a:pt x="203240" y="48703"/>
                </a:moveTo>
                <a:lnTo>
                  <a:pt x="210109" y="32190"/>
                </a:lnTo>
                <a:lnTo>
                  <a:pt x="188511" y="48853"/>
                </a:lnTo>
                <a:close/>
                <a:moveTo>
                  <a:pt x="203240" y="48703"/>
                </a:moveTo>
                <a:lnTo>
                  <a:pt x="217970" y="45067"/>
                </a:lnTo>
                <a:lnTo>
                  <a:pt x="210109" y="32190"/>
                </a:lnTo>
                <a:close/>
                <a:moveTo>
                  <a:pt x="181642" y="64241"/>
                </a:moveTo>
                <a:lnTo>
                  <a:pt x="174773" y="75367"/>
                </a:lnTo>
                <a:lnTo>
                  <a:pt x="196372" y="61788"/>
                </a:lnTo>
                <a:close/>
                <a:moveTo>
                  <a:pt x="181642" y="64241"/>
                </a:moveTo>
                <a:lnTo>
                  <a:pt x="166912" y="60104"/>
                </a:lnTo>
                <a:lnTo>
                  <a:pt x="174773" y="75367"/>
                </a:lnTo>
                <a:close/>
                <a:moveTo>
                  <a:pt x="181642" y="64241"/>
                </a:moveTo>
                <a:lnTo>
                  <a:pt x="188511" y="48853"/>
                </a:lnTo>
                <a:lnTo>
                  <a:pt x="166912" y="60104"/>
                </a:lnTo>
                <a:close/>
                <a:moveTo>
                  <a:pt x="181642" y="64241"/>
                </a:moveTo>
                <a:lnTo>
                  <a:pt x="196372" y="61788"/>
                </a:lnTo>
                <a:lnTo>
                  <a:pt x="188511" y="48853"/>
                </a:lnTo>
                <a:close/>
                <a:moveTo>
                  <a:pt x="160043" y="74115"/>
                </a:moveTo>
                <a:lnTo>
                  <a:pt x="174773" y="75367"/>
                </a:lnTo>
                <a:lnTo>
                  <a:pt x="166912" y="60104"/>
                </a:lnTo>
                <a:close/>
                <a:moveTo>
                  <a:pt x="65788" y="78052"/>
                </a:moveTo>
                <a:lnTo>
                  <a:pt x="72657" y="65319"/>
                </a:lnTo>
                <a:lnTo>
                  <a:pt x="51058" y="75993"/>
                </a:lnTo>
                <a:close/>
                <a:moveTo>
                  <a:pt x="79525" y="52847"/>
                </a:moveTo>
                <a:lnTo>
                  <a:pt x="64796" y="49313"/>
                </a:lnTo>
                <a:lnTo>
                  <a:pt x="72657" y="65319"/>
                </a:lnTo>
                <a:close/>
                <a:moveTo>
                  <a:pt x="57927" y="63141"/>
                </a:moveTo>
                <a:lnTo>
                  <a:pt x="51058" y="75993"/>
                </a:lnTo>
                <a:lnTo>
                  <a:pt x="72657" y="65319"/>
                </a:lnTo>
                <a:close/>
                <a:moveTo>
                  <a:pt x="57927" y="63141"/>
                </a:moveTo>
                <a:lnTo>
                  <a:pt x="43197" y="58692"/>
                </a:lnTo>
                <a:lnTo>
                  <a:pt x="51058" y="75993"/>
                </a:lnTo>
                <a:close/>
                <a:moveTo>
                  <a:pt x="57927" y="63141"/>
                </a:moveTo>
                <a:lnTo>
                  <a:pt x="64796" y="49313"/>
                </a:lnTo>
                <a:lnTo>
                  <a:pt x="43197" y="58692"/>
                </a:lnTo>
                <a:close/>
                <a:moveTo>
                  <a:pt x="57927" y="63141"/>
                </a:moveTo>
                <a:lnTo>
                  <a:pt x="72657" y="65319"/>
                </a:lnTo>
                <a:lnTo>
                  <a:pt x="64796" y="49313"/>
                </a:lnTo>
                <a:close/>
                <a:moveTo>
                  <a:pt x="36328" y="73126"/>
                </a:moveTo>
                <a:lnTo>
                  <a:pt x="29460" y="85218"/>
                </a:lnTo>
                <a:lnTo>
                  <a:pt x="51058" y="75993"/>
                </a:lnTo>
                <a:close/>
                <a:moveTo>
                  <a:pt x="36328" y="73126"/>
                </a:moveTo>
                <a:lnTo>
                  <a:pt x="21599" y="68516"/>
                </a:lnTo>
                <a:lnTo>
                  <a:pt x="29460" y="85218"/>
                </a:lnTo>
                <a:close/>
                <a:moveTo>
                  <a:pt x="36328" y="73126"/>
                </a:moveTo>
                <a:lnTo>
                  <a:pt x="43197" y="58692"/>
                </a:lnTo>
                <a:lnTo>
                  <a:pt x="21599" y="68516"/>
                </a:lnTo>
                <a:close/>
                <a:moveTo>
                  <a:pt x="36328" y="73126"/>
                </a:moveTo>
                <a:lnTo>
                  <a:pt x="51058" y="75993"/>
                </a:lnTo>
                <a:lnTo>
                  <a:pt x="43197" y="58692"/>
                </a:lnTo>
                <a:close/>
                <a:moveTo>
                  <a:pt x="14730" y="81867"/>
                </a:moveTo>
                <a:lnTo>
                  <a:pt x="21599" y="68516"/>
                </a:lnTo>
                <a:lnTo>
                  <a:pt x="0" y="77668"/>
                </a:lnTo>
                <a:close/>
                <a:moveTo>
                  <a:pt x="14730" y="81867"/>
                </a:moveTo>
                <a:lnTo>
                  <a:pt x="29460" y="85218"/>
                </a:lnTo>
                <a:lnTo>
                  <a:pt x="21599" y="68516"/>
                </a:lnTo>
                <a:close/>
                <a:moveTo>
                  <a:pt x="6869" y="64799"/>
                </a:moveTo>
                <a:lnTo>
                  <a:pt x="0" y="77668"/>
                </a:lnTo>
                <a:lnTo>
                  <a:pt x="21599" y="68516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66" name="PANEL_01-water--22-230_760">
            <a:extLst>
              <a:ext uri="{FF2B5EF4-FFF2-40B4-BE49-F238E27FC236}">
                <a16:creationId xmlns:a16="http://schemas.microsoft.com/office/drawing/2014/main" id="{5D4B0EDB-D0FE-4175-8D57-9126F3D688CD}"/>
              </a:ext>
            </a:extLst>
          </p:cNvPr>
          <p:cNvSpPr>
            <a:spLocks/>
          </p:cNvSpPr>
          <p:nvPr/>
        </p:nvSpPr>
        <p:spPr>
          <a:xfrm>
            <a:off x="1263155" y="504846"/>
            <a:ext cx="472569" cy="29940"/>
          </a:xfrm>
          <a:custGeom>
            <a:pathLst>
              <a:path w="320087" h="20280">
                <a:moveTo>
                  <a:pt x="305357" y="12433"/>
                </a:moveTo>
                <a:lnTo>
                  <a:pt x="290627" y="9208"/>
                </a:lnTo>
                <a:lnTo>
                  <a:pt x="298488" y="19348"/>
                </a:lnTo>
                <a:close/>
                <a:moveTo>
                  <a:pt x="305357" y="12433"/>
                </a:moveTo>
                <a:lnTo>
                  <a:pt x="312226" y="5517"/>
                </a:lnTo>
                <a:lnTo>
                  <a:pt x="290627" y="9208"/>
                </a:lnTo>
                <a:close/>
                <a:moveTo>
                  <a:pt x="305357" y="12433"/>
                </a:moveTo>
                <a:lnTo>
                  <a:pt x="320087" y="15657"/>
                </a:lnTo>
                <a:lnTo>
                  <a:pt x="312226" y="5517"/>
                </a:lnTo>
                <a:close/>
                <a:moveTo>
                  <a:pt x="283758" y="16123"/>
                </a:moveTo>
                <a:lnTo>
                  <a:pt x="290627" y="9208"/>
                </a:lnTo>
                <a:lnTo>
                  <a:pt x="269028" y="12899"/>
                </a:lnTo>
                <a:close/>
                <a:moveTo>
                  <a:pt x="283758" y="16123"/>
                </a:moveTo>
                <a:lnTo>
                  <a:pt x="298488" y="19348"/>
                </a:lnTo>
                <a:lnTo>
                  <a:pt x="290627" y="9208"/>
                </a:lnTo>
                <a:close/>
                <a:moveTo>
                  <a:pt x="297496" y="2293"/>
                </a:moveTo>
                <a:lnTo>
                  <a:pt x="290627" y="9208"/>
                </a:lnTo>
                <a:lnTo>
                  <a:pt x="312226" y="5517"/>
                </a:lnTo>
                <a:close/>
                <a:moveTo>
                  <a:pt x="275897" y="5983"/>
                </a:moveTo>
                <a:lnTo>
                  <a:pt x="269028" y="12899"/>
                </a:lnTo>
                <a:lnTo>
                  <a:pt x="290627" y="9208"/>
                </a:lnTo>
                <a:close/>
                <a:moveTo>
                  <a:pt x="275897" y="5983"/>
                </a:moveTo>
                <a:lnTo>
                  <a:pt x="261167" y="2759"/>
                </a:lnTo>
                <a:lnTo>
                  <a:pt x="269028" y="12899"/>
                </a:lnTo>
                <a:close/>
                <a:moveTo>
                  <a:pt x="254299" y="9674"/>
                </a:moveTo>
                <a:lnTo>
                  <a:pt x="247430" y="16589"/>
                </a:lnTo>
                <a:lnTo>
                  <a:pt x="269028" y="12899"/>
                </a:lnTo>
                <a:close/>
                <a:moveTo>
                  <a:pt x="254299" y="9674"/>
                </a:moveTo>
                <a:lnTo>
                  <a:pt x="239569" y="6449"/>
                </a:lnTo>
                <a:lnTo>
                  <a:pt x="247430" y="16589"/>
                </a:lnTo>
                <a:close/>
                <a:moveTo>
                  <a:pt x="254299" y="9674"/>
                </a:moveTo>
                <a:lnTo>
                  <a:pt x="261167" y="2759"/>
                </a:lnTo>
                <a:lnTo>
                  <a:pt x="239569" y="6449"/>
                </a:lnTo>
                <a:close/>
                <a:moveTo>
                  <a:pt x="254299" y="9674"/>
                </a:moveTo>
                <a:lnTo>
                  <a:pt x="269028" y="12899"/>
                </a:lnTo>
                <a:lnTo>
                  <a:pt x="261167" y="2759"/>
                </a:lnTo>
                <a:close/>
                <a:moveTo>
                  <a:pt x="232700" y="13365"/>
                </a:moveTo>
                <a:lnTo>
                  <a:pt x="217970" y="10140"/>
                </a:lnTo>
                <a:lnTo>
                  <a:pt x="225831" y="20280"/>
                </a:lnTo>
                <a:close/>
                <a:moveTo>
                  <a:pt x="232700" y="13365"/>
                </a:moveTo>
                <a:lnTo>
                  <a:pt x="239569" y="6449"/>
                </a:lnTo>
                <a:lnTo>
                  <a:pt x="217970" y="10140"/>
                </a:lnTo>
                <a:close/>
                <a:moveTo>
                  <a:pt x="232700" y="13365"/>
                </a:moveTo>
                <a:lnTo>
                  <a:pt x="247430" y="16589"/>
                </a:lnTo>
                <a:lnTo>
                  <a:pt x="239569" y="6449"/>
                </a:lnTo>
                <a:close/>
                <a:moveTo>
                  <a:pt x="211102" y="17055"/>
                </a:moveTo>
                <a:lnTo>
                  <a:pt x="217970" y="10140"/>
                </a:lnTo>
                <a:lnTo>
                  <a:pt x="196372" y="13831"/>
                </a:lnTo>
                <a:close/>
                <a:moveTo>
                  <a:pt x="224839" y="3225"/>
                </a:moveTo>
                <a:lnTo>
                  <a:pt x="217970" y="10140"/>
                </a:lnTo>
                <a:lnTo>
                  <a:pt x="239569" y="6449"/>
                </a:lnTo>
                <a:close/>
                <a:moveTo>
                  <a:pt x="203240" y="6915"/>
                </a:moveTo>
                <a:lnTo>
                  <a:pt x="196372" y="13831"/>
                </a:lnTo>
                <a:lnTo>
                  <a:pt x="217970" y="10140"/>
                </a:lnTo>
                <a:close/>
                <a:moveTo>
                  <a:pt x="203240" y="6915"/>
                </a:moveTo>
                <a:lnTo>
                  <a:pt x="188511" y="3691"/>
                </a:lnTo>
                <a:lnTo>
                  <a:pt x="196372" y="13831"/>
                </a:lnTo>
                <a:close/>
                <a:moveTo>
                  <a:pt x="203240" y="6915"/>
                </a:moveTo>
                <a:lnTo>
                  <a:pt x="217970" y="10140"/>
                </a:lnTo>
                <a:lnTo>
                  <a:pt x="210109" y="0"/>
                </a:lnTo>
                <a:close/>
                <a:moveTo>
                  <a:pt x="181642" y="10606"/>
                </a:moveTo>
                <a:lnTo>
                  <a:pt x="174773" y="17521"/>
                </a:lnTo>
                <a:lnTo>
                  <a:pt x="196372" y="13831"/>
                </a:lnTo>
                <a:close/>
                <a:moveTo>
                  <a:pt x="181642" y="10606"/>
                </a:moveTo>
                <a:lnTo>
                  <a:pt x="166912" y="7381"/>
                </a:lnTo>
                <a:lnTo>
                  <a:pt x="174773" y="17521"/>
                </a:lnTo>
                <a:close/>
                <a:moveTo>
                  <a:pt x="181642" y="10606"/>
                </a:moveTo>
                <a:lnTo>
                  <a:pt x="188511" y="3691"/>
                </a:lnTo>
                <a:lnTo>
                  <a:pt x="166912" y="7381"/>
                </a:lnTo>
                <a:close/>
                <a:moveTo>
                  <a:pt x="181642" y="10606"/>
                </a:moveTo>
                <a:lnTo>
                  <a:pt x="196372" y="13831"/>
                </a:lnTo>
                <a:lnTo>
                  <a:pt x="188511" y="3691"/>
                </a:lnTo>
                <a:close/>
                <a:moveTo>
                  <a:pt x="160043" y="14296"/>
                </a:moveTo>
                <a:lnTo>
                  <a:pt x="166912" y="7381"/>
                </a:lnTo>
                <a:lnTo>
                  <a:pt x="145314" y="11072"/>
                </a:lnTo>
                <a:close/>
                <a:moveTo>
                  <a:pt x="160043" y="14296"/>
                </a:moveTo>
                <a:lnTo>
                  <a:pt x="174773" y="17521"/>
                </a:lnTo>
                <a:lnTo>
                  <a:pt x="166912" y="7381"/>
                </a:lnTo>
                <a:close/>
                <a:moveTo>
                  <a:pt x="138445" y="17987"/>
                </a:moveTo>
                <a:lnTo>
                  <a:pt x="145314" y="11072"/>
                </a:lnTo>
                <a:lnTo>
                  <a:pt x="123715" y="14762"/>
                </a:lnTo>
                <a:close/>
                <a:moveTo>
                  <a:pt x="152182" y="4157"/>
                </a:moveTo>
                <a:lnTo>
                  <a:pt x="145314" y="11072"/>
                </a:lnTo>
                <a:lnTo>
                  <a:pt x="166912" y="7381"/>
                </a:lnTo>
                <a:close/>
                <a:moveTo>
                  <a:pt x="130584" y="7847"/>
                </a:moveTo>
                <a:lnTo>
                  <a:pt x="123715" y="14762"/>
                </a:lnTo>
                <a:lnTo>
                  <a:pt x="145314" y="11072"/>
                </a:lnTo>
                <a:close/>
                <a:moveTo>
                  <a:pt x="130584" y="7847"/>
                </a:moveTo>
                <a:lnTo>
                  <a:pt x="115854" y="4623"/>
                </a:lnTo>
                <a:lnTo>
                  <a:pt x="123715" y="14762"/>
                </a:lnTo>
                <a:close/>
                <a:moveTo>
                  <a:pt x="130584" y="7847"/>
                </a:moveTo>
                <a:lnTo>
                  <a:pt x="145314" y="11072"/>
                </a:lnTo>
                <a:lnTo>
                  <a:pt x="137452" y="932"/>
                </a:lnTo>
                <a:close/>
                <a:moveTo>
                  <a:pt x="108985" y="11538"/>
                </a:moveTo>
                <a:lnTo>
                  <a:pt x="102116" y="18453"/>
                </a:lnTo>
                <a:lnTo>
                  <a:pt x="123715" y="14762"/>
                </a:lnTo>
                <a:close/>
                <a:moveTo>
                  <a:pt x="108985" y="11538"/>
                </a:moveTo>
                <a:lnTo>
                  <a:pt x="94255" y="8313"/>
                </a:lnTo>
                <a:lnTo>
                  <a:pt x="102116" y="18453"/>
                </a:lnTo>
                <a:close/>
                <a:moveTo>
                  <a:pt x="108985" y="11538"/>
                </a:moveTo>
                <a:lnTo>
                  <a:pt x="115854" y="4623"/>
                </a:lnTo>
                <a:lnTo>
                  <a:pt x="94255" y="8313"/>
                </a:lnTo>
                <a:close/>
                <a:moveTo>
                  <a:pt x="108985" y="11538"/>
                </a:moveTo>
                <a:lnTo>
                  <a:pt x="123715" y="14762"/>
                </a:lnTo>
                <a:lnTo>
                  <a:pt x="115854" y="4623"/>
                </a:lnTo>
                <a:close/>
                <a:moveTo>
                  <a:pt x="87387" y="15228"/>
                </a:moveTo>
                <a:lnTo>
                  <a:pt x="94255" y="8313"/>
                </a:lnTo>
                <a:lnTo>
                  <a:pt x="72657" y="12004"/>
                </a:lnTo>
                <a:close/>
                <a:moveTo>
                  <a:pt x="87387" y="15228"/>
                </a:moveTo>
                <a:lnTo>
                  <a:pt x="102116" y="18453"/>
                </a:lnTo>
                <a:lnTo>
                  <a:pt x="94255" y="8313"/>
                </a:lnTo>
                <a:close/>
                <a:moveTo>
                  <a:pt x="79525" y="5089"/>
                </a:moveTo>
                <a:lnTo>
                  <a:pt x="72657" y="12004"/>
                </a:lnTo>
                <a:lnTo>
                  <a:pt x="94255" y="8313"/>
                </a:lnTo>
                <a:close/>
                <a:moveTo>
                  <a:pt x="79525" y="5089"/>
                </a:moveTo>
                <a:lnTo>
                  <a:pt x="64796" y="1864"/>
                </a:lnTo>
                <a:lnTo>
                  <a:pt x="72657" y="12004"/>
                </a:lnTo>
                <a:close/>
                <a:moveTo>
                  <a:pt x="57927" y="8779"/>
                </a:moveTo>
                <a:lnTo>
                  <a:pt x="51058" y="15694"/>
                </a:lnTo>
                <a:lnTo>
                  <a:pt x="72657" y="12004"/>
                </a:lnTo>
                <a:close/>
                <a:moveTo>
                  <a:pt x="57927" y="8779"/>
                </a:moveTo>
                <a:lnTo>
                  <a:pt x="43197" y="5555"/>
                </a:lnTo>
                <a:lnTo>
                  <a:pt x="51058" y="15694"/>
                </a:lnTo>
                <a:close/>
                <a:moveTo>
                  <a:pt x="57927" y="8779"/>
                </a:moveTo>
                <a:lnTo>
                  <a:pt x="72657" y="12004"/>
                </a:lnTo>
                <a:lnTo>
                  <a:pt x="64796" y="1864"/>
                </a:lnTo>
                <a:close/>
                <a:moveTo>
                  <a:pt x="36328" y="12470"/>
                </a:moveTo>
                <a:lnTo>
                  <a:pt x="21599" y="9245"/>
                </a:lnTo>
                <a:lnTo>
                  <a:pt x="29460" y="19385"/>
                </a:lnTo>
                <a:close/>
                <a:moveTo>
                  <a:pt x="36328" y="12470"/>
                </a:moveTo>
                <a:lnTo>
                  <a:pt x="43197" y="5555"/>
                </a:lnTo>
                <a:lnTo>
                  <a:pt x="21599" y="9245"/>
                </a:lnTo>
                <a:close/>
                <a:moveTo>
                  <a:pt x="36328" y="12470"/>
                </a:moveTo>
                <a:lnTo>
                  <a:pt x="51058" y="15694"/>
                </a:lnTo>
                <a:lnTo>
                  <a:pt x="43197" y="5555"/>
                </a:lnTo>
                <a:close/>
                <a:moveTo>
                  <a:pt x="14730" y="16160"/>
                </a:moveTo>
                <a:lnTo>
                  <a:pt x="21599" y="9245"/>
                </a:lnTo>
                <a:lnTo>
                  <a:pt x="0" y="12936"/>
                </a:lnTo>
                <a:close/>
                <a:moveTo>
                  <a:pt x="14730" y="16160"/>
                </a:moveTo>
                <a:lnTo>
                  <a:pt x="29460" y="19385"/>
                </a:lnTo>
                <a:lnTo>
                  <a:pt x="21599" y="9245"/>
                </a:lnTo>
                <a:close/>
                <a:moveTo>
                  <a:pt x="28467" y="2330"/>
                </a:moveTo>
                <a:lnTo>
                  <a:pt x="21599" y="9245"/>
                </a:lnTo>
                <a:lnTo>
                  <a:pt x="43197" y="5555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67" name="PANEL_01-slope--21-215_761">
            <a:extLst>
              <a:ext uri="{FF2B5EF4-FFF2-40B4-BE49-F238E27FC236}">
                <a16:creationId xmlns:a16="http://schemas.microsoft.com/office/drawing/2014/main" id="{542EDA6E-0B4D-44E3-B69F-5D62CADF3B79}"/>
              </a:ext>
            </a:extLst>
          </p:cNvPr>
          <p:cNvSpPr>
            <a:spLocks/>
          </p:cNvSpPr>
          <p:nvPr/>
        </p:nvSpPr>
        <p:spPr>
          <a:xfrm>
            <a:off x="499203" y="307187"/>
            <a:ext cx="775558" cy="231728"/>
          </a:xfrm>
          <a:custGeom>
            <a:pathLst>
              <a:path w="525312" h="156957">
                <a:moveTo>
                  <a:pt x="510582" y="143710"/>
                </a:moveTo>
                <a:lnTo>
                  <a:pt x="495853" y="136438"/>
                </a:lnTo>
                <a:lnTo>
                  <a:pt x="503714" y="148962"/>
                </a:lnTo>
                <a:close/>
                <a:moveTo>
                  <a:pt x="510582" y="143710"/>
                </a:moveTo>
                <a:lnTo>
                  <a:pt x="517451" y="146817"/>
                </a:lnTo>
                <a:lnTo>
                  <a:pt x="495853" y="136438"/>
                </a:lnTo>
                <a:close/>
                <a:moveTo>
                  <a:pt x="510582" y="143710"/>
                </a:moveTo>
                <a:lnTo>
                  <a:pt x="525312" y="156957"/>
                </a:lnTo>
                <a:lnTo>
                  <a:pt x="517451" y="146817"/>
                </a:lnTo>
                <a:close/>
                <a:moveTo>
                  <a:pt x="502721" y="130748"/>
                </a:moveTo>
                <a:lnTo>
                  <a:pt x="495853" y="136438"/>
                </a:lnTo>
                <a:lnTo>
                  <a:pt x="517451" y="146817"/>
                </a:lnTo>
                <a:close/>
                <a:moveTo>
                  <a:pt x="284751" y="102192"/>
                </a:moveTo>
                <a:lnTo>
                  <a:pt x="291620" y="100565"/>
                </a:lnTo>
                <a:lnTo>
                  <a:pt x="270021" y="98216"/>
                </a:lnTo>
                <a:close/>
                <a:moveTo>
                  <a:pt x="284751" y="102192"/>
                </a:moveTo>
                <a:lnTo>
                  <a:pt x="299481" y="109139"/>
                </a:lnTo>
                <a:lnTo>
                  <a:pt x="291620" y="100565"/>
                </a:lnTo>
                <a:close/>
                <a:moveTo>
                  <a:pt x="276890" y="96222"/>
                </a:moveTo>
                <a:lnTo>
                  <a:pt x="270021" y="98216"/>
                </a:lnTo>
                <a:lnTo>
                  <a:pt x="291620" y="100565"/>
                </a:lnTo>
                <a:close/>
                <a:moveTo>
                  <a:pt x="255291" y="93880"/>
                </a:moveTo>
                <a:lnTo>
                  <a:pt x="270021" y="98216"/>
                </a:lnTo>
                <a:lnTo>
                  <a:pt x="262160" y="93396"/>
                </a:lnTo>
                <a:close/>
                <a:moveTo>
                  <a:pt x="161036" y="112605"/>
                </a:moveTo>
                <a:lnTo>
                  <a:pt x="154167" y="112662"/>
                </a:lnTo>
                <a:lnTo>
                  <a:pt x="175766" y="107974"/>
                </a:lnTo>
                <a:close/>
                <a:moveTo>
                  <a:pt x="80518" y="72654"/>
                </a:moveTo>
                <a:lnTo>
                  <a:pt x="65788" y="58078"/>
                </a:lnTo>
                <a:lnTo>
                  <a:pt x="73649" y="80010"/>
                </a:lnTo>
                <a:close/>
                <a:moveTo>
                  <a:pt x="58919" y="65567"/>
                </a:moveTo>
                <a:lnTo>
                  <a:pt x="65788" y="58078"/>
                </a:lnTo>
                <a:lnTo>
                  <a:pt x="44190" y="49648"/>
                </a:lnTo>
                <a:close/>
                <a:moveTo>
                  <a:pt x="58919" y="65567"/>
                </a:moveTo>
                <a:lnTo>
                  <a:pt x="73649" y="80010"/>
                </a:lnTo>
                <a:lnTo>
                  <a:pt x="65788" y="58078"/>
                </a:lnTo>
                <a:close/>
                <a:moveTo>
                  <a:pt x="51058" y="43561"/>
                </a:moveTo>
                <a:lnTo>
                  <a:pt x="44190" y="49648"/>
                </a:lnTo>
                <a:lnTo>
                  <a:pt x="65788" y="58078"/>
                </a:lnTo>
                <a:close/>
                <a:moveTo>
                  <a:pt x="51058" y="43561"/>
                </a:moveTo>
                <a:lnTo>
                  <a:pt x="36328" y="28239"/>
                </a:lnTo>
                <a:lnTo>
                  <a:pt x="44190" y="49648"/>
                </a:lnTo>
                <a:close/>
                <a:moveTo>
                  <a:pt x="51058" y="43561"/>
                </a:moveTo>
                <a:lnTo>
                  <a:pt x="57927" y="35990"/>
                </a:lnTo>
                <a:lnTo>
                  <a:pt x="36328" y="28239"/>
                </a:lnTo>
                <a:close/>
                <a:moveTo>
                  <a:pt x="51058" y="43561"/>
                </a:moveTo>
                <a:lnTo>
                  <a:pt x="65788" y="58078"/>
                </a:lnTo>
                <a:lnTo>
                  <a:pt x="57927" y="35990"/>
                </a:lnTo>
                <a:close/>
                <a:moveTo>
                  <a:pt x="29460" y="34218"/>
                </a:moveTo>
                <a:lnTo>
                  <a:pt x="36328" y="28239"/>
                </a:lnTo>
                <a:lnTo>
                  <a:pt x="14730" y="19685"/>
                </a:lnTo>
                <a:close/>
                <a:moveTo>
                  <a:pt x="29460" y="34218"/>
                </a:moveTo>
                <a:lnTo>
                  <a:pt x="44190" y="49648"/>
                </a:lnTo>
                <a:lnTo>
                  <a:pt x="36328" y="28239"/>
                </a:lnTo>
                <a:close/>
                <a:moveTo>
                  <a:pt x="21599" y="13389"/>
                </a:moveTo>
                <a:lnTo>
                  <a:pt x="14730" y="19685"/>
                </a:lnTo>
                <a:lnTo>
                  <a:pt x="36328" y="28239"/>
                </a:lnTo>
                <a:close/>
                <a:moveTo>
                  <a:pt x="21599" y="13389"/>
                </a:moveTo>
                <a:lnTo>
                  <a:pt x="6869" y="0"/>
                </a:lnTo>
                <a:lnTo>
                  <a:pt x="14730" y="19685"/>
                </a:lnTo>
                <a:close/>
                <a:moveTo>
                  <a:pt x="21599" y="13389"/>
                </a:moveTo>
                <a:lnTo>
                  <a:pt x="28467" y="7447"/>
                </a:lnTo>
                <a:lnTo>
                  <a:pt x="6869" y="0"/>
                </a:lnTo>
                <a:close/>
                <a:moveTo>
                  <a:pt x="21599" y="13389"/>
                </a:moveTo>
                <a:lnTo>
                  <a:pt x="36328" y="28239"/>
                </a:lnTo>
                <a:lnTo>
                  <a:pt x="28467" y="7447"/>
                </a:lnTo>
                <a:close/>
                <a:moveTo>
                  <a:pt x="0" y="5788"/>
                </a:moveTo>
                <a:lnTo>
                  <a:pt x="14730" y="19685"/>
                </a:lnTo>
                <a:lnTo>
                  <a:pt x="6869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68" name="PANEL_01-slope--21-220_762">
            <a:extLst>
              <a:ext uri="{FF2B5EF4-FFF2-40B4-BE49-F238E27FC236}">
                <a16:creationId xmlns:a16="http://schemas.microsoft.com/office/drawing/2014/main" id="{774B14C9-45AC-4E27-9CB5-E89A777B58CF}"/>
              </a:ext>
            </a:extLst>
          </p:cNvPr>
          <p:cNvSpPr>
            <a:spLocks/>
          </p:cNvSpPr>
          <p:nvPr/>
        </p:nvSpPr>
        <p:spPr>
          <a:xfrm>
            <a:off x="477455" y="299423"/>
            <a:ext cx="1494550" cy="215731"/>
          </a:xfrm>
          <a:custGeom>
            <a:pathLst>
              <a:path w="1012311" h="146122">
                <a:moveTo>
                  <a:pt x="1012311" y="137988"/>
                </a:moveTo>
                <a:lnTo>
                  <a:pt x="997581" y="128927"/>
                </a:lnTo>
                <a:lnTo>
                  <a:pt x="1005442" y="144314"/>
                </a:lnTo>
                <a:close/>
                <a:moveTo>
                  <a:pt x="990712" y="136727"/>
                </a:moveTo>
                <a:lnTo>
                  <a:pt x="997581" y="128927"/>
                </a:lnTo>
                <a:lnTo>
                  <a:pt x="975983" y="127731"/>
                </a:lnTo>
                <a:close/>
                <a:moveTo>
                  <a:pt x="982851" y="121185"/>
                </a:moveTo>
                <a:lnTo>
                  <a:pt x="975983" y="127731"/>
                </a:lnTo>
                <a:lnTo>
                  <a:pt x="997581" y="128927"/>
                </a:lnTo>
                <a:close/>
                <a:moveTo>
                  <a:pt x="982851" y="121185"/>
                </a:moveTo>
                <a:lnTo>
                  <a:pt x="968121" y="112985"/>
                </a:lnTo>
                <a:lnTo>
                  <a:pt x="975983" y="127731"/>
                </a:lnTo>
                <a:close/>
                <a:moveTo>
                  <a:pt x="961253" y="119542"/>
                </a:moveTo>
                <a:lnTo>
                  <a:pt x="975983" y="127731"/>
                </a:lnTo>
                <a:lnTo>
                  <a:pt x="968121" y="112985"/>
                </a:lnTo>
                <a:close/>
                <a:moveTo>
                  <a:pt x="503714" y="146122"/>
                </a:moveTo>
                <a:lnTo>
                  <a:pt x="510582" y="141696"/>
                </a:lnTo>
                <a:lnTo>
                  <a:pt x="488984" y="139328"/>
                </a:lnTo>
                <a:close/>
                <a:moveTo>
                  <a:pt x="495853" y="135690"/>
                </a:moveTo>
                <a:lnTo>
                  <a:pt x="488984" y="139328"/>
                </a:lnTo>
                <a:lnTo>
                  <a:pt x="510582" y="141696"/>
                </a:lnTo>
                <a:close/>
                <a:moveTo>
                  <a:pt x="495853" y="135690"/>
                </a:moveTo>
                <a:lnTo>
                  <a:pt x="481123" y="129247"/>
                </a:lnTo>
                <a:lnTo>
                  <a:pt x="488984" y="139328"/>
                </a:lnTo>
                <a:close/>
                <a:moveTo>
                  <a:pt x="495853" y="135690"/>
                </a:moveTo>
                <a:lnTo>
                  <a:pt x="510582" y="141696"/>
                </a:lnTo>
                <a:lnTo>
                  <a:pt x="502721" y="130527"/>
                </a:lnTo>
                <a:close/>
                <a:moveTo>
                  <a:pt x="474254" y="132374"/>
                </a:moveTo>
                <a:lnTo>
                  <a:pt x="481123" y="129247"/>
                </a:lnTo>
                <a:lnTo>
                  <a:pt x="459524" y="127570"/>
                </a:lnTo>
                <a:close/>
                <a:moveTo>
                  <a:pt x="474254" y="132374"/>
                </a:moveTo>
                <a:lnTo>
                  <a:pt x="488984" y="139328"/>
                </a:lnTo>
                <a:lnTo>
                  <a:pt x="481123" y="129247"/>
                </a:lnTo>
                <a:close/>
                <a:moveTo>
                  <a:pt x="466393" y="124055"/>
                </a:moveTo>
                <a:lnTo>
                  <a:pt x="459524" y="127570"/>
                </a:lnTo>
                <a:lnTo>
                  <a:pt x="481123" y="129247"/>
                </a:lnTo>
                <a:close/>
                <a:moveTo>
                  <a:pt x="444794" y="124048"/>
                </a:moveTo>
                <a:lnTo>
                  <a:pt x="437926" y="128851"/>
                </a:lnTo>
                <a:lnTo>
                  <a:pt x="459524" y="127570"/>
                </a:lnTo>
                <a:close/>
                <a:moveTo>
                  <a:pt x="444794" y="124048"/>
                </a:moveTo>
                <a:lnTo>
                  <a:pt x="430064" y="125312"/>
                </a:lnTo>
                <a:lnTo>
                  <a:pt x="437926" y="128851"/>
                </a:lnTo>
                <a:close/>
                <a:moveTo>
                  <a:pt x="444794" y="124048"/>
                </a:moveTo>
                <a:lnTo>
                  <a:pt x="459524" y="127570"/>
                </a:lnTo>
                <a:lnTo>
                  <a:pt x="451663" y="121940"/>
                </a:lnTo>
                <a:close/>
                <a:moveTo>
                  <a:pt x="423196" y="129595"/>
                </a:moveTo>
                <a:lnTo>
                  <a:pt x="416327" y="135324"/>
                </a:lnTo>
                <a:lnTo>
                  <a:pt x="437926" y="128851"/>
                </a:lnTo>
                <a:close/>
                <a:moveTo>
                  <a:pt x="423196" y="129595"/>
                </a:moveTo>
                <a:lnTo>
                  <a:pt x="408466" y="131044"/>
                </a:lnTo>
                <a:lnTo>
                  <a:pt x="416327" y="135324"/>
                </a:lnTo>
                <a:close/>
                <a:moveTo>
                  <a:pt x="423196" y="129595"/>
                </a:moveTo>
                <a:lnTo>
                  <a:pt x="430064" y="125312"/>
                </a:lnTo>
                <a:lnTo>
                  <a:pt x="408466" y="131044"/>
                </a:lnTo>
                <a:close/>
                <a:moveTo>
                  <a:pt x="423196" y="129595"/>
                </a:moveTo>
                <a:lnTo>
                  <a:pt x="437926" y="128851"/>
                </a:lnTo>
                <a:lnTo>
                  <a:pt x="430064" y="125312"/>
                </a:lnTo>
                <a:close/>
                <a:moveTo>
                  <a:pt x="401597" y="138444"/>
                </a:moveTo>
                <a:lnTo>
                  <a:pt x="386867" y="134534"/>
                </a:lnTo>
                <a:lnTo>
                  <a:pt x="394729" y="142041"/>
                </a:lnTo>
                <a:close/>
                <a:moveTo>
                  <a:pt x="401597" y="138444"/>
                </a:moveTo>
                <a:lnTo>
                  <a:pt x="408466" y="131044"/>
                </a:lnTo>
                <a:lnTo>
                  <a:pt x="386867" y="134534"/>
                </a:lnTo>
                <a:close/>
                <a:moveTo>
                  <a:pt x="379999" y="140904"/>
                </a:moveTo>
                <a:lnTo>
                  <a:pt x="386867" y="134534"/>
                </a:lnTo>
                <a:lnTo>
                  <a:pt x="365269" y="132531"/>
                </a:lnTo>
                <a:close/>
                <a:moveTo>
                  <a:pt x="393736" y="129911"/>
                </a:moveTo>
                <a:lnTo>
                  <a:pt x="386867" y="134534"/>
                </a:lnTo>
                <a:lnTo>
                  <a:pt x="408466" y="131044"/>
                </a:lnTo>
                <a:close/>
                <a:moveTo>
                  <a:pt x="372138" y="128878"/>
                </a:moveTo>
                <a:lnTo>
                  <a:pt x="365269" y="132531"/>
                </a:lnTo>
                <a:lnTo>
                  <a:pt x="386867" y="134534"/>
                </a:lnTo>
                <a:close/>
                <a:moveTo>
                  <a:pt x="372138" y="128878"/>
                </a:moveTo>
                <a:lnTo>
                  <a:pt x="357408" y="120026"/>
                </a:lnTo>
                <a:lnTo>
                  <a:pt x="365269" y="132531"/>
                </a:lnTo>
                <a:close/>
                <a:moveTo>
                  <a:pt x="372138" y="128878"/>
                </a:moveTo>
                <a:lnTo>
                  <a:pt x="386867" y="134534"/>
                </a:lnTo>
                <a:lnTo>
                  <a:pt x="379006" y="122463"/>
                </a:lnTo>
                <a:close/>
                <a:moveTo>
                  <a:pt x="350539" y="124565"/>
                </a:moveTo>
                <a:lnTo>
                  <a:pt x="357408" y="120026"/>
                </a:lnTo>
                <a:lnTo>
                  <a:pt x="335809" y="117087"/>
                </a:lnTo>
                <a:close/>
                <a:moveTo>
                  <a:pt x="350539" y="124565"/>
                </a:moveTo>
                <a:lnTo>
                  <a:pt x="365269" y="132531"/>
                </a:lnTo>
                <a:lnTo>
                  <a:pt x="357408" y="120026"/>
                </a:lnTo>
                <a:close/>
                <a:moveTo>
                  <a:pt x="342678" y="111964"/>
                </a:moveTo>
                <a:lnTo>
                  <a:pt x="335809" y="117087"/>
                </a:lnTo>
                <a:lnTo>
                  <a:pt x="357408" y="120026"/>
                </a:lnTo>
                <a:close/>
                <a:moveTo>
                  <a:pt x="342678" y="111964"/>
                </a:moveTo>
                <a:lnTo>
                  <a:pt x="327948" y="107439"/>
                </a:lnTo>
                <a:lnTo>
                  <a:pt x="335809" y="117087"/>
                </a:lnTo>
                <a:close/>
                <a:moveTo>
                  <a:pt x="321079" y="110741"/>
                </a:moveTo>
                <a:lnTo>
                  <a:pt x="314211" y="114397"/>
                </a:lnTo>
                <a:lnTo>
                  <a:pt x="335809" y="117087"/>
                </a:lnTo>
                <a:close/>
                <a:moveTo>
                  <a:pt x="321079" y="110741"/>
                </a:moveTo>
                <a:lnTo>
                  <a:pt x="306349" y="105823"/>
                </a:lnTo>
                <a:lnTo>
                  <a:pt x="314211" y="114397"/>
                </a:lnTo>
                <a:close/>
                <a:moveTo>
                  <a:pt x="321079" y="110741"/>
                </a:moveTo>
                <a:lnTo>
                  <a:pt x="327948" y="107439"/>
                </a:lnTo>
                <a:lnTo>
                  <a:pt x="306349" y="105823"/>
                </a:lnTo>
                <a:close/>
                <a:moveTo>
                  <a:pt x="321079" y="110741"/>
                </a:moveTo>
                <a:lnTo>
                  <a:pt x="335809" y="117087"/>
                </a:lnTo>
                <a:lnTo>
                  <a:pt x="327948" y="107439"/>
                </a:lnTo>
                <a:close/>
                <a:moveTo>
                  <a:pt x="270021" y="99138"/>
                </a:moveTo>
                <a:lnTo>
                  <a:pt x="263152" y="102662"/>
                </a:lnTo>
                <a:lnTo>
                  <a:pt x="284751" y="103474"/>
                </a:lnTo>
                <a:close/>
                <a:moveTo>
                  <a:pt x="270021" y="99138"/>
                </a:moveTo>
                <a:lnTo>
                  <a:pt x="255291" y="98900"/>
                </a:lnTo>
                <a:lnTo>
                  <a:pt x="263152" y="102662"/>
                </a:lnTo>
                <a:close/>
                <a:moveTo>
                  <a:pt x="248423" y="100287"/>
                </a:moveTo>
                <a:lnTo>
                  <a:pt x="233693" y="102359"/>
                </a:lnTo>
                <a:lnTo>
                  <a:pt x="241554" y="104618"/>
                </a:lnTo>
                <a:close/>
                <a:moveTo>
                  <a:pt x="248423" y="100287"/>
                </a:moveTo>
                <a:lnTo>
                  <a:pt x="255291" y="98900"/>
                </a:lnTo>
                <a:lnTo>
                  <a:pt x="233693" y="102359"/>
                </a:lnTo>
                <a:close/>
                <a:moveTo>
                  <a:pt x="248423" y="100287"/>
                </a:moveTo>
                <a:lnTo>
                  <a:pt x="263152" y="102662"/>
                </a:lnTo>
                <a:lnTo>
                  <a:pt x="255291" y="98900"/>
                </a:lnTo>
                <a:close/>
                <a:moveTo>
                  <a:pt x="226824" y="104790"/>
                </a:moveTo>
                <a:lnTo>
                  <a:pt x="233693" y="102359"/>
                </a:lnTo>
                <a:lnTo>
                  <a:pt x="212094" y="107717"/>
                </a:lnTo>
                <a:close/>
                <a:moveTo>
                  <a:pt x="218963" y="104641"/>
                </a:moveTo>
                <a:lnTo>
                  <a:pt x="212094" y="107717"/>
                </a:lnTo>
                <a:lnTo>
                  <a:pt x="233693" y="102359"/>
                </a:lnTo>
                <a:close/>
                <a:moveTo>
                  <a:pt x="197364" y="111211"/>
                </a:moveTo>
                <a:lnTo>
                  <a:pt x="190496" y="113232"/>
                </a:lnTo>
                <a:lnTo>
                  <a:pt x="212094" y="107717"/>
                </a:lnTo>
                <a:close/>
                <a:moveTo>
                  <a:pt x="197364" y="111211"/>
                </a:moveTo>
                <a:lnTo>
                  <a:pt x="182634" y="111850"/>
                </a:lnTo>
                <a:lnTo>
                  <a:pt x="190496" y="113232"/>
                </a:lnTo>
                <a:close/>
                <a:moveTo>
                  <a:pt x="197364" y="111211"/>
                </a:moveTo>
                <a:lnTo>
                  <a:pt x="212094" y="107717"/>
                </a:lnTo>
                <a:lnTo>
                  <a:pt x="204233" y="107019"/>
                </a:lnTo>
                <a:close/>
                <a:moveTo>
                  <a:pt x="175766" y="117863"/>
                </a:moveTo>
                <a:lnTo>
                  <a:pt x="161036" y="114283"/>
                </a:lnTo>
                <a:lnTo>
                  <a:pt x="168897" y="117920"/>
                </a:lnTo>
                <a:close/>
                <a:moveTo>
                  <a:pt x="175766" y="117863"/>
                </a:moveTo>
                <a:lnTo>
                  <a:pt x="182634" y="111850"/>
                </a:lnTo>
                <a:lnTo>
                  <a:pt x="161036" y="114283"/>
                </a:lnTo>
                <a:close/>
                <a:moveTo>
                  <a:pt x="175766" y="117863"/>
                </a:moveTo>
                <a:lnTo>
                  <a:pt x="190496" y="113232"/>
                </a:lnTo>
                <a:lnTo>
                  <a:pt x="182634" y="111850"/>
                </a:lnTo>
                <a:close/>
                <a:moveTo>
                  <a:pt x="154167" y="121402"/>
                </a:moveTo>
                <a:lnTo>
                  <a:pt x="161036" y="114283"/>
                </a:lnTo>
                <a:lnTo>
                  <a:pt x="139437" y="114399"/>
                </a:lnTo>
                <a:close/>
                <a:moveTo>
                  <a:pt x="154167" y="121402"/>
                </a:moveTo>
                <a:lnTo>
                  <a:pt x="168897" y="117920"/>
                </a:lnTo>
                <a:lnTo>
                  <a:pt x="161036" y="114283"/>
                </a:lnTo>
                <a:close/>
                <a:moveTo>
                  <a:pt x="146306" y="107899"/>
                </a:moveTo>
                <a:lnTo>
                  <a:pt x="139437" y="114399"/>
                </a:lnTo>
                <a:lnTo>
                  <a:pt x="161036" y="114283"/>
                </a:lnTo>
                <a:close/>
                <a:moveTo>
                  <a:pt x="146306" y="107899"/>
                </a:moveTo>
                <a:lnTo>
                  <a:pt x="131576" y="95848"/>
                </a:lnTo>
                <a:lnTo>
                  <a:pt x="139437" y="114399"/>
                </a:lnTo>
                <a:close/>
                <a:moveTo>
                  <a:pt x="124708" y="105160"/>
                </a:moveTo>
                <a:lnTo>
                  <a:pt x="117839" y="112121"/>
                </a:lnTo>
                <a:lnTo>
                  <a:pt x="139437" y="114399"/>
                </a:lnTo>
                <a:close/>
                <a:moveTo>
                  <a:pt x="124708" y="105160"/>
                </a:moveTo>
                <a:lnTo>
                  <a:pt x="109978" y="91701"/>
                </a:lnTo>
                <a:lnTo>
                  <a:pt x="117839" y="112121"/>
                </a:lnTo>
                <a:close/>
                <a:moveTo>
                  <a:pt x="124708" y="105160"/>
                </a:moveTo>
                <a:lnTo>
                  <a:pt x="131576" y="95848"/>
                </a:lnTo>
                <a:lnTo>
                  <a:pt x="109978" y="91701"/>
                </a:lnTo>
                <a:close/>
                <a:moveTo>
                  <a:pt x="124708" y="105160"/>
                </a:moveTo>
                <a:lnTo>
                  <a:pt x="139437" y="114399"/>
                </a:lnTo>
                <a:lnTo>
                  <a:pt x="131576" y="95848"/>
                </a:lnTo>
                <a:close/>
                <a:moveTo>
                  <a:pt x="103109" y="100355"/>
                </a:moveTo>
                <a:lnTo>
                  <a:pt x="109978" y="91701"/>
                </a:lnTo>
                <a:lnTo>
                  <a:pt x="88379" y="85268"/>
                </a:lnTo>
                <a:close/>
                <a:moveTo>
                  <a:pt x="103109" y="100355"/>
                </a:moveTo>
                <a:lnTo>
                  <a:pt x="117839" y="112121"/>
                </a:lnTo>
                <a:lnTo>
                  <a:pt x="109978" y="91701"/>
                </a:lnTo>
                <a:close/>
                <a:moveTo>
                  <a:pt x="95248" y="77912"/>
                </a:moveTo>
                <a:lnTo>
                  <a:pt x="88379" y="85268"/>
                </a:lnTo>
                <a:lnTo>
                  <a:pt x="109978" y="91701"/>
                </a:lnTo>
                <a:close/>
                <a:moveTo>
                  <a:pt x="95248" y="77912"/>
                </a:moveTo>
                <a:lnTo>
                  <a:pt x="102116" y="69634"/>
                </a:lnTo>
                <a:lnTo>
                  <a:pt x="80518" y="63336"/>
                </a:lnTo>
                <a:close/>
                <a:moveTo>
                  <a:pt x="95248" y="77912"/>
                </a:moveTo>
                <a:lnTo>
                  <a:pt x="109978" y="91701"/>
                </a:lnTo>
                <a:lnTo>
                  <a:pt x="102116" y="69634"/>
                </a:lnTo>
                <a:close/>
                <a:moveTo>
                  <a:pt x="14730" y="11046"/>
                </a:moveTo>
                <a:lnTo>
                  <a:pt x="21599" y="5258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69" name="PANEL_01-slope--21-225_763">
            <a:extLst>
              <a:ext uri="{FF2B5EF4-FFF2-40B4-BE49-F238E27FC236}">
                <a16:creationId xmlns:a16="http://schemas.microsoft.com/office/drawing/2014/main" id="{8D58962C-0BF9-4C9C-B9C0-DA963385C052}"/>
              </a:ext>
            </a:extLst>
          </p:cNvPr>
          <p:cNvSpPr>
            <a:spLocks/>
          </p:cNvSpPr>
          <p:nvPr/>
        </p:nvSpPr>
        <p:spPr>
          <a:xfrm>
            <a:off x="1070364" y="457412"/>
            <a:ext cx="1223449" cy="86840"/>
          </a:xfrm>
          <a:custGeom>
            <a:pathLst>
              <a:path w="828684" h="58820">
                <a:moveTo>
                  <a:pt x="828684" y="21023"/>
                </a:moveTo>
                <a:lnTo>
                  <a:pt x="813954" y="18061"/>
                </a:lnTo>
                <a:lnTo>
                  <a:pt x="821815" y="32137"/>
                </a:lnTo>
                <a:close/>
                <a:moveTo>
                  <a:pt x="807085" y="30506"/>
                </a:moveTo>
                <a:lnTo>
                  <a:pt x="792356" y="24464"/>
                </a:lnTo>
                <a:lnTo>
                  <a:pt x="800217" y="40639"/>
                </a:lnTo>
                <a:close/>
                <a:moveTo>
                  <a:pt x="807085" y="30506"/>
                </a:moveTo>
                <a:lnTo>
                  <a:pt x="813954" y="18061"/>
                </a:lnTo>
                <a:lnTo>
                  <a:pt x="792356" y="24464"/>
                </a:lnTo>
                <a:close/>
                <a:moveTo>
                  <a:pt x="785487" y="36153"/>
                </a:moveTo>
                <a:lnTo>
                  <a:pt x="792356" y="24464"/>
                </a:lnTo>
                <a:lnTo>
                  <a:pt x="770757" y="26455"/>
                </a:lnTo>
                <a:close/>
                <a:moveTo>
                  <a:pt x="799224" y="13833"/>
                </a:moveTo>
                <a:lnTo>
                  <a:pt x="792356" y="24464"/>
                </a:lnTo>
                <a:lnTo>
                  <a:pt x="813954" y="18061"/>
                </a:lnTo>
                <a:close/>
                <a:moveTo>
                  <a:pt x="799224" y="13833"/>
                </a:moveTo>
                <a:lnTo>
                  <a:pt x="784494" y="5248"/>
                </a:lnTo>
                <a:lnTo>
                  <a:pt x="792356" y="24464"/>
                </a:lnTo>
                <a:close/>
                <a:moveTo>
                  <a:pt x="777626" y="17363"/>
                </a:moveTo>
                <a:lnTo>
                  <a:pt x="770757" y="26455"/>
                </a:lnTo>
                <a:lnTo>
                  <a:pt x="792356" y="24464"/>
                </a:lnTo>
                <a:close/>
                <a:moveTo>
                  <a:pt x="777626" y="17363"/>
                </a:moveTo>
                <a:lnTo>
                  <a:pt x="762896" y="7669"/>
                </a:lnTo>
                <a:lnTo>
                  <a:pt x="770757" y="26455"/>
                </a:lnTo>
                <a:close/>
                <a:moveTo>
                  <a:pt x="777626" y="17363"/>
                </a:moveTo>
                <a:lnTo>
                  <a:pt x="784494" y="5248"/>
                </a:lnTo>
                <a:lnTo>
                  <a:pt x="762896" y="7669"/>
                </a:lnTo>
                <a:close/>
                <a:moveTo>
                  <a:pt x="777626" y="17363"/>
                </a:moveTo>
                <a:lnTo>
                  <a:pt x="792356" y="24464"/>
                </a:lnTo>
                <a:lnTo>
                  <a:pt x="784494" y="5248"/>
                </a:lnTo>
                <a:close/>
                <a:moveTo>
                  <a:pt x="756027" y="16607"/>
                </a:moveTo>
                <a:lnTo>
                  <a:pt x="741297" y="12725"/>
                </a:lnTo>
                <a:lnTo>
                  <a:pt x="749159" y="28680"/>
                </a:lnTo>
                <a:close/>
                <a:moveTo>
                  <a:pt x="756027" y="16607"/>
                </a:moveTo>
                <a:lnTo>
                  <a:pt x="762896" y="7669"/>
                </a:lnTo>
                <a:lnTo>
                  <a:pt x="741297" y="12725"/>
                </a:lnTo>
                <a:close/>
                <a:moveTo>
                  <a:pt x="756027" y="16607"/>
                </a:moveTo>
                <a:lnTo>
                  <a:pt x="770757" y="26455"/>
                </a:lnTo>
                <a:lnTo>
                  <a:pt x="762896" y="7669"/>
                </a:lnTo>
                <a:close/>
                <a:moveTo>
                  <a:pt x="734429" y="23474"/>
                </a:moveTo>
                <a:lnTo>
                  <a:pt x="741297" y="12725"/>
                </a:lnTo>
                <a:lnTo>
                  <a:pt x="719699" y="22902"/>
                </a:lnTo>
                <a:close/>
                <a:moveTo>
                  <a:pt x="748166" y="0"/>
                </a:moveTo>
                <a:lnTo>
                  <a:pt x="741297" y="12725"/>
                </a:lnTo>
                <a:lnTo>
                  <a:pt x="762896" y="7669"/>
                </a:lnTo>
                <a:close/>
                <a:moveTo>
                  <a:pt x="704969" y="22418"/>
                </a:moveTo>
                <a:lnTo>
                  <a:pt x="698100" y="31780"/>
                </a:lnTo>
                <a:lnTo>
                  <a:pt x="719699" y="22902"/>
                </a:lnTo>
                <a:close/>
                <a:moveTo>
                  <a:pt x="704969" y="22418"/>
                </a:moveTo>
                <a:lnTo>
                  <a:pt x="690239" y="17984"/>
                </a:lnTo>
                <a:lnTo>
                  <a:pt x="698100" y="31780"/>
                </a:lnTo>
                <a:close/>
                <a:moveTo>
                  <a:pt x="683370" y="28992"/>
                </a:moveTo>
                <a:lnTo>
                  <a:pt x="676502" y="39669"/>
                </a:lnTo>
                <a:lnTo>
                  <a:pt x="698100" y="31780"/>
                </a:lnTo>
                <a:close/>
                <a:moveTo>
                  <a:pt x="683370" y="28992"/>
                </a:moveTo>
                <a:lnTo>
                  <a:pt x="668641" y="25822"/>
                </a:lnTo>
                <a:lnTo>
                  <a:pt x="676502" y="39669"/>
                </a:lnTo>
                <a:close/>
                <a:moveTo>
                  <a:pt x="683370" y="28992"/>
                </a:moveTo>
                <a:lnTo>
                  <a:pt x="690239" y="17984"/>
                </a:lnTo>
                <a:lnTo>
                  <a:pt x="668641" y="25822"/>
                </a:lnTo>
                <a:close/>
                <a:moveTo>
                  <a:pt x="683370" y="28992"/>
                </a:moveTo>
                <a:lnTo>
                  <a:pt x="698100" y="31780"/>
                </a:lnTo>
                <a:lnTo>
                  <a:pt x="690239" y="17984"/>
                </a:lnTo>
                <a:close/>
                <a:moveTo>
                  <a:pt x="661772" y="36850"/>
                </a:moveTo>
                <a:lnTo>
                  <a:pt x="668641" y="25822"/>
                </a:lnTo>
                <a:lnTo>
                  <a:pt x="647042" y="32660"/>
                </a:lnTo>
                <a:close/>
                <a:moveTo>
                  <a:pt x="640173" y="42384"/>
                </a:moveTo>
                <a:lnTo>
                  <a:pt x="647042" y="32660"/>
                </a:lnTo>
                <a:lnTo>
                  <a:pt x="625444" y="36807"/>
                </a:lnTo>
                <a:close/>
                <a:moveTo>
                  <a:pt x="640173" y="42384"/>
                </a:moveTo>
                <a:lnTo>
                  <a:pt x="654903" y="58820"/>
                </a:lnTo>
                <a:lnTo>
                  <a:pt x="647042" y="32660"/>
                </a:lnTo>
                <a:close/>
                <a:moveTo>
                  <a:pt x="675509" y="14633"/>
                </a:moveTo>
                <a:lnTo>
                  <a:pt x="668641" y="25822"/>
                </a:lnTo>
                <a:lnTo>
                  <a:pt x="690239" y="17984"/>
                </a:lnTo>
                <a:close/>
                <a:moveTo>
                  <a:pt x="653911" y="22811"/>
                </a:moveTo>
                <a:lnTo>
                  <a:pt x="647042" y="32660"/>
                </a:lnTo>
                <a:lnTo>
                  <a:pt x="668641" y="25822"/>
                </a:lnTo>
                <a:close/>
                <a:moveTo>
                  <a:pt x="653911" y="22811"/>
                </a:moveTo>
                <a:lnTo>
                  <a:pt x="639181" y="17182"/>
                </a:lnTo>
                <a:lnTo>
                  <a:pt x="647042" y="32660"/>
                </a:lnTo>
                <a:close/>
                <a:moveTo>
                  <a:pt x="632312" y="28596"/>
                </a:moveTo>
                <a:lnTo>
                  <a:pt x="625444" y="36807"/>
                </a:lnTo>
                <a:lnTo>
                  <a:pt x="647042" y="32660"/>
                </a:lnTo>
                <a:close/>
                <a:moveTo>
                  <a:pt x="632312" y="28596"/>
                </a:moveTo>
                <a:lnTo>
                  <a:pt x="617582" y="20742"/>
                </a:lnTo>
                <a:lnTo>
                  <a:pt x="625444" y="36807"/>
                </a:lnTo>
                <a:close/>
                <a:moveTo>
                  <a:pt x="632312" y="28596"/>
                </a:moveTo>
                <a:lnTo>
                  <a:pt x="639181" y="17182"/>
                </a:lnTo>
                <a:lnTo>
                  <a:pt x="617582" y="20742"/>
                </a:lnTo>
                <a:close/>
                <a:moveTo>
                  <a:pt x="632312" y="28596"/>
                </a:moveTo>
                <a:lnTo>
                  <a:pt x="647042" y="32660"/>
                </a:lnTo>
                <a:lnTo>
                  <a:pt x="639181" y="17182"/>
                </a:lnTo>
                <a:close/>
                <a:moveTo>
                  <a:pt x="610714" y="30977"/>
                </a:moveTo>
                <a:lnTo>
                  <a:pt x="617582" y="20742"/>
                </a:lnTo>
                <a:lnTo>
                  <a:pt x="595984" y="21916"/>
                </a:lnTo>
                <a:close/>
                <a:moveTo>
                  <a:pt x="610714" y="30977"/>
                </a:moveTo>
                <a:lnTo>
                  <a:pt x="625444" y="36807"/>
                </a:lnTo>
                <a:lnTo>
                  <a:pt x="617582" y="20742"/>
                </a:lnTo>
                <a:close/>
                <a:moveTo>
                  <a:pt x="602853" y="12799"/>
                </a:moveTo>
                <a:lnTo>
                  <a:pt x="595984" y="21916"/>
                </a:lnTo>
                <a:lnTo>
                  <a:pt x="617582" y="20742"/>
                </a:lnTo>
                <a:close/>
                <a:moveTo>
                  <a:pt x="602853" y="12799"/>
                </a:moveTo>
                <a:lnTo>
                  <a:pt x="588123" y="4529"/>
                </a:lnTo>
                <a:lnTo>
                  <a:pt x="595984" y="21916"/>
                </a:lnTo>
                <a:close/>
                <a:moveTo>
                  <a:pt x="581254" y="14174"/>
                </a:moveTo>
                <a:lnTo>
                  <a:pt x="588123" y="4529"/>
                </a:lnTo>
                <a:lnTo>
                  <a:pt x="566524" y="5974"/>
                </a:lnTo>
                <a:close/>
                <a:moveTo>
                  <a:pt x="581254" y="14174"/>
                </a:moveTo>
                <a:lnTo>
                  <a:pt x="595984" y="21916"/>
                </a:lnTo>
                <a:lnTo>
                  <a:pt x="588123" y="4529"/>
                </a:lnTo>
                <a:close/>
                <a:moveTo>
                  <a:pt x="559655" y="12531"/>
                </a:moveTo>
                <a:lnTo>
                  <a:pt x="544926" y="9573"/>
                </a:lnTo>
                <a:lnTo>
                  <a:pt x="552787" y="21490"/>
                </a:lnTo>
                <a:close/>
                <a:moveTo>
                  <a:pt x="559655" y="12531"/>
                </a:moveTo>
                <a:lnTo>
                  <a:pt x="566524" y="5974"/>
                </a:lnTo>
                <a:lnTo>
                  <a:pt x="544926" y="9573"/>
                </a:lnTo>
                <a:close/>
                <a:moveTo>
                  <a:pt x="538057" y="16909"/>
                </a:moveTo>
                <a:lnTo>
                  <a:pt x="544926" y="9573"/>
                </a:lnTo>
                <a:lnTo>
                  <a:pt x="523327" y="17815"/>
                </a:lnTo>
                <a:close/>
                <a:moveTo>
                  <a:pt x="551794" y="303"/>
                </a:moveTo>
                <a:lnTo>
                  <a:pt x="544926" y="9573"/>
                </a:lnTo>
                <a:lnTo>
                  <a:pt x="566524" y="5974"/>
                </a:lnTo>
                <a:close/>
                <a:moveTo>
                  <a:pt x="530196" y="8550"/>
                </a:moveTo>
                <a:lnTo>
                  <a:pt x="523327" y="17815"/>
                </a:lnTo>
                <a:lnTo>
                  <a:pt x="544926" y="9573"/>
                </a:lnTo>
                <a:close/>
                <a:moveTo>
                  <a:pt x="530196" y="8550"/>
                </a:moveTo>
                <a:lnTo>
                  <a:pt x="515466" y="10487"/>
                </a:lnTo>
                <a:lnTo>
                  <a:pt x="523327" y="17815"/>
                </a:lnTo>
                <a:close/>
                <a:moveTo>
                  <a:pt x="530196" y="8550"/>
                </a:moveTo>
                <a:lnTo>
                  <a:pt x="544926" y="9573"/>
                </a:lnTo>
                <a:lnTo>
                  <a:pt x="537064" y="1804"/>
                </a:lnTo>
                <a:close/>
                <a:moveTo>
                  <a:pt x="508597" y="18507"/>
                </a:moveTo>
                <a:lnTo>
                  <a:pt x="501729" y="27235"/>
                </a:lnTo>
                <a:lnTo>
                  <a:pt x="523327" y="17815"/>
                </a:lnTo>
                <a:close/>
                <a:moveTo>
                  <a:pt x="508597" y="18507"/>
                </a:moveTo>
                <a:lnTo>
                  <a:pt x="493867" y="18409"/>
                </a:lnTo>
                <a:lnTo>
                  <a:pt x="501729" y="27235"/>
                </a:lnTo>
                <a:close/>
                <a:moveTo>
                  <a:pt x="508597" y="18507"/>
                </a:moveTo>
                <a:lnTo>
                  <a:pt x="523327" y="17815"/>
                </a:lnTo>
                <a:lnTo>
                  <a:pt x="515466" y="10487"/>
                </a:lnTo>
                <a:close/>
                <a:moveTo>
                  <a:pt x="486999" y="26839"/>
                </a:moveTo>
                <a:lnTo>
                  <a:pt x="480130" y="39580"/>
                </a:lnTo>
                <a:lnTo>
                  <a:pt x="501729" y="27235"/>
                </a:lnTo>
                <a:close/>
                <a:moveTo>
                  <a:pt x="486999" y="26839"/>
                </a:moveTo>
                <a:lnTo>
                  <a:pt x="472269" y="30961"/>
                </a:lnTo>
                <a:lnTo>
                  <a:pt x="480130" y="39580"/>
                </a:lnTo>
                <a:close/>
                <a:moveTo>
                  <a:pt x="486999" y="26839"/>
                </a:moveTo>
                <a:lnTo>
                  <a:pt x="493867" y="18409"/>
                </a:lnTo>
                <a:lnTo>
                  <a:pt x="472269" y="30961"/>
                </a:lnTo>
                <a:close/>
                <a:moveTo>
                  <a:pt x="486999" y="26839"/>
                </a:moveTo>
                <a:lnTo>
                  <a:pt x="501729" y="27235"/>
                </a:lnTo>
                <a:lnTo>
                  <a:pt x="493867" y="18409"/>
                </a:lnTo>
                <a:close/>
                <a:moveTo>
                  <a:pt x="465400" y="44944"/>
                </a:moveTo>
                <a:lnTo>
                  <a:pt x="458532" y="57925"/>
                </a:lnTo>
                <a:lnTo>
                  <a:pt x="480130" y="39580"/>
                </a:lnTo>
                <a:close/>
                <a:moveTo>
                  <a:pt x="465400" y="44944"/>
                </a:moveTo>
                <a:lnTo>
                  <a:pt x="450670" y="47785"/>
                </a:lnTo>
                <a:lnTo>
                  <a:pt x="458532" y="57925"/>
                </a:lnTo>
                <a:close/>
                <a:moveTo>
                  <a:pt x="465400" y="44944"/>
                </a:moveTo>
                <a:lnTo>
                  <a:pt x="480130" y="39580"/>
                </a:lnTo>
                <a:lnTo>
                  <a:pt x="472269" y="30961"/>
                </a:lnTo>
                <a:close/>
                <a:moveTo>
                  <a:pt x="0" y="31433"/>
                </a:moveTo>
                <a:lnTo>
                  <a:pt x="14730" y="28313"/>
                </a:lnTo>
                <a:lnTo>
                  <a:pt x="6869" y="24033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70" name="PANEL_01-slope--21-230_764">
            <a:extLst>
              <a:ext uri="{FF2B5EF4-FFF2-40B4-BE49-F238E27FC236}">
                <a16:creationId xmlns:a16="http://schemas.microsoft.com/office/drawing/2014/main" id="{BE6993A7-4527-4179-8828-BAC04B47B748}"/>
              </a:ext>
            </a:extLst>
          </p:cNvPr>
          <p:cNvSpPr>
            <a:spLocks/>
          </p:cNvSpPr>
          <p:nvPr/>
        </p:nvSpPr>
        <p:spPr>
          <a:xfrm>
            <a:off x="1735722" y="381248"/>
            <a:ext cx="707386" cy="163006"/>
          </a:xfrm>
          <a:custGeom>
            <a:pathLst>
              <a:path w="479138" h="110409">
                <a:moveTo>
                  <a:pt x="472269" y="34630"/>
                </a:moveTo>
                <a:lnTo>
                  <a:pt x="479138" y="20110"/>
                </a:lnTo>
                <a:lnTo>
                  <a:pt x="457539" y="31197"/>
                </a:lnTo>
                <a:close/>
                <a:moveTo>
                  <a:pt x="450670" y="47453"/>
                </a:moveTo>
                <a:lnTo>
                  <a:pt x="457539" y="31197"/>
                </a:lnTo>
                <a:lnTo>
                  <a:pt x="435941" y="44836"/>
                </a:lnTo>
                <a:close/>
                <a:moveTo>
                  <a:pt x="464408" y="14224"/>
                </a:moveTo>
                <a:lnTo>
                  <a:pt x="457539" y="31197"/>
                </a:lnTo>
                <a:lnTo>
                  <a:pt x="479138" y="20110"/>
                </a:lnTo>
                <a:close/>
                <a:moveTo>
                  <a:pt x="464408" y="14224"/>
                </a:moveTo>
                <a:lnTo>
                  <a:pt x="449678" y="12838"/>
                </a:lnTo>
                <a:lnTo>
                  <a:pt x="457539" y="31197"/>
                </a:lnTo>
                <a:close/>
                <a:moveTo>
                  <a:pt x="464408" y="14224"/>
                </a:moveTo>
                <a:lnTo>
                  <a:pt x="471276" y="0"/>
                </a:lnTo>
                <a:lnTo>
                  <a:pt x="449678" y="12838"/>
                </a:lnTo>
                <a:close/>
                <a:moveTo>
                  <a:pt x="464408" y="14224"/>
                </a:moveTo>
                <a:lnTo>
                  <a:pt x="479138" y="20110"/>
                </a:lnTo>
                <a:lnTo>
                  <a:pt x="471276" y="0"/>
                </a:lnTo>
                <a:close/>
                <a:moveTo>
                  <a:pt x="442809" y="28482"/>
                </a:moveTo>
                <a:lnTo>
                  <a:pt x="435941" y="44836"/>
                </a:lnTo>
                <a:lnTo>
                  <a:pt x="457539" y="31197"/>
                </a:lnTo>
                <a:close/>
                <a:moveTo>
                  <a:pt x="442809" y="28482"/>
                </a:moveTo>
                <a:lnTo>
                  <a:pt x="428079" y="29422"/>
                </a:lnTo>
                <a:lnTo>
                  <a:pt x="435941" y="44836"/>
                </a:lnTo>
                <a:close/>
                <a:moveTo>
                  <a:pt x="442809" y="28482"/>
                </a:moveTo>
                <a:lnTo>
                  <a:pt x="449678" y="12838"/>
                </a:lnTo>
                <a:lnTo>
                  <a:pt x="428079" y="29422"/>
                </a:lnTo>
                <a:close/>
                <a:moveTo>
                  <a:pt x="442809" y="28482"/>
                </a:moveTo>
                <a:lnTo>
                  <a:pt x="457539" y="31197"/>
                </a:lnTo>
                <a:lnTo>
                  <a:pt x="449678" y="12838"/>
                </a:lnTo>
                <a:close/>
                <a:moveTo>
                  <a:pt x="421211" y="43708"/>
                </a:moveTo>
                <a:lnTo>
                  <a:pt x="414342" y="58596"/>
                </a:lnTo>
                <a:lnTo>
                  <a:pt x="435941" y="44836"/>
                </a:lnTo>
                <a:close/>
                <a:moveTo>
                  <a:pt x="421211" y="43708"/>
                </a:moveTo>
                <a:lnTo>
                  <a:pt x="406481" y="46143"/>
                </a:lnTo>
                <a:lnTo>
                  <a:pt x="414342" y="58596"/>
                </a:lnTo>
                <a:close/>
                <a:moveTo>
                  <a:pt x="421211" y="43708"/>
                </a:moveTo>
                <a:lnTo>
                  <a:pt x="428079" y="29422"/>
                </a:lnTo>
                <a:lnTo>
                  <a:pt x="406481" y="46143"/>
                </a:lnTo>
                <a:close/>
                <a:moveTo>
                  <a:pt x="421211" y="43708"/>
                </a:moveTo>
                <a:lnTo>
                  <a:pt x="435941" y="44836"/>
                </a:lnTo>
                <a:lnTo>
                  <a:pt x="428079" y="29422"/>
                </a:lnTo>
                <a:close/>
                <a:moveTo>
                  <a:pt x="399612" y="59211"/>
                </a:moveTo>
                <a:lnTo>
                  <a:pt x="392743" y="72041"/>
                </a:lnTo>
                <a:lnTo>
                  <a:pt x="414342" y="58596"/>
                </a:lnTo>
                <a:close/>
                <a:moveTo>
                  <a:pt x="399612" y="59211"/>
                </a:moveTo>
                <a:lnTo>
                  <a:pt x="384882" y="59722"/>
                </a:lnTo>
                <a:lnTo>
                  <a:pt x="392743" y="72041"/>
                </a:lnTo>
                <a:close/>
                <a:moveTo>
                  <a:pt x="399612" y="59211"/>
                </a:moveTo>
                <a:lnTo>
                  <a:pt x="406481" y="46143"/>
                </a:lnTo>
                <a:lnTo>
                  <a:pt x="384882" y="59722"/>
                </a:lnTo>
                <a:close/>
                <a:moveTo>
                  <a:pt x="399612" y="59211"/>
                </a:moveTo>
                <a:lnTo>
                  <a:pt x="414342" y="58596"/>
                </a:lnTo>
                <a:lnTo>
                  <a:pt x="406481" y="46143"/>
                </a:lnTo>
                <a:close/>
                <a:moveTo>
                  <a:pt x="378014" y="72612"/>
                </a:moveTo>
                <a:lnTo>
                  <a:pt x="371145" y="83726"/>
                </a:lnTo>
                <a:lnTo>
                  <a:pt x="392743" y="72041"/>
                </a:lnTo>
                <a:close/>
                <a:moveTo>
                  <a:pt x="378014" y="72612"/>
                </a:moveTo>
                <a:lnTo>
                  <a:pt x="384882" y="59722"/>
                </a:lnTo>
                <a:lnTo>
                  <a:pt x="363284" y="69650"/>
                </a:lnTo>
                <a:close/>
                <a:moveTo>
                  <a:pt x="378014" y="72612"/>
                </a:moveTo>
                <a:lnTo>
                  <a:pt x="392743" y="72041"/>
                </a:lnTo>
                <a:lnTo>
                  <a:pt x="384882" y="59722"/>
                </a:lnTo>
                <a:close/>
                <a:moveTo>
                  <a:pt x="356415" y="82095"/>
                </a:moveTo>
                <a:lnTo>
                  <a:pt x="371145" y="83726"/>
                </a:lnTo>
                <a:lnTo>
                  <a:pt x="363284" y="69650"/>
                </a:lnTo>
                <a:close/>
                <a:moveTo>
                  <a:pt x="370152" y="58470"/>
                </a:moveTo>
                <a:lnTo>
                  <a:pt x="363284" y="69650"/>
                </a:lnTo>
                <a:lnTo>
                  <a:pt x="384882" y="59722"/>
                </a:lnTo>
                <a:close/>
                <a:moveTo>
                  <a:pt x="297496" y="51589"/>
                </a:moveTo>
                <a:lnTo>
                  <a:pt x="282766" y="49674"/>
                </a:lnTo>
                <a:lnTo>
                  <a:pt x="290627" y="64314"/>
                </a:lnTo>
                <a:close/>
                <a:moveTo>
                  <a:pt x="275897" y="62407"/>
                </a:moveTo>
                <a:lnTo>
                  <a:pt x="269028" y="74491"/>
                </a:lnTo>
                <a:lnTo>
                  <a:pt x="290627" y="64314"/>
                </a:lnTo>
                <a:close/>
                <a:moveTo>
                  <a:pt x="275897" y="62407"/>
                </a:moveTo>
                <a:lnTo>
                  <a:pt x="261167" y="60348"/>
                </a:lnTo>
                <a:lnTo>
                  <a:pt x="269028" y="74491"/>
                </a:lnTo>
                <a:close/>
                <a:moveTo>
                  <a:pt x="275897" y="62407"/>
                </a:moveTo>
                <a:lnTo>
                  <a:pt x="290627" y="64314"/>
                </a:lnTo>
                <a:lnTo>
                  <a:pt x="282766" y="49674"/>
                </a:lnTo>
                <a:close/>
                <a:moveTo>
                  <a:pt x="254299" y="74008"/>
                </a:moveTo>
                <a:lnTo>
                  <a:pt x="261167" y="60348"/>
                </a:lnTo>
                <a:lnTo>
                  <a:pt x="239569" y="69573"/>
                </a:lnTo>
                <a:close/>
                <a:moveTo>
                  <a:pt x="254299" y="74008"/>
                </a:moveTo>
                <a:lnTo>
                  <a:pt x="269028" y="74491"/>
                </a:lnTo>
                <a:lnTo>
                  <a:pt x="261167" y="60348"/>
                </a:lnTo>
                <a:close/>
                <a:moveTo>
                  <a:pt x="211102" y="88439"/>
                </a:moveTo>
                <a:lnTo>
                  <a:pt x="196372" y="84249"/>
                </a:lnTo>
                <a:lnTo>
                  <a:pt x="204233" y="110409"/>
                </a:lnTo>
                <a:close/>
                <a:moveTo>
                  <a:pt x="211102" y="88439"/>
                </a:moveTo>
                <a:lnTo>
                  <a:pt x="225831" y="91258"/>
                </a:lnTo>
                <a:lnTo>
                  <a:pt x="217970" y="77411"/>
                </a:lnTo>
                <a:close/>
                <a:moveTo>
                  <a:pt x="14730" y="96533"/>
                </a:moveTo>
                <a:lnTo>
                  <a:pt x="21599" y="82550"/>
                </a:lnTo>
                <a:lnTo>
                  <a:pt x="0" y="99374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71" name="PANEL_01-water--21-230_765">
            <a:extLst>
              <a:ext uri="{FF2B5EF4-FFF2-40B4-BE49-F238E27FC236}">
                <a16:creationId xmlns:a16="http://schemas.microsoft.com/office/drawing/2014/main" id="{D1AA95AA-40B6-4479-838F-1D117E14CD8A}"/>
              </a:ext>
            </a:extLst>
          </p:cNvPr>
          <p:cNvSpPr>
            <a:spLocks/>
          </p:cNvSpPr>
          <p:nvPr/>
        </p:nvSpPr>
        <p:spPr>
          <a:xfrm>
            <a:off x="1263155" y="519816"/>
            <a:ext cx="484174" cy="29940"/>
          </a:xfrm>
          <a:custGeom>
            <a:pathLst>
              <a:path w="327948" h="20280">
                <a:moveTo>
                  <a:pt x="313218" y="12433"/>
                </a:moveTo>
                <a:lnTo>
                  <a:pt x="298488" y="9208"/>
                </a:lnTo>
                <a:lnTo>
                  <a:pt x="306349" y="19348"/>
                </a:lnTo>
                <a:close/>
                <a:moveTo>
                  <a:pt x="313218" y="12433"/>
                </a:moveTo>
                <a:lnTo>
                  <a:pt x="320087" y="5517"/>
                </a:lnTo>
                <a:lnTo>
                  <a:pt x="298488" y="9208"/>
                </a:lnTo>
                <a:close/>
                <a:moveTo>
                  <a:pt x="313218" y="12433"/>
                </a:moveTo>
                <a:lnTo>
                  <a:pt x="327948" y="15657"/>
                </a:lnTo>
                <a:lnTo>
                  <a:pt x="320087" y="5517"/>
                </a:lnTo>
                <a:close/>
                <a:moveTo>
                  <a:pt x="291620" y="16123"/>
                </a:moveTo>
                <a:lnTo>
                  <a:pt x="298488" y="9208"/>
                </a:lnTo>
                <a:lnTo>
                  <a:pt x="276890" y="12899"/>
                </a:lnTo>
                <a:close/>
                <a:moveTo>
                  <a:pt x="291620" y="16123"/>
                </a:moveTo>
                <a:lnTo>
                  <a:pt x="306349" y="19348"/>
                </a:lnTo>
                <a:lnTo>
                  <a:pt x="298488" y="9208"/>
                </a:lnTo>
                <a:close/>
                <a:moveTo>
                  <a:pt x="305357" y="2293"/>
                </a:moveTo>
                <a:lnTo>
                  <a:pt x="298488" y="9208"/>
                </a:lnTo>
                <a:lnTo>
                  <a:pt x="320087" y="5517"/>
                </a:lnTo>
                <a:close/>
                <a:moveTo>
                  <a:pt x="283758" y="5983"/>
                </a:moveTo>
                <a:lnTo>
                  <a:pt x="276890" y="12899"/>
                </a:lnTo>
                <a:lnTo>
                  <a:pt x="298488" y="9208"/>
                </a:lnTo>
                <a:close/>
                <a:moveTo>
                  <a:pt x="283758" y="5983"/>
                </a:moveTo>
                <a:lnTo>
                  <a:pt x="269028" y="2759"/>
                </a:lnTo>
                <a:lnTo>
                  <a:pt x="276890" y="12899"/>
                </a:lnTo>
                <a:close/>
                <a:moveTo>
                  <a:pt x="262160" y="9674"/>
                </a:moveTo>
                <a:lnTo>
                  <a:pt x="255291" y="16589"/>
                </a:lnTo>
                <a:lnTo>
                  <a:pt x="276890" y="12899"/>
                </a:lnTo>
                <a:close/>
                <a:moveTo>
                  <a:pt x="262160" y="9674"/>
                </a:moveTo>
                <a:lnTo>
                  <a:pt x="247430" y="6449"/>
                </a:lnTo>
                <a:lnTo>
                  <a:pt x="255291" y="16589"/>
                </a:lnTo>
                <a:close/>
                <a:moveTo>
                  <a:pt x="262160" y="9674"/>
                </a:moveTo>
                <a:lnTo>
                  <a:pt x="269028" y="2759"/>
                </a:lnTo>
                <a:lnTo>
                  <a:pt x="247430" y="6449"/>
                </a:lnTo>
                <a:close/>
                <a:moveTo>
                  <a:pt x="262160" y="9674"/>
                </a:moveTo>
                <a:lnTo>
                  <a:pt x="276890" y="12899"/>
                </a:lnTo>
                <a:lnTo>
                  <a:pt x="269028" y="2759"/>
                </a:lnTo>
                <a:close/>
                <a:moveTo>
                  <a:pt x="240561" y="13365"/>
                </a:moveTo>
                <a:lnTo>
                  <a:pt x="225831" y="10140"/>
                </a:lnTo>
                <a:lnTo>
                  <a:pt x="233693" y="20280"/>
                </a:lnTo>
                <a:close/>
                <a:moveTo>
                  <a:pt x="240561" y="13365"/>
                </a:moveTo>
                <a:lnTo>
                  <a:pt x="247430" y="6449"/>
                </a:lnTo>
                <a:lnTo>
                  <a:pt x="225831" y="10140"/>
                </a:lnTo>
                <a:close/>
                <a:moveTo>
                  <a:pt x="240561" y="13365"/>
                </a:moveTo>
                <a:lnTo>
                  <a:pt x="255291" y="16589"/>
                </a:lnTo>
                <a:lnTo>
                  <a:pt x="247430" y="6449"/>
                </a:lnTo>
                <a:close/>
                <a:moveTo>
                  <a:pt x="218963" y="17055"/>
                </a:moveTo>
                <a:lnTo>
                  <a:pt x="225831" y="10140"/>
                </a:lnTo>
                <a:lnTo>
                  <a:pt x="204233" y="13831"/>
                </a:lnTo>
                <a:close/>
                <a:moveTo>
                  <a:pt x="232700" y="3225"/>
                </a:moveTo>
                <a:lnTo>
                  <a:pt x="225831" y="10140"/>
                </a:lnTo>
                <a:lnTo>
                  <a:pt x="247430" y="6449"/>
                </a:lnTo>
                <a:close/>
                <a:moveTo>
                  <a:pt x="211102" y="6915"/>
                </a:moveTo>
                <a:lnTo>
                  <a:pt x="204233" y="13831"/>
                </a:lnTo>
                <a:lnTo>
                  <a:pt x="225831" y="10140"/>
                </a:lnTo>
                <a:close/>
                <a:moveTo>
                  <a:pt x="211102" y="6915"/>
                </a:moveTo>
                <a:lnTo>
                  <a:pt x="196372" y="3691"/>
                </a:lnTo>
                <a:lnTo>
                  <a:pt x="204233" y="13831"/>
                </a:lnTo>
                <a:close/>
                <a:moveTo>
                  <a:pt x="211102" y="6915"/>
                </a:moveTo>
                <a:lnTo>
                  <a:pt x="225831" y="10140"/>
                </a:lnTo>
                <a:lnTo>
                  <a:pt x="217970" y="0"/>
                </a:lnTo>
                <a:close/>
                <a:moveTo>
                  <a:pt x="189503" y="10606"/>
                </a:moveTo>
                <a:lnTo>
                  <a:pt x="182634" y="17521"/>
                </a:lnTo>
                <a:lnTo>
                  <a:pt x="204233" y="13831"/>
                </a:lnTo>
                <a:close/>
                <a:moveTo>
                  <a:pt x="189503" y="10606"/>
                </a:moveTo>
                <a:lnTo>
                  <a:pt x="174773" y="7381"/>
                </a:lnTo>
                <a:lnTo>
                  <a:pt x="182634" y="17521"/>
                </a:lnTo>
                <a:close/>
                <a:moveTo>
                  <a:pt x="189503" y="10606"/>
                </a:moveTo>
                <a:lnTo>
                  <a:pt x="196372" y="3691"/>
                </a:lnTo>
                <a:lnTo>
                  <a:pt x="174773" y="7381"/>
                </a:lnTo>
                <a:close/>
                <a:moveTo>
                  <a:pt x="189503" y="10606"/>
                </a:moveTo>
                <a:lnTo>
                  <a:pt x="204233" y="13831"/>
                </a:lnTo>
                <a:lnTo>
                  <a:pt x="196372" y="3691"/>
                </a:lnTo>
                <a:close/>
                <a:moveTo>
                  <a:pt x="167905" y="14296"/>
                </a:moveTo>
                <a:lnTo>
                  <a:pt x="174773" y="7381"/>
                </a:lnTo>
                <a:lnTo>
                  <a:pt x="153175" y="11072"/>
                </a:lnTo>
                <a:close/>
                <a:moveTo>
                  <a:pt x="167905" y="14296"/>
                </a:moveTo>
                <a:lnTo>
                  <a:pt x="182634" y="17521"/>
                </a:lnTo>
                <a:lnTo>
                  <a:pt x="174773" y="7381"/>
                </a:lnTo>
                <a:close/>
                <a:moveTo>
                  <a:pt x="146306" y="17987"/>
                </a:moveTo>
                <a:lnTo>
                  <a:pt x="153175" y="11072"/>
                </a:lnTo>
                <a:lnTo>
                  <a:pt x="131576" y="14762"/>
                </a:lnTo>
                <a:close/>
                <a:moveTo>
                  <a:pt x="160043" y="4157"/>
                </a:moveTo>
                <a:lnTo>
                  <a:pt x="153175" y="11072"/>
                </a:lnTo>
                <a:lnTo>
                  <a:pt x="174773" y="7381"/>
                </a:lnTo>
                <a:close/>
                <a:moveTo>
                  <a:pt x="160043" y="4157"/>
                </a:moveTo>
                <a:lnTo>
                  <a:pt x="145314" y="932"/>
                </a:lnTo>
                <a:lnTo>
                  <a:pt x="153175" y="11072"/>
                </a:lnTo>
                <a:close/>
                <a:moveTo>
                  <a:pt x="138445" y="7847"/>
                </a:moveTo>
                <a:lnTo>
                  <a:pt x="131576" y="14762"/>
                </a:lnTo>
                <a:lnTo>
                  <a:pt x="153175" y="11072"/>
                </a:lnTo>
                <a:close/>
                <a:moveTo>
                  <a:pt x="138445" y="7847"/>
                </a:moveTo>
                <a:lnTo>
                  <a:pt x="123715" y="4623"/>
                </a:lnTo>
                <a:lnTo>
                  <a:pt x="131576" y="14762"/>
                </a:lnTo>
                <a:close/>
                <a:moveTo>
                  <a:pt x="138445" y="7847"/>
                </a:moveTo>
                <a:lnTo>
                  <a:pt x="153175" y="11072"/>
                </a:lnTo>
                <a:lnTo>
                  <a:pt x="145314" y="932"/>
                </a:lnTo>
                <a:close/>
                <a:moveTo>
                  <a:pt x="116846" y="11538"/>
                </a:moveTo>
                <a:lnTo>
                  <a:pt x="109978" y="18453"/>
                </a:lnTo>
                <a:lnTo>
                  <a:pt x="131576" y="14762"/>
                </a:lnTo>
                <a:close/>
                <a:moveTo>
                  <a:pt x="116846" y="11538"/>
                </a:moveTo>
                <a:lnTo>
                  <a:pt x="102116" y="8313"/>
                </a:lnTo>
                <a:lnTo>
                  <a:pt x="109978" y="18453"/>
                </a:lnTo>
                <a:close/>
                <a:moveTo>
                  <a:pt x="116846" y="11538"/>
                </a:moveTo>
                <a:lnTo>
                  <a:pt x="123715" y="4623"/>
                </a:lnTo>
                <a:lnTo>
                  <a:pt x="102116" y="8313"/>
                </a:lnTo>
                <a:close/>
                <a:moveTo>
                  <a:pt x="116846" y="11538"/>
                </a:moveTo>
                <a:lnTo>
                  <a:pt x="131576" y="14762"/>
                </a:lnTo>
                <a:lnTo>
                  <a:pt x="123715" y="4623"/>
                </a:lnTo>
                <a:close/>
                <a:moveTo>
                  <a:pt x="95248" y="15228"/>
                </a:moveTo>
                <a:lnTo>
                  <a:pt x="102116" y="8313"/>
                </a:lnTo>
                <a:lnTo>
                  <a:pt x="80518" y="12004"/>
                </a:lnTo>
                <a:close/>
                <a:moveTo>
                  <a:pt x="95248" y="15228"/>
                </a:moveTo>
                <a:lnTo>
                  <a:pt x="109978" y="18453"/>
                </a:lnTo>
                <a:lnTo>
                  <a:pt x="102116" y="8313"/>
                </a:lnTo>
                <a:close/>
                <a:moveTo>
                  <a:pt x="87387" y="5089"/>
                </a:moveTo>
                <a:lnTo>
                  <a:pt x="80518" y="12004"/>
                </a:lnTo>
                <a:lnTo>
                  <a:pt x="102116" y="8313"/>
                </a:lnTo>
                <a:close/>
                <a:moveTo>
                  <a:pt x="87387" y="5089"/>
                </a:moveTo>
                <a:lnTo>
                  <a:pt x="72657" y="1864"/>
                </a:lnTo>
                <a:lnTo>
                  <a:pt x="80518" y="12004"/>
                </a:lnTo>
                <a:close/>
                <a:moveTo>
                  <a:pt x="65788" y="8779"/>
                </a:moveTo>
                <a:lnTo>
                  <a:pt x="58919" y="15694"/>
                </a:lnTo>
                <a:lnTo>
                  <a:pt x="80518" y="12004"/>
                </a:lnTo>
                <a:close/>
                <a:moveTo>
                  <a:pt x="65788" y="8779"/>
                </a:moveTo>
                <a:lnTo>
                  <a:pt x="51058" y="5555"/>
                </a:lnTo>
                <a:lnTo>
                  <a:pt x="58919" y="15694"/>
                </a:lnTo>
                <a:close/>
                <a:moveTo>
                  <a:pt x="65788" y="8779"/>
                </a:moveTo>
                <a:lnTo>
                  <a:pt x="72657" y="1864"/>
                </a:lnTo>
                <a:lnTo>
                  <a:pt x="51058" y="5555"/>
                </a:lnTo>
                <a:close/>
                <a:moveTo>
                  <a:pt x="65788" y="8779"/>
                </a:moveTo>
                <a:lnTo>
                  <a:pt x="80518" y="12004"/>
                </a:lnTo>
                <a:lnTo>
                  <a:pt x="72657" y="1864"/>
                </a:lnTo>
                <a:close/>
                <a:moveTo>
                  <a:pt x="44190" y="12470"/>
                </a:moveTo>
                <a:lnTo>
                  <a:pt x="29460" y="9245"/>
                </a:lnTo>
                <a:lnTo>
                  <a:pt x="37321" y="19385"/>
                </a:lnTo>
                <a:close/>
                <a:moveTo>
                  <a:pt x="44190" y="12470"/>
                </a:moveTo>
                <a:lnTo>
                  <a:pt x="51058" y="5555"/>
                </a:lnTo>
                <a:lnTo>
                  <a:pt x="29460" y="9245"/>
                </a:lnTo>
                <a:close/>
                <a:moveTo>
                  <a:pt x="44190" y="12470"/>
                </a:moveTo>
                <a:lnTo>
                  <a:pt x="58919" y="15694"/>
                </a:lnTo>
                <a:lnTo>
                  <a:pt x="51058" y="5555"/>
                </a:lnTo>
                <a:close/>
                <a:moveTo>
                  <a:pt x="22591" y="16160"/>
                </a:moveTo>
                <a:lnTo>
                  <a:pt x="29460" y="9245"/>
                </a:lnTo>
                <a:lnTo>
                  <a:pt x="7861" y="12936"/>
                </a:lnTo>
                <a:close/>
                <a:moveTo>
                  <a:pt x="22591" y="16160"/>
                </a:moveTo>
                <a:lnTo>
                  <a:pt x="37321" y="19385"/>
                </a:lnTo>
                <a:lnTo>
                  <a:pt x="29460" y="9245"/>
                </a:lnTo>
                <a:close/>
                <a:moveTo>
                  <a:pt x="36328" y="2330"/>
                </a:moveTo>
                <a:lnTo>
                  <a:pt x="29460" y="9245"/>
                </a:lnTo>
                <a:lnTo>
                  <a:pt x="51058" y="5555"/>
                </a:lnTo>
                <a:close/>
                <a:moveTo>
                  <a:pt x="14730" y="6021"/>
                </a:moveTo>
                <a:lnTo>
                  <a:pt x="7861" y="12936"/>
                </a:lnTo>
                <a:lnTo>
                  <a:pt x="29460" y="9245"/>
                </a:lnTo>
                <a:close/>
                <a:moveTo>
                  <a:pt x="14730" y="6021"/>
                </a:moveTo>
                <a:lnTo>
                  <a:pt x="0" y="2796"/>
                </a:lnTo>
                <a:lnTo>
                  <a:pt x="7861" y="12936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72" name="PANEL_01-slope--20-215_766">
            <a:extLst>
              <a:ext uri="{FF2B5EF4-FFF2-40B4-BE49-F238E27FC236}">
                <a16:creationId xmlns:a16="http://schemas.microsoft.com/office/drawing/2014/main" id="{6B0F6F15-0546-4F89-9F5C-8C44DD09BFD4}"/>
              </a:ext>
            </a:extLst>
          </p:cNvPr>
          <p:cNvSpPr>
            <a:spLocks/>
          </p:cNvSpPr>
          <p:nvPr/>
        </p:nvSpPr>
        <p:spPr>
          <a:xfrm>
            <a:off x="489062" y="315732"/>
            <a:ext cx="785698" cy="223181"/>
          </a:xfrm>
          <a:custGeom>
            <a:pathLst>
              <a:path w="532181" h="151168">
                <a:moveTo>
                  <a:pt x="503714" y="145734"/>
                </a:moveTo>
                <a:lnTo>
                  <a:pt x="510582" y="143173"/>
                </a:lnTo>
                <a:lnTo>
                  <a:pt x="488984" y="139209"/>
                </a:lnTo>
                <a:close/>
                <a:moveTo>
                  <a:pt x="517451" y="137921"/>
                </a:moveTo>
                <a:lnTo>
                  <a:pt x="510582" y="143173"/>
                </a:lnTo>
                <a:lnTo>
                  <a:pt x="532181" y="151168"/>
                </a:lnTo>
                <a:close/>
                <a:moveTo>
                  <a:pt x="474254" y="132080"/>
                </a:moveTo>
                <a:lnTo>
                  <a:pt x="481123" y="128282"/>
                </a:lnTo>
                <a:lnTo>
                  <a:pt x="459524" y="124942"/>
                </a:lnTo>
                <a:close/>
                <a:moveTo>
                  <a:pt x="466393" y="121327"/>
                </a:moveTo>
                <a:lnTo>
                  <a:pt x="459524" y="124942"/>
                </a:lnTo>
                <a:lnTo>
                  <a:pt x="481123" y="128282"/>
                </a:lnTo>
                <a:close/>
                <a:moveTo>
                  <a:pt x="444794" y="118756"/>
                </a:moveTo>
                <a:lnTo>
                  <a:pt x="459524" y="124942"/>
                </a:lnTo>
                <a:lnTo>
                  <a:pt x="451663" y="116523"/>
                </a:lnTo>
                <a:close/>
                <a:moveTo>
                  <a:pt x="372138" y="129857"/>
                </a:moveTo>
                <a:lnTo>
                  <a:pt x="357408" y="121485"/>
                </a:lnTo>
                <a:lnTo>
                  <a:pt x="365269" y="131507"/>
                </a:lnTo>
                <a:close/>
                <a:moveTo>
                  <a:pt x="350539" y="124732"/>
                </a:moveTo>
                <a:lnTo>
                  <a:pt x="357408" y="121485"/>
                </a:lnTo>
                <a:lnTo>
                  <a:pt x="335809" y="117012"/>
                </a:lnTo>
                <a:close/>
                <a:moveTo>
                  <a:pt x="350539" y="124732"/>
                </a:moveTo>
                <a:lnTo>
                  <a:pt x="365269" y="131507"/>
                </a:lnTo>
                <a:lnTo>
                  <a:pt x="357408" y="121485"/>
                </a:lnTo>
                <a:close/>
                <a:moveTo>
                  <a:pt x="342678" y="113519"/>
                </a:moveTo>
                <a:lnTo>
                  <a:pt x="335809" y="117012"/>
                </a:lnTo>
                <a:lnTo>
                  <a:pt x="357408" y="121485"/>
                </a:lnTo>
                <a:close/>
                <a:moveTo>
                  <a:pt x="342678" y="113519"/>
                </a:moveTo>
                <a:lnTo>
                  <a:pt x="327948" y="106041"/>
                </a:lnTo>
                <a:lnTo>
                  <a:pt x="335809" y="117012"/>
                </a:lnTo>
                <a:close/>
                <a:moveTo>
                  <a:pt x="321079" y="110033"/>
                </a:moveTo>
                <a:lnTo>
                  <a:pt x="314211" y="113526"/>
                </a:lnTo>
                <a:lnTo>
                  <a:pt x="335809" y="117012"/>
                </a:lnTo>
                <a:close/>
                <a:moveTo>
                  <a:pt x="270021" y="94780"/>
                </a:moveTo>
                <a:lnTo>
                  <a:pt x="284751" y="101053"/>
                </a:lnTo>
                <a:lnTo>
                  <a:pt x="276890" y="92427"/>
                </a:lnTo>
                <a:close/>
                <a:moveTo>
                  <a:pt x="197364" y="99179"/>
                </a:moveTo>
                <a:lnTo>
                  <a:pt x="190496" y="100671"/>
                </a:lnTo>
                <a:lnTo>
                  <a:pt x="212094" y="97587"/>
                </a:lnTo>
                <a:close/>
                <a:moveTo>
                  <a:pt x="197364" y="99179"/>
                </a:moveTo>
                <a:lnTo>
                  <a:pt x="182634" y="102186"/>
                </a:lnTo>
                <a:lnTo>
                  <a:pt x="190496" y="100671"/>
                </a:lnTo>
                <a:close/>
                <a:moveTo>
                  <a:pt x="175766" y="102583"/>
                </a:moveTo>
                <a:lnTo>
                  <a:pt x="182634" y="102186"/>
                </a:lnTo>
                <a:lnTo>
                  <a:pt x="161036" y="106874"/>
                </a:lnTo>
                <a:close/>
                <a:moveTo>
                  <a:pt x="175766" y="102583"/>
                </a:moveTo>
                <a:lnTo>
                  <a:pt x="190496" y="100671"/>
                </a:lnTo>
                <a:lnTo>
                  <a:pt x="182634" y="102186"/>
                </a:lnTo>
                <a:close/>
                <a:moveTo>
                  <a:pt x="95248" y="89308"/>
                </a:moveTo>
                <a:lnTo>
                  <a:pt x="80518" y="74222"/>
                </a:lnTo>
                <a:lnTo>
                  <a:pt x="88379" y="95131"/>
                </a:lnTo>
                <a:close/>
                <a:moveTo>
                  <a:pt x="73649" y="80934"/>
                </a:moveTo>
                <a:lnTo>
                  <a:pt x="80518" y="74222"/>
                </a:lnTo>
                <a:lnTo>
                  <a:pt x="58919" y="65433"/>
                </a:lnTo>
                <a:close/>
                <a:moveTo>
                  <a:pt x="73649" y="80934"/>
                </a:moveTo>
                <a:lnTo>
                  <a:pt x="88379" y="95131"/>
                </a:lnTo>
                <a:lnTo>
                  <a:pt x="80518" y="74222"/>
                </a:lnTo>
                <a:close/>
                <a:moveTo>
                  <a:pt x="65788" y="59779"/>
                </a:moveTo>
                <a:lnTo>
                  <a:pt x="58919" y="65433"/>
                </a:lnTo>
                <a:lnTo>
                  <a:pt x="80518" y="74222"/>
                </a:lnTo>
                <a:close/>
                <a:moveTo>
                  <a:pt x="65788" y="59779"/>
                </a:moveTo>
                <a:lnTo>
                  <a:pt x="51058" y="43859"/>
                </a:lnTo>
                <a:lnTo>
                  <a:pt x="58919" y="65433"/>
                </a:lnTo>
                <a:close/>
                <a:moveTo>
                  <a:pt x="44190" y="49456"/>
                </a:moveTo>
                <a:lnTo>
                  <a:pt x="51058" y="43859"/>
                </a:lnTo>
                <a:lnTo>
                  <a:pt x="29460" y="34376"/>
                </a:lnTo>
                <a:close/>
                <a:moveTo>
                  <a:pt x="44190" y="49456"/>
                </a:moveTo>
                <a:lnTo>
                  <a:pt x="58919" y="65433"/>
                </a:lnTo>
                <a:lnTo>
                  <a:pt x="51058" y="43859"/>
                </a:lnTo>
                <a:close/>
                <a:moveTo>
                  <a:pt x="36328" y="28429"/>
                </a:moveTo>
                <a:lnTo>
                  <a:pt x="29460" y="34376"/>
                </a:lnTo>
                <a:lnTo>
                  <a:pt x="51058" y="43859"/>
                </a:lnTo>
                <a:close/>
                <a:moveTo>
                  <a:pt x="36328" y="28429"/>
                </a:moveTo>
                <a:lnTo>
                  <a:pt x="21599" y="13896"/>
                </a:lnTo>
                <a:lnTo>
                  <a:pt x="29460" y="34376"/>
                </a:lnTo>
                <a:close/>
                <a:moveTo>
                  <a:pt x="14730" y="19555"/>
                </a:moveTo>
                <a:lnTo>
                  <a:pt x="21599" y="13896"/>
                </a:lnTo>
                <a:lnTo>
                  <a:pt x="0" y="7025"/>
                </a:lnTo>
                <a:close/>
                <a:moveTo>
                  <a:pt x="14730" y="19555"/>
                </a:moveTo>
                <a:lnTo>
                  <a:pt x="29460" y="34376"/>
                </a:lnTo>
                <a:lnTo>
                  <a:pt x="21599" y="13896"/>
                </a:lnTo>
                <a:close/>
                <a:moveTo>
                  <a:pt x="6869" y="0"/>
                </a:moveTo>
                <a:lnTo>
                  <a:pt x="0" y="7025"/>
                </a:lnTo>
                <a:lnTo>
                  <a:pt x="21599" y="13896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73" name="PANEL_01-slope--20-220_767">
            <a:extLst>
              <a:ext uri="{FF2B5EF4-FFF2-40B4-BE49-F238E27FC236}">
                <a16:creationId xmlns:a16="http://schemas.microsoft.com/office/drawing/2014/main" id="{484FC58F-6815-4DF6-AB6C-87EF2A62995D}"/>
              </a:ext>
            </a:extLst>
          </p:cNvPr>
          <p:cNvSpPr>
            <a:spLocks/>
          </p:cNvSpPr>
          <p:nvPr/>
        </p:nvSpPr>
        <p:spPr>
          <a:xfrm>
            <a:off x="445569" y="295675"/>
            <a:ext cx="1559791" cy="263658"/>
          </a:xfrm>
          <a:custGeom>
            <a:pathLst>
              <a:path w="1056501" h="178585">
                <a:moveTo>
                  <a:pt x="1041771" y="154822"/>
                </a:moveTo>
                <a:lnTo>
                  <a:pt x="1034902" y="160303"/>
                </a:lnTo>
                <a:lnTo>
                  <a:pt x="1056501" y="172061"/>
                </a:lnTo>
                <a:close/>
                <a:moveTo>
                  <a:pt x="1041771" y="154822"/>
                </a:moveTo>
                <a:lnTo>
                  <a:pt x="1027041" y="146854"/>
                </a:lnTo>
                <a:lnTo>
                  <a:pt x="1034902" y="160303"/>
                </a:lnTo>
                <a:close/>
                <a:moveTo>
                  <a:pt x="1041771" y="154822"/>
                </a:moveTo>
                <a:lnTo>
                  <a:pt x="1048639" y="146357"/>
                </a:lnTo>
                <a:lnTo>
                  <a:pt x="1027041" y="146854"/>
                </a:lnTo>
                <a:close/>
                <a:moveTo>
                  <a:pt x="1041771" y="154822"/>
                </a:moveTo>
                <a:lnTo>
                  <a:pt x="1056501" y="172061"/>
                </a:lnTo>
                <a:lnTo>
                  <a:pt x="1048639" y="146357"/>
                </a:lnTo>
                <a:close/>
                <a:moveTo>
                  <a:pt x="1020172" y="152799"/>
                </a:moveTo>
                <a:lnTo>
                  <a:pt x="1027041" y="146854"/>
                </a:lnTo>
                <a:lnTo>
                  <a:pt x="1005442" y="144704"/>
                </a:lnTo>
                <a:close/>
                <a:moveTo>
                  <a:pt x="1020172" y="152799"/>
                </a:moveTo>
                <a:lnTo>
                  <a:pt x="1034902" y="160303"/>
                </a:lnTo>
                <a:lnTo>
                  <a:pt x="1027041" y="146854"/>
                </a:lnTo>
                <a:close/>
                <a:moveTo>
                  <a:pt x="1033910" y="140527"/>
                </a:moveTo>
                <a:lnTo>
                  <a:pt x="1027041" y="146854"/>
                </a:lnTo>
                <a:lnTo>
                  <a:pt x="1048639" y="146357"/>
                </a:lnTo>
                <a:close/>
                <a:moveTo>
                  <a:pt x="1012311" y="139266"/>
                </a:moveTo>
                <a:lnTo>
                  <a:pt x="1005442" y="144704"/>
                </a:lnTo>
                <a:lnTo>
                  <a:pt x="1027041" y="146854"/>
                </a:lnTo>
                <a:close/>
                <a:moveTo>
                  <a:pt x="1012311" y="139266"/>
                </a:moveTo>
                <a:lnTo>
                  <a:pt x="997581" y="130270"/>
                </a:lnTo>
                <a:lnTo>
                  <a:pt x="1005442" y="144704"/>
                </a:lnTo>
                <a:close/>
                <a:moveTo>
                  <a:pt x="1012311" y="139266"/>
                </a:moveTo>
                <a:lnTo>
                  <a:pt x="1027041" y="146854"/>
                </a:lnTo>
                <a:lnTo>
                  <a:pt x="1019180" y="131467"/>
                </a:lnTo>
                <a:close/>
                <a:moveTo>
                  <a:pt x="990712" y="136008"/>
                </a:moveTo>
                <a:lnTo>
                  <a:pt x="997581" y="130270"/>
                </a:lnTo>
                <a:lnTo>
                  <a:pt x="975983" y="131041"/>
                </a:lnTo>
                <a:close/>
                <a:moveTo>
                  <a:pt x="990712" y="136008"/>
                </a:moveTo>
                <a:lnTo>
                  <a:pt x="1005442" y="144704"/>
                </a:lnTo>
                <a:lnTo>
                  <a:pt x="997581" y="130270"/>
                </a:lnTo>
                <a:close/>
                <a:moveTo>
                  <a:pt x="554772" y="167548"/>
                </a:moveTo>
                <a:lnTo>
                  <a:pt x="547903" y="178585"/>
                </a:lnTo>
                <a:lnTo>
                  <a:pt x="569502" y="174894"/>
                </a:lnTo>
                <a:close/>
                <a:moveTo>
                  <a:pt x="554772" y="167548"/>
                </a:moveTo>
                <a:lnTo>
                  <a:pt x="540042" y="156759"/>
                </a:lnTo>
                <a:lnTo>
                  <a:pt x="547903" y="178585"/>
                </a:lnTo>
                <a:close/>
                <a:moveTo>
                  <a:pt x="554772" y="167548"/>
                </a:moveTo>
                <a:lnTo>
                  <a:pt x="561641" y="164754"/>
                </a:lnTo>
                <a:lnTo>
                  <a:pt x="540042" y="156759"/>
                </a:lnTo>
                <a:close/>
                <a:moveTo>
                  <a:pt x="554772" y="167548"/>
                </a:moveTo>
                <a:lnTo>
                  <a:pt x="569502" y="174894"/>
                </a:lnTo>
                <a:lnTo>
                  <a:pt x="561641" y="164754"/>
                </a:lnTo>
                <a:close/>
                <a:moveTo>
                  <a:pt x="525312" y="148661"/>
                </a:moveTo>
                <a:lnTo>
                  <a:pt x="518444" y="152795"/>
                </a:lnTo>
                <a:lnTo>
                  <a:pt x="540042" y="156759"/>
                </a:lnTo>
                <a:close/>
                <a:moveTo>
                  <a:pt x="525312" y="148661"/>
                </a:moveTo>
                <a:lnTo>
                  <a:pt x="510582" y="141867"/>
                </a:lnTo>
                <a:lnTo>
                  <a:pt x="518444" y="152795"/>
                </a:lnTo>
                <a:close/>
                <a:moveTo>
                  <a:pt x="525312" y="148661"/>
                </a:moveTo>
                <a:lnTo>
                  <a:pt x="540042" y="156759"/>
                </a:lnTo>
                <a:lnTo>
                  <a:pt x="532181" y="144236"/>
                </a:lnTo>
                <a:close/>
                <a:moveTo>
                  <a:pt x="503714" y="145666"/>
                </a:moveTo>
                <a:lnTo>
                  <a:pt x="518444" y="152795"/>
                </a:lnTo>
                <a:lnTo>
                  <a:pt x="510582" y="141867"/>
                </a:lnTo>
                <a:close/>
                <a:moveTo>
                  <a:pt x="495853" y="134913"/>
                </a:moveTo>
                <a:lnTo>
                  <a:pt x="481123" y="130109"/>
                </a:lnTo>
                <a:lnTo>
                  <a:pt x="488984" y="138528"/>
                </a:lnTo>
                <a:close/>
                <a:moveTo>
                  <a:pt x="474254" y="132341"/>
                </a:moveTo>
                <a:lnTo>
                  <a:pt x="467385" y="136916"/>
                </a:lnTo>
                <a:lnTo>
                  <a:pt x="488984" y="138528"/>
                </a:lnTo>
                <a:close/>
                <a:moveTo>
                  <a:pt x="474254" y="132341"/>
                </a:moveTo>
                <a:lnTo>
                  <a:pt x="459524" y="131390"/>
                </a:lnTo>
                <a:lnTo>
                  <a:pt x="467385" y="136916"/>
                </a:lnTo>
                <a:close/>
                <a:moveTo>
                  <a:pt x="474254" y="132341"/>
                </a:moveTo>
                <a:lnTo>
                  <a:pt x="481123" y="130109"/>
                </a:lnTo>
                <a:lnTo>
                  <a:pt x="459524" y="131390"/>
                </a:lnTo>
                <a:close/>
                <a:moveTo>
                  <a:pt x="452656" y="134498"/>
                </a:moveTo>
                <a:lnTo>
                  <a:pt x="437926" y="137863"/>
                </a:lnTo>
                <a:lnTo>
                  <a:pt x="445787" y="140522"/>
                </a:lnTo>
                <a:close/>
                <a:moveTo>
                  <a:pt x="452656" y="134498"/>
                </a:moveTo>
                <a:lnTo>
                  <a:pt x="459524" y="131390"/>
                </a:lnTo>
                <a:lnTo>
                  <a:pt x="437926" y="137863"/>
                </a:lnTo>
                <a:close/>
                <a:moveTo>
                  <a:pt x="452656" y="134498"/>
                </a:moveTo>
                <a:lnTo>
                  <a:pt x="467385" y="136916"/>
                </a:lnTo>
                <a:lnTo>
                  <a:pt x="459524" y="131390"/>
                </a:lnTo>
                <a:close/>
                <a:moveTo>
                  <a:pt x="431057" y="143838"/>
                </a:moveTo>
                <a:lnTo>
                  <a:pt x="437926" y="137863"/>
                </a:lnTo>
                <a:lnTo>
                  <a:pt x="416327" y="144580"/>
                </a:lnTo>
                <a:close/>
                <a:moveTo>
                  <a:pt x="431057" y="143838"/>
                </a:moveTo>
                <a:lnTo>
                  <a:pt x="445787" y="140522"/>
                </a:lnTo>
                <a:lnTo>
                  <a:pt x="437926" y="137863"/>
                </a:lnTo>
                <a:close/>
                <a:moveTo>
                  <a:pt x="423196" y="140983"/>
                </a:moveTo>
                <a:lnTo>
                  <a:pt x="416327" y="144580"/>
                </a:lnTo>
                <a:lnTo>
                  <a:pt x="437926" y="137863"/>
                </a:lnTo>
                <a:close/>
                <a:moveTo>
                  <a:pt x="401597" y="143443"/>
                </a:moveTo>
                <a:lnTo>
                  <a:pt x="394729" y="145092"/>
                </a:lnTo>
                <a:lnTo>
                  <a:pt x="416327" y="144580"/>
                </a:lnTo>
                <a:close/>
                <a:moveTo>
                  <a:pt x="401597" y="143443"/>
                </a:moveTo>
                <a:lnTo>
                  <a:pt x="416327" y="144580"/>
                </a:lnTo>
                <a:lnTo>
                  <a:pt x="408466" y="137073"/>
                </a:lnTo>
                <a:close/>
                <a:moveTo>
                  <a:pt x="350539" y="123619"/>
                </a:moveTo>
                <a:lnTo>
                  <a:pt x="335809" y="116937"/>
                </a:lnTo>
                <a:lnTo>
                  <a:pt x="343670" y="127111"/>
                </a:lnTo>
                <a:close/>
                <a:moveTo>
                  <a:pt x="350539" y="123619"/>
                </a:moveTo>
                <a:lnTo>
                  <a:pt x="357408" y="119627"/>
                </a:lnTo>
                <a:lnTo>
                  <a:pt x="335809" y="116937"/>
                </a:lnTo>
                <a:close/>
                <a:moveTo>
                  <a:pt x="350539" y="123619"/>
                </a:moveTo>
                <a:lnTo>
                  <a:pt x="365269" y="130598"/>
                </a:lnTo>
                <a:lnTo>
                  <a:pt x="357408" y="119627"/>
                </a:lnTo>
                <a:close/>
                <a:moveTo>
                  <a:pt x="328941" y="120858"/>
                </a:moveTo>
                <a:lnTo>
                  <a:pt x="335809" y="116937"/>
                </a:lnTo>
                <a:lnTo>
                  <a:pt x="314211" y="114639"/>
                </a:lnTo>
                <a:close/>
                <a:moveTo>
                  <a:pt x="328941" y="120858"/>
                </a:moveTo>
                <a:lnTo>
                  <a:pt x="343670" y="127111"/>
                </a:lnTo>
                <a:lnTo>
                  <a:pt x="335809" y="116937"/>
                </a:lnTo>
                <a:close/>
                <a:moveTo>
                  <a:pt x="321079" y="109990"/>
                </a:moveTo>
                <a:lnTo>
                  <a:pt x="314211" y="114639"/>
                </a:lnTo>
                <a:lnTo>
                  <a:pt x="335809" y="116937"/>
                </a:lnTo>
                <a:close/>
                <a:moveTo>
                  <a:pt x="321079" y="109990"/>
                </a:moveTo>
                <a:lnTo>
                  <a:pt x="306349" y="106013"/>
                </a:lnTo>
                <a:lnTo>
                  <a:pt x="314211" y="114639"/>
                </a:lnTo>
                <a:close/>
                <a:moveTo>
                  <a:pt x="299481" y="108366"/>
                </a:moveTo>
                <a:lnTo>
                  <a:pt x="292612" y="113456"/>
                </a:lnTo>
                <a:lnTo>
                  <a:pt x="314211" y="114639"/>
                </a:lnTo>
                <a:close/>
                <a:moveTo>
                  <a:pt x="299481" y="108366"/>
                </a:moveTo>
                <a:lnTo>
                  <a:pt x="284751" y="105201"/>
                </a:lnTo>
                <a:lnTo>
                  <a:pt x="292612" y="113456"/>
                </a:lnTo>
                <a:close/>
                <a:moveTo>
                  <a:pt x="299481" y="108366"/>
                </a:moveTo>
                <a:lnTo>
                  <a:pt x="306349" y="106013"/>
                </a:lnTo>
                <a:lnTo>
                  <a:pt x="284751" y="105201"/>
                </a:lnTo>
                <a:close/>
                <a:moveTo>
                  <a:pt x="277882" y="107936"/>
                </a:moveTo>
                <a:lnTo>
                  <a:pt x="284751" y="105201"/>
                </a:lnTo>
                <a:lnTo>
                  <a:pt x="263152" y="107157"/>
                </a:lnTo>
                <a:close/>
                <a:moveTo>
                  <a:pt x="277882" y="107936"/>
                </a:moveTo>
                <a:lnTo>
                  <a:pt x="292612" y="113456"/>
                </a:lnTo>
                <a:lnTo>
                  <a:pt x="284751" y="105201"/>
                </a:lnTo>
                <a:close/>
                <a:moveTo>
                  <a:pt x="270021" y="102827"/>
                </a:moveTo>
                <a:lnTo>
                  <a:pt x="263152" y="107157"/>
                </a:lnTo>
                <a:lnTo>
                  <a:pt x="284751" y="105201"/>
                </a:lnTo>
                <a:close/>
                <a:moveTo>
                  <a:pt x="248423" y="107330"/>
                </a:moveTo>
                <a:lnTo>
                  <a:pt x="241554" y="111173"/>
                </a:lnTo>
                <a:lnTo>
                  <a:pt x="263152" y="107157"/>
                </a:lnTo>
                <a:close/>
                <a:moveTo>
                  <a:pt x="248423" y="107330"/>
                </a:moveTo>
                <a:lnTo>
                  <a:pt x="233693" y="110256"/>
                </a:lnTo>
                <a:lnTo>
                  <a:pt x="241554" y="111173"/>
                </a:lnTo>
                <a:close/>
                <a:moveTo>
                  <a:pt x="248423" y="107330"/>
                </a:moveTo>
                <a:lnTo>
                  <a:pt x="263152" y="107157"/>
                </a:lnTo>
                <a:lnTo>
                  <a:pt x="255291" y="104898"/>
                </a:lnTo>
                <a:close/>
                <a:moveTo>
                  <a:pt x="226824" y="112764"/>
                </a:moveTo>
                <a:lnTo>
                  <a:pt x="233693" y="110256"/>
                </a:lnTo>
                <a:lnTo>
                  <a:pt x="212094" y="115771"/>
                </a:lnTo>
                <a:close/>
                <a:moveTo>
                  <a:pt x="226824" y="112764"/>
                </a:moveTo>
                <a:lnTo>
                  <a:pt x="241554" y="111173"/>
                </a:lnTo>
                <a:lnTo>
                  <a:pt x="233693" y="110256"/>
                </a:lnTo>
                <a:close/>
                <a:moveTo>
                  <a:pt x="183627" y="121326"/>
                </a:moveTo>
                <a:lnTo>
                  <a:pt x="190496" y="120460"/>
                </a:lnTo>
                <a:lnTo>
                  <a:pt x="168897" y="125838"/>
                </a:lnTo>
                <a:close/>
                <a:moveTo>
                  <a:pt x="175766" y="123941"/>
                </a:moveTo>
                <a:lnTo>
                  <a:pt x="168897" y="125838"/>
                </a:lnTo>
                <a:lnTo>
                  <a:pt x="190496" y="120460"/>
                </a:lnTo>
                <a:close/>
                <a:moveTo>
                  <a:pt x="175766" y="123941"/>
                </a:moveTo>
                <a:lnTo>
                  <a:pt x="161036" y="116938"/>
                </a:lnTo>
                <a:lnTo>
                  <a:pt x="168897" y="125838"/>
                </a:lnTo>
                <a:close/>
                <a:moveTo>
                  <a:pt x="154167" y="125674"/>
                </a:moveTo>
                <a:lnTo>
                  <a:pt x="147299" y="129697"/>
                </a:lnTo>
                <a:lnTo>
                  <a:pt x="168897" y="125838"/>
                </a:lnTo>
                <a:close/>
                <a:moveTo>
                  <a:pt x="154167" y="125674"/>
                </a:moveTo>
                <a:lnTo>
                  <a:pt x="139437" y="114660"/>
                </a:lnTo>
                <a:lnTo>
                  <a:pt x="147299" y="129697"/>
                </a:lnTo>
                <a:close/>
                <a:moveTo>
                  <a:pt x="154167" y="125674"/>
                </a:moveTo>
                <a:lnTo>
                  <a:pt x="161036" y="116938"/>
                </a:lnTo>
                <a:lnTo>
                  <a:pt x="139437" y="114660"/>
                </a:lnTo>
                <a:close/>
                <a:moveTo>
                  <a:pt x="132569" y="122373"/>
                </a:moveTo>
                <a:lnTo>
                  <a:pt x="139437" y="114660"/>
                </a:lnTo>
                <a:lnTo>
                  <a:pt x="117839" y="108717"/>
                </a:lnTo>
                <a:close/>
                <a:moveTo>
                  <a:pt x="132569" y="122373"/>
                </a:moveTo>
                <a:lnTo>
                  <a:pt x="147299" y="129697"/>
                </a:lnTo>
                <a:lnTo>
                  <a:pt x="139437" y="114660"/>
                </a:lnTo>
                <a:close/>
                <a:moveTo>
                  <a:pt x="124708" y="102894"/>
                </a:moveTo>
                <a:lnTo>
                  <a:pt x="117839" y="108717"/>
                </a:lnTo>
                <a:lnTo>
                  <a:pt x="139437" y="114660"/>
                </a:lnTo>
                <a:close/>
                <a:moveTo>
                  <a:pt x="36328" y="13586"/>
                </a:moveTo>
                <a:lnTo>
                  <a:pt x="21599" y="2539"/>
                </a:lnTo>
                <a:lnTo>
                  <a:pt x="29460" y="20611"/>
                </a:lnTo>
                <a:close/>
                <a:moveTo>
                  <a:pt x="14730" y="8151"/>
                </a:moveTo>
                <a:lnTo>
                  <a:pt x="7861" y="17226"/>
                </a:lnTo>
                <a:lnTo>
                  <a:pt x="29460" y="20611"/>
                </a:lnTo>
                <a:close/>
                <a:moveTo>
                  <a:pt x="14730" y="8151"/>
                </a:moveTo>
                <a:lnTo>
                  <a:pt x="0" y="0"/>
                </a:lnTo>
                <a:lnTo>
                  <a:pt x="7861" y="17226"/>
                </a:lnTo>
                <a:close/>
                <a:moveTo>
                  <a:pt x="14730" y="8151"/>
                </a:moveTo>
                <a:lnTo>
                  <a:pt x="21599" y="2539"/>
                </a:lnTo>
                <a:lnTo>
                  <a:pt x="0" y="0"/>
                </a:lnTo>
                <a:close/>
                <a:moveTo>
                  <a:pt x="14730" y="8151"/>
                </a:moveTo>
                <a:lnTo>
                  <a:pt x="29460" y="20611"/>
                </a:lnTo>
                <a:lnTo>
                  <a:pt x="21599" y="2539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74" name="PANEL_01-slope--20-225_768">
            <a:extLst>
              <a:ext uri="{FF2B5EF4-FFF2-40B4-BE49-F238E27FC236}">
                <a16:creationId xmlns:a16="http://schemas.microsoft.com/office/drawing/2014/main" id="{C7F78D8E-665A-454D-B5DB-F672D4BB4C26}"/>
              </a:ext>
            </a:extLst>
          </p:cNvPr>
          <p:cNvSpPr>
            <a:spLocks/>
          </p:cNvSpPr>
          <p:nvPr/>
        </p:nvSpPr>
        <p:spPr>
          <a:xfrm>
            <a:off x="413680" y="295675"/>
            <a:ext cx="1869991" cy="267676"/>
          </a:xfrm>
          <a:custGeom>
            <a:pathLst>
              <a:path w="1266610" h="181306">
                <a:moveTo>
                  <a:pt x="1259741" y="153580"/>
                </a:moveTo>
                <a:lnTo>
                  <a:pt x="1245011" y="150189"/>
                </a:lnTo>
                <a:lnTo>
                  <a:pt x="1252872" y="164183"/>
                </a:lnTo>
                <a:close/>
                <a:moveTo>
                  <a:pt x="1259741" y="153580"/>
                </a:moveTo>
                <a:lnTo>
                  <a:pt x="1266610" y="141687"/>
                </a:lnTo>
                <a:lnTo>
                  <a:pt x="1245011" y="150189"/>
                </a:lnTo>
                <a:close/>
                <a:moveTo>
                  <a:pt x="1238142" y="161418"/>
                </a:moveTo>
                <a:lnTo>
                  <a:pt x="1245011" y="150189"/>
                </a:lnTo>
                <a:lnTo>
                  <a:pt x="1223413" y="154076"/>
                </a:lnTo>
                <a:close/>
                <a:moveTo>
                  <a:pt x="1238142" y="161418"/>
                </a:moveTo>
                <a:lnTo>
                  <a:pt x="1252872" y="164183"/>
                </a:lnTo>
                <a:lnTo>
                  <a:pt x="1245011" y="150189"/>
                </a:lnTo>
                <a:close/>
                <a:moveTo>
                  <a:pt x="1251880" y="140056"/>
                </a:moveTo>
                <a:lnTo>
                  <a:pt x="1245011" y="150189"/>
                </a:lnTo>
                <a:lnTo>
                  <a:pt x="1266610" y="141687"/>
                </a:lnTo>
                <a:close/>
                <a:moveTo>
                  <a:pt x="1230281" y="145703"/>
                </a:moveTo>
                <a:lnTo>
                  <a:pt x="1223413" y="154076"/>
                </a:lnTo>
                <a:lnTo>
                  <a:pt x="1245011" y="150189"/>
                </a:lnTo>
                <a:close/>
                <a:moveTo>
                  <a:pt x="1230281" y="145703"/>
                </a:moveTo>
                <a:lnTo>
                  <a:pt x="1215551" y="136005"/>
                </a:lnTo>
                <a:lnTo>
                  <a:pt x="1223413" y="154076"/>
                </a:lnTo>
                <a:close/>
                <a:moveTo>
                  <a:pt x="1230281" y="145703"/>
                </a:moveTo>
                <a:lnTo>
                  <a:pt x="1245011" y="150189"/>
                </a:lnTo>
                <a:lnTo>
                  <a:pt x="1237150" y="134014"/>
                </a:lnTo>
                <a:close/>
                <a:moveTo>
                  <a:pt x="1208683" y="145248"/>
                </a:moveTo>
                <a:lnTo>
                  <a:pt x="1201814" y="155607"/>
                </a:lnTo>
                <a:lnTo>
                  <a:pt x="1223413" y="154076"/>
                </a:lnTo>
                <a:close/>
                <a:moveTo>
                  <a:pt x="1208683" y="145248"/>
                </a:moveTo>
                <a:lnTo>
                  <a:pt x="1193953" y="138230"/>
                </a:lnTo>
                <a:lnTo>
                  <a:pt x="1201814" y="155607"/>
                </a:lnTo>
                <a:close/>
                <a:moveTo>
                  <a:pt x="1208683" y="145248"/>
                </a:moveTo>
                <a:lnTo>
                  <a:pt x="1215551" y="136005"/>
                </a:lnTo>
                <a:lnTo>
                  <a:pt x="1193953" y="138230"/>
                </a:lnTo>
                <a:close/>
                <a:moveTo>
                  <a:pt x="1208683" y="145248"/>
                </a:moveTo>
                <a:lnTo>
                  <a:pt x="1223413" y="154076"/>
                </a:lnTo>
                <a:lnTo>
                  <a:pt x="1215551" y="136005"/>
                </a:lnTo>
                <a:close/>
                <a:moveTo>
                  <a:pt x="1187084" y="148490"/>
                </a:moveTo>
                <a:lnTo>
                  <a:pt x="1193953" y="138230"/>
                </a:lnTo>
                <a:lnTo>
                  <a:pt x="1172354" y="145501"/>
                </a:lnTo>
                <a:close/>
                <a:moveTo>
                  <a:pt x="1187084" y="148490"/>
                </a:moveTo>
                <a:lnTo>
                  <a:pt x="1201814" y="155607"/>
                </a:lnTo>
                <a:lnTo>
                  <a:pt x="1193953" y="138230"/>
                </a:lnTo>
                <a:close/>
                <a:moveTo>
                  <a:pt x="1165486" y="156042"/>
                </a:moveTo>
                <a:lnTo>
                  <a:pt x="1172354" y="145501"/>
                </a:lnTo>
                <a:lnTo>
                  <a:pt x="1150756" y="154341"/>
                </a:lnTo>
                <a:close/>
                <a:moveTo>
                  <a:pt x="1200822" y="126157"/>
                </a:moveTo>
                <a:lnTo>
                  <a:pt x="1193953" y="138230"/>
                </a:lnTo>
                <a:lnTo>
                  <a:pt x="1215551" y="136005"/>
                </a:lnTo>
                <a:close/>
                <a:moveTo>
                  <a:pt x="1179223" y="133025"/>
                </a:moveTo>
                <a:lnTo>
                  <a:pt x="1172354" y="145501"/>
                </a:lnTo>
                <a:lnTo>
                  <a:pt x="1193953" y="138230"/>
                </a:lnTo>
                <a:close/>
                <a:moveTo>
                  <a:pt x="1179223" y="133025"/>
                </a:moveTo>
                <a:lnTo>
                  <a:pt x="1193953" y="138230"/>
                </a:lnTo>
                <a:lnTo>
                  <a:pt x="1186092" y="122275"/>
                </a:lnTo>
                <a:close/>
                <a:moveTo>
                  <a:pt x="1157625" y="144447"/>
                </a:moveTo>
                <a:lnTo>
                  <a:pt x="1150756" y="154341"/>
                </a:lnTo>
                <a:lnTo>
                  <a:pt x="1172354" y="145501"/>
                </a:lnTo>
                <a:close/>
                <a:moveTo>
                  <a:pt x="1157625" y="144447"/>
                </a:moveTo>
                <a:lnTo>
                  <a:pt x="1142895" y="141330"/>
                </a:lnTo>
                <a:lnTo>
                  <a:pt x="1150756" y="154341"/>
                </a:lnTo>
                <a:close/>
                <a:moveTo>
                  <a:pt x="1157625" y="144447"/>
                </a:moveTo>
                <a:lnTo>
                  <a:pt x="1164493" y="132452"/>
                </a:lnTo>
                <a:lnTo>
                  <a:pt x="1142895" y="141330"/>
                </a:lnTo>
                <a:close/>
                <a:moveTo>
                  <a:pt x="1157625" y="144447"/>
                </a:moveTo>
                <a:lnTo>
                  <a:pt x="1172354" y="145501"/>
                </a:lnTo>
                <a:lnTo>
                  <a:pt x="1164493" y="132452"/>
                </a:lnTo>
                <a:close/>
                <a:moveTo>
                  <a:pt x="1136026" y="150362"/>
                </a:moveTo>
                <a:lnTo>
                  <a:pt x="1142895" y="141330"/>
                </a:lnTo>
                <a:lnTo>
                  <a:pt x="1121296" y="149219"/>
                </a:lnTo>
                <a:close/>
                <a:moveTo>
                  <a:pt x="1136026" y="150362"/>
                </a:moveTo>
                <a:lnTo>
                  <a:pt x="1150756" y="154341"/>
                </a:lnTo>
                <a:lnTo>
                  <a:pt x="1142895" y="141330"/>
                </a:lnTo>
                <a:close/>
                <a:moveTo>
                  <a:pt x="1114427" y="161571"/>
                </a:moveTo>
                <a:lnTo>
                  <a:pt x="1107559" y="178510"/>
                </a:lnTo>
                <a:lnTo>
                  <a:pt x="1129157" y="174820"/>
                </a:lnTo>
                <a:close/>
                <a:moveTo>
                  <a:pt x="1114427" y="161571"/>
                </a:moveTo>
                <a:lnTo>
                  <a:pt x="1129157" y="174820"/>
                </a:lnTo>
                <a:lnTo>
                  <a:pt x="1121296" y="149219"/>
                </a:lnTo>
                <a:close/>
                <a:moveTo>
                  <a:pt x="1084968" y="151934"/>
                </a:moveTo>
                <a:lnTo>
                  <a:pt x="1078099" y="172061"/>
                </a:lnTo>
                <a:lnTo>
                  <a:pt x="1099698" y="168370"/>
                </a:lnTo>
                <a:close/>
                <a:moveTo>
                  <a:pt x="1084968" y="151934"/>
                </a:moveTo>
                <a:lnTo>
                  <a:pt x="1070238" y="146357"/>
                </a:lnTo>
                <a:lnTo>
                  <a:pt x="1078099" y="172061"/>
                </a:lnTo>
                <a:close/>
                <a:moveTo>
                  <a:pt x="1012311" y="136008"/>
                </a:moveTo>
                <a:lnTo>
                  <a:pt x="997581" y="131041"/>
                </a:lnTo>
                <a:lnTo>
                  <a:pt x="1005442" y="145903"/>
                </a:lnTo>
                <a:close/>
                <a:moveTo>
                  <a:pt x="990712" y="139613"/>
                </a:moveTo>
                <a:lnTo>
                  <a:pt x="997581" y="131041"/>
                </a:lnTo>
                <a:lnTo>
                  <a:pt x="975983" y="137997"/>
                </a:lnTo>
                <a:close/>
                <a:moveTo>
                  <a:pt x="1004450" y="122082"/>
                </a:moveTo>
                <a:lnTo>
                  <a:pt x="997581" y="131041"/>
                </a:lnTo>
                <a:lnTo>
                  <a:pt x="1019180" y="130270"/>
                </a:lnTo>
                <a:close/>
                <a:moveTo>
                  <a:pt x="982851" y="126459"/>
                </a:moveTo>
                <a:lnTo>
                  <a:pt x="975983" y="137997"/>
                </a:lnTo>
                <a:lnTo>
                  <a:pt x="997581" y="131041"/>
                </a:lnTo>
                <a:close/>
                <a:moveTo>
                  <a:pt x="982851" y="126459"/>
                </a:moveTo>
                <a:lnTo>
                  <a:pt x="968121" y="127365"/>
                </a:lnTo>
                <a:lnTo>
                  <a:pt x="975983" y="137997"/>
                </a:lnTo>
                <a:close/>
                <a:moveTo>
                  <a:pt x="982851" y="126459"/>
                </a:moveTo>
                <a:lnTo>
                  <a:pt x="997581" y="131041"/>
                </a:lnTo>
                <a:lnTo>
                  <a:pt x="989720" y="119124"/>
                </a:lnTo>
                <a:close/>
                <a:moveTo>
                  <a:pt x="961253" y="136843"/>
                </a:moveTo>
                <a:lnTo>
                  <a:pt x="954384" y="147252"/>
                </a:lnTo>
                <a:lnTo>
                  <a:pt x="975983" y="137997"/>
                </a:lnTo>
                <a:close/>
                <a:moveTo>
                  <a:pt x="961253" y="136843"/>
                </a:moveTo>
                <a:lnTo>
                  <a:pt x="946523" y="136786"/>
                </a:lnTo>
                <a:lnTo>
                  <a:pt x="954384" y="147252"/>
                </a:lnTo>
                <a:close/>
                <a:moveTo>
                  <a:pt x="961253" y="136843"/>
                </a:moveTo>
                <a:lnTo>
                  <a:pt x="968121" y="127365"/>
                </a:lnTo>
                <a:lnTo>
                  <a:pt x="946523" y="136786"/>
                </a:lnTo>
                <a:close/>
                <a:moveTo>
                  <a:pt x="961253" y="136843"/>
                </a:moveTo>
                <a:lnTo>
                  <a:pt x="975983" y="137997"/>
                </a:lnTo>
                <a:lnTo>
                  <a:pt x="968121" y="127365"/>
                </a:lnTo>
                <a:close/>
                <a:moveTo>
                  <a:pt x="939654" y="145852"/>
                </a:moveTo>
                <a:lnTo>
                  <a:pt x="932786" y="156302"/>
                </a:lnTo>
                <a:lnTo>
                  <a:pt x="954384" y="147252"/>
                </a:lnTo>
                <a:close/>
                <a:moveTo>
                  <a:pt x="939654" y="145852"/>
                </a:moveTo>
                <a:lnTo>
                  <a:pt x="924924" y="149130"/>
                </a:lnTo>
                <a:lnTo>
                  <a:pt x="932786" y="156302"/>
                </a:lnTo>
                <a:close/>
                <a:moveTo>
                  <a:pt x="939654" y="145852"/>
                </a:moveTo>
                <a:lnTo>
                  <a:pt x="946523" y="136786"/>
                </a:lnTo>
                <a:lnTo>
                  <a:pt x="924924" y="149130"/>
                </a:lnTo>
                <a:close/>
                <a:moveTo>
                  <a:pt x="939654" y="145852"/>
                </a:moveTo>
                <a:lnTo>
                  <a:pt x="954384" y="147252"/>
                </a:lnTo>
                <a:lnTo>
                  <a:pt x="946523" y="136786"/>
                </a:lnTo>
                <a:close/>
                <a:moveTo>
                  <a:pt x="918056" y="159784"/>
                </a:moveTo>
                <a:lnTo>
                  <a:pt x="903326" y="167476"/>
                </a:lnTo>
                <a:lnTo>
                  <a:pt x="911187" y="168994"/>
                </a:lnTo>
                <a:close/>
                <a:moveTo>
                  <a:pt x="918056" y="159784"/>
                </a:moveTo>
                <a:lnTo>
                  <a:pt x="924924" y="149130"/>
                </a:lnTo>
                <a:lnTo>
                  <a:pt x="903326" y="167476"/>
                </a:lnTo>
                <a:close/>
                <a:moveTo>
                  <a:pt x="918056" y="159784"/>
                </a:moveTo>
                <a:lnTo>
                  <a:pt x="932786" y="156302"/>
                </a:lnTo>
                <a:lnTo>
                  <a:pt x="924924" y="149130"/>
                </a:lnTo>
                <a:close/>
                <a:moveTo>
                  <a:pt x="896457" y="172967"/>
                </a:moveTo>
                <a:lnTo>
                  <a:pt x="881727" y="171166"/>
                </a:lnTo>
                <a:lnTo>
                  <a:pt x="889589" y="181306"/>
                </a:lnTo>
                <a:close/>
                <a:moveTo>
                  <a:pt x="896457" y="172967"/>
                </a:moveTo>
                <a:lnTo>
                  <a:pt x="903326" y="167476"/>
                </a:lnTo>
                <a:lnTo>
                  <a:pt x="881727" y="171166"/>
                </a:lnTo>
                <a:close/>
                <a:moveTo>
                  <a:pt x="896457" y="172967"/>
                </a:moveTo>
                <a:lnTo>
                  <a:pt x="911187" y="168994"/>
                </a:lnTo>
                <a:lnTo>
                  <a:pt x="903326" y="167476"/>
                </a:lnTo>
                <a:close/>
                <a:moveTo>
                  <a:pt x="175766" y="125674"/>
                </a:moveTo>
                <a:lnTo>
                  <a:pt x="190496" y="125838"/>
                </a:lnTo>
                <a:lnTo>
                  <a:pt x="182634" y="116938"/>
                </a:lnTo>
                <a:close/>
                <a:moveTo>
                  <a:pt x="14730" y="6505"/>
                </a:moveTo>
                <a:lnTo>
                  <a:pt x="21599" y="0"/>
                </a:lnTo>
                <a:lnTo>
                  <a:pt x="0" y="2817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75" name="PANEL_01-slope--20-230_769">
            <a:extLst>
              <a:ext uri="{FF2B5EF4-FFF2-40B4-BE49-F238E27FC236}">
                <a16:creationId xmlns:a16="http://schemas.microsoft.com/office/drawing/2014/main" id="{DC7B2726-D73B-4A35-A21E-11D70529F5C0}"/>
              </a:ext>
            </a:extLst>
          </p:cNvPr>
          <p:cNvSpPr>
            <a:spLocks/>
          </p:cNvSpPr>
          <p:nvPr/>
        </p:nvSpPr>
        <p:spPr>
          <a:xfrm>
            <a:off x="2037247" y="410936"/>
            <a:ext cx="429074" cy="148287"/>
          </a:xfrm>
          <a:custGeom>
            <a:pathLst>
              <a:path w="290627" h="100439">
                <a:moveTo>
                  <a:pt x="275897" y="30711"/>
                </a:moveTo>
                <a:lnTo>
                  <a:pt x="282766" y="18052"/>
                </a:lnTo>
                <a:lnTo>
                  <a:pt x="261167" y="29148"/>
                </a:lnTo>
                <a:close/>
                <a:moveTo>
                  <a:pt x="275897" y="30711"/>
                </a:moveTo>
                <a:lnTo>
                  <a:pt x="290627" y="28387"/>
                </a:lnTo>
                <a:lnTo>
                  <a:pt x="282766" y="18052"/>
                </a:lnTo>
                <a:close/>
                <a:moveTo>
                  <a:pt x="254299" y="44017"/>
                </a:moveTo>
                <a:lnTo>
                  <a:pt x="261167" y="29148"/>
                </a:lnTo>
                <a:lnTo>
                  <a:pt x="239569" y="41902"/>
                </a:lnTo>
                <a:close/>
                <a:moveTo>
                  <a:pt x="232700" y="56657"/>
                </a:moveTo>
                <a:lnTo>
                  <a:pt x="239569" y="41902"/>
                </a:lnTo>
                <a:lnTo>
                  <a:pt x="217970" y="54079"/>
                </a:lnTo>
                <a:close/>
                <a:moveTo>
                  <a:pt x="268036" y="14520"/>
                </a:moveTo>
                <a:lnTo>
                  <a:pt x="261167" y="29148"/>
                </a:lnTo>
                <a:lnTo>
                  <a:pt x="282766" y="18052"/>
                </a:lnTo>
                <a:close/>
                <a:moveTo>
                  <a:pt x="268036" y="14520"/>
                </a:moveTo>
                <a:lnTo>
                  <a:pt x="253306" y="11088"/>
                </a:lnTo>
                <a:lnTo>
                  <a:pt x="261167" y="29148"/>
                </a:lnTo>
                <a:close/>
                <a:moveTo>
                  <a:pt x="268036" y="14520"/>
                </a:moveTo>
                <a:lnTo>
                  <a:pt x="282766" y="18052"/>
                </a:lnTo>
                <a:lnTo>
                  <a:pt x="274905" y="0"/>
                </a:lnTo>
                <a:close/>
                <a:moveTo>
                  <a:pt x="246437" y="27343"/>
                </a:moveTo>
                <a:lnTo>
                  <a:pt x="239569" y="41902"/>
                </a:lnTo>
                <a:lnTo>
                  <a:pt x="261167" y="29148"/>
                </a:lnTo>
                <a:close/>
                <a:moveTo>
                  <a:pt x="246437" y="27343"/>
                </a:moveTo>
                <a:lnTo>
                  <a:pt x="231708" y="24727"/>
                </a:lnTo>
                <a:lnTo>
                  <a:pt x="239569" y="41902"/>
                </a:lnTo>
                <a:close/>
                <a:moveTo>
                  <a:pt x="246437" y="27343"/>
                </a:moveTo>
                <a:lnTo>
                  <a:pt x="261167" y="29148"/>
                </a:lnTo>
                <a:lnTo>
                  <a:pt x="253306" y="11088"/>
                </a:lnTo>
                <a:close/>
                <a:moveTo>
                  <a:pt x="224839" y="39592"/>
                </a:moveTo>
                <a:lnTo>
                  <a:pt x="217970" y="54079"/>
                </a:lnTo>
                <a:lnTo>
                  <a:pt x="239569" y="41902"/>
                </a:lnTo>
                <a:close/>
                <a:moveTo>
                  <a:pt x="224839" y="39592"/>
                </a:moveTo>
                <a:lnTo>
                  <a:pt x="210109" y="38486"/>
                </a:lnTo>
                <a:lnTo>
                  <a:pt x="217970" y="54079"/>
                </a:lnTo>
                <a:close/>
                <a:moveTo>
                  <a:pt x="224839" y="39592"/>
                </a:moveTo>
                <a:lnTo>
                  <a:pt x="231708" y="24727"/>
                </a:lnTo>
                <a:lnTo>
                  <a:pt x="210109" y="38486"/>
                </a:lnTo>
                <a:close/>
                <a:moveTo>
                  <a:pt x="224839" y="39592"/>
                </a:moveTo>
                <a:lnTo>
                  <a:pt x="239569" y="41902"/>
                </a:lnTo>
                <a:lnTo>
                  <a:pt x="231708" y="24727"/>
                </a:lnTo>
                <a:close/>
                <a:moveTo>
                  <a:pt x="203240" y="51654"/>
                </a:moveTo>
                <a:lnTo>
                  <a:pt x="196372" y="65890"/>
                </a:lnTo>
                <a:lnTo>
                  <a:pt x="217970" y="54079"/>
                </a:lnTo>
                <a:close/>
                <a:moveTo>
                  <a:pt x="203240" y="51654"/>
                </a:moveTo>
                <a:lnTo>
                  <a:pt x="188511" y="51931"/>
                </a:lnTo>
                <a:lnTo>
                  <a:pt x="196372" y="65890"/>
                </a:lnTo>
                <a:close/>
                <a:moveTo>
                  <a:pt x="203240" y="51654"/>
                </a:moveTo>
                <a:lnTo>
                  <a:pt x="210109" y="38486"/>
                </a:lnTo>
                <a:lnTo>
                  <a:pt x="188511" y="51931"/>
                </a:lnTo>
                <a:close/>
                <a:moveTo>
                  <a:pt x="203240" y="51654"/>
                </a:moveTo>
                <a:lnTo>
                  <a:pt x="217970" y="54079"/>
                </a:lnTo>
                <a:lnTo>
                  <a:pt x="210109" y="38486"/>
                </a:lnTo>
                <a:close/>
                <a:moveTo>
                  <a:pt x="181642" y="64467"/>
                </a:moveTo>
                <a:lnTo>
                  <a:pt x="174773" y="76920"/>
                </a:lnTo>
                <a:lnTo>
                  <a:pt x="196372" y="65890"/>
                </a:lnTo>
                <a:close/>
                <a:moveTo>
                  <a:pt x="181642" y="64467"/>
                </a:moveTo>
                <a:lnTo>
                  <a:pt x="166912" y="63616"/>
                </a:lnTo>
                <a:lnTo>
                  <a:pt x="174773" y="76920"/>
                </a:lnTo>
                <a:close/>
                <a:moveTo>
                  <a:pt x="181642" y="64467"/>
                </a:moveTo>
                <a:lnTo>
                  <a:pt x="188511" y="51931"/>
                </a:lnTo>
                <a:lnTo>
                  <a:pt x="166912" y="63616"/>
                </a:lnTo>
                <a:close/>
                <a:moveTo>
                  <a:pt x="181642" y="64467"/>
                </a:moveTo>
                <a:lnTo>
                  <a:pt x="196372" y="65890"/>
                </a:lnTo>
                <a:lnTo>
                  <a:pt x="188511" y="51931"/>
                </a:lnTo>
                <a:close/>
                <a:moveTo>
                  <a:pt x="160043" y="75510"/>
                </a:moveTo>
                <a:lnTo>
                  <a:pt x="174773" y="76920"/>
                </a:lnTo>
                <a:lnTo>
                  <a:pt x="166912" y="63616"/>
                </a:lnTo>
                <a:close/>
                <a:moveTo>
                  <a:pt x="79525" y="54954"/>
                </a:moveTo>
                <a:lnTo>
                  <a:pt x="64796" y="54381"/>
                </a:lnTo>
                <a:lnTo>
                  <a:pt x="72657" y="67430"/>
                </a:lnTo>
                <a:close/>
                <a:moveTo>
                  <a:pt x="36328" y="72291"/>
                </a:moveTo>
                <a:lnTo>
                  <a:pt x="29460" y="96749"/>
                </a:lnTo>
                <a:lnTo>
                  <a:pt x="51058" y="76271"/>
                </a:lnTo>
                <a:close/>
                <a:moveTo>
                  <a:pt x="36328" y="72291"/>
                </a:moveTo>
                <a:lnTo>
                  <a:pt x="21599" y="71148"/>
                </a:lnTo>
                <a:lnTo>
                  <a:pt x="29460" y="96749"/>
                </a:lnTo>
                <a:close/>
                <a:moveTo>
                  <a:pt x="14730" y="83500"/>
                </a:moveTo>
                <a:lnTo>
                  <a:pt x="0" y="90300"/>
                </a:lnTo>
                <a:lnTo>
                  <a:pt x="7861" y="100439"/>
                </a:lnTo>
                <a:close/>
                <a:moveTo>
                  <a:pt x="14730" y="83500"/>
                </a:moveTo>
                <a:lnTo>
                  <a:pt x="21599" y="71148"/>
                </a:lnTo>
                <a:lnTo>
                  <a:pt x="0" y="90300"/>
                </a:lnTo>
                <a:close/>
                <a:moveTo>
                  <a:pt x="6869" y="68329"/>
                </a:moveTo>
                <a:lnTo>
                  <a:pt x="0" y="90300"/>
                </a:lnTo>
                <a:lnTo>
                  <a:pt x="21599" y="71148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76" name="PANEL_01-water--20-230_770">
            <a:extLst>
              <a:ext uri="{FF2B5EF4-FFF2-40B4-BE49-F238E27FC236}">
                <a16:creationId xmlns:a16="http://schemas.microsoft.com/office/drawing/2014/main" id="{FC8D5696-FEFC-4E58-A9B7-069E9CF168D1}"/>
              </a:ext>
            </a:extLst>
          </p:cNvPr>
          <p:cNvSpPr>
            <a:spLocks/>
          </p:cNvSpPr>
          <p:nvPr/>
        </p:nvSpPr>
        <p:spPr>
          <a:xfrm>
            <a:off x="1274761" y="534786"/>
            <a:ext cx="774093" cy="29940"/>
          </a:xfrm>
          <a:custGeom>
            <a:pathLst>
              <a:path w="524320" h="20280">
                <a:moveTo>
                  <a:pt x="509590" y="13327"/>
                </a:moveTo>
                <a:lnTo>
                  <a:pt x="494860" y="10103"/>
                </a:lnTo>
                <a:lnTo>
                  <a:pt x="502721" y="20243"/>
                </a:lnTo>
                <a:close/>
                <a:moveTo>
                  <a:pt x="509590" y="13327"/>
                </a:moveTo>
                <a:lnTo>
                  <a:pt x="516458" y="6412"/>
                </a:lnTo>
                <a:lnTo>
                  <a:pt x="494860" y="10103"/>
                </a:lnTo>
                <a:close/>
                <a:moveTo>
                  <a:pt x="509590" y="13327"/>
                </a:moveTo>
                <a:lnTo>
                  <a:pt x="524320" y="16552"/>
                </a:lnTo>
                <a:lnTo>
                  <a:pt x="516458" y="6412"/>
                </a:lnTo>
                <a:close/>
                <a:moveTo>
                  <a:pt x="291620" y="16123"/>
                </a:moveTo>
                <a:lnTo>
                  <a:pt x="298488" y="9208"/>
                </a:lnTo>
                <a:lnTo>
                  <a:pt x="276890" y="12899"/>
                </a:lnTo>
                <a:close/>
                <a:moveTo>
                  <a:pt x="305357" y="2293"/>
                </a:moveTo>
                <a:lnTo>
                  <a:pt x="298488" y="9208"/>
                </a:lnTo>
                <a:lnTo>
                  <a:pt x="320087" y="5517"/>
                </a:lnTo>
                <a:close/>
                <a:moveTo>
                  <a:pt x="283758" y="5983"/>
                </a:moveTo>
                <a:lnTo>
                  <a:pt x="276890" y="12899"/>
                </a:lnTo>
                <a:lnTo>
                  <a:pt x="298488" y="9208"/>
                </a:lnTo>
                <a:close/>
                <a:moveTo>
                  <a:pt x="283758" y="5983"/>
                </a:moveTo>
                <a:lnTo>
                  <a:pt x="269028" y="2759"/>
                </a:lnTo>
                <a:lnTo>
                  <a:pt x="276890" y="12899"/>
                </a:lnTo>
                <a:close/>
                <a:moveTo>
                  <a:pt x="262160" y="9674"/>
                </a:moveTo>
                <a:lnTo>
                  <a:pt x="255291" y="16589"/>
                </a:lnTo>
                <a:lnTo>
                  <a:pt x="276890" y="12899"/>
                </a:lnTo>
                <a:close/>
                <a:moveTo>
                  <a:pt x="262160" y="9674"/>
                </a:moveTo>
                <a:lnTo>
                  <a:pt x="247430" y="6449"/>
                </a:lnTo>
                <a:lnTo>
                  <a:pt x="255291" y="16589"/>
                </a:lnTo>
                <a:close/>
                <a:moveTo>
                  <a:pt x="262160" y="9674"/>
                </a:moveTo>
                <a:lnTo>
                  <a:pt x="269028" y="2759"/>
                </a:lnTo>
                <a:lnTo>
                  <a:pt x="247430" y="6449"/>
                </a:lnTo>
                <a:close/>
                <a:moveTo>
                  <a:pt x="262160" y="9674"/>
                </a:moveTo>
                <a:lnTo>
                  <a:pt x="276890" y="12899"/>
                </a:lnTo>
                <a:lnTo>
                  <a:pt x="269028" y="2759"/>
                </a:lnTo>
                <a:close/>
                <a:moveTo>
                  <a:pt x="240561" y="13365"/>
                </a:moveTo>
                <a:lnTo>
                  <a:pt x="225831" y="10140"/>
                </a:lnTo>
                <a:lnTo>
                  <a:pt x="233693" y="20280"/>
                </a:lnTo>
                <a:close/>
                <a:moveTo>
                  <a:pt x="240561" y="13365"/>
                </a:moveTo>
                <a:lnTo>
                  <a:pt x="247430" y="6449"/>
                </a:lnTo>
                <a:lnTo>
                  <a:pt x="225831" y="10140"/>
                </a:lnTo>
                <a:close/>
                <a:moveTo>
                  <a:pt x="240561" y="13365"/>
                </a:moveTo>
                <a:lnTo>
                  <a:pt x="255291" y="16589"/>
                </a:lnTo>
                <a:lnTo>
                  <a:pt x="247430" y="6449"/>
                </a:lnTo>
                <a:close/>
                <a:moveTo>
                  <a:pt x="218963" y="17055"/>
                </a:moveTo>
                <a:lnTo>
                  <a:pt x="225831" y="10140"/>
                </a:lnTo>
                <a:lnTo>
                  <a:pt x="204233" y="13831"/>
                </a:lnTo>
                <a:close/>
                <a:moveTo>
                  <a:pt x="232700" y="3225"/>
                </a:moveTo>
                <a:lnTo>
                  <a:pt x="225831" y="10140"/>
                </a:lnTo>
                <a:lnTo>
                  <a:pt x="247430" y="6449"/>
                </a:lnTo>
                <a:close/>
                <a:moveTo>
                  <a:pt x="211102" y="6915"/>
                </a:moveTo>
                <a:lnTo>
                  <a:pt x="204233" y="13831"/>
                </a:lnTo>
                <a:lnTo>
                  <a:pt x="225831" y="10140"/>
                </a:lnTo>
                <a:close/>
                <a:moveTo>
                  <a:pt x="211102" y="6915"/>
                </a:moveTo>
                <a:lnTo>
                  <a:pt x="196372" y="3691"/>
                </a:lnTo>
                <a:lnTo>
                  <a:pt x="204233" y="13831"/>
                </a:lnTo>
                <a:close/>
                <a:moveTo>
                  <a:pt x="211102" y="6915"/>
                </a:moveTo>
                <a:lnTo>
                  <a:pt x="225831" y="10140"/>
                </a:lnTo>
                <a:lnTo>
                  <a:pt x="217970" y="0"/>
                </a:lnTo>
                <a:close/>
                <a:moveTo>
                  <a:pt x="189503" y="10606"/>
                </a:moveTo>
                <a:lnTo>
                  <a:pt x="182634" y="17521"/>
                </a:lnTo>
                <a:lnTo>
                  <a:pt x="204233" y="13831"/>
                </a:lnTo>
                <a:close/>
                <a:moveTo>
                  <a:pt x="189503" y="10606"/>
                </a:moveTo>
                <a:lnTo>
                  <a:pt x="174773" y="7381"/>
                </a:lnTo>
                <a:lnTo>
                  <a:pt x="182634" y="17521"/>
                </a:lnTo>
                <a:close/>
                <a:moveTo>
                  <a:pt x="189503" y="10606"/>
                </a:moveTo>
                <a:lnTo>
                  <a:pt x="196372" y="3691"/>
                </a:lnTo>
                <a:lnTo>
                  <a:pt x="174773" y="7381"/>
                </a:lnTo>
                <a:close/>
                <a:moveTo>
                  <a:pt x="189503" y="10606"/>
                </a:moveTo>
                <a:lnTo>
                  <a:pt x="204233" y="13831"/>
                </a:lnTo>
                <a:lnTo>
                  <a:pt x="196372" y="3691"/>
                </a:lnTo>
                <a:close/>
                <a:moveTo>
                  <a:pt x="167905" y="14296"/>
                </a:moveTo>
                <a:lnTo>
                  <a:pt x="174773" y="7381"/>
                </a:lnTo>
                <a:lnTo>
                  <a:pt x="153175" y="11072"/>
                </a:lnTo>
                <a:close/>
                <a:moveTo>
                  <a:pt x="167905" y="14296"/>
                </a:moveTo>
                <a:lnTo>
                  <a:pt x="182634" y="17521"/>
                </a:lnTo>
                <a:lnTo>
                  <a:pt x="174773" y="7381"/>
                </a:lnTo>
                <a:close/>
                <a:moveTo>
                  <a:pt x="146306" y="17987"/>
                </a:moveTo>
                <a:lnTo>
                  <a:pt x="153175" y="11072"/>
                </a:lnTo>
                <a:lnTo>
                  <a:pt x="131576" y="14762"/>
                </a:lnTo>
                <a:close/>
                <a:moveTo>
                  <a:pt x="160043" y="4157"/>
                </a:moveTo>
                <a:lnTo>
                  <a:pt x="153175" y="11072"/>
                </a:lnTo>
                <a:lnTo>
                  <a:pt x="174773" y="7381"/>
                </a:lnTo>
                <a:close/>
                <a:moveTo>
                  <a:pt x="160043" y="4157"/>
                </a:moveTo>
                <a:lnTo>
                  <a:pt x="145314" y="932"/>
                </a:lnTo>
                <a:lnTo>
                  <a:pt x="153175" y="11072"/>
                </a:lnTo>
                <a:close/>
                <a:moveTo>
                  <a:pt x="138445" y="7847"/>
                </a:moveTo>
                <a:lnTo>
                  <a:pt x="131576" y="14762"/>
                </a:lnTo>
                <a:lnTo>
                  <a:pt x="153175" y="11072"/>
                </a:lnTo>
                <a:close/>
                <a:moveTo>
                  <a:pt x="138445" y="7847"/>
                </a:moveTo>
                <a:lnTo>
                  <a:pt x="123715" y="4623"/>
                </a:lnTo>
                <a:lnTo>
                  <a:pt x="131576" y="14762"/>
                </a:lnTo>
                <a:close/>
                <a:moveTo>
                  <a:pt x="138445" y="7847"/>
                </a:moveTo>
                <a:lnTo>
                  <a:pt x="153175" y="11072"/>
                </a:lnTo>
                <a:lnTo>
                  <a:pt x="145314" y="932"/>
                </a:lnTo>
                <a:close/>
                <a:moveTo>
                  <a:pt x="116846" y="11538"/>
                </a:moveTo>
                <a:lnTo>
                  <a:pt x="102116" y="8313"/>
                </a:lnTo>
                <a:lnTo>
                  <a:pt x="109978" y="18453"/>
                </a:lnTo>
                <a:close/>
                <a:moveTo>
                  <a:pt x="116846" y="11538"/>
                </a:moveTo>
                <a:lnTo>
                  <a:pt x="123715" y="4623"/>
                </a:lnTo>
                <a:lnTo>
                  <a:pt x="102116" y="8313"/>
                </a:lnTo>
                <a:close/>
                <a:moveTo>
                  <a:pt x="116846" y="11538"/>
                </a:moveTo>
                <a:lnTo>
                  <a:pt x="131576" y="14762"/>
                </a:lnTo>
                <a:lnTo>
                  <a:pt x="123715" y="4623"/>
                </a:lnTo>
                <a:close/>
                <a:moveTo>
                  <a:pt x="95248" y="15228"/>
                </a:moveTo>
                <a:lnTo>
                  <a:pt x="102116" y="8313"/>
                </a:lnTo>
                <a:lnTo>
                  <a:pt x="80518" y="12004"/>
                </a:lnTo>
                <a:close/>
                <a:moveTo>
                  <a:pt x="95248" y="15228"/>
                </a:moveTo>
                <a:lnTo>
                  <a:pt x="109978" y="18453"/>
                </a:lnTo>
                <a:lnTo>
                  <a:pt x="102116" y="8313"/>
                </a:lnTo>
                <a:close/>
                <a:moveTo>
                  <a:pt x="87387" y="5089"/>
                </a:moveTo>
                <a:lnTo>
                  <a:pt x="80518" y="12004"/>
                </a:lnTo>
                <a:lnTo>
                  <a:pt x="102116" y="8313"/>
                </a:lnTo>
                <a:close/>
                <a:moveTo>
                  <a:pt x="87387" y="5089"/>
                </a:moveTo>
                <a:lnTo>
                  <a:pt x="72657" y="1864"/>
                </a:lnTo>
                <a:lnTo>
                  <a:pt x="80518" y="12004"/>
                </a:lnTo>
                <a:close/>
                <a:moveTo>
                  <a:pt x="65788" y="8779"/>
                </a:moveTo>
                <a:lnTo>
                  <a:pt x="58919" y="15694"/>
                </a:lnTo>
                <a:lnTo>
                  <a:pt x="80518" y="12004"/>
                </a:lnTo>
                <a:close/>
                <a:moveTo>
                  <a:pt x="65788" y="8779"/>
                </a:moveTo>
                <a:lnTo>
                  <a:pt x="51058" y="5555"/>
                </a:lnTo>
                <a:lnTo>
                  <a:pt x="58919" y="15694"/>
                </a:lnTo>
                <a:close/>
                <a:moveTo>
                  <a:pt x="65788" y="8779"/>
                </a:moveTo>
                <a:lnTo>
                  <a:pt x="72657" y="1864"/>
                </a:lnTo>
                <a:lnTo>
                  <a:pt x="51058" y="5555"/>
                </a:lnTo>
                <a:close/>
                <a:moveTo>
                  <a:pt x="65788" y="8779"/>
                </a:moveTo>
                <a:lnTo>
                  <a:pt x="80518" y="12004"/>
                </a:lnTo>
                <a:lnTo>
                  <a:pt x="72657" y="1864"/>
                </a:lnTo>
                <a:close/>
                <a:moveTo>
                  <a:pt x="44190" y="12470"/>
                </a:moveTo>
                <a:lnTo>
                  <a:pt x="29460" y="9245"/>
                </a:lnTo>
                <a:lnTo>
                  <a:pt x="37321" y="19385"/>
                </a:lnTo>
                <a:close/>
                <a:moveTo>
                  <a:pt x="44190" y="12470"/>
                </a:moveTo>
                <a:lnTo>
                  <a:pt x="51058" y="5555"/>
                </a:lnTo>
                <a:lnTo>
                  <a:pt x="29460" y="9245"/>
                </a:lnTo>
                <a:close/>
                <a:moveTo>
                  <a:pt x="44190" y="12470"/>
                </a:moveTo>
                <a:lnTo>
                  <a:pt x="58919" y="15694"/>
                </a:lnTo>
                <a:lnTo>
                  <a:pt x="51058" y="5555"/>
                </a:lnTo>
                <a:close/>
                <a:moveTo>
                  <a:pt x="22591" y="16160"/>
                </a:moveTo>
                <a:lnTo>
                  <a:pt x="29460" y="9245"/>
                </a:lnTo>
                <a:lnTo>
                  <a:pt x="7861" y="12936"/>
                </a:lnTo>
                <a:close/>
                <a:moveTo>
                  <a:pt x="36328" y="2330"/>
                </a:moveTo>
                <a:lnTo>
                  <a:pt x="29460" y="9245"/>
                </a:lnTo>
                <a:lnTo>
                  <a:pt x="51058" y="5555"/>
                </a:lnTo>
                <a:close/>
                <a:moveTo>
                  <a:pt x="14730" y="6021"/>
                </a:moveTo>
                <a:lnTo>
                  <a:pt x="7861" y="12936"/>
                </a:lnTo>
                <a:lnTo>
                  <a:pt x="29460" y="9245"/>
                </a:lnTo>
                <a:close/>
                <a:moveTo>
                  <a:pt x="14730" y="6021"/>
                </a:moveTo>
                <a:lnTo>
                  <a:pt x="0" y="2796"/>
                </a:lnTo>
                <a:lnTo>
                  <a:pt x="7861" y="12936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77" name="PANEL_01-slope--19-215_771">
            <a:extLst>
              <a:ext uri="{FF2B5EF4-FFF2-40B4-BE49-F238E27FC236}">
                <a16:creationId xmlns:a16="http://schemas.microsoft.com/office/drawing/2014/main" id="{49487019-5F3A-4C15-A713-2E722B0873BA}"/>
              </a:ext>
            </a:extLst>
          </p:cNvPr>
          <p:cNvSpPr>
            <a:spLocks/>
          </p:cNvSpPr>
          <p:nvPr/>
        </p:nvSpPr>
        <p:spPr>
          <a:xfrm>
            <a:off x="500668" y="344604"/>
            <a:ext cx="1516297" cy="229699"/>
          </a:xfrm>
          <a:custGeom>
            <a:pathLst>
              <a:path w="1027041" h="155583">
                <a:moveTo>
                  <a:pt x="1012311" y="132526"/>
                </a:moveTo>
                <a:lnTo>
                  <a:pt x="1019180" y="138920"/>
                </a:lnTo>
                <a:lnTo>
                  <a:pt x="997581" y="127162"/>
                </a:lnTo>
                <a:close/>
                <a:moveTo>
                  <a:pt x="1012311" y="132526"/>
                </a:moveTo>
                <a:lnTo>
                  <a:pt x="1027041" y="149060"/>
                </a:lnTo>
                <a:lnTo>
                  <a:pt x="1019180" y="138920"/>
                </a:lnTo>
                <a:close/>
                <a:moveTo>
                  <a:pt x="503714" y="139597"/>
                </a:moveTo>
                <a:lnTo>
                  <a:pt x="510582" y="145444"/>
                </a:lnTo>
                <a:lnTo>
                  <a:pt x="488984" y="131673"/>
                </a:lnTo>
                <a:close/>
                <a:moveTo>
                  <a:pt x="503714" y="139597"/>
                </a:moveTo>
                <a:lnTo>
                  <a:pt x="518444" y="155583"/>
                </a:lnTo>
                <a:lnTo>
                  <a:pt x="510582" y="145444"/>
                </a:lnTo>
                <a:close/>
                <a:moveTo>
                  <a:pt x="495853" y="126178"/>
                </a:moveTo>
                <a:lnTo>
                  <a:pt x="488984" y="131673"/>
                </a:lnTo>
                <a:lnTo>
                  <a:pt x="510582" y="145444"/>
                </a:lnTo>
                <a:close/>
                <a:moveTo>
                  <a:pt x="495853" y="126178"/>
                </a:moveTo>
                <a:lnTo>
                  <a:pt x="510582" y="145444"/>
                </a:lnTo>
                <a:lnTo>
                  <a:pt x="502721" y="123618"/>
                </a:lnTo>
                <a:close/>
                <a:moveTo>
                  <a:pt x="466393" y="112525"/>
                </a:moveTo>
                <a:lnTo>
                  <a:pt x="459524" y="116171"/>
                </a:lnTo>
                <a:lnTo>
                  <a:pt x="481123" y="119654"/>
                </a:lnTo>
                <a:close/>
                <a:moveTo>
                  <a:pt x="466393" y="112525"/>
                </a:moveTo>
                <a:lnTo>
                  <a:pt x="451663" y="105387"/>
                </a:lnTo>
                <a:lnTo>
                  <a:pt x="459524" y="116171"/>
                </a:lnTo>
                <a:close/>
                <a:moveTo>
                  <a:pt x="444794" y="108050"/>
                </a:moveTo>
                <a:lnTo>
                  <a:pt x="437926" y="112176"/>
                </a:lnTo>
                <a:lnTo>
                  <a:pt x="459524" y="116171"/>
                </a:lnTo>
                <a:close/>
                <a:moveTo>
                  <a:pt x="444794" y="108050"/>
                </a:moveTo>
                <a:lnTo>
                  <a:pt x="459524" y="116171"/>
                </a:lnTo>
                <a:lnTo>
                  <a:pt x="451663" y="105387"/>
                </a:lnTo>
                <a:close/>
                <a:moveTo>
                  <a:pt x="342678" y="105177"/>
                </a:moveTo>
                <a:lnTo>
                  <a:pt x="335809" y="108369"/>
                </a:lnTo>
                <a:lnTo>
                  <a:pt x="357408" y="111951"/>
                </a:lnTo>
                <a:close/>
                <a:moveTo>
                  <a:pt x="342678" y="105177"/>
                </a:moveTo>
                <a:lnTo>
                  <a:pt x="327948" y="97457"/>
                </a:lnTo>
                <a:lnTo>
                  <a:pt x="335809" y="108369"/>
                </a:lnTo>
                <a:close/>
                <a:moveTo>
                  <a:pt x="321079" y="100209"/>
                </a:moveTo>
                <a:lnTo>
                  <a:pt x="327948" y="97457"/>
                </a:lnTo>
                <a:lnTo>
                  <a:pt x="306349" y="93970"/>
                </a:lnTo>
                <a:close/>
                <a:moveTo>
                  <a:pt x="321079" y="100209"/>
                </a:moveTo>
                <a:lnTo>
                  <a:pt x="335809" y="108369"/>
                </a:lnTo>
                <a:lnTo>
                  <a:pt x="327948" y="97457"/>
                </a:lnTo>
                <a:close/>
                <a:moveTo>
                  <a:pt x="197364" y="80918"/>
                </a:moveTo>
                <a:lnTo>
                  <a:pt x="182634" y="81116"/>
                </a:lnTo>
                <a:lnTo>
                  <a:pt x="190496" y="81769"/>
                </a:lnTo>
                <a:close/>
                <a:moveTo>
                  <a:pt x="175766" y="80895"/>
                </a:moveTo>
                <a:lnTo>
                  <a:pt x="182634" y="81116"/>
                </a:lnTo>
                <a:lnTo>
                  <a:pt x="161036" y="83831"/>
                </a:lnTo>
                <a:close/>
                <a:moveTo>
                  <a:pt x="167905" y="83028"/>
                </a:moveTo>
                <a:lnTo>
                  <a:pt x="161036" y="83831"/>
                </a:lnTo>
                <a:lnTo>
                  <a:pt x="182634" y="81116"/>
                </a:lnTo>
                <a:close/>
                <a:moveTo>
                  <a:pt x="167905" y="83028"/>
                </a:moveTo>
                <a:lnTo>
                  <a:pt x="153175" y="87318"/>
                </a:lnTo>
                <a:lnTo>
                  <a:pt x="161036" y="83831"/>
                </a:lnTo>
                <a:close/>
                <a:moveTo>
                  <a:pt x="146306" y="88185"/>
                </a:moveTo>
                <a:lnTo>
                  <a:pt x="161036" y="83831"/>
                </a:lnTo>
                <a:lnTo>
                  <a:pt x="153175" y="87318"/>
                </a:lnTo>
                <a:close/>
                <a:moveTo>
                  <a:pt x="73649" y="81940"/>
                </a:moveTo>
                <a:lnTo>
                  <a:pt x="58919" y="67460"/>
                </a:lnTo>
                <a:lnTo>
                  <a:pt x="66781" y="89046"/>
                </a:lnTo>
                <a:close/>
                <a:moveTo>
                  <a:pt x="73649" y="81940"/>
                </a:moveTo>
                <a:lnTo>
                  <a:pt x="80518" y="75576"/>
                </a:lnTo>
                <a:lnTo>
                  <a:pt x="58919" y="67460"/>
                </a:lnTo>
                <a:close/>
                <a:moveTo>
                  <a:pt x="73649" y="81940"/>
                </a:moveTo>
                <a:lnTo>
                  <a:pt x="88379" y="94858"/>
                </a:lnTo>
                <a:lnTo>
                  <a:pt x="80518" y="75576"/>
                </a:lnTo>
                <a:close/>
                <a:moveTo>
                  <a:pt x="52051" y="74513"/>
                </a:moveTo>
                <a:lnTo>
                  <a:pt x="66781" y="89046"/>
                </a:lnTo>
                <a:lnTo>
                  <a:pt x="58919" y="67460"/>
                </a:lnTo>
                <a:close/>
                <a:moveTo>
                  <a:pt x="65788" y="61378"/>
                </a:moveTo>
                <a:lnTo>
                  <a:pt x="58919" y="67460"/>
                </a:lnTo>
                <a:lnTo>
                  <a:pt x="80518" y="75576"/>
                </a:lnTo>
                <a:close/>
                <a:moveTo>
                  <a:pt x="65788" y="61378"/>
                </a:moveTo>
                <a:lnTo>
                  <a:pt x="51058" y="45878"/>
                </a:lnTo>
                <a:lnTo>
                  <a:pt x="58919" y="67460"/>
                </a:lnTo>
                <a:close/>
                <a:moveTo>
                  <a:pt x="44190" y="52008"/>
                </a:moveTo>
                <a:lnTo>
                  <a:pt x="37321" y="59197"/>
                </a:lnTo>
                <a:lnTo>
                  <a:pt x="58919" y="67460"/>
                </a:lnTo>
                <a:close/>
                <a:moveTo>
                  <a:pt x="44190" y="52008"/>
                </a:moveTo>
                <a:lnTo>
                  <a:pt x="29460" y="36373"/>
                </a:lnTo>
                <a:lnTo>
                  <a:pt x="37321" y="59197"/>
                </a:lnTo>
                <a:close/>
                <a:moveTo>
                  <a:pt x="44190" y="52008"/>
                </a:moveTo>
                <a:lnTo>
                  <a:pt x="51058" y="45878"/>
                </a:lnTo>
                <a:lnTo>
                  <a:pt x="29460" y="36373"/>
                </a:lnTo>
                <a:close/>
                <a:moveTo>
                  <a:pt x="44190" y="52008"/>
                </a:moveTo>
                <a:lnTo>
                  <a:pt x="58919" y="67460"/>
                </a:lnTo>
                <a:lnTo>
                  <a:pt x="51058" y="45878"/>
                </a:lnTo>
                <a:close/>
                <a:moveTo>
                  <a:pt x="36328" y="29901"/>
                </a:moveTo>
                <a:lnTo>
                  <a:pt x="29460" y="36373"/>
                </a:lnTo>
                <a:lnTo>
                  <a:pt x="51058" y="45878"/>
                </a:lnTo>
                <a:close/>
                <a:moveTo>
                  <a:pt x="36328" y="29901"/>
                </a:moveTo>
                <a:lnTo>
                  <a:pt x="21599" y="14821"/>
                </a:lnTo>
                <a:lnTo>
                  <a:pt x="29460" y="36373"/>
                </a:lnTo>
                <a:close/>
                <a:moveTo>
                  <a:pt x="14730" y="20507"/>
                </a:moveTo>
                <a:lnTo>
                  <a:pt x="7861" y="28950"/>
                </a:lnTo>
                <a:lnTo>
                  <a:pt x="29460" y="36373"/>
                </a:lnTo>
                <a:close/>
                <a:moveTo>
                  <a:pt x="14730" y="20507"/>
                </a:moveTo>
                <a:lnTo>
                  <a:pt x="21599" y="14821"/>
                </a:lnTo>
                <a:lnTo>
                  <a:pt x="0" y="7388"/>
                </a:lnTo>
                <a:close/>
                <a:moveTo>
                  <a:pt x="14730" y="20507"/>
                </a:moveTo>
                <a:lnTo>
                  <a:pt x="29460" y="36373"/>
                </a:lnTo>
                <a:lnTo>
                  <a:pt x="21599" y="14821"/>
                </a:lnTo>
                <a:close/>
                <a:moveTo>
                  <a:pt x="6869" y="0"/>
                </a:moveTo>
                <a:lnTo>
                  <a:pt x="0" y="7388"/>
                </a:lnTo>
                <a:lnTo>
                  <a:pt x="21599" y="14821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78" name="PANEL_01-slope--19-220_772">
            <a:extLst>
              <a:ext uri="{FF2B5EF4-FFF2-40B4-BE49-F238E27FC236}">
                <a16:creationId xmlns:a16="http://schemas.microsoft.com/office/drawing/2014/main" id="{A0821EF7-0CC2-4143-BB6C-52A91D841886}"/>
              </a:ext>
            </a:extLst>
          </p:cNvPr>
          <p:cNvSpPr>
            <a:spLocks/>
          </p:cNvSpPr>
          <p:nvPr/>
        </p:nvSpPr>
        <p:spPr>
          <a:xfrm>
            <a:off x="435429" y="295675"/>
            <a:ext cx="1549650" cy="274446"/>
          </a:xfrm>
          <a:custGeom>
            <a:pathLst>
              <a:path w="1049632" h="185891">
                <a:moveTo>
                  <a:pt x="1034902" y="167923"/>
                </a:moveTo>
                <a:lnTo>
                  <a:pt x="1041771" y="160303"/>
                </a:lnTo>
                <a:lnTo>
                  <a:pt x="1020172" y="160044"/>
                </a:lnTo>
                <a:close/>
                <a:moveTo>
                  <a:pt x="1034902" y="167923"/>
                </a:moveTo>
                <a:lnTo>
                  <a:pt x="1049632" y="185891"/>
                </a:lnTo>
                <a:lnTo>
                  <a:pt x="1041771" y="160303"/>
                </a:lnTo>
                <a:close/>
                <a:moveTo>
                  <a:pt x="1027041" y="152799"/>
                </a:moveTo>
                <a:lnTo>
                  <a:pt x="1020172" y="160044"/>
                </a:lnTo>
                <a:lnTo>
                  <a:pt x="1041771" y="160303"/>
                </a:lnTo>
                <a:close/>
                <a:moveTo>
                  <a:pt x="1027041" y="152799"/>
                </a:moveTo>
                <a:lnTo>
                  <a:pt x="1012311" y="144704"/>
                </a:lnTo>
                <a:lnTo>
                  <a:pt x="1020172" y="160044"/>
                </a:lnTo>
                <a:close/>
                <a:moveTo>
                  <a:pt x="1005442" y="150743"/>
                </a:moveTo>
                <a:lnTo>
                  <a:pt x="1020172" y="160044"/>
                </a:lnTo>
                <a:lnTo>
                  <a:pt x="1012311" y="144704"/>
                </a:lnTo>
                <a:close/>
                <a:moveTo>
                  <a:pt x="540042" y="159319"/>
                </a:moveTo>
                <a:lnTo>
                  <a:pt x="525312" y="152795"/>
                </a:lnTo>
                <a:lnTo>
                  <a:pt x="533173" y="164814"/>
                </a:lnTo>
                <a:close/>
                <a:moveTo>
                  <a:pt x="518444" y="157532"/>
                </a:moveTo>
                <a:lnTo>
                  <a:pt x="525312" y="152795"/>
                </a:lnTo>
                <a:lnTo>
                  <a:pt x="503714" y="149312"/>
                </a:lnTo>
                <a:close/>
                <a:moveTo>
                  <a:pt x="518444" y="157532"/>
                </a:moveTo>
                <a:lnTo>
                  <a:pt x="533173" y="164814"/>
                </a:lnTo>
                <a:lnTo>
                  <a:pt x="525312" y="152795"/>
                </a:lnTo>
                <a:close/>
                <a:moveTo>
                  <a:pt x="488984" y="141192"/>
                </a:moveTo>
                <a:lnTo>
                  <a:pt x="474254" y="136916"/>
                </a:lnTo>
                <a:lnTo>
                  <a:pt x="482115" y="145317"/>
                </a:lnTo>
                <a:close/>
                <a:moveTo>
                  <a:pt x="488984" y="141192"/>
                </a:moveTo>
                <a:lnTo>
                  <a:pt x="495853" y="138528"/>
                </a:lnTo>
                <a:lnTo>
                  <a:pt x="474254" y="136916"/>
                </a:lnTo>
                <a:close/>
                <a:moveTo>
                  <a:pt x="467385" y="139633"/>
                </a:moveTo>
                <a:lnTo>
                  <a:pt x="474254" y="136916"/>
                </a:lnTo>
                <a:lnTo>
                  <a:pt x="452656" y="140522"/>
                </a:lnTo>
                <a:close/>
                <a:moveTo>
                  <a:pt x="467385" y="139633"/>
                </a:moveTo>
                <a:lnTo>
                  <a:pt x="482115" y="145317"/>
                </a:lnTo>
                <a:lnTo>
                  <a:pt x="474254" y="136916"/>
                </a:lnTo>
                <a:close/>
                <a:moveTo>
                  <a:pt x="445787" y="144121"/>
                </a:moveTo>
                <a:lnTo>
                  <a:pt x="452656" y="140522"/>
                </a:lnTo>
                <a:lnTo>
                  <a:pt x="431057" y="147283"/>
                </a:lnTo>
                <a:close/>
                <a:moveTo>
                  <a:pt x="459524" y="134498"/>
                </a:moveTo>
                <a:lnTo>
                  <a:pt x="452656" y="140522"/>
                </a:lnTo>
                <a:lnTo>
                  <a:pt x="474254" y="136916"/>
                </a:lnTo>
                <a:close/>
                <a:moveTo>
                  <a:pt x="437926" y="143838"/>
                </a:moveTo>
                <a:lnTo>
                  <a:pt x="431057" y="147283"/>
                </a:lnTo>
                <a:lnTo>
                  <a:pt x="452656" y="140522"/>
                </a:lnTo>
                <a:close/>
                <a:moveTo>
                  <a:pt x="437926" y="143838"/>
                </a:moveTo>
                <a:lnTo>
                  <a:pt x="423196" y="144580"/>
                </a:lnTo>
                <a:lnTo>
                  <a:pt x="431057" y="147283"/>
                </a:lnTo>
                <a:close/>
                <a:moveTo>
                  <a:pt x="416327" y="150056"/>
                </a:moveTo>
                <a:lnTo>
                  <a:pt x="409458" y="151587"/>
                </a:lnTo>
                <a:lnTo>
                  <a:pt x="431057" y="147283"/>
                </a:lnTo>
                <a:close/>
                <a:moveTo>
                  <a:pt x="416327" y="150056"/>
                </a:moveTo>
                <a:lnTo>
                  <a:pt x="401597" y="145092"/>
                </a:lnTo>
                <a:lnTo>
                  <a:pt x="409458" y="151587"/>
                </a:lnTo>
                <a:close/>
                <a:moveTo>
                  <a:pt x="416327" y="150056"/>
                </a:moveTo>
                <a:lnTo>
                  <a:pt x="423196" y="144580"/>
                </a:lnTo>
                <a:lnTo>
                  <a:pt x="401597" y="145092"/>
                </a:lnTo>
                <a:close/>
                <a:moveTo>
                  <a:pt x="416327" y="150056"/>
                </a:moveTo>
                <a:lnTo>
                  <a:pt x="431057" y="147283"/>
                </a:lnTo>
                <a:lnTo>
                  <a:pt x="423196" y="144580"/>
                </a:lnTo>
                <a:close/>
                <a:moveTo>
                  <a:pt x="394729" y="148553"/>
                </a:moveTo>
                <a:lnTo>
                  <a:pt x="401597" y="145092"/>
                </a:lnTo>
                <a:lnTo>
                  <a:pt x="379999" y="141510"/>
                </a:lnTo>
                <a:close/>
                <a:moveTo>
                  <a:pt x="394729" y="148553"/>
                </a:moveTo>
                <a:lnTo>
                  <a:pt x="409458" y="151587"/>
                </a:lnTo>
                <a:lnTo>
                  <a:pt x="401597" y="145092"/>
                </a:lnTo>
                <a:close/>
                <a:moveTo>
                  <a:pt x="365269" y="133350"/>
                </a:moveTo>
                <a:lnTo>
                  <a:pt x="358400" y="138451"/>
                </a:lnTo>
                <a:lnTo>
                  <a:pt x="379999" y="141510"/>
                </a:lnTo>
                <a:close/>
                <a:moveTo>
                  <a:pt x="365269" y="133350"/>
                </a:moveTo>
                <a:lnTo>
                  <a:pt x="350539" y="127111"/>
                </a:lnTo>
                <a:lnTo>
                  <a:pt x="358400" y="138451"/>
                </a:lnTo>
                <a:close/>
                <a:moveTo>
                  <a:pt x="343670" y="130618"/>
                </a:moveTo>
                <a:lnTo>
                  <a:pt x="350539" y="127111"/>
                </a:lnTo>
                <a:lnTo>
                  <a:pt x="328941" y="125261"/>
                </a:lnTo>
                <a:close/>
                <a:moveTo>
                  <a:pt x="343670" y="130618"/>
                </a:moveTo>
                <a:lnTo>
                  <a:pt x="358400" y="138451"/>
                </a:lnTo>
                <a:lnTo>
                  <a:pt x="350539" y="127111"/>
                </a:lnTo>
                <a:close/>
                <a:moveTo>
                  <a:pt x="335809" y="120858"/>
                </a:moveTo>
                <a:lnTo>
                  <a:pt x="328941" y="125261"/>
                </a:lnTo>
                <a:lnTo>
                  <a:pt x="350539" y="127111"/>
                </a:lnTo>
                <a:close/>
                <a:moveTo>
                  <a:pt x="335809" y="120858"/>
                </a:moveTo>
                <a:lnTo>
                  <a:pt x="321079" y="114639"/>
                </a:lnTo>
                <a:lnTo>
                  <a:pt x="328941" y="125261"/>
                </a:lnTo>
                <a:close/>
                <a:moveTo>
                  <a:pt x="314211" y="119343"/>
                </a:moveTo>
                <a:lnTo>
                  <a:pt x="307342" y="123764"/>
                </a:lnTo>
                <a:lnTo>
                  <a:pt x="328941" y="125261"/>
                </a:lnTo>
                <a:close/>
                <a:moveTo>
                  <a:pt x="314211" y="119343"/>
                </a:moveTo>
                <a:lnTo>
                  <a:pt x="299481" y="113456"/>
                </a:lnTo>
                <a:lnTo>
                  <a:pt x="307342" y="123764"/>
                </a:lnTo>
                <a:close/>
                <a:moveTo>
                  <a:pt x="314211" y="119343"/>
                </a:moveTo>
                <a:lnTo>
                  <a:pt x="321079" y="114639"/>
                </a:lnTo>
                <a:lnTo>
                  <a:pt x="299481" y="113456"/>
                </a:lnTo>
                <a:close/>
                <a:moveTo>
                  <a:pt x="314211" y="119343"/>
                </a:moveTo>
                <a:lnTo>
                  <a:pt x="328941" y="125261"/>
                </a:lnTo>
                <a:lnTo>
                  <a:pt x="321079" y="114639"/>
                </a:lnTo>
                <a:close/>
                <a:moveTo>
                  <a:pt x="292612" y="118179"/>
                </a:moveTo>
                <a:lnTo>
                  <a:pt x="299481" y="113456"/>
                </a:lnTo>
                <a:lnTo>
                  <a:pt x="277882" y="113627"/>
                </a:lnTo>
                <a:close/>
                <a:moveTo>
                  <a:pt x="292612" y="118179"/>
                </a:moveTo>
                <a:lnTo>
                  <a:pt x="307342" y="123764"/>
                </a:lnTo>
                <a:lnTo>
                  <a:pt x="299481" y="113456"/>
                </a:lnTo>
                <a:close/>
                <a:moveTo>
                  <a:pt x="284751" y="107936"/>
                </a:moveTo>
                <a:lnTo>
                  <a:pt x="277882" y="113627"/>
                </a:lnTo>
                <a:lnTo>
                  <a:pt x="299481" y="113456"/>
                </a:lnTo>
                <a:close/>
                <a:moveTo>
                  <a:pt x="284751" y="107936"/>
                </a:moveTo>
                <a:lnTo>
                  <a:pt x="270021" y="107157"/>
                </a:lnTo>
                <a:lnTo>
                  <a:pt x="277882" y="113627"/>
                </a:lnTo>
                <a:close/>
                <a:moveTo>
                  <a:pt x="263152" y="110537"/>
                </a:moveTo>
                <a:lnTo>
                  <a:pt x="256284" y="114941"/>
                </a:lnTo>
                <a:lnTo>
                  <a:pt x="277882" y="113627"/>
                </a:lnTo>
                <a:close/>
                <a:moveTo>
                  <a:pt x="263152" y="110537"/>
                </a:moveTo>
                <a:lnTo>
                  <a:pt x="248423" y="111173"/>
                </a:lnTo>
                <a:lnTo>
                  <a:pt x="256284" y="114941"/>
                </a:lnTo>
                <a:close/>
                <a:moveTo>
                  <a:pt x="263152" y="110537"/>
                </a:moveTo>
                <a:lnTo>
                  <a:pt x="270021" y="107157"/>
                </a:lnTo>
                <a:lnTo>
                  <a:pt x="248423" y="111173"/>
                </a:lnTo>
                <a:close/>
                <a:moveTo>
                  <a:pt x="263152" y="110537"/>
                </a:moveTo>
                <a:lnTo>
                  <a:pt x="277882" y="113627"/>
                </a:lnTo>
                <a:lnTo>
                  <a:pt x="270021" y="107157"/>
                </a:lnTo>
                <a:close/>
                <a:moveTo>
                  <a:pt x="241554" y="114059"/>
                </a:moveTo>
                <a:lnTo>
                  <a:pt x="248423" y="111173"/>
                </a:lnTo>
                <a:lnTo>
                  <a:pt x="226824" y="114257"/>
                </a:lnTo>
                <a:close/>
                <a:moveTo>
                  <a:pt x="241554" y="114059"/>
                </a:moveTo>
                <a:lnTo>
                  <a:pt x="256284" y="114941"/>
                </a:lnTo>
                <a:lnTo>
                  <a:pt x="248423" y="111173"/>
                </a:lnTo>
                <a:close/>
                <a:moveTo>
                  <a:pt x="190496" y="121326"/>
                </a:moveTo>
                <a:lnTo>
                  <a:pt x="183627" y="124541"/>
                </a:lnTo>
                <a:lnTo>
                  <a:pt x="205226" y="116972"/>
                </a:lnTo>
                <a:close/>
                <a:moveTo>
                  <a:pt x="190496" y="121326"/>
                </a:moveTo>
                <a:lnTo>
                  <a:pt x="175766" y="125838"/>
                </a:lnTo>
                <a:lnTo>
                  <a:pt x="183627" y="124541"/>
                </a:lnTo>
                <a:close/>
                <a:moveTo>
                  <a:pt x="168897" y="132410"/>
                </a:moveTo>
                <a:lnTo>
                  <a:pt x="162029" y="134883"/>
                </a:lnTo>
                <a:lnTo>
                  <a:pt x="183627" y="124541"/>
                </a:lnTo>
                <a:close/>
                <a:moveTo>
                  <a:pt x="168897" y="132410"/>
                </a:moveTo>
                <a:lnTo>
                  <a:pt x="154167" y="129697"/>
                </a:lnTo>
                <a:lnTo>
                  <a:pt x="162029" y="134883"/>
                </a:lnTo>
                <a:close/>
                <a:moveTo>
                  <a:pt x="168897" y="132410"/>
                </a:moveTo>
                <a:lnTo>
                  <a:pt x="175766" y="125838"/>
                </a:lnTo>
                <a:lnTo>
                  <a:pt x="154167" y="129697"/>
                </a:lnTo>
                <a:close/>
                <a:moveTo>
                  <a:pt x="168897" y="132410"/>
                </a:moveTo>
                <a:lnTo>
                  <a:pt x="183627" y="124541"/>
                </a:lnTo>
                <a:lnTo>
                  <a:pt x="175766" y="125838"/>
                </a:lnTo>
                <a:close/>
                <a:moveTo>
                  <a:pt x="147299" y="138332"/>
                </a:moveTo>
                <a:lnTo>
                  <a:pt x="132569" y="127999"/>
                </a:lnTo>
                <a:lnTo>
                  <a:pt x="140430" y="140733"/>
                </a:lnTo>
                <a:close/>
                <a:moveTo>
                  <a:pt x="147299" y="138332"/>
                </a:moveTo>
                <a:lnTo>
                  <a:pt x="154167" y="129697"/>
                </a:lnTo>
                <a:lnTo>
                  <a:pt x="132569" y="127999"/>
                </a:lnTo>
                <a:close/>
                <a:moveTo>
                  <a:pt x="139437" y="122373"/>
                </a:moveTo>
                <a:lnTo>
                  <a:pt x="132569" y="127999"/>
                </a:lnTo>
                <a:lnTo>
                  <a:pt x="154167" y="129697"/>
                </a:lnTo>
                <a:close/>
                <a:moveTo>
                  <a:pt x="139437" y="122373"/>
                </a:moveTo>
                <a:lnTo>
                  <a:pt x="124708" y="108717"/>
                </a:lnTo>
                <a:lnTo>
                  <a:pt x="132569" y="127999"/>
                </a:lnTo>
                <a:close/>
                <a:moveTo>
                  <a:pt x="117839" y="115081"/>
                </a:moveTo>
                <a:lnTo>
                  <a:pt x="110970" y="122187"/>
                </a:lnTo>
                <a:lnTo>
                  <a:pt x="132569" y="127999"/>
                </a:lnTo>
                <a:close/>
                <a:moveTo>
                  <a:pt x="58919" y="53649"/>
                </a:moveTo>
                <a:lnTo>
                  <a:pt x="44190" y="40529"/>
                </a:lnTo>
                <a:lnTo>
                  <a:pt x="52051" y="62091"/>
                </a:lnTo>
                <a:close/>
                <a:moveTo>
                  <a:pt x="37321" y="47759"/>
                </a:moveTo>
                <a:lnTo>
                  <a:pt x="44190" y="40529"/>
                </a:lnTo>
                <a:lnTo>
                  <a:pt x="22591" y="37258"/>
                </a:lnTo>
                <a:close/>
                <a:moveTo>
                  <a:pt x="51058" y="33141"/>
                </a:moveTo>
                <a:lnTo>
                  <a:pt x="36328" y="20611"/>
                </a:lnTo>
                <a:lnTo>
                  <a:pt x="44190" y="40529"/>
                </a:lnTo>
                <a:close/>
                <a:moveTo>
                  <a:pt x="29460" y="27566"/>
                </a:moveTo>
                <a:lnTo>
                  <a:pt x="22591" y="37258"/>
                </a:lnTo>
                <a:lnTo>
                  <a:pt x="44190" y="40529"/>
                </a:lnTo>
                <a:close/>
                <a:moveTo>
                  <a:pt x="29460" y="27566"/>
                </a:moveTo>
                <a:lnTo>
                  <a:pt x="14730" y="17226"/>
                </a:lnTo>
                <a:lnTo>
                  <a:pt x="22591" y="37258"/>
                </a:lnTo>
                <a:close/>
                <a:moveTo>
                  <a:pt x="29460" y="27566"/>
                </a:moveTo>
                <a:lnTo>
                  <a:pt x="36328" y="20611"/>
                </a:lnTo>
                <a:lnTo>
                  <a:pt x="14730" y="17226"/>
                </a:lnTo>
                <a:close/>
                <a:moveTo>
                  <a:pt x="29460" y="27566"/>
                </a:moveTo>
                <a:lnTo>
                  <a:pt x="44190" y="40529"/>
                </a:lnTo>
                <a:lnTo>
                  <a:pt x="36328" y="20611"/>
                </a:lnTo>
                <a:close/>
                <a:moveTo>
                  <a:pt x="7861" y="26682"/>
                </a:moveTo>
                <a:lnTo>
                  <a:pt x="22591" y="37258"/>
                </a:lnTo>
                <a:lnTo>
                  <a:pt x="14730" y="17226"/>
                </a:lnTo>
                <a:close/>
                <a:moveTo>
                  <a:pt x="0" y="6505"/>
                </a:moveTo>
                <a:lnTo>
                  <a:pt x="14730" y="17226"/>
                </a:lnTo>
                <a:lnTo>
                  <a:pt x="6869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79" name="PANEL_01-slope--19-225_773">
            <a:extLst>
              <a:ext uri="{FF2B5EF4-FFF2-40B4-BE49-F238E27FC236}">
                <a16:creationId xmlns:a16="http://schemas.microsoft.com/office/drawing/2014/main" id="{25036744-753C-428A-894A-EF2CC30D3049}"/>
              </a:ext>
            </a:extLst>
          </p:cNvPr>
          <p:cNvSpPr>
            <a:spLocks/>
          </p:cNvSpPr>
          <p:nvPr/>
        </p:nvSpPr>
        <p:spPr>
          <a:xfrm>
            <a:off x="286131" y="299834"/>
            <a:ext cx="2180191" cy="278487"/>
          </a:xfrm>
          <a:custGeom>
            <a:pathLst>
              <a:path w="1476719" h="188629">
                <a:moveTo>
                  <a:pt x="1469850" y="113227"/>
                </a:moveTo>
                <a:lnTo>
                  <a:pt x="1476719" y="103640"/>
                </a:lnTo>
                <a:lnTo>
                  <a:pt x="1455120" y="116617"/>
                </a:lnTo>
                <a:close/>
                <a:moveTo>
                  <a:pt x="1448252" y="128006"/>
                </a:moveTo>
                <a:lnTo>
                  <a:pt x="1455120" y="116617"/>
                </a:lnTo>
                <a:lnTo>
                  <a:pt x="1433522" y="129986"/>
                </a:lnTo>
                <a:close/>
                <a:moveTo>
                  <a:pt x="1426653" y="140757"/>
                </a:moveTo>
                <a:lnTo>
                  <a:pt x="1433522" y="129986"/>
                </a:lnTo>
                <a:lnTo>
                  <a:pt x="1411923" y="142263"/>
                </a:lnTo>
                <a:close/>
                <a:moveTo>
                  <a:pt x="1461989" y="105965"/>
                </a:moveTo>
                <a:lnTo>
                  <a:pt x="1455120" y="116617"/>
                </a:lnTo>
                <a:lnTo>
                  <a:pt x="1476719" y="103640"/>
                </a:lnTo>
                <a:close/>
                <a:moveTo>
                  <a:pt x="1440390" y="119270"/>
                </a:moveTo>
                <a:lnTo>
                  <a:pt x="1433522" y="129986"/>
                </a:lnTo>
                <a:lnTo>
                  <a:pt x="1455120" y="116617"/>
                </a:lnTo>
                <a:close/>
                <a:moveTo>
                  <a:pt x="1418792" y="131911"/>
                </a:moveTo>
                <a:lnTo>
                  <a:pt x="1411923" y="142263"/>
                </a:lnTo>
                <a:lnTo>
                  <a:pt x="1433522" y="129986"/>
                </a:lnTo>
                <a:close/>
                <a:moveTo>
                  <a:pt x="1397193" y="143665"/>
                </a:moveTo>
                <a:lnTo>
                  <a:pt x="1390325" y="154095"/>
                </a:lnTo>
                <a:lnTo>
                  <a:pt x="1411923" y="142263"/>
                </a:lnTo>
                <a:close/>
                <a:moveTo>
                  <a:pt x="1375595" y="154280"/>
                </a:moveTo>
                <a:lnTo>
                  <a:pt x="1368726" y="164868"/>
                </a:lnTo>
                <a:lnTo>
                  <a:pt x="1390325" y="154095"/>
                </a:lnTo>
                <a:close/>
                <a:moveTo>
                  <a:pt x="1375595" y="154280"/>
                </a:moveTo>
                <a:lnTo>
                  <a:pt x="1360865" y="152174"/>
                </a:lnTo>
                <a:lnTo>
                  <a:pt x="1368726" y="164868"/>
                </a:lnTo>
                <a:close/>
                <a:moveTo>
                  <a:pt x="1353996" y="163931"/>
                </a:moveTo>
                <a:lnTo>
                  <a:pt x="1339266" y="161366"/>
                </a:lnTo>
                <a:lnTo>
                  <a:pt x="1347128" y="173526"/>
                </a:lnTo>
                <a:close/>
                <a:moveTo>
                  <a:pt x="1353996" y="163931"/>
                </a:moveTo>
                <a:lnTo>
                  <a:pt x="1360865" y="152174"/>
                </a:lnTo>
                <a:lnTo>
                  <a:pt x="1339266" y="161366"/>
                </a:lnTo>
                <a:close/>
                <a:moveTo>
                  <a:pt x="1353996" y="163931"/>
                </a:moveTo>
                <a:lnTo>
                  <a:pt x="1368726" y="164868"/>
                </a:lnTo>
                <a:lnTo>
                  <a:pt x="1360865" y="152174"/>
                </a:lnTo>
                <a:close/>
                <a:moveTo>
                  <a:pt x="1332398" y="172169"/>
                </a:moveTo>
                <a:lnTo>
                  <a:pt x="1339266" y="161366"/>
                </a:lnTo>
                <a:lnTo>
                  <a:pt x="1317668" y="167180"/>
                </a:lnTo>
                <a:close/>
                <a:moveTo>
                  <a:pt x="1332398" y="172169"/>
                </a:moveTo>
                <a:lnTo>
                  <a:pt x="1347128" y="173526"/>
                </a:lnTo>
                <a:lnTo>
                  <a:pt x="1339266" y="161366"/>
                </a:lnTo>
                <a:close/>
                <a:moveTo>
                  <a:pt x="1346135" y="150763"/>
                </a:moveTo>
                <a:lnTo>
                  <a:pt x="1339266" y="161366"/>
                </a:lnTo>
                <a:lnTo>
                  <a:pt x="1360865" y="152174"/>
                </a:lnTo>
                <a:close/>
                <a:moveTo>
                  <a:pt x="1324537" y="158601"/>
                </a:moveTo>
                <a:lnTo>
                  <a:pt x="1317668" y="167180"/>
                </a:lnTo>
                <a:lnTo>
                  <a:pt x="1339266" y="161366"/>
                </a:lnTo>
                <a:close/>
                <a:moveTo>
                  <a:pt x="1324537" y="158601"/>
                </a:moveTo>
                <a:lnTo>
                  <a:pt x="1309807" y="151259"/>
                </a:lnTo>
                <a:lnTo>
                  <a:pt x="1317668" y="167180"/>
                </a:lnTo>
                <a:close/>
                <a:moveTo>
                  <a:pt x="1302938" y="161116"/>
                </a:moveTo>
                <a:lnTo>
                  <a:pt x="1296069" y="169373"/>
                </a:lnTo>
                <a:lnTo>
                  <a:pt x="1317668" y="167180"/>
                </a:lnTo>
                <a:close/>
                <a:moveTo>
                  <a:pt x="1302938" y="161116"/>
                </a:moveTo>
                <a:lnTo>
                  <a:pt x="1288208" y="152790"/>
                </a:lnTo>
                <a:lnTo>
                  <a:pt x="1296069" y="169373"/>
                </a:lnTo>
                <a:close/>
                <a:moveTo>
                  <a:pt x="1302938" y="161116"/>
                </a:moveTo>
                <a:lnTo>
                  <a:pt x="1309807" y="151259"/>
                </a:lnTo>
                <a:lnTo>
                  <a:pt x="1288208" y="152790"/>
                </a:lnTo>
                <a:close/>
                <a:moveTo>
                  <a:pt x="1302938" y="161116"/>
                </a:moveTo>
                <a:lnTo>
                  <a:pt x="1317668" y="167180"/>
                </a:lnTo>
                <a:lnTo>
                  <a:pt x="1309807" y="151259"/>
                </a:lnTo>
                <a:close/>
                <a:moveTo>
                  <a:pt x="1281339" y="161939"/>
                </a:moveTo>
                <a:lnTo>
                  <a:pt x="1288208" y="152790"/>
                </a:lnTo>
                <a:lnTo>
                  <a:pt x="1266610" y="156874"/>
                </a:lnTo>
                <a:close/>
                <a:moveTo>
                  <a:pt x="1281339" y="161939"/>
                </a:moveTo>
                <a:lnTo>
                  <a:pt x="1296069" y="169373"/>
                </a:lnTo>
                <a:lnTo>
                  <a:pt x="1288208" y="152790"/>
                </a:lnTo>
                <a:close/>
                <a:moveTo>
                  <a:pt x="1259741" y="166658"/>
                </a:moveTo>
                <a:lnTo>
                  <a:pt x="1266610" y="156874"/>
                </a:lnTo>
                <a:lnTo>
                  <a:pt x="1245011" y="166362"/>
                </a:lnTo>
                <a:close/>
                <a:moveTo>
                  <a:pt x="1273478" y="145673"/>
                </a:moveTo>
                <a:lnTo>
                  <a:pt x="1266610" y="156874"/>
                </a:lnTo>
                <a:lnTo>
                  <a:pt x="1288208" y="152790"/>
                </a:lnTo>
                <a:close/>
                <a:moveTo>
                  <a:pt x="1273478" y="145673"/>
                </a:moveTo>
                <a:lnTo>
                  <a:pt x="1258748" y="142684"/>
                </a:lnTo>
                <a:lnTo>
                  <a:pt x="1266610" y="156874"/>
                </a:lnTo>
                <a:close/>
                <a:moveTo>
                  <a:pt x="1251880" y="153225"/>
                </a:moveTo>
                <a:lnTo>
                  <a:pt x="1266610" y="156874"/>
                </a:lnTo>
                <a:lnTo>
                  <a:pt x="1258748" y="142684"/>
                </a:lnTo>
                <a:close/>
                <a:moveTo>
                  <a:pt x="1157625" y="162850"/>
                </a:moveTo>
                <a:lnTo>
                  <a:pt x="1150756" y="183074"/>
                </a:lnTo>
                <a:lnTo>
                  <a:pt x="1172354" y="179384"/>
                </a:lnTo>
                <a:close/>
                <a:moveTo>
                  <a:pt x="1157625" y="162850"/>
                </a:moveTo>
                <a:lnTo>
                  <a:pt x="1142895" y="157486"/>
                </a:lnTo>
                <a:lnTo>
                  <a:pt x="1150756" y="183074"/>
                </a:lnTo>
                <a:close/>
                <a:moveTo>
                  <a:pt x="1106566" y="147926"/>
                </a:moveTo>
                <a:lnTo>
                  <a:pt x="1099698" y="160102"/>
                </a:lnTo>
                <a:lnTo>
                  <a:pt x="1121296" y="157227"/>
                </a:lnTo>
                <a:close/>
                <a:moveTo>
                  <a:pt x="1106566" y="147926"/>
                </a:moveTo>
                <a:lnTo>
                  <a:pt x="1091836" y="143086"/>
                </a:lnTo>
                <a:lnTo>
                  <a:pt x="1099698" y="160102"/>
                </a:lnTo>
                <a:close/>
                <a:moveTo>
                  <a:pt x="1106566" y="147926"/>
                </a:moveTo>
                <a:lnTo>
                  <a:pt x="1113435" y="141887"/>
                </a:lnTo>
                <a:lnTo>
                  <a:pt x="1091836" y="143086"/>
                </a:lnTo>
                <a:close/>
                <a:moveTo>
                  <a:pt x="1084968" y="154429"/>
                </a:moveTo>
                <a:lnTo>
                  <a:pt x="1091836" y="143086"/>
                </a:lnTo>
                <a:lnTo>
                  <a:pt x="1070238" y="149889"/>
                </a:lnTo>
                <a:close/>
                <a:moveTo>
                  <a:pt x="1084968" y="154429"/>
                </a:moveTo>
                <a:lnTo>
                  <a:pt x="1099698" y="160102"/>
                </a:lnTo>
                <a:lnTo>
                  <a:pt x="1091836" y="143086"/>
                </a:lnTo>
                <a:close/>
                <a:moveTo>
                  <a:pt x="1063369" y="162077"/>
                </a:moveTo>
                <a:lnTo>
                  <a:pt x="1070238" y="149889"/>
                </a:lnTo>
                <a:lnTo>
                  <a:pt x="1048639" y="157707"/>
                </a:lnTo>
                <a:close/>
                <a:moveTo>
                  <a:pt x="1098705" y="133191"/>
                </a:moveTo>
                <a:lnTo>
                  <a:pt x="1091836" y="143086"/>
                </a:lnTo>
                <a:lnTo>
                  <a:pt x="1113435" y="141887"/>
                </a:lnTo>
                <a:close/>
                <a:moveTo>
                  <a:pt x="1077107" y="136796"/>
                </a:moveTo>
                <a:lnTo>
                  <a:pt x="1070238" y="149889"/>
                </a:lnTo>
                <a:lnTo>
                  <a:pt x="1091836" y="143086"/>
                </a:lnTo>
                <a:close/>
                <a:moveTo>
                  <a:pt x="1077107" y="136796"/>
                </a:moveTo>
                <a:lnTo>
                  <a:pt x="1062377" y="135180"/>
                </a:lnTo>
                <a:lnTo>
                  <a:pt x="1070238" y="149889"/>
                </a:lnTo>
                <a:close/>
                <a:moveTo>
                  <a:pt x="1077107" y="136796"/>
                </a:moveTo>
                <a:lnTo>
                  <a:pt x="1091836" y="143086"/>
                </a:lnTo>
                <a:lnTo>
                  <a:pt x="1083975" y="128223"/>
                </a:lnTo>
                <a:close/>
                <a:moveTo>
                  <a:pt x="1055508" y="146253"/>
                </a:moveTo>
                <a:lnTo>
                  <a:pt x="1048639" y="157707"/>
                </a:lnTo>
                <a:lnTo>
                  <a:pt x="1070238" y="149889"/>
                </a:lnTo>
                <a:close/>
                <a:moveTo>
                  <a:pt x="1055508" y="146253"/>
                </a:moveTo>
                <a:lnTo>
                  <a:pt x="1040778" y="144435"/>
                </a:lnTo>
                <a:lnTo>
                  <a:pt x="1048639" y="157707"/>
                </a:lnTo>
                <a:close/>
                <a:moveTo>
                  <a:pt x="1055508" y="146253"/>
                </a:moveTo>
                <a:lnTo>
                  <a:pt x="1062377" y="135180"/>
                </a:lnTo>
                <a:lnTo>
                  <a:pt x="1040778" y="144435"/>
                </a:lnTo>
                <a:close/>
                <a:moveTo>
                  <a:pt x="1055508" y="146253"/>
                </a:moveTo>
                <a:lnTo>
                  <a:pt x="1070238" y="149889"/>
                </a:lnTo>
                <a:lnTo>
                  <a:pt x="1062377" y="135180"/>
                </a:lnTo>
                <a:close/>
                <a:moveTo>
                  <a:pt x="1033910" y="154424"/>
                </a:moveTo>
                <a:lnTo>
                  <a:pt x="1027041" y="164315"/>
                </a:lnTo>
                <a:lnTo>
                  <a:pt x="1048639" y="157707"/>
                </a:lnTo>
                <a:close/>
                <a:moveTo>
                  <a:pt x="1033910" y="154424"/>
                </a:moveTo>
                <a:lnTo>
                  <a:pt x="1019180" y="153485"/>
                </a:lnTo>
                <a:lnTo>
                  <a:pt x="1027041" y="164315"/>
                </a:lnTo>
                <a:close/>
                <a:moveTo>
                  <a:pt x="1033910" y="154424"/>
                </a:moveTo>
                <a:lnTo>
                  <a:pt x="1040778" y="144435"/>
                </a:lnTo>
                <a:lnTo>
                  <a:pt x="1019180" y="153485"/>
                </a:lnTo>
                <a:close/>
                <a:moveTo>
                  <a:pt x="1033910" y="154424"/>
                </a:moveTo>
                <a:lnTo>
                  <a:pt x="1048639" y="157707"/>
                </a:lnTo>
                <a:lnTo>
                  <a:pt x="1040778" y="144435"/>
                </a:lnTo>
                <a:close/>
                <a:moveTo>
                  <a:pt x="1012311" y="159512"/>
                </a:moveTo>
                <a:lnTo>
                  <a:pt x="1019180" y="153485"/>
                </a:lnTo>
                <a:lnTo>
                  <a:pt x="997581" y="166177"/>
                </a:lnTo>
                <a:close/>
                <a:moveTo>
                  <a:pt x="1012311" y="159512"/>
                </a:moveTo>
                <a:lnTo>
                  <a:pt x="1027041" y="164315"/>
                </a:lnTo>
                <a:lnTo>
                  <a:pt x="1019180" y="153485"/>
                </a:lnTo>
                <a:close/>
                <a:moveTo>
                  <a:pt x="990712" y="178079"/>
                </a:moveTo>
                <a:lnTo>
                  <a:pt x="975983" y="178489"/>
                </a:lnTo>
                <a:lnTo>
                  <a:pt x="983844" y="188629"/>
                </a:lnTo>
                <a:close/>
                <a:moveTo>
                  <a:pt x="990712" y="178079"/>
                </a:moveTo>
                <a:lnTo>
                  <a:pt x="997581" y="166177"/>
                </a:lnTo>
                <a:lnTo>
                  <a:pt x="975983" y="178489"/>
                </a:lnTo>
                <a:close/>
                <a:moveTo>
                  <a:pt x="1004450" y="156967"/>
                </a:moveTo>
                <a:lnTo>
                  <a:pt x="997581" y="166177"/>
                </a:lnTo>
                <a:lnTo>
                  <a:pt x="1019180" y="153485"/>
                </a:lnTo>
                <a:close/>
                <a:moveTo>
                  <a:pt x="982851" y="170150"/>
                </a:moveTo>
                <a:lnTo>
                  <a:pt x="975983" y="178489"/>
                </a:lnTo>
                <a:lnTo>
                  <a:pt x="997581" y="166177"/>
                </a:lnTo>
                <a:close/>
                <a:moveTo>
                  <a:pt x="248423" y="135515"/>
                </a:moveTo>
                <a:lnTo>
                  <a:pt x="263152" y="132066"/>
                </a:lnTo>
                <a:lnTo>
                  <a:pt x="255291" y="126880"/>
                </a:lnTo>
                <a:close/>
                <a:moveTo>
                  <a:pt x="108985" y="23865"/>
                </a:moveTo>
                <a:lnTo>
                  <a:pt x="115854" y="14409"/>
                </a:lnTo>
                <a:lnTo>
                  <a:pt x="94255" y="17461"/>
                </a:lnTo>
                <a:close/>
                <a:moveTo>
                  <a:pt x="101124" y="3688"/>
                </a:moveTo>
                <a:lnTo>
                  <a:pt x="94255" y="17461"/>
                </a:lnTo>
                <a:lnTo>
                  <a:pt x="115854" y="14409"/>
                </a:lnTo>
                <a:close/>
                <a:moveTo>
                  <a:pt x="101124" y="3688"/>
                </a:moveTo>
                <a:lnTo>
                  <a:pt x="86394" y="0"/>
                </a:lnTo>
                <a:lnTo>
                  <a:pt x="94255" y="17461"/>
                </a:lnTo>
                <a:close/>
                <a:moveTo>
                  <a:pt x="79525" y="11947"/>
                </a:moveTo>
                <a:lnTo>
                  <a:pt x="94255" y="17461"/>
                </a:lnTo>
                <a:lnTo>
                  <a:pt x="86394" y="0"/>
                </a:lnTo>
                <a:close/>
                <a:moveTo>
                  <a:pt x="36328" y="36697"/>
                </a:moveTo>
                <a:lnTo>
                  <a:pt x="21599" y="27853"/>
                </a:lnTo>
                <a:lnTo>
                  <a:pt x="29460" y="45933"/>
                </a:lnTo>
                <a:close/>
                <a:moveTo>
                  <a:pt x="36328" y="36697"/>
                </a:moveTo>
                <a:lnTo>
                  <a:pt x="43197" y="22614"/>
                </a:lnTo>
                <a:lnTo>
                  <a:pt x="21599" y="27853"/>
                </a:lnTo>
                <a:close/>
                <a:moveTo>
                  <a:pt x="14730" y="37765"/>
                </a:moveTo>
                <a:lnTo>
                  <a:pt x="21599" y="27853"/>
                </a:lnTo>
                <a:lnTo>
                  <a:pt x="0" y="31668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80" name="PANEL_01-slope--19-230_774">
            <a:extLst>
              <a:ext uri="{FF2B5EF4-FFF2-40B4-BE49-F238E27FC236}">
                <a16:creationId xmlns:a16="http://schemas.microsoft.com/office/drawing/2014/main" id="{F91636E3-F9DF-4A71-8046-F1D3544F8BE0}"/>
              </a:ext>
            </a:extLst>
          </p:cNvPr>
          <p:cNvSpPr>
            <a:spLocks/>
          </p:cNvSpPr>
          <p:nvPr/>
        </p:nvSpPr>
        <p:spPr>
          <a:xfrm>
            <a:off x="339766" y="299834"/>
            <a:ext cx="2104810" cy="268911"/>
          </a:xfrm>
          <a:custGeom>
            <a:pathLst>
              <a:path w="1425660" h="182142">
                <a:moveTo>
                  <a:pt x="1425660" y="105965"/>
                </a:moveTo>
                <a:lnTo>
                  <a:pt x="1410931" y="104401"/>
                </a:lnTo>
                <a:lnTo>
                  <a:pt x="1418792" y="116617"/>
                </a:lnTo>
                <a:close/>
                <a:moveTo>
                  <a:pt x="1404062" y="119270"/>
                </a:moveTo>
                <a:lnTo>
                  <a:pt x="1389332" y="117156"/>
                </a:lnTo>
                <a:lnTo>
                  <a:pt x="1397193" y="129986"/>
                </a:lnTo>
                <a:close/>
                <a:moveTo>
                  <a:pt x="1404062" y="119270"/>
                </a:moveTo>
                <a:lnTo>
                  <a:pt x="1418792" y="116617"/>
                </a:lnTo>
                <a:lnTo>
                  <a:pt x="1410931" y="104401"/>
                </a:lnTo>
                <a:close/>
                <a:moveTo>
                  <a:pt x="1382463" y="131911"/>
                </a:moveTo>
                <a:lnTo>
                  <a:pt x="1367734" y="129332"/>
                </a:lnTo>
                <a:lnTo>
                  <a:pt x="1375595" y="142263"/>
                </a:lnTo>
                <a:close/>
                <a:moveTo>
                  <a:pt x="1382463" y="131911"/>
                </a:moveTo>
                <a:lnTo>
                  <a:pt x="1397193" y="129986"/>
                </a:lnTo>
                <a:lnTo>
                  <a:pt x="1389332" y="117156"/>
                </a:lnTo>
                <a:close/>
                <a:moveTo>
                  <a:pt x="1360865" y="143665"/>
                </a:moveTo>
                <a:lnTo>
                  <a:pt x="1346135" y="141143"/>
                </a:lnTo>
                <a:lnTo>
                  <a:pt x="1353996" y="154095"/>
                </a:lnTo>
                <a:close/>
                <a:moveTo>
                  <a:pt x="1360865" y="143665"/>
                </a:moveTo>
                <a:lnTo>
                  <a:pt x="1367734" y="129332"/>
                </a:lnTo>
                <a:lnTo>
                  <a:pt x="1346135" y="141143"/>
                </a:lnTo>
                <a:close/>
                <a:moveTo>
                  <a:pt x="1360865" y="143665"/>
                </a:moveTo>
                <a:lnTo>
                  <a:pt x="1375595" y="142263"/>
                </a:lnTo>
                <a:lnTo>
                  <a:pt x="1367734" y="129332"/>
                </a:lnTo>
                <a:close/>
                <a:moveTo>
                  <a:pt x="1339266" y="154280"/>
                </a:moveTo>
                <a:lnTo>
                  <a:pt x="1346135" y="141143"/>
                </a:lnTo>
                <a:lnTo>
                  <a:pt x="1324537" y="152174"/>
                </a:lnTo>
                <a:close/>
                <a:moveTo>
                  <a:pt x="1339266" y="154280"/>
                </a:moveTo>
                <a:lnTo>
                  <a:pt x="1353996" y="154095"/>
                </a:lnTo>
                <a:lnTo>
                  <a:pt x="1346135" y="141143"/>
                </a:lnTo>
                <a:close/>
                <a:moveTo>
                  <a:pt x="1201814" y="181868"/>
                </a:moveTo>
                <a:lnTo>
                  <a:pt x="1208683" y="166362"/>
                </a:lnTo>
                <a:lnTo>
                  <a:pt x="1187084" y="182142"/>
                </a:lnTo>
                <a:close/>
                <a:moveTo>
                  <a:pt x="1215551" y="153225"/>
                </a:moveTo>
                <a:lnTo>
                  <a:pt x="1208683" y="166362"/>
                </a:lnTo>
                <a:lnTo>
                  <a:pt x="1230281" y="156874"/>
                </a:lnTo>
                <a:close/>
                <a:moveTo>
                  <a:pt x="1215551" y="153225"/>
                </a:moveTo>
                <a:lnTo>
                  <a:pt x="1200822" y="151524"/>
                </a:lnTo>
                <a:lnTo>
                  <a:pt x="1208683" y="166362"/>
                </a:lnTo>
                <a:close/>
                <a:moveTo>
                  <a:pt x="1193953" y="163697"/>
                </a:moveTo>
                <a:lnTo>
                  <a:pt x="1187084" y="182142"/>
                </a:lnTo>
                <a:lnTo>
                  <a:pt x="1208683" y="166362"/>
                </a:lnTo>
                <a:close/>
                <a:moveTo>
                  <a:pt x="1193953" y="163697"/>
                </a:moveTo>
                <a:lnTo>
                  <a:pt x="1179223" y="172002"/>
                </a:lnTo>
                <a:lnTo>
                  <a:pt x="1187084" y="182142"/>
                </a:lnTo>
                <a:close/>
                <a:moveTo>
                  <a:pt x="1193953" y="163697"/>
                </a:moveTo>
                <a:lnTo>
                  <a:pt x="1200822" y="151524"/>
                </a:lnTo>
                <a:lnTo>
                  <a:pt x="1179223" y="172002"/>
                </a:lnTo>
                <a:close/>
                <a:moveTo>
                  <a:pt x="1193953" y="163697"/>
                </a:moveTo>
                <a:lnTo>
                  <a:pt x="1208683" y="166362"/>
                </a:lnTo>
                <a:lnTo>
                  <a:pt x="1200822" y="151524"/>
                </a:lnTo>
                <a:close/>
                <a:moveTo>
                  <a:pt x="975983" y="159512"/>
                </a:moveTo>
                <a:lnTo>
                  <a:pt x="961253" y="166177"/>
                </a:lnTo>
                <a:lnTo>
                  <a:pt x="969114" y="175621"/>
                </a:lnTo>
                <a:close/>
                <a:moveTo>
                  <a:pt x="954384" y="178079"/>
                </a:moveTo>
                <a:lnTo>
                  <a:pt x="969114" y="175621"/>
                </a:lnTo>
                <a:lnTo>
                  <a:pt x="961253" y="166177"/>
                </a:lnTo>
                <a:close/>
                <a:moveTo>
                  <a:pt x="43197" y="11947"/>
                </a:moveTo>
                <a:lnTo>
                  <a:pt x="36328" y="28445"/>
                </a:lnTo>
                <a:lnTo>
                  <a:pt x="57927" y="17461"/>
                </a:lnTo>
                <a:close/>
                <a:moveTo>
                  <a:pt x="43197" y="11947"/>
                </a:moveTo>
                <a:lnTo>
                  <a:pt x="28467" y="10778"/>
                </a:lnTo>
                <a:lnTo>
                  <a:pt x="36328" y="28445"/>
                </a:lnTo>
                <a:close/>
                <a:moveTo>
                  <a:pt x="43197" y="11947"/>
                </a:moveTo>
                <a:lnTo>
                  <a:pt x="50066" y="0"/>
                </a:lnTo>
                <a:lnTo>
                  <a:pt x="28467" y="10778"/>
                </a:lnTo>
                <a:close/>
                <a:moveTo>
                  <a:pt x="21599" y="27693"/>
                </a:moveTo>
                <a:lnTo>
                  <a:pt x="14730" y="40246"/>
                </a:lnTo>
                <a:lnTo>
                  <a:pt x="36328" y="28445"/>
                </a:lnTo>
                <a:close/>
                <a:moveTo>
                  <a:pt x="21599" y="27693"/>
                </a:moveTo>
                <a:lnTo>
                  <a:pt x="6869" y="22614"/>
                </a:lnTo>
                <a:lnTo>
                  <a:pt x="14730" y="40246"/>
                </a:lnTo>
                <a:close/>
                <a:moveTo>
                  <a:pt x="21599" y="27693"/>
                </a:moveTo>
                <a:lnTo>
                  <a:pt x="28467" y="10778"/>
                </a:lnTo>
                <a:lnTo>
                  <a:pt x="6869" y="22614"/>
                </a:lnTo>
                <a:close/>
                <a:moveTo>
                  <a:pt x="21599" y="27693"/>
                </a:moveTo>
                <a:lnTo>
                  <a:pt x="36328" y="28445"/>
                </a:lnTo>
                <a:lnTo>
                  <a:pt x="28467" y="10778"/>
                </a:lnTo>
                <a:close/>
                <a:moveTo>
                  <a:pt x="0" y="36697"/>
                </a:moveTo>
                <a:lnTo>
                  <a:pt x="14730" y="40246"/>
                </a:lnTo>
                <a:lnTo>
                  <a:pt x="6869" y="22614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81" name="PANEL_01-water--19-230_775">
            <a:extLst>
              <a:ext uri="{FF2B5EF4-FFF2-40B4-BE49-F238E27FC236}">
                <a16:creationId xmlns:a16="http://schemas.microsoft.com/office/drawing/2014/main" id="{470276E4-BDDB-4722-8265-DF3D1409EBDF}"/>
              </a:ext>
            </a:extLst>
          </p:cNvPr>
          <p:cNvSpPr>
            <a:spLocks/>
          </p:cNvSpPr>
          <p:nvPr/>
        </p:nvSpPr>
        <p:spPr>
          <a:xfrm>
            <a:off x="1254480" y="548381"/>
            <a:ext cx="837868" cy="29996"/>
          </a:xfrm>
          <a:custGeom>
            <a:pathLst>
              <a:path w="567517" h="20317">
                <a:moveTo>
                  <a:pt x="552787" y="10569"/>
                </a:moveTo>
                <a:lnTo>
                  <a:pt x="545918" y="17484"/>
                </a:lnTo>
                <a:lnTo>
                  <a:pt x="567517" y="13793"/>
                </a:lnTo>
                <a:close/>
                <a:moveTo>
                  <a:pt x="552787" y="10569"/>
                </a:moveTo>
                <a:lnTo>
                  <a:pt x="538057" y="7344"/>
                </a:lnTo>
                <a:lnTo>
                  <a:pt x="545918" y="17484"/>
                </a:lnTo>
                <a:close/>
                <a:moveTo>
                  <a:pt x="552787" y="10569"/>
                </a:moveTo>
                <a:lnTo>
                  <a:pt x="559655" y="3653"/>
                </a:lnTo>
                <a:lnTo>
                  <a:pt x="538057" y="7344"/>
                </a:lnTo>
                <a:close/>
                <a:moveTo>
                  <a:pt x="552787" y="10569"/>
                </a:moveTo>
                <a:lnTo>
                  <a:pt x="567517" y="13793"/>
                </a:lnTo>
                <a:lnTo>
                  <a:pt x="559655" y="3653"/>
                </a:lnTo>
                <a:close/>
                <a:moveTo>
                  <a:pt x="531188" y="14259"/>
                </a:moveTo>
                <a:lnTo>
                  <a:pt x="538057" y="7344"/>
                </a:lnTo>
                <a:lnTo>
                  <a:pt x="516458" y="11035"/>
                </a:lnTo>
                <a:close/>
                <a:moveTo>
                  <a:pt x="531188" y="14259"/>
                </a:moveTo>
                <a:lnTo>
                  <a:pt x="545918" y="17484"/>
                </a:lnTo>
                <a:lnTo>
                  <a:pt x="538057" y="7344"/>
                </a:lnTo>
                <a:close/>
                <a:moveTo>
                  <a:pt x="509590" y="17950"/>
                </a:moveTo>
                <a:lnTo>
                  <a:pt x="516458" y="11035"/>
                </a:lnTo>
                <a:lnTo>
                  <a:pt x="494860" y="14725"/>
                </a:lnTo>
                <a:close/>
                <a:moveTo>
                  <a:pt x="523327" y="4119"/>
                </a:moveTo>
                <a:lnTo>
                  <a:pt x="516458" y="11035"/>
                </a:lnTo>
                <a:lnTo>
                  <a:pt x="538057" y="7344"/>
                </a:lnTo>
                <a:close/>
                <a:moveTo>
                  <a:pt x="313218" y="17055"/>
                </a:moveTo>
                <a:lnTo>
                  <a:pt x="320087" y="10140"/>
                </a:lnTo>
                <a:lnTo>
                  <a:pt x="298488" y="13831"/>
                </a:lnTo>
                <a:close/>
                <a:moveTo>
                  <a:pt x="305357" y="6915"/>
                </a:moveTo>
                <a:lnTo>
                  <a:pt x="298488" y="13831"/>
                </a:lnTo>
                <a:lnTo>
                  <a:pt x="320087" y="10140"/>
                </a:lnTo>
                <a:close/>
                <a:moveTo>
                  <a:pt x="305357" y="6915"/>
                </a:moveTo>
                <a:lnTo>
                  <a:pt x="290627" y="3691"/>
                </a:lnTo>
                <a:lnTo>
                  <a:pt x="298488" y="13831"/>
                </a:lnTo>
                <a:close/>
                <a:moveTo>
                  <a:pt x="305357" y="6915"/>
                </a:moveTo>
                <a:lnTo>
                  <a:pt x="320087" y="10140"/>
                </a:lnTo>
                <a:lnTo>
                  <a:pt x="312226" y="0"/>
                </a:lnTo>
                <a:close/>
                <a:moveTo>
                  <a:pt x="283758" y="10606"/>
                </a:moveTo>
                <a:lnTo>
                  <a:pt x="276890" y="17521"/>
                </a:lnTo>
                <a:lnTo>
                  <a:pt x="298488" y="13831"/>
                </a:lnTo>
                <a:close/>
                <a:moveTo>
                  <a:pt x="283758" y="10606"/>
                </a:moveTo>
                <a:lnTo>
                  <a:pt x="269028" y="7381"/>
                </a:lnTo>
                <a:lnTo>
                  <a:pt x="276890" y="17521"/>
                </a:lnTo>
                <a:close/>
                <a:moveTo>
                  <a:pt x="283758" y="10606"/>
                </a:moveTo>
                <a:lnTo>
                  <a:pt x="290627" y="3691"/>
                </a:lnTo>
                <a:lnTo>
                  <a:pt x="269028" y="7381"/>
                </a:lnTo>
                <a:close/>
                <a:moveTo>
                  <a:pt x="283758" y="10606"/>
                </a:moveTo>
                <a:lnTo>
                  <a:pt x="298488" y="13831"/>
                </a:lnTo>
                <a:lnTo>
                  <a:pt x="290627" y="3691"/>
                </a:lnTo>
                <a:close/>
                <a:moveTo>
                  <a:pt x="262160" y="14296"/>
                </a:moveTo>
                <a:lnTo>
                  <a:pt x="269028" y="7381"/>
                </a:lnTo>
                <a:lnTo>
                  <a:pt x="247430" y="11072"/>
                </a:lnTo>
                <a:close/>
                <a:moveTo>
                  <a:pt x="262160" y="14296"/>
                </a:moveTo>
                <a:lnTo>
                  <a:pt x="276890" y="17521"/>
                </a:lnTo>
                <a:lnTo>
                  <a:pt x="269028" y="7381"/>
                </a:lnTo>
                <a:close/>
                <a:moveTo>
                  <a:pt x="240561" y="17987"/>
                </a:moveTo>
                <a:lnTo>
                  <a:pt x="247430" y="11072"/>
                </a:lnTo>
                <a:lnTo>
                  <a:pt x="225831" y="14762"/>
                </a:lnTo>
                <a:close/>
                <a:moveTo>
                  <a:pt x="254299" y="4157"/>
                </a:moveTo>
                <a:lnTo>
                  <a:pt x="247430" y="11072"/>
                </a:lnTo>
                <a:lnTo>
                  <a:pt x="269028" y="7381"/>
                </a:lnTo>
                <a:close/>
                <a:moveTo>
                  <a:pt x="232700" y="7847"/>
                </a:moveTo>
                <a:lnTo>
                  <a:pt x="225831" y="14762"/>
                </a:lnTo>
                <a:lnTo>
                  <a:pt x="247430" y="11072"/>
                </a:lnTo>
                <a:close/>
                <a:moveTo>
                  <a:pt x="232700" y="7847"/>
                </a:moveTo>
                <a:lnTo>
                  <a:pt x="217970" y="4623"/>
                </a:lnTo>
                <a:lnTo>
                  <a:pt x="225831" y="14762"/>
                </a:lnTo>
                <a:close/>
                <a:moveTo>
                  <a:pt x="232700" y="7847"/>
                </a:moveTo>
                <a:lnTo>
                  <a:pt x="247430" y="11072"/>
                </a:lnTo>
                <a:lnTo>
                  <a:pt x="239569" y="932"/>
                </a:lnTo>
                <a:close/>
                <a:moveTo>
                  <a:pt x="211102" y="11538"/>
                </a:moveTo>
                <a:lnTo>
                  <a:pt x="204233" y="18453"/>
                </a:lnTo>
                <a:lnTo>
                  <a:pt x="225831" y="14762"/>
                </a:lnTo>
                <a:close/>
                <a:moveTo>
                  <a:pt x="211102" y="11538"/>
                </a:moveTo>
                <a:lnTo>
                  <a:pt x="196372" y="8313"/>
                </a:lnTo>
                <a:lnTo>
                  <a:pt x="204233" y="18453"/>
                </a:lnTo>
                <a:close/>
                <a:moveTo>
                  <a:pt x="211102" y="11538"/>
                </a:moveTo>
                <a:lnTo>
                  <a:pt x="217970" y="4623"/>
                </a:lnTo>
                <a:lnTo>
                  <a:pt x="196372" y="8313"/>
                </a:lnTo>
                <a:close/>
                <a:moveTo>
                  <a:pt x="211102" y="11538"/>
                </a:moveTo>
                <a:lnTo>
                  <a:pt x="225831" y="14762"/>
                </a:lnTo>
                <a:lnTo>
                  <a:pt x="217970" y="4623"/>
                </a:lnTo>
                <a:close/>
                <a:moveTo>
                  <a:pt x="189503" y="15228"/>
                </a:moveTo>
                <a:lnTo>
                  <a:pt x="196372" y="8313"/>
                </a:lnTo>
                <a:lnTo>
                  <a:pt x="174773" y="12004"/>
                </a:lnTo>
                <a:close/>
                <a:moveTo>
                  <a:pt x="189503" y="15228"/>
                </a:moveTo>
                <a:lnTo>
                  <a:pt x="204233" y="18453"/>
                </a:lnTo>
                <a:lnTo>
                  <a:pt x="196372" y="8313"/>
                </a:lnTo>
                <a:close/>
                <a:moveTo>
                  <a:pt x="181642" y="5089"/>
                </a:moveTo>
                <a:lnTo>
                  <a:pt x="174773" y="12004"/>
                </a:lnTo>
                <a:lnTo>
                  <a:pt x="196372" y="8313"/>
                </a:lnTo>
                <a:close/>
                <a:moveTo>
                  <a:pt x="181642" y="5089"/>
                </a:moveTo>
                <a:lnTo>
                  <a:pt x="166912" y="1864"/>
                </a:lnTo>
                <a:lnTo>
                  <a:pt x="174773" y="12004"/>
                </a:lnTo>
                <a:close/>
                <a:moveTo>
                  <a:pt x="160043" y="8779"/>
                </a:moveTo>
                <a:lnTo>
                  <a:pt x="153175" y="15694"/>
                </a:lnTo>
                <a:lnTo>
                  <a:pt x="174773" y="12004"/>
                </a:lnTo>
                <a:close/>
                <a:moveTo>
                  <a:pt x="160043" y="8779"/>
                </a:moveTo>
                <a:lnTo>
                  <a:pt x="145314" y="5555"/>
                </a:lnTo>
                <a:lnTo>
                  <a:pt x="153175" y="15694"/>
                </a:lnTo>
                <a:close/>
                <a:moveTo>
                  <a:pt x="160043" y="8779"/>
                </a:moveTo>
                <a:lnTo>
                  <a:pt x="174773" y="12004"/>
                </a:lnTo>
                <a:lnTo>
                  <a:pt x="166912" y="1864"/>
                </a:lnTo>
                <a:close/>
                <a:moveTo>
                  <a:pt x="138445" y="12470"/>
                </a:moveTo>
                <a:lnTo>
                  <a:pt x="123715" y="9245"/>
                </a:lnTo>
                <a:lnTo>
                  <a:pt x="131576" y="19385"/>
                </a:lnTo>
                <a:close/>
                <a:moveTo>
                  <a:pt x="138445" y="12470"/>
                </a:moveTo>
                <a:lnTo>
                  <a:pt x="145314" y="5555"/>
                </a:lnTo>
                <a:lnTo>
                  <a:pt x="123715" y="9245"/>
                </a:lnTo>
                <a:close/>
                <a:moveTo>
                  <a:pt x="138445" y="12470"/>
                </a:moveTo>
                <a:lnTo>
                  <a:pt x="153175" y="15694"/>
                </a:lnTo>
                <a:lnTo>
                  <a:pt x="145314" y="5555"/>
                </a:lnTo>
                <a:close/>
                <a:moveTo>
                  <a:pt x="116846" y="16160"/>
                </a:moveTo>
                <a:lnTo>
                  <a:pt x="123715" y="9245"/>
                </a:lnTo>
                <a:lnTo>
                  <a:pt x="102116" y="12936"/>
                </a:lnTo>
                <a:close/>
                <a:moveTo>
                  <a:pt x="116846" y="16160"/>
                </a:moveTo>
                <a:lnTo>
                  <a:pt x="131576" y="19385"/>
                </a:lnTo>
                <a:lnTo>
                  <a:pt x="123715" y="9245"/>
                </a:lnTo>
                <a:close/>
                <a:moveTo>
                  <a:pt x="130584" y="2330"/>
                </a:moveTo>
                <a:lnTo>
                  <a:pt x="123715" y="9245"/>
                </a:lnTo>
                <a:lnTo>
                  <a:pt x="145314" y="5555"/>
                </a:lnTo>
                <a:close/>
                <a:moveTo>
                  <a:pt x="108985" y="6021"/>
                </a:moveTo>
                <a:lnTo>
                  <a:pt x="102116" y="12936"/>
                </a:lnTo>
                <a:lnTo>
                  <a:pt x="123715" y="9245"/>
                </a:lnTo>
                <a:close/>
                <a:moveTo>
                  <a:pt x="108985" y="6021"/>
                </a:moveTo>
                <a:lnTo>
                  <a:pt x="94255" y="2796"/>
                </a:lnTo>
                <a:lnTo>
                  <a:pt x="102116" y="12936"/>
                </a:lnTo>
                <a:close/>
                <a:moveTo>
                  <a:pt x="87387" y="9711"/>
                </a:moveTo>
                <a:lnTo>
                  <a:pt x="80518" y="16626"/>
                </a:lnTo>
                <a:lnTo>
                  <a:pt x="102116" y="12936"/>
                </a:lnTo>
                <a:close/>
                <a:moveTo>
                  <a:pt x="87387" y="9711"/>
                </a:moveTo>
                <a:lnTo>
                  <a:pt x="72657" y="6487"/>
                </a:lnTo>
                <a:lnTo>
                  <a:pt x="80518" y="16626"/>
                </a:lnTo>
                <a:close/>
                <a:moveTo>
                  <a:pt x="87387" y="9711"/>
                </a:moveTo>
                <a:lnTo>
                  <a:pt x="94255" y="2796"/>
                </a:lnTo>
                <a:lnTo>
                  <a:pt x="72657" y="6487"/>
                </a:lnTo>
                <a:close/>
                <a:moveTo>
                  <a:pt x="87387" y="9711"/>
                </a:moveTo>
                <a:lnTo>
                  <a:pt x="102116" y="12936"/>
                </a:lnTo>
                <a:lnTo>
                  <a:pt x="94255" y="2796"/>
                </a:lnTo>
                <a:close/>
                <a:moveTo>
                  <a:pt x="65788" y="13402"/>
                </a:moveTo>
                <a:lnTo>
                  <a:pt x="51058" y="10177"/>
                </a:lnTo>
                <a:lnTo>
                  <a:pt x="58919" y="20317"/>
                </a:lnTo>
                <a:close/>
                <a:moveTo>
                  <a:pt x="65788" y="13402"/>
                </a:moveTo>
                <a:lnTo>
                  <a:pt x="72657" y="6487"/>
                </a:lnTo>
                <a:lnTo>
                  <a:pt x="51058" y="10177"/>
                </a:lnTo>
                <a:close/>
                <a:moveTo>
                  <a:pt x="65788" y="13402"/>
                </a:moveTo>
                <a:lnTo>
                  <a:pt x="80518" y="16626"/>
                </a:lnTo>
                <a:lnTo>
                  <a:pt x="72657" y="6487"/>
                </a:lnTo>
                <a:close/>
                <a:moveTo>
                  <a:pt x="44190" y="17092"/>
                </a:moveTo>
                <a:lnTo>
                  <a:pt x="51058" y="10177"/>
                </a:lnTo>
                <a:lnTo>
                  <a:pt x="29460" y="13868"/>
                </a:lnTo>
                <a:close/>
                <a:moveTo>
                  <a:pt x="57927" y="3262"/>
                </a:moveTo>
                <a:lnTo>
                  <a:pt x="51058" y="10177"/>
                </a:lnTo>
                <a:lnTo>
                  <a:pt x="72657" y="6487"/>
                </a:lnTo>
                <a:close/>
                <a:moveTo>
                  <a:pt x="36328" y="6952"/>
                </a:moveTo>
                <a:lnTo>
                  <a:pt x="29460" y="13868"/>
                </a:lnTo>
                <a:lnTo>
                  <a:pt x="51058" y="10177"/>
                </a:lnTo>
                <a:close/>
                <a:moveTo>
                  <a:pt x="36328" y="6952"/>
                </a:moveTo>
                <a:lnTo>
                  <a:pt x="21599" y="3728"/>
                </a:lnTo>
                <a:lnTo>
                  <a:pt x="29460" y="13868"/>
                </a:lnTo>
                <a:close/>
                <a:moveTo>
                  <a:pt x="36328" y="6952"/>
                </a:moveTo>
                <a:lnTo>
                  <a:pt x="51058" y="10177"/>
                </a:lnTo>
                <a:lnTo>
                  <a:pt x="43197" y="37"/>
                </a:lnTo>
                <a:close/>
                <a:moveTo>
                  <a:pt x="14730" y="10643"/>
                </a:moveTo>
                <a:lnTo>
                  <a:pt x="7861" y="17558"/>
                </a:lnTo>
                <a:lnTo>
                  <a:pt x="29460" y="13868"/>
                </a:lnTo>
                <a:close/>
                <a:moveTo>
                  <a:pt x="14730" y="10643"/>
                </a:moveTo>
                <a:lnTo>
                  <a:pt x="0" y="7418"/>
                </a:lnTo>
                <a:lnTo>
                  <a:pt x="7861" y="17558"/>
                </a:lnTo>
                <a:close/>
                <a:moveTo>
                  <a:pt x="14730" y="10643"/>
                </a:moveTo>
                <a:lnTo>
                  <a:pt x="21599" y="3728"/>
                </a:lnTo>
                <a:lnTo>
                  <a:pt x="0" y="7418"/>
                </a:lnTo>
                <a:close/>
                <a:moveTo>
                  <a:pt x="14730" y="10643"/>
                </a:moveTo>
                <a:lnTo>
                  <a:pt x="29460" y="13868"/>
                </a:lnTo>
                <a:lnTo>
                  <a:pt x="21599" y="3728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82" name="PANEL_01-slope--18-215_776">
            <a:extLst>
              <a:ext uri="{FF2B5EF4-FFF2-40B4-BE49-F238E27FC236}">
                <a16:creationId xmlns:a16="http://schemas.microsoft.com/office/drawing/2014/main" id="{835B0EB9-32F1-4683-90C4-3F0BBCDDFDB5}"/>
              </a:ext>
            </a:extLst>
          </p:cNvPr>
          <p:cNvSpPr>
            <a:spLocks/>
          </p:cNvSpPr>
          <p:nvPr/>
        </p:nvSpPr>
        <p:spPr>
          <a:xfrm>
            <a:off x="512274" y="387344"/>
            <a:ext cx="765418" cy="201929"/>
          </a:xfrm>
          <a:custGeom>
            <a:pathLst>
              <a:path w="518444" h="136774">
                <a:moveTo>
                  <a:pt x="503714" y="126569"/>
                </a:moveTo>
                <a:lnTo>
                  <a:pt x="510582" y="126634"/>
                </a:lnTo>
                <a:lnTo>
                  <a:pt x="488984" y="116018"/>
                </a:lnTo>
                <a:close/>
                <a:moveTo>
                  <a:pt x="503714" y="126569"/>
                </a:moveTo>
                <a:lnTo>
                  <a:pt x="518444" y="136774"/>
                </a:lnTo>
                <a:lnTo>
                  <a:pt x="510582" y="126634"/>
                </a:lnTo>
                <a:close/>
                <a:moveTo>
                  <a:pt x="495853" y="110647"/>
                </a:moveTo>
                <a:lnTo>
                  <a:pt x="488984" y="116018"/>
                </a:lnTo>
                <a:lnTo>
                  <a:pt x="510582" y="126634"/>
                </a:lnTo>
                <a:close/>
                <a:moveTo>
                  <a:pt x="495853" y="110647"/>
                </a:moveTo>
                <a:lnTo>
                  <a:pt x="481123" y="102723"/>
                </a:lnTo>
                <a:lnTo>
                  <a:pt x="488984" y="116018"/>
                </a:lnTo>
                <a:close/>
                <a:moveTo>
                  <a:pt x="474254" y="107575"/>
                </a:moveTo>
                <a:lnTo>
                  <a:pt x="488984" y="116018"/>
                </a:lnTo>
                <a:lnTo>
                  <a:pt x="481123" y="102723"/>
                </a:lnTo>
                <a:close/>
                <a:moveTo>
                  <a:pt x="466393" y="95441"/>
                </a:moveTo>
                <a:lnTo>
                  <a:pt x="459524" y="99466"/>
                </a:lnTo>
                <a:lnTo>
                  <a:pt x="481123" y="102723"/>
                </a:lnTo>
                <a:close/>
                <a:moveTo>
                  <a:pt x="466393" y="95441"/>
                </a:moveTo>
                <a:lnTo>
                  <a:pt x="451663" y="87221"/>
                </a:lnTo>
                <a:lnTo>
                  <a:pt x="459524" y="99466"/>
                </a:lnTo>
                <a:close/>
                <a:moveTo>
                  <a:pt x="444794" y="90768"/>
                </a:moveTo>
                <a:lnTo>
                  <a:pt x="437926" y="94257"/>
                </a:lnTo>
                <a:lnTo>
                  <a:pt x="459524" y="99466"/>
                </a:lnTo>
                <a:close/>
                <a:moveTo>
                  <a:pt x="444794" y="90768"/>
                </a:moveTo>
                <a:lnTo>
                  <a:pt x="430064" y="83226"/>
                </a:lnTo>
                <a:lnTo>
                  <a:pt x="437926" y="94257"/>
                </a:lnTo>
                <a:close/>
                <a:moveTo>
                  <a:pt x="444794" y="90768"/>
                </a:moveTo>
                <a:lnTo>
                  <a:pt x="451663" y="87221"/>
                </a:lnTo>
                <a:lnTo>
                  <a:pt x="430064" y="83226"/>
                </a:lnTo>
                <a:close/>
                <a:moveTo>
                  <a:pt x="444794" y="90768"/>
                </a:moveTo>
                <a:lnTo>
                  <a:pt x="459524" y="99466"/>
                </a:lnTo>
                <a:lnTo>
                  <a:pt x="451663" y="87221"/>
                </a:lnTo>
                <a:close/>
                <a:moveTo>
                  <a:pt x="423196" y="85494"/>
                </a:moveTo>
                <a:lnTo>
                  <a:pt x="430064" y="83226"/>
                </a:lnTo>
                <a:lnTo>
                  <a:pt x="408466" y="82094"/>
                </a:lnTo>
                <a:close/>
                <a:moveTo>
                  <a:pt x="423196" y="85494"/>
                </a:moveTo>
                <a:lnTo>
                  <a:pt x="437926" y="94257"/>
                </a:lnTo>
                <a:lnTo>
                  <a:pt x="430064" y="83226"/>
                </a:lnTo>
                <a:close/>
                <a:moveTo>
                  <a:pt x="270021" y="68134"/>
                </a:moveTo>
                <a:lnTo>
                  <a:pt x="255291" y="61673"/>
                </a:lnTo>
                <a:lnTo>
                  <a:pt x="263152" y="71397"/>
                </a:lnTo>
                <a:close/>
                <a:moveTo>
                  <a:pt x="248423" y="65217"/>
                </a:moveTo>
                <a:lnTo>
                  <a:pt x="263152" y="71397"/>
                </a:lnTo>
                <a:lnTo>
                  <a:pt x="255291" y="61673"/>
                </a:lnTo>
                <a:close/>
                <a:moveTo>
                  <a:pt x="218963" y="55766"/>
                </a:moveTo>
                <a:lnTo>
                  <a:pt x="212094" y="58269"/>
                </a:lnTo>
                <a:lnTo>
                  <a:pt x="233693" y="59745"/>
                </a:lnTo>
                <a:close/>
                <a:moveTo>
                  <a:pt x="197364" y="55222"/>
                </a:moveTo>
                <a:lnTo>
                  <a:pt x="204233" y="52850"/>
                </a:lnTo>
                <a:lnTo>
                  <a:pt x="182634" y="52819"/>
                </a:lnTo>
                <a:close/>
                <a:moveTo>
                  <a:pt x="197364" y="55222"/>
                </a:moveTo>
                <a:lnTo>
                  <a:pt x="212094" y="58269"/>
                </a:lnTo>
                <a:lnTo>
                  <a:pt x="204233" y="52850"/>
                </a:lnTo>
                <a:close/>
                <a:moveTo>
                  <a:pt x="189503" y="51968"/>
                </a:moveTo>
                <a:lnTo>
                  <a:pt x="182634" y="52819"/>
                </a:lnTo>
                <a:lnTo>
                  <a:pt x="204233" y="52850"/>
                </a:lnTo>
                <a:close/>
                <a:moveTo>
                  <a:pt x="167905" y="51945"/>
                </a:moveTo>
                <a:lnTo>
                  <a:pt x="161036" y="52487"/>
                </a:lnTo>
                <a:lnTo>
                  <a:pt x="182634" y="52819"/>
                </a:lnTo>
                <a:close/>
                <a:moveTo>
                  <a:pt x="167905" y="51945"/>
                </a:moveTo>
                <a:lnTo>
                  <a:pt x="153175" y="54881"/>
                </a:lnTo>
                <a:lnTo>
                  <a:pt x="161036" y="52487"/>
                </a:lnTo>
                <a:close/>
                <a:moveTo>
                  <a:pt x="167905" y="51945"/>
                </a:moveTo>
                <a:lnTo>
                  <a:pt x="182634" y="52819"/>
                </a:lnTo>
                <a:lnTo>
                  <a:pt x="174773" y="52166"/>
                </a:lnTo>
                <a:close/>
                <a:moveTo>
                  <a:pt x="146306" y="54267"/>
                </a:moveTo>
                <a:lnTo>
                  <a:pt x="153175" y="54881"/>
                </a:lnTo>
                <a:lnTo>
                  <a:pt x="131576" y="62450"/>
                </a:lnTo>
                <a:close/>
                <a:moveTo>
                  <a:pt x="146306" y="54267"/>
                </a:moveTo>
                <a:lnTo>
                  <a:pt x="161036" y="52487"/>
                </a:lnTo>
                <a:lnTo>
                  <a:pt x="153175" y="54881"/>
                </a:lnTo>
                <a:close/>
                <a:moveTo>
                  <a:pt x="52051" y="67710"/>
                </a:moveTo>
                <a:lnTo>
                  <a:pt x="58919" y="60096"/>
                </a:lnTo>
                <a:lnTo>
                  <a:pt x="37321" y="52911"/>
                </a:lnTo>
                <a:close/>
                <a:moveTo>
                  <a:pt x="44190" y="45563"/>
                </a:moveTo>
                <a:lnTo>
                  <a:pt x="37321" y="52911"/>
                </a:lnTo>
                <a:lnTo>
                  <a:pt x="58919" y="60096"/>
                </a:lnTo>
                <a:close/>
                <a:moveTo>
                  <a:pt x="44190" y="45563"/>
                </a:moveTo>
                <a:lnTo>
                  <a:pt x="29460" y="30247"/>
                </a:lnTo>
                <a:lnTo>
                  <a:pt x="37321" y="52911"/>
                </a:lnTo>
                <a:close/>
                <a:moveTo>
                  <a:pt x="44190" y="45563"/>
                </a:moveTo>
                <a:lnTo>
                  <a:pt x="51058" y="38510"/>
                </a:lnTo>
                <a:lnTo>
                  <a:pt x="29460" y="30247"/>
                </a:lnTo>
                <a:close/>
                <a:moveTo>
                  <a:pt x="22591" y="38242"/>
                </a:moveTo>
                <a:lnTo>
                  <a:pt x="37321" y="52911"/>
                </a:lnTo>
                <a:lnTo>
                  <a:pt x="29460" y="30247"/>
                </a:lnTo>
                <a:close/>
                <a:moveTo>
                  <a:pt x="14730" y="14127"/>
                </a:moveTo>
                <a:lnTo>
                  <a:pt x="21599" y="7424"/>
                </a:lnTo>
                <a:lnTo>
                  <a:pt x="0" y="0"/>
                </a:lnTo>
                <a:close/>
                <a:moveTo>
                  <a:pt x="14730" y="14127"/>
                </a:moveTo>
                <a:lnTo>
                  <a:pt x="29460" y="30247"/>
                </a:lnTo>
                <a:lnTo>
                  <a:pt x="21599" y="7424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83" name="PANEL_01-slope--18-220_777">
            <a:extLst>
              <a:ext uri="{FF2B5EF4-FFF2-40B4-BE49-F238E27FC236}">
                <a16:creationId xmlns:a16="http://schemas.microsoft.com/office/drawing/2014/main" id="{38482591-7F18-4383-9E8A-CDC91193CD0E}"/>
              </a:ext>
            </a:extLst>
          </p:cNvPr>
          <p:cNvSpPr>
            <a:spLocks/>
          </p:cNvSpPr>
          <p:nvPr/>
        </p:nvSpPr>
        <p:spPr>
          <a:xfrm>
            <a:off x="458640" y="350682"/>
            <a:ext cx="1494550" cy="224886"/>
          </a:xfrm>
          <a:custGeom>
            <a:pathLst>
              <a:path w="1012311" h="152324">
                <a:moveTo>
                  <a:pt x="1005442" y="147739"/>
                </a:moveTo>
                <a:lnTo>
                  <a:pt x="1012311" y="152324"/>
                </a:lnTo>
                <a:lnTo>
                  <a:pt x="990712" y="142621"/>
                </a:lnTo>
                <a:close/>
                <a:moveTo>
                  <a:pt x="997581" y="131452"/>
                </a:moveTo>
                <a:lnTo>
                  <a:pt x="990712" y="142621"/>
                </a:lnTo>
                <a:lnTo>
                  <a:pt x="1012311" y="152324"/>
                </a:lnTo>
                <a:close/>
                <a:moveTo>
                  <a:pt x="997581" y="131452"/>
                </a:moveTo>
                <a:lnTo>
                  <a:pt x="1012311" y="152324"/>
                </a:lnTo>
                <a:lnTo>
                  <a:pt x="1004450" y="122786"/>
                </a:lnTo>
                <a:close/>
                <a:moveTo>
                  <a:pt x="510582" y="132407"/>
                </a:moveTo>
                <a:lnTo>
                  <a:pt x="517451" y="127555"/>
                </a:lnTo>
                <a:lnTo>
                  <a:pt x="495853" y="124299"/>
                </a:lnTo>
                <a:close/>
                <a:moveTo>
                  <a:pt x="451663" y="102375"/>
                </a:moveTo>
                <a:lnTo>
                  <a:pt x="444794" y="106926"/>
                </a:lnTo>
                <a:lnTo>
                  <a:pt x="466393" y="108059"/>
                </a:lnTo>
                <a:close/>
                <a:moveTo>
                  <a:pt x="451663" y="102375"/>
                </a:moveTo>
                <a:lnTo>
                  <a:pt x="436933" y="103264"/>
                </a:lnTo>
                <a:lnTo>
                  <a:pt x="444794" y="106926"/>
                </a:lnTo>
                <a:close/>
                <a:moveTo>
                  <a:pt x="430064" y="106862"/>
                </a:moveTo>
                <a:lnTo>
                  <a:pt x="423196" y="109860"/>
                </a:lnTo>
                <a:lnTo>
                  <a:pt x="444794" y="106926"/>
                </a:lnTo>
                <a:close/>
                <a:moveTo>
                  <a:pt x="430064" y="106862"/>
                </a:moveTo>
                <a:lnTo>
                  <a:pt x="415335" y="110025"/>
                </a:lnTo>
                <a:lnTo>
                  <a:pt x="423196" y="109860"/>
                </a:lnTo>
                <a:close/>
                <a:moveTo>
                  <a:pt x="430064" y="106862"/>
                </a:moveTo>
                <a:lnTo>
                  <a:pt x="444794" y="106926"/>
                </a:lnTo>
                <a:lnTo>
                  <a:pt x="436933" y="103264"/>
                </a:lnTo>
                <a:close/>
                <a:moveTo>
                  <a:pt x="408466" y="113859"/>
                </a:moveTo>
                <a:lnTo>
                  <a:pt x="393736" y="114329"/>
                </a:lnTo>
                <a:lnTo>
                  <a:pt x="401597" y="115163"/>
                </a:lnTo>
                <a:close/>
                <a:moveTo>
                  <a:pt x="408466" y="113859"/>
                </a:moveTo>
                <a:lnTo>
                  <a:pt x="415335" y="110025"/>
                </a:lnTo>
                <a:lnTo>
                  <a:pt x="393736" y="114329"/>
                </a:lnTo>
                <a:close/>
                <a:moveTo>
                  <a:pt x="408466" y="113859"/>
                </a:moveTo>
                <a:lnTo>
                  <a:pt x="423196" y="109860"/>
                </a:lnTo>
                <a:lnTo>
                  <a:pt x="415335" y="110025"/>
                </a:lnTo>
                <a:close/>
                <a:moveTo>
                  <a:pt x="386867" y="119364"/>
                </a:moveTo>
                <a:lnTo>
                  <a:pt x="393736" y="114329"/>
                </a:lnTo>
                <a:lnTo>
                  <a:pt x="372138" y="115409"/>
                </a:lnTo>
                <a:close/>
                <a:moveTo>
                  <a:pt x="386867" y="119364"/>
                </a:moveTo>
                <a:lnTo>
                  <a:pt x="401597" y="115163"/>
                </a:lnTo>
                <a:lnTo>
                  <a:pt x="393736" y="114329"/>
                </a:lnTo>
                <a:close/>
                <a:moveTo>
                  <a:pt x="379006" y="111295"/>
                </a:moveTo>
                <a:lnTo>
                  <a:pt x="372138" y="115409"/>
                </a:lnTo>
                <a:lnTo>
                  <a:pt x="393736" y="114329"/>
                </a:lnTo>
                <a:close/>
                <a:moveTo>
                  <a:pt x="379006" y="111295"/>
                </a:moveTo>
                <a:lnTo>
                  <a:pt x="364276" y="104251"/>
                </a:lnTo>
                <a:lnTo>
                  <a:pt x="372138" y="115409"/>
                </a:lnTo>
                <a:close/>
                <a:moveTo>
                  <a:pt x="357408" y="108559"/>
                </a:moveTo>
                <a:lnTo>
                  <a:pt x="350539" y="114280"/>
                </a:lnTo>
                <a:lnTo>
                  <a:pt x="372138" y="115409"/>
                </a:lnTo>
                <a:close/>
                <a:moveTo>
                  <a:pt x="357408" y="108559"/>
                </a:moveTo>
                <a:lnTo>
                  <a:pt x="342678" y="101193"/>
                </a:lnTo>
                <a:lnTo>
                  <a:pt x="350539" y="114280"/>
                </a:lnTo>
                <a:close/>
                <a:moveTo>
                  <a:pt x="357408" y="108559"/>
                </a:moveTo>
                <a:lnTo>
                  <a:pt x="364276" y="104251"/>
                </a:lnTo>
                <a:lnTo>
                  <a:pt x="342678" y="101193"/>
                </a:lnTo>
                <a:close/>
                <a:moveTo>
                  <a:pt x="357408" y="108559"/>
                </a:moveTo>
                <a:lnTo>
                  <a:pt x="372138" y="115409"/>
                </a:lnTo>
                <a:lnTo>
                  <a:pt x="364276" y="104251"/>
                </a:lnTo>
                <a:close/>
                <a:moveTo>
                  <a:pt x="335809" y="106760"/>
                </a:moveTo>
                <a:lnTo>
                  <a:pt x="342678" y="101193"/>
                </a:lnTo>
                <a:lnTo>
                  <a:pt x="321079" y="99330"/>
                </a:lnTo>
                <a:close/>
                <a:moveTo>
                  <a:pt x="335809" y="106760"/>
                </a:moveTo>
                <a:lnTo>
                  <a:pt x="350539" y="114280"/>
                </a:lnTo>
                <a:lnTo>
                  <a:pt x="342678" y="101193"/>
                </a:lnTo>
                <a:close/>
                <a:moveTo>
                  <a:pt x="327948" y="93360"/>
                </a:moveTo>
                <a:lnTo>
                  <a:pt x="321079" y="99330"/>
                </a:lnTo>
                <a:lnTo>
                  <a:pt x="342678" y="101193"/>
                </a:lnTo>
                <a:close/>
                <a:moveTo>
                  <a:pt x="327948" y="93360"/>
                </a:moveTo>
                <a:lnTo>
                  <a:pt x="313218" y="88003"/>
                </a:lnTo>
                <a:lnTo>
                  <a:pt x="321079" y="99330"/>
                </a:lnTo>
                <a:close/>
                <a:moveTo>
                  <a:pt x="306349" y="92966"/>
                </a:moveTo>
                <a:lnTo>
                  <a:pt x="299481" y="96230"/>
                </a:lnTo>
                <a:lnTo>
                  <a:pt x="321079" y="99330"/>
                </a:lnTo>
                <a:close/>
                <a:moveTo>
                  <a:pt x="306349" y="92966"/>
                </a:moveTo>
                <a:lnTo>
                  <a:pt x="313218" y="88003"/>
                </a:lnTo>
                <a:lnTo>
                  <a:pt x="291620" y="86505"/>
                </a:lnTo>
                <a:close/>
                <a:moveTo>
                  <a:pt x="306349" y="92966"/>
                </a:moveTo>
                <a:lnTo>
                  <a:pt x="321079" y="99330"/>
                </a:lnTo>
                <a:lnTo>
                  <a:pt x="313218" y="88003"/>
                </a:lnTo>
                <a:close/>
                <a:moveTo>
                  <a:pt x="284751" y="90050"/>
                </a:moveTo>
                <a:lnTo>
                  <a:pt x="291620" y="86505"/>
                </a:lnTo>
                <a:lnTo>
                  <a:pt x="270021" y="84578"/>
                </a:lnTo>
                <a:close/>
                <a:moveTo>
                  <a:pt x="276890" y="80921"/>
                </a:moveTo>
                <a:lnTo>
                  <a:pt x="270021" y="84578"/>
                </a:lnTo>
                <a:lnTo>
                  <a:pt x="291620" y="86505"/>
                </a:lnTo>
                <a:close/>
                <a:moveTo>
                  <a:pt x="276890" y="80921"/>
                </a:moveTo>
                <a:lnTo>
                  <a:pt x="262160" y="76369"/>
                </a:lnTo>
                <a:lnTo>
                  <a:pt x="270021" y="84578"/>
                </a:lnTo>
                <a:close/>
                <a:moveTo>
                  <a:pt x="255291" y="80598"/>
                </a:moveTo>
                <a:lnTo>
                  <a:pt x="240561" y="77683"/>
                </a:lnTo>
                <a:lnTo>
                  <a:pt x="248423" y="83102"/>
                </a:lnTo>
                <a:close/>
                <a:moveTo>
                  <a:pt x="255291" y="80598"/>
                </a:moveTo>
                <a:lnTo>
                  <a:pt x="262160" y="76369"/>
                </a:lnTo>
                <a:lnTo>
                  <a:pt x="240561" y="77683"/>
                </a:lnTo>
                <a:close/>
                <a:moveTo>
                  <a:pt x="255291" y="80598"/>
                </a:moveTo>
                <a:lnTo>
                  <a:pt x="270021" y="84578"/>
                </a:lnTo>
                <a:lnTo>
                  <a:pt x="262160" y="76369"/>
                </a:lnTo>
                <a:close/>
                <a:moveTo>
                  <a:pt x="182634" y="79099"/>
                </a:moveTo>
                <a:lnTo>
                  <a:pt x="167905" y="87283"/>
                </a:lnTo>
                <a:lnTo>
                  <a:pt x="175766" y="83222"/>
                </a:lnTo>
                <a:close/>
                <a:moveTo>
                  <a:pt x="161036" y="90813"/>
                </a:moveTo>
                <a:lnTo>
                  <a:pt x="146306" y="97625"/>
                </a:lnTo>
                <a:lnTo>
                  <a:pt x="154167" y="94403"/>
                </a:lnTo>
                <a:close/>
                <a:moveTo>
                  <a:pt x="161036" y="90813"/>
                </a:moveTo>
                <a:lnTo>
                  <a:pt x="167905" y="87283"/>
                </a:lnTo>
                <a:lnTo>
                  <a:pt x="146306" y="97625"/>
                </a:lnTo>
                <a:close/>
                <a:moveTo>
                  <a:pt x="161036" y="90813"/>
                </a:moveTo>
                <a:lnTo>
                  <a:pt x="175766" y="83222"/>
                </a:lnTo>
                <a:lnTo>
                  <a:pt x="167905" y="87283"/>
                </a:lnTo>
                <a:close/>
                <a:moveTo>
                  <a:pt x="139437" y="103462"/>
                </a:moveTo>
                <a:lnTo>
                  <a:pt x="146306" y="97625"/>
                </a:lnTo>
                <a:lnTo>
                  <a:pt x="124708" y="103474"/>
                </a:lnTo>
                <a:close/>
                <a:moveTo>
                  <a:pt x="139437" y="103462"/>
                </a:moveTo>
                <a:lnTo>
                  <a:pt x="154167" y="94403"/>
                </a:lnTo>
                <a:lnTo>
                  <a:pt x="146306" y="97625"/>
                </a:lnTo>
                <a:close/>
                <a:moveTo>
                  <a:pt x="117839" y="110408"/>
                </a:moveTo>
                <a:lnTo>
                  <a:pt x="124708" y="103474"/>
                </a:lnTo>
                <a:lnTo>
                  <a:pt x="103109" y="103388"/>
                </a:lnTo>
                <a:close/>
                <a:moveTo>
                  <a:pt x="131576" y="101074"/>
                </a:moveTo>
                <a:lnTo>
                  <a:pt x="124708" y="103474"/>
                </a:lnTo>
                <a:lnTo>
                  <a:pt x="146306" y="97625"/>
                </a:lnTo>
                <a:close/>
                <a:moveTo>
                  <a:pt x="109978" y="98954"/>
                </a:moveTo>
                <a:lnTo>
                  <a:pt x="103109" y="103388"/>
                </a:lnTo>
                <a:lnTo>
                  <a:pt x="124708" y="103474"/>
                </a:lnTo>
                <a:close/>
                <a:moveTo>
                  <a:pt x="109978" y="98954"/>
                </a:moveTo>
                <a:lnTo>
                  <a:pt x="95248" y="84929"/>
                </a:lnTo>
                <a:lnTo>
                  <a:pt x="103109" y="103388"/>
                </a:lnTo>
                <a:close/>
                <a:moveTo>
                  <a:pt x="109978" y="98954"/>
                </a:moveTo>
                <a:lnTo>
                  <a:pt x="116846" y="90741"/>
                </a:lnTo>
                <a:lnTo>
                  <a:pt x="95248" y="84929"/>
                </a:lnTo>
                <a:close/>
                <a:moveTo>
                  <a:pt x="109978" y="98954"/>
                </a:moveTo>
                <a:lnTo>
                  <a:pt x="124708" y="103474"/>
                </a:lnTo>
                <a:lnTo>
                  <a:pt x="116846" y="90741"/>
                </a:lnTo>
                <a:close/>
                <a:moveTo>
                  <a:pt x="88379" y="92542"/>
                </a:moveTo>
                <a:lnTo>
                  <a:pt x="103109" y="103388"/>
                </a:lnTo>
                <a:lnTo>
                  <a:pt x="95248" y="84929"/>
                </a:lnTo>
                <a:close/>
                <a:moveTo>
                  <a:pt x="58919" y="63074"/>
                </a:moveTo>
                <a:lnTo>
                  <a:pt x="65788" y="55080"/>
                </a:lnTo>
                <a:lnTo>
                  <a:pt x="44190" y="48552"/>
                </a:lnTo>
                <a:close/>
                <a:moveTo>
                  <a:pt x="51058" y="38960"/>
                </a:moveTo>
                <a:lnTo>
                  <a:pt x="44190" y="48552"/>
                </a:lnTo>
                <a:lnTo>
                  <a:pt x="65788" y="55080"/>
                </a:lnTo>
                <a:close/>
                <a:moveTo>
                  <a:pt x="51058" y="38960"/>
                </a:moveTo>
                <a:lnTo>
                  <a:pt x="36328" y="24833"/>
                </a:lnTo>
                <a:lnTo>
                  <a:pt x="44190" y="48552"/>
                </a:lnTo>
                <a:close/>
                <a:moveTo>
                  <a:pt x="29460" y="33480"/>
                </a:moveTo>
                <a:lnTo>
                  <a:pt x="36328" y="24833"/>
                </a:lnTo>
                <a:lnTo>
                  <a:pt x="14730" y="21886"/>
                </a:lnTo>
                <a:close/>
                <a:moveTo>
                  <a:pt x="29460" y="33480"/>
                </a:moveTo>
                <a:lnTo>
                  <a:pt x="44190" y="48552"/>
                </a:lnTo>
                <a:lnTo>
                  <a:pt x="36328" y="24833"/>
                </a:lnTo>
                <a:close/>
                <a:moveTo>
                  <a:pt x="21599" y="10500"/>
                </a:moveTo>
                <a:lnTo>
                  <a:pt x="14730" y="21886"/>
                </a:lnTo>
                <a:lnTo>
                  <a:pt x="36328" y="24833"/>
                </a:lnTo>
                <a:close/>
                <a:moveTo>
                  <a:pt x="21599" y="10500"/>
                </a:moveTo>
                <a:lnTo>
                  <a:pt x="6869" y="0"/>
                </a:lnTo>
                <a:lnTo>
                  <a:pt x="14730" y="21886"/>
                </a:lnTo>
                <a:close/>
                <a:moveTo>
                  <a:pt x="21599" y="10500"/>
                </a:moveTo>
                <a:lnTo>
                  <a:pt x="36328" y="24833"/>
                </a:lnTo>
                <a:lnTo>
                  <a:pt x="28467" y="3270"/>
                </a:lnTo>
                <a:close/>
                <a:moveTo>
                  <a:pt x="0" y="9768"/>
                </a:moveTo>
                <a:lnTo>
                  <a:pt x="14730" y="21886"/>
                </a:lnTo>
                <a:lnTo>
                  <a:pt x="6869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84" name="PANEL_01-slope--18-225_778">
            <a:extLst>
              <a:ext uri="{FF2B5EF4-FFF2-40B4-BE49-F238E27FC236}">
                <a16:creationId xmlns:a16="http://schemas.microsoft.com/office/drawing/2014/main" id="{B67DA1AC-7F3E-489B-8842-394B765CAD57}"/>
              </a:ext>
            </a:extLst>
          </p:cNvPr>
          <p:cNvSpPr>
            <a:spLocks/>
          </p:cNvSpPr>
          <p:nvPr/>
        </p:nvSpPr>
        <p:spPr>
          <a:xfrm>
            <a:off x="286131" y="325614"/>
            <a:ext cx="2191796" cy="267677"/>
          </a:xfrm>
          <a:custGeom>
            <a:pathLst>
              <a:path w="1484580" h="181307">
                <a:moveTo>
                  <a:pt x="1477711" y="100812"/>
                </a:moveTo>
                <a:lnTo>
                  <a:pt x="1484580" y="90885"/>
                </a:lnTo>
                <a:lnTo>
                  <a:pt x="1462981" y="106023"/>
                </a:lnTo>
                <a:close/>
                <a:moveTo>
                  <a:pt x="1456113" y="116970"/>
                </a:moveTo>
                <a:lnTo>
                  <a:pt x="1462981" y="106023"/>
                </a:lnTo>
                <a:lnTo>
                  <a:pt x="1441383" y="120118"/>
                </a:lnTo>
                <a:close/>
                <a:moveTo>
                  <a:pt x="1469850" y="95766"/>
                </a:moveTo>
                <a:lnTo>
                  <a:pt x="1462981" y="106023"/>
                </a:lnTo>
                <a:lnTo>
                  <a:pt x="1484580" y="90885"/>
                </a:lnTo>
                <a:close/>
                <a:moveTo>
                  <a:pt x="1469850" y="95766"/>
                </a:moveTo>
                <a:lnTo>
                  <a:pt x="1455120" y="99156"/>
                </a:lnTo>
                <a:lnTo>
                  <a:pt x="1462981" y="106023"/>
                </a:lnTo>
                <a:close/>
                <a:moveTo>
                  <a:pt x="1469850" y="95766"/>
                </a:moveTo>
                <a:lnTo>
                  <a:pt x="1484580" y="90885"/>
                </a:lnTo>
                <a:lnTo>
                  <a:pt x="1476719" y="86179"/>
                </a:lnTo>
                <a:close/>
                <a:moveTo>
                  <a:pt x="1448252" y="110545"/>
                </a:moveTo>
                <a:lnTo>
                  <a:pt x="1441383" y="120118"/>
                </a:lnTo>
                <a:lnTo>
                  <a:pt x="1462981" y="106023"/>
                </a:lnTo>
                <a:close/>
                <a:moveTo>
                  <a:pt x="1448252" y="110545"/>
                </a:moveTo>
                <a:lnTo>
                  <a:pt x="1433522" y="112525"/>
                </a:lnTo>
                <a:lnTo>
                  <a:pt x="1441383" y="120118"/>
                </a:lnTo>
                <a:close/>
                <a:moveTo>
                  <a:pt x="1448252" y="110545"/>
                </a:moveTo>
                <a:lnTo>
                  <a:pt x="1462981" y="106023"/>
                </a:lnTo>
                <a:lnTo>
                  <a:pt x="1455120" y="99156"/>
                </a:lnTo>
                <a:close/>
                <a:moveTo>
                  <a:pt x="1426653" y="123296"/>
                </a:moveTo>
                <a:lnTo>
                  <a:pt x="1419784" y="132548"/>
                </a:lnTo>
                <a:lnTo>
                  <a:pt x="1441383" y="120118"/>
                </a:lnTo>
                <a:close/>
                <a:moveTo>
                  <a:pt x="1426653" y="123296"/>
                </a:moveTo>
                <a:lnTo>
                  <a:pt x="1411923" y="124802"/>
                </a:lnTo>
                <a:lnTo>
                  <a:pt x="1419784" y="132548"/>
                </a:lnTo>
                <a:close/>
                <a:moveTo>
                  <a:pt x="1426653" y="123296"/>
                </a:moveTo>
                <a:lnTo>
                  <a:pt x="1441383" y="120118"/>
                </a:lnTo>
                <a:lnTo>
                  <a:pt x="1433522" y="112525"/>
                </a:lnTo>
                <a:close/>
                <a:moveTo>
                  <a:pt x="1405054" y="135258"/>
                </a:moveTo>
                <a:lnTo>
                  <a:pt x="1398186" y="145462"/>
                </a:lnTo>
                <a:lnTo>
                  <a:pt x="1419784" y="132548"/>
                </a:lnTo>
                <a:close/>
                <a:moveTo>
                  <a:pt x="1405054" y="135258"/>
                </a:moveTo>
                <a:lnTo>
                  <a:pt x="1390325" y="136634"/>
                </a:lnTo>
                <a:lnTo>
                  <a:pt x="1398186" y="145462"/>
                </a:lnTo>
                <a:close/>
                <a:moveTo>
                  <a:pt x="1405054" y="135258"/>
                </a:moveTo>
                <a:lnTo>
                  <a:pt x="1411923" y="124802"/>
                </a:lnTo>
                <a:lnTo>
                  <a:pt x="1390325" y="136634"/>
                </a:lnTo>
                <a:close/>
                <a:moveTo>
                  <a:pt x="1405054" y="135258"/>
                </a:moveTo>
                <a:lnTo>
                  <a:pt x="1419784" y="132548"/>
                </a:lnTo>
                <a:lnTo>
                  <a:pt x="1411923" y="124802"/>
                </a:lnTo>
                <a:close/>
                <a:moveTo>
                  <a:pt x="1383456" y="148256"/>
                </a:moveTo>
                <a:lnTo>
                  <a:pt x="1376587" y="157512"/>
                </a:lnTo>
                <a:lnTo>
                  <a:pt x="1398186" y="145462"/>
                </a:lnTo>
                <a:close/>
                <a:moveTo>
                  <a:pt x="1383456" y="148256"/>
                </a:moveTo>
                <a:lnTo>
                  <a:pt x="1368726" y="147407"/>
                </a:lnTo>
                <a:lnTo>
                  <a:pt x="1376587" y="157512"/>
                </a:lnTo>
                <a:close/>
                <a:moveTo>
                  <a:pt x="1383456" y="148256"/>
                </a:moveTo>
                <a:lnTo>
                  <a:pt x="1390325" y="136634"/>
                </a:lnTo>
                <a:lnTo>
                  <a:pt x="1368726" y="147407"/>
                </a:lnTo>
                <a:close/>
                <a:moveTo>
                  <a:pt x="1383456" y="148256"/>
                </a:moveTo>
                <a:lnTo>
                  <a:pt x="1398186" y="145462"/>
                </a:lnTo>
                <a:lnTo>
                  <a:pt x="1390325" y="136634"/>
                </a:lnTo>
                <a:close/>
                <a:moveTo>
                  <a:pt x="1361857" y="158082"/>
                </a:moveTo>
                <a:lnTo>
                  <a:pt x="1347128" y="156064"/>
                </a:lnTo>
                <a:lnTo>
                  <a:pt x="1354989" y="166058"/>
                </a:lnTo>
                <a:close/>
                <a:moveTo>
                  <a:pt x="1361857" y="158082"/>
                </a:moveTo>
                <a:lnTo>
                  <a:pt x="1368726" y="147407"/>
                </a:lnTo>
                <a:lnTo>
                  <a:pt x="1347128" y="156064"/>
                </a:lnTo>
                <a:close/>
                <a:moveTo>
                  <a:pt x="1361857" y="158082"/>
                </a:moveTo>
                <a:lnTo>
                  <a:pt x="1376587" y="157512"/>
                </a:lnTo>
                <a:lnTo>
                  <a:pt x="1368726" y="147407"/>
                </a:lnTo>
                <a:close/>
                <a:moveTo>
                  <a:pt x="1340259" y="164998"/>
                </a:moveTo>
                <a:lnTo>
                  <a:pt x="1347128" y="156064"/>
                </a:lnTo>
                <a:lnTo>
                  <a:pt x="1325529" y="162222"/>
                </a:lnTo>
                <a:close/>
                <a:moveTo>
                  <a:pt x="1340259" y="164998"/>
                </a:moveTo>
                <a:lnTo>
                  <a:pt x="1354989" y="166058"/>
                </a:lnTo>
                <a:lnTo>
                  <a:pt x="1347128" y="156064"/>
                </a:lnTo>
                <a:close/>
                <a:moveTo>
                  <a:pt x="1318660" y="169809"/>
                </a:moveTo>
                <a:lnTo>
                  <a:pt x="1325529" y="162222"/>
                </a:lnTo>
                <a:lnTo>
                  <a:pt x="1303931" y="165934"/>
                </a:lnTo>
                <a:close/>
                <a:moveTo>
                  <a:pt x="1353996" y="146469"/>
                </a:moveTo>
                <a:lnTo>
                  <a:pt x="1347128" y="156064"/>
                </a:lnTo>
                <a:lnTo>
                  <a:pt x="1368726" y="147407"/>
                </a:lnTo>
                <a:close/>
                <a:moveTo>
                  <a:pt x="1332398" y="154708"/>
                </a:moveTo>
                <a:lnTo>
                  <a:pt x="1325529" y="162222"/>
                </a:lnTo>
                <a:lnTo>
                  <a:pt x="1347128" y="156064"/>
                </a:lnTo>
                <a:close/>
                <a:moveTo>
                  <a:pt x="1332398" y="154708"/>
                </a:moveTo>
                <a:lnTo>
                  <a:pt x="1317668" y="149719"/>
                </a:lnTo>
                <a:lnTo>
                  <a:pt x="1325529" y="162222"/>
                </a:lnTo>
                <a:close/>
                <a:moveTo>
                  <a:pt x="1310799" y="159375"/>
                </a:moveTo>
                <a:lnTo>
                  <a:pt x="1303931" y="165934"/>
                </a:lnTo>
                <a:lnTo>
                  <a:pt x="1325529" y="162222"/>
                </a:lnTo>
                <a:close/>
                <a:moveTo>
                  <a:pt x="1310799" y="159375"/>
                </a:moveTo>
                <a:lnTo>
                  <a:pt x="1296069" y="151912"/>
                </a:lnTo>
                <a:lnTo>
                  <a:pt x="1303931" y="165934"/>
                </a:lnTo>
                <a:close/>
                <a:moveTo>
                  <a:pt x="1310799" y="159375"/>
                </a:moveTo>
                <a:lnTo>
                  <a:pt x="1317668" y="149719"/>
                </a:lnTo>
                <a:lnTo>
                  <a:pt x="1296069" y="151912"/>
                </a:lnTo>
                <a:close/>
                <a:moveTo>
                  <a:pt x="1310799" y="159375"/>
                </a:moveTo>
                <a:lnTo>
                  <a:pt x="1325529" y="162222"/>
                </a:lnTo>
                <a:lnTo>
                  <a:pt x="1317668" y="149719"/>
                </a:lnTo>
                <a:close/>
                <a:moveTo>
                  <a:pt x="1289201" y="160139"/>
                </a:moveTo>
                <a:lnTo>
                  <a:pt x="1274471" y="154410"/>
                </a:lnTo>
                <a:lnTo>
                  <a:pt x="1282332" y="169528"/>
                </a:lnTo>
                <a:close/>
                <a:moveTo>
                  <a:pt x="1289201" y="160139"/>
                </a:moveTo>
                <a:lnTo>
                  <a:pt x="1296069" y="151912"/>
                </a:lnTo>
                <a:lnTo>
                  <a:pt x="1274471" y="154410"/>
                </a:lnTo>
                <a:close/>
                <a:moveTo>
                  <a:pt x="1289201" y="160139"/>
                </a:moveTo>
                <a:lnTo>
                  <a:pt x="1303931" y="165934"/>
                </a:lnTo>
                <a:lnTo>
                  <a:pt x="1296069" y="151912"/>
                </a:lnTo>
                <a:close/>
                <a:moveTo>
                  <a:pt x="1267602" y="163827"/>
                </a:moveTo>
                <a:lnTo>
                  <a:pt x="1274471" y="154410"/>
                </a:lnTo>
                <a:lnTo>
                  <a:pt x="1252872" y="163279"/>
                </a:lnTo>
                <a:close/>
                <a:moveTo>
                  <a:pt x="1246004" y="175685"/>
                </a:moveTo>
                <a:lnTo>
                  <a:pt x="1252872" y="163279"/>
                </a:lnTo>
                <a:lnTo>
                  <a:pt x="1231274" y="174821"/>
                </a:lnTo>
                <a:close/>
                <a:moveTo>
                  <a:pt x="1281339" y="144478"/>
                </a:moveTo>
                <a:lnTo>
                  <a:pt x="1274471" y="154410"/>
                </a:lnTo>
                <a:lnTo>
                  <a:pt x="1296069" y="151912"/>
                </a:lnTo>
                <a:close/>
                <a:moveTo>
                  <a:pt x="1281339" y="144478"/>
                </a:moveTo>
                <a:lnTo>
                  <a:pt x="1266610" y="139413"/>
                </a:lnTo>
                <a:lnTo>
                  <a:pt x="1274471" y="154410"/>
                </a:lnTo>
                <a:close/>
                <a:moveTo>
                  <a:pt x="1259741" y="149197"/>
                </a:moveTo>
                <a:lnTo>
                  <a:pt x="1252872" y="163279"/>
                </a:lnTo>
                <a:lnTo>
                  <a:pt x="1274471" y="154410"/>
                </a:lnTo>
                <a:close/>
                <a:moveTo>
                  <a:pt x="1259741" y="149197"/>
                </a:moveTo>
                <a:lnTo>
                  <a:pt x="1274471" y="154410"/>
                </a:lnTo>
                <a:lnTo>
                  <a:pt x="1266610" y="139413"/>
                </a:lnTo>
                <a:close/>
                <a:moveTo>
                  <a:pt x="1238142" y="164407"/>
                </a:moveTo>
                <a:lnTo>
                  <a:pt x="1231274" y="174821"/>
                </a:lnTo>
                <a:lnTo>
                  <a:pt x="1252872" y="163279"/>
                </a:lnTo>
                <a:close/>
                <a:moveTo>
                  <a:pt x="1238142" y="164407"/>
                </a:moveTo>
                <a:lnTo>
                  <a:pt x="1223413" y="164681"/>
                </a:lnTo>
                <a:lnTo>
                  <a:pt x="1231274" y="174821"/>
                </a:lnTo>
                <a:close/>
                <a:moveTo>
                  <a:pt x="1136026" y="147645"/>
                </a:moveTo>
                <a:lnTo>
                  <a:pt x="1129157" y="169304"/>
                </a:lnTo>
                <a:lnTo>
                  <a:pt x="1150756" y="165613"/>
                </a:lnTo>
                <a:close/>
                <a:moveTo>
                  <a:pt x="1136026" y="147645"/>
                </a:moveTo>
                <a:lnTo>
                  <a:pt x="1121296" y="139766"/>
                </a:lnTo>
                <a:lnTo>
                  <a:pt x="1129157" y="169304"/>
                </a:lnTo>
                <a:close/>
                <a:moveTo>
                  <a:pt x="1114427" y="148432"/>
                </a:moveTo>
                <a:lnTo>
                  <a:pt x="1099698" y="142640"/>
                </a:lnTo>
                <a:lnTo>
                  <a:pt x="1107559" y="159601"/>
                </a:lnTo>
                <a:close/>
                <a:moveTo>
                  <a:pt x="1114427" y="148432"/>
                </a:moveTo>
                <a:lnTo>
                  <a:pt x="1121296" y="139766"/>
                </a:lnTo>
                <a:lnTo>
                  <a:pt x="1099698" y="142640"/>
                </a:lnTo>
                <a:close/>
                <a:moveTo>
                  <a:pt x="1092829" y="154697"/>
                </a:moveTo>
                <a:lnTo>
                  <a:pt x="1099698" y="142640"/>
                </a:lnTo>
                <a:lnTo>
                  <a:pt x="1078099" y="149199"/>
                </a:lnTo>
                <a:close/>
                <a:moveTo>
                  <a:pt x="1092829" y="154697"/>
                </a:moveTo>
                <a:lnTo>
                  <a:pt x="1107559" y="159601"/>
                </a:lnTo>
                <a:lnTo>
                  <a:pt x="1099698" y="142640"/>
                </a:lnTo>
                <a:close/>
                <a:moveTo>
                  <a:pt x="1071230" y="160518"/>
                </a:moveTo>
                <a:lnTo>
                  <a:pt x="1078099" y="149199"/>
                </a:lnTo>
                <a:lnTo>
                  <a:pt x="1056501" y="155102"/>
                </a:lnTo>
                <a:close/>
                <a:moveTo>
                  <a:pt x="1071230" y="160518"/>
                </a:moveTo>
                <a:lnTo>
                  <a:pt x="1085960" y="176685"/>
                </a:lnTo>
                <a:lnTo>
                  <a:pt x="1078099" y="149199"/>
                </a:lnTo>
                <a:close/>
                <a:moveTo>
                  <a:pt x="1084968" y="136968"/>
                </a:moveTo>
                <a:lnTo>
                  <a:pt x="1078099" y="149199"/>
                </a:lnTo>
                <a:lnTo>
                  <a:pt x="1099698" y="142640"/>
                </a:lnTo>
                <a:close/>
                <a:moveTo>
                  <a:pt x="1084968" y="136968"/>
                </a:moveTo>
                <a:lnTo>
                  <a:pt x="1070238" y="132428"/>
                </a:lnTo>
                <a:lnTo>
                  <a:pt x="1078099" y="149199"/>
                </a:lnTo>
                <a:close/>
                <a:moveTo>
                  <a:pt x="1063369" y="144615"/>
                </a:moveTo>
                <a:lnTo>
                  <a:pt x="1056501" y="155102"/>
                </a:lnTo>
                <a:lnTo>
                  <a:pt x="1078099" y="149199"/>
                </a:lnTo>
                <a:close/>
                <a:moveTo>
                  <a:pt x="1063369" y="144615"/>
                </a:moveTo>
                <a:lnTo>
                  <a:pt x="1048639" y="140246"/>
                </a:lnTo>
                <a:lnTo>
                  <a:pt x="1056501" y="155102"/>
                </a:lnTo>
                <a:close/>
                <a:moveTo>
                  <a:pt x="1063369" y="144615"/>
                </a:moveTo>
                <a:lnTo>
                  <a:pt x="1078099" y="149199"/>
                </a:lnTo>
                <a:lnTo>
                  <a:pt x="1070238" y="132428"/>
                </a:lnTo>
                <a:close/>
                <a:moveTo>
                  <a:pt x="1041771" y="150612"/>
                </a:moveTo>
                <a:lnTo>
                  <a:pt x="1034902" y="162651"/>
                </a:lnTo>
                <a:lnTo>
                  <a:pt x="1056501" y="155102"/>
                </a:lnTo>
                <a:close/>
                <a:moveTo>
                  <a:pt x="1041771" y="150612"/>
                </a:moveTo>
                <a:lnTo>
                  <a:pt x="1027041" y="146854"/>
                </a:lnTo>
                <a:lnTo>
                  <a:pt x="1034902" y="162651"/>
                </a:lnTo>
                <a:close/>
                <a:moveTo>
                  <a:pt x="1041771" y="150612"/>
                </a:moveTo>
                <a:lnTo>
                  <a:pt x="1048639" y="140246"/>
                </a:lnTo>
                <a:lnTo>
                  <a:pt x="1027041" y="146854"/>
                </a:lnTo>
                <a:close/>
                <a:moveTo>
                  <a:pt x="1041771" y="150612"/>
                </a:moveTo>
                <a:lnTo>
                  <a:pt x="1056501" y="155102"/>
                </a:lnTo>
                <a:lnTo>
                  <a:pt x="1048639" y="140246"/>
                </a:lnTo>
                <a:close/>
                <a:moveTo>
                  <a:pt x="998574" y="172179"/>
                </a:moveTo>
                <a:lnTo>
                  <a:pt x="983844" y="171168"/>
                </a:lnTo>
                <a:lnTo>
                  <a:pt x="991705" y="181307"/>
                </a:lnTo>
                <a:close/>
                <a:moveTo>
                  <a:pt x="990712" y="160618"/>
                </a:moveTo>
                <a:lnTo>
                  <a:pt x="983844" y="171168"/>
                </a:lnTo>
                <a:lnTo>
                  <a:pt x="1005442" y="158159"/>
                </a:lnTo>
                <a:close/>
                <a:moveTo>
                  <a:pt x="116846" y="26748"/>
                </a:moveTo>
                <a:lnTo>
                  <a:pt x="109978" y="41961"/>
                </a:lnTo>
                <a:lnTo>
                  <a:pt x="131576" y="38866"/>
                </a:lnTo>
                <a:close/>
                <a:moveTo>
                  <a:pt x="116846" y="26748"/>
                </a:moveTo>
                <a:lnTo>
                  <a:pt x="102116" y="19951"/>
                </a:lnTo>
                <a:lnTo>
                  <a:pt x="109978" y="41961"/>
                </a:lnTo>
                <a:close/>
                <a:moveTo>
                  <a:pt x="116846" y="26748"/>
                </a:moveTo>
                <a:lnTo>
                  <a:pt x="123715" y="16980"/>
                </a:lnTo>
                <a:lnTo>
                  <a:pt x="102116" y="19951"/>
                </a:lnTo>
                <a:close/>
                <a:moveTo>
                  <a:pt x="95248" y="33768"/>
                </a:moveTo>
                <a:lnTo>
                  <a:pt x="109978" y="41961"/>
                </a:lnTo>
                <a:lnTo>
                  <a:pt x="102116" y="19951"/>
                </a:lnTo>
                <a:close/>
                <a:moveTo>
                  <a:pt x="108985" y="6403"/>
                </a:moveTo>
                <a:lnTo>
                  <a:pt x="102116" y="19951"/>
                </a:lnTo>
                <a:lnTo>
                  <a:pt x="123715" y="16980"/>
                </a:lnTo>
                <a:close/>
                <a:moveTo>
                  <a:pt x="108985" y="6403"/>
                </a:moveTo>
                <a:lnTo>
                  <a:pt x="94255" y="0"/>
                </a:lnTo>
                <a:lnTo>
                  <a:pt x="102116" y="19951"/>
                </a:lnTo>
                <a:close/>
                <a:moveTo>
                  <a:pt x="87387" y="12884"/>
                </a:moveTo>
                <a:lnTo>
                  <a:pt x="102116" y="19951"/>
                </a:lnTo>
                <a:lnTo>
                  <a:pt x="94255" y="0"/>
                </a:lnTo>
                <a:close/>
                <a:moveTo>
                  <a:pt x="44190" y="35338"/>
                </a:moveTo>
                <a:lnTo>
                  <a:pt x="37321" y="47334"/>
                </a:lnTo>
                <a:lnTo>
                  <a:pt x="58919" y="39790"/>
                </a:lnTo>
                <a:close/>
                <a:moveTo>
                  <a:pt x="44190" y="35338"/>
                </a:moveTo>
                <a:lnTo>
                  <a:pt x="29460" y="28472"/>
                </a:lnTo>
                <a:lnTo>
                  <a:pt x="37321" y="47334"/>
                </a:lnTo>
                <a:close/>
                <a:moveTo>
                  <a:pt x="44190" y="35338"/>
                </a:moveTo>
                <a:lnTo>
                  <a:pt x="51058" y="22785"/>
                </a:lnTo>
                <a:lnTo>
                  <a:pt x="29460" y="28472"/>
                </a:lnTo>
                <a:close/>
                <a:moveTo>
                  <a:pt x="44190" y="35338"/>
                </a:moveTo>
                <a:lnTo>
                  <a:pt x="58919" y="39790"/>
                </a:lnTo>
                <a:lnTo>
                  <a:pt x="51058" y="22785"/>
                </a:lnTo>
                <a:close/>
                <a:moveTo>
                  <a:pt x="22591" y="39009"/>
                </a:moveTo>
                <a:lnTo>
                  <a:pt x="29460" y="28472"/>
                </a:lnTo>
                <a:lnTo>
                  <a:pt x="7861" y="34344"/>
                </a:lnTo>
                <a:close/>
                <a:moveTo>
                  <a:pt x="22591" y="39009"/>
                </a:moveTo>
                <a:lnTo>
                  <a:pt x="37321" y="47334"/>
                </a:lnTo>
                <a:lnTo>
                  <a:pt x="29460" y="28472"/>
                </a:lnTo>
                <a:close/>
                <a:moveTo>
                  <a:pt x="36328" y="19236"/>
                </a:moveTo>
                <a:lnTo>
                  <a:pt x="29460" y="28472"/>
                </a:lnTo>
                <a:lnTo>
                  <a:pt x="51058" y="22785"/>
                </a:lnTo>
                <a:close/>
                <a:moveTo>
                  <a:pt x="14730" y="20304"/>
                </a:moveTo>
                <a:lnTo>
                  <a:pt x="7861" y="34344"/>
                </a:lnTo>
                <a:lnTo>
                  <a:pt x="29460" y="28472"/>
                </a:lnTo>
                <a:close/>
                <a:moveTo>
                  <a:pt x="14730" y="20304"/>
                </a:moveTo>
                <a:lnTo>
                  <a:pt x="0" y="14207"/>
                </a:lnTo>
                <a:lnTo>
                  <a:pt x="7861" y="34344"/>
                </a:lnTo>
                <a:close/>
                <a:moveTo>
                  <a:pt x="14730" y="20304"/>
                </a:moveTo>
                <a:lnTo>
                  <a:pt x="29460" y="28472"/>
                </a:lnTo>
                <a:lnTo>
                  <a:pt x="21599" y="10392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85" name="PANEL_01-slope--18-230_779">
            <a:extLst>
              <a:ext uri="{FF2B5EF4-FFF2-40B4-BE49-F238E27FC236}">
                <a16:creationId xmlns:a16="http://schemas.microsoft.com/office/drawing/2014/main" id="{B65DC418-FAC5-486B-A123-46875BBFFD60}"/>
              </a:ext>
            </a:extLst>
          </p:cNvPr>
          <p:cNvSpPr>
            <a:spLocks/>
          </p:cNvSpPr>
          <p:nvPr/>
        </p:nvSpPr>
        <p:spPr>
          <a:xfrm>
            <a:off x="361512" y="325614"/>
            <a:ext cx="1784468" cy="262229"/>
          </a:xfrm>
          <a:custGeom>
            <a:pathLst>
              <a:path w="1208683" h="177617">
                <a:moveTo>
                  <a:pt x="1208683" y="149197"/>
                </a:moveTo>
                <a:lnTo>
                  <a:pt x="1193953" y="148901"/>
                </a:lnTo>
                <a:lnTo>
                  <a:pt x="1201814" y="163279"/>
                </a:lnTo>
                <a:close/>
                <a:moveTo>
                  <a:pt x="1187084" y="164407"/>
                </a:moveTo>
                <a:lnTo>
                  <a:pt x="1201814" y="163279"/>
                </a:lnTo>
                <a:lnTo>
                  <a:pt x="1193953" y="148901"/>
                </a:lnTo>
                <a:close/>
                <a:moveTo>
                  <a:pt x="1041771" y="154697"/>
                </a:moveTo>
                <a:lnTo>
                  <a:pt x="1034902" y="176685"/>
                </a:lnTo>
                <a:lnTo>
                  <a:pt x="1056501" y="159601"/>
                </a:lnTo>
                <a:close/>
                <a:moveTo>
                  <a:pt x="1041771" y="154697"/>
                </a:moveTo>
                <a:lnTo>
                  <a:pt x="1027041" y="149199"/>
                </a:lnTo>
                <a:lnTo>
                  <a:pt x="1034902" y="176685"/>
                </a:lnTo>
                <a:close/>
                <a:moveTo>
                  <a:pt x="969114" y="157789"/>
                </a:moveTo>
                <a:lnTo>
                  <a:pt x="954384" y="158159"/>
                </a:lnTo>
                <a:lnTo>
                  <a:pt x="962245" y="177617"/>
                </a:lnTo>
                <a:close/>
                <a:moveTo>
                  <a:pt x="969114" y="157789"/>
                </a:moveTo>
                <a:lnTo>
                  <a:pt x="975983" y="146854"/>
                </a:lnTo>
                <a:lnTo>
                  <a:pt x="954384" y="158159"/>
                </a:lnTo>
                <a:close/>
                <a:moveTo>
                  <a:pt x="969114" y="157789"/>
                </a:moveTo>
                <a:lnTo>
                  <a:pt x="983844" y="162651"/>
                </a:lnTo>
                <a:lnTo>
                  <a:pt x="975983" y="146854"/>
                </a:lnTo>
                <a:close/>
                <a:moveTo>
                  <a:pt x="947515" y="172179"/>
                </a:moveTo>
                <a:lnTo>
                  <a:pt x="954384" y="158159"/>
                </a:lnTo>
                <a:lnTo>
                  <a:pt x="932786" y="171168"/>
                </a:lnTo>
                <a:close/>
                <a:moveTo>
                  <a:pt x="947515" y="172179"/>
                </a:moveTo>
                <a:lnTo>
                  <a:pt x="962245" y="177617"/>
                </a:lnTo>
                <a:lnTo>
                  <a:pt x="954384" y="158159"/>
                </a:lnTo>
                <a:close/>
                <a:moveTo>
                  <a:pt x="961253" y="142051"/>
                </a:moveTo>
                <a:lnTo>
                  <a:pt x="954384" y="158159"/>
                </a:lnTo>
                <a:lnTo>
                  <a:pt x="975983" y="146854"/>
                </a:lnTo>
                <a:close/>
                <a:moveTo>
                  <a:pt x="44190" y="33768"/>
                </a:moveTo>
                <a:lnTo>
                  <a:pt x="51058" y="19951"/>
                </a:lnTo>
                <a:lnTo>
                  <a:pt x="29460" y="29326"/>
                </a:lnTo>
                <a:close/>
                <a:moveTo>
                  <a:pt x="22591" y="44318"/>
                </a:moveTo>
                <a:lnTo>
                  <a:pt x="29460" y="29326"/>
                </a:lnTo>
                <a:lnTo>
                  <a:pt x="7861" y="39790"/>
                </a:lnTo>
                <a:close/>
                <a:moveTo>
                  <a:pt x="36328" y="12884"/>
                </a:moveTo>
                <a:lnTo>
                  <a:pt x="29460" y="29326"/>
                </a:lnTo>
                <a:lnTo>
                  <a:pt x="51058" y="19951"/>
                </a:lnTo>
                <a:close/>
                <a:moveTo>
                  <a:pt x="36328" y="12884"/>
                </a:moveTo>
                <a:lnTo>
                  <a:pt x="21599" y="10984"/>
                </a:lnTo>
                <a:lnTo>
                  <a:pt x="29460" y="29326"/>
                </a:lnTo>
                <a:close/>
                <a:moveTo>
                  <a:pt x="36328" y="12884"/>
                </a:moveTo>
                <a:lnTo>
                  <a:pt x="43197" y="0"/>
                </a:lnTo>
                <a:lnTo>
                  <a:pt x="21599" y="10984"/>
                </a:lnTo>
                <a:close/>
                <a:moveTo>
                  <a:pt x="14730" y="26334"/>
                </a:moveTo>
                <a:lnTo>
                  <a:pt x="7861" y="39790"/>
                </a:lnTo>
                <a:lnTo>
                  <a:pt x="29460" y="29326"/>
                </a:lnTo>
                <a:close/>
                <a:moveTo>
                  <a:pt x="14730" y="26334"/>
                </a:moveTo>
                <a:lnTo>
                  <a:pt x="0" y="22785"/>
                </a:lnTo>
                <a:lnTo>
                  <a:pt x="7861" y="39790"/>
                </a:lnTo>
                <a:close/>
                <a:moveTo>
                  <a:pt x="14730" y="26334"/>
                </a:moveTo>
                <a:lnTo>
                  <a:pt x="21599" y="10984"/>
                </a:lnTo>
                <a:lnTo>
                  <a:pt x="0" y="22785"/>
                </a:lnTo>
                <a:close/>
                <a:moveTo>
                  <a:pt x="14730" y="26334"/>
                </a:moveTo>
                <a:lnTo>
                  <a:pt x="29460" y="29326"/>
                </a:lnTo>
                <a:lnTo>
                  <a:pt x="21599" y="10984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86" name="PANEL_01-water--18-230_780">
            <a:extLst>
              <a:ext uri="{FF2B5EF4-FFF2-40B4-BE49-F238E27FC236}">
                <a16:creationId xmlns:a16="http://schemas.microsoft.com/office/drawing/2014/main" id="{44C2E9F2-D640-4587-83E7-FCE3EC578BA8}"/>
              </a:ext>
            </a:extLst>
          </p:cNvPr>
          <p:cNvSpPr>
            <a:spLocks/>
          </p:cNvSpPr>
          <p:nvPr/>
        </p:nvSpPr>
        <p:spPr>
          <a:xfrm>
            <a:off x="1266086" y="563351"/>
            <a:ext cx="837868" cy="29996"/>
          </a:xfrm>
          <a:custGeom>
            <a:pathLst>
              <a:path w="567517" h="20317">
                <a:moveTo>
                  <a:pt x="552787" y="10569"/>
                </a:moveTo>
                <a:lnTo>
                  <a:pt x="545918" y="17484"/>
                </a:lnTo>
                <a:lnTo>
                  <a:pt x="567517" y="13793"/>
                </a:lnTo>
                <a:close/>
                <a:moveTo>
                  <a:pt x="552787" y="10569"/>
                </a:moveTo>
                <a:lnTo>
                  <a:pt x="538057" y="7344"/>
                </a:lnTo>
                <a:lnTo>
                  <a:pt x="545918" y="17484"/>
                </a:lnTo>
                <a:close/>
                <a:moveTo>
                  <a:pt x="552787" y="10569"/>
                </a:moveTo>
                <a:lnTo>
                  <a:pt x="559655" y="3653"/>
                </a:lnTo>
                <a:lnTo>
                  <a:pt x="538057" y="7344"/>
                </a:lnTo>
                <a:close/>
                <a:moveTo>
                  <a:pt x="552787" y="10569"/>
                </a:moveTo>
                <a:lnTo>
                  <a:pt x="567517" y="13793"/>
                </a:lnTo>
                <a:lnTo>
                  <a:pt x="559655" y="3653"/>
                </a:lnTo>
                <a:close/>
                <a:moveTo>
                  <a:pt x="531188" y="14259"/>
                </a:moveTo>
                <a:lnTo>
                  <a:pt x="538057" y="7344"/>
                </a:lnTo>
                <a:lnTo>
                  <a:pt x="516458" y="11035"/>
                </a:lnTo>
                <a:close/>
                <a:moveTo>
                  <a:pt x="531188" y="14259"/>
                </a:moveTo>
                <a:lnTo>
                  <a:pt x="545918" y="17484"/>
                </a:lnTo>
                <a:lnTo>
                  <a:pt x="538057" y="7344"/>
                </a:lnTo>
                <a:close/>
                <a:moveTo>
                  <a:pt x="509590" y="17950"/>
                </a:moveTo>
                <a:lnTo>
                  <a:pt x="516458" y="11035"/>
                </a:lnTo>
                <a:lnTo>
                  <a:pt x="494860" y="14725"/>
                </a:lnTo>
                <a:close/>
                <a:moveTo>
                  <a:pt x="523327" y="4119"/>
                </a:moveTo>
                <a:lnTo>
                  <a:pt x="516458" y="11035"/>
                </a:lnTo>
                <a:lnTo>
                  <a:pt x="538057" y="7344"/>
                </a:lnTo>
                <a:close/>
                <a:moveTo>
                  <a:pt x="523327" y="4119"/>
                </a:moveTo>
                <a:lnTo>
                  <a:pt x="508597" y="895"/>
                </a:lnTo>
                <a:lnTo>
                  <a:pt x="516458" y="11035"/>
                </a:lnTo>
                <a:close/>
                <a:moveTo>
                  <a:pt x="501729" y="7810"/>
                </a:moveTo>
                <a:lnTo>
                  <a:pt x="494860" y="14725"/>
                </a:lnTo>
                <a:lnTo>
                  <a:pt x="516458" y="11035"/>
                </a:lnTo>
                <a:close/>
                <a:moveTo>
                  <a:pt x="501729" y="7810"/>
                </a:moveTo>
                <a:lnTo>
                  <a:pt x="486999" y="4585"/>
                </a:lnTo>
                <a:lnTo>
                  <a:pt x="494860" y="14725"/>
                </a:lnTo>
                <a:close/>
                <a:moveTo>
                  <a:pt x="501729" y="7810"/>
                </a:moveTo>
                <a:lnTo>
                  <a:pt x="516458" y="11035"/>
                </a:lnTo>
                <a:lnTo>
                  <a:pt x="508597" y="895"/>
                </a:lnTo>
                <a:close/>
                <a:moveTo>
                  <a:pt x="480130" y="11501"/>
                </a:moveTo>
                <a:lnTo>
                  <a:pt x="473261" y="18416"/>
                </a:lnTo>
                <a:lnTo>
                  <a:pt x="494860" y="14725"/>
                </a:lnTo>
                <a:close/>
                <a:moveTo>
                  <a:pt x="480130" y="11501"/>
                </a:moveTo>
                <a:lnTo>
                  <a:pt x="465400" y="8276"/>
                </a:lnTo>
                <a:lnTo>
                  <a:pt x="473261" y="18416"/>
                </a:lnTo>
                <a:close/>
                <a:moveTo>
                  <a:pt x="480130" y="11501"/>
                </a:moveTo>
                <a:lnTo>
                  <a:pt x="486999" y="4585"/>
                </a:lnTo>
                <a:lnTo>
                  <a:pt x="465400" y="8276"/>
                </a:lnTo>
                <a:close/>
                <a:moveTo>
                  <a:pt x="480130" y="11501"/>
                </a:moveTo>
                <a:lnTo>
                  <a:pt x="494860" y="14725"/>
                </a:lnTo>
                <a:lnTo>
                  <a:pt x="486999" y="4585"/>
                </a:lnTo>
                <a:close/>
                <a:moveTo>
                  <a:pt x="313218" y="17055"/>
                </a:moveTo>
                <a:lnTo>
                  <a:pt x="320087" y="10140"/>
                </a:lnTo>
                <a:lnTo>
                  <a:pt x="298488" y="13831"/>
                </a:lnTo>
                <a:close/>
                <a:moveTo>
                  <a:pt x="305357" y="6915"/>
                </a:moveTo>
                <a:lnTo>
                  <a:pt x="298488" y="13831"/>
                </a:lnTo>
                <a:lnTo>
                  <a:pt x="320087" y="10140"/>
                </a:lnTo>
                <a:close/>
                <a:moveTo>
                  <a:pt x="305357" y="6915"/>
                </a:moveTo>
                <a:lnTo>
                  <a:pt x="290627" y="3691"/>
                </a:lnTo>
                <a:lnTo>
                  <a:pt x="298488" y="13831"/>
                </a:lnTo>
                <a:close/>
                <a:moveTo>
                  <a:pt x="305357" y="6915"/>
                </a:moveTo>
                <a:lnTo>
                  <a:pt x="320087" y="10140"/>
                </a:lnTo>
                <a:lnTo>
                  <a:pt x="312226" y="0"/>
                </a:lnTo>
                <a:close/>
                <a:moveTo>
                  <a:pt x="283758" y="10606"/>
                </a:moveTo>
                <a:lnTo>
                  <a:pt x="276890" y="17521"/>
                </a:lnTo>
                <a:lnTo>
                  <a:pt x="298488" y="13831"/>
                </a:lnTo>
                <a:close/>
                <a:moveTo>
                  <a:pt x="283758" y="10606"/>
                </a:moveTo>
                <a:lnTo>
                  <a:pt x="269028" y="7381"/>
                </a:lnTo>
                <a:lnTo>
                  <a:pt x="276890" y="17521"/>
                </a:lnTo>
                <a:close/>
                <a:moveTo>
                  <a:pt x="283758" y="10606"/>
                </a:moveTo>
                <a:lnTo>
                  <a:pt x="290627" y="3691"/>
                </a:lnTo>
                <a:lnTo>
                  <a:pt x="269028" y="7381"/>
                </a:lnTo>
                <a:close/>
                <a:moveTo>
                  <a:pt x="283758" y="10606"/>
                </a:moveTo>
                <a:lnTo>
                  <a:pt x="298488" y="13831"/>
                </a:lnTo>
                <a:lnTo>
                  <a:pt x="290627" y="3691"/>
                </a:lnTo>
                <a:close/>
                <a:moveTo>
                  <a:pt x="262160" y="14296"/>
                </a:moveTo>
                <a:lnTo>
                  <a:pt x="269028" y="7381"/>
                </a:lnTo>
                <a:lnTo>
                  <a:pt x="247430" y="11072"/>
                </a:lnTo>
                <a:close/>
                <a:moveTo>
                  <a:pt x="262160" y="14296"/>
                </a:moveTo>
                <a:lnTo>
                  <a:pt x="276890" y="17521"/>
                </a:lnTo>
                <a:lnTo>
                  <a:pt x="269028" y="7381"/>
                </a:lnTo>
                <a:close/>
                <a:moveTo>
                  <a:pt x="240561" y="17987"/>
                </a:moveTo>
                <a:lnTo>
                  <a:pt x="247430" y="11072"/>
                </a:lnTo>
                <a:lnTo>
                  <a:pt x="225831" y="14762"/>
                </a:lnTo>
                <a:close/>
                <a:moveTo>
                  <a:pt x="254299" y="4157"/>
                </a:moveTo>
                <a:lnTo>
                  <a:pt x="247430" y="11072"/>
                </a:lnTo>
                <a:lnTo>
                  <a:pt x="269028" y="7381"/>
                </a:lnTo>
                <a:close/>
                <a:moveTo>
                  <a:pt x="254299" y="4157"/>
                </a:moveTo>
                <a:lnTo>
                  <a:pt x="239569" y="932"/>
                </a:lnTo>
                <a:lnTo>
                  <a:pt x="247430" y="11072"/>
                </a:lnTo>
                <a:close/>
                <a:moveTo>
                  <a:pt x="232700" y="7847"/>
                </a:moveTo>
                <a:lnTo>
                  <a:pt x="225831" y="14762"/>
                </a:lnTo>
                <a:lnTo>
                  <a:pt x="247430" y="11072"/>
                </a:lnTo>
                <a:close/>
                <a:moveTo>
                  <a:pt x="232700" y="7847"/>
                </a:moveTo>
                <a:lnTo>
                  <a:pt x="217970" y="4623"/>
                </a:lnTo>
                <a:lnTo>
                  <a:pt x="225831" y="14762"/>
                </a:lnTo>
                <a:close/>
                <a:moveTo>
                  <a:pt x="232700" y="7847"/>
                </a:moveTo>
                <a:lnTo>
                  <a:pt x="247430" y="11072"/>
                </a:lnTo>
                <a:lnTo>
                  <a:pt x="239569" y="932"/>
                </a:lnTo>
                <a:close/>
                <a:moveTo>
                  <a:pt x="211102" y="11538"/>
                </a:moveTo>
                <a:lnTo>
                  <a:pt x="196372" y="8313"/>
                </a:lnTo>
                <a:lnTo>
                  <a:pt x="204233" y="18453"/>
                </a:lnTo>
                <a:close/>
                <a:moveTo>
                  <a:pt x="211102" y="11538"/>
                </a:moveTo>
                <a:lnTo>
                  <a:pt x="217970" y="4623"/>
                </a:lnTo>
                <a:lnTo>
                  <a:pt x="196372" y="8313"/>
                </a:lnTo>
                <a:close/>
                <a:moveTo>
                  <a:pt x="211102" y="11538"/>
                </a:moveTo>
                <a:lnTo>
                  <a:pt x="225831" y="14762"/>
                </a:lnTo>
                <a:lnTo>
                  <a:pt x="217970" y="4623"/>
                </a:lnTo>
                <a:close/>
                <a:moveTo>
                  <a:pt x="189503" y="15228"/>
                </a:moveTo>
                <a:lnTo>
                  <a:pt x="196372" y="8313"/>
                </a:lnTo>
                <a:lnTo>
                  <a:pt x="174773" y="12004"/>
                </a:lnTo>
                <a:close/>
                <a:moveTo>
                  <a:pt x="189503" y="15228"/>
                </a:moveTo>
                <a:lnTo>
                  <a:pt x="204233" y="18453"/>
                </a:lnTo>
                <a:lnTo>
                  <a:pt x="196372" y="8313"/>
                </a:lnTo>
                <a:close/>
                <a:moveTo>
                  <a:pt x="181642" y="5089"/>
                </a:moveTo>
                <a:lnTo>
                  <a:pt x="174773" y="12004"/>
                </a:lnTo>
                <a:lnTo>
                  <a:pt x="196372" y="8313"/>
                </a:lnTo>
                <a:close/>
                <a:moveTo>
                  <a:pt x="181642" y="5089"/>
                </a:moveTo>
                <a:lnTo>
                  <a:pt x="166912" y="1864"/>
                </a:lnTo>
                <a:lnTo>
                  <a:pt x="174773" y="12004"/>
                </a:lnTo>
                <a:close/>
                <a:moveTo>
                  <a:pt x="160043" y="8779"/>
                </a:moveTo>
                <a:lnTo>
                  <a:pt x="153175" y="15694"/>
                </a:lnTo>
                <a:lnTo>
                  <a:pt x="174773" y="12004"/>
                </a:lnTo>
                <a:close/>
                <a:moveTo>
                  <a:pt x="160043" y="8779"/>
                </a:moveTo>
                <a:lnTo>
                  <a:pt x="145314" y="5555"/>
                </a:lnTo>
                <a:lnTo>
                  <a:pt x="153175" y="15694"/>
                </a:lnTo>
                <a:close/>
                <a:moveTo>
                  <a:pt x="160043" y="8779"/>
                </a:moveTo>
                <a:lnTo>
                  <a:pt x="166912" y="1864"/>
                </a:lnTo>
                <a:lnTo>
                  <a:pt x="145314" y="5555"/>
                </a:lnTo>
                <a:close/>
                <a:moveTo>
                  <a:pt x="160043" y="8779"/>
                </a:moveTo>
                <a:lnTo>
                  <a:pt x="174773" y="12004"/>
                </a:lnTo>
                <a:lnTo>
                  <a:pt x="166912" y="1864"/>
                </a:lnTo>
                <a:close/>
                <a:moveTo>
                  <a:pt x="138445" y="12470"/>
                </a:moveTo>
                <a:lnTo>
                  <a:pt x="123715" y="9245"/>
                </a:lnTo>
                <a:lnTo>
                  <a:pt x="131576" y="19385"/>
                </a:lnTo>
                <a:close/>
                <a:moveTo>
                  <a:pt x="138445" y="12470"/>
                </a:moveTo>
                <a:lnTo>
                  <a:pt x="145314" y="5555"/>
                </a:lnTo>
                <a:lnTo>
                  <a:pt x="123715" y="9245"/>
                </a:lnTo>
                <a:close/>
                <a:moveTo>
                  <a:pt x="138445" y="12470"/>
                </a:moveTo>
                <a:lnTo>
                  <a:pt x="153175" y="15694"/>
                </a:lnTo>
                <a:lnTo>
                  <a:pt x="145314" y="5555"/>
                </a:lnTo>
                <a:close/>
                <a:moveTo>
                  <a:pt x="116846" y="16160"/>
                </a:moveTo>
                <a:lnTo>
                  <a:pt x="123715" y="9245"/>
                </a:lnTo>
                <a:lnTo>
                  <a:pt x="102116" y="12936"/>
                </a:lnTo>
                <a:close/>
                <a:moveTo>
                  <a:pt x="130584" y="2330"/>
                </a:moveTo>
                <a:lnTo>
                  <a:pt x="123715" y="9245"/>
                </a:lnTo>
                <a:lnTo>
                  <a:pt x="145314" y="5555"/>
                </a:lnTo>
                <a:close/>
                <a:moveTo>
                  <a:pt x="108985" y="6021"/>
                </a:moveTo>
                <a:lnTo>
                  <a:pt x="102116" y="12936"/>
                </a:lnTo>
                <a:lnTo>
                  <a:pt x="123715" y="9245"/>
                </a:lnTo>
                <a:close/>
                <a:moveTo>
                  <a:pt x="108985" y="6021"/>
                </a:moveTo>
                <a:lnTo>
                  <a:pt x="94255" y="2796"/>
                </a:lnTo>
                <a:lnTo>
                  <a:pt x="102116" y="12936"/>
                </a:lnTo>
                <a:close/>
                <a:moveTo>
                  <a:pt x="87387" y="9711"/>
                </a:moveTo>
                <a:lnTo>
                  <a:pt x="80518" y="16626"/>
                </a:lnTo>
                <a:lnTo>
                  <a:pt x="102116" y="12936"/>
                </a:lnTo>
                <a:close/>
                <a:moveTo>
                  <a:pt x="87387" y="9711"/>
                </a:moveTo>
                <a:lnTo>
                  <a:pt x="72657" y="6487"/>
                </a:lnTo>
                <a:lnTo>
                  <a:pt x="80518" y="16626"/>
                </a:lnTo>
                <a:close/>
                <a:moveTo>
                  <a:pt x="87387" y="9711"/>
                </a:moveTo>
                <a:lnTo>
                  <a:pt x="94255" y="2796"/>
                </a:lnTo>
                <a:lnTo>
                  <a:pt x="72657" y="6487"/>
                </a:lnTo>
                <a:close/>
                <a:moveTo>
                  <a:pt x="87387" y="9711"/>
                </a:moveTo>
                <a:lnTo>
                  <a:pt x="102116" y="12936"/>
                </a:lnTo>
                <a:lnTo>
                  <a:pt x="94255" y="2796"/>
                </a:lnTo>
                <a:close/>
                <a:moveTo>
                  <a:pt x="65788" y="13402"/>
                </a:moveTo>
                <a:lnTo>
                  <a:pt x="51058" y="10177"/>
                </a:lnTo>
                <a:lnTo>
                  <a:pt x="58919" y="20317"/>
                </a:lnTo>
                <a:close/>
                <a:moveTo>
                  <a:pt x="65788" y="13402"/>
                </a:moveTo>
                <a:lnTo>
                  <a:pt x="72657" y="6487"/>
                </a:lnTo>
                <a:lnTo>
                  <a:pt x="51058" y="10177"/>
                </a:lnTo>
                <a:close/>
                <a:moveTo>
                  <a:pt x="65788" y="13402"/>
                </a:moveTo>
                <a:lnTo>
                  <a:pt x="80518" y="16626"/>
                </a:lnTo>
                <a:lnTo>
                  <a:pt x="72657" y="6487"/>
                </a:lnTo>
                <a:close/>
                <a:moveTo>
                  <a:pt x="44190" y="17092"/>
                </a:moveTo>
                <a:lnTo>
                  <a:pt x="51058" y="10177"/>
                </a:lnTo>
                <a:lnTo>
                  <a:pt x="29460" y="13868"/>
                </a:lnTo>
                <a:close/>
                <a:moveTo>
                  <a:pt x="57927" y="3262"/>
                </a:moveTo>
                <a:lnTo>
                  <a:pt x="51058" y="10177"/>
                </a:lnTo>
                <a:lnTo>
                  <a:pt x="72657" y="6487"/>
                </a:lnTo>
                <a:close/>
                <a:moveTo>
                  <a:pt x="36328" y="6952"/>
                </a:moveTo>
                <a:lnTo>
                  <a:pt x="29460" y="13868"/>
                </a:lnTo>
                <a:lnTo>
                  <a:pt x="51058" y="10177"/>
                </a:lnTo>
                <a:close/>
                <a:moveTo>
                  <a:pt x="36328" y="6952"/>
                </a:moveTo>
                <a:lnTo>
                  <a:pt x="21599" y="3728"/>
                </a:lnTo>
                <a:lnTo>
                  <a:pt x="29460" y="13868"/>
                </a:lnTo>
                <a:close/>
                <a:moveTo>
                  <a:pt x="36328" y="6952"/>
                </a:moveTo>
                <a:lnTo>
                  <a:pt x="51058" y="10177"/>
                </a:lnTo>
                <a:lnTo>
                  <a:pt x="43197" y="37"/>
                </a:lnTo>
                <a:close/>
                <a:moveTo>
                  <a:pt x="14730" y="10643"/>
                </a:moveTo>
                <a:lnTo>
                  <a:pt x="7861" y="17558"/>
                </a:lnTo>
                <a:lnTo>
                  <a:pt x="29460" y="13868"/>
                </a:lnTo>
                <a:close/>
                <a:moveTo>
                  <a:pt x="14730" y="10643"/>
                </a:moveTo>
                <a:lnTo>
                  <a:pt x="0" y="7418"/>
                </a:lnTo>
                <a:lnTo>
                  <a:pt x="7861" y="17558"/>
                </a:lnTo>
                <a:close/>
                <a:moveTo>
                  <a:pt x="14730" y="10643"/>
                </a:moveTo>
                <a:lnTo>
                  <a:pt x="21599" y="3728"/>
                </a:lnTo>
                <a:lnTo>
                  <a:pt x="0" y="7418"/>
                </a:lnTo>
                <a:close/>
                <a:moveTo>
                  <a:pt x="14730" y="10643"/>
                </a:moveTo>
                <a:lnTo>
                  <a:pt x="29460" y="13868"/>
                </a:lnTo>
                <a:lnTo>
                  <a:pt x="21599" y="3728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87" name="PANEL_01-slope--17-215_781">
            <a:extLst>
              <a:ext uri="{FF2B5EF4-FFF2-40B4-BE49-F238E27FC236}">
                <a16:creationId xmlns:a16="http://schemas.microsoft.com/office/drawing/2014/main" id="{FCA0B504-F40A-46AB-94D7-3D4478E7AD3F}"/>
              </a:ext>
            </a:extLst>
          </p:cNvPr>
          <p:cNvSpPr>
            <a:spLocks/>
          </p:cNvSpPr>
          <p:nvPr/>
        </p:nvSpPr>
        <p:spPr>
          <a:xfrm>
            <a:off x="567374" y="463517"/>
            <a:ext cx="1397423" cy="140728"/>
          </a:xfrm>
          <a:custGeom>
            <a:pathLst>
              <a:path w="946523" h="95319">
                <a:moveTo>
                  <a:pt x="931793" y="71313"/>
                </a:moveTo>
                <a:lnTo>
                  <a:pt x="946523" y="86037"/>
                </a:lnTo>
                <a:lnTo>
                  <a:pt x="938662" y="75897"/>
                </a:lnTo>
                <a:close/>
                <a:moveTo>
                  <a:pt x="474254" y="85471"/>
                </a:moveTo>
                <a:lnTo>
                  <a:pt x="481123" y="85180"/>
                </a:lnTo>
                <a:lnTo>
                  <a:pt x="459524" y="76854"/>
                </a:lnTo>
                <a:close/>
                <a:moveTo>
                  <a:pt x="474254" y="85471"/>
                </a:moveTo>
                <a:lnTo>
                  <a:pt x="488984" y="95319"/>
                </a:lnTo>
                <a:lnTo>
                  <a:pt x="481123" y="85180"/>
                </a:lnTo>
                <a:close/>
                <a:moveTo>
                  <a:pt x="466393" y="74975"/>
                </a:moveTo>
                <a:lnTo>
                  <a:pt x="459524" y="76854"/>
                </a:lnTo>
                <a:lnTo>
                  <a:pt x="481123" y="85180"/>
                </a:lnTo>
                <a:close/>
                <a:moveTo>
                  <a:pt x="466393" y="74975"/>
                </a:moveTo>
                <a:lnTo>
                  <a:pt x="451663" y="64424"/>
                </a:lnTo>
                <a:lnTo>
                  <a:pt x="459524" y="76854"/>
                </a:lnTo>
                <a:close/>
                <a:moveTo>
                  <a:pt x="444794" y="67687"/>
                </a:moveTo>
                <a:lnTo>
                  <a:pt x="451663" y="64424"/>
                </a:lnTo>
                <a:lnTo>
                  <a:pt x="430064" y="59983"/>
                </a:lnTo>
                <a:close/>
                <a:moveTo>
                  <a:pt x="444794" y="67687"/>
                </a:moveTo>
                <a:lnTo>
                  <a:pt x="459524" y="76854"/>
                </a:lnTo>
                <a:lnTo>
                  <a:pt x="451663" y="64424"/>
                </a:lnTo>
                <a:close/>
                <a:moveTo>
                  <a:pt x="436933" y="55981"/>
                </a:moveTo>
                <a:lnTo>
                  <a:pt x="430064" y="59983"/>
                </a:lnTo>
                <a:lnTo>
                  <a:pt x="451663" y="64424"/>
                </a:lnTo>
                <a:close/>
                <a:moveTo>
                  <a:pt x="436933" y="55981"/>
                </a:moveTo>
                <a:lnTo>
                  <a:pt x="422203" y="47872"/>
                </a:lnTo>
                <a:lnTo>
                  <a:pt x="430064" y="59983"/>
                </a:lnTo>
                <a:close/>
                <a:moveTo>
                  <a:pt x="415335" y="52486"/>
                </a:moveTo>
                <a:lnTo>
                  <a:pt x="408466" y="54173"/>
                </a:lnTo>
                <a:lnTo>
                  <a:pt x="430064" y="59983"/>
                </a:lnTo>
                <a:close/>
                <a:moveTo>
                  <a:pt x="415335" y="52486"/>
                </a:moveTo>
                <a:lnTo>
                  <a:pt x="400605" y="42663"/>
                </a:lnTo>
                <a:lnTo>
                  <a:pt x="408466" y="54173"/>
                </a:lnTo>
                <a:close/>
                <a:moveTo>
                  <a:pt x="415335" y="52486"/>
                </a:moveTo>
                <a:lnTo>
                  <a:pt x="422203" y="47872"/>
                </a:lnTo>
                <a:lnTo>
                  <a:pt x="400605" y="42663"/>
                </a:lnTo>
                <a:close/>
                <a:moveTo>
                  <a:pt x="415335" y="52486"/>
                </a:moveTo>
                <a:lnTo>
                  <a:pt x="430064" y="59983"/>
                </a:lnTo>
                <a:lnTo>
                  <a:pt x="422203" y="47872"/>
                </a:lnTo>
                <a:close/>
                <a:moveTo>
                  <a:pt x="393736" y="45090"/>
                </a:moveTo>
                <a:lnTo>
                  <a:pt x="400605" y="42663"/>
                </a:lnTo>
                <a:lnTo>
                  <a:pt x="379006" y="37299"/>
                </a:lnTo>
                <a:close/>
                <a:moveTo>
                  <a:pt x="393736" y="45090"/>
                </a:moveTo>
                <a:lnTo>
                  <a:pt x="408466" y="54173"/>
                </a:lnTo>
                <a:lnTo>
                  <a:pt x="400605" y="42663"/>
                </a:lnTo>
                <a:close/>
                <a:moveTo>
                  <a:pt x="385875" y="33900"/>
                </a:moveTo>
                <a:lnTo>
                  <a:pt x="379006" y="37299"/>
                </a:lnTo>
                <a:lnTo>
                  <a:pt x="400605" y="42663"/>
                </a:lnTo>
                <a:close/>
                <a:moveTo>
                  <a:pt x="364276" y="31714"/>
                </a:moveTo>
                <a:lnTo>
                  <a:pt x="371145" y="30500"/>
                </a:lnTo>
                <a:lnTo>
                  <a:pt x="349546" y="33434"/>
                </a:lnTo>
                <a:close/>
                <a:moveTo>
                  <a:pt x="364276" y="31714"/>
                </a:moveTo>
                <a:lnTo>
                  <a:pt x="379006" y="37299"/>
                </a:lnTo>
                <a:lnTo>
                  <a:pt x="371145" y="30500"/>
                </a:lnTo>
                <a:close/>
                <a:moveTo>
                  <a:pt x="342678" y="34152"/>
                </a:moveTo>
                <a:lnTo>
                  <a:pt x="349546" y="33434"/>
                </a:lnTo>
                <a:lnTo>
                  <a:pt x="327948" y="38737"/>
                </a:lnTo>
                <a:close/>
                <a:moveTo>
                  <a:pt x="342678" y="34152"/>
                </a:moveTo>
                <a:lnTo>
                  <a:pt x="357408" y="34854"/>
                </a:lnTo>
                <a:lnTo>
                  <a:pt x="349546" y="33434"/>
                </a:lnTo>
                <a:close/>
                <a:moveTo>
                  <a:pt x="240561" y="27808"/>
                </a:moveTo>
                <a:lnTo>
                  <a:pt x="233693" y="30033"/>
                </a:lnTo>
                <a:lnTo>
                  <a:pt x="255291" y="34836"/>
                </a:lnTo>
                <a:close/>
                <a:moveTo>
                  <a:pt x="240561" y="27808"/>
                </a:moveTo>
                <a:lnTo>
                  <a:pt x="225831" y="19803"/>
                </a:lnTo>
                <a:lnTo>
                  <a:pt x="233693" y="30033"/>
                </a:lnTo>
                <a:close/>
                <a:moveTo>
                  <a:pt x="218963" y="21242"/>
                </a:moveTo>
                <a:lnTo>
                  <a:pt x="225831" y="19803"/>
                </a:lnTo>
                <a:lnTo>
                  <a:pt x="204233" y="15145"/>
                </a:lnTo>
                <a:close/>
                <a:moveTo>
                  <a:pt x="218963" y="21242"/>
                </a:moveTo>
                <a:lnTo>
                  <a:pt x="233693" y="30033"/>
                </a:lnTo>
                <a:lnTo>
                  <a:pt x="225831" y="19803"/>
                </a:lnTo>
                <a:close/>
                <a:moveTo>
                  <a:pt x="211102" y="13623"/>
                </a:moveTo>
                <a:lnTo>
                  <a:pt x="204233" y="15145"/>
                </a:lnTo>
                <a:lnTo>
                  <a:pt x="225831" y="19803"/>
                </a:lnTo>
                <a:close/>
                <a:moveTo>
                  <a:pt x="211102" y="13623"/>
                </a:moveTo>
                <a:lnTo>
                  <a:pt x="196372" y="8151"/>
                </a:lnTo>
                <a:lnTo>
                  <a:pt x="204233" y="15145"/>
                </a:lnTo>
                <a:close/>
                <a:moveTo>
                  <a:pt x="189503" y="10316"/>
                </a:moveTo>
                <a:lnTo>
                  <a:pt x="174773" y="6675"/>
                </a:lnTo>
                <a:lnTo>
                  <a:pt x="182634" y="11716"/>
                </a:lnTo>
                <a:close/>
                <a:moveTo>
                  <a:pt x="189503" y="10316"/>
                </a:moveTo>
                <a:lnTo>
                  <a:pt x="196372" y="8151"/>
                </a:lnTo>
                <a:lnTo>
                  <a:pt x="174773" y="6675"/>
                </a:lnTo>
                <a:close/>
                <a:moveTo>
                  <a:pt x="189503" y="10316"/>
                </a:moveTo>
                <a:lnTo>
                  <a:pt x="204233" y="15145"/>
                </a:lnTo>
                <a:lnTo>
                  <a:pt x="196372" y="8151"/>
                </a:lnTo>
                <a:close/>
                <a:moveTo>
                  <a:pt x="167905" y="8586"/>
                </a:moveTo>
                <a:lnTo>
                  <a:pt x="174773" y="6675"/>
                </a:lnTo>
                <a:lnTo>
                  <a:pt x="153175" y="4105"/>
                </a:lnTo>
                <a:close/>
                <a:moveTo>
                  <a:pt x="160043" y="3628"/>
                </a:moveTo>
                <a:lnTo>
                  <a:pt x="153175" y="4105"/>
                </a:lnTo>
                <a:lnTo>
                  <a:pt x="174773" y="6675"/>
                </a:lnTo>
                <a:close/>
                <a:moveTo>
                  <a:pt x="160043" y="3628"/>
                </a:moveTo>
                <a:lnTo>
                  <a:pt x="145314" y="1225"/>
                </a:lnTo>
                <a:lnTo>
                  <a:pt x="153175" y="4105"/>
                </a:lnTo>
                <a:close/>
                <a:moveTo>
                  <a:pt x="138445" y="547"/>
                </a:moveTo>
                <a:lnTo>
                  <a:pt x="123715" y="893"/>
                </a:lnTo>
                <a:lnTo>
                  <a:pt x="131576" y="1072"/>
                </a:lnTo>
                <a:close/>
                <a:moveTo>
                  <a:pt x="138445" y="547"/>
                </a:moveTo>
                <a:lnTo>
                  <a:pt x="145314" y="1225"/>
                </a:lnTo>
                <a:lnTo>
                  <a:pt x="123715" y="893"/>
                </a:lnTo>
                <a:close/>
                <a:moveTo>
                  <a:pt x="138445" y="547"/>
                </a:moveTo>
                <a:lnTo>
                  <a:pt x="153175" y="4105"/>
                </a:lnTo>
                <a:lnTo>
                  <a:pt x="145314" y="1225"/>
                </a:lnTo>
                <a:close/>
                <a:moveTo>
                  <a:pt x="116846" y="0"/>
                </a:moveTo>
                <a:lnTo>
                  <a:pt x="123715" y="893"/>
                </a:lnTo>
                <a:lnTo>
                  <a:pt x="102116" y="6795"/>
                </a:lnTo>
                <a:close/>
                <a:moveTo>
                  <a:pt x="116846" y="0"/>
                </a:moveTo>
                <a:lnTo>
                  <a:pt x="131576" y="1072"/>
                </a:lnTo>
                <a:lnTo>
                  <a:pt x="123715" y="893"/>
                </a:lnTo>
                <a:close/>
                <a:moveTo>
                  <a:pt x="14730" y="16116"/>
                </a:moveTo>
                <a:lnTo>
                  <a:pt x="0" y="1317"/>
                </a:lnTo>
                <a:lnTo>
                  <a:pt x="7861" y="22757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88" name="PANEL_01-slope--17-220_782">
            <a:extLst>
              <a:ext uri="{FF2B5EF4-FFF2-40B4-BE49-F238E27FC236}">
                <a16:creationId xmlns:a16="http://schemas.microsoft.com/office/drawing/2014/main" id="{3F200860-CBB7-4AF6-A3E3-5B79479ECD99}"/>
              </a:ext>
            </a:extLst>
          </p:cNvPr>
          <p:cNvSpPr>
            <a:spLocks/>
          </p:cNvSpPr>
          <p:nvPr/>
        </p:nvSpPr>
        <p:spPr>
          <a:xfrm>
            <a:off x="480386" y="382995"/>
            <a:ext cx="1377141" cy="208921"/>
          </a:xfrm>
          <a:custGeom>
            <a:pathLst>
              <a:path w="932786" h="141510">
                <a:moveTo>
                  <a:pt x="925917" y="137622"/>
                </a:moveTo>
                <a:lnTo>
                  <a:pt x="932786" y="141510"/>
                </a:lnTo>
                <a:lnTo>
                  <a:pt x="911187" y="137896"/>
                </a:lnTo>
                <a:close/>
                <a:moveTo>
                  <a:pt x="444794" y="88441"/>
                </a:moveTo>
                <a:lnTo>
                  <a:pt x="430064" y="85040"/>
                </a:lnTo>
                <a:lnTo>
                  <a:pt x="437926" y="91840"/>
                </a:lnTo>
                <a:close/>
                <a:moveTo>
                  <a:pt x="423196" y="86255"/>
                </a:moveTo>
                <a:lnTo>
                  <a:pt x="408466" y="87974"/>
                </a:lnTo>
                <a:lnTo>
                  <a:pt x="416327" y="89394"/>
                </a:lnTo>
                <a:close/>
                <a:moveTo>
                  <a:pt x="379999" y="94966"/>
                </a:moveTo>
                <a:lnTo>
                  <a:pt x="386867" y="93277"/>
                </a:lnTo>
                <a:lnTo>
                  <a:pt x="365269" y="99063"/>
                </a:lnTo>
                <a:close/>
                <a:moveTo>
                  <a:pt x="393736" y="91973"/>
                </a:moveTo>
                <a:lnTo>
                  <a:pt x="386867" y="93277"/>
                </a:lnTo>
                <a:lnTo>
                  <a:pt x="408466" y="87974"/>
                </a:lnTo>
                <a:close/>
                <a:moveTo>
                  <a:pt x="372138" y="97478"/>
                </a:moveTo>
                <a:lnTo>
                  <a:pt x="365269" y="99063"/>
                </a:lnTo>
                <a:lnTo>
                  <a:pt x="386867" y="93277"/>
                </a:lnTo>
                <a:close/>
                <a:moveTo>
                  <a:pt x="372138" y="97478"/>
                </a:moveTo>
                <a:lnTo>
                  <a:pt x="357408" y="93523"/>
                </a:lnTo>
                <a:lnTo>
                  <a:pt x="365269" y="99063"/>
                </a:lnTo>
                <a:close/>
                <a:moveTo>
                  <a:pt x="350539" y="100531"/>
                </a:moveTo>
                <a:lnTo>
                  <a:pt x="343670" y="101856"/>
                </a:lnTo>
                <a:lnTo>
                  <a:pt x="365269" y="99063"/>
                </a:lnTo>
                <a:close/>
                <a:moveTo>
                  <a:pt x="350539" y="100531"/>
                </a:moveTo>
                <a:lnTo>
                  <a:pt x="335809" y="92394"/>
                </a:lnTo>
                <a:lnTo>
                  <a:pt x="343670" y="101856"/>
                </a:lnTo>
                <a:close/>
                <a:moveTo>
                  <a:pt x="350539" y="100531"/>
                </a:moveTo>
                <a:lnTo>
                  <a:pt x="357408" y="93523"/>
                </a:lnTo>
                <a:lnTo>
                  <a:pt x="335809" y="92394"/>
                </a:lnTo>
                <a:close/>
                <a:moveTo>
                  <a:pt x="350539" y="100531"/>
                </a:moveTo>
                <a:lnTo>
                  <a:pt x="365269" y="99063"/>
                </a:lnTo>
                <a:lnTo>
                  <a:pt x="357408" y="93523"/>
                </a:lnTo>
                <a:close/>
                <a:moveTo>
                  <a:pt x="328941" y="97498"/>
                </a:moveTo>
                <a:lnTo>
                  <a:pt x="335809" y="92394"/>
                </a:lnTo>
                <a:lnTo>
                  <a:pt x="314211" y="89377"/>
                </a:lnTo>
                <a:close/>
                <a:moveTo>
                  <a:pt x="328941" y="97498"/>
                </a:moveTo>
                <a:lnTo>
                  <a:pt x="343670" y="101856"/>
                </a:lnTo>
                <a:lnTo>
                  <a:pt x="335809" y="92394"/>
                </a:lnTo>
                <a:close/>
                <a:moveTo>
                  <a:pt x="321079" y="84874"/>
                </a:moveTo>
                <a:lnTo>
                  <a:pt x="314211" y="89377"/>
                </a:lnTo>
                <a:lnTo>
                  <a:pt x="335809" y="92394"/>
                </a:lnTo>
                <a:close/>
                <a:moveTo>
                  <a:pt x="321079" y="84874"/>
                </a:moveTo>
                <a:lnTo>
                  <a:pt x="306349" y="77444"/>
                </a:lnTo>
                <a:lnTo>
                  <a:pt x="314211" y="89377"/>
                </a:lnTo>
                <a:close/>
                <a:moveTo>
                  <a:pt x="299481" y="82349"/>
                </a:moveTo>
                <a:lnTo>
                  <a:pt x="306349" y="77444"/>
                </a:lnTo>
                <a:lnTo>
                  <a:pt x="284751" y="74344"/>
                </a:lnTo>
                <a:close/>
                <a:moveTo>
                  <a:pt x="299481" y="82349"/>
                </a:moveTo>
                <a:lnTo>
                  <a:pt x="314211" y="89377"/>
                </a:lnTo>
                <a:lnTo>
                  <a:pt x="306349" y="77444"/>
                </a:lnTo>
                <a:close/>
                <a:moveTo>
                  <a:pt x="154167" y="64662"/>
                </a:moveTo>
                <a:lnTo>
                  <a:pt x="161036" y="61336"/>
                </a:lnTo>
                <a:lnTo>
                  <a:pt x="139437" y="72517"/>
                </a:lnTo>
                <a:close/>
                <a:moveTo>
                  <a:pt x="132569" y="74905"/>
                </a:moveTo>
                <a:lnTo>
                  <a:pt x="139437" y="72517"/>
                </a:lnTo>
                <a:lnTo>
                  <a:pt x="117839" y="82775"/>
                </a:lnTo>
                <a:close/>
                <a:moveTo>
                  <a:pt x="167905" y="57213"/>
                </a:moveTo>
                <a:lnTo>
                  <a:pt x="161036" y="61336"/>
                </a:lnTo>
                <a:lnTo>
                  <a:pt x="182634" y="55433"/>
                </a:lnTo>
                <a:close/>
                <a:moveTo>
                  <a:pt x="146306" y="68927"/>
                </a:moveTo>
                <a:lnTo>
                  <a:pt x="139437" y="72517"/>
                </a:lnTo>
                <a:lnTo>
                  <a:pt x="161036" y="61336"/>
                </a:lnTo>
                <a:close/>
                <a:moveTo>
                  <a:pt x="124708" y="81576"/>
                </a:moveTo>
                <a:lnTo>
                  <a:pt x="117839" y="82775"/>
                </a:lnTo>
                <a:lnTo>
                  <a:pt x="139437" y="72517"/>
                </a:lnTo>
                <a:close/>
                <a:moveTo>
                  <a:pt x="124708" y="81576"/>
                </a:moveTo>
                <a:lnTo>
                  <a:pt x="109978" y="81589"/>
                </a:lnTo>
                <a:lnTo>
                  <a:pt x="117839" y="82775"/>
                </a:lnTo>
                <a:close/>
                <a:moveTo>
                  <a:pt x="103109" y="88522"/>
                </a:moveTo>
                <a:lnTo>
                  <a:pt x="96240" y="90178"/>
                </a:lnTo>
                <a:lnTo>
                  <a:pt x="117839" y="82775"/>
                </a:lnTo>
                <a:close/>
                <a:moveTo>
                  <a:pt x="103109" y="88522"/>
                </a:moveTo>
                <a:lnTo>
                  <a:pt x="88379" y="81502"/>
                </a:lnTo>
                <a:lnTo>
                  <a:pt x="96240" y="90178"/>
                </a:lnTo>
                <a:close/>
                <a:moveTo>
                  <a:pt x="103109" y="88522"/>
                </a:moveTo>
                <a:lnTo>
                  <a:pt x="117839" y="82775"/>
                </a:lnTo>
                <a:lnTo>
                  <a:pt x="109978" y="81589"/>
                </a:lnTo>
                <a:close/>
                <a:moveTo>
                  <a:pt x="81511" y="89760"/>
                </a:moveTo>
                <a:lnTo>
                  <a:pt x="66781" y="77298"/>
                </a:lnTo>
                <a:lnTo>
                  <a:pt x="74642" y="93396"/>
                </a:lnTo>
                <a:close/>
                <a:moveTo>
                  <a:pt x="81511" y="89760"/>
                </a:moveTo>
                <a:lnTo>
                  <a:pt x="88379" y="81502"/>
                </a:lnTo>
                <a:lnTo>
                  <a:pt x="66781" y="77298"/>
                </a:lnTo>
                <a:close/>
                <a:moveTo>
                  <a:pt x="81511" y="89760"/>
                </a:moveTo>
                <a:lnTo>
                  <a:pt x="96240" y="90178"/>
                </a:lnTo>
                <a:lnTo>
                  <a:pt x="88379" y="81502"/>
                </a:lnTo>
                <a:close/>
                <a:moveTo>
                  <a:pt x="73649" y="70656"/>
                </a:moveTo>
                <a:lnTo>
                  <a:pt x="66781" y="77298"/>
                </a:lnTo>
                <a:lnTo>
                  <a:pt x="88379" y="81502"/>
                </a:lnTo>
                <a:close/>
                <a:moveTo>
                  <a:pt x="52051" y="63078"/>
                </a:moveTo>
                <a:lnTo>
                  <a:pt x="45182" y="72744"/>
                </a:lnTo>
                <a:lnTo>
                  <a:pt x="66781" y="77298"/>
                </a:lnTo>
                <a:close/>
                <a:moveTo>
                  <a:pt x="52051" y="63078"/>
                </a:moveTo>
                <a:lnTo>
                  <a:pt x="37321" y="50154"/>
                </a:lnTo>
                <a:lnTo>
                  <a:pt x="45182" y="72744"/>
                </a:lnTo>
                <a:close/>
                <a:moveTo>
                  <a:pt x="52051" y="63078"/>
                </a:moveTo>
                <a:lnTo>
                  <a:pt x="58919" y="55858"/>
                </a:lnTo>
                <a:lnTo>
                  <a:pt x="37321" y="50154"/>
                </a:lnTo>
                <a:close/>
                <a:moveTo>
                  <a:pt x="52051" y="63078"/>
                </a:moveTo>
                <a:lnTo>
                  <a:pt x="66781" y="77298"/>
                </a:lnTo>
                <a:lnTo>
                  <a:pt x="58919" y="55858"/>
                </a:lnTo>
                <a:close/>
                <a:moveTo>
                  <a:pt x="30452" y="59543"/>
                </a:moveTo>
                <a:lnTo>
                  <a:pt x="37321" y="50154"/>
                </a:lnTo>
                <a:lnTo>
                  <a:pt x="15722" y="48297"/>
                </a:lnTo>
                <a:close/>
                <a:moveTo>
                  <a:pt x="44190" y="41189"/>
                </a:moveTo>
                <a:lnTo>
                  <a:pt x="37321" y="50154"/>
                </a:lnTo>
                <a:lnTo>
                  <a:pt x="58919" y="55858"/>
                </a:lnTo>
                <a:close/>
                <a:moveTo>
                  <a:pt x="44190" y="41189"/>
                </a:moveTo>
                <a:lnTo>
                  <a:pt x="29460" y="26666"/>
                </a:lnTo>
                <a:lnTo>
                  <a:pt x="37321" y="50154"/>
                </a:lnTo>
                <a:close/>
                <a:moveTo>
                  <a:pt x="22591" y="36806"/>
                </a:moveTo>
                <a:lnTo>
                  <a:pt x="15722" y="48297"/>
                </a:lnTo>
                <a:lnTo>
                  <a:pt x="37321" y="50154"/>
                </a:lnTo>
                <a:close/>
                <a:moveTo>
                  <a:pt x="22591" y="36806"/>
                </a:moveTo>
                <a:lnTo>
                  <a:pt x="7861" y="24248"/>
                </a:lnTo>
                <a:lnTo>
                  <a:pt x="15722" y="48297"/>
                </a:lnTo>
                <a:close/>
                <a:moveTo>
                  <a:pt x="22591" y="36806"/>
                </a:moveTo>
                <a:lnTo>
                  <a:pt x="29460" y="26666"/>
                </a:lnTo>
                <a:lnTo>
                  <a:pt x="7861" y="24248"/>
                </a:lnTo>
                <a:close/>
                <a:moveTo>
                  <a:pt x="22591" y="36806"/>
                </a:moveTo>
                <a:lnTo>
                  <a:pt x="37321" y="50154"/>
                </a:lnTo>
                <a:lnTo>
                  <a:pt x="29460" y="26666"/>
                </a:lnTo>
                <a:close/>
                <a:moveTo>
                  <a:pt x="14730" y="11594"/>
                </a:moveTo>
                <a:lnTo>
                  <a:pt x="7861" y="24248"/>
                </a:lnTo>
                <a:lnTo>
                  <a:pt x="29460" y="26666"/>
                </a:lnTo>
                <a:close/>
                <a:moveTo>
                  <a:pt x="14730" y="11594"/>
                </a:moveTo>
                <a:lnTo>
                  <a:pt x="0" y="0"/>
                </a:lnTo>
                <a:lnTo>
                  <a:pt x="7861" y="24248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89" name="PANEL_01-slope--17-225_783">
            <a:extLst>
              <a:ext uri="{FF2B5EF4-FFF2-40B4-BE49-F238E27FC236}">
                <a16:creationId xmlns:a16="http://schemas.microsoft.com/office/drawing/2014/main" id="{7C07349E-52CA-4A3F-9CF8-E043522C52D5}"/>
              </a:ext>
            </a:extLst>
          </p:cNvPr>
          <p:cNvSpPr>
            <a:spLocks/>
          </p:cNvSpPr>
          <p:nvPr/>
        </p:nvSpPr>
        <p:spPr>
          <a:xfrm>
            <a:off x="309344" y="375468"/>
            <a:ext cx="2180191" cy="227345"/>
          </a:xfrm>
          <a:custGeom>
            <a:pathLst>
              <a:path w="1476719" h="153988">
                <a:moveTo>
                  <a:pt x="1461989" y="67044"/>
                </a:moveTo>
                <a:lnTo>
                  <a:pt x="1476719" y="64368"/>
                </a:lnTo>
                <a:lnTo>
                  <a:pt x="1468857" y="57117"/>
                </a:lnTo>
                <a:close/>
                <a:moveTo>
                  <a:pt x="1440390" y="83202"/>
                </a:moveTo>
                <a:lnTo>
                  <a:pt x="1425660" y="86349"/>
                </a:lnTo>
                <a:lnTo>
                  <a:pt x="1433522" y="95764"/>
                </a:lnTo>
                <a:close/>
                <a:moveTo>
                  <a:pt x="1440390" y="83202"/>
                </a:moveTo>
                <a:lnTo>
                  <a:pt x="1455120" y="81091"/>
                </a:lnTo>
                <a:lnTo>
                  <a:pt x="1447259" y="72255"/>
                </a:lnTo>
                <a:close/>
                <a:moveTo>
                  <a:pt x="1418792" y="95892"/>
                </a:moveTo>
                <a:lnTo>
                  <a:pt x="1404062" y="98780"/>
                </a:lnTo>
                <a:lnTo>
                  <a:pt x="1411923" y="108227"/>
                </a:lnTo>
                <a:close/>
                <a:moveTo>
                  <a:pt x="1418792" y="95892"/>
                </a:moveTo>
                <a:lnTo>
                  <a:pt x="1425660" y="86349"/>
                </a:lnTo>
                <a:lnTo>
                  <a:pt x="1404062" y="98780"/>
                </a:lnTo>
                <a:close/>
                <a:moveTo>
                  <a:pt x="1418792" y="95892"/>
                </a:moveTo>
                <a:lnTo>
                  <a:pt x="1433522" y="95764"/>
                </a:lnTo>
                <a:lnTo>
                  <a:pt x="1425660" y="86349"/>
                </a:lnTo>
                <a:close/>
                <a:moveTo>
                  <a:pt x="1397193" y="108210"/>
                </a:moveTo>
                <a:lnTo>
                  <a:pt x="1382463" y="111694"/>
                </a:lnTo>
                <a:lnTo>
                  <a:pt x="1390325" y="121072"/>
                </a:lnTo>
                <a:close/>
                <a:moveTo>
                  <a:pt x="1397193" y="108210"/>
                </a:moveTo>
                <a:lnTo>
                  <a:pt x="1404062" y="98780"/>
                </a:lnTo>
                <a:lnTo>
                  <a:pt x="1382463" y="111694"/>
                </a:lnTo>
                <a:close/>
                <a:moveTo>
                  <a:pt x="1397193" y="108210"/>
                </a:moveTo>
                <a:lnTo>
                  <a:pt x="1411923" y="108227"/>
                </a:lnTo>
                <a:lnTo>
                  <a:pt x="1404062" y="98780"/>
                </a:lnTo>
                <a:close/>
                <a:moveTo>
                  <a:pt x="1375595" y="122589"/>
                </a:moveTo>
                <a:lnTo>
                  <a:pt x="1368726" y="133180"/>
                </a:lnTo>
                <a:lnTo>
                  <a:pt x="1390325" y="121072"/>
                </a:lnTo>
                <a:close/>
                <a:moveTo>
                  <a:pt x="1375595" y="122589"/>
                </a:moveTo>
                <a:lnTo>
                  <a:pt x="1360865" y="123743"/>
                </a:lnTo>
                <a:lnTo>
                  <a:pt x="1368726" y="133180"/>
                </a:lnTo>
                <a:close/>
                <a:moveTo>
                  <a:pt x="1375595" y="122589"/>
                </a:moveTo>
                <a:lnTo>
                  <a:pt x="1382463" y="111694"/>
                </a:lnTo>
                <a:lnTo>
                  <a:pt x="1360865" y="123743"/>
                </a:lnTo>
                <a:close/>
                <a:moveTo>
                  <a:pt x="1375595" y="122589"/>
                </a:moveTo>
                <a:lnTo>
                  <a:pt x="1390325" y="121072"/>
                </a:lnTo>
                <a:lnTo>
                  <a:pt x="1382463" y="111694"/>
                </a:lnTo>
                <a:close/>
                <a:moveTo>
                  <a:pt x="1353996" y="133584"/>
                </a:moveTo>
                <a:lnTo>
                  <a:pt x="1339266" y="132290"/>
                </a:lnTo>
                <a:lnTo>
                  <a:pt x="1347128" y="141888"/>
                </a:lnTo>
                <a:close/>
                <a:moveTo>
                  <a:pt x="1353996" y="133584"/>
                </a:moveTo>
                <a:lnTo>
                  <a:pt x="1360865" y="123743"/>
                </a:lnTo>
                <a:lnTo>
                  <a:pt x="1339266" y="132290"/>
                </a:lnTo>
                <a:close/>
                <a:moveTo>
                  <a:pt x="1353996" y="133584"/>
                </a:moveTo>
                <a:lnTo>
                  <a:pt x="1368726" y="133180"/>
                </a:lnTo>
                <a:lnTo>
                  <a:pt x="1360865" y="123743"/>
                </a:lnTo>
                <a:close/>
                <a:moveTo>
                  <a:pt x="1332398" y="140031"/>
                </a:moveTo>
                <a:lnTo>
                  <a:pt x="1339266" y="132290"/>
                </a:lnTo>
                <a:lnTo>
                  <a:pt x="1317668" y="138318"/>
                </a:lnTo>
                <a:close/>
                <a:moveTo>
                  <a:pt x="1332398" y="140031"/>
                </a:moveTo>
                <a:lnTo>
                  <a:pt x="1347128" y="141888"/>
                </a:lnTo>
                <a:lnTo>
                  <a:pt x="1339266" y="132290"/>
                </a:lnTo>
                <a:close/>
                <a:moveTo>
                  <a:pt x="1346135" y="124313"/>
                </a:moveTo>
                <a:lnTo>
                  <a:pt x="1339266" y="132290"/>
                </a:lnTo>
                <a:lnTo>
                  <a:pt x="1360865" y="123743"/>
                </a:lnTo>
                <a:close/>
                <a:moveTo>
                  <a:pt x="1324537" y="131230"/>
                </a:moveTo>
                <a:lnTo>
                  <a:pt x="1317668" y="138318"/>
                </a:lnTo>
                <a:lnTo>
                  <a:pt x="1339266" y="132290"/>
                </a:lnTo>
                <a:close/>
                <a:moveTo>
                  <a:pt x="1324537" y="131230"/>
                </a:moveTo>
                <a:lnTo>
                  <a:pt x="1309807" y="128454"/>
                </a:lnTo>
                <a:lnTo>
                  <a:pt x="1317668" y="138318"/>
                </a:lnTo>
                <a:close/>
                <a:moveTo>
                  <a:pt x="1302938" y="136040"/>
                </a:moveTo>
                <a:lnTo>
                  <a:pt x="1296069" y="144239"/>
                </a:lnTo>
                <a:lnTo>
                  <a:pt x="1317668" y="138318"/>
                </a:lnTo>
                <a:close/>
                <a:moveTo>
                  <a:pt x="1302938" y="136040"/>
                </a:moveTo>
                <a:lnTo>
                  <a:pt x="1288208" y="132166"/>
                </a:lnTo>
                <a:lnTo>
                  <a:pt x="1296069" y="144239"/>
                </a:lnTo>
                <a:close/>
                <a:moveTo>
                  <a:pt x="1302938" y="136040"/>
                </a:moveTo>
                <a:lnTo>
                  <a:pt x="1317668" y="138318"/>
                </a:lnTo>
                <a:lnTo>
                  <a:pt x="1309807" y="128454"/>
                </a:lnTo>
                <a:close/>
                <a:moveTo>
                  <a:pt x="1281339" y="140647"/>
                </a:moveTo>
                <a:lnTo>
                  <a:pt x="1274471" y="153951"/>
                </a:lnTo>
                <a:lnTo>
                  <a:pt x="1296069" y="144239"/>
                </a:lnTo>
                <a:close/>
                <a:moveTo>
                  <a:pt x="1281339" y="140647"/>
                </a:moveTo>
                <a:lnTo>
                  <a:pt x="1266610" y="135759"/>
                </a:lnTo>
                <a:lnTo>
                  <a:pt x="1274471" y="153951"/>
                </a:lnTo>
                <a:close/>
                <a:moveTo>
                  <a:pt x="1281339" y="140647"/>
                </a:moveTo>
                <a:lnTo>
                  <a:pt x="1288208" y="132166"/>
                </a:lnTo>
                <a:lnTo>
                  <a:pt x="1266610" y="135759"/>
                </a:lnTo>
                <a:close/>
                <a:moveTo>
                  <a:pt x="1281339" y="140647"/>
                </a:moveTo>
                <a:lnTo>
                  <a:pt x="1296069" y="144239"/>
                </a:lnTo>
                <a:lnTo>
                  <a:pt x="1288208" y="132166"/>
                </a:lnTo>
                <a:close/>
                <a:moveTo>
                  <a:pt x="1259741" y="145961"/>
                </a:moveTo>
                <a:lnTo>
                  <a:pt x="1266610" y="135759"/>
                </a:lnTo>
                <a:lnTo>
                  <a:pt x="1245011" y="147502"/>
                </a:lnTo>
                <a:close/>
                <a:moveTo>
                  <a:pt x="1259741" y="145961"/>
                </a:moveTo>
                <a:lnTo>
                  <a:pt x="1274471" y="153951"/>
                </a:lnTo>
                <a:lnTo>
                  <a:pt x="1266610" y="135759"/>
                </a:lnTo>
                <a:close/>
                <a:moveTo>
                  <a:pt x="1273478" y="126370"/>
                </a:moveTo>
                <a:lnTo>
                  <a:pt x="1266610" y="135759"/>
                </a:lnTo>
                <a:lnTo>
                  <a:pt x="1288208" y="132166"/>
                </a:lnTo>
                <a:close/>
                <a:moveTo>
                  <a:pt x="1251880" y="130058"/>
                </a:moveTo>
                <a:lnTo>
                  <a:pt x="1266610" y="135759"/>
                </a:lnTo>
                <a:lnTo>
                  <a:pt x="1258748" y="120642"/>
                </a:lnTo>
                <a:close/>
                <a:moveTo>
                  <a:pt x="1230281" y="141917"/>
                </a:moveTo>
                <a:lnTo>
                  <a:pt x="1223413" y="151193"/>
                </a:lnTo>
                <a:lnTo>
                  <a:pt x="1245011" y="147502"/>
                </a:lnTo>
                <a:close/>
                <a:moveTo>
                  <a:pt x="1230281" y="141917"/>
                </a:moveTo>
                <a:lnTo>
                  <a:pt x="1215551" y="141053"/>
                </a:lnTo>
                <a:lnTo>
                  <a:pt x="1223413" y="151193"/>
                </a:lnTo>
                <a:close/>
                <a:moveTo>
                  <a:pt x="1230281" y="141917"/>
                </a:moveTo>
                <a:lnTo>
                  <a:pt x="1245011" y="147502"/>
                </a:lnTo>
                <a:lnTo>
                  <a:pt x="1237150" y="129511"/>
                </a:lnTo>
                <a:close/>
                <a:moveTo>
                  <a:pt x="1106566" y="130951"/>
                </a:moveTo>
                <a:lnTo>
                  <a:pt x="1099698" y="149366"/>
                </a:lnTo>
                <a:lnTo>
                  <a:pt x="1121296" y="145675"/>
                </a:lnTo>
                <a:close/>
                <a:moveTo>
                  <a:pt x="1106566" y="130951"/>
                </a:moveTo>
                <a:lnTo>
                  <a:pt x="1091836" y="125832"/>
                </a:lnTo>
                <a:lnTo>
                  <a:pt x="1099698" y="149366"/>
                </a:lnTo>
                <a:close/>
                <a:moveTo>
                  <a:pt x="1084968" y="136786"/>
                </a:moveTo>
                <a:lnTo>
                  <a:pt x="1078099" y="153056"/>
                </a:lnTo>
                <a:lnTo>
                  <a:pt x="1099698" y="149366"/>
                </a:lnTo>
                <a:close/>
                <a:moveTo>
                  <a:pt x="1084968" y="136786"/>
                </a:moveTo>
                <a:lnTo>
                  <a:pt x="1099698" y="149366"/>
                </a:lnTo>
                <a:lnTo>
                  <a:pt x="1091836" y="125832"/>
                </a:lnTo>
                <a:close/>
                <a:moveTo>
                  <a:pt x="1055508" y="126750"/>
                </a:moveTo>
                <a:lnTo>
                  <a:pt x="1048639" y="146607"/>
                </a:lnTo>
                <a:lnTo>
                  <a:pt x="1070238" y="142917"/>
                </a:lnTo>
                <a:close/>
                <a:moveTo>
                  <a:pt x="1055508" y="126750"/>
                </a:moveTo>
                <a:lnTo>
                  <a:pt x="1040778" y="121334"/>
                </a:lnTo>
                <a:lnTo>
                  <a:pt x="1048639" y="146607"/>
                </a:lnTo>
                <a:close/>
                <a:moveTo>
                  <a:pt x="1033910" y="130895"/>
                </a:moveTo>
                <a:lnTo>
                  <a:pt x="1027041" y="142993"/>
                </a:lnTo>
                <a:lnTo>
                  <a:pt x="1048639" y="146607"/>
                </a:lnTo>
                <a:close/>
                <a:moveTo>
                  <a:pt x="1033910" y="130895"/>
                </a:moveTo>
                <a:lnTo>
                  <a:pt x="1019180" y="128882"/>
                </a:lnTo>
                <a:lnTo>
                  <a:pt x="1027041" y="142993"/>
                </a:lnTo>
                <a:close/>
                <a:moveTo>
                  <a:pt x="1033910" y="130895"/>
                </a:moveTo>
                <a:lnTo>
                  <a:pt x="1040778" y="121334"/>
                </a:lnTo>
                <a:lnTo>
                  <a:pt x="1019180" y="128882"/>
                </a:lnTo>
                <a:close/>
                <a:moveTo>
                  <a:pt x="1033910" y="130895"/>
                </a:moveTo>
                <a:lnTo>
                  <a:pt x="1048639" y="146607"/>
                </a:lnTo>
                <a:lnTo>
                  <a:pt x="1040778" y="121334"/>
                </a:lnTo>
                <a:close/>
                <a:moveTo>
                  <a:pt x="1012311" y="143770"/>
                </a:moveTo>
                <a:lnTo>
                  <a:pt x="1005442" y="153988"/>
                </a:lnTo>
                <a:lnTo>
                  <a:pt x="1027041" y="142993"/>
                </a:lnTo>
                <a:close/>
                <a:moveTo>
                  <a:pt x="1012311" y="143770"/>
                </a:moveTo>
                <a:lnTo>
                  <a:pt x="997581" y="143849"/>
                </a:lnTo>
                <a:lnTo>
                  <a:pt x="1005442" y="153988"/>
                </a:lnTo>
                <a:close/>
                <a:moveTo>
                  <a:pt x="982851" y="138411"/>
                </a:moveTo>
                <a:lnTo>
                  <a:pt x="975983" y="147539"/>
                </a:lnTo>
                <a:lnTo>
                  <a:pt x="997581" y="143849"/>
                </a:lnTo>
                <a:close/>
                <a:moveTo>
                  <a:pt x="116846" y="41779"/>
                </a:moveTo>
                <a:lnTo>
                  <a:pt x="123715" y="29345"/>
                </a:lnTo>
                <a:lnTo>
                  <a:pt x="102116" y="31650"/>
                </a:lnTo>
                <a:close/>
                <a:moveTo>
                  <a:pt x="116846" y="41779"/>
                </a:moveTo>
                <a:lnTo>
                  <a:pt x="131576" y="53394"/>
                </a:lnTo>
                <a:lnTo>
                  <a:pt x="123715" y="29345"/>
                </a:lnTo>
                <a:close/>
                <a:moveTo>
                  <a:pt x="108985" y="17007"/>
                </a:moveTo>
                <a:lnTo>
                  <a:pt x="102116" y="31650"/>
                </a:lnTo>
                <a:lnTo>
                  <a:pt x="123715" y="29345"/>
                </a:lnTo>
                <a:close/>
                <a:moveTo>
                  <a:pt x="108985" y="17007"/>
                </a:moveTo>
                <a:lnTo>
                  <a:pt x="94255" y="8192"/>
                </a:lnTo>
                <a:lnTo>
                  <a:pt x="102116" y="31650"/>
                </a:lnTo>
                <a:close/>
                <a:moveTo>
                  <a:pt x="108985" y="17007"/>
                </a:moveTo>
                <a:lnTo>
                  <a:pt x="115854" y="5097"/>
                </a:lnTo>
                <a:lnTo>
                  <a:pt x="94255" y="8192"/>
                </a:lnTo>
                <a:close/>
                <a:moveTo>
                  <a:pt x="108985" y="17007"/>
                </a:moveTo>
                <a:lnTo>
                  <a:pt x="123715" y="29345"/>
                </a:lnTo>
                <a:lnTo>
                  <a:pt x="115854" y="5097"/>
                </a:lnTo>
                <a:close/>
                <a:moveTo>
                  <a:pt x="87387" y="22783"/>
                </a:moveTo>
                <a:lnTo>
                  <a:pt x="80518" y="36661"/>
                </a:lnTo>
                <a:lnTo>
                  <a:pt x="102116" y="31650"/>
                </a:lnTo>
                <a:close/>
                <a:moveTo>
                  <a:pt x="87387" y="22783"/>
                </a:moveTo>
                <a:lnTo>
                  <a:pt x="72657" y="15552"/>
                </a:lnTo>
                <a:lnTo>
                  <a:pt x="80518" y="36661"/>
                </a:lnTo>
                <a:close/>
                <a:moveTo>
                  <a:pt x="87387" y="22783"/>
                </a:moveTo>
                <a:lnTo>
                  <a:pt x="94255" y="8192"/>
                </a:lnTo>
                <a:lnTo>
                  <a:pt x="72657" y="15552"/>
                </a:lnTo>
                <a:close/>
                <a:moveTo>
                  <a:pt x="87387" y="22783"/>
                </a:moveTo>
                <a:lnTo>
                  <a:pt x="102116" y="31650"/>
                </a:lnTo>
                <a:lnTo>
                  <a:pt x="94255" y="8192"/>
                </a:lnTo>
                <a:close/>
                <a:moveTo>
                  <a:pt x="65788" y="28876"/>
                </a:moveTo>
                <a:lnTo>
                  <a:pt x="80518" y="36661"/>
                </a:lnTo>
                <a:lnTo>
                  <a:pt x="72657" y="15552"/>
                </a:lnTo>
                <a:close/>
                <a:moveTo>
                  <a:pt x="79525" y="0"/>
                </a:moveTo>
                <a:lnTo>
                  <a:pt x="72657" y="15552"/>
                </a:lnTo>
                <a:lnTo>
                  <a:pt x="94255" y="8192"/>
                </a:lnTo>
                <a:close/>
                <a:moveTo>
                  <a:pt x="36328" y="19400"/>
                </a:moveTo>
                <a:lnTo>
                  <a:pt x="43197" y="6021"/>
                </a:lnTo>
                <a:lnTo>
                  <a:pt x="21599" y="13566"/>
                </a:lnTo>
                <a:close/>
                <a:moveTo>
                  <a:pt x="6869" y="5240"/>
                </a:moveTo>
                <a:lnTo>
                  <a:pt x="0" y="22437"/>
                </a:lnTo>
                <a:lnTo>
                  <a:pt x="21599" y="13566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90" name="PANEL_01-slope--17-230_784">
            <a:extLst>
              <a:ext uri="{FF2B5EF4-FFF2-40B4-BE49-F238E27FC236}">
                <a16:creationId xmlns:a16="http://schemas.microsoft.com/office/drawing/2014/main" id="{AA5B3FA1-E4BC-4783-B136-6E77AFE4B4DF}"/>
              </a:ext>
            </a:extLst>
          </p:cNvPr>
          <p:cNvSpPr>
            <a:spLocks/>
          </p:cNvSpPr>
          <p:nvPr/>
        </p:nvSpPr>
        <p:spPr>
          <a:xfrm>
            <a:off x="297737" y="368910"/>
            <a:ext cx="2191796" cy="232526"/>
          </a:xfrm>
          <a:custGeom>
            <a:pathLst>
              <a:path w="1484580" h="157499">
                <a:moveTo>
                  <a:pt x="1477711" y="82989"/>
                </a:moveTo>
                <a:lnTo>
                  <a:pt x="1484580" y="68810"/>
                </a:lnTo>
                <a:lnTo>
                  <a:pt x="1462981" y="85534"/>
                </a:lnTo>
                <a:close/>
                <a:moveTo>
                  <a:pt x="1456113" y="100015"/>
                </a:moveTo>
                <a:lnTo>
                  <a:pt x="1462981" y="85534"/>
                </a:lnTo>
                <a:lnTo>
                  <a:pt x="1441383" y="100206"/>
                </a:lnTo>
                <a:close/>
                <a:moveTo>
                  <a:pt x="1469850" y="71486"/>
                </a:moveTo>
                <a:lnTo>
                  <a:pt x="1462981" y="85534"/>
                </a:lnTo>
                <a:lnTo>
                  <a:pt x="1484580" y="68810"/>
                </a:lnTo>
                <a:close/>
                <a:moveTo>
                  <a:pt x="1469850" y="71486"/>
                </a:moveTo>
                <a:lnTo>
                  <a:pt x="1455120" y="76697"/>
                </a:lnTo>
                <a:lnTo>
                  <a:pt x="1462981" y="85534"/>
                </a:lnTo>
                <a:close/>
                <a:moveTo>
                  <a:pt x="1448252" y="87644"/>
                </a:moveTo>
                <a:lnTo>
                  <a:pt x="1441383" y="100206"/>
                </a:lnTo>
                <a:lnTo>
                  <a:pt x="1462981" y="85534"/>
                </a:lnTo>
                <a:close/>
                <a:moveTo>
                  <a:pt x="1426653" y="100334"/>
                </a:moveTo>
                <a:lnTo>
                  <a:pt x="1419784" y="112670"/>
                </a:lnTo>
                <a:lnTo>
                  <a:pt x="1441383" y="100206"/>
                </a:lnTo>
                <a:close/>
                <a:moveTo>
                  <a:pt x="1405054" y="112652"/>
                </a:moveTo>
                <a:lnTo>
                  <a:pt x="1398186" y="125515"/>
                </a:lnTo>
                <a:lnTo>
                  <a:pt x="1419784" y="112670"/>
                </a:lnTo>
                <a:close/>
                <a:moveTo>
                  <a:pt x="1259741" y="134500"/>
                </a:moveTo>
                <a:lnTo>
                  <a:pt x="1252872" y="151944"/>
                </a:lnTo>
                <a:lnTo>
                  <a:pt x="1274471" y="140201"/>
                </a:lnTo>
                <a:close/>
                <a:moveTo>
                  <a:pt x="1259741" y="134500"/>
                </a:moveTo>
                <a:lnTo>
                  <a:pt x="1245011" y="133953"/>
                </a:lnTo>
                <a:lnTo>
                  <a:pt x="1252872" y="151944"/>
                </a:lnTo>
                <a:close/>
                <a:moveTo>
                  <a:pt x="1092829" y="141228"/>
                </a:moveTo>
                <a:lnTo>
                  <a:pt x="1078099" y="147359"/>
                </a:lnTo>
                <a:lnTo>
                  <a:pt x="1085960" y="157499"/>
                </a:lnTo>
                <a:close/>
                <a:moveTo>
                  <a:pt x="1092829" y="141228"/>
                </a:moveTo>
                <a:lnTo>
                  <a:pt x="1099698" y="130274"/>
                </a:lnTo>
                <a:lnTo>
                  <a:pt x="1078099" y="147359"/>
                </a:lnTo>
                <a:close/>
                <a:moveTo>
                  <a:pt x="1020172" y="148212"/>
                </a:moveTo>
                <a:lnTo>
                  <a:pt x="1027041" y="133324"/>
                </a:lnTo>
                <a:lnTo>
                  <a:pt x="1005442" y="148291"/>
                </a:lnTo>
                <a:close/>
                <a:moveTo>
                  <a:pt x="1020172" y="148212"/>
                </a:moveTo>
                <a:lnTo>
                  <a:pt x="1034902" y="147435"/>
                </a:lnTo>
                <a:lnTo>
                  <a:pt x="1027041" y="133324"/>
                </a:lnTo>
                <a:close/>
                <a:moveTo>
                  <a:pt x="1012311" y="128463"/>
                </a:moveTo>
                <a:lnTo>
                  <a:pt x="1005442" y="148291"/>
                </a:lnTo>
                <a:lnTo>
                  <a:pt x="1027041" y="133324"/>
                </a:lnTo>
                <a:close/>
                <a:moveTo>
                  <a:pt x="73649" y="33318"/>
                </a:moveTo>
                <a:lnTo>
                  <a:pt x="80518" y="19994"/>
                </a:lnTo>
                <a:lnTo>
                  <a:pt x="58919" y="29049"/>
                </a:lnTo>
                <a:close/>
                <a:moveTo>
                  <a:pt x="52051" y="44042"/>
                </a:moveTo>
                <a:lnTo>
                  <a:pt x="58919" y="29049"/>
                </a:lnTo>
                <a:lnTo>
                  <a:pt x="37321" y="39492"/>
                </a:lnTo>
                <a:close/>
                <a:moveTo>
                  <a:pt x="87387" y="4442"/>
                </a:moveTo>
                <a:lnTo>
                  <a:pt x="72657" y="0"/>
                </a:lnTo>
                <a:lnTo>
                  <a:pt x="80518" y="19994"/>
                </a:lnTo>
                <a:close/>
                <a:moveTo>
                  <a:pt x="65788" y="14992"/>
                </a:moveTo>
                <a:lnTo>
                  <a:pt x="58919" y="29049"/>
                </a:lnTo>
                <a:lnTo>
                  <a:pt x="80518" y="19994"/>
                </a:lnTo>
                <a:close/>
                <a:moveTo>
                  <a:pt x="65788" y="14992"/>
                </a:moveTo>
                <a:lnTo>
                  <a:pt x="51058" y="10464"/>
                </a:lnTo>
                <a:lnTo>
                  <a:pt x="58919" y="29049"/>
                </a:lnTo>
                <a:close/>
                <a:moveTo>
                  <a:pt x="65788" y="14992"/>
                </a:moveTo>
                <a:lnTo>
                  <a:pt x="80518" y="19994"/>
                </a:lnTo>
                <a:lnTo>
                  <a:pt x="72657" y="0"/>
                </a:lnTo>
                <a:close/>
                <a:moveTo>
                  <a:pt x="44190" y="23842"/>
                </a:moveTo>
                <a:lnTo>
                  <a:pt x="37321" y="39492"/>
                </a:lnTo>
                <a:lnTo>
                  <a:pt x="58919" y="29049"/>
                </a:lnTo>
                <a:close/>
                <a:moveTo>
                  <a:pt x="44190" y="23842"/>
                </a:moveTo>
                <a:lnTo>
                  <a:pt x="29460" y="18008"/>
                </a:lnTo>
                <a:lnTo>
                  <a:pt x="37321" y="39492"/>
                </a:lnTo>
                <a:close/>
                <a:moveTo>
                  <a:pt x="44190" y="23842"/>
                </a:moveTo>
                <a:lnTo>
                  <a:pt x="58919" y="29049"/>
                </a:lnTo>
                <a:lnTo>
                  <a:pt x="51058" y="10464"/>
                </a:lnTo>
                <a:close/>
                <a:moveTo>
                  <a:pt x="22591" y="32496"/>
                </a:moveTo>
                <a:lnTo>
                  <a:pt x="15722" y="50157"/>
                </a:lnTo>
                <a:lnTo>
                  <a:pt x="37321" y="39492"/>
                </a:lnTo>
                <a:close/>
                <a:moveTo>
                  <a:pt x="22591" y="32496"/>
                </a:moveTo>
                <a:lnTo>
                  <a:pt x="7861" y="26879"/>
                </a:lnTo>
                <a:lnTo>
                  <a:pt x="15722" y="50157"/>
                </a:lnTo>
                <a:close/>
                <a:moveTo>
                  <a:pt x="22591" y="32496"/>
                </a:moveTo>
                <a:lnTo>
                  <a:pt x="29460" y="18008"/>
                </a:lnTo>
                <a:lnTo>
                  <a:pt x="7861" y="26879"/>
                </a:lnTo>
                <a:close/>
                <a:moveTo>
                  <a:pt x="22591" y="32496"/>
                </a:moveTo>
                <a:lnTo>
                  <a:pt x="37321" y="39492"/>
                </a:lnTo>
                <a:lnTo>
                  <a:pt x="29460" y="18008"/>
                </a:lnTo>
                <a:close/>
                <a:moveTo>
                  <a:pt x="14730" y="9682"/>
                </a:moveTo>
                <a:lnTo>
                  <a:pt x="0" y="5018"/>
                </a:lnTo>
                <a:lnTo>
                  <a:pt x="7861" y="26879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91" name="PANEL_01-water--17-230_785">
            <a:extLst>
              <a:ext uri="{FF2B5EF4-FFF2-40B4-BE49-F238E27FC236}">
                <a16:creationId xmlns:a16="http://schemas.microsoft.com/office/drawing/2014/main" id="{A5E089BF-6360-4423-8C92-1705B2CFD9DC}"/>
              </a:ext>
            </a:extLst>
          </p:cNvPr>
          <p:cNvSpPr>
            <a:spLocks/>
          </p:cNvSpPr>
          <p:nvPr/>
        </p:nvSpPr>
        <p:spPr>
          <a:xfrm>
            <a:off x="1277691" y="577000"/>
            <a:ext cx="869755" cy="29940"/>
          </a:xfrm>
          <a:custGeom>
            <a:pathLst>
              <a:path w="589115" h="20280">
                <a:moveTo>
                  <a:pt x="582247" y="17913"/>
                </a:moveTo>
                <a:lnTo>
                  <a:pt x="589115" y="10997"/>
                </a:lnTo>
                <a:lnTo>
                  <a:pt x="567517" y="14688"/>
                </a:lnTo>
                <a:close/>
                <a:moveTo>
                  <a:pt x="552787" y="11463"/>
                </a:moveTo>
                <a:lnTo>
                  <a:pt x="545918" y="18379"/>
                </a:lnTo>
                <a:lnTo>
                  <a:pt x="567517" y="14688"/>
                </a:lnTo>
                <a:close/>
                <a:moveTo>
                  <a:pt x="552787" y="11463"/>
                </a:moveTo>
                <a:lnTo>
                  <a:pt x="538057" y="8239"/>
                </a:lnTo>
                <a:lnTo>
                  <a:pt x="545918" y="18379"/>
                </a:lnTo>
                <a:close/>
                <a:moveTo>
                  <a:pt x="552787" y="11463"/>
                </a:moveTo>
                <a:lnTo>
                  <a:pt x="559655" y="4548"/>
                </a:lnTo>
                <a:lnTo>
                  <a:pt x="538057" y="8239"/>
                </a:lnTo>
                <a:close/>
                <a:moveTo>
                  <a:pt x="552787" y="11463"/>
                </a:moveTo>
                <a:lnTo>
                  <a:pt x="567517" y="14688"/>
                </a:lnTo>
                <a:lnTo>
                  <a:pt x="559655" y="4548"/>
                </a:lnTo>
                <a:close/>
                <a:moveTo>
                  <a:pt x="531188" y="15154"/>
                </a:moveTo>
                <a:lnTo>
                  <a:pt x="538057" y="8239"/>
                </a:lnTo>
                <a:lnTo>
                  <a:pt x="516458" y="11929"/>
                </a:lnTo>
                <a:close/>
                <a:moveTo>
                  <a:pt x="531188" y="15154"/>
                </a:moveTo>
                <a:lnTo>
                  <a:pt x="545918" y="18379"/>
                </a:lnTo>
                <a:lnTo>
                  <a:pt x="538057" y="8239"/>
                </a:lnTo>
                <a:close/>
                <a:moveTo>
                  <a:pt x="523327" y="5014"/>
                </a:moveTo>
                <a:lnTo>
                  <a:pt x="516458" y="11929"/>
                </a:lnTo>
                <a:lnTo>
                  <a:pt x="538057" y="8239"/>
                </a:lnTo>
                <a:close/>
                <a:moveTo>
                  <a:pt x="523327" y="5014"/>
                </a:moveTo>
                <a:lnTo>
                  <a:pt x="508597" y="1789"/>
                </a:lnTo>
                <a:lnTo>
                  <a:pt x="516458" y="11929"/>
                </a:lnTo>
                <a:close/>
                <a:moveTo>
                  <a:pt x="501729" y="8705"/>
                </a:moveTo>
                <a:lnTo>
                  <a:pt x="494860" y="15620"/>
                </a:lnTo>
                <a:lnTo>
                  <a:pt x="516458" y="11929"/>
                </a:lnTo>
                <a:close/>
                <a:moveTo>
                  <a:pt x="501729" y="8705"/>
                </a:moveTo>
                <a:lnTo>
                  <a:pt x="486999" y="5480"/>
                </a:lnTo>
                <a:lnTo>
                  <a:pt x="494860" y="15620"/>
                </a:lnTo>
                <a:close/>
                <a:moveTo>
                  <a:pt x="501729" y="8705"/>
                </a:moveTo>
                <a:lnTo>
                  <a:pt x="516458" y="11929"/>
                </a:lnTo>
                <a:lnTo>
                  <a:pt x="508597" y="1789"/>
                </a:lnTo>
                <a:close/>
                <a:moveTo>
                  <a:pt x="480130" y="12395"/>
                </a:moveTo>
                <a:lnTo>
                  <a:pt x="465400" y="9171"/>
                </a:lnTo>
                <a:lnTo>
                  <a:pt x="473261" y="19311"/>
                </a:lnTo>
                <a:close/>
                <a:moveTo>
                  <a:pt x="480130" y="12395"/>
                </a:moveTo>
                <a:lnTo>
                  <a:pt x="486999" y="5480"/>
                </a:lnTo>
                <a:lnTo>
                  <a:pt x="465400" y="9171"/>
                </a:lnTo>
                <a:close/>
                <a:moveTo>
                  <a:pt x="480130" y="12395"/>
                </a:moveTo>
                <a:lnTo>
                  <a:pt x="494860" y="15620"/>
                </a:lnTo>
                <a:lnTo>
                  <a:pt x="486999" y="5480"/>
                </a:lnTo>
                <a:close/>
                <a:moveTo>
                  <a:pt x="458532" y="16086"/>
                </a:moveTo>
                <a:lnTo>
                  <a:pt x="465400" y="9171"/>
                </a:lnTo>
                <a:lnTo>
                  <a:pt x="443802" y="12861"/>
                </a:lnTo>
                <a:close/>
                <a:moveTo>
                  <a:pt x="458532" y="16086"/>
                </a:moveTo>
                <a:lnTo>
                  <a:pt x="473261" y="19311"/>
                </a:lnTo>
                <a:lnTo>
                  <a:pt x="465400" y="9171"/>
                </a:lnTo>
                <a:close/>
                <a:moveTo>
                  <a:pt x="407473" y="13327"/>
                </a:moveTo>
                <a:lnTo>
                  <a:pt x="392743" y="10103"/>
                </a:lnTo>
                <a:lnTo>
                  <a:pt x="400605" y="20243"/>
                </a:lnTo>
                <a:close/>
                <a:moveTo>
                  <a:pt x="407473" y="13327"/>
                </a:moveTo>
                <a:lnTo>
                  <a:pt x="414342" y="6412"/>
                </a:lnTo>
                <a:lnTo>
                  <a:pt x="392743" y="10103"/>
                </a:lnTo>
                <a:close/>
                <a:moveTo>
                  <a:pt x="407473" y="13327"/>
                </a:moveTo>
                <a:lnTo>
                  <a:pt x="422203" y="16552"/>
                </a:lnTo>
                <a:lnTo>
                  <a:pt x="414342" y="6412"/>
                </a:lnTo>
                <a:close/>
                <a:moveTo>
                  <a:pt x="334817" y="14259"/>
                </a:moveTo>
                <a:lnTo>
                  <a:pt x="341685" y="7344"/>
                </a:lnTo>
                <a:lnTo>
                  <a:pt x="320087" y="11035"/>
                </a:lnTo>
                <a:close/>
                <a:moveTo>
                  <a:pt x="334817" y="14259"/>
                </a:moveTo>
                <a:lnTo>
                  <a:pt x="349546" y="17484"/>
                </a:lnTo>
                <a:lnTo>
                  <a:pt x="341685" y="7344"/>
                </a:lnTo>
                <a:close/>
                <a:moveTo>
                  <a:pt x="313218" y="17950"/>
                </a:moveTo>
                <a:lnTo>
                  <a:pt x="320087" y="11035"/>
                </a:lnTo>
                <a:lnTo>
                  <a:pt x="298488" y="14725"/>
                </a:lnTo>
                <a:close/>
                <a:moveTo>
                  <a:pt x="305357" y="7810"/>
                </a:moveTo>
                <a:lnTo>
                  <a:pt x="298488" y="14725"/>
                </a:lnTo>
                <a:lnTo>
                  <a:pt x="320087" y="11035"/>
                </a:lnTo>
                <a:close/>
                <a:moveTo>
                  <a:pt x="305357" y="7810"/>
                </a:moveTo>
                <a:lnTo>
                  <a:pt x="290627" y="4585"/>
                </a:lnTo>
                <a:lnTo>
                  <a:pt x="298488" y="14725"/>
                </a:lnTo>
                <a:close/>
                <a:moveTo>
                  <a:pt x="305357" y="7810"/>
                </a:moveTo>
                <a:lnTo>
                  <a:pt x="320087" y="11035"/>
                </a:lnTo>
                <a:lnTo>
                  <a:pt x="312226" y="895"/>
                </a:lnTo>
                <a:close/>
                <a:moveTo>
                  <a:pt x="283758" y="11501"/>
                </a:moveTo>
                <a:lnTo>
                  <a:pt x="276890" y="18416"/>
                </a:lnTo>
                <a:lnTo>
                  <a:pt x="298488" y="14725"/>
                </a:lnTo>
                <a:close/>
                <a:moveTo>
                  <a:pt x="283758" y="11501"/>
                </a:moveTo>
                <a:lnTo>
                  <a:pt x="269028" y="8276"/>
                </a:lnTo>
                <a:lnTo>
                  <a:pt x="276890" y="18416"/>
                </a:lnTo>
                <a:close/>
                <a:moveTo>
                  <a:pt x="283758" y="11501"/>
                </a:moveTo>
                <a:lnTo>
                  <a:pt x="290627" y="4585"/>
                </a:lnTo>
                <a:lnTo>
                  <a:pt x="269028" y="8276"/>
                </a:lnTo>
                <a:close/>
                <a:moveTo>
                  <a:pt x="283758" y="11501"/>
                </a:moveTo>
                <a:lnTo>
                  <a:pt x="298488" y="14725"/>
                </a:lnTo>
                <a:lnTo>
                  <a:pt x="290627" y="4585"/>
                </a:lnTo>
                <a:close/>
                <a:moveTo>
                  <a:pt x="262160" y="15191"/>
                </a:moveTo>
                <a:lnTo>
                  <a:pt x="269028" y="8276"/>
                </a:lnTo>
                <a:lnTo>
                  <a:pt x="247430" y="11967"/>
                </a:lnTo>
                <a:close/>
                <a:moveTo>
                  <a:pt x="262160" y="15191"/>
                </a:moveTo>
                <a:lnTo>
                  <a:pt x="276890" y="18416"/>
                </a:lnTo>
                <a:lnTo>
                  <a:pt x="269028" y="8276"/>
                </a:lnTo>
                <a:close/>
                <a:moveTo>
                  <a:pt x="254299" y="5051"/>
                </a:moveTo>
                <a:lnTo>
                  <a:pt x="247430" y="11967"/>
                </a:lnTo>
                <a:lnTo>
                  <a:pt x="269028" y="8276"/>
                </a:lnTo>
                <a:close/>
                <a:moveTo>
                  <a:pt x="254299" y="5051"/>
                </a:moveTo>
                <a:lnTo>
                  <a:pt x="239569" y="1827"/>
                </a:lnTo>
                <a:lnTo>
                  <a:pt x="247430" y="11967"/>
                </a:lnTo>
                <a:close/>
                <a:moveTo>
                  <a:pt x="232700" y="8742"/>
                </a:moveTo>
                <a:lnTo>
                  <a:pt x="225831" y="15657"/>
                </a:lnTo>
                <a:lnTo>
                  <a:pt x="247430" y="11967"/>
                </a:lnTo>
                <a:close/>
                <a:moveTo>
                  <a:pt x="232700" y="8742"/>
                </a:moveTo>
                <a:lnTo>
                  <a:pt x="217970" y="5517"/>
                </a:lnTo>
                <a:lnTo>
                  <a:pt x="225831" y="15657"/>
                </a:lnTo>
                <a:close/>
                <a:moveTo>
                  <a:pt x="232700" y="8742"/>
                </a:moveTo>
                <a:lnTo>
                  <a:pt x="247430" y="11967"/>
                </a:lnTo>
                <a:lnTo>
                  <a:pt x="239569" y="1827"/>
                </a:lnTo>
                <a:close/>
                <a:moveTo>
                  <a:pt x="211102" y="12433"/>
                </a:moveTo>
                <a:lnTo>
                  <a:pt x="196372" y="9208"/>
                </a:lnTo>
                <a:lnTo>
                  <a:pt x="204233" y="19348"/>
                </a:lnTo>
                <a:close/>
                <a:moveTo>
                  <a:pt x="211102" y="12433"/>
                </a:moveTo>
                <a:lnTo>
                  <a:pt x="217970" y="5517"/>
                </a:lnTo>
                <a:lnTo>
                  <a:pt x="196372" y="9208"/>
                </a:lnTo>
                <a:close/>
                <a:moveTo>
                  <a:pt x="211102" y="12433"/>
                </a:moveTo>
                <a:lnTo>
                  <a:pt x="225831" y="15657"/>
                </a:lnTo>
                <a:lnTo>
                  <a:pt x="217970" y="5517"/>
                </a:lnTo>
                <a:close/>
                <a:moveTo>
                  <a:pt x="189503" y="16123"/>
                </a:moveTo>
                <a:lnTo>
                  <a:pt x="196372" y="9208"/>
                </a:lnTo>
                <a:lnTo>
                  <a:pt x="174773" y="12899"/>
                </a:lnTo>
                <a:close/>
                <a:moveTo>
                  <a:pt x="189503" y="16123"/>
                </a:moveTo>
                <a:lnTo>
                  <a:pt x="204233" y="19348"/>
                </a:lnTo>
                <a:lnTo>
                  <a:pt x="196372" y="9208"/>
                </a:lnTo>
                <a:close/>
                <a:moveTo>
                  <a:pt x="203240" y="2293"/>
                </a:moveTo>
                <a:lnTo>
                  <a:pt x="196372" y="9208"/>
                </a:lnTo>
                <a:lnTo>
                  <a:pt x="217970" y="5517"/>
                </a:lnTo>
                <a:close/>
                <a:moveTo>
                  <a:pt x="181642" y="5983"/>
                </a:moveTo>
                <a:lnTo>
                  <a:pt x="174773" y="12899"/>
                </a:lnTo>
                <a:lnTo>
                  <a:pt x="196372" y="9208"/>
                </a:lnTo>
                <a:close/>
                <a:moveTo>
                  <a:pt x="181642" y="5983"/>
                </a:moveTo>
                <a:lnTo>
                  <a:pt x="166912" y="2759"/>
                </a:lnTo>
                <a:lnTo>
                  <a:pt x="174773" y="12899"/>
                </a:lnTo>
                <a:close/>
                <a:moveTo>
                  <a:pt x="160043" y="9674"/>
                </a:moveTo>
                <a:lnTo>
                  <a:pt x="153175" y="16589"/>
                </a:lnTo>
                <a:lnTo>
                  <a:pt x="174773" y="12899"/>
                </a:lnTo>
                <a:close/>
                <a:moveTo>
                  <a:pt x="160043" y="9674"/>
                </a:moveTo>
                <a:lnTo>
                  <a:pt x="145314" y="6449"/>
                </a:lnTo>
                <a:lnTo>
                  <a:pt x="153175" y="16589"/>
                </a:lnTo>
                <a:close/>
                <a:moveTo>
                  <a:pt x="160043" y="9674"/>
                </a:moveTo>
                <a:lnTo>
                  <a:pt x="166912" y="2759"/>
                </a:lnTo>
                <a:lnTo>
                  <a:pt x="145314" y="6449"/>
                </a:lnTo>
                <a:close/>
                <a:moveTo>
                  <a:pt x="160043" y="9674"/>
                </a:moveTo>
                <a:lnTo>
                  <a:pt x="174773" y="12899"/>
                </a:lnTo>
                <a:lnTo>
                  <a:pt x="166912" y="2759"/>
                </a:lnTo>
                <a:close/>
                <a:moveTo>
                  <a:pt x="138445" y="13365"/>
                </a:moveTo>
                <a:lnTo>
                  <a:pt x="123715" y="10140"/>
                </a:lnTo>
                <a:lnTo>
                  <a:pt x="131576" y="20280"/>
                </a:lnTo>
                <a:close/>
                <a:moveTo>
                  <a:pt x="138445" y="13365"/>
                </a:moveTo>
                <a:lnTo>
                  <a:pt x="145314" y="6449"/>
                </a:lnTo>
                <a:lnTo>
                  <a:pt x="123715" y="10140"/>
                </a:lnTo>
                <a:close/>
                <a:moveTo>
                  <a:pt x="138445" y="13365"/>
                </a:moveTo>
                <a:lnTo>
                  <a:pt x="153175" y="16589"/>
                </a:lnTo>
                <a:lnTo>
                  <a:pt x="145314" y="6449"/>
                </a:lnTo>
                <a:close/>
                <a:moveTo>
                  <a:pt x="116846" y="17055"/>
                </a:moveTo>
                <a:lnTo>
                  <a:pt x="123715" y="10140"/>
                </a:lnTo>
                <a:lnTo>
                  <a:pt x="102116" y="13831"/>
                </a:lnTo>
                <a:close/>
                <a:moveTo>
                  <a:pt x="130584" y="3225"/>
                </a:moveTo>
                <a:lnTo>
                  <a:pt x="123715" y="10140"/>
                </a:lnTo>
                <a:lnTo>
                  <a:pt x="145314" y="6449"/>
                </a:lnTo>
                <a:close/>
                <a:moveTo>
                  <a:pt x="108985" y="6915"/>
                </a:moveTo>
                <a:lnTo>
                  <a:pt x="102116" y="13831"/>
                </a:lnTo>
                <a:lnTo>
                  <a:pt x="123715" y="10140"/>
                </a:lnTo>
                <a:close/>
                <a:moveTo>
                  <a:pt x="108985" y="6915"/>
                </a:moveTo>
                <a:lnTo>
                  <a:pt x="94255" y="3691"/>
                </a:lnTo>
                <a:lnTo>
                  <a:pt x="102116" y="13831"/>
                </a:lnTo>
                <a:close/>
                <a:moveTo>
                  <a:pt x="108985" y="6915"/>
                </a:moveTo>
                <a:lnTo>
                  <a:pt x="123715" y="10140"/>
                </a:lnTo>
                <a:lnTo>
                  <a:pt x="115854" y="0"/>
                </a:lnTo>
                <a:close/>
                <a:moveTo>
                  <a:pt x="87387" y="10606"/>
                </a:moveTo>
                <a:lnTo>
                  <a:pt x="80518" y="17521"/>
                </a:lnTo>
                <a:lnTo>
                  <a:pt x="102116" y="13831"/>
                </a:lnTo>
                <a:close/>
                <a:moveTo>
                  <a:pt x="87387" y="10606"/>
                </a:moveTo>
                <a:lnTo>
                  <a:pt x="72657" y="7381"/>
                </a:lnTo>
                <a:lnTo>
                  <a:pt x="80518" y="17521"/>
                </a:lnTo>
                <a:close/>
                <a:moveTo>
                  <a:pt x="87387" y="10606"/>
                </a:moveTo>
                <a:lnTo>
                  <a:pt x="94255" y="3691"/>
                </a:lnTo>
                <a:lnTo>
                  <a:pt x="72657" y="7381"/>
                </a:lnTo>
                <a:close/>
                <a:moveTo>
                  <a:pt x="87387" y="10606"/>
                </a:moveTo>
                <a:lnTo>
                  <a:pt x="102116" y="13831"/>
                </a:lnTo>
                <a:lnTo>
                  <a:pt x="94255" y="3691"/>
                </a:lnTo>
                <a:close/>
                <a:moveTo>
                  <a:pt x="65788" y="14296"/>
                </a:moveTo>
                <a:lnTo>
                  <a:pt x="72657" y="7381"/>
                </a:lnTo>
                <a:lnTo>
                  <a:pt x="51058" y="11072"/>
                </a:lnTo>
                <a:close/>
                <a:moveTo>
                  <a:pt x="65788" y="14296"/>
                </a:moveTo>
                <a:lnTo>
                  <a:pt x="80518" y="17521"/>
                </a:lnTo>
                <a:lnTo>
                  <a:pt x="72657" y="7381"/>
                </a:lnTo>
                <a:close/>
                <a:moveTo>
                  <a:pt x="44190" y="17987"/>
                </a:moveTo>
                <a:lnTo>
                  <a:pt x="51058" y="11072"/>
                </a:lnTo>
                <a:lnTo>
                  <a:pt x="29460" y="14762"/>
                </a:lnTo>
                <a:close/>
                <a:moveTo>
                  <a:pt x="57927" y="4157"/>
                </a:moveTo>
                <a:lnTo>
                  <a:pt x="51058" y="11072"/>
                </a:lnTo>
                <a:lnTo>
                  <a:pt x="72657" y="7381"/>
                </a:lnTo>
                <a:close/>
                <a:moveTo>
                  <a:pt x="36328" y="7847"/>
                </a:moveTo>
                <a:lnTo>
                  <a:pt x="29460" y="14762"/>
                </a:lnTo>
                <a:lnTo>
                  <a:pt x="51058" y="11072"/>
                </a:lnTo>
                <a:close/>
                <a:moveTo>
                  <a:pt x="36328" y="7847"/>
                </a:moveTo>
                <a:lnTo>
                  <a:pt x="21599" y="4623"/>
                </a:lnTo>
                <a:lnTo>
                  <a:pt x="29460" y="14762"/>
                </a:lnTo>
                <a:close/>
                <a:moveTo>
                  <a:pt x="36328" y="7847"/>
                </a:moveTo>
                <a:lnTo>
                  <a:pt x="51058" y="11072"/>
                </a:lnTo>
                <a:lnTo>
                  <a:pt x="43197" y="932"/>
                </a:lnTo>
                <a:close/>
                <a:moveTo>
                  <a:pt x="14730" y="11538"/>
                </a:moveTo>
                <a:lnTo>
                  <a:pt x="7861" y="18453"/>
                </a:lnTo>
                <a:lnTo>
                  <a:pt x="29460" y="14762"/>
                </a:lnTo>
                <a:close/>
                <a:moveTo>
                  <a:pt x="14730" y="11538"/>
                </a:moveTo>
                <a:lnTo>
                  <a:pt x="0" y="8313"/>
                </a:lnTo>
                <a:lnTo>
                  <a:pt x="7861" y="18453"/>
                </a:lnTo>
                <a:close/>
                <a:moveTo>
                  <a:pt x="14730" y="11538"/>
                </a:moveTo>
                <a:lnTo>
                  <a:pt x="21599" y="4623"/>
                </a:lnTo>
                <a:lnTo>
                  <a:pt x="0" y="8313"/>
                </a:lnTo>
                <a:close/>
                <a:moveTo>
                  <a:pt x="14730" y="11538"/>
                </a:moveTo>
                <a:lnTo>
                  <a:pt x="29460" y="14762"/>
                </a:lnTo>
                <a:lnTo>
                  <a:pt x="21599" y="4623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92" name="PANEL_01-slope--16-215_786">
            <a:extLst>
              <a:ext uri="{FF2B5EF4-FFF2-40B4-BE49-F238E27FC236}">
                <a16:creationId xmlns:a16="http://schemas.microsoft.com/office/drawing/2014/main" id="{A3FCBF2C-D346-4E50-81E1-E0249B48BE0F}"/>
              </a:ext>
            </a:extLst>
          </p:cNvPr>
          <p:cNvSpPr>
            <a:spLocks/>
          </p:cNvSpPr>
          <p:nvPr/>
        </p:nvSpPr>
        <p:spPr>
          <a:xfrm>
            <a:off x="729743" y="463640"/>
            <a:ext cx="559555" cy="142836"/>
          </a:xfrm>
          <a:custGeom>
            <a:pathLst>
              <a:path w="379006" h="96747">
                <a:moveTo>
                  <a:pt x="372138" y="96747"/>
                </a:moveTo>
                <a:lnTo>
                  <a:pt x="379006" y="95236"/>
                </a:lnTo>
                <a:lnTo>
                  <a:pt x="357408" y="88224"/>
                </a:lnTo>
                <a:close/>
                <a:moveTo>
                  <a:pt x="364276" y="85388"/>
                </a:moveTo>
                <a:lnTo>
                  <a:pt x="357408" y="88224"/>
                </a:lnTo>
                <a:lnTo>
                  <a:pt x="379006" y="95236"/>
                </a:lnTo>
                <a:close/>
                <a:moveTo>
                  <a:pt x="364276" y="85388"/>
                </a:moveTo>
                <a:lnTo>
                  <a:pt x="349546" y="76770"/>
                </a:lnTo>
                <a:lnTo>
                  <a:pt x="357408" y="88224"/>
                </a:lnTo>
                <a:close/>
                <a:moveTo>
                  <a:pt x="342678" y="79199"/>
                </a:moveTo>
                <a:lnTo>
                  <a:pt x="349546" y="76770"/>
                </a:lnTo>
                <a:lnTo>
                  <a:pt x="327948" y="71531"/>
                </a:lnTo>
                <a:close/>
                <a:moveTo>
                  <a:pt x="342678" y="79199"/>
                </a:moveTo>
                <a:lnTo>
                  <a:pt x="357408" y="88224"/>
                </a:lnTo>
                <a:lnTo>
                  <a:pt x="349546" y="76770"/>
                </a:lnTo>
                <a:close/>
                <a:moveTo>
                  <a:pt x="334817" y="67603"/>
                </a:moveTo>
                <a:lnTo>
                  <a:pt x="327948" y="71531"/>
                </a:lnTo>
                <a:lnTo>
                  <a:pt x="349546" y="76770"/>
                </a:lnTo>
                <a:close/>
                <a:moveTo>
                  <a:pt x="334817" y="67603"/>
                </a:moveTo>
                <a:lnTo>
                  <a:pt x="320087" y="59900"/>
                </a:lnTo>
                <a:lnTo>
                  <a:pt x="327948" y="71531"/>
                </a:lnTo>
                <a:close/>
                <a:moveTo>
                  <a:pt x="313218" y="63697"/>
                </a:moveTo>
                <a:lnTo>
                  <a:pt x="306349" y="65683"/>
                </a:lnTo>
                <a:lnTo>
                  <a:pt x="327948" y="71531"/>
                </a:lnTo>
                <a:close/>
                <a:moveTo>
                  <a:pt x="313218" y="63697"/>
                </a:moveTo>
                <a:lnTo>
                  <a:pt x="298488" y="54089"/>
                </a:lnTo>
                <a:lnTo>
                  <a:pt x="306349" y="65683"/>
                </a:lnTo>
                <a:close/>
                <a:moveTo>
                  <a:pt x="313218" y="63697"/>
                </a:moveTo>
                <a:lnTo>
                  <a:pt x="320087" y="59900"/>
                </a:lnTo>
                <a:lnTo>
                  <a:pt x="298488" y="54089"/>
                </a:lnTo>
                <a:close/>
                <a:moveTo>
                  <a:pt x="313218" y="63697"/>
                </a:moveTo>
                <a:lnTo>
                  <a:pt x="327948" y="71531"/>
                </a:lnTo>
                <a:lnTo>
                  <a:pt x="320087" y="59900"/>
                </a:lnTo>
                <a:close/>
                <a:moveTo>
                  <a:pt x="291620" y="55250"/>
                </a:moveTo>
                <a:lnTo>
                  <a:pt x="298488" y="54089"/>
                </a:lnTo>
                <a:lnTo>
                  <a:pt x="276890" y="46510"/>
                </a:lnTo>
                <a:close/>
                <a:moveTo>
                  <a:pt x="291620" y="55250"/>
                </a:moveTo>
                <a:lnTo>
                  <a:pt x="306349" y="65683"/>
                </a:lnTo>
                <a:lnTo>
                  <a:pt x="298488" y="54089"/>
                </a:lnTo>
                <a:close/>
                <a:moveTo>
                  <a:pt x="283758" y="45007"/>
                </a:moveTo>
                <a:lnTo>
                  <a:pt x="276890" y="46510"/>
                </a:lnTo>
                <a:lnTo>
                  <a:pt x="298488" y="54089"/>
                </a:lnTo>
                <a:close/>
                <a:moveTo>
                  <a:pt x="283758" y="45007"/>
                </a:moveTo>
                <a:lnTo>
                  <a:pt x="269028" y="37215"/>
                </a:lnTo>
                <a:lnTo>
                  <a:pt x="276890" y="46510"/>
                </a:lnTo>
                <a:close/>
                <a:moveTo>
                  <a:pt x="262160" y="38408"/>
                </a:moveTo>
                <a:lnTo>
                  <a:pt x="247430" y="34770"/>
                </a:lnTo>
                <a:lnTo>
                  <a:pt x="255291" y="40197"/>
                </a:lnTo>
                <a:close/>
                <a:moveTo>
                  <a:pt x="262160" y="38408"/>
                </a:moveTo>
                <a:lnTo>
                  <a:pt x="269028" y="37215"/>
                </a:lnTo>
                <a:lnTo>
                  <a:pt x="247430" y="34770"/>
                </a:lnTo>
                <a:close/>
                <a:moveTo>
                  <a:pt x="262160" y="38408"/>
                </a:moveTo>
                <a:lnTo>
                  <a:pt x="276890" y="46510"/>
                </a:lnTo>
                <a:lnTo>
                  <a:pt x="269028" y="37215"/>
                </a:lnTo>
                <a:close/>
                <a:moveTo>
                  <a:pt x="240561" y="34973"/>
                </a:moveTo>
                <a:lnTo>
                  <a:pt x="247430" y="34770"/>
                </a:lnTo>
                <a:lnTo>
                  <a:pt x="225831" y="37047"/>
                </a:lnTo>
                <a:close/>
                <a:moveTo>
                  <a:pt x="254299" y="31631"/>
                </a:moveTo>
                <a:lnTo>
                  <a:pt x="247430" y="34770"/>
                </a:lnTo>
                <a:lnTo>
                  <a:pt x="269028" y="37215"/>
                </a:lnTo>
                <a:close/>
                <a:moveTo>
                  <a:pt x="189503" y="48655"/>
                </a:moveTo>
                <a:lnTo>
                  <a:pt x="174773" y="47232"/>
                </a:lnTo>
                <a:lnTo>
                  <a:pt x="182634" y="49198"/>
                </a:lnTo>
                <a:close/>
                <a:moveTo>
                  <a:pt x="160043" y="42874"/>
                </a:moveTo>
                <a:lnTo>
                  <a:pt x="145314" y="34752"/>
                </a:lnTo>
                <a:lnTo>
                  <a:pt x="153175" y="45869"/>
                </a:lnTo>
                <a:close/>
                <a:moveTo>
                  <a:pt x="138445" y="38162"/>
                </a:moveTo>
                <a:lnTo>
                  <a:pt x="123715" y="29950"/>
                </a:lnTo>
                <a:lnTo>
                  <a:pt x="131576" y="42738"/>
                </a:lnTo>
                <a:close/>
                <a:moveTo>
                  <a:pt x="138445" y="38162"/>
                </a:moveTo>
                <a:lnTo>
                  <a:pt x="145314" y="34752"/>
                </a:lnTo>
                <a:lnTo>
                  <a:pt x="123715" y="29950"/>
                </a:lnTo>
                <a:close/>
                <a:moveTo>
                  <a:pt x="138445" y="38162"/>
                </a:moveTo>
                <a:lnTo>
                  <a:pt x="153175" y="45869"/>
                </a:lnTo>
                <a:lnTo>
                  <a:pt x="145314" y="34752"/>
                </a:lnTo>
                <a:close/>
                <a:moveTo>
                  <a:pt x="116846" y="32753"/>
                </a:moveTo>
                <a:lnTo>
                  <a:pt x="123715" y="29950"/>
                </a:lnTo>
                <a:lnTo>
                  <a:pt x="102116" y="24240"/>
                </a:lnTo>
                <a:close/>
                <a:moveTo>
                  <a:pt x="116846" y="32753"/>
                </a:moveTo>
                <a:lnTo>
                  <a:pt x="131576" y="42738"/>
                </a:lnTo>
                <a:lnTo>
                  <a:pt x="123715" y="29950"/>
                </a:lnTo>
                <a:close/>
                <a:moveTo>
                  <a:pt x="108985" y="21158"/>
                </a:moveTo>
                <a:lnTo>
                  <a:pt x="102116" y="24240"/>
                </a:lnTo>
                <a:lnTo>
                  <a:pt x="123715" y="29950"/>
                </a:lnTo>
                <a:close/>
                <a:moveTo>
                  <a:pt x="108985" y="21158"/>
                </a:moveTo>
                <a:lnTo>
                  <a:pt x="94255" y="15061"/>
                </a:lnTo>
                <a:lnTo>
                  <a:pt x="102116" y="24240"/>
                </a:lnTo>
                <a:close/>
                <a:moveTo>
                  <a:pt x="87387" y="15314"/>
                </a:moveTo>
                <a:lnTo>
                  <a:pt x="94255" y="15061"/>
                </a:lnTo>
                <a:lnTo>
                  <a:pt x="72657" y="11632"/>
                </a:lnTo>
                <a:close/>
                <a:moveTo>
                  <a:pt x="87387" y="15314"/>
                </a:moveTo>
                <a:lnTo>
                  <a:pt x="102116" y="24240"/>
                </a:lnTo>
                <a:lnTo>
                  <a:pt x="94255" y="15061"/>
                </a:lnTo>
                <a:close/>
                <a:moveTo>
                  <a:pt x="79525" y="10233"/>
                </a:moveTo>
                <a:lnTo>
                  <a:pt x="72657" y="11632"/>
                </a:lnTo>
                <a:lnTo>
                  <a:pt x="94255" y="15061"/>
                </a:lnTo>
                <a:close/>
                <a:moveTo>
                  <a:pt x="57927" y="8502"/>
                </a:moveTo>
                <a:lnTo>
                  <a:pt x="51058" y="8250"/>
                </a:lnTo>
                <a:lnTo>
                  <a:pt x="72657" y="11632"/>
                </a:lnTo>
                <a:close/>
                <a:moveTo>
                  <a:pt x="57927" y="8502"/>
                </a:moveTo>
                <a:lnTo>
                  <a:pt x="43197" y="4021"/>
                </a:lnTo>
                <a:lnTo>
                  <a:pt x="51058" y="8250"/>
                </a:lnTo>
                <a:close/>
                <a:moveTo>
                  <a:pt x="57927" y="8502"/>
                </a:moveTo>
                <a:lnTo>
                  <a:pt x="72657" y="11632"/>
                </a:lnTo>
                <a:lnTo>
                  <a:pt x="64796" y="6592"/>
                </a:lnTo>
                <a:close/>
                <a:moveTo>
                  <a:pt x="36328" y="3575"/>
                </a:moveTo>
                <a:lnTo>
                  <a:pt x="43197" y="4021"/>
                </a:lnTo>
                <a:lnTo>
                  <a:pt x="21599" y="989"/>
                </a:lnTo>
                <a:close/>
                <a:moveTo>
                  <a:pt x="36328" y="3575"/>
                </a:moveTo>
                <a:lnTo>
                  <a:pt x="51058" y="8250"/>
                </a:lnTo>
                <a:lnTo>
                  <a:pt x="43197" y="4021"/>
                </a:lnTo>
                <a:close/>
                <a:moveTo>
                  <a:pt x="14730" y="0"/>
                </a:moveTo>
                <a:lnTo>
                  <a:pt x="21599" y="989"/>
                </a:lnTo>
                <a:lnTo>
                  <a:pt x="0" y="4077"/>
                </a:lnTo>
                <a:close/>
                <a:moveTo>
                  <a:pt x="28467" y="463"/>
                </a:moveTo>
                <a:lnTo>
                  <a:pt x="21599" y="989"/>
                </a:lnTo>
                <a:lnTo>
                  <a:pt x="43197" y="4021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93" name="PANEL_01-slope--16-220_787">
            <a:extLst>
              <a:ext uri="{FF2B5EF4-FFF2-40B4-BE49-F238E27FC236}">
                <a16:creationId xmlns:a16="http://schemas.microsoft.com/office/drawing/2014/main" id="{431A133F-AC16-4636-8A8E-BB700B71E685}"/>
              </a:ext>
            </a:extLst>
          </p:cNvPr>
          <p:cNvSpPr>
            <a:spLocks/>
          </p:cNvSpPr>
          <p:nvPr/>
        </p:nvSpPr>
        <p:spPr>
          <a:xfrm>
            <a:off x="503599" y="454298"/>
            <a:ext cx="1365534" cy="164915"/>
          </a:xfrm>
          <a:custGeom>
            <a:pathLst>
              <a:path w="924924" h="111703">
                <a:moveTo>
                  <a:pt x="910195" y="89325"/>
                </a:moveTo>
                <a:lnTo>
                  <a:pt x="924924" y="103353"/>
                </a:lnTo>
                <a:lnTo>
                  <a:pt x="917063" y="93213"/>
                </a:lnTo>
                <a:close/>
                <a:moveTo>
                  <a:pt x="525312" y="103074"/>
                </a:moveTo>
                <a:lnTo>
                  <a:pt x="540042" y="111703"/>
                </a:lnTo>
                <a:lnTo>
                  <a:pt x="532181" y="101563"/>
                </a:lnTo>
                <a:close/>
                <a:moveTo>
                  <a:pt x="385875" y="40396"/>
                </a:moveTo>
                <a:lnTo>
                  <a:pt x="379006" y="43374"/>
                </a:lnTo>
                <a:lnTo>
                  <a:pt x="400605" y="41098"/>
                </a:lnTo>
                <a:close/>
                <a:moveTo>
                  <a:pt x="385875" y="40396"/>
                </a:moveTo>
                <a:lnTo>
                  <a:pt x="371145" y="44980"/>
                </a:lnTo>
                <a:lnTo>
                  <a:pt x="379006" y="43374"/>
                </a:lnTo>
                <a:close/>
                <a:moveTo>
                  <a:pt x="364276" y="46669"/>
                </a:moveTo>
                <a:lnTo>
                  <a:pt x="357408" y="49838"/>
                </a:lnTo>
                <a:lnTo>
                  <a:pt x="379006" y="43374"/>
                </a:lnTo>
                <a:close/>
                <a:moveTo>
                  <a:pt x="364276" y="46669"/>
                </a:moveTo>
                <a:lnTo>
                  <a:pt x="349546" y="50767"/>
                </a:lnTo>
                <a:lnTo>
                  <a:pt x="357408" y="49838"/>
                </a:lnTo>
                <a:close/>
                <a:moveTo>
                  <a:pt x="364276" y="46669"/>
                </a:moveTo>
                <a:lnTo>
                  <a:pt x="379006" y="43374"/>
                </a:lnTo>
                <a:lnTo>
                  <a:pt x="371145" y="44980"/>
                </a:lnTo>
                <a:close/>
                <a:moveTo>
                  <a:pt x="342678" y="54982"/>
                </a:moveTo>
                <a:lnTo>
                  <a:pt x="349546" y="50767"/>
                </a:lnTo>
                <a:lnTo>
                  <a:pt x="327948" y="53559"/>
                </a:lnTo>
                <a:close/>
                <a:moveTo>
                  <a:pt x="342678" y="54982"/>
                </a:moveTo>
                <a:lnTo>
                  <a:pt x="357408" y="49838"/>
                </a:lnTo>
                <a:lnTo>
                  <a:pt x="349546" y="50767"/>
                </a:lnTo>
                <a:close/>
                <a:moveTo>
                  <a:pt x="321079" y="57820"/>
                </a:moveTo>
                <a:lnTo>
                  <a:pt x="327948" y="53559"/>
                </a:lnTo>
                <a:lnTo>
                  <a:pt x="306349" y="52197"/>
                </a:lnTo>
                <a:close/>
                <a:moveTo>
                  <a:pt x="321079" y="57820"/>
                </a:moveTo>
                <a:lnTo>
                  <a:pt x="335809" y="55525"/>
                </a:lnTo>
                <a:lnTo>
                  <a:pt x="327948" y="53559"/>
                </a:lnTo>
                <a:close/>
                <a:moveTo>
                  <a:pt x="313218" y="49201"/>
                </a:moveTo>
                <a:lnTo>
                  <a:pt x="306349" y="52197"/>
                </a:lnTo>
                <a:lnTo>
                  <a:pt x="327948" y="53559"/>
                </a:lnTo>
                <a:close/>
                <a:moveTo>
                  <a:pt x="291620" y="44490"/>
                </a:moveTo>
                <a:lnTo>
                  <a:pt x="284751" y="49066"/>
                </a:lnTo>
                <a:lnTo>
                  <a:pt x="306349" y="52197"/>
                </a:lnTo>
                <a:close/>
                <a:moveTo>
                  <a:pt x="160043" y="6244"/>
                </a:moveTo>
                <a:lnTo>
                  <a:pt x="153175" y="10405"/>
                </a:lnTo>
                <a:lnTo>
                  <a:pt x="174773" y="7316"/>
                </a:lnTo>
                <a:close/>
                <a:moveTo>
                  <a:pt x="160043" y="6244"/>
                </a:moveTo>
                <a:lnTo>
                  <a:pt x="145314" y="13039"/>
                </a:lnTo>
                <a:lnTo>
                  <a:pt x="153175" y="10405"/>
                </a:lnTo>
                <a:close/>
                <a:moveTo>
                  <a:pt x="138445" y="16365"/>
                </a:moveTo>
                <a:lnTo>
                  <a:pt x="131576" y="19470"/>
                </a:lnTo>
                <a:lnTo>
                  <a:pt x="153175" y="10405"/>
                </a:lnTo>
                <a:close/>
                <a:moveTo>
                  <a:pt x="138445" y="16365"/>
                </a:moveTo>
                <a:lnTo>
                  <a:pt x="123715" y="24221"/>
                </a:lnTo>
                <a:lnTo>
                  <a:pt x="131576" y="19470"/>
                </a:lnTo>
                <a:close/>
                <a:moveTo>
                  <a:pt x="138445" y="16365"/>
                </a:moveTo>
                <a:lnTo>
                  <a:pt x="153175" y="10405"/>
                </a:lnTo>
                <a:lnTo>
                  <a:pt x="145314" y="13039"/>
                </a:lnTo>
                <a:close/>
                <a:moveTo>
                  <a:pt x="116846" y="26608"/>
                </a:moveTo>
                <a:lnTo>
                  <a:pt x="109978" y="29990"/>
                </a:lnTo>
                <a:lnTo>
                  <a:pt x="131576" y="19470"/>
                </a:lnTo>
                <a:close/>
                <a:moveTo>
                  <a:pt x="116846" y="26608"/>
                </a:moveTo>
                <a:lnTo>
                  <a:pt x="102116" y="34478"/>
                </a:lnTo>
                <a:lnTo>
                  <a:pt x="109978" y="29990"/>
                </a:lnTo>
                <a:close/>
                <a:moveTo>
                  <a:pt x="116846" y="26608"/>
                </a:moveTo>
                <a:lnTo>
                  <a:pt x="131576" y="19470"/>
                </a:lnTo>
                <a:lnTo>
                  <a:pt x="123715" y="24221"/>
                </a:lnTo>
                <a:close/>
                <a:moveTo>
                  <a:pt x="95248" y="37799"/>
                </a:moveTo>
                <a:lnTo>
                  <a:pt x="80518" y="41881"/>
                </a:lnTo>
                <a:lnTo>
                  <a:pt x="88379" y="40803"/>
                </a:lnTo>
                <a:close/>
                <a:moveTo>
                  <a:pt x="95248" y="37799"/>
                </a:moveTo>
                <a:lnTo>
                  <a:pt x="102116" y="34478"/>
                </a:lnTo>
                <a:lnTo>
                  <a:pt x="80518" y="41881"/>
                </a:lnTo>
                <a:close/>
                <a:moveTo>
                  <a:pt x="95248" y="37799"/>
                </a:moveTo>
                <a:lnTo>
                  <a:pt x="109978" y="29990"/>
                </a:lnTo>
                <a:lnTo>
                  <a:pt x="102116" y="34478"/>
                </a:lnTo>
                <a:close/>
                <a:moveTo>
                  <a:pt x="73649" y="48035"/>
                </a:moveTo>
                <a:lnTo>
                  <a:pt x="80518" y="41881"/>
                </a:lnTo>
                <a:lnTo>
                  <a:pt x="58919" y="45099"/>
                </a:lnTo>
                <a:close/>
                <a:moveTo>
                  <a:pt x="73649" y="48035"/>
                </a:moveTo>
                <a:lnTo>
                  <a:pt x="88379" y="40803"/>
                </a:lnTo>
                <a:lnTo>
                  <a:pt x="80518" y="41881"/>
                </a:lnTo>
                <a:close/>
                <a:moveTo>
                  <a:pt x="52051" y="53499"/>
                </a:moveTo>
                <a:lnTo>
                  <a:pt x="58919" y="45099"/>
                </a:lnTo>
                <a:lnTo>
                  <a:pt x="37321" y="45112"/>
                </a:lnTo>
                <a:close/>
                <a:moveTo>
                  <a:pt x="65788" y="41463"/>
                </a:moveTo>
                <a:lnTo>
                  <a:pt x="58919" y="45099"/>
                </a:lnTo>
                <a:lnTo>
                  <a:pt x="80518" y="41881"/>
                </a:lnTo>
                <a:close/>
                <a:moveTo>
                  <a:pt x="44190" y="37398"/>
                </a:moveTo>
                <a:lnTo>
                  <a:pt x="37321" y="45112"/>
                </a:lnTo>
                <a:lnTo>
                  <a:pt x="58919" y="45099"/>
                </a:lnTo>
                <a:close/>
                <a:moveTo>
                  <a:pt x="44190" y="37398"/>
                </a:moveTo>
                <a:lnTo>
                  <a:pt x="29460" y="24447"/>
                </a:lnTo>
                <a:lnTo>
                  <a:pt x="37321" y="45112"/>
                </a:lnTo>
                <a:close/>
                <a:moveTo>
                  <a:pt x="44190" y="37398"/>
                </a:moveTo>
                <a:lnTo>
                  <a:pt x="51058" y="29001"/>
                </a:lnTo>
                <a:lnTo>
                  <a:pt x="29460" y="24447"/>
                </a:lnTo>
                <a:close/>
                <a:moveTo>
                  <a:pt x="44190" y="37398"/>
                </a:moveTo>
                <a:lnTo>
                  <a:pt x="58919" y="45099"/>
                </a:lnTo>
                <a:lnTo>
                  <a:pt x="51058" y="29001"/>
                </a:lnTo>
                <a:close/>
                <a:moveTo>
                  <a:pt x="22591" y="34362"/>
                </a:moveTo>
                <a:lnTo>
                  <a:pt x="29460" y="24447"/>
                </a:lnTo>
                <a:lnTo>
                  <a:pt x="7861" y="22564"/>
                </a:lnTo>
                <a:close/>
                <a:moveTo>
                  <a:pt x="22591" y="34362"/>
                </a:moveTo>
                <a:lnTo>
                  <a:pt x="37321" y="45112"/>
                </a:lnTo>
                <a:lnTo>
                  <a:pt x="29460" y="24447"/>
                </a:lnTo>
                <a:close/>
                <a:moveTo>
                  <a:pt x="14730" y="11246"/>
                </a:moveTo>
                <a:lnTo>
                  <a:pt x="7861" y="22564"/>
                </a:lnTo>
                <a:lnTo>
                  <a:pt x="29460" y="24447"/>
                </a:lnTo>
                <a:close/>
                <a:moveTo>
                  <a:pt x="14730" y="11246"/>
                </a:moveTo>
                <a:lnTo>
                  <a:pt x="0" y="0"/>
                </a:lnTo>
                <a:lnTo>
                  <a:pt x="7861" y="22564"/>
                </a:lnTo>
                <a:close/>
                <a:moveTo>
                  <a:pt x="14730" y="11246"/>
                </a:moveTo>
                <a:lnTo>
                  <a:pt x="29460" y="24447"/>
                </a:lnTo>
                <a:lnTo>
                  <a:pt x="21599" y="1857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94" name="PANEL_01-slope--16-225_788">
            <a:extLst>
              <a:ext uri="{FF2B5EF4-FFF2-40B4-BE49-F238E27FC236}">
                <a16:creationId xmlns:a16="http://schemas.microsoft.com/office/drawing/2014/main" id="{4A454201-0B60-423D-A024-FB56DA91CBB6}"/>
              </a:ext>
            </a:extLst>
          </p:cNvPr>
          <p:cNvSpPr>
            <a:spLocks/>
          </p:cNvSpPr>
          <p:nvPr/>
        </p:nvSpPr>
        <p:spPr>
          <a:xfrm>
            <a:off x="320949" y="422196"/>
            <a:ext cx="2052640" cy="195588"/>
          </a:xfrm>
          <a:custGeom>
            <a:pathLst>
              <a:path w="1390325" h="132479">
                <a:moveTo>
                  <a:pt x="1375595" y="101420"/>
                </a:moveTo>
                <a:lnTo>
                  <a:pt x="1368726" y="111139"/>
                </a:lnTo>
                <a:lnTo>
                  <a:pt x="1390325" y="100414"/>
                </a:lnTo>
                <a:close/>
                <a:moveTo>
                  <a:pt x="1375595" y="101420"/>
                </a:moveTo>
                <a:lnTo>
                  <a:pt x="1360865" y="101530"/>
                </a:lnTo>
                <a:lnTo>
                  <a:pt x="1368726" y="111139"/>
                </a:lnTo>
                <a:close/>
                <a:moveTo>
                  <a:pt x="1375595" y="101420"/>
                </a:moveTo>
                <a:lnTo>
                  <a:pt x="1382463" y="89423"/>
                </a:lnTo>
                <a:lnTo>
                  <a:pt x="1360865" y="101530"/>
                </a:lnTo>
                <a:close/>
                <a:moveTo>
                  <a:pt x="1375595" y="101420"/>
                </a:moveTo>
                <a:lnTo>
                  <a:pt x="1390325" y="100414"/>
                </a:lnTo>
                <a:lnTo>
                  <a:pt x="1382463" y="89423"/>
                </a:lnTo>
                <a:close/>
                <a:moveTo>
                  <a:pt x="1353996" y="111827"/>
                </a:moveTo>
                <a:lnTo>
                  <a:pt x="1339266" y="110238"/>
                </a:lnTo>
                <a:lnTo>
                  <a:pt x="1347128" y="119403"/>
                </a:lnTo>
                <a:close/>
                <a:moveTo>
                  <a:pt x="1353996" y="111827"/>
                </a:moveTo>
                <a:lnTo>
                  <a:pt x="1360865" y="101530"/>
                </a:lnTo>
                <a:lnTo>
                  <a:pt x="1339266" y="110238"/>
                </a:lnTo>
                <a:close/>
                <a:moveTo>
                  <a:pt x="1353996" y="111827"/>
                </a:moveTo>
                <a:lnTo>
                  <a:pt x="1368726" y="111139"/>
                </a:lnTo>
                <a:lnTo>
                  <a:pt x="1360865" y="101530"/>
                </a:lnTo>
                <a:close/>
                <a:moveTo>
                  <a:pt x="1332398" y="118811"/>
                </a:moveTo>
                <a:lnTo>
                  <a:pt x="1339266" y="110238"/>
                </a:lnTo>
                <a:lnTo>
                  <a:pt x="1317668" y="116393"/>
                </a:lnTo>
                <a:close/>
                <a:moveTo>
                  <a:pt x="1346135" y="101934"/>
                </a:moveTo>
                <a:lnTo>
                  <a:pt x="1339266" y="110238"/>
                </a:lnTo>
                <a:lnTo>
                  <a:pt x="1360865" y="101530"/>
                </a:lnTo>
                <a:close/>
                <a:moveTo>
                  <a:pt x="1324537" y="108382"/>
                </a:moveTo>
                <a:lnTo>
                  <a:pt x="1317668" y="116393"/>
                </a:lnTo>
                <a:lnTo>
                  <a:pt x="1339266" y="110238"/>
                </a:lnTo>
                <a:close/>
                <a:moveTo>
                  <a:pt x="1324537" y="108382"/>
                </a:moveTo>
                <a:lnTo>
                  <a:pt x="1309807" y="106668"/>
                </a:lnTo>
                <a:lnTo>
                  <a:pt x="1317668" y="116393"/>
                </a:lnTo>
                <a:close/>
                <a:moveTo>
                  <a:pt x="1302938" y="114320"/>
                </a:moveTo>
                <a:lnTo>
                  <a:pt x="1296069" y="123408"/>
                </a:lnTo>
                <a:lnTo>
                  <a:pt x="1317668" y="116393"/>
                </a:lnTo>
                <a:close/>
                <a:moveTo>
                  <a:pt x="1302938" y="114320"/>
                </a:moveTo>
                <a:lnTo>
                  <a:pt x="1288208" y="112589"/>
                </a:lnTo>
                <a:lnTo>
                  <a:pt x="1296069" y="123408"/>
                </a:lnTo>
                <a:close/>
                <a:moveTo>
                  <a:pt x="1302938" y="114320"/>
                </a:moveTo>
                <a:lnTo>
                  <a:pt x="1309807" y="106668"/>
                </a:lnTo>
                <a:lnTo>
                  <a:pt x="1288208" y="112589"/>
                </a:lnTo>
                <a:close/>
                <a:moveTo>
                  <a:pt x="1302938" y="114320"/>
                </a:moveTo>
                <a:lnTo>
                  <a:pt x="1317668" y="116393"/>
                </a:lnTo>
                <a:lnTo>
                  <a:pt x="1309807" y="106668"/>
                </a:lnTo>
                <a:close/>
                <a:moveTo>
                  <a:pt x="1281339" y="122648"/>
                </a:moveTo>
                <a:lnTo>
                  <a:pt x="1274471" y="132441"/>
                </a:lnTo>
                <a:lnTo>
                  <a:pt x="1296069" y="123408"/>
                </a:lnTo>
                <a:close/>
                <a:moveTo>
                  <a:pt x="1281339" y="122648"/>
                </a:moveTo>
                <a:lnTo>
                  <a:pt x="1266610" y="122302"/>
                </a:lnTo>
                <a:lnTo>
                  <a:pt x="1274471" y="132441"/>
                </a:lnTo>
                <a:close/>
                <a:moveTo>
                  <a:pt x="1281339" y="122648"/>
                </a:moveTo>
                <a:lnTo>
                  <a:pt x="1288208" y="112589"/>
                </a:lnTo>
                <a:lnTo>
                  <a:pt x="1266610" y="122302"/>
                </a:lnTo>
                <a:close/>
                <a:moveTo>
                  <a:pt x="1281339" y="122648"/>
                </a:moveTo>
                <a:lnTo>
                  <a:pt x="1296069" y="123408"/>
                </a:lnTo>
                <a:lnTo>
                  <a:pt x="1288208" y="112589"/>
                </a:lnTo>
                <a:close/>
                <a:moveTo>
                  <a:pt x="1251880" y="114311"/>
                </a:moveTo>
                <a:lnTo>
                  <a:pt x="1245011" y="125992"/>
                </a:lnTo>
                <a:lnTo>
                  <a:pt x="1266610" y="122302"/>
                </a:lnTo>
                <a:close/>
                <a:moveTo>
                  <a:pt x="1251880" y="114311"/>
                </a:moveTo>
                <a:lnTo>
                  <a:pt x="1237150" y="115852"/>
                </a:lnTo>
                <a:lnTo>
                  <a:pt x="1245011" y="125992"/>
                </a:lnTo>
                <a:close/>
                <a:moveTo>
                  <a:pt x="1033910" y="111070"/>
                </a:moveTo>
                <a:lnTo>
                  <a:pt x="1027041" y="128788"/>
                </a:lnTo>
                <a:lnTo>
                  <a:pt x="1048639" y="125097"/>
                </a:lnTo>
                <a:close/>
                <a:moveTo>
                  <a:pt x="1033910" y="111070"/>
                </a:moveTo>
                <a:lnTo>
                  <a:pt x="1019180" y="111343"/>
                </a:lnTo>
                <a:lnTo>
                  <a:pt x="1027041" y="128788"/>
                </a:lnTo>
                <a:close/>
                <a:moveTo>
                  <a:pt x="1012311" y="122938"/>
                </a:moveTo>
                <a:lnTo>
                  <a:pt x="1005442" y="132479"/>
                </a:lnTo>
                <a:lnTo>
                  <a:pt x="1027041" y="128788"/>
                </a:lnTo>
                <a:close/>
                <a:moveTo>
                  <a:pt x="1012311" y="122938"/>
                </a:moveTo>
                <a:lnTo>
                  <a:pt x="997581" y="122339"/>
                </a:lnTo>
                <a:lnTo>
                  <a:pt x="1005442" y="132479"/>
                </a:lnTo>
                <a:close/>
                <a:moveTo>
                  <a:pt x="1012311" y="122938"/>
                </a:moveTo>
                <a:lnTo>
                  <a:pt x="1019180" y="111343"/>
                </a:lnTo>
                <a:lnTo>
                  <a:pt x="997581" y="122339"/>
                </a:lnTo>
                <a:close/>
                <a:moveTo>
                  <a:pt x="1012311" y="122938"/>
                </a:moveTo>
                <a:lnTo>
                  <a:pt x="1027041" y="128788"/>
                </a:lnTo>
                <a:lnTo>
                  <a:pt x="1019180" y="111343"/>
                </a:lnTo>
                <a:close/>
                <a:moveTo>
                  <a:pt x="116846" y="33605"/>
                </a:moveTo>
                <a:lnTo>
                  <a:pt x="109978" y="44815"/>
                </a:lnTo>
                <a:lnTo>
                  <a:pt x="131576" y="44309"/>
                </a:lnTo>
                <a:close/>
                <a:moveTo>
                  <a:pt x="116846" y="33605"/>
                </a:moveTo>
                <a:lnTo>
                  <a:pt x="102116" y="23133"/>
                </a:lnTo>
                <a:lnTo>
                  <a:pt x="109978" y="44815"/>
                </a:lnTo>
                <a:close/>
                <a:moveTo>
                  <a:pt x="116846" y="33605"/>
                </a:moveTo>
                <a:lnTo>
                  <a:pt x="123715" y="21745"/>
                </a:lnTo>
                <a:lnTo>
                  <a:pt x="102116" y="23133"/>
                </a:lnTo>
                <a:close/>
                <a:moveTo>
                  <a:pt x="116846" y="33605"/>
                </a:moveTo>
                <a:lnTo>
                  <a:pt x="131576" y="44309"/>
                </a:lnTo>
                <a:lnTo>
                  <a:pt x="123715" y="21745"/>
                </a:lnTo>
                <a:close/>
                <a:moveTo>
                  <a:pt x="95248" y="35419"/>
                </a:moveTo>
                <a:lnTo>
                  <a:pt x="102116" y="23133"/>
                </a:lnTo>
                <a:lnTo>
                  <a:pt x="80518" y="27453"/>
                </a:lnTo>
                <a:close/>
                <a:moveTo>
                  <a:pt x="95248" y="35419"/>
                </a:moveTo>
                <a:lnTo>
                  <a:pt x="109978" y="44815"/>
                </a:lnTo>
                <a:lnTo>
                  <a:pt x="102116" y="23133"/>
                </a:lnTo>
                <a:close/>
                <a:moveTo>
                  <a:pt x="108985" y="10130"/>
                </a:moveTo>
                <a:lnTo>
                  <a:pt x="102116" y="23133"/>
                </a:lnTo>
                <a:lnTo>
                  <a:pt x="123715" y="21745"/>
                </a:lnTo>
                <a:close/>
                <a:moveTo>
                  <a:pt x="108985" y="10130"/>
                </a:moveTo>
                <a:lnTo>
                  <a:pt x="94255" y="0"/>
                </a:lnTo>
                <a:lnTo>
                  <a:pt x="102116" y="23133"/>
                </a:lnTo>
                <a:close/>
                <a:moveTo>
                  <a:pt x="87387" y="13380"/>
                </a:moveTo>
                <a:lnTo>
                  <a:pt x="80518" y="27453"/>
                </a:lnTo>
                <a:lnTo>
                  <a:pt x="102116" y="23133"/>
                </a:lnTo>
                <a:close/>
                <a:moveTo>
                  <a:pt x="87387" y="13380"/>
                </a:moveTo>
                <a:lnTo>
                  <a:pt x="72657" y="5011"/>
                </a:lnTo>
                <a:lnTo>
                  <a:pt x="80518" y="27453"/>
                </a:lnTo>
                <a:close/>
                <a:moveTo>
                  <a:pt x="87387" y="13380"/>
                </a:moveTo>
                <a:lnTo>
                  <a:pt x="94255" y="0"/>
                </a:lnTo>
                <a:lnTo>
                  <a:pt x="72657" y="5011"/>
                </a:lnTo>
                <a:close/>
                <a:moveTo>
                  <a:pt x="87387" y="13380"/>
                </a:moveTo>
                <a:lnTo>
                  <a:pt x="102116" y="23133"/>
                </a:lnTo>
                <a:lnTo>
                  <a:pt x="94255" y="0"/>
                </a:lnTo>
                <a:close/>
                <a:moveTo>
                  <a:pt x="65788" y="18306"/>
                </a:moveTo>
                <a:lnTo>
                  <a:pt x="58919" y="36165"/>
                </a:lnTo>
                <a:lnTo>
                  <a:pt x="80518" y="27453"/>
                </a:lnTo>
                <a:close/>
                <a:moveTo>
                  <a:pt x="65788" y="18306"/>
                </a:moveTo>
                <a:lnTo>
                  <a:pt x="80518" y="27453"/>
                </a:lnTo>
                <a:lnTo>
                  <a:pt x="72657" y="5011"/>
                </a:lnTo>
                <a:close/>
                <a:moveTo>
                  <a:pt x="22591" y="42269"/>
                </a:moveTo>
                <a:lnTo>
                  <a:pt x="29460" y="25595"/>
                </a:lnTo>
                <a:lnTo>
                  <a:pt x="7861" y="34097"/>
                </a:lnTo>
                <a:close/>
                <a:moveTo>
                  <a:pt x="14730" y="21497"/>
                </a:moveTo>
                <a:lnTo>
                  <a:pt x="0" y="14066"/>
                </a:lnTo>
                <a:lnTo>
                  <a:pt x="7861" y="34097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495" name="PANEL_01-slope--16-230_789">
            <a:extLst>
              <a:ext uri="{FF2B5EF4-FFF2-40B4-BE49-F238E27FC236}">
                <a16:creationId xmlns:a16="http://schemas.microsoft.com/office/drawing/2014/main" id="{C41E95C9-B127-4374-AF7D-A31A65F24D35}"/>
              </a:ext>
            </a:extLst>
          </p:cNvPr>
          <p:cNvSpPr>
            <a:spLocks/>
          </p:cNvSpPr>
          <p:nvPr/>
        </p:nvSpPr>
        <p:spPr>
          <a:xfrm>
            <a:off x="320949" y="411797"/>
            <a:ext cx="2180191" cy="158646"/>
          </a:xfrm>
          <a:custGeom>
            <a:pathLst>
              <a:path w="1476719" h="107457">
                <a:moveTo>
                  <a:pt x="1469850" y="69002"/>
                </a:moveTo>
                <a:lnTo>
                  <a:pt x="1476719" y="52609"/>
                </a:lnTo>
                <a:lnTo>
                  <a:pt x="1455120" y="69616"/>
                </a:lnTo>
                <a:close/>
                <a:moveTo>
                  <a:pt x="1448252" y="84553"/>
                </a:moveTo>
                <a:lnTo>
                  <a:pt x="1455120" y="69616"/>
                </a:lnTo>
                <a:lnTo>
                  <a:pt x="1433522" y="83876"/>
                </a:lnTo>
                <a:close/>
                <a:moveTo>
                  <a:pt x="1461989" y="53940"/>
                </a:moveTo>
                <a:lnTo>
                  <a:pt x="1455120" y="69616"/>
                </a:lnTo>
                <a:lnTo>
                  <a:pt x="1476719" y="52609"/>
                </a:lnTo>
                <a:close/>
                <a:moveTo>
                  <a:pt x="1461989" y="53940"/>
                </a:moveTo>
                <a:lnTo>
                  <a:pt x="1447259" y="56485"/>
                </a:lnTo>
                <a:lnTo>
                  <a:pt x="1455120" y="69616"/>
                </a:lnTo>
                <a:close/>
                <a:moveTo>
                  <a:pt x="1461989" y="53940"/>
                </a:moveTo>
                <a:lnTo>
                  <a:pt x="1476719" y="52609"/>
                </a:lnTo>
                <a:lnTo>
                  <a:pt x="1468857" y="39762"/>
                </a:lnTo>
                <a:close/>
                <a:moveTo>
                  <a:pt x="1440390" y="70967"/>
                </a:moveTo>
                <a:lnTo>
                  <a:pt x="1433522" y="83876"/>
                </a:lnTo>
                <a:lnTo>
                  <a:pt x="1455120" y="69616"/>
                </a:lnTo>
                <a:close/>
                <a:moveTo>
                  <a:pt x="1440390" y="70967"/>
                </a:moveTo>
                <a:lnTo>
                  <a:pt x="1425660" y="71157"/>
                </a:lnTo>
                <a:lnTo>
                  <a:pt x="1433522" y="83876"/>
                </a:lnTo>
                <a:close/>
                <a:moveTo>
                  <a:pt x="1440390" y="70967"/>
                </a:moveTo>
                <a:lnTo>
                  <a:pt x="1455120" y="69616"/>
                </a:lnTo>
                <a:lnTo>
                  <a:pt x="1447259" y="56485"/>
                </a:lnTo>
                <a:close/>
                <a:moveTo>
                  <a:pt x="1418792" y="83781"/>
                </a:moveTo>
                <a:lnTo>
                  <a:pt x="1411923" y="95773"/>
                </a:lnTo>
                <a:lnTo>
                  <a:pt x="1433522" y="83876"/>
                </a:lnTo>
                <a:close/>
                <a:moveTo>
                  <a:pt x="1418792" y="83781"/>
                </a:moveTo>
                <a:lnTo>
                  <a:pt x="1404062" y="83621"/>
                </a:lnTo>
                <a:lnTo>
                  <a:pt x="1411923" y="95773"/>
                </a:lnTo>
                <a:close/>
                <a:moveTo>
                  <a:pt x="1418792" y="83781"/>
                </a:moveTo>
                <a:lnTo>
                  <a:pt x="1425660" y="71157"/>
                </a:lnTo>
                <a:lnTo>
                  <a:pt x="1404062" y="83621"/>
                </a:lnTo>
                <a:close/>
                <a:moveTo>
                  <a:pt x="1418792" y="83781"/>
                </a:moveTo>
                <a:lnTo>
                  <a:pt x="1433522" y="83876"/>
                </a:lnTo>
                <a:lnTo>
                  <a:pt x="1425660" y="71157"/>
                </a:lnTo>
                <a:close/>
                <a:moveTo>
                  <a:pt x="1397193" y="95814"/>
                </a:moveTo>
                <a:lnTo>
                  <a:pt x="1390325" y="107457"/>
                </a:lnTo>
                <a:lnTo>
                  <a:pt x="1411923" y="95773"/>
                </a:lnTo>
                <a:close/>
                <a:moveTo>
                  <a:pt x="1397193" y="95814"/>
                </a:moveTo>
                <a:lnTo>
                  <a:pt x="1382463" y="96466"/>
                </a:lnTo>
                <a:lnTo>
                  <a:pt x="1390325" y="107457"/>
                </a:lnTo>
                <a:close/>
                <a:moveTo>
                  <a:pt x="1397193" y="95814"/>
                </a:moveTo>
                <a:lnTo>
                  <a:pt x="1404062" y="83621"/>
                </a:lnTo>
                <a:lnTo>
                  <a:pt x="1382463" y="96466"/>
                </a:lnTo>
                <a:close/>
                <a:moveTo>
                  <a:pt x="1397193" y="95814"/>
                </a:moveTo>
                <a:lnTo>
                  <a:pt x="1411923" y="95773"/>
                </a:lnTo>
                <a:lnTo>
                  <a:pt x="1404062" y="83621"/>
                </a:lnTo>
                <a:close/>
                <a:moveTo>
                  <a:pt x="65788" y="25349"/>
                </a:moveTo>
                <a:lnTo>
                  <a:pt x="51058" y="20579"/>
                </a:lnTo>
                <a:lnTo>
                  <a:pt x="58919" y="43208"/>
                </a:lnTo>
                <a:close/>
                <a:moveTo>
                  <a:pt x="65788" y="25349"/>
                </a:moveTo>
                <a:lnTo>
                  <a:pt x="72657" y="12054"/>
                </a:lnTo>
                <a:lnTo>
                  <a:pt x="51058" y="20579"/>
                </a:lnTo>
                <a:close/>
                <a:moveTo>
                  <a:pt x="44190" y="37705"/>
                </a:moveTo>
                <a:lnTo>
                  <a:pt x="29460" y="32638"/>
                </a:lnTo>
                <a:lnTo>
                  <a:pt x="37321" y="52236"/>
                </a:lnTo>
                <a:close/>
                <a:moveTo>
                  <a:pt x="44190" y="37705"/>
                </a:moveTo>
                <a:lnTo>
                  <a:pt x="51058" y="20579"/>
                </a:lnTo>
                <a:lnTo>
                  <a:pt x="29460" y="32638"/>
                </a:lnTo>
                <a:close/>
                <a:moveTo>
                  <a:pt x="44190" y="37705"/>
                </a:moveTo>
                <a:lnTo>
                  <a:pt x="58919" y="43208"/>
                </a:lnTo>
                <a:lnTo>
                  <a:pt x="51058" y="20579"/>
                </a:lnTo>
                <a:close/>
                <a:moveTo>
                  <a:pt x="57927" y="4270"/>
                </a:moveTo>
                <a:lnTo>
                  <a:pt x="51058" y="20579"/>
                </a:lnTo>
                <a:lnTo>
                  <a:pt x="72657" y="12054"/>
                </a:lnTo>
                <a:close/>
                <a:moveTo>
                  <a:pt x="57927" y="4270"/>
                </a:moveTo>
                <a:lnTo>
                  <a:pt x="43197" y="0"/>
                </a:lnTo>
                <a:lnTo>
                  <a:pt x="51058" y="20579"/>
                </a:lnTo>
                <a:close/>
                <a:moveTo>
                  <a:pt x="36328" y="14994"/>
                </a:moveTo>
                <a:lnTo>
                  <a:pt x="29460" y="32638"/>
                </a:lnTo>
                <a:lnTo>
                  <a:pt x="51058" y="20579"/>
                </a:lnTo>
                <a:close/>
                <a:moveTo>
                  <a:pt x="36328" y="14994"/>
                </a:moveTo>
                <a:lnTo>
                  <a:pt x="21599" y="10444"/>
                </a:lnTo>
                <a:lnTo>
                  <a:pt x="29460" y="32638"/>
                </a:lnTo>
                <a:close/>
                <a:moveTo>
                  <a:pt x="36328" y="14994"/>
                </a:moveTo>
                <a:lnTo>
                  <a:pt x="51058" y="20579"/>
                </a:lnTo>
                <a:lnTo>
                  <a:pt x="43197" y="0"/>
                </a:lnTo>
                <a:close/>
                <a:moveTo>
                  <a:pt x="14730" y="28540"/>
                </a:moveTo>
                <a:lnTo>
                  <a:pt x="7861" y="41140"/>
                </a:lnTo>
                <a:lnTo>
                  <a:pt x="29460" y="32638"/>
                </a:lnTo>
                <a:close/>
                <a:moveTo>
                  <a:pt x="14730" y="28540"/>
                </a:moveTo>
                <a:lnTo>
                  <a:pt x="21599" y="10444"/>
                </a:lnTo>
                <a:lnTo>
                  <a:pt x="0" y="21109"/>
                </a:lnTo>
                <a:close/>
                <a:moveTo>
                  <a:pt x="14730" y="28540"/>
                </a:moveTo>
                <a:lnTo>
                  <a:pt x="29460" y="32638"/>
                </a:lnTo>
                <a:lnTo>
                  <a:pt x="21599" y="10444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496" name="PANEL_01-water--16-230_790">
            <a:extLst>
              <a:ext uri="{FF2B5EF4-FFF2-40B4-BE49-F238E27FC236}">
                <a16:creationId xmlns:a16="http://schemas.microsoft.com/office/drawing/2014/main" id="{E08375FB-9564-411F-A1E1-5A8F3E749B16}"/>
              </a:ext>
            </a:extLst>
          </p:cNvPr>
          <p:cNvSpPr>
            <a:spLocks/>
          </p:cNvSpPr>
          <p:nvPr/>
        </p:nvSpPr>
        <p:spPr>
          <a:xfrm>
            <a:off x="1289297" y="591970"/>
            <a:ext cx="913249" cy="29940"/>
          </a:xfrm>
          <a:custGeom>
            <a:pathLst>
              <a:path w="618575" h="20280">
                <a:moveTo>
                  <a:pt x="603845" y="14222"/>
                </a:moveTo>
                <a:lnTo>
                  <a:pt x="610714" y="7307"/>
                </a:lnTo>
                <a:lnTo>
                  <a:pt x="589115" y="10997"/>
                </a:lnTo>
                <a:close/>
                <a:moveTo>
                  <a:pt x="603845" y="14222"/>
                </a:moveTo>
                <a:lnTo>
                  <a:pt x="618575" y="17447"/>
                </a:lnTo>
                <a:lnTo>
                  <a:pt x="610714" y="7307"/>
                </a:lnTo>
                <a:close/>
                <a:moveTo>
                  <a:pt x="582247" y="17913"/>
                </a:moveTo>
                <a:lnTo>
                  <a:pt x="589115" y="10997"/>
                </a:lnTo>
                <a:lnTo>
                  <a:pt x="567517" y="14688"/>
                </a:lnTo>
                <a:close/>
                <a:moveTo>
                  <a:pt x="574385" y="7773"/>
                </a:moveTo>
                <a:lnTo>
                  <a:pt x="567517" y="14688"/>
                </a:lnTo>
                <a:lnTo>
                  <a:pt x="589115" y="10997"/>
                </a:lnTo>
                <a:close/>
                <a:moveTo>
                  <a:pt x="574385" y="7773"/>
                </a:moveTo>
                <a:lnTo>
                  <a:pt x="559655" y="4548"/>
                </a:lnTo>
                <a:lnTo>
                  <a:pt x="567517" y="14688"/>
                </a:lnTo>
                <a:close/>
                <a:moveTo>
                  <a:pt x="574385" y="7773"/>
                </a:moveTo>
                <a:lnTo>
                  <a:pt x="589115" y="10997"/>
                </a:lnTo>
                <a:lnTo>
                  <a:pt x="581254" y="857"/>
                </a:lnTo>
                <a:close/>
                <a:moveTo>
                  <a:pt x="552787" y="11463"/>
                </a:moveTo>
                <a:lnTo>
                  <a:pt x="545918" y="18379"/>
                </a:lnTo>
                <a:lnTo>
                  <a:pt x="567517" y="14688"/>
                </a:lnTo>
                <a:close/>
                <a:moveTo>
                  <a:pt x="552787" y="11463"/>
                </a:moveTo>
                <a:lnTo>
                  <a:pt x="538057" y="8239"/>
                </a:lnTo>
                <a:lnTo>
                  <a:pt x="545918" y="18379"/>
                </a:lnTo>
                <a:close/>
                <a:moveTo>
                  <a:pt x="552787" y="11463"/>
                </a:moveTo>
                <a:lnTo>
                  <a:pt x="559655" y="4548"/>
                </a:lnTo>
                <a:lnTo>
                  <a:pt x="538057" y="8239"/>
                </a:lnTo>
                <a:close/>
                <a:moveTo>
                  <a:pt x="552787" y="11463"/>
                </a:moveTo>
                <a:lnTo>
                  <a:pt x="567517" y="14688"/>
                </a:lnTo>
                <a:lnTo>
                  <a:pt x="559655" y="4548"/>
                </a:lnTo>
                <a:close/>
                <a:moveTo>
                  <a:pt x="531188" y="15154"/>
                </a:moveTo>
                <a:lnTo>
                  <a:pt x="538057" y="8239"/>
                </a:lnTo>
                <a:lnTo>
                  <a:pt x="516458" y="11929"/>
                </a:lnTo>
                <a:close/>
                <a:moveTo>
                  <a:pt x="531188" y="15154"/>
                </a:moveTo>
                <a:lnTo>
                  <a:pt x="545918" y="18379"/>
                </a:lnTo>
                <a:lnTo>
                  <a:pt x="538057" y="8239"/>
                </a:lnTo>
                <a:close/>
                <a:moveTo>
                  <a:pt x="523327" y="5014"/>
                </a:moveTo>
                <a:lnTo>
                  <a:pt x="516458" y="11929"/>
                </a:lnTo>
                <a:lnTo>
                  <a:pt x="538057" y="8239"/>
                </a:lnTo>
                <a:close/>
                <a:moveTo>
                  <a:pt x="523327" y="5014"/>
                </a:moveTo>
                <a:lnTo>
                  <a:pt x="508597" y="1789"/>
                </a:lnTo>
                <a:lnTo>
                  <a:pt x="516458" y="11929"/>
                </a:lnTo>
                <a:close/>
                <a:moveTo>
                  <a:pt x="501729" y="8705"/>
                </a:moveTo>
                <a:lnTo>
                  <a:pt x="494860" y="15620"/>
                </a:lnTo>
                <a:lnTo>
                  <a:pt x="516458" y="11929"/>
                </a:lnTo>
                <a:close/>
                <a:moveTo>
                  <a:pt x="501729" y="8705"/>
                </a:moveTo>
                <a:lnTo>
                  <a:pt x="486999" y="5480"/>
                </a:lnTo>
                <a:lnTo>
                  <a:pt x="494860" y="15620"/>
                </a:lnTo>
                <a:close/>
                <a:moveTo>
                  <a:pt x="501729" y="8705"/>
                </a:moveTo>
                <a:lnTo>
                  <a:pt x="508597" y="1789"/>
                </a:lnTo>
                <a:lnTo>
                  <a:pt x="486999" y="5480"/>
                </a:lnTo>
                <a:close/>
                <a:moveTo>
                  <a:pt x="501729" y="8705"/>
                </a:moveTo>
                <a:lnTo>
                  <a:pt x="516458" y="11929"/>
                </a:lnTo>
                <a:lnTo>
                  <a:pt x="508597" y="1789"/>
                </a:lnTo>
                <a:close/>
                <a:moveTo>
                  <a:pt x="480130" y="12395"/>
                </a:moveTo>
                <a:lnTo>
                  <a:pt x="465400" y="9171"/>
                </a:lnTo>
                <a:lnTo>
                  <a:pt x="473261" y="19311"/>
                </a:lnTo>
                <a:close/>
                <a:moveTo>
                  <a:pt x="480130" y="12395"/>
                </a:moveTo>
                <a:lnTo>
                  <a:pt x="486999" y="5480"/>
                </a:lnTo>
                <a:lnTo>
                  <a:pt x="465400" y="9171"/>
                </a:lnTo>
                <a:close/>
                <a:moveTo>
                  <a:pt x="480130" y="12395"/>
                </a:moveTo>
                <a:lnTo>
                  <a:pt x="494860" y="15620"/>
                </a:lnTo>
                <a:lnTo>
                  <a:pt x="486999" y="5480"/>
                </a:lnTo>
                <a:close/>
                <a:moveTo>
                  <a:pt x="458532" y="16086"/>
                </a:moveTo>
                <a:lnTo>
                  <a:pt x="465400" y="9171"/>
                </a:lnTo>
                <a:lnTo>
                  <a:pt x="443802" y="12861"/>
                </a:lnTo>
                <a:close/>
                <a:moveTo>
                  <a:pt x="458532" y="16086"/>
                </a:moveTo>
                <a:lnTo>
                  <a:pt x="473261" y="19311"/>
                </a:lnTo>
                <a:lnTo>
                  <a:pt x="465400" y="9171"/>
                </a:lnTo>
                <a:close/>
                <a:moveTo>
                  <a:pt x="472269" y="2255"/>
                </a:moveTo>
                <a:lnTo>
                  <a:pt x="465400" y="9171"/>
                </a:lnTo>
                <a:lnTo>
                  <a:pt x="486999" y="5480"/>
                </a:lnTo>
                <a:close/>
                <a:moveTo>
                  <a:pt x="450670" y="5946"/>
                </a:moveTo>
                <a:lnTo>
                  <a:pt x="443802" y="12861"/>
                </a:lnTo>
                <a:lnTo>
                  <a:pt x="465400" y="9171"/>
                </a:lnTo>
                <a:close/>
                <a:moveTo>
                  <a:pt x="450670" y="5946"/>
                </a:moveTo>
                <a:lnTo>
                  <a:pt x="435941" y="2721"/>
                </a:lnTo>
                <a:lnTo>
                  <a:pt x="443802" y="12861"/>
                </a:lnTo>
                <a:close/>
                <a:moveTo>
                  <a:pt x="429072" y="9637"/>
                </a:moveTo>
                <a:lnTo>
                  <a:pt x="422203" y="16552"/>
                </a:lnTo>
                <a:lnTo>
                  <a:pt x="443802" y="12861"/>
                </a:lnTo>
                <a:close/>
                <a:moveTo>
                  <a:pt x="429072" y="9637"/>
                </a:moveTo>
                <a:lnTo>
                  <a:pt x="414342" y="6412"/>
                </a:lnTo>
                <a:lnTo>
                  <a:pt x="422203" y="16552"/>
                </a:lnTo>
                <a:close/>
                <a:moveTo>
                  <a:pt x="429072" y="9637"/>
                </a:moveTo>
                <a:lnTo>
                  <a:pt x="435941" y="2721"/>
                </a:lnTo>
                <a:lnTo>
                  <a:pt x="414342" y="6412"/>
                </a:lnTo>
                <a:close/>
                <a:moveTo>
                  <a:pt x="429072" y="9637"/>
                </a:moveTo>
                <a:lnTo>
                  <a:pt x="443802" y="12861"/>
                </a:lnTo>
                <a:lnTo>
                  <a:pt x="435941" y="2721"/>
                </a:lnTo>
                <a:close/>
                <a:moveTo>
                  <a:pt x="407473" y="13327"/>
                </a:moveTo>
                <a:lnTo>
                  <a:pt x="392743" y="10103"/>
                </a:lnTo>
                <a:lnTo>
                  <a:pt x="400605" y="20243"/>
                </a:lnTo>
                <a:close/>
                <a:moveTo>
                  <a:pt x="407473" y="13327"/>
                </a:moveTo>
                <a:lnTo>
                  <a:pt x="414342" y="6412"/>
                </a:lnTo>
                <a:lnTo>
                  <a:pt x="392743" y="10103"/>
                </a:lnTo>
                <a:close/>
                <a:moveTo>
                  <a:pt x="407473" y="13327"/>
                </a:moveTo>
                <a:lnTo>
                  <a:pt x="422203" y="16552"/>
                </a:lnTo>
                <a:lnTo>
                  <a:pt x="414342" y="6412"/>
                </a:lnTo>
                <a:close/>
                <a:moveTo>
                  <a:pt x="385875" y="17018"/>
                </a:moveTo>
                <a:lnTo>
                  <a:pt x="392743" y="10103"/>
                </a:lnTo>
                <a:lnTo>
                  <a:pt x="371145" y="13793"/>
                </a:lnTo>
                <a:close/>
                <a:moveTo>
                  <a:pt x="399612" y="3187"/>
                </a:moveTo>
                <a:lnTo>
                  <a:pt x="392743" y="10103"/>
                </a:lnTo>
                <a:lnTo>
                  <a:pt x="414342" y="6412"/>
                </a:lnTo>
                <a:close/>
                <a:moveTo>
                  <a:pt x="334817" y="14259"/>
                </a:moveTo>
                <a:lnTo>
                  <a:pt x="341685" y="7344"/>
                </a:lnTo>
                <a:lnTo>
                  <a:pt x="320087" y="11035"/>
                </a:lnTo>
                <a:close/>
                <a:moveTo>
                  <a:pt x="334817" y="14259"/>
                </a:moveTo>
                <a:lnTo>
                  <a:pt x="349546" y="17484"/>
                </a:lnTo>
                <a:lnTo>
                  <a:pt x="341685" y="7344"/>
                </a:lnTo>
                <a:close/>
                <a:moveTo>
                  <a:pt x="313218" y="17950"/>
                </a:moveTo>
                <a:lnTo>
                  <a:pt x="320087" y="11035"/>
                </a:lnTo>
                <a:lnTo>
                  <a:pt x="298488" y="14725"/>
                </a:lnTo>
                <a:close/>
                <a:moveTo>
                  <a:pt x="326955" y="4119"/>
                </a:moveTo>
                <a:lnTo>
                  <a:pt x="320087" y="11035"/>
                </a:lnTo>
                <a:lnTo>
                  <a:pt x="341685" y="7344"/>
                </a:lnTo>
                <a:close/>
                <a:moveTo>
                  <a:pt x="326955" y="4119"/>
                </a:moveTo>
                <a:lnTo>
                  <a:pt x="312226" y="895"/>
                </a:lnTo>
                <a:lnTo>
                  <a:pt x="320087" y="11035"/>
                </a:lnTo>
                <a:close/>
                <a:moveTo>
                  <a:pt x="305357" y="7810"/>
                </a:moveTo>
                <a:lnTo>
                  <a:pt x="298488" y="14725"/>
                </a:lnTo>
                <a:lnTo>
                  <a:pt x="320087" y="11035"/>
                </a:lnTo>
                <a:close/>
                <a:moveTo>
                  <a:pt x="305357" y="7810"/>
                </a:moveTo>
                <a:lnTo>
                  <a:pt x="290627" y="4585"/>
                </a:lnTo>
                <a:lnTo>
                  <a:pt x="298488" y="14725"/>
                </a:lnTo>
                <a:close/>
                <a:moveTo>
                  <a:pt x="305357" y="7810"/>
                </a:moveTo>
                <a:lnTo>
                  <a:pt x="320087" y="11035"/>
                </a:lnTo>
                <a:lnTo>
                  <a:pt x="312226" y="895"/>
                </a:lnTo>
                <a:close/>
                <a:moveTo>
                  <a:pt x="283758" y="11501"/>
                </a:moveTo>
                <a:lnTo>
                  <a:pt x="276890" y="18416"/>
                </a:lnTo>
                <a:lnTo>
                  <a:pt x="298488" y="14725"/>
                </a:lnTo>
                <a:close/>
                <a:moveTo>
                  <a:pt x="283758" y="11501"/>
                </a:moveTo>
                <a:lnTo>
                  <a:pt x="269028" y="8276"/>
                </a:lnTo>
                <a:lnTo>
                  <a:pt x="276890" y="18416"/>
                </a:lnTo>
                <a:close/>
                <a:moveTo>
                  <a:pt x="283758" y="11501"/>
                </a:moveTo>
                <a:lnTo>
                  <a:pt x="290627" y="4585"/>
                </a:lnTo>
                <a:lnTo>
                  <a:pt x="269028" y="8276"/>
                </a:lnTo>
                <a:close/>
                <a:moveTo>
                  <a:pt x="283758" y="11501"/>
                </a:moveTo>
                <a:lnTo>
                  <a:pt x="298488" y="14725"/>
                </a:lnTo>
                <a:lnTo>
                  <a:pt x="290627" y="4585"/>
                </a:lnTo>
                <a:close/>
                <a:moveTo>
                  <a:pt x="262160" y="15191"/>
                </a:moveTo>
                <a:lnTo>
                  <a:pt x="269028" y="8276"/>
                </a:lnTo>
                <a:lnTo>
                  <a:pt x="247430" y="11967"/>
                </a:lnTo>
                <a:close/>
                <a:moveTo>
                  <a:pt x="262160" y="15191"/>
                </a:moveTo>
                <a:lnTo>
                  <a:pt x="276890" y="18416"/>
                </a:lnTo>
                <a:lnTo>
                  <a:pt x="269028" y="8276"/>
                </a:lnTo>
                <a:close/>
                <a:moveTo>
                  <a:pt x="254299" y="5051"/>
                </a:moveTo>
                <a:lnTo>
                  <a:pt x="247430" y="11967"/>
                </a:lnTo>
                <a:lnTo>
                  <a:pt x="269028" y="8276"/>
                </a:lnTo>
                <a:close/>
                <a:moveTo>
                  <a:pt x="254299" y="5051"/>
                </a:moveTo>
                <a:lnTo>
                  <a:pt x="239569" y="1827"/>
                </a:lnTo>
                <a:lnTo>
                  <a:pt x="247430" y="11967"/>
                </a:lnTo>
                <a:close/>
                <a:moveTo>
                  <a:pt x="232700" y="8742"/>
                </a:moveTo>
                <a:lnTo>
                  <a:pt x="225831" y="15657"/>
                </a:lnTo>
                <a:lnTo>
                  <a:pt x="247430" y="11967"/>
                </a:lnTo>
                <a:close/>
                <a:moveTo>
                  <a:pt x="232700" y="8742"/>
                </a:moveTo>
                <a:lnTo>
                  <a:pt x="217970" y="5517"/>
                </a:lnTo>
                <a:lnTo>
                  <a:pt x="225831" y="15657"/>
                </a:lnTo>
                <a:close/>
                <a:moveTo>
                  <a:pt x="232700" y="8742"/>
                </a:moveTo>
                <a:lnTo>
                  <a:pt x="239569" y="1827"/>
                </a:lnTo>
                <a:lnTo>
                  <a:pt x="217970" y="5517"/>
                </a:lnTo>
                <a:close/>
                <a:moveTo>
                  <a:pt x="232700" y="8742"/>
                </a:moveTo>
                <a:lnTo>
                  <a:pt x="247430" y="11967"/>
                </a:lnTo>
                <a:lnTo>
                  <a:pt x="239569" y="1827"/>
                </a:lnTo>
                <a:close/>
                <a:moveTo>
                  <a:pt x="211102" y="12433"/>
                </a:moveTo>
                <a:lnTo>
                  <a:pt x="196372" y="9208"/>
                </a:lnTo>
                <a:lnTo>
                  <a:pt x="204233" y="19348"/>
                </a:lnTo>
                <a:close/>
                <a:moveTo>
                  <a:pt x="211102" y="12433"/>
                </a:moveTo>
                <a:lnTo>
                  <a:pt x="217970" y="5517"/>
                </a:lnTo>
                <a:lnTo>
                  <a:pt x="196372" y="9208"/>
                </a:lnTo>
                <a:close/>
                <a:moveTo>
                  <a:pt x="211102" y="12433"/>
                </a:moveTo>
                <a:lnTo>
                  <a:pt x="225831" y="15657"/>
                </a:lnTo>
                <a:lnTo>
                  <a:pt x="217970" y="5517"/>
                </a:lnTo>
                <a:close/>
                <a:moveTo>
                  <a:pt x="189503" y="16123"/>
                </a:moveTo>
                <a:lnTo>
                  <a:pt x="196372" y="9208"/>
                </a:lnTo>
                <a:lnTo>
                  <a:pt x="174773" y="12899"/>
                </a:lnTo>
                <a:close/>
                <a:moveTo>
                  <a:pt x="189503" y="16123"/>
                </a:moveTo>
                <a:lnTo>
                  <a:pt x="204233" y="19348"/>
                </a:lnTo>
                <a:lnTo>
                  <a:pt x="196372" y="9208"/>
                </a:lnTo>
                <a:close/>
                <a:moveTo>
                  <a:pt x="203240" y="2293"/>
                </a:moveTo>
                <a:lnTo>
                  <a:pt x="196372" y="9208"/>
                </a:lnTo>
                <a:lnTo>
                  <a:pt x="217970" y="5517"/>
                </a:lnTo>
                <a:close/>
                <a:moveTo>
                  <a:pt x="181642" y="5983"/>
                </a:moveTo>
                <a:lnTo>
                  <a:pt x="174773" y="12899"/>
                </a:lnTo>
                <a:lnTo>
                  <a:pt x="196372" y="9208"/>
                </a:lnTo>
                <a:close/>
                <a:moveTo>
                  <a:pt x="181642" y="5983"/>
                </a:moveTo>
                <a:lnTo>
                  <a:pt x="166912" y="2759"/>
                </a:lnTo>
                <a:lnTo>
                  <a:pt x="174773" y="12899"/>
                </a:lnTo>
                <a:close/>
                <a:moveTo>
                  <a:pt x="160043" y="9674"/>
                </a:moveTo>
                <a:lnTo>
                  <a:pt x="153175" y="16589"/>
                </a:lnTo>
                <a:lnTo>
                  <a:pt x="174773" y="12899"/>
                </a:lnTo>
                <a:close/>
                <a:moveTo>
                  <a:pt x="160043" y="9674"/>
                </a:moveTo>
                <a:lnTo>
                  <a:pt x="145314" y="6449"/>
                </a:lnTo>
                <a:lnTo>
                  <a:pt x="153175" y="16589"/>
                </a:lnTo>
                <a:close/>
                <a:moveTo>
                  <a:pt x="160043" y="9674"/>
                </a:moveTo>
                <a:lnTo>
                  <a:pt x="166912" y="2759"/>
                </a:lnTo>
                <a:lnTo>
                  <a:pt x="145314" y="6449"/>
                </a:lnTo>
                <a:close/>
                <a:moveTo>
                  <a:pt x="160043" y="9674"/>
                </a:moveTo>
                <a:lnTo>
                  <a:pt x="174773" y="12899"/>
                </a:lnTo>
                <a:lnTo>
                  <a:pt x="166912" y="2759"/>
                </a:lnTo>
                <a:close/>
                <a:moveTo>
                  <a:pt x="138445" y="13365"/>
                </a:moveTo>
                <a:lnTo>
                  <a:pt x="123715" y="10140"/>
                </a:lnTo>
                <a:lnTo>
                  <a:pt x="131576" y="20280"/>
                </a:lnTo>
                <a:close/>
                <a:moveTo>
                  <a:pt x="138445" y="13365"/>
                </a:moveTo>
                <a:lnTo>
                  <a:pt x="145314" y="6449"/>
                </a:lnTo>
                <a:lnTo>
                  <a:pt x="123715" y="10140"/>
                </a:lnTo>
                <a:close/>
                <a:moveTo>
                  <a:pt x="138445" y="13365"/>
                </a:moveTo>
                <a:lnTo>
                  <a:pt x="153175" y="16589"/>
                </a:lnTo>
                <a:lnTo>
                  <a:pt x="145314" y="6449"/>
                </a:lnTo>
                <a:close/>
                <a:moveTo>
                  <a:pt x="116846" y="17055"/>
                </a:moveTo>
                <a:lnTo>
                  <a:pt x="123715" y="10140"/>
                </a:lnTo>
                <a:lnTo>
                  <a:pt x="102116" y="13831"/>
                </a:lnTo>
                <a:close/>
                <a:moveTo>
                  <a:pt x="130584" y="3225"/>
                </a:moveTo>
                <a:lnTo>
                  <a:pt x="123715" y="10140"/>
                </a:lnTo>
                <a:lnTo>
                  <a:pt x="145314" y="6449"/>
                </a:lnTo>
                <a:close/>
                <a:moveTo>
                  <a:pt x="108985" y="6915"/>
                </a:moveTo>
                <a:lnTo>
                  <a:pt x="102116" y="13831"/>
                </a:lnTo>
                <a:lnTo>
                  <a:pt x="123715" y="10140"/>
                </a:lnTo>
                <a:close/>
                <a:moveTo>
                  <a:pt x="108985" y="6915"/>
                </a:moveTo>
                <a:lnTo>
                  <a:pt x="94255" y="3691"/>
                </a:lnTo>
                <a:lnTo>
                  <a:pt x="102116" y="13831"/>
                </a:lnTo>
                <a:close/>
                <a:moveTo>
                  <a:pt x="108985" y="6915"/>
                </a:moveTo>
                <a:lnTo>
                  <a:pt x="123715" y="10140"/>
                </a:lnTo>
                <a:lnTo>
                  <a:pt x="115854" y="0"/>
                </a:lnTo>
                <a:close/>
                <a:moveTo>
                  <a:pt x="87387" y="10606"/>
                </a:moveTo>
                <a:lnTo>
                  <a:pt x="80518" y="17521"/>
                </a:lnTo>
                <a:lnTo>
                  <a:pt x="102116" y="13831"/>
                </a:lnTo>
                <a:close/>
                <a:moveTo>
                  <a:pt x="87387" y="10606"/>
                </a:moveTo>
                <a:lnTo>
                  <a:pt x="72657" y="7381"/>
                </a:lnTo>
                <a:lnTo>
                  <a:pt x="80518" y="17521"/>
                </a:lnTo>
                <a:close/>
                <a:moveTo>
                  <a:pt x="87387" y="10606"/>
                </a:moveTo>
                <a:lnTo>
                  <a:pt x="94255" y="3691"/>
                </a:lnTo>
                <a:lnTo>
                  <a:pt x="72657" y="7381"/>
                </a:lnTo>
                <a:close/>
                <a:moveTo>
                  <a:pt x="87387" y="10606"/>
                </a:moveTo>
                <a:lnTo>
                  <a:pt x="102116" y="13831"/>
                </a:lnTo>
                <a:lnTo>
                  <a:pt x="94255" y="3691"/>
                </a:lnTo>
                <a:close/>
                <a:moveTo>
                  <a:pt x="65788" y="14296"/>
                </a:moveTo>
                <a:lnTo>
                  <a:pt x="72657" y="7381"/>
                </a:lnTo>
                <a:lnTo>
                  <a:pt x="51058" y="11072"/>
                </a:lnTo>
                <a:close/>
                <a:moveTo>
                  <a:pt x="65788" y="14296"/>
                </a:moveTo>
                <a:lnTo>
                  <a:pt x="80518" y="17521"/>
                </a:lnTo>
                <a:lnTo>
                  <a:pt x="72657" y="7381"/>
                </a:lnTo>
                <a:close/>
                <a:moveTo>
                  <a:pt x="44190" y="17987"/>
                </a:moveTo>
                <a:lnTo>
                  <a:pt x="51058" y="11072"/>
                </a:lnTo>
                <a:lnTo>
                  <a:pt x="29460" y="14762"/>
                </a:lnTo>
                <a:close/>
                <a:moveTo>
                  <a:pt x="57927" y="4157"/>
                </a:moveTo>
                <a:lnTo>
                  <a:pt x="51058" y="11072"/>
                </a:lnTo>
                <a:lnTo>
                  <a:pt x="72657" y="7381"/>
                </a:lnTo>
                <a:close/>
                <a:moveTo>
                  <a:pt x="57927" y="4157"/>
                </a:moveTo>
                <a:lnTo>
                  <a:pt x="43197" y="932"/>
                </a:lnTo>
                <a:lnTo>
                  <a:pt x="51058" y="11072"/>
                </a:lnTo>
                <a:close/>
                <a:moveTo>
                  <a:pt x="36328" y="7847"/>
                </a:moveTo>
                <a:lnTo>
                  <a:pt x="29460" y="14762"/>
                </a:lnTo>
                <a:lnTo>
                  <a:pt x="51058" y="11072"/>
                </a:lnTo>
                <a:close/>
                <a:moveTo>
                  <a:pt x="36328" y="7847"/>
                </a:moveTo>
                <a:lnTo>
                  <a:pt x="21599" y="4623"/>
                </a:lnTo>
                <a:lnTo>
                  <a:pt x="29460" y="14762"/>
                </a:lnTo>
                <a:close/>
                <a:moveTo>
                  <a:pt x="36328" y="7847"/>
                </a:moveTo>
                <a:lnTo>
                  <a:pt x="51058" y="11072"/>
                </a:lnTo>
                <a:lnTo>
                  <a:pt x="43197" y="932"/>
                </a:lnTo>
                <a:close/>
                <a:moveTo>
                  <a:pt x="14730" y="11538"/>
                </a:moveTo>
                <a:lnTo>
                  <a:pt x="7861" y="18453"/>
                </a:lnTo>
                <a:lnTo>
                  <a:pt x="29460" y="14762"/>
                </a:lnTo>
                <a:close/>
                <a:moveTo>
                  <a:pt x="14730" y="11538"/>
                </a:moveTo>
                <a:lnTo>
                  <a:pt x="0" y="8313"/>
                </a:lnTo>
                <a:lnTo>
                  <a:pt x="7861" y="18453"/>
                </a:lnTo>
                <a:close/>
                <a:moveTo>
                  <a:pt x="14730" y="11538"/>
                </a:moveTo>
                <a:lnTo>
                  <a:pt x="21599" y="4623"/>
                </a:lnTo>
                <a:lnTo>
                  <a:pt x="0" y="8313"/>
                </a:lnTo>
                <a:close/>
                <a:moveTo>
                  <a:pt x="14730" y="11538"/>
                </a:moveTo>
                <a:lnTo>
                  <a:pt x="29460" y="14762"/>
                </a:lnTo>
                <a:lnTo>
                  <a:pt x="21599" y="4623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497" name="PANEL_01-slope--15-215_791">
            <a:extLst>
              <a:ext uri="{FF2B5EF4-FFF2-40B4-BE49-F238E27FC236}">
                <a16:creationId xmlns:a16="http://schemas.microsoft.com/office/drawing/2014/main" id="{EB40FCE7-61A8-4714-A2C3-F7874801BABC}"/>
              </a:ext>
            </a:extLst>
          </p:cNvPr>
          <p:cNvSpPr>
            <a:spLocks/>
          </p:cNvSpPr>
          <p:nvPr/>
        </p:nvSpPr>
        <p:spPr>
          <a:xfrm>
            <a:off x="741349" y="463640"/>
            <a:ext cx="527668" cy="161023"/>
          </a:xfrm>
          <a:custGeom>
            <a:pathLst>
              <a:path w="357408" h="109066">
                <a:moveTo>
                  <a:pt x="342678" y="91563"/>
                </a:moveTo>
                <a:lnTo>
                  <a:pt x="349546" y="88224"/>
                </a:lnTo>
                <a:lnTo>
                  <a:pt x="327948" y="83571"/>
                </a:lnTo>
                <a:close/>
                <a:moveTo>
                  <a:pt x="342678" y="91563"/>
                </a:moveTo>
                <a:lnTo>
                  <a:pt x="357408" y="109066"/>
                </a:lnTo>
                <a:lnTo>
                  <a:pt x="349546" y="88224"/>
                </a:lnTo>
                <a:close/>
                <a:moveTo>
                  <a:pt x="334817" y="79199"/>
                </a:moveTo>
                <a:lnTo>
                  <a:pt x="327948" y="83571"/>
                </a:lnTo>
                <a:lnTo>
                  <a:pt x="349546" y="88224"/>
                </a:lnTo>
                <a:close/>
                <a:moveTo>
                  <a:pt x="334817" y="79199"/>
                </a:moveTo>
                <a:lnTo>
                  <a:pt x="320087" y="71531"/>
                </a:lnTo>
                <a:lnTo>
                  <a:pt x="327948" y="83571"/>
                </a:lnTo>
                <a:close/>
                <a:moveTo>
                  <a:pt x="313218" y="75624"/>
                </a:moveTo>
                <a:lnTo>
                  <a:pt x="306349" y="78169"/>
                </a:lnTo>
                <a:lnTo>
                  <a:pt x="327948" y="83571"/>
                </a:lnTo>
                <a:close/>
                <a:moveTo>
                  <a:pt x="313218" y="75624"/>
                </a:moveTo>
                <a:lnTo>
                  <a:pt x="298488" y="65683"/>
                </a:lnTo>
                <a:lnTo>
                  <a:pt x="306349" y="78169"/>
                </a:lnTo>
                <a:close/>
                <a:moveTo>
                  <a:pt x="313218" y="75624"/>
                </a:moveTo>
                <a:lnTo>
                  <a:pt x="320087" y="71531"/>
                </a:lnTo>
                <a:lnTo>
                  <a:pt x="298488" y="65683"/>
                </a:lnTo>
                <a:close/>
                <a:moveTo>
                  <a:pt x="313218" y="75624"/>
                </a:moveTo>
                <a:lnTo>
                  <a:pt x="327948" y="83571"/>
                </a:lnTo>
                <a:lnTo>
                  <a:pt x="320087" y="71531"/>
                </a:lnTo>
                <a:close/>
                <a:moveTo>
                  <a:pt x="291620" y="68162"/>
                </a:moveTo>
                <a:lnTo>
                  <a:pt x="298488" y="65683"/>
                </a:lnTo>
                <a:lnTo>
                  <a:pt x="276890" y="57802"/>
                </a:lnTo>
                <a:close/>
                <a:moveTo>
                  <a:pt x="291620" y="68162"/>
                </a:moveTo>
                <a:lnTo>
                  <a:pt x="306349" y="78169"/>
                </a:lnTo>
                <a:lnTo>
                  <a:pt x="298488" y="65683"/>
                </a:lnTo>
                <a:close/>
                <a:moveTo>
                  <a:pt x="283758" y="55250"/>
                </a:moveTo>
                <a:lnTo>
                  <a:pt x="276890" y="57802"/>
                </a:lnTo>
                <a:lnTo>
                  <a:pt x="298488" y="65683"/>
                </a:lnTo>
                <a:close/>
                <a:moveTo>
                  <a:pt x="283758" y="55250"/>
                </a:moveTo>
                <a:lnTo>
                  <a:pt x="269028" y="46510"/>
                </a:lnTo>
                <a:lnTo>
                  <a:pt x="276890" y="57802"/>
                </a:lnTo>
                <a:close/>
                <a:moveTo>
                  <a:pt x="262160" y="47375"/>
                </a:moveTo>
                <a:lnTo>
                  <a:pt x="269028" y="46510"/>
                </a:lnTo>
                <a:lnTo>
                  <a:pt x="247430" y="40197"/>
                </a:lnTo>
                <a:close/>
                <a:moveTo>
                  <a:pt x="262160" y="47375"/>
                </a:moveTo>
                <a:lnTo>
                  <a:pt x="276890" y="57802"/>
                </a:lnTo>
                <a:lnTo>
                  <a:pt x="269028" y="46510"/>
                </a:lnTo>
                <a:close/>
                <a:moveTo>
                  <a:pt x="254299" y="38408"/>
                </a:moveTo>
                <a:lnTo>
                  <a:pt x="247430" y="40197"/>
                </a:lnTo>
                <a:lnTo>
                  <a:pt x="269028" y="46510"/>
                </a:lnTo>
                <a:close/>
                <a:moveTo>
                  <a:pt x="232700" y="34973"/>
                </a:moveTo>
                <a:lnTo>
                  <a:pt x="225831" y="38352"/>
                </a:lnTo>
                <a:lnTo>
                  <a:pt x="247430" y="40197"/>
                </a:lnTo>
                <a:close/>
                <a:moveTo>
                  <a:pt x="232700" y="34973"/>
                </a:moveTo>
                <a:lnTo>
                  <a:pt x="247430" y="40197"/>
                </a:lnTo>
                <a:lnTo>
                  <a:pt x="239569" y="34770"/>
                </a:lnTo>
                <a:close/>
                <a:moveTo>
                  <a:pt x="167905" y="50402"/>
                </a:moveTo>
                <a:lnTo>
                  <a:pt x="174773" y="49198"/>
                </a:lnTo>
                <a:lnTo>
                  <a:pt x="153175" y="52175"/>
                </a:lnTo>
                <a:close/>
                <a:moveTo>
                  <a:pt x="181642" y="48655"/>
                </a:moveTo>
                <a:lnTo>
                  <a:pt x="174773" y="49198"/>
                </a:lnTo>
                <a:lnTo>
                  <a:pt x="196372" y="43510"/>
                </a:lnTo>
                <a:close/>
                <a:moveTo>
                  <a:pt x="160043" y="51493"/>
                </a:moveTo>
                <a:lnTo>
                  <a:pt x="153175" y="52175"/>
                </a:lnTo>
                <a:lnTo>
                  <a:pt x="174773" y="49198"/>
                </a:lnTo>
                <a:close/>
                <a:moveTo>
                  <a:pt x="160043" y="51493"/>
                </a:moveTo>
                <a:lnTo>
                  <a:pt x="145314" y="45869"/>
                </a:lnTo>
                <a:lnTo>
                  <a:pt x="153175" y="52175"/>
                </a:lnTo>
                <a:close/>
                <a:moveTo>
                  <a:pt x="108985" y="32753"/>
                </a:moveTo>
                <a:lnTo>
                  <a:pt x="94255" y="24240"/>
                </a:lnTo>
                <a:lnTo>
                  <a:pt x="102116" y="38308"/>
                </a:lnTo>
                <a:close/>
                <a:moveTo>
                  <a:pt x="87387" y="27736"/>
                </a:moveTo>
                <a:lnTo>
                  <a:pt x="94255" y="24240"/>
                </a:lnTo>
                <a:lnTo>
                  <a:pt x="72657" y="19440"/>
                </a:lnTo>
                <a:close/>
                <a:moveTo>
                  <a:pt x="87387" y="27736"/>
                </a:moveTo>
                <a:lnTo>
                  <a:pt x="102116" y="38308"/>
                </a:lnTo>
                <a:lnTo>
                  <a:pt x="94255" y="24240"/>
                </a:lnTo>
                <a:close/>
                <a:moveTo>
                  <a:pt x="79525" y="15314"/>
                </a:moveTo>
                <a:lnTo>
                  <a:pt x="72657" y="19440"/>
                </a:lnTo>
                <a:lnTo>
                  <a:pt x="94255" y="24240"/>
                </a:lnTo>
                <a:close/>
                <a:moveTo>
                  <a:pt x="79525" y="15314"/>
                </a:moveTo>
                <a:lnTo>
                  <a:pt x="64796" y="11632"/>
                </a:lnTo>
                <a:lnTo>
                  <a:pt x="72657" y="19440"/>
                </a:lnTo>
                <a:close/>
                <a:moveTo>
                  <a:pt x="57927" y="12480"/>
                </a:moveTo>
                <a:lnTo>
                  <a:pt x="51058" y="14678"/>
                </a:lnTo>
                <a:lnTo>
                  <a:pt x="72657" y="19440"/>
                </a:lnTo>
                <a:close/>
                <a:moveTo>
                  <a:pt x="57927" y="12480"/>
                </a:moveTo>
                <a:lnTo>
                  <a:pt x="43197" y="8250"/>
                </a:lnTo>
                <a:lnTo>
                  <a:pt x="51058" y="14678"/>
                </a:lnTo>
                <a:close/>
                <a:moveTo>
                  <a:pt x="57927" y="12480"/>
                </a:moveTo>
                <a:lnTo>
                  <a:pt x="64796" y="11632"/>
                </a:lnTo>
                <a:lnTo>
                  <a:pt x="43197" y="8250"/>
                </a:lnTo>
                <a:close/>
                <a:moveTo>
                  <a:pt x="57927" y="12480"/>
                </a:moveTo>
                <a:lnTo>
                  <a:pt x="72657" y="19440"/>
                </a:lnTo>
                <a:lnTo>
                  <a:pt x="64796" y="11632"/>
                </a:lnTo>
                <a:close/>
                <a:moveTo>
                  <a:pt x="36328" y="8441"/>
                </a:moveTo>
                <a:lnTo>
                  <a:pt x="43197" y="8250"/>
                </a:lnTo>
                <a:lnTo>
                  <a:pt x="21599" y="3530"/>
                </a:lnTo>
                <a:close/>
                <a:moveTo>
                  <a:pt x="36328" y="8441"/>
                </a:moveTo>
                <a:lnTo>
                  <a:pt x="51058" y="14678"/>
                </a:lnTo>
                <a:lnTo>
                  <a:pt x="43197" y="8250"/>
                </a:lnTo>
                <a:close/>
                <a:moveTo>
                  <a:pt x="28467" y="3575"/>
                </a:moveTo>
                <a:lnTo>
                  <a:pt x="21599" y="3530"/>
                </a:lnTo>
                <a:lnTo>
                  <a:pt x="43197" y="8250"/>
                </a:lnTo>
                <a:close/>
                <a:moveTo>
                  <a:pt x="28467" y="3575"/>
                </a:moveTo>
                <a:lnTo>
                  <a:pt x="13737" y="989"/>
                </a:lnTo>
                <a:lnTo>
                  <a:pt x="21599" y="3530"/>
                </a:lnTo>
                <a:close/>
                <a:moveTo>
                  <a:pt x="6869" y="0"/>
                </a:moveTo>
                <a:lnTo>
                  <a:pt x="0" y="2918"/>
                </a:lnTo>
                <a:lnTo>
                  <a:pt x="21599" y="3530"/>
                </a:lnTo>
                <a:close/>
                <a:moveTo>
                  <a:pt x="6869" y="0"/>
                </a:moveTo>
                <a:lnTo>
                  <a:pt x="21599" y="3530"/>
                </a:lnTo>
                <a:lnTo>
                  <a:pt x="13737" y="989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98" name="PANEL_01-slope--15-220_792">
            <a:extLst>
              <a:ext uri="{FF2B5EF4-FFF2-40B4-BE49-F238E27FC236}">
                <a16:creationId xmlns:a16="http://schemas.microsoft.com/office/drawing/2014/main" id="{36BBCD6A-98BE-404F-B1C4-8A074A4BC5C2}"/>
              </a:ext>
            </a:extLst>
          </p:cNvPr>
          <p:cNvSpPr>
            <a:spLocks/>
          </p:cNvSpPr>
          <p:nvPr/>
        </p:nvSpPr>
        <p:spPr>
          <a:xfrm>
            <a:off x="332555" y="463640"/>
            <a:ext cx="968349" cy="161023"/>
          </a:xfrm>
          <a:custGeom>
            <a:pathLst>
              <a:path w="655896" h="109066">
                <a:moveTo>
                  <a:pt x="641166" y="96747"/>
                </a:moveTo>
                <a:lnTo>
                  <a:pt x="634297" y="109066"/>
                </a:lnTo>
                <a:lnTo>
                  <a:pt x="655896" y="105376"/>
                </a:lnTo>
                <a:close/>
                <a:moveTo>
                  <a:pt x="641166" y="96747"/>
                </a:moveTo>
                <a:lnTo>
                  <a:pt x="626436" y="88224"/>
                </a:lnTo>
                <a:lnTo>
                  <a:pt x="634297" y="109066"/>
                </a:lnTo>
                <a:close/>
                <a:moveTo>
                  <a:pt x="509590" y="34973"/>
                </a:moveTo>
                <a:lnTo>
                  <a:pt x="494860" y="37047"/>
                </a:lnTo>
                <a:lnTo>
                  <a:pt x="502721" y="38352"/>
                </a:lnTo>
                <a:close/>
                <a:moveTo>
                  <a:pt x="487991" y="38803"/>
                </a:moveTo>
                <a:lnTo>
                  <a:pt x="473261" y="43510"/>
                </a:lnTo>
                <a:lnTo>
                  <a:pt x="481123" y="42032"/>
                </a:lnTo>
                <a:close/>
                <a:moveTo>
                  <a:pt x="487991" y="38803"/>
                </a:moveTo>
                <a:lnTo>
                  <a:pt x="494860" y="37047"/>
                </a:lnTo>
                <a:lnTo>
                  <a:pt x="473261" y="43510"/>
                </a:lnTo>
                <a:close/>
                <a:moveTo>
                  <a:pt x="487991" y="38803"/>
                </a:moveTo>
                <a:lnTo>
                  <a:pt x="502721" y="38352"/>
                </a:lnTo>
                <a:lnTo>
                  <a:pt x="494860" y="37047"/>
                </a:lnTo>
                <a:close/>
                <a:moveTo>
                  <a:pt x="466393" y="46242"/>
                </a:moveTo>
                <a:lnTo>
                  <a:pt x="473261" y="43510"/>
                </a:lnTo>
                <a:lnTo>
                  <a:pt x="451663" y="49198"/>
                </a:lnTo>
                <a:close/>
                <a:moveTo>
                  <a:pt x="466393" y="46242"/>
                </a:moveTo>
                <a:lnTo>
                  <a:pt x="481123" y="42032"/>
                </a:lnTo>
                <a:lnTo>
                  <a:pt x="473261" y="43510"/>
                </a:lnTo>
                <a:close/>
                <a:moveTo>
                  <a:pt x="415335" y="50947"/>
                </a:moveTo>
                <a:lnTo>
                  <a:pt x="408466" y="53840"/>
                </a:lnTo>
                <a:lnTo>
                  <a:pt x="430064" y="52175"/>
                </a:lnTo>
                <a:close/>
                <a:moveTo>
                  <a:pt x="415335" y="50947"/>
                </a:moveTo>
                <a:lnTo>
                  <a:pt x="400605" y="42738"/>
                </a:lnTo>
                <a:lnTo>
                  <a:pt x="408466" y="53840"/>
                </a:lnTo>
                <a:close/>
                <a:moveTo>
                  <a:pt x="415335" y="50947"/>
                </a:moveTo>
                <a:lnTo>
                  <a:pt x="422203" y="45869"/>
                </a:lnTo>
                <a:lnTo>
                  <a:pt x="400605" y="42738"/>
                </a:lnTo>
                <a:close/>
                <a:moveTo>
                  <a:pt x="415335" y="50947"/>
                </a:moveTo>
                <a:lnTo>
                  <a:pt x="430064" y="52175"/>
                </a:lnTo>
                <a:lnTo>
                  <a:pt x="422203" y="45869"/>
                </a:lnTo>
                <a:close/>
                <a:moveTo>
                  <a:pt x="393736" y="49091"/>
                </a:moveTo>
                <a:lnTo>
                  <a:pt x="400605" y="42738"/>
                </a:lnTo>
                <a:lnTo>
                  <a:pt x="379006" y="38308"/>
                </a:lnTo>
                <a:close/>
                <a:moveTo>
                  <a:pt x="393736" y="49091"/>
                </a:moveTo>
                <a:lnTo>
                  <a:pt x="408466" y="53840"/>
                </a:lnTo>
                <a:lnTo>
                  <a:pt x="400605" y="42738"/>
                </a:lnTo>
                <a:close/>
                <a:moveTo>
                  <a:pt x="385875" y="32753"/>
                </a:moveTo>
                <a:lnTo>
                  <a:pt x="379006" y="38308"/>
                </a:lnTo>
                <a:lnTo>
                  <a:pt x="400605" y="42738"/>
                </a:lnTo>
                <a:close/>
                <a:moveTo>
                  <a:pt x="283758" y="0"/>
                </a:moveTo>
                <a:lnTo>
                  <a:pt x="269028" y="4077"/>
                </a:lnTo>
                <a:lnTo>
                  <a:pt x="276890" y="2918"/>
                </a:lnTo>
                <a:close/>
                <a:moveTo>
                  <a:pt x="262160" y="6355"/>
                </a:moveTo>
                <a:lnTo>
                  <a:pt x="247430" y="13142"/>
                </a:lnTo>
                <a:lnTo>
                  <a:pt x="255291" y="9712"/>
                </a:lnTo>
                <a:close/>
                <a:moveTo>
                  <a:pt x="262160" y="6355"/>
                </a:moveTo>
                <a:lnTo>
                  <a:pt x="269028" y="4077"/>
                </a:lnTo>
                <a:lnTo>
                  <a:pt x="247430" y="13142"/>
                </a:lnTo>
                <a:close/>
                <a:moveTo>
                  <a:pt x="262160" y="6355"/>
                </a:moveTo>
                <a:lnTo>
                  <a:pt x="276890" y="2918"/>
                </a:lnTo>
                <a:lnTo>
                  <a:pt x="269028" y="4077"/>
                </a:lnTo>
                <a:close/>
                <a:moveTo>
                  <a:pt x="240561" y="15896"/>
                </a:moveTo>
                <a:lnTo>
                  <a:pt x="225831" y="23663"/>
                </a:lnTo>
                <a:lnTo>
                  <a:pt x="233693" y="20058"/>
                </a:lnTo>
                <a:close/>
                <a:moveTo>
                  <a:pt x="240561" y="15896"/>
                </a:moveTo>
                <a:lnTo>
                  <a:pt x="247430" y="13142"/>
                </a:lnTo>
                <a:lnTo>
                  <a:pt x="225831" y="23663"/>
                </a:lnTo>
                <a:close/>
                <a:moveTo>
                  <a:pt x="240561" y="15896"/>
                </a:moveTo>
                <a:lnTo>
                  <a:pt x="255291" y="9712"/>
                </a:lnTo>
                <a:lnTo>
                  <a:pt x="247430" y="13142"/>
                </a:lnTo>
                <a:close/>
                <a:moveTo>
                  <a:pt x="218963" y="27004"/>
                </a:moveTo>
                <a:lnTo>
                  <a:pt x="225831" y="23663"/>
                </a:lnTo>
                <a:lnTo>
                  <a:pt x="204233" y="34476"/>
                </a:lnTo>
                <a:close/>
                <a:moveTo>
                  <a:pt x="197364" y="37721"/>
                </a:moveTo>
                <a:lnTo>
                  <a:pt x="204233" y="34476"/>
                </a:lnTo>
                <a:lnTo>
                  <a:pt x="182634" y="43813"/>
                </a:lnTo>
                <a:close/>
                <a:moveTo>
                  <a:pt x="211102" y="31472"/>
                </a:moveTo>
                <a:lnTo>
                  <a:pt x="204233" y="34476"/>
                </a:lnTo>
                <a:lnTo>
                  <a:pt x="225831" y="23663"/>
                </a:lnTo>
                <a:close/>
                <a:moveTo>
                  <a:pt x="189503" y="41707"/>
                </a:moveTo>
                <a:lnTo>
                  <a:pt x="182634" y="43813"/>
                </a:lnTo>
                <a:lnTo>
                  <a:pt x="204233" y="34476"/>
                </a:lnTo>
                <a:close/>
                <a:moveTo>
                  <a:pt x="189503" y="41707"/>
                </a:moveTo>
                <a:lnTo>
                  <a:pt x="174773" y="38771"/>
                </a:lnTo>
                <a:lnTo>
                  <a:pt x="182634" y="43813"/>
                </a:lnTo>
                <a:close/>
                <a:moveTo>
                  <a:pt x="167905" y="47172"/>
                </a:moveTo>
                <a:lnTo>
                  <a:pt x="161036" y="50810"/>
                </a:lnTo>
                <a:lnTo>
                  <a:pt x="182634" y="43813"/>
                </a:lnTo>
                <a:close/>
                <a:moveTo>
                  <a:pt x="167905" y="47172"/>
                </a:moveTo>
                <a:lnTo>
                  <a:pt x="153175" y="38785"/>
                </a:lnTo>
                <a:lnTo>
                  <a:pt x="161036" y="50810"/>
                </a:lnTo>
                <a:close/>
                <a:moveTo>
                  <a:pt x="146306" y="48861"/>
                </a:moveTo>
                <a:lnTo>
                  <a:pt x="131576" y="38216"/>
                </a:lnTo>
                <a:lnTo>
                  <a:pt x="139437" y="55214"/>
                </a:lnTo>
                <a:close/>
                <a:moveTo>
                  <a:pt x="146306" y="48861"/>
                </a:moveTo>
                <a:lnTo>
                  <a:pt x="153175" y="38785"/>
                </a:lnTo>
                <a:lnTo>
                  <a:pt x="131576" y="38216"/>
                </a:lnTo>
                <a:close/>
                <a:moveTo>
                  <a:pt x="138445" y="28035"/>
                </a:moveTo>
                <a:lnTo>
                  <a:pt x="131576" y="38216"/>
                </a:lnTo>
                <a:lnTo>
                  <a:pt x="153175" y="38785"/>
                </a:lnTo>
                <a:close/>
                <a:moveTo>
                  <a:pt x="138445" y="28035"/>
                </a:moveTo>
                <a:lnTo>
                  <a:pt x="123715" y="16236"/>
                </a:lnTo>
                <a:lnTo>
                  <a:pt x="131576" y="38216"/>
                </a:lnTo>
                <a:close/>
                <a:moveTo>
                  <a:pt x="116846" y="26459"/>
                </a:moveTo>
                <a:lnTo>
                  <a:pt x="131576" y="38216"/>
                </a:lnTo>
                <a:lnTo>
                  <a:pt x="123715" y="16236"/>
                </a:lnTo>
                <a:close/>
                <a:moveTo>
                  <a:pt x="44190" y="24914"/>
                </a:moveTo>
                <a:lnTo>
                  <a:pt x="29460" y="17121"/>
                </a:lnTo>
                <a:lnTo>
                  <a:pt x="37321" y="30585"/>
                </a:lnTo>
                <a:close/>
                <a:moveTo>
                  <a:pt x="22591" y="26784"/>
                </a:moveTo>
                <a:lnTo>
                  <a:pt x="29460" y="17121"/>
                </a:lnTo>
                <a:lnTo>
                  <a:pt x="7861" y="17909"/>
                </a:lnTo>
                <a:close/>
                <a:moveTo>
                  <a:pt x="14730" y="14197"/>
                </a:moveTo>
                <a:lnTo>
                  <a:pt x="7861" y="17909"/>
                </a:lnTo>
                <a:lnTo>
                  <a:pt x="29460" y="17121"/>
                </a:lnTo>
                <a:close/>
                <a:moveTo>
                  <a:pt x="14730" y="14197"/>
                </a:moveTo>
                <a:lnTo>
                  <a:pt x="0" y="6025"/>
                </a:lnTo>
                <a:lnTo>
                  <a:pt x="7861" y="17909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499" name="PANEL_01-slope--15-225_793">
            <a:extLst>
              <a:ext uri="{FF2B5EF4-FFF2-40B4-BE49-F238E27FC236}">
                <a16:creationId xmlns:a16="http://schemas.microsoft.com/office/drawing/2014/main" id="{89670DCB-CBE1-4532-8E62-B3FB9CE3409A}"/>
              </a:ext>
            </a:extLst>
          </p:cNvPr>
          <p:cNvSpPr>
            <a:spLocks/>
          </p:cNvSpPr>
          <p:nvPr/>
        </p:nvSpPr>
        <p:spPr>
          <a:xfrm>
            <a:off x="365908" y="462727"/>
            <a:ext cx="2146838" cy="169973"/>
          </a:xfrm>
          <a:custGeom>
            <a:pathLst>
              <a:path w="1454128" h="115128">
                <a:moveTo>
                  <a:pt x="1447259" y="44437"/>
                </a:moveTo>
                <a:lnTo>
                  <a:pt x="1454128" y="31062"/>
                </a:lnTo>
                <a:lnTo>
                  <a:pt x="1432529" y="46411"/>
                </a:lnTo>
                <a:close/>
                <a:moveTo>
                  <a:pt x="1425660" y="56645"/>
                </a:moveTo>
                <a:lnTo>
                  <a:pt x="1432529" y="46411"/>
                </a:lnTo>
                <a:lnTo>
                  <a:pt x="1410931" y="58556"/>
                </a:lnTo>
                <a:close/>
                <a:moveTo>
                  <a:pt x="1417799" y="50057"/>
                </a:moveTo>
                <a:lnTo>
                  <a:pt x="1410931" y="58556"/>
                </a:lnTo>
                <a:lnTo>
                  <a:pt x="1432529" y="46411"/>
                </a:lnTo>
                <a:close/>
                <a:moveTo>
                  <a:pt x="1417799" y="50057"/>
                </a:moveTo>
                <a:lnTo>
                  <a:pt x="1403069" y="49380"/>
                </a:lnTo>
                <a:lnTo>
                  <a:pt x="1410931" y="58556"/>
                </a:lnTo>
                <a:close/>
                <a:moveTo>
                  <a:pt x="1396201" y="61707"/>
                </a:moveTo>
                <a:lnTo>
                  <a:pt x="1389332" y="69490"/>
                </a:lnTo>
                <a:lnTo>
                  <a:pt x="1410931" y="58556"/>
                </a:lnTo>
                <a:close/>
                <a:moveTo>
                  <a:pt x="1396201" y="61707"/>
                </a:moveTo>
                <a:lnTo>
                  <a:pt x="1381471" y="61277"/>
                </a:lnTo>
                <a:lnTo>
                  <a:pt x="1389332" y="69490"/>
                </a:lnTo>
                <a:close/>
                <a:moveTo>
                  <a:pt x="1396201" y="61707"/>
                </a:moveTo>
                <a:lnTo>
                  <a:pt x="1410931" y="58556"/>
                </a:lnTo>
                <a:lnTo>
                  <a:pt x="1403069" y="49380"/>
                </a:lnTo>
                <a:close/>
                <a:moveTo>
                  <a:pt x="1374602" y="72797"/>
                </a:moveTo>
                <a:lnTo>
                  <a:pt x="1367734" y="80840"/>
                </a:lnTo>
                <a:lnTo>
                  <a:pt x="1389332" y="69490"/>
                </a:lnTo>
                <a:close/>
                <a:moveTo>
                  <a:pt x="1374602" y="72797"/>
                </a:moveTo>
                <a:lnTo>
                  <a:pt x="1359872" y="72961"/>
                </a:lnTo>
                <a:lnTo>
                  <a:pt x="1367734" y="80840"/>
                </a:lnTo>
                <a:close/>
                <a:moveTo>
                  <a:pt x="1374602" y="72797"/>
                </a:moveTo>
                <a:lnTo>
                  <a:pt x="1381471" y="61277"/>
                </a:lnTo>
                <a:lnTo>
                  <a:pt x="1359872" y="72961"/>
                </a:lnTo>
                <a:close/>
                <a:moveTo>
                  <a:pt x="1374602" y="72797"/>
                </a:moveTo>
                <a:lnTo>
                  <a:pt x="1389332" y="69490"/>
                </a:lnTo>
                <a:lnTo>
                  <a:pt x="1381471" y="61277"/>
                </a:lnTo>
                <a:close/>
                <a:moveTo>
                  <a:pt x="1353004" y="83759"/>
                </a:moveTo>
                <a:lnTo>
                  <a:pt x="1338274" y="83686"/>
                </a:lnTo>
                <a:lnTo>
                  <a:pt x="1346135" y="90700"/>
                </a:lnTo>
                <a:close/>
                <a:moveTo>
                  <a:pt x="1353004" y="83759"/>
                </a:moveTo>
                <a:lnTo>
                  <a:pt x="1359872" y="72961"/>
                </a:lnTo>
                <a:lnTo>
                  <a:pt x="1338274" y="83686"/>
                </a:lnTo>
                <a:close/>
                <a:moveTo>
                  <a:pt x="1353004" y="83759"/>
                </a:moveTo>
                <a:lnTo>
                  <a:pt x="1367734" y="80840"/>
                </a:lnTo>
                <a:lnTo>
                  <a:pt x="1359872" y="72961"/>
                </a:lnTo>
                <a:close/>
                <a:moveTo>
                  <a:pt x="1331405" y="92644"/>
                </a:moveTo>
                <a:lnTo>
                  <a:pt x="1338274" y="83686"/>
                </a:lnTo>
                <a:lnTo>
                  <a:pt x="1316675" y="91950"/>
                </a:lnTo>
                <a:close/>
                <a:moveTo>
                  <a:pt x="1331405" y="92644"/>
                </a:moveTo>
                <a:lnTo>
                  <a:pt x="1346135" y="90700"/>
                </a:lnTo>
                <a:lnTo>
                  <a:pt x="1338274" y="83686"/>
                </a:lnTo>
                <a:close/>
                <a:moveTo>
                  <a:pt x="1309807" y="99425"/>
                </a:moveTo>
                <a:lnTo>
                  <a:pt x="1316675" y="91950"/>
                </a:lnTo>
                <a:lnTo>
                  <a:pt x="1295077" y="98038"/>
                </a:lnTo>
                <a:close/>
                <a:moveTo>
                  <a:pt x="1323544" y="84374"/>
                </a:moveTo>
                <a:lnTo>
                  <a:pt x="1316675" y="91950"/>
                </a:lnTo>
                <a:lnTo>
                  <a:pt x="1338274" y="83686"/>
                </a:lnTo>
                <a:close/>
                <a:moveTo>
                  <a:pt x="1301945" y="91358"/>
                </a:moveTo>
                <a:lnTo>
                  <a:pt x="1295077" y="98038"/>
                </a:lnTo>
                <a:lnTo>
                  <a:pt x="1316675" y="91950"/>
                </a:lnTo>
                <a:close/>
                <a:moveTo>
                  <a:pt x="1301945" y="91358"/>
                </a:moveTo>
                <a:lnTo>
                  <a:pt x="1287216" y="88940"/>
                </a:lnTo>
                <a:lnTo>
                  <a:pt x="1295077" y="98038"/>
                </a:lnTo>
                <a:close/>
                <a:moveTo>
                  <a:pt x="1301945" y="91358"/>
                </a:moveTo>
                <a:lnTo>
                  <a:pt x="1316675" y="91950"/>
                </a:lnTo>
                <a:lnTo>
                  <a:pt x="1308814" y="82785"/>
                </a:lnTo>
                <a:close/>
                <a:moveTo>
                  <a:pt x="1280347" y="96607"/>
                </a:moveTo>
                <a:lnTo>
                  <a:pt x="1273478" y="105297"/>
                </a:lnTo>
                <a:lnTo>
                  <a:pt x="1295077" y="98038"/>
                </a:lnTo>
                <a:close/>
                <a:moveTo>
                  <a:pt x="1280347" y="96607"/>
                </a:moveTo>
                <a:lnTo>
                  <a:pt x="1265617" y="95955"/>
                </a:lnTo>
                <a:lnTo>
                  <a:pt x="1273478" y="105297"/>
                </a:lnTo>
                <a:close/>
                <a:moveTo>
                  <a:pt x="1280347" y="96607"/>
                </a:moveTo>
                <a:lnTo>
                  <a:pt x="1287216" y="88940"/>
                </a:lnTo>
                <a:lnTo>
                  <a:pt x="1265617" y="95955"/>
                </a:lnTo>
                <a:close/>
                <a:moveTo>
                  <a:pt x="1280347" y="96607"/>
                </a:moveTo>
                <a:lnTo>
                  <a:pt x="1295077" y="98038"/>
                </a:lnTo>
                <a:lnTo>
                  <a:pt x="1287216" y="88940"/>
                </a:lnTo>
                <a:close/>
                <a:moveTo>
                  <a:pt x="1258748" y="105150"/>
                </a:moveTo>
                <a:lnTo>
                  <a:pt x="1244019" y="104988"/>
                </a:lnTo>
                <a:lnTo>
                  <a:pt x="1251880" y="115128"/>
                </a:lnTo>
                <a:close/>
                <a:moveTo>
                  <a:pt x="1258748" y="105150"/>
                </a:moveTo>
                <a:lnTo>
                  <a:pt x="1265617" y="95955"/>
                </a:lnTo>
                <a:lnTo>
                  <a:pt x="1244019" y="104988"/>
                </a:lnTo>
                <a:close/>
                <a:moveTo>
                  <a:pt x="1258748" y="105150"/>
                </a:moveTo>
                <a:lnTo>
                  <a:pt x="1273478" y="105297"/>
                </a:lnTo>
                <a:lnTo>
                  <a:pt x="1265617" y="95955"/>
                </a:lnTo>
                <a:close/>
                <a:moveTo>
                  <a:pt x="145314" y="47791"/>
                </a:moveTo>
                <a:lnTo>
                  <a:pt x="160043" y="44432"/>
                </a:lnTo>
                <a:lnTo>
                  <a:pt x="152182" y="39391"/>
                </a:lnTo>
                <a:close/>
                <a:moveTo>
                  <a:pt x="123715" y="49481"/>
                </a:moveTo>
                <a:lnTo>
                  <a:pt x="116846" y="55833"/>
                </a:lnTo>
                <a:lnTo>
                  <a:pt x="138445" y="51429"/>
                </a:lnTo>
                <a:close/>
                <a:moveTo>
                  <a:pt x="123715" y="49481"/>
                </a:moveTo>
                <a:lnTo>
                  <a:pt x="138445" y="51429"/>
                </a:lnTo>
                <a:lnTo>
                  <a:pt x="130584" y="39404"/>
                </a:lnTo>
                <a:close/>
                <a:moveTo>
                  <a:pt x="102116" y="50130"/>
                </a:moveTo>
                <a:lnTo>
                  <a:pt x="108985" y="38836"/>
                </a:lnTo>
                <a:lnTo>
                  <a:pt x="87387" y="39665"/>
                </a:lnTo>
                <a:close/>
                <a:moveTo>
                  <a:pt x="102116" y="50130"/>
                </a:moveTo>
                <a:lnTo>
                  <a:pt x="116846" y="55833"/>
                </a:lnTo>
                <a:lnTo>
                  <a:pt x="108985" y="38836"/>
                </a:lnTo>
                <a:close/>
                <a:moveTo>
                  <a:pt x="94255" y="27078"/>
                </a:moveTo>
                <a:lnTo>
                  <a:pt x="87387" y="39665"/>
                </a:lnTo>
                <a:lnTo>
                  <a:pt x="108985" y="38836"/>
                </a:lnTo>
                <a:close/>
                <a:moveTo>
                  <a:pt x="94255" y="27078"/>
                </a:moveTo>
                <a:lnTo>
                  <a:pt x="79525" y="17362"/>
                </a:lnTo>
                <a:lnTo>
                  <a:pt x="87387" y="39665"/>
                </a:lnTo>
                <a:close/>
                <a:moveTo>
                  <a:pt x="94255" y="27078"/>
                </a:moveTo>
                <a:lnTo>
                  <a:pt x="101124" y="16855"/>
                </a:lnTo>
                <a:lnTo>
                  <a:pt x="79525" y="17362"/>
                </a:lnTo>
                <a:close/>
                <a:moveTo>
                  <a:pt x="72657" y="28252"/>
                </a:moveTo>
                <a:lnTo>
                  <a:pt x="57927" y="22383"/>
                </a:lnTo>
                <a:lnTo>
                  <a:pt x="65788" y="43464"/>
                </a:lnTo>
                <a:close/>
                <a:moveTo>
                  <a:pt x="72657" y="28252"/>
                </a:moveTo>
                <a:lnTo>
                  <a:pt x="79525" y="17362"/>
                </a:lnTo>
                <a:lnTo>
                  <a:pt x="57927" y="22383"/>
                </a:lnTo>
                <a:close/>
                <a:moveTo>
                  <a:pt x="72657" y="28252"/>
                </a:moveTo>
                <a:lnTo>
                  <a:pt x="87387" y="39665"/>
                </a:lnTo>
                <a:lnTo>
                  <a:pt x="79525" y="17362"/>
                </a:lnTo>
                <a:close/>
                <a:moveTo>
                  <a:pt x="51058" y="38059"/>
                </a:moveTo>
                <a:lnTo>
                  <a:pt x="57927" y="22383"/>
                </a:lnTo>
                <a:lnTo>
                  <a:pt x="36328" y="29742"/>
                </a:lnTo>
                <a:close/>
                <a:moveTo>
                  <a:pt x="51058" y="38059"/>
                </a:moveTo>
                <a:lnTo>
                  <a:pt x="65788" y="43464"/>
                </a:lnTo>
                <a:lnTo>
                  <a:pt x="57927" y="22383"/>
                </a:lnTo>
                <a:close/>
                <a:moveTo>
                  <a:pt x="64796" y="7966"/>
                </a:moveTo>
                <a:lnTo>
                  <a:pt x="57927" y="22383"/>
                </a:lnTo>
                <a:lnTo>
                  <a:pt x="79525" y="17362"/>
                </a:lnTo>
                <a:close/>
                <a:moveTo>
                  <a:pt x="64796" y="7966"/>
                </a:moveTo>
                <a:lnTo>
                  <a:pt x="50066" y="0"/>
                </a:lnTo>
                <a:lnTo>
                  <a:pt x="57927" y="22383"/>
                </a:lnTo>
                <a:close/>
                <a:moveTo>
                  <a:pt x="43197" y="15254"/>
                </a:moveTo>
                <a:lnTo>
                  <a:pt x="36328" y="29742"/>
                </a:lnTo>
                <a:lnTo>
                  <a:pt x="57927" y="22383"/>
                </a:lnTo>
                <a:close/>
                <a:moveTo>
                  <a:pt x="43197" y="15254"/>
                </a:moveTo>
                <a:lnTo>
                  <a:pt x="28467" y="8712"/>
                </a:lnTo>
                <a:lnTo>
                  <a:pt x="36328" y="29742"/>
                </a:lnTo>
                <a:close/>
                <a:moveTo>
                  <a:pt x="43197" y="15254"/>
                </a:moveTo>
                <a:lnTo>
                  <a:pt x="50066" y="0"/>
                </a:lnTo>
                <a:lnTo>
                  <a:pt x="28467" y="8712"/>
                </a:lnTo>
                <a:close/>
                <a:moveTo>
                  <a:pt x="43197" y="15254"/>
                </a:moveTo>
                <a:lnTo>
                  <a:pt x="57927" y="22383"/>
                </a:lnTo>
                <a:lnTo>
                  <a:pt x="50066" y="0"/>
                </a:lnTo>
                <a:close/>
                <a:moveTo>
                  <a:pt x="21599" y="25533"/>
                </a:moveTo>
                <a:lnTo>
                  <a:pt x="14730" y="31205"/>
                </a:lnTo>
                <a:lnTo>
                  <a:pt x="36328" y="29742"/>
                </a:lnTo>
                <a:close/>
                <a:moveTo>
                  <a:pt x="21599" y="25533"/>
                </a:moveTo>
                <a:lnTo>
                  <a:pt x="28467" y="8712"/>
                </a:lnTo>
                <a:lnTo>
                  <a:pt x="6869" y="17740"/>
                </a:lnTo>
                <a:close/>
                <a:moveTo>
                  <a:pt x="0" y="27403"/>
                </a:moveTo>
                <a:lnTo>
                  <a:pt x="14730" y="31205"/>
                </a:lnTo>
                <a:lnTo>
                  <a:pt x="6869" y="17740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500" name="PANEL_01-slope--15-230_794">
            <a:extLst>
              <a:ext uri="{FF2B5EF4-FFF2-40B4-BE49-F238E27FC236}">
                <a16:creationId xmlns:a16="http://schemas.microsoft.com/office/drawing/2014/main" id="{69C82286-9C65-4BAE-ABFB-9A03B40AC1A0}"/>
              </a:ext>
            </a:extLst>
          </p:cNvPr>
          <p:cNvSpPr>
            <a:spLocks/>
          </p:cNvSpPr>
          <p:nvPr/>
        </p:nvSpPr>
        <p:spPr>
          <a:xfrm>
            <a:off x="354302" y="459982"/>
            <a:ext cx="2158443" cy="93846"/>
          </a:xfrm>
          <a:custGeom>
            <a:pathLst>
              <a:path w="1461989" h="63566">
                <a:moveTo>
                  <a:pt x="1447259" y="36365"/>
                </a:moveTo>
                <a:lnTo>
                  <a:pt x="1440390" y="48270"/>
                </a:lnTo>
                <a:lnTo>
                  <a:pt x="1461989" y="32921"/>
                </a:lnTo>
                <a:close/>
                <a:moveTo>
                  <a:pt x="1447259" y="36365"/>
                </a:moveTo>
                <a:lnTo>
                  <a:pt x="1432529" y="36978"/>
                </a:lnTo>
                <a:lnTo>
                  <a:pt x="1440390" y="48270"/>
                </a:lnTo>
                <a:close/>
                <a:moveTo>
                  <a:pt x="1447259" y="36365"/>
                </a:moveTo>
                <a:lnTo>
                  <a:pt x="1461989" y="32921"/>
                </a:lnTo>
                <a:lnTo>
                  <a:pt x="1454128" y="19971"/>
                </a:lnTo>
                <a:close/>
                <a:moveTo>
                  <a:pt x="1425660" y="51915"/>
                </a:moveTo>
                <a:lnTo>
                  <a:pt x="1440390" y="48270"/>
                </a:lnTo>
                <a:lnTo>
                  <a:pt x="1432529" y="36978"/>
                </a:lnTo>
                <a:close/>
                <a:moveTo>
                  <a:pt x="1404062" y="63566"/>
                </a:moveTo>
                <a:lnTo>
                  <a:pt x="1410931" y="51238"/>
                </a:lnTo>
                <a:lnTo>
                  <a:pt x="1389332" y="63135"/>
                </a:lnTo>
                <a:close/>
                <a:moveTo>
                  <a:pt x="29460" y="27392"/>
                </a:moveTo>
                <a:lnTo>
                  <a:pt x="44190" y="31600"/>
                </a:lnTo>
                <a:lnTo>
                  <a:pt x="36328" y="10571"/>
                </a:lnTo>
                <a:close/>
                <a:moveTo>
                  <a:pt x="21599" y="5067"/>
                </a:moveTo>
                <a:lnTo>
                  <a:pt x="14730" y="19599"/>
                </a:lnTo>
                <a:lnTo>
                  <a:pt x="36328" y="10571"/>
                </a:lnTo>
                <a:close/>
                <a:moveTo>
                  <a:pt x="0" y="16674"/>
                </a:moveTo>
                <a:lnTo>
                  <a:pt x="14730" y="19599"/>
                </a:lnTo>
                <a:lnTo>
                  <a:pt x="6869" y="0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501" name="PANEL_01-water--15-230_795">
            <a:extLst>
              <a:ext uri="{FF2B5EF4-FFF2-40B4-BE49-F238E27FC236}">
                <a16:creationId xmlns:a16="http://schemas.microsoft.com/office/drawing/2014/main" id="{A2821E85-9183-4291-8F77-40F89D57E469}"/>
              </a:ext>
            </a:extLst>
          </p:cNvPr>
          <p:cNvSpPr>
            <a:spLocks/>
          </p:cNvSpPr>
          <p:nvPr/>
        </p:nvSpPr>
        <p:spPr>
          <a:xfrm>
            <a:off x="1269015" y="606886"/>
            <a:ext cx="945136" cy="29996"/>
          </a:xfrm>
          <a:custGeom>
            <a:pathLst>
              <a:path w="640173" h="20317">
                <a:moveTo>
                  <a:pt x="625444" y="14259"/>
                </a:moveTo>
                <a:lnTo>
                  <a:pt x="632312" y="7344"/>
                </a:lnTo>
                <a:lnTo>
                  <a:pt x="610714" y="11035"/>
                </a:lnTo>
                <a:close/>
                <a:moveTo>
                  <a:pt x="625444" y="14259"/>
                </a:moveTo>
                <a:lnTo>
                  <a:pt x="640173" y="17484"/>
                </a:lnTo>
                <a:lnTo>
                  <a:pt x="632312" y="7344"/>
                </a:lnTo>
                <a:close/>
                <a:moveTo>
                  <a:pt x="603845" y="17950"/>
                </a:moveTo>
                <a:lnTo>
                  <a:pt x="610714" y="11035"/>
                </a:lnTo>
                <a:lnTo>
                  <a:pt x="589115" y="14725"/>
                </a:lnTo>
                <a:close/>
                <a:moveTo>
                  <a:pt x="617582" y="4119"/>
                </a:moveTo>
                <a:lnTo>
                  <a:pt x="610714" y="11035"/>
                </a:lnTo>
                <a:lnTo>
                  <a:pt x="632312" y="7344"/>
                </a:lnTo>
                <a:close/>
                <a:moveTo>
                  <a:pt x="617582" y="4119"/>
                </a:moveTo>
                <a:lnTo>
                  <a:pt x="602853" y="895"/>
                </a:lnTo>
                <a:lnTo>
                  <a:pt x="610714" y="11035"/>
                </a:lnTo>
                <a:close/>
                <a:moveTo>
                  <a:pt x="595984" y="7810"/>
                </a:moveTo>
                <a:lnTo>
                  <a:pt x="589115" y="14725"/>
                </a:lnTo>
                <a:lnTo>
                  <a:pt x="610714" y="11035"/>
                </a:lnTo>
                <a:close/>
                <a:moveTo>
                  <a:pt x="595984" y="7810"/>
                </a:moveTo>
                <a:lnTo>
                  <a:pt x="581254" y="4585"/>
                </a:lnTo>
                <a:lnTo>
                  <a:pt x="589115" y="14725"/>
                </a:lnTo>
                <a:close/>
                <a:moveTo>
                  <a:pt x="595984" y="7810"/>
                </a:moveTo>
                <a:lnTo>
                  <a:pt x="610714" y="11035"/>
                </a:lnTo>
                <a:lnTo>
                  <a:pt x="602853" y="895"/>
                </a:lnTo>
                <a:close/>
                <a:moveTo>
                  <a:pt x="574385" y="11501"/>
                </a:moveTo>
                <a:lnTo>
                  <a:pt x="559655" y="8276"/>
                </a:lnTo>
                <a:lnTo>
                  <a:pt x="567517" y="18416"/>
                </a:lnTo>
                <a:close/>
                <a:moveTo>
                  <a:pt x="574385" y="11501"/>
                </a:moveTo>
                <a:lnTo>
                  <a:pt x="581254" y="4585"/>
                </a:lnTo>
                <a:lnTo>
                  <a:pt x="559655" y="8276"/>
                </a:lnTo>
                <a:close/>
                <a:moveTo>
                  <a:pt x="574385" y="11501"/>
                </a:moveTo>
                <a:lnTo>
                  <a:pt x="589115" y="14725"/>
                </a:lnTo>
                <a:lnTo>
                  <a:pt x="581254" y="4585"/>
                </a:lnTo>
                <a:close/>
                <a:moveTo>
                  <a:pt x="552787" y="15191"/>
                </a:moveTo>
                <a:lnTo>
                  <a:pt x="559655" y="8276"/>
                </a:lnTo>
                <a:lnTo>
                  <a:pt x="538057" y="11967"/>
                </a:lnTo>
                <a:close/>
                <a:moveTo>
                  <a:pt x="552787" y="15191"/>
                </a:moveTo>
                <a:lnTo>
                  <a:pt x="567517" y="18416"/>
                </a:lnTo>
                <a:lnTo>
                  <a:pt x="559655" y="8276"/>
                </a:lnTo>
                <a:close/>
                <a:moveTo>
                  <a:pt x="544926" y="5051"/>
                </a:moveTo>
                <a:lnTo>
                  <a:pt x="538057" y="11967"/>
                </a:lnTo>
                <a:lnTo>
                  <a:pt x="559655" y="8276"/>
                </a:lnTo>
                <a:close/>
                <a:moveTo>
                  <a:pt x="544926" y="5051"/>
                </a:moveTo>
                <a:lnTo>
                  <a:pt x="530196" y="1827"/>
                </a:lnTo>
                <a:lnTo>
                  <a:pt x="538057" y="11967"/>
                </a:lnTo>
                <a:close/>
                <a:moveTo>
                  <a:pt x="523327" y="8742"/>
                </a:moveTo>
                <a:lnTo>
                  <a:pt x="516458" y="15657"/>
                </a:lnTo>
                <a:lnTo>
                  <a:pt x="538057" y="11967"/>
                </a:lnTo>
                <a:close/>
                <a:moveTo>
                  <a:pt x="523327" y="8742"/>
                </a:moveTo>
                <a:lnTo>
                  <a:pt x="508597" y="5517"/>
                </a:lnTo>
                <a:lnTo>
                  <a:pt x="516458" y="15657"/>
                </a:lnTo>
                <a:close/>
                <a:moveTo>
                  <a:pt x="523327" y="8742"/>
                </a:moveTo>
                <a:lnTo>
                  <a:pt x="530196" y="1827"/>
                </a:lnTo>
                <a:lnTo>
                  <a:pt x="508597" y="5517"/>
                </a:lnTo>
                <a:close/>
                <a:moveTo>
                  <a:pt x="523327" y="8742"/>
                </a:moveTo>
                <a:lnTo>
                  <a:pt x="538057" y="11967"/>
                </a:lnTo>
                <a:lnTo>
                  <a:pt x="530196" y="1827"/>
                </a:lnTo>
                <a:close/>
                <a:moveTo>
                  <a:pt x="501729" y="12433"/>
                </a:moveTo>
                <a:lnTo>
                  <a:pt x="486999" y="9208"/>
                </a:lnTo>
                <a:lnTo>
                  <a:pt x="494860" y="19348"/>
                </a:lnTo>
                <a:close/>
                <a:moveTo>
                  <a:pt x="501729" y="12433"/>
                </a:moveTo>
                <a:lnTo>
                  <a:pt x="508597" y="5517"/>
                </a:lnTo>
                <a:lnTo>
                  <a:pt x="486999" y="9208"/>
                </a:lnTo>
                <a:close/>
                <a:moveTo>
                  <a:pt x="501729" y="12433"/>
                </a:moveTo>
                <a:lnTo>
                  <a:pt x="516458" y="15657"/>
                </a:lnTo>
                <a:lnTo>
                  <a:pt x="508597" y="5517"/>
                </a:lnTo>
                <a:close/>
                <a:moveTo>
                  <a:pt x="480130" y="16123"/>
                </a:moveTo>
                <a:lnTo>
                  <a:pt x="486999" y="9208"/>
                </a:lnTo>
                <a:lnTo>
                  <a:pt x="465400" y="12899"/>
                </a:lnTo>
                <a:close/>
                <a:moveTo>
                  <a:pt x="493867" y="2293"/>
                </a:moveTo>
                <a:lnTo>
                  <a:pt x="486999" y="9208"/>
                </a:lnTo>
                <a:lnTo>
                  <a:pt x="508597" y="5517"/>
                </a:lnTo>
                <a:close/>
                <a:moveTo>
                  <a:pt x="472269" y="5983"/>
                </a:moveTo>
                <a:lnTo>
                  <a:pt x="465400" y="12899"/>
                </a:lnTo>
                <a:lnTo>
                  <a:pt x="486999" y="9208"/>
                </a:lnTo>
                <a:close/>
                <a:moveTo>
                  <a:pt x="472269" y="5983"/>
                </a:moveTo>
                <a:lnTo>
                  <a:pt x="457539" y="2759"/>
                </a:lnTo>
                <a:lnTo>
                  <a:pt x="465400" y="12899"/>
                </a:lnTo>
                <a:close/>
                <a:moveTo>
                  <a:pt x="450670" y="9674"/>
                </a:moveTo>
                <a:lnTo>
                  <a:pt x="443802" y="16589"/>
                </a:lnTo>
                <a:lnTo>
                  <a:pt x="465400" y="12899"/>
                </a:lnTo>
                <a:close/>
                <a:moveTo>
                  <a:pt x="450670" y="9674"/>
                </a:moveTo>
                <a:lnTo>
                  <a:pt x="435941" y="6449"/>
                </a:lnTo>
                <a:lnTo>
                  <a:pt x="443802" y="16589"/>
                </a:lnTo>
                <a:close/>
                <a:moveTo>
                  <a:pt x="450670" y="9674"/>
                </a:moveTo>
                <a:lnTo>
                  <a:pt x="457539" y="2759"/>
                </a:lnTo>
                <a:lnTo>
                  <a:pt x="435941" y="6449"/>
                </a:lnTo>
                <a:close/>
                <a:moveTo>
                  <a:pt x="450670" y="9674"/>
                </a:moveTo>
                <a:lnTo>
                  <a:pt x="465400" y="12899"/>
                </a:lnTo>
                <a:lnTo>
                  <a:pt x="457539" y="2759"/>
                </a:lnTo>
                <a:close/>
                <a:moveTo>
                  <a:pt x="429072" y="13365"/>
                </a:moveTo>
                <a:lnTo>
                  <a:pt x="414342" y="10140"/>
                </a:lnTo>
                <a:lnTo>
                  <a:pt x="422203" y="20280"/>
                </a:lnTo>
                <a:close/>
                <a:moveTo>
                  <a:pt x="429072" y="13365"/>
                </a:moveTo>
                <a:lnTo>
                  <a:pt x="435941" y="6449"/>
                </a:lnTo>
                <a:lnTo>
                  <a:pt x="414342" y="10140"/>
                </a:lnTo>
                <a:close/>
                <a:moveTo>
                  <a:pt x="429072" y="13365"/>
                </a:moveTo>
                <a:lnTo>
                  <a:pt x="443802" y="16589"/>
                </a:lnTo>
                <a:lnTo>
                  <a:pt x="435941" y="6449"/>
                </a:lnTo>
                <a:close/>
                <a:moveTo>
                  <a:pt x="407473" y="17055"/>
                </a:moveTo>
                <a:lnTo>
                  <a:pt x="414342" y="10140"/>
                </a:lnTo>
                <a:lnTo>
                  <a:pt x="392743" y="13831"/>
                </a:lnTo>
                <a:close/>
                <a:moveTo>
                  <a:pt x="421211" y="3225"/>
                </a:moveTo>
                <a:lnTo>
                  <a:pt x="414342" y="10140"/>
                </a:lnTo>
                <a:lnTo>
                  <a:pt x="435941" y="6449"/>
                </a:lnTo>
                <a:close/>
                <a:moveTo>
                  <a:pt x="399612" y="6915"/>
                </a:moveTo>
                <a:lnTo>
                  <a:pt x="392743" y="13831"/>
                </a:lnTo>
                <a:lnTo>
                  <a:pt x="414342" y="10140"/>
                </a:lnTo>
                <a:close/>
                <a:moveTo>
                  <a:pt x="399612" y="6915"/>
                </a:moveTo>
                <a:lnTo>
                  <a:pt x="384882" y="3691"/>
                </a:lnTo>
                <a:lnTo>
                  <a:pt x="392743" y="13831"/>
                </a:lnTo>
                <a:close/>
                <a:moveTo>
                  <a:pt x="399612" y="6915"/>
                </a:moveTo>
                <a:lnTo>
                  <a:pt x="414342" y="10140"/>
                </a:lnTo>
                <a:lnTo>
                  <a:pt x="406481" y="0"/>
                </a:lnTo>
                <a:close/>
                <a:moveTo>
                  <a:pt x="378014" y="10606"/>
                </a:moveTo>
                <a:lnTo>
                  <a:pt x="371145" y="17521"/>
                </a:lnTo>
                <a:lnTo>
                  <a:pt x="392743" y="13831"/>
                </a:lnTo>
                <a:close/>
                <a:moveTo>
                  <a:pt x="378014" y="10606"/>
                </a:moveTo>
                <a:lnTo>
                  <a:pt x="363284" y="7381"/>
                </a:lnTo>
                <a:lnTo>
                  <a:pt x="371145" y="17521"/>
                </a:lnTo>
                <a:close/>
                <a:moveTo>
                  <a:pt x="378014" y="10606"/>
                </a:moveTo>
                <a:lnTo>
                  <a:pt x="384882" y="3691"/>
                </a:lnTo>
                <a:lnTo>
                  <a:pt x="363284" y="7381"/>
                </a:lnTo>
                <a:close/>
                <a:moveTo>
                  <a:pt x="378014" y="10606"/>
                </a:moveTo>
                <a:lnTo>
                  <a:pt x="392743" y="13831"/>
                </a:lnTo>
                <a:lnTo>
                  <a:pt x="384882" y="3691"/>
                </a:lnTo>
                <a:close/>
                <a:moveTo>
                  <a:pt x="356415" y="14296"/>
                </a:moveTo>
                <a:lnTo>
                  <a:pt x="363284" y="7381"/>
                </a:lnTo>
                <a:lnTo>
                  <a:pt x="341685" y="11072"/>
                </a:lnTo>
                <a:close/>
                <a:moveTo>
                  <a:pt x="356415" y="14296"/>
                </a:moveTo>
                <a:lnTo>
                  <a:pt x="371145" y="17521"/>
                </a:lnTo>
                <a:lnTo>
                  <a:pt x="363284" y="7381"/>
                </a:lnTo>
                <a:close/>
                <a:moveTo>
                  <a:pt x="334817" y="17987"/>
                </a:moveTo>
                <a:lnTo>
                  <a:pt x="341685" y="11072"/>
                </a:lnTo>
                <a:lnTo>
                  <a:pt x="320087" y="14762"/>
                </a:lnTo>
                <a:close/>
                <a:moveTo>
                  <a:pt x="348554" y="4157"/>
                </a:moveTo>
                <a:lnTo>
                  <a:pt x="341685" y="11072"/>
                </a:lnTo>
                <a:lnTo>
                  <a:pt x="363284" y="7381"/>
                </a:lnTo>
                <a:close/>
                <a:moveTo>
                  <a:pt x="348554" y="4157"/>
                </a:moveTo>
                <a:lnTo>
                  <a:pt x="333824" y="932"/>
                </a:lnTo>
                <a:lnTo>
                  <a:pt x="341685" y="11072"/>
                </a:lnTo>
                <a:close/>
                <a:moveTo>
                  <a:pt x="326955" y="7847"/>
                </a:moveTo>
                <a:lnTo>
                  <a:pt x="320087" y="14762"/>
                </a:lnTo>
                <a:lnTo>
                  <a:pt x="341685" y="11072"/>
                </a:lnTo>
                <a:close/>
                <a:moveTo>
                  <a:pt x="326955" y="7847"/>
                </a:moveTo>
                <a:lnTo>
                  <a:pt x="312226" y="4623"/>
                </a:lnTo>
                <a:lnTo>
                  <a:pt x="320087" y="14762"/>
                </a:lnTo>
                <a:close/>
                <a:moveTo>
                  <a:pt x="326955" y="7847"/>
                </a:moveTo>
                <a:lnTo>
                  <a:pt x="341685" y="11072"/>
                </a:lnTo>
                <a:lnTo>
                  <a:pt x="333824" y="932"/>
                </a:lnTo>
                <a:close/>
                <a:moveTo>
                  <a:pt x="305357" y="11538"/>
                </a:moveTo>
                <a:lnTo>
                  <a:pt x="290627" y="8313"/>
                </a:lnTo>
                <a:lnTo>
                  <a:pt x="298488" y="18453"/>
                </a:lnTo>
                <a:close/>
                <a:moveTo>
                  <a:pt x="305357" y="11538"/>
                </a:moveTo>
                <a:lnTo>
                  <a:pt x="312226" y="4623"/>
                </a:lnTo>
                <a:lnTo>
                  <a:pt x="290627" y="8313"/>
                </a:lnTo>
                <a:close/>
                <a:moveTo>
                  <a:pt x="305357" y="11538"/>
                </a:moveTo>
                <a:lnTo>
                  <a:pt x="320087" y="14762"/>
                </a:lnTo>
                <a:lnTo>
                  <a:pt x="312226" y="4623"/>
                </a:lnTo>
                <a:close/>
                <a:moveTo>
                  <a:pt x="283758" y="15228"/>
                </a:moveTo>
                <a:lnTo>
                  <a:pt x="290627" y="8313"/>
                </a:lnTo>
                <a:lnTo>
                  <a:pt x="269028" y="12004"/>
                </a:lnTo>
                <a:close/>
                <a:moveTo>
                  <a:pt x="283758" y="15228"/>
                </a:moveTo>
                <a:lnTo>
                  <a:pt x="298488" y="18453"/>
                </a:lnTo>
                <a:lnTo>
                  <a:pt x="290627" y="8313"/>
                </a:lnTo>
                <a:close/>
                <a:moveTo>
                  <a:pt x="275897" y="5089"/>
                </a:moveTo>
                <a:lnTo>
                  <a:pt x="269028" y="12004"/>
                </a:lnTo>
                <a:lnTo>
                  <a:pt x="290627" y="8313"/>
                </a:lnTo>
                <a:close/>
                <a:moveTo>
                  <a:pt x="275897" y="5089"/>
                </a:moveTo>
                <a:lnTo>
                  <a:pt x="261167" y="1864"/>
                </a:lnTo>
                <a:lnTo>
                  <a:pt x="269028" y="12004"/>
                </a:lnTo>
                <a:close/>
                <a:moveTo>
                  <a:pt x="254299" y="8779"/>
                </a:moveTo>
                <a:lnTo>
                  <a:pt x="247430" y="15694"/>
                </a:lnTo>
                <a:lnTo>
                  <a:pt x="269028" y="12004"/>
                </a:lnTo>
                <a:close/>
                <a:moveTo>
                  <a:pt x="254299" y="8779"/>
                </a:moveTo>
                <a:lnTo>
                  <a:pt x="239569" y="5555"/>
                </a:lnTo>
                <a:lnTo>
                  <a:pt x="247430" y="15694"/>
                </a:lnTo>
                <a:close/>
                <a:moveTo>
                  <a:pt x="254299" y="8779"/>
                </a:moveTo>
                <a:lnTo>
                  <a:pt x="261167" y="1864"/>
                </a:lnTo>
                <a:lnTo>
                  <a:pt x="239569" y="5555"/>
                </a:lnTo>
                <a:close/>
                <a:moveTo>
                  <a:pt x="254299" y="8779"/>
                </a:moveTo>
                <a:lnTo>
                  <a:pt x="269028" y="12004"/>
                </a:lnTo>
                <a:lnTo>
                  <a:pt x="261167" y="1864"/>
                </a:lnTo>
                <a:close/>
                <a:moveTo>
                  <a:pt x="232700" y="12470"/>
                </a:moveTo>
                <a:lnTo>
                  <a:pt x="217970" y="9245"/>
                </a:lnTo>
                <a:lnTo>
                  <a:pt x="225831" y="19385"/>
                </a:lnTo>
                <a:close/>
                <a:moveTo>
                  <a:pt x="232700" y="12470"/>
                </a:moveTo>
                <a:lnTo>
                  <a:pt x="239569" y="5555"/>
                </a:lnTo>
                <a:lnTo>
                  <a:pt x="217970" y="9245"/>
                </a:lnTo>
                <a:close/>
                <a:moveTo>
                  <a:pt x="232700" y="12470"/>
                </a:moveTo>
                <a:lnTo>
                  <a:pt x="247430" y="15694"/>
                </a:lnTo>
                <a:lnTo>
                  <a:pt x="239569" y="5555"/>
                </a:lnTo>
                <a:close/>
                <a:moveTo>
                  <a:pt x="211102" y="16160"/>
                </a:moveTo>
                <a:lnTo>
                  <a:pt x="217970" y="9245"/>
                </a:lnTo>
                <a:lnTo>
                  <a:pt x="196372" y="12936"/>
                </a:lnTo>
                <a:close/>
                <a:moveTo>
                  <a:pt x="224839" y="2330"/>
                </a:moveTo>
                <a:lnTo>
                  <a:pt x="217970" y="9245"/>
                </a:lnTo>
                <a:lnTo>
                  <a:pt x="239569" y="5555"/>
                </a:lnTo>
                <a:close/>
                <a:moveTo>
                  <a:pt x="203240" y="6021"/>
                </a:moveTo>
                <a:lnTo>
                  <a:pt x="196372" y="12936"/>
                </a:lnTo>
                <a:lnTo>
                  <a:pt x="217970" y="9245"/>
                </a:lnTo>
                <a:close/>
                <a:moveTo>
                  <a:pt x="203240" y="6021"/>
                </a:moveTo>
                <a:lnTo>
                  <a:pt x="188511" y="2796"/>
                </a:lnTo>
                <a:lnTo>
                  <a:pt x="196372" y="12936"/>
                </a:lnTo>
                <a:close/>
                <a:moveTo>
                  <a:pt x="181642" y="9711"/>
                </a:moveTo>
                <a:lnTo>
                  <a:pt x="174773" y="16626"/>
                </a:lnTo>
                <a:lnTo>
                  <a:pt x="196372" y="12936"/>
                </a:lnTo>
                <a:close/>
                <a:moveTo>
                  <a:pt x="181642" y="9711"/>
                </a:moveTo>
                <a:lnTo>
                  <a:pt x="166912" y="6487"/>
                </a:lnTo>
                <a:lnTo>
                  <a:pt x="174773" y="16626"/>
                </a:lnTo>
                <a:close/>
                <a:moveTo>
                  <a:pt x="181642" y="9711"/>
                </a:moveTo>
                <a:lnTo>
                  <a:pt x="188511" y="2796"/>
                </a:lnTo>
                <a:lnTo>
                  <a:pt x="166912" y="6487"/>
                </a:lnTo>
                <a:close/>
                <a:moveTo>
                  <a:pt x="181642" y="9711"/>
                </a:moveTo>
                <a:lnTo>
                  <a:pt x="196372" y="12936"/>
                </a:lnTo>
                <a:lnTo>
                  <a:pt x="188511" y="2796"/>
                </a:lnTo>
                <a:close/>
                <a:moveTo>
                  <a:pt x="160043" y="13402"/>
                </a:moveTo>
                <a:lnTo>
                  <a:pt x="145314" y="10177"/>
                </a:lnTo>
                <a:lnTo>
                  <a:pt x="153175" y="20317"/>
                </a:lnTo>
                <a:close/>
                <a:moveTo>
                  <a:pt x="160043" y="13402"/>
                </a:moveTo>
                <a:lnTo>
                  <a:pt x="166912" y="6487"/>
                </a:lnTo>
                <a:lnTo>
                  <a:pt x="145314" y="10177"/>
                </a:lnTo>
                <a:close/>
                <a:moveTo>
                  <a:pt x="160043" y="13402"/>
                </a:moveTo>
                <a:lnTo>
                  <a:pt x="174773" y="16626"/>
                </a:lnTo>
                <a:lnTo>
                  <a:pt x="166912" y="6487"/>
                </a:lnTo>
                <a:close/>
                <a:moveTo>
                  <a:pt x="138445" y="17092"/>
                </a:moveTo>
                <a:lnTo>
                  <a:pt x="145314" y="10177"/>
                </a:lnTo>
                <a:lnTo>
                  <a:pt x="123715" y="13868"/>
                </a:lnTo>
                <a:close/>
                <a:moveTo>
                  <a:pt x="152182" y="3262"/>
                </a:moveTo>
                <a:lnTo>
                  <a:pt x="145314" y="10177"/>
                </a:lnTo>
                <a:lnTo>
                  <a:pt x="166912" y="6487"/>
                </a:lnTo>
                <a:close/>
                <a:moveTo>
                  <a:pt x="130584" y="6952"/>
                </a:moveTo>
                <a:lnTo>
                  <a:pt x="123715" y="13868"/>
                </a:lnTo>
                <a:lnTo>
                  <a:pt x="145314" y="10177"/>
                </a:lnTo>
                <a:close/>
                <a:moveTo>
                  <a:pt x="130584" y="6952"/>
                </a:moveTo>
                <a:lnTo>
                  <a:pt x="115854" y="3728"/>
                </a:lnTo>
                <a:lnTo>
                  <a:pt x="123715" y="13868"/>
                </a:lnTo>
                <a:close/>
                <a:moveTo>
                  <a:pt x="130584" y="6952"/>
                </a:moveTo>
                <a:lnTo>
                  <a:pt x="145314" y="10177"/>
                </a:lnTo>
                <a:lnTo>
                  <a:pt x="137452" y="37"/>
                </a:lnTo>
                <a:close/>
                <a:moveTo>
                  <a:pt x="108985" y="10643"/>
                </a:moveTo>
                <a:lnTo>
                  <a:pt x="102116" y="17558"/>
                </a:lnTo>
                <a:lnTo>
                  <a:pt x="123715" y="13868"/>
                </a:lnTo>
                <a:close/>
                <a:moveTo>
                  <a:pt x="108985" y="10643"/>
                </a:moveTo>
                <a:lnTo>
                  <a:pt x="94255" y="7418"/>
                </a:lnTo>
                <a:lnTo>
                  <a:pt x="102116" y="17558"/>
                </a:lnTo>
                <a:close/>
                <a:moveTo>
                  <a:pt x="108985" y="10643"/>
                </a:moveTo>
                <a:lnTo>
                  <a:pt x="115854" y="3728"/>
                </a:lnTo>
                <a:lnTo>
                  <a:pt x="94255" y="7418"/>
                </a:lnTo>
                <a:close/>
                <a:moveTo>
                  <a:pt x="108985" y="10643"/>
                </a:moveTo>
                <a:lnTo>
                  <a:pt x="123715" y="13868"/>
                </a:lnTo>
                <a:lnTo>
                  <a:pt x="115854" y="3728"/>
                </a:lnTo>
                <a:close/>
                <a:moveTo>
                  <a:pt x="87387" y="14334"/>
                </a:moveTo>
                <a:lnTo>
                  <a:pt x="94255" y="7418"/>
                </a:lnTo>
                <a:lnTo>
                  <a:pt x="72657" y="11109"/>
                </a:lnTo>
                <a:close/>
                <a:moveTo>
                  <a:pt x="87387" y="14334"/>
                </a:moveTo>
                <a:lnTo>
                  <a:pt x="102116" y="17558"/>
                </a:lnTo>
                <a:lnTo>
                  <a:pt x="94255" y="7418"/>
                </a:lnTo>
                <a:close/>
                <a:moveTo>
                  <a:pt x="65788" y="18024"/>
                </a:moveTo>
                <a:lnTo>
                  <a:pt x="72657" y="11109"/>
                </a:lnTo>
                <a:lnTo>
                  <a:pt x="51058" y="14800"/>
                </a:lnTo>
                <a:close/>
                <a:moveTo>
                  <a:pt x="79525" y="4194"/>
                </a:moveTo>
                <a:lnTo>
                  <a:pt x="72657" y="11109"/>
                </a:lnTo>
                <a:lnTo>
                  <a:pt x="94255" y="7418"/>
                </a:lnTo>
                <a:close/>
                <a:moveTo>
                  <a:pt x="79525" y="4194"/>
                </a:moveTo>
                <a:lnTo>
                  <a:pt x="64796" y="969"/>
                </a:lnTo>
                <a:lnTo>
                  <a:pt x="72657" y="11109"/>
                </a:lnTo>
                <a:close/>
                <a:moveTo>
                  <a:pt x="57927" y="7884"/>
                </a:moveTo>
                <a:lnTo>
                  <a:pt x="51058" y="14800"/>
                </a:lnTo>
                <a:lnTo>
                  <a:pt x="72657" y="11109"/>
                </a:lnTo>
                <a:close/>
                <a:moveTo>
                  <a:pt x="57927" y="7884"/>
                </a:moveTo>
                <a:lnTo>
                  <a:pt x="43197" y="4660"/>
                </a:lnTo>
                <a:lnTo>
                  <a:pt x="51058" y="14800"/>
                </a:lnTo>
                <a:close/>
                <a:moveTo>
                  <a:pt x="57927" y="7884"/>
                </a:moveTo>
                <a:lnTo>
                  <a:pt x="72657" y="11109"/>
                </a:lnTo>
                <a:lnTo>
                  <a:pt x="64796" y="969"/>
                </a:lnTo>
                <a:close/>
                <a:moveTo>
                  <a:pt x="36328" y="11575"/>
                </a:moveTo>
                <a:lnTo>
                  <a:pt x="21599" y="8350"/>
                </a:lnTo>
                <a:lnTo>
                  <a:pt x="29460" y="18490"/>
                </a:lnTo>
                <a:close/>
                <a:moveTo>
                  <a:pt x="36328" y="11575"/>
                </a:moveTo>
                <a:lnTo>
                  <a:pt x="43197" y="4660"/>
                </a:lnTo>
                <a:lnTo>
                  <a:pt x="21599" y="8350"/>
                </a:lnTo>
                <a:close/>
                <a:moveTo>
                  <a:pt x="36328" y="11575"/>
                </a:moveTo>
                <a:lnTo>
                  <a:pt x="51058" y="14800"/>
                </a:lnTo>
                <a:lnTo>
                  <a:pt x="43197" y="4660"/>
                </a:lnTo>
                <a:close/>
                <a:moveTo>
                  <a:pt x="14730" y="15266"/>
                </a:moveTo>
                <a:lnTo>
                  <a:pt x="21599" y="8350"/>
                </a:lnTo>
                <a:lnTo>
                  <a:pt x="0" y="12041"/>
                </a:lnTo>
                <a:close/>
                <a:moveTo>
                  <a:pt x="14730" y="15266"/>
                </a:moveTo>
                <a:lnTo>
                  <a:pt x="29460" y="18490"/>
                </a:lnTo>
                <a:lnTo>
                  <a:pt x="21599" y="8350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502" name="PANEL_01-slope--14-210_796">
            <a:extLst>
              <a:ext uri="{FF2B5EF4-FFF2-40B4-BE49-F238E27FC236}">
                <a16:creationId xmlns:a16="http://schemas.microsoft.com/office/drawing/2014/main" id="{B19BE0DF-5CC6-4621-AB6C-0E845A25B053}"/>
              </a:ext>
            </a:extLst>
          </p:cNvPr>
          <p:cNvSpPr>
            <a:spLocks/>
          </p:cNvSpPr>
          <p:nvPr/>
        </p:nvSpPr>
        <p:spPr>
          <a:xfrm>
            <a:off x="1258875" y="616456"/>
            <a:ext cx="21746" cy="23177"/>
          </a:xfrm>
          <a:custGeom>
            <a:pathLst>
              <a:path w="14730" h="15699">
                <a:moveTo>
                  <a:pt x="0" y="0"/>
                </a:moveTo>
                <a:lnTo>
                  <a:pt x="14730" y="15699"/>
                </a:lnTo>
                <a:lnTo>
                  <a:pt x="6869" y="5559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503" name="PANEL_01-slope--14-215_797">
            <a:extLst>
              <a:ext uri="{FF2B5EF4-FFF2-40B4-BE49-F238E27FC236}">
                <a16:creationId xmlns:a16="http://schemas.microsoft.com/office/drawing/2014/main" id="{F49DBCBC-30A6-4198-93A9-08FD3A295B57}"/>
              </a:ext>
            </a:extLst>
          </p:cNvPr>
          <p:cNvSpPr>
            <a:spLocks/>
          </p:cNvSpPr>
          <p:nvPr/>
        </p:nvSpPr>
        <p:spPr>
          <a:xfrm>
            <a:off x="344161" y="466744"/>
            <a:ext cx="924854" cy="157919"/>
          </a:xfrm>
          <a:custGeom>
            <a:pathLst>
              <a:path w="626436" h="106964">
                <a:moveTo>
                  <a:pt x="619568" y="101405"/>
                </a:moveTo>
                <a:lnTo>
                  <a:pt x="604838" y="93748"/>
                </a:lnTo>
                <a:lnTo>
                  <a:pt x="612699" y="104860"/>
                </a:lnTo>
                <a:close/>
                <a:moveTo>
                  <a:pt x="619568" y="101405"/>
                </a:moveTo>
                <a:lnTo>
                  <a:pt x="626436" y="106964"/>
                </a:lnTo>
                <a:lnTo>
                  <a:pt x="604838" y="93748"/>
                </a:lnTo>
                <a:close/>
                <a:moveTo>
                  <a:pt x="611706" y="89461"/>
                </a:moveTo>
                <a:lnTo>
                  <a:pt x="604838" y="93748"/>
                </a:lnTo>
                <a:lnTo>
                  <a:pt x="626436" y="106964"/>
                </a:lnTo>
                <a:close/>
                <a:moveTo>
                  <a:pt x="611706" y="89461"/>
                </a:moveTo>
                <a:lnTo>
                  <a:pt x="596976" y="81468"/>
                </a:lnTo>
                <a:lnTo>
                  <a:pt x="604838" y="93748"/>
                </a:lnTo>
                <a:close/>
                <a:moveTo>
                  <a:pt x="590108" y="85793"/>
                </a:moveTo>
                <a:lnTo>
                  <a:pt x="583239" y="88145"/>
                </a:lnTo>
                <a:lnTo>
                  <a:pt x="604838" y="93748"/>
                </a:lnTo>
                <a:close/>
                <a:moveTo>
                  <a:pt x="590108" y="85793"/>
                </a:moveTo>
                <a:lnTo>
                  <a:pt x="575378" y="76067"/>
                </a:lnTo>
                <a:lnTo>
                  <a:pt x="583239" y="88145"/>
                </a:lnTo>
                <a:close/>
                <a:moveTo>
                  <a:pt x="590108" y="85793"/>
                </a:moveTo>
                <a:lnTo>
                  <a:pt x="596976" y="81468"/>
                </a:lnTo>
                <a:lnTo>
                  <a:pt x="575378" y="76067"/>
                </a:lnTo>
                <a:close/>
                <a:moveTo>
                  <a:pt x="590108" y="85793"/>
                </a:moveTo>
                <a:lnTo>
                  <a:pt x="604838" y="93748"/>
                </a:lnTo>
                <a:lnTo>
                  <a:pt x="596976" y="81468"/>
                </a:lnTo>
                <a:close/>
                <a:moveTo>
                  <a:pt x="568509" y="78893"/>
                </a:moveTo>
                <a:lnTo>
                  <a:pt x="575378" y="76067"/>
                </a:lnTo>
                <a:lnTo>
                  <a:pt x="553779" y="69177"/>
                </a:lnTo>
                <a:close/>
                <a:moveTo>
                  <a:pt x="568509" y="78893"/>
                </a:moveTo>
                <a:lnTo>
                  <a:pt x="583239" y="88145"/>
                </a:lnTo>
                <a:lnTo>
                  <a:pt x="575378" y="76067"/>
                </a:lnTo>
                <a:close/>
                <a:moveTo>
                  <a:pt x="560648" y="66060"/>
                </a:moveTo>
                <a:lnTo>
                  <a:pt x="553779" y="69177"/>
                </a:lnTo>
                <a:lnTo>
                  <a:pt x="575378" y="76067"/>
                </a:lnTo>
                <a:close/>
                <a:moveTo>
                  <a:pt x="560648" y="66060"/>
                </a:moveTo>
                <a:lnTo>
                  <a:pt x="545918" y="55700"/>
                </a:lnTo>
                <a:lnTo>
                  <a:pt x="553779" y="69177"/>
                </a:lnTo>
                <a:close/>
                <a:moveTo>
                  <a:pt x="539050" y="58318"/>
                </a:moveTo>
                <a:lnTo>
                  <a:pt x="545918" y="55700"/>
                </a:lnTo>
                <a:lnTo>
                  <a:pt x="524320" y="48009"/>
                </a:lnTo>
                <a:close/>
                <a:moveTo>
                  <a:pt x="539050" y="58318"/>
                </a:moveTo>
                <a:lnTo>
                  <a:pt x="553779" y="69177"/>
                </a:lnTo>
                <a:lnTo>
                  <a:pt x="545918" y="55700"/>
                </a:lnTo>
                <a:close/>
                <a:moveTo>
                  <a:pt x="531188" y="45272"/>
                </a:moveTo>
                <a:lnTo>
                  <a:pt x="524320" y="48009"/>
                </a:lnTo>
                <a:lnTo>
                  <a:pt x="545918" y="55700"/>
                </a:lnTo>
                <a:close/>
                <a:moveTo>
                  <a:pt x="531188" y="45272"/>
                </a:moveTo>
                <a:lnTo>
                  <a:pt x="516458" y="38095"/>
                </a:lnTo>
                <a:lnTo>
                  <a:pt x="524320" y="48009"/>
                </a:lnTo>
                <a:close/>
                <a:moveTo>
                  <a:pt x="509590" y="37930"/>
                </a:moveTo>
                <a:lnTo>
                  <a:pt x="502721" y="41843"/>
                </a:lnTo>
                <a:lnTo>
                  <a:pt x="524320" y="48009"/>
                </a:lnTo>
                <a:close/>
                <a:moveTo>
                  <a:pt x="509590" y="37930"/>
                </a:moveTo>
                <a:lnTo>
                  <a:pt x="494860" y="36250"/>
                </a:lnTo>
                <a:lnTo>
                  <a:pt x="502721" y="41843"/>
                </a:lnTo>
                <a:close/>
                <a:moveTo>
                  <a:pt x="509590" y="37930"/>
                </a:moveTo>
                <a:lnTo>
                  <a:pt x="516458" y="38095"/>
                </a:lnTo>
                <a:lnTo>
                  <a:pt x="494860" y="36250"/>
                </a:lnTo>
                <a:close/>
                <a:moveTo>
                  <a:pt x="509590" y="37930"/>
                </a:moveTo>
                <a:lnTo>
                  <a:pt x="524320" y="48009"/>
                </a:lnTo>
                <a:lnTo>
                  <a:pt x="516458" y="38095"/>
                </a:lnTo>
                <a:close/>
                <a:moveTo>
                  <a:pt x="487991" y="37498"/>
                </a:moveTo>
                <a:lnTo>
                  <a:pt x="494860" y="36250"/>
                </a:lnTo>
                <a:lnTo>
                  <a:pt x="473261" y="39929"/>
                </a:lnTo>
                <a:close/>
                <a:moveTo>
                  <a:pt x="487991" y="37498"/>
                </a:moveTo>
                <a:lnTo>
                  <a:pt x="502721" y="41843"/>
                </a:lnTo>
                <a:lnTo>
                  <a:pt x="494860" y="36250"/>
                </a:lnTo>
                <a:close/>
                <a:moveTo>
                  <a:pt x="466393" y="41380"/>
                </a:moveTo>
                <a:lnTo>
                  <a:pt x="473261" y="39929"/>
                </a:lnTo>
                <a:lnTo>
                  <a:pt x="451663" y="44622"/>
                </a:lnTo>
                <a:close/>
                <a:moveTo>
                  <a:pt x="458532" y="44139"/>
                </a:moveTo>
                <a:lnTo>
                  <a:pt x="451663" y="44622"/>
                </a:lnTo>
                <a:lnTo>
                  <a:pt x="473261" y="39929"/>
                </a:lnTo>
                <a:close/>
                <a:moveTo>
                  <a:pt x="458532" y="44139"/>
                </a:moveTo>
                <a:lnTo>
                  <a:pt x="443802" y="47096"/>
                </a:lnTo>
                <a:lnTo>
                  <a:pt x="451663" y="44622"/>
                </a:lnTo>
                <a:close/>
                <a:moveTo>
                  <a:pt x="436933" y="48300"/>
                </a:moveTo>
                <a:lnTo>
                  <a:pt x="430064" y="49420"/>
                </a:lnTo>
                <a:lnTo>
                  <a:pt x="451663" y="44622"/>
                </a:lnTo>
                <a:close/>
                <a:moveTo>
                  <a:pt x="436933" y="48300"/>
                </a:moveTo>
                <a:lnTo>
                  <a:pt x="422203" y="50072"/>
                </a:lnTo>
                <a:lnTo>
                  <a:pt x="430064" y="49420"/>
                </a:lnTo>
                <a:close/>
                <a:moveTo>
                  <a:pt x="436933" y="48300"/>
                </a:moveTo>
                <a:lnTo>
                  <a:pt x="451663" y="44622"/>
                </a:lnTo>
                <a:lnTo>
                  <a:pt x="443802" y="47096"/>
                </a:lnTo>
                <a:close/>
                <a:moveTo>
                  <a:pt x="385875" y="46989"/>
                </a:moveTo>
                <a:lnTo>
                  <a:pt x="371145" y="36206"/>
                </a:lnTo>
                <a:lnTo>
                  <a:pt x="379006" y="50263"/>
                </a:lnTo>
                <a:close/>
                <a:moveTo>
                  <a:pt x="364276" y="41550"/>
                </a:moveTo>
                <a:lnTo>
                  <a:pt x="349546" y="30668"/>
                </a:lnTo>
                <a:lnTo>
                  <a:pt x="357408" y="44980"/>
                </a:lnTo>
                <a:close/>
                <a:moveTo>
                  <a:pt x="364276" y="41550"/>
                </a:moveTo>
                <a:lnTo>
                  <a:pt x="371145" y="36206"/>
                </a:lnTo>
                <a:lnTo>
                  <a:pt x="349546" y="30668"/>
                </a:lnTo>
                <a:close/>
                <a:moveTo>
                  <a:pt x="356415" y="25634"/>
                </a:moveTo>
                <a:lnTo>
                  <a:pt x="349546" y="30668"/>
                </a:lnTo>
                <a:lnTo>
                  <a:pt x="371145" y="36206"/>
                </a:lnTo>
                <a:close/>
                <a:moveTo>
                  <a:pt x="356415" y="25634"/>
                </a:moveTo>
                <a:lnTo>
                  <a:pt x="341685" y="17338"/>
                </a:lnTo>
                <a:lnTo>
                  <a:pt x="349546" y="30668"/>
                </a:lnTo>
                <a:close/>
                <a:moveTo>
                  <a:pt x="334817" y="20128"/>
                </a:moveTo>
                <a:lnTo>
                  <a:pt x="327948" y="24236"/>
                </a:lnTo>
                <a:lnTo>
                  <a:pt x="349546" y="30668"/>
                </a:lnTo>
                <a:close/>
                <a:moveTo>
                  <a:pt x="334817" y="20128"/>
                </a:moveTo>
                <a:lnTo>
                  <a:pt x="320087" y="12576"/>
                </a:lnTo>
                <a:lnTo>
                  <a:pt x="327948" y="24236"/>
                </a:lnTo>
                <a:close/>
                <a:moveTo>
                  <a:pt x="334817" y="20128"/>
                </a:moveTo>
                <a:lnTo>
                  <a:pt x="341685" y="17338"/>
                </a:lnTo>
                <a:lnTo>
                  <a:pt x="320087" y="12576"/>
                </a:lnTo>
                <a:close/>
                <a:moveTo>
                  <a:pt x="334817" y="20128"/>
                </a:moveTo>
                <a:lnTo>
                  <a:pt x="349546" y="30668"/>
                </a:lnTo>
                <a:lnTo>
                  <a:pt x="341685" y="17338"/>
                </a:lnTo>
                <a:close/>
                <a:moveTo>
                  <a:pt x="313218" y="13460"/>
                </a:moveTo>
                <a:lnTo>
                  <a:pt x="320087" y="12576"/>
                </a:lnTo>
                <a:lnTo>
                  <a:pt x="298488" y="6291"/>
                </a:lnTo>
                <a:close/>
                <a:moveTo>
                  <a:pt x="313218" y="13460"/>
                </a:moveTo>
                <a:lnTo>
                  <a:pt x="327948" y="24236"/>
                </a:lnTo>
                <a:lnTo>
                  <a:pt x="320087" y="12576"/>
                </a:lnTo>
                <a:close/>
                <a:moveTo>
                  <a:pt x="305357" y="6339"/>
                </a:moveTo>
                <a:lnTo>
                  <a:pt x="298488" y="6291"/>
                </a:lnTo>
                <a:lnTo>
                  <a:pt x="320087" y="12576"/>
                </a:lnTo>
                <a:close/>
                <a:moveTo>
                  <a:pt x="305357" y="6339"/>
                </a:moveTo>
                <a:lnTo>
                  <a:pt x="290627" y="1427"/>
                </a:lnTo>
                <a:lnTo>
                  <a:pt x="298488" y="6291"/>
                </a:lnTo>
                <a:close/>
                <a:moveTo>
                  <a:pt x="283758" y="0"/>
                </a:moveTo>
                <a:lnTo>
                  <a:pt x="269028" y="816"/>
                </a:lnTo>
                <a:lnTo>
                  <a:pt x="276890" y="1977"/>
                </a:lnTo>
                <a:close/>
                <a:moveTo>
                  <a:pt x="283758" y="0"/>
                </a:moveTo>
                <a:lnTo>
                  <a:pt x="290627" y="1427"/>
                </a:lnTo>
                <a:lnTo>
                  <a:pt x="269028" y="816"/>
                </a:lnTo>
                <a:close/>
                <a:moveTo>
                  <a:pt x="283758" y="0"/>
                </a:moveTo>
                <a:lnTo>
                  <a:pt x="298488" y="6291"/>
                </a:lnTo>
                <a:lnTo>
                  <a:pt x="290627" y="1427"/>
                </a:lnTo>
                <a:close/>
                <a:moveTo>
                  <a:pt x="262160" y="1112"/>
                </a:moveTo>
                <a:lnTo>
                  <a:pt x="269028" y="816"/>
                </a:lnTo>
                <a:lnTo>
                  <a:pt x="247430" y="7610"/>
                </a:lnTo>
                <a:close/>
                <a:moveTo>
                  <a:pt x="262160" y="1112"/>
                </a:moveTo>
                <a:lnTo>
                  <a:pt x="276890" y="1977"/>
                </a:lnTo>
                <a:lnTo>
                  <a:pt x="269028" y="816"/>
                </a:lnTo>
                <a:close/>
                <a:moveTo>
                  <a:pt x="44190" y="37400"/>
                </a:moveTo>
                <a:lnTo>
                  <a:pt x="37321" y="35830"/>
                </a:lnTo>
                <a:lnTo>
                  <a:pt x="58919" y="42099"/>
                </a:lnTo>
                <a:close/>
                <a:moveTo>
                  <a:pt x="44190" y="37400"/>
                </a:moveTo>
                <a:lnTo>
                  <a:pt x="29460" y="28483"/>
                </a:lnTo>
                <a:lnTo>
                  <a:pt x="37321" y="35830"/>
                </a:lnTo>
                <a:close/>
                <a:moveTo>
                  <a:pt x="22591" y="29039"/>
                </a:moveTo>
                <a:lnTo>
                  <a:pt x="29460" y="28483"/>
                </a:lnTo>
                <a:lnTo>
                  <a:pt x="7861" y="22013"/>
                </a:lnTo>
                <a:close/>
                <a:moveTo>
                  <a:pt x="22591" y="29039"/>
                </a:moveTo>
                <a:lnTo>
                  <a:pt x="37321" y="35830"/>
                </a:lnTo>
                <a:lnTo>
                  <a:pt x="29460" y="28483"/>
                </a:lnTo>
                <a:close/>
                <a:moveTo>
                  <a:pt x="14730" y="24682"/>
                </a:moveTo>
                <a:lnTo>
                  <a:pt x="7861" y="22013"/>
                </a:lnTo>
                <a:lnTo>
                  <a:pt x="29460" y="28483"/>
                </a:lnTo>
                <a:close/>
                <a:moveTo>
                  <a:pt x="14730" y="24682"/>
                </a:moveTo>
                <a:lnTo>
                  <a:pt x="0" y="15807"/>
                </a:lnTo>
                <a:lnTo>
                  <a:pt x="7861" y="22013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04" name="PANEL_01-slope--14-220_798">
            <a:extLst>
              <a:ext uri="{FF2B5EF4-FFF2-40B4-BE49-F238E27FC236}">
                <a16:creationId xmlns:a16="http://schemas.microsoft.com/office/drawing/2014/main" id="{F79A9AE5-D899-4342-8288-2BF664B838D4}"/>
              </a:ext>
            </a:extLst>
          </p:cNvPr>
          <p:cNvSpPr>
            <a:spLocks/>
          </p:cNvSpPr>
          <p:nvPr/>
        </p:nvSpPr>
        <p:spPr>
          <a:xfrm>
            <a:off x="387654" y="467948"/>
            <a:ext cx="687106" cy="85703"/>
          </a:xfrm>
          <a:custGeom>
            <a:pathLst>
              <a:path w="465400" h="58050">
                <a:moveTo>
                  <a:pt x="450670" y="35885"/>
                </a:moveTo>
                <a:lnTo>
                  <a:pt x="443802" y="39114"/>
                </a:lnTo>
                <a:lnTo>
                  <a:pt x="465400" y="35434"/>
                </a:lnTo>
                <a:close/>
                <a:moveTo>
                  <a:pt x="385875" y="52938"/>
                </a:moveTo>
                <a:lnTo>
                  <a:pt x="371145" y="50922"/>
                </a:lnTo>
                <a:lnTo>
                  <a:pt x="379006" y="54081"/>
                </a:lnTo>
                <a:close/>
                <a:moveTo>
                  <a:pt x="385875" y="52938"/>
                </a:moveTo>
                <a:lnTo>
                  <a:pt x="392743" y="49257"/>
                </a:lnTo>
                <a:lnTo>
                  <a:pt x="371145" y="50922"/>
                </a:lnTo>
                <a:close/>
                <a:moveTo>
                  <a:pt x="385875" y="52938"/>
                </a:moveTo>
                <a:lnTo>
                  <a:pt x="400605" y="48604"/>
                </a:lnTo>
                <a:lnTo>
                  <a:pt x="392743" y="49257"/>
                </a:lnTo>
                <a:close/>
                <a:moveTo>
                  <a:pt x="364276" y="56547"/>
                </a:moveTo>
                <a:lnTo>
                  <a:pt x="371145" y="50922"/>
                </a:lnTo>
                <a:lnTo>
                  <a:pt x="349546" y="49447"/>
                </a:lnTo>
                <a:close/>
                <a:moveTo>
                  <a:pt x="356415" y="46173"/>
                </a:moveTo>
                <a:lnTo>
                  <a:pt x="349546" y="49447"/>
                </a:lnTo>
                <a:lnTo>
                  <a:pt x="371145" y="50922"/>
                </a:lnTo>
                <a:close/>
                <a:moveTo>
                  <a:pt x="334817" y="40735"/>
                </a:moveTo>
                <a:lnTo>
                  <a:pt x="349546" y="49447"/>
                </a:lnTo>
                <a:lnTo>
                  <a:pt x="341685" y="35390"/>
                </a:lnTo>
                <a:close/>
                <a:moveTo>
                  <a:pt x="211102" y="10466"/>
                </a:moveTo>
                <a:lnTo>
                  <a:pt x="217970" y="6794"/>
                </a:lnTo>
                <a:lnTo>
                  <a:pt x="196372" y="17140"/>
                </a:lnTo>
                <a:close/>
                <a:moveTo>
                  <a:pt x="224839" y="3437"/>
                </a:moveTo>
                <a:lnTo>
                  <a:pt x="217970" y="6794"/>
                </a:lnTo>
                <a:lnTo>
                  <a:pt x="239569" y="0"/>
                </a:lnTo>
                <a:close/>
                <a:moveTo>
                  <a:pt x="203240" y="12978"/>
                </a:moveTo>
                <a:lnTo>
                  <a:pt x="196372" y="17140"/>
                </a:lnTo>
                <a:lnTo>
                  <a:pt x="217970" y="6794"/>
                </a:lnTo>
                <a:close/>
                <a:moveTo>
                  <a:pt x="181642" y="24086"/>
                </a:moveTo>
                <a:lnTo>
                  <a:pt x="174773" y="27940"/>
                </a:lnTo>
                <a:lnTo>
                  <a:pt x="196372" y="17140"/>
                </a:lnTo>
                <a:close/>
                <a:moveTo>
                  <a:pt x="181642" y="24086"/>
                </a:moveTo>
                <a:lnTo>
                  <a:pt x="166912" y="31558"/>
                </a:lnTo>
                <a:lnTo>
                  <a:pt x="174773" y="27940"/>
                </a:lnTo>
                <a:close/>
                <a:moveTo>
                  <a:pt x="181642" y="24086"/>
                </a:moveTo>
                <a:lnTo>
                  <a:pt x="196372" y="17140"/>
                </a:lnTo>
                <a:lnTo>
                  <a:pt x="188511" y="20745"/>
                </a:lnTo>
                <a:close/>
                <a:moveTo>
                  <a:pt x="160043" y="34803"/>
                </a:moveTo>
                <a:lnTo>
                  <a:pt x="153175" y="39007"/>
                </a:lnTo>
                <a:lnTo>
                  <a:pt x="174773" y="27940"/>
                </a:lnTo>
                <a:close/>
                <a:moveTo>
                  <a:pt x="160043" y="34803"/>
                </a:moveTo>
                <a:lnTo>
                  <a:pt x="145314" y="40895"/>
                </a:lnTo>
                <a:lnTo>
                  <a:pt x="153175" y="39007"/>
                </a:lnTo>
                <a:close/>
                <a:moveTo>
                  <a:pt x="160043" y="34803"/>
                </a:moveTo>
                <a:lnTo>
                  <a:pt x="174773" y="27940"/>
                </a:lnTo>
                <a:lnTo>
                  <a:pt x="166912" y="31558"/>
                </a:lnTo>
                <a:close/>
                <a:moveTo>
                  <a:pt x="138445" y="45733"/>
                </a:moveTo>
                <a:lnTo>
                  <a:pt x="131576" y="49765"/>
                </a:lnTo>
                <a:lnTo>
                  <a:pt x="153175" y="39007"/>
                </a:lnTo>
                <a:close/>
                <a:moveTo>
                  <a:pt x="138445" y="45733"/>
                </a:moveTo>
                <a:lnTo>
                  <a:pt x="123715" y="47892"/>
                </a:lnTo>
                <a:lnTo>
                  <a:pt x="131576" y="49765"/>
                </a:lnTo>
                <a:close/>
                <a:moveTo>
                  <a:pt x="138445" y="45733"/>
                </a:moveTo>
                <a:lnTo>
                  <a:pt x="145314" y="40895"/>
                </a:lnTo>
                <a:lnTo>
                  <a:pt x="123715" y="47892"/>
                </a:lnTo>
                <a:close/>
                <a:moveTo>
                  <a:pt x="138445" y="45733"/>
                </a:moveTo>
                <a:lnTo>
                  <a:pt x="153175" y="39007"/>
                </a:lnTo>
                <a:lnTo>
                  <a:pt x="145314" y="40895"/>
                </a:lnTo>
                <a:close/>
                <a:moveTo>
                  <a:pt x="116846" y="55637"/>
                </a:moveTo>
                <a:lnTo>
                  <a:pt x="102116" y="52296"/>
                </a:lnTo>
                <a:lnTo>
                  <a:pt x="109978" y="58050"/>
                </a:lnTo>
                <a:close/>
                <a:moveTo>
                  <a:pt x="116846" y="55637"/>
                </a:moveTo>
                <a:lnTo>
                  <a:pt x="131576" y="49765"/>
                </a:lnTo>
                <a:lnTo>
                  <a:pt x="123715" y="47892"/>
                </a:lnTo>
                <a:close/>
                <a:moveTo>
                  <a:pt x="65788" y="49662"/>
                </a:moveTo>
                <a:lnTo>
                  <a:pt x="58919" y="55902"/>
                </a:lnTo>
                <a:lnTo>
                  <a:pt x="80518" y="54773"/>
                </a:lnTo>
                <a:close/>
                <a:moveTo>
                  <a:pt x="65788" y="49662"/>
                </a:moveTo>
                <a:lnTo>
                  <a:pt x="51058" y="39927"/>
                </a:lnTo>
                <a:lnTo>
                  <a:pt x="58919" y="55902"/>
                </a:lnTo>
                <a:close/>
                <a:moveTo>
                  <a:pt x="44190" y="50807"/>
                </a:moveTo>
                <a:lnTo>
                  <a:pt x="51058" y="39927"/>
                </a:lnTo>
                <a:lnTo>
                  <a:pt x="29460" y="41283"/>
                </a:lnTo>
                <a:close/>
                <a:moveTo>
                  <a:pt x="14730" y="36584"/>
                </a:moveTo>
                <a:lnTo>
                  <a:pt x="21599" y="26205"/>
                </a:lnTo>
                <a:lnTo>
                  <a:pt x="0" y="27668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05" name="PANEL_01-slope--14-225_799">
            <a:extLst>
              <a:ext uri="{FF2B5EF4-FFF2-40B4-BE49-F238E27FC236}">
                <a16:creationId xmlns:a16="http://schemas.microsoft.com/office/drawing/2014/main" id="{2F991C09-EA2F-4A10-9AF5-4B14FCEF988E}"/>
              </a:ext>
            </a:extLst>
          </p:cNvPr>
          <p:cNvSpPr>
            <a:spLocks/>
          </p:cNvSpPr>
          <p:nvPr/>
        </p:nvSpPr>
        <p:spPr>
          <a:xfrm>
            <a:off x="409402" y="504437"/>
            <a:ext cx="2114950" cy="143231"/>
          </a:xfrm>
          <a:custGeom>
            <a:pathLst>
              <a:path w="1432529" h="97016">
                <a:moveTo>
                  <a:pt x="1417799" y="16185"/>
                </a:moveTo>
                <a:lnTo>
                  <a:pt x="1410931" y="22487"/>
                </a:lnTo>
                <a:lnTo>
                  <a:pt x="1432529" y="8931"/>
                </a:lnTo>
                <a:close/>
                <a:moveTo>
                  <a:pt x="1417799" y="16185"/>
                </a:moveTo>
                <a:lnTo>
                  <a:pt x="1403069" y="18159"/>
                </a:lnTo>
                <a:lnTo>
                  <a:pt x="1410931" y="22487"/>
                </a:lnTo>
                <a:close/>
                <a:moveTo>
                  <a:pt x="1417799" y="16185"/>
                </a:moveTo>
                <a:lnTo>
                  <a:pt x="1432529" y="8931"/>
                </a:lnTo>
                <a:lnTo>
                  <a:pt x="1424668" y="2810"/>
                </a:lnTo>
                <a:close/>
                <a:moveTo>
                  <a:pt x="1396201" y="28393"/>
                </a:moveTo>
                <a:lnTo>
                  <a:pt x="1389332" y="33906"/>
                </a:lnTo>
                <a:lnTo>
                  <a:pt x="1410931" y="22487"/>
                </a:lnTo>
                <a:close/>
                <a:moveTo>
                  <a:pt x="1396201" y="28393"/>
                </a:moveTo>
                <a:lnTo>
                  <a:pt x="1381471" y="30304"/>
                </a:lnTo>
                <a:lnTo>
                  <a:pt x="1389332" y="33906"/>
                </a:lnTo>
                <a:close/>
                <a:moveTo>
                  <a:pt x="1396201" y="28393"/>
                </a:moveTo>
                <a:lnTo>
                  <a:pt x="1410931" y="22487"/>
                </a:lnTo>
                <a:lnTo>
                  <a:pt x="1403069" y="18159"/>
                </a:lnTo>
                <a:close/>
                <a:moveTo>
                  <a:pt x="1374602" y="37563"/>
                </a:moveTo>
                <a:lnTo>
                  <a:pt x="1367734" y="45522"/>
                </a:lnTo>
                <a:lnTo>
                  <a:pt x="1389332" y="33906"/>
                </a:lnTo>
                <a:close/>
                <a:moveTo>
                  <a:pt x="1374602" y="37563"/>
                </a:moveTo>
                <a:lnTo>
                  <a:pt x="1359872" y="41238"/>
                </a:lnTo>
                <a:lnTo>
                  <a:pt x="1367734" y="45522"/>
                </a:lnTo>
                <a:close/>
                <a:moveTo>
                  <a:pt x="1374602" y="37563"/>
                </a:moveTo>
                <a:lnTo>
                  <a:pt x="1381471" y="30304"/>
                </a:lnTo>
                <a:lnTo>
                  <a:pt x="1359872" y="41238"/>
                </a:lnTo>
                <a:close/>
                <a:moveTo>
                  <a:pt x="1374602" y="37563"/>
                </a:moveTo>
                <a:lnTo>
                  <a:pt x="1389332" y="33906"/>
                </a:lnTo>
                <a:lnTo>
                  <a:pt x="1381471" y="30304"/>
                </a:lnTo>
                <a:close/>
                <a:moveTo>
                  <a:pt x="1353004" y="49388"/>
                </a:moveTo>
                <a:lnTo>
                  <a:pt x="1338274" y="52588"/>
                </a:lnTo>
                <a:lnTo>
                  <a:pt x="1346135" y="57639"/>
                </a:lnTo>
                <a:close/>
                <a:moveTo>
                  <a:pt x="1353004" y="49388"/>
                </a:moveTo>
                <a:lnTo>
                  <a:pt x="1359872" y="41238"/>
                </a:lnTo>
                <a:lnTo>
                  <a:pt x="1338274" y="52588"/>
                </a:lnTo>
                <a:close/>
                <a:moveTo>
                  <a:pt x="1353004" y="49388"/>
                </a:moveTo>
                <a:lnTo>
                  <a:pt x="1367734" y="45522"/>
                </a:lnTo>
                <a:lnTo>
                  <a:pt x="1359872" y="41238"/>
                </a:lnTo>
                <a:close/>
                <a:moveTo>
                  <a:pt x="1331405" y="60912"/>
                </a:moveTo>
                <a:lnTo>
                  <a:pt x="1316675" y="62447"/>
                </a:lnTo>
                <a:lnTo>
                  <a:pt x="1324537" y="67844"/>
                </a:lnTo>
                <a:close/>
                <a:moveTo>
                  <a:pt x="1331405" y="60912"/>
                </a:moveTo>
                <a:lnTo>
                  <a:pt x="1338274" y="52588"/>
                </a:lnTo>
                <a:lnTo>
                  <a:pt x="1316675" y="62447"/>
                </a:lnTo>
                <a:close/>
                <a:moveTo>
                  <a:pt x="1331405" y="60912"/>
                </a:moveTo>
                <a:lnTo>
                  <a:pt x="1346135" y="57639"/>
                </a:lnTo>
                <a:lnTo>
                  <a:pt x="1338274" y="52588"/>
                </a:lnTo>
                <a:close/>
                <a:moveTo>
                  <a:pt x="1309807" y="68979"/>
                </a:moveTo>
                <a:lnTo>
                  <a:pt x="1316675" y="62447"/>
                </a:lnTo>
                <a:lnTo>
                  <a:pt x="1295077" y="70234"/>
                </a:lnTo>
                <a:close/>
                <a:moveTo>
                  <a:pt x="1288208" y="76391"/>
                </a:moveTo>
                <a:lnTo>
                  <a:pt x="1295077" y="70234"/>
                </a:lnTo>
                <a:lnTo>
                  <a:pt x="1273478" y="77025"/>
                </a:lnTo>
                <a:close/>
                <a:moveTo>
                  <a:pt x="1323544" y="55507"/>
                </a:moveTo>
                <a:lnTo>
                  <a:pt x="1316675" y="62447"/>
                </a:lnTo>
                <a:lnTo>
                  <a:pt x="1338274" y="52588"/>
                </a:lnTo>
                <a:close/>
                <a:moveTo>
                  <a:pt x="1301945" y="64392"/>
                </a:moveTo>
                <a:lnTo>
                  <a:pt x="1295077" y="70234"/>
                </a:lnTo>
                <a:lnTo>
                  <a:pt x="1316675" y="62447"/>
                </a:lnTo>
                <a:close/>
                <a:moveTo>
                  <a:pt x="1301945" y="64392"/>
                </a:moveTo>
                <a:lnTo>
                  <a:pt x="1287216" y="63698"/>
                </a:lnTo>
                <a:lnTo>
                  <a:pt x="1295077" y="70234"/>
                </a:lnTo>
                <a:close/>
                <a:moveTo>
                  <a:pt x="1280347" y="71173"/>
                </a:moveTo>
                <a:lnTo>
                  <a:pt x="1273478" y="77025"/>
                </a:lnTo>
                <a:lnTo>
                  <a:pt x="1295077" y="70234"/>
                </a:lnTo>
                <a:close/>
                <a:moveTo>
                  <a:pt x="1280347" y="71173"/>
                </a:moveTo>
                <a:lnTo>
                  <a:pt x="1265617" y="69786"/>
                </a:lnTo>
                <a:lnTo>
                  <a:pt x="1273478" y="77025"/>
                </a:lnTo>
                <a:close/>
                <a:moveTo>
                  <a:pt x="1280347" y="71173"/>
                </a:moveTo>
                <a:lnTo>
                  <a:pt x="1295077" y="70234"/>
                </a:lnTo>
                <a:lnTo>
                  <a:pt x="1287216" y="63698"/>
                </a:lnTo>
                <a:close/>
                <a:moveTo>
                  <a:pt x="1258748" y="76510"/>
                </a:moveTo>
                <a:lnTo>
                  <a:pt x="1251880" y="85450"/>
                </a:lnTo>
                <a:lnTo>
                  <a:pt x="1273478" y="77025"/>
                </a:lnTo>
                <a:close/>
                <a:moveTo>
                  <a:pt x="1258748" y="76510"/>
                </a:moveTo>
                <a:lnTo>
                  <a:pt x="1244019" y="77044"/>
                </a:lnTo>
                <a:lnTo>
                  <a:pt x="1251880" y="85450"/>
                </a:lnTo>
                <a:close/>
                <a:moveTo>
                  <a:pt x="1258748" y="76510"/>
                </a:moveTo>
                <a:lnTo>
                  <a:pt x="1265617" y="69786"/>
                </a:lnTo>
                <a:lnTo>
                  <a:pt x="1244019" y="77044"/>
                </a:lnTo>
                <a:close/>
                <a:moveTo>
                  <a:pt x="1258748" y="76510"/>
                </a:moveTo>
                <a:lnTo>
                  <a:pt x="1273478" y="77025"/>
                </a:lnTo>
                <a:lnTo>
                  <a:pt x="1265617" y="69786"/>
                </a:lnTo>
                <a:close/>
                <a:moveTo>
                  <a:pt x="1237150" y="86415"/>
                </a:moveTo>
                <a:lnTo>
                  <a:pt x="1222420" y="86876"/>
                </a:lnTo>
                <a:lnTo>
                  <a:pt x="1230281" y="97016"/>
                </a:lnTo>
                <a:close/>
                <a:moveTo>
                  <a:pt x="1237150" y="86415"/>
                </a:moveTo>
                <a:lnTo>
                  <a:pt x="1244019" y="77044"/>
                </a:lnTo>
                <a:lnTo>
                  <a:pt x="1222420" y="86876"/>
                </a:lnTo>
                <a:close/>
                <a:moveTo>
                  <a:pt x="1237150" y="86415"/>
                </a:moveTo>
                <a:lnTo>
                  <a:pt x="1251880" y="85450"/>
                </a:lnTo>
                <a:lnTo>
                  <a:pt x="1244019" y="77044"/>
                </a:lnTo>
                <a:close/>
                <a:moveTo>
                  <a:pt x="1229289" y="76897"/>
                </a:moveTo>
                <a:lnTo>
                  <a:pt x="1222420" y="86876"/>
                </a:lnTo>
                <a:lnTo>
                  <a:pt x="1244019" y="77044"/>
                </a:lnTo>
                <a:close/>
                <a:moveTo>
                  <a:pt x="102116" y="30922"/>
                </a:moveTo>
                <a:lnTo>
                  <a:pt x="108985" y="23176"/>
                </a:lnTo>
                <a:lnTo>
                  <a:pt x="87387" y="27581"/>
                </a:lnTo>
                <a:close/>
                <a:moveTo>
                  <a:pt x="80518" y="36296"/>
                </a:moveTo>
                <a:lnTo>
                  <a:pt x="87387" y="27581"/>
                </a:lnTo>
                <a:lnTo>
                  <a:pt x="65788" y="30058"/>
                </a:lnTo>
                <a:close/>
                <a:moveTo>
                  <a:pt x="80518" y="36296"/>
                </a:moveTo>
                <a:lnTo>
                  <a:pt x="95248" y="33334"/>
                </a:lnTo>
                <a:lnTo>
                  <a:pt x="87387" y="27581"/>
                </a:lnTo>
                <a:close/>
                <a:moveTo>
                  <a:pt x="72657" y="21877"/>
                </a:moveTo>
                <a:lnTo>
                  <a:pt x="65788" y="30058"/>
                </a:lnTo>
                <a:lnTo>
                  <a:pt x="87387" y="27581"/>
                </a:lnTo>
                <a:close/>
                <a:moveTo>
                  <a:pt x="72657" y="21877"/>
                </a:moveTo>
                <a:lnTo>
                  <a:pt x="57927" y="11412"/>
                </a:lnTo>
                <a:lnTo>
                  <a:pt x="65788" y="30058"/>
                </a:lnTo>
                <a:close/>
                <a:moveTo>
                  <a:pt x="51058" y="24947"/>
                </a:moveTo>
                <a:lnTo>
                  <a:pt x="57927" y="11412"/>
                </a:lnTo>
                <a:lnTo>
                  <a:pt x="36328" y="15211"/>
                </a:lnTo>
                <a:close/>
                <a:moveTo>
                  <a:pt x="51058" y="24947"/>
                </a:moveTo>
                <a:lnTo>
                  <a:pt x="65788" y="30058"/>
                </a:lnTo>
                <a:lnTo>
                  <a:pt x="57927" y="11412"/>
                </a:lnTo>
                <a:close/>
                <a:moveTo>
                  <a:pt x="29460" y="26092"/>
                </a:moveTo>
                <a:lnTo>
                  <a:pt x="44190" y="31186"/>
                </a:lnTo>
                <a:lnTo>
                  <a:pt x="36328" y="15211"/>
                </a:lnTo>
                <a:close/>
                <a:moveTo>
                  <a:pt x="43197" y="0"/>
                </a:moveTo>
                <a:lnTo>
                  <a:pt x="36328" y="15211"/>
                </a:lnTo>
                <a:lnTo>
                  <a:pt x="57927" y="11412"/>
                </a:lnTo>
                <a:close/>
                <a:moveTo>
                  <a:pt x="21599" y="9807"/>
                </a:moveTo>
                <a:lnTo>
                  <a:pt x="14730" y="16568"/>
                </a:lnTo>
                <a:lnTo>
                  <a:pt x="36328" y="15211"/>
                </a:lnTo>
                <a:close/>
                <a:moveTo>
                  <a:pt x="21599" y="9807"/>
                </a:moveTo>
                <a:lnTo>
                  <a:pt x="6869" y="1489"/>
                </a:lnTo>
                <a:lnTo>
                  <a:pt x="14730" y="16568"/>
                </a:lnTo>
                <a:close/>
                <a:moveTo>
                  <a:pt x="0" y="11869"/>
                </a:moveTo>
                <a:lnTo>
                  <a:pt x="14730" y="16568"/>
                </a:lnTo>
                <a:lnTo>
                  <a:pt x="6869" y="1489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506" name="PANEL_01-water--14-230_800">
            <a:extLst>
              <a:ext uri="{FF2B5EF4-FFF2-40B4-BE49-F238E27FC236}">
                <a16:creationId xmlns:a16="http://schemas.microsoft.com/office/drawing/2014/main" id="{C29C5C57-A052-4E5B-978F-9A098F2F1F63}"/>
              </a:ext>
            </a:extLst>
          </p:cNvPr>
          <p:cNvSpPr>
            <a:spLocks/>
          </p:cNvSpPr>
          <p:nvPr/>
        </p:nvSpPr>
        <p:spPr>
          <a:xfrm>
            <a:off x="1269015" y="620479"/>
            <a:ext cx="956742" cy="29996"/>
          </a:xfrm>
          <a:custGeom>
            <a:pathLst>
              <a:path w="648035" h="20317">
                <a:moveTo>
                  <a:pt x="633305" y="15191"/>
                </a:moveTo>
                <a:lnTo>
                  <a:pt x="640173" y="8276"/>
                </a:lnTo>
                <a:lnTo>
                  <a:pt x="618575" y="11967"/>
                </a:lnTo>
                <a:close/>
                <a:moveTo>
                  <a:pt x="633305" y="15191"/>
                </a:moveTo>
                <a:lnTo>
                  <a:pt x="648035" y="18416"/>
                </a:lnTo>
                <a:lnTo>
                  <a:pt x="640173" y="8276"/>
                </a:lnTo>
                <a:close/>
                <a:moveTo>
                  <a:pt x="625444" y="5051"/>
                </a:moveTo>
                <a:lnTo>
                  <a:pt x="618575" y="11967"/>
                </a:lnTo>
                <a:lnTo>
                  <a:pt x="640173" y="8276"/>
                </a:lnTo>
                <a:close/>
                <a:moveTo>
                  <a:pt x="625444" y="5051"/>
                </a:moveTo>
                <a:lnTo>
                  <a:pt x="610714" y="1827"/>
                </a:lnTo>
                <a:lnTo>
                  <a:pt x="618575" y="11967"/>
                </a:lnTo>
                <a:close/>
                <a:moveTo>
                  <a:pt x="603845" y="8742"/>
                </a:moveTo>
                <a:lnTo>
                  <a:pt x="596976" y="15657"/>
                </a:lnTo>
                <a:lnTo>
                  <a:pt x="618575" y="11967"/>
                </a:lnTo>
                <a:close/>
                <a:moveTo>
                  <a:pt x="603845" y="8742"/>
                </a:moveTo>
                <a:lnTo>
                  <a:pt x="589115" y="5517"/>
                </a:lnTo>
                <a:lnTo>
                  <a:pt x="596976" y="15657"/>
                </a:lnTo>
                <a:close/>
                <a:moveTo>
                  <a:pt x="603845" y="8742"/>
                </a:moveTo>
                <a:lnTo>
                  <a:pt x="618575" y="11967"/>
                </a:lnTo>
                <a:lnTo>
                  <a:pt x="610714" y="1827"/>
                </a:lnTo>
                <a:close/>
                <a:moveTo>
                  <a:pt x="582247" y="12433"/>
                </a:moveTo>
                <a:lnTo>
                  <a:pt x="567517" y="9208"/>
                </a:lnTo>
                <a:lnTo>
                  <a:pt x="575378" y="19348"/>
                </a:lnTo>
                <a:close/>
                <a:moveTo>
                  <a:pt x="582247" y="12433"/>
                </a:moveTo>
                <a:lnTo>
                  <a:pt x="589115" y="5517"/>
                </a:lnTo>
                <a:lnTo>
                  <a:pt x="567517" y="9208"/>
                </a:lnTo>
                <a:close/>
                <a:moveTo>
                  <a:pt x="582247" y="12433"/>
                </a:moveTo>
                <a:lnTo>
                  <a:pt x="596976" y="15657"/>
                </a:lnTo>
                <a:lnTo>
                  <a:pt x="589115" y="5517"/>
                </a:lnTo>
                <a:close/>
                <a:moveTo>
                  <a:pt x="560648" y="16123"/>
                </a:moveTo>
                <a:lnTo>
                  <a:pt x="567517" y="9208"/>
                </a:lnTo>
                <a:lnTo>
                  <a:pt x="545918" y="12899"/>
                </a:lnTo>
                <a:close/>
                <a:moveTo>
                  <a:pt x="560648" y="16123"/>
                </a:moveTo>
                <a:lnTo>
                  <a:pt x="575378" y="19348"/>
                </a:lnTo>
                <a:lnTo>
                  <a:pt x="567517" y="9208"/>
                </a:lnTo>
                <a:close/>
                <a:moveTo>
                  <a:pt x="574385" y="2293"/>
                </a:moveTo>
                <a:lnTo>
                  <a:pt x="567517" y="9208"/>
                </a:lnTo>
                <a:lnTo>
                  <a:pt x="589115" y="5517"/>
                </a:lnTo>
                <a:close/>
                <a:moveTo>
                  <a:pt x="552787" y="5983"/>
                </a:moveTo>
                <a:lnTo>
                  <a:pt x="545918" y="12899"/>
                </a:lnTo>
                <a:lnTo>
                  <a:pt x="567517" y="9208"/>
                </a:lnTo>
                <a:close/>
                <a:moveTo>
                  <a:pt x="552787" y="5983"/>
                </a:moveTo>
                <a:lnTo>
                  <a:pt x="538057" y="2759"/>
                </a:lnTo>
                <a:lnTo>
                  <a:pt x="545918" y="12899"/>
                </a:lnTo>
                <a:close/>
                <a:moveTo>
                  <a:pt x="531188" y="9674"/>
                </a:moveTo>
                <a:lnTo>
                  <a:pt x="524320" y="16589"/>
                </a:lnTo>
                <a:lnTo>
                  <a:pt x="545918" y="12899"/>
                </a:lnTo>
                <a:close/>
                <a:moveTo>
                  <a:pt x="531188" y="9674"/>
                </a:moveTo>
                <a:lnTo>
                  <a:pt x="516458" y="6449"/>
                </a:lnTo>
                <a:lnTo>
                  <a:pt x="524320" y="16589"/>
                </a:lnTo>
                <a:close/>
                <a:moveTo>
                  <a:pt x="531188" y="9674"/>
                </a:moveTo>
                <a:lnTo>
                  <a:pt x="538057" y="2759"/>
                </a:lnTo>
                <a:lnTo>
                  <a:pt x="516458" y="6449"/>
                </a:lnTo>
                <a:close/>
                <a:moveTo>
                  <a:pt x="531188" y="9674"/>
                </a:moveTo>
                <a:lnTo>
                  <a:pt x="545918" y="12899"/>
                </a:lnTo>
                <a:lnTo>
                  <a:pt x="538057" y="2759"/>
                </a:lnTo>
                <a:close/>
                <a:moveTo>
                  <a:pt x="509590" y="13365"/>
                </a:moveTo>
                <a:lnTo>
                  <a:pt x="494860" y="10140"/>
                </a:lnTo>
                <a:lnTo>
                  <a:pt x="502721" y="20280"/>
                </a:lnTo>
                <a:close/>
                <a:moveTo>
                  <a:pt x="509590" y="13365"/>
                </a:moveTo>
                <a:lnTo>
                  <a:pt x="516458" y="6449"/>
                </a:lnTo>
                <a:lnTo>
                  <a:pt x="494860" y="10140"/>
                </a:lnTo>
                <a:close/>
                <a:moveTo>
                  <a:pt x="509590" y="13365"/>
                </a:moveTo>
                <a:lnTo>
                  <a:pt x="524320" y="16589"/>
                </a:lnTo>
                <a:lnTo>
                  <a:pt x="516458" y="6449"/>
                </a:lnTo>
                <a:close/>
                <a:moveTo>
                  <a:pt x="487991" y="17055"/>
                </a:moveTo>
                <a:lnTo>
                  <a:pt x="494860" y="10140"/>
                </a:lnTo>
                <a:lnTo>
                  <a:pt x="473261" y="13831"/>
                </a:lnTo>
                <a:close/>
                <a:moveTo>
                  <a:pt x="501729" y="3225"/>
                </a:moveTo>
                <a:lnTo>
                  <a:pt x="494860" y="10140"/>
                </a:lnTo>
                <a:lnTo>
                  <a:pt x="516458" y="6449"/>
                </a:lnTo>
                <a:close/>
                <a:moveTo>
                  <a:pt x="480130" y="6915"/>
                </a:moveTo>
                <a:lnTo>
                  <a:pt x="473261" y="13831"/>
                </a:lnTo>
                <a:lnTo>
                  <a:pt x="494860" y="10140"/>
                </a:lnTo>
                <a:close/>
                <a:moveTo>
                  <a:pt x="480130" y="6915"/>
                </a:moveTo>
                <a:lnTo>
                  <a:pt x="465400" y="3691"/>
                </a:lnTo>
                <a:lnTo>
                  <a:pt x="473261" y="13831"/>
                </a:lnTo>
                <a:close/>
                <a:moveTo>
                  <a:pt x="480130" y="6915"/>
                </a:moveTo>
                <a:lnTo>
                  <a:pt x="494860" y="10140"/>
                </a:lnTo>
                <a:lnTo>
                  <a:pt x="486999" y="0"/>
                </a:lnTo>
                <a:close/>
                <a:moveTo>
                  <a:pt x="458532" y="10606"/>
                </a:moveTo>
                <a:lnTo>
                  <a:pt x="451663" y="17521"/>
                </a:lnTo>
                <a:lnTo>
                  <a:pt x="473261" y="13831"/>
                </a:lnTo>
                <a:close/>
                <a:moveTo>
                  <a:pt x="458532" y="10606"/>
                </a:moveTo>
                <a:lnTo>
                  <a:pt x="443802" y="7381"/>
                </a:lnTo>
                <a:lnTo>
                  <a:pt x="451663" y="17521"/>
                </a:lnTo>
                <a:close/>
                <a:moveTo>
                  <a:pt x="458532" y="10606"/>
                </a:moveTo>
                <a:lnTo>
                  <a:pt x="465400" y="3691"/>
                </a:lnTo>
                <a:lnTo>
                  <a:pt x="443802" y="7381"/>
                </a:lnTo>
                <a:close/>
                <a:moveTo>
                  <a:pt x="458532" y="10606"/>
                </a:moveTo>
                <a:lnTo>
                  <a:pt x="473261" y="13831"/>
                </a:lnTo>
                <a:lnTo>
                  <a:pt x="465400" y="3691"/>
                </a:lnTo>
                <a:close/>
                <a:moveTo>
                  <a:pt x="436933" y="14296"/>
                </a:moveTo>
                <a:lnTo>
                  <a:pt x="443802" y="7381"/>
                </a:lnTo>
                <a:lnTo>
                  <a:pt x="422203" y="11072"/>
                </a:lnTo>
                <a:close/>
                <a:moveTo>
                  <a:pt x="436933" y="14296"/>
                </a:moveTo>
                <a:lnTo>
                  <a:pt x="451663" y="17521"/>
                </a:lnTo>
                <a:lnTo>
                  <a:pt x="443802" y="7381"/>
                </a:lnTo>
                <a:close/>
                <a:moveTo>
                  <a:pt x="415335" y="17987"/>
                </a:moveTo>
                <a:lnTo>
                  <a:pt x="422203" y="11072"/>
                </a:lnTo>
                <a:lnTo>
                  <a:pt x="400605" y="14762"/>
                </a:lnTo>
                <a:close/>
                <a:moveTo>
                  <a:pt x="429072" y="4157"/>
                </a:moveTo>
                <a:lnTo>
                  <a:pt x="422203" y="11072"/>
                </a:lnTo>
                <a:lnTo>
                  <a:pt x="443802" y="7381"/>
                </a:lnTo>
                <a:close/>
                <a:moveTo>
                  <a:pt x="407473" y="7847"/>
                </a:moveTo>
                <a:lnTo>
                  <a:pt x="400605" y="14762"/>
                </a:lnTo>
                <a:lnTo>
                  <a:pt x="422203" y="11072"/>
                </a:lnTo>
                <a:close/>
                <a:moveTo>
                  <a:pt x="407473" y="7847"/>
                </a:moveTo>
                <a:lnTo>
                  <a:pt x="392743" y="4623"/>
                </a:lnTo>
                <a:lnTo>
                  <a:pt x="400605" y="14762"/>
                </a:lnTo>
                <a:close/>
                <a:moveTo>
                  <a:pt x="407473" y="7847"/>
                </a:moveTo>
                <a:lnTo>
                  <a:pt x="422203" y="11072"/>
                </a:lnTo>
                <a:lnTo>
                  <a:pt x="414342" y="932"/>
                </a:lnTo>
                <a:close/>
                <a:moveTo>
                  <a:pt x="385875" y="11538"/>
                </a:moveTo>
                <a:lnTo>
                  <a:pt x="379006" y="18453"/>
                </a:lnTo>
                <a:lnTo>
                  <a:pt x="400605" y="14762"/>
                </a:lnTo>
                <a:close/>
                <a:moveTo>
                  <a:pt x="385875" y="11538"/>
                </a:moveTo>
                <a:lnTo>
                  <a:pt x="371145" y="8313"/>
                </a:lnTo>
                <a:lnTo>
                  <a:pt x="379006" y="18453"/>
                </a:lnTo>
                <a:close/>
                <a:moveTo>
                  <a:pt x="385875" y="11538"/>
                </a:moveTo>
                <a:lnTo>
                  <a:pt x="392743" y="4623"/>
                </a:lnTo>
                <a:lnTo>
                  <a:pt x="371145" y="8313"/>
                </a:lnTo>
                <a:close/>
                <a:moveTo>
                  <a:pt x="385875" y="11538"/>
                </a:moveTo>
                <a:lnTo>
                  <a:pt x="400605" y="14762"/>
                </a:lnTo>
                <a:lnTo>
                  <a:pt x="392743" y="4623"/>
                </a:lnTo>
                <a:close/>
                <a:moveTo>
                  <a:pt x="364276" y="15228"/>
                </a:moveTo>
                <a:lnTo>
                  <a:pt x="371145" y="8313"/>
                </a:lnTo>
                <a:lnTo>
                  <a:pt x="349546" y="12004"/>
                </a:lnTo>
                <a:close/>
                <a:moveTo>
                  <a:pt x="364276" y="15228"/>
                </a:moveTo>
                <a:lnTo>
                  <a:pt x="379006" y="18453"/>
                </a:lnTo>
                <a:lnTo>
                  <a:pt x="371145" y="8313"/>
                </a:lnTo>
                <a:close/>
                <a:moveTo>
                  <a:pt x="356415" y="5089"/>
                </a:moveTo>
                <a:lnTo>
                  <a:pt x="349546" y="12004"/>
                </a:lnTo>
                <a:lnTo>
                  <a:pt x="371145" y="8313"/>
                </a:lnTo>
                <a:close/>
                <a:moveTo>
                  <a:pt x="356415" y="5089"/>
                </a:moveTo>
                <a:lnTo>
                  <a:pt x="341685" y="1864"/>
                </a:lnTo>
                <a:lnTo>
                  <a:pt x="349546" y="12004"/>
                </a:lnTo>
                <a:close/>
                <a:moveTo>
                  <a:pt x="334817" y="8779"/>
                </a:moveTo>
                <a:lnTo>
                  <a:pt x="327948" y="15694"/>
                </a:lnTo>
                <a:lnTo>
                  <a:pt x="349546" y="12004"/>
                </a:lnTo>
                <a:close/>
                <a:moveTo>
                  <a:pt x="334817" y="8779"/>
                </a:moveTo>
                <a:lnTo>
                  <a:pt x="320087" y="5555"/>
                </a:lnTo>
                <a:lnTo>
                  <a:pt x="327948" y="15694"/>
                </a:lnTo>
                <a:close/>
                <a:moveTo>
                  <a:pt x="334817" y="8779"/>
                </a:moveTo>
                <a:lnTo>
                  <a:pt x="349546" y="12004"/>
                </a:lnTo>
                <a:lnTo>
                  <a:pt x="341685" y="1864"/>
                </a:lnTo>
                <a:close/>
                <a:moveTo>
                  <a:pt x="313218" y="12470"/>
                </a:moveTo>
                <a:lnTo>
                  <a:pt x="298488" y="9245"/>
                </a:lnTo>
                <a:lnTo>
                  <a:pt x="306349" y="19385"/>
                </a:lnTo>
                <a:close/>
                <a:moveTo>
                  <a:pt x="313218" y="12470"/>
                </a:moveTo>
                <a:lnTo>
                  <a:pt x="320087" y="5555"/>
                </a:lnTo>
                <a:lnTo>
                  <a:pt x="298488" y="9245"/>
                </a:lnTo>
                <a:close/>
                <a:moveTo>
                  <a:pt x="313218" y="12470"/>
                </a:moveTo>
                <a:lnTo>
                  <a:pt x="327948" y="15694"/>
                </a:lnTo>
                <a:lnTo>
                  <a:pt x="320087" y="5555"/>
                </a:lnTo>
                <a:close/>
                <a:moveTo>
                  <a:pt x="291620" y="16160"/>
                </a:moveTo>
                <a:lnTo>
                  <a:pt x="298488" y="9245"/>
                </a:lnTo>
                <a:lnTo>
                  <a:pt x="276890" y="12936"/>
                </a:lnTo>
                <a:close/>
                <a:moveTo>
                  <a:pt x="291620" y="16160"/>
                </a:moveTo>
                <a:lnTo>
                  <a:pt x="306349" y="19385"/>
                </a:lnTo>
                <a:lnTo>
                  <a:pt x="298488" y="9245"/>
                </a:lnTo>
                <a:close/>
                <a:moveTo>
                  <a:pt x="305357" y="2330"/>
                </a:moveTo>
                <a:lnTo>
                  <a:pt x="298488" y="9245"/>
                </a:lnTo>
                <a:lnTo>
                  <a:pt x="320087" y="5555"/>
                </a:lnTo>
                <a:close/>
                <a:moveTo>
                  <a:pt x="283758" y="6021"/>
                </a:moveTo>
                <a:lnTo>
                  <a:pt x="276890" y="12936"/>
                </a:lnTo>
                <a:lnTo>
                  <a:pt x="298488" y="9245"/>
                </a:lnTo>
                <a:close/>
                <a:moveTo>
                  <a:pt x="283758" y="6021"/>
                </a:moveTo>
                <a:lnTo>
                  <a:pt x="269028" y="2796"/>
                </a:lnTo>
                <a:lnTo>
                  <a:pt x="276890" y="12936"/>
                </a:lnTo>
                <a:close/>
                <a:moveTo>
                  <a:pt x="262160" y="9711"/>
                </a:moveTo>
                <a:lnTo>
                  <a:pt x="255291" y="16626"/>
                </a:lnTo>
                <a:lnTo>
                  <a:pt x="276890" y="12936"/>
                </a:lnTo>
                <a:close/>
                <a:moveTo>
                  <a:pt x="262160" y="9711"/>
                </a:moveTo>
                <a:lnTo>
                  <a:pt x="247430" y="6487"/>
                </a:lnTo>
                <a:lnTo>
                  <a:pt x="255291" y="16626"/>
                </a:lnTo>
                <a:close/>
                <a:moveTo>
                  <a:pt x="262160" y="9711"/>
                </a:moveTo>
                <a:lnTo>
                  <a:pt x="269028" y="2796"/>
                </a:lnTo>
                <a:lnTo>
                  <a:pt x="247430" y="6487"/>
                </a:lnTo>
                <a:close/>
                <a:moveTo>
                  <a:pt x="262160" y="9711"/>
                </a:moveTo>
                <a:lnTo>
                  <a:pt x="276890" y="12936"/>
                </a:lnTo>
                <a:lnTo>
                  <a:pt x="269028" y="2796"/>
                </a:lnTo>
                <a:close/>
                <a:moveTo>
                  <a:pt x="240561" y="13402"/>
                </a:moveTo>
                <a:lnTo>
                  <a:pt x="225831" y="10177"/>
                </a:lnTo>
                <a:lnTo>
                  <a:pt x="233693" y="20317"/>
                </a:lnTo>
                <a:close/>
                <a:moveTo>
                  <a:pt x="240561" y="13402"/>
                </a:moveTo>
                <a:lnTo>
                  <a:pt x="247430" y="6487"/>
                </a:lnTo>
                <a:lnTo>
                  <a:pt x="225831" y="10177"/>
                </a:lnTo>
                <a:close/>
                <a:moveTo>
                  <a:pt x="240561" y="13402"/>
                </a:moveTo>
                <a:lnTo>
                  <a:pt x="255291" y="16626"/>
                </a:lnTo>
                <a:lnTo>
                  <a:pt x="247430" y="6487"/>
                </a:lnTo>
                <a:close/>
                <a:moveTo>
                  <a:pt x="218963" y="17092"/>
                </a:moveTo>
                <a:lnTo>
                  <a:pt x="225831" y="10177"/>
                </a:lnTo>
                <a:lnTo>
                  <a:pt x="204233" y="13868"/>
                </a:lnTo>
                <a:close/>
                <a:moveTo>
                  <a:pt x="232700" y="3262"/>
                </a:moveTo>
                <a:lnTo>
                  <a:pt x="225831" y="10177"/>
                </a:lnTo>
                <a:lnTo>
                  <a:pt x="247430" y="6487"/>
                </a:lnTo>
                <a:close/>
                <a:moveTo>
                  <a:pt x="211102" y="6952"/>
                </a:moveTo>
                <a:lnTo>
                  <a:pt x="204233" y="13868"/>
                </a:lnTo>
                <a:lnTo>
                  <a:pt x="225831" y="10177"/>
                </a:lnTo>
                <a:close/>
                <a:moveTo>
                  <a:pt x="211102" y="6952"/>
                </a:moveTo>
                <a:lnTo>
                  <a:pt x="196372" y="3728"/>
                </a:lnTo>
                <a:lnTo>
                  <a:pt x="204233" y="13868"/>
                </a:lnTo>
                <a:close/>
                <a:moveTo>
                  <a:pt x="211102" y="6952"/>
                </a:moveTo>
                <a:lnTo>
                  <a:pt x="225831" y="10177"/>
                </a:lnTo>
                <a:lnTo>
                  <a:pt x="217970" y="37"/>
                </a:lnTo>
                <a:close/>
                <a:moveTo>
                  <a:pt x="189503" y="10643"/>
                </a:moveTo>
                <a:lnTo>
                  <a:pt x="182634" y="17558"/>
                </a:lnTo>
                <a:lnTo>
                  <a:pt x="204233" y="13868"/>
                </a:lnTo>
                <a:close/>
                <a:moveTo>
                  <a:pt x="189503" y="10643"/>
                </a:moveTo>
                <a:lnTo>
                  <a:pt x="174773" y="7418"/>
                </a:lnTo>
                <a:lnTo>
                  <a:pt x="182634" y="17558"/>
                </a:lnTo>
                <a:close/>
                <a:moveTo>
                  <a:pt x="189503" y="10643"/>
                </a:moveTo>
                <a:lnTo>
                  <a:pt x="196372" y="3728"/>
                </a:lnTo>
                <a:lnTo>
                  <a:pt x="174773" y="7418"/>
                </a:lnTo>
                <a:close/>
                <a:moveTo>
                  <a:pt x="189503" y="10643"/>
                </a:moveTo>
                <a:lnTo>
                  <a:pt x="204233" y="13868"/>
                </a:lnTo>
                <a:lnTo>
                  <a:pt x="196372" y="3728"/>
                </a:lnTo>
                <a:close/>
                <a:moveTo>
                  <a:pt x="167905" y="14334"/>
                </a:moveTo>
                <a:lnTo>
                  <a:pt x="174773" y="7418"/>
                </a:lnTo>
                <a:lnTo>
                  <a:pt x="153175" y="11109"/>
                </a:lnTo>
                <a:close/>
                <a:moveTo>
                  <a:pt x="167905" y="14334"/>
                </a:moveTo>
                <a:lnTo>
                  <a:pt x="182634" y="17558"/>
                </a:lnTo>
                <a:lnTo>
                  <a:pt x="174773" y="7418"/>
                </a:lnTo>
                <a:close/>
                <a:moveTo>
                  <a:pt x="146306" y="18024"/>
                </a:moveTo>
                <a:lnTo>
                  <a:pt x="153175" y="11109"/>
                </a:lnTo>
                <a:lnTo>
                  <a:pt x="131576" y="14800"/>
                </a:lnTo>
                <a:close/>
                <a:moveTo>
                  <a:pt x="160043" y="4194"/>
                </a:moveTo>
                <a:lnTo>
                  <a:pt x="153175" y="11109"/>
                </a:lnTo>
                <a:lnTo>
                  <a:pt x="174773" y="7418"/>
                </a:lnTo>
                <a:close/>
                <a:moveTo>
                  <a:pt x="138445" y="7884"/>
                </a:moveTo>
                <a:lnTo>
                  <a:pt x="131576" y="14800"/>
                </a:lnTo>
                <a:lnTo>
                  <a:pt x="153175" y="11109"/>
                </a:lnTo>
                <a:close/>
                <a:moveTo>
                  <a:pt x="138445" y="7884"/>
                </a:moveTo>
                <a:lnTo>
                  <a:pt x="123715" y="4660"/>
                </a:lnTo>
                <a:lnTo>
                  <a:pt x="131576" y="14800"/>
                </a:lnTo>
                <a:close/>
                <a:moveTo>
                  <a:pt x="138445" y="7884"/>
                </a:moveTo>
                <a:lnTo>
                  <a:pt x="153175" y="11109"/>
                </a:lnTo>
                <a:lnTo>
                  <a:pt x="145314" y="969"/>
                </a:lnTo>
                <a:close/>
                <a:moveTo>
                  <a:pt x="116846" y="11575"/>
                </a:moveTo>
                <a:lnTo>
                  <a:pt x="109978" y="18490"/>
                </a:lnTo>
                <a:lnTo>
                  <a:pt x="131576" y="14800"/>
                </a:lnTo>
                <a:close/>
                <a:moveTo>
                  <a:pt x="116846" y="11575"/>
                </a:moveTo>
                <a:lnTo>
                  <a:pt x="102116" y="8350"/>
                </a:lnTo>
                <a:lnTo>
                  <a:pt x="109978" y="18490"/>
                </a:lnTo>
                <a:close/>
                <a:moveTo>
                  <a:pt x="116846" y="11575"/>
                </a:moveTo>
                <a:lnTo>
                  <a:pt x="123715" y="4660"/>
                </a:lnTo>
                <a:lnTo>
                  <a:pt x="102116" y="8350"/>
                </a:lnTo>
                <a:close/>
                <a:moveTo>
                  <a:pt x="116846" y="11575"/>
                </a:moveTo>
                <a:lnTo>
                  <a:pt x="131576" y="14800"/>
                </a:lnTo>
                <a:lnTo>
                  <a:pt x="123715" y="4660"/>
                </a:lnTo>
                <a:close/>
                <a:moveTo>
                  <a:pt x="95248" y="15266"/>
                </a:moveTo>
                <a:lnTo>
                  <a:pt x="102116" y="8350"/>
                </a:lnTo>
                <a:lnTo>
                  <a:pt x="80518" y="12041"/>
                </a:lnTo>
                <a:close/>
                <a:moveTo>
                  <a:pt x="95248" y="15266"/>
                </a:moveTo>
                <a:lnTo>
                  <a:pt x="109978" y="18490"/>
                </a:lnTo>
                <a:lnTo>
                  <a:pt x="102116" y="8350"/>
                </a:lnTo>
                <a:close/>
                <a:moveTo>
                  <a:pt x="87387" y="5126"/>
                </a:moveTo>
                <a:lnTo>
                  <a:pt x="80518" y="12041"/>
                </a:lnTo>
                <a:lnTo>
                  <a:pt x="102116" y="8350"/>
                </a:lnTo>
                <a:close/>
                <a:moveTo>
                  <a:pt x="87387" y="5126"/>
                </a:moveTo>
                <a:lnTo>
                  <a:pt x="72657" y="1901"/>
                </a:lnTo>
                <a:lnTo>
                  <a:pt x="80518" y="12041"/>
                </a:lnTo>
                <a:close/>
                <a:moveTo>
                  <a:pt x="65788" y="8816"/>
                </a:moveTo>
                <a:lnTo>
                  <a:pt x="58919" y="15732"/>
                </a:lnTo>
                <a:lnTo>
                  <a:pt x="80518" y="12041"/>
                </a:lnTo>
                <a:close/>
                <a:moveTo>
                  <a:pt x="65788" y="8816"/>
                </a:moveTo>
                <a:lnTo>
                  <a:pt x="51058" y="5592"/>
                </a:lnTo>
                <a:lnTo>
                  <a:pt x="58919" y="15732"/>
                </a:lnTo>
                <a:close/>
                <a:moveTo>
                  <a:pt x="65788" y="8816"/>
                </a:moveTo>
                <a:lnTo>
                  <a:pt x="80518" y="12041"/>
                </a:lnTo>
                <a:lnTo>
                  <a:pt x="72657" y="1901"/>
                </a:lnTo>
                <a:close/>
                <a:moveTo>
                  <a:pt x="44190" y="12507"/>
                </a:moveTo>
                <a:lnTo>
                  <a:pt x="29460" y="9282"/>
                </a:lnTo>
                <a:lnTo>
                  <a:pt x="37321" y="19422"/>
                </a:lnTo>
                <a:close/>
                <a:moveTo>
                  <a:pt x="44190" y="12507"/>
                </a:moveTo>
                <a:lnTo>
                  <a:pt x="51058" y="5592"/>
                </a:lnTo>
                <a:lnTo>
                  <a:pt x="29460" y="9282"/>
                </a:lnTo>
                <a:close/>
                <a:moveTo>
                  <a:pt x="44190" y="12507"/>
                </a:moveTo>
                <a:lnTo>
                  <a:pt x="58919" y="15732"/>
                </a:lnTo>
                <a:lnTo>
                  <a:pt x="51058" y="5592"/>
                </a:lnTo>
                <a:close/>
                <a:moveTo>
                  <a:pt x="22591" y="16198"/>
                </a:moveTo>
                <a:lnTo>
                  <a:pt x="29460" y="9282"/>
                </a:lnTo>
                <a:lnTo>
                  <a:pt x="7861" y="12973"/>
                </a:lnTo>
                <a:close/>
                <a:moveTo>
                  <a:pt x="22591" y="16198"/>
                </a:moveTo>
                <a:lnTo>
                  <a:pt x="37321" y="19422"/>
                </a:lnTo>
                <a:lnTo>
                  <a:pt x="29460" y="9282"/>
                </a:lnTo>
                <a:close/>
                <a:moveTo>
                  <a:pt x="36328" y="2367"/>
                </a:moveTo>
                <a:lnTo>
                  <a:pt x="29460" y="9282"/>
                </a:lnTo>
                <a:lnTo>
                  <a:pt x="51058" y="5592"/>
                </a:lnTo>
                <a:close/>
                <a:moveTo>
                  <a:pt x="14730" y="6058"/>
                </a:moveTo>
                <a:lnTo>
                  <a:pt x="7861" y="12973"/>
                </a:lnTo>
                <a:lnTo>
                  <a:pt x="29460" y="9282"/>
                </a:lnTo>
                <a:close/>
                <a:moveTo>
                  <a:pt x="14730" y="6058"/>
                </a:moveTo>
                <a:lnTo>
                  <a:pt x="0" y="2833"/>
                </a:lnTo>
                <a:lnTo>
                  <a:pt x="7861" y="12973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507" name="PANEL_01-slope--13-210_801">
            <a:extLst>
              <a:ext uri="{FF2B5EF4-FFF2-40B4-BE49-F238E27FC236}">
                <a16:creationId xmlns:a16="http://schemas.microsoft.com/office/drawing/2014/main" id="{87FD4112-1DF7-4A95-A0C1-129B4D73EBAE}"/>
              </a:ext>
            </a:extLst>
          </p:cNvPr>
          <p:cNvSpPr>
            <a:spLocks/>
          </p:cNvSpPr>
          <p:nvPr/>
        </p:nvSpPr>
        <p:spPr>
          <a:xfrm>
            <a:off x="355768" y="499243"/>
            <a:ext cx="936460" cy="155360"/>
          </a:xfrm>
          <a:custGeom>
            <a:pathLst>
              <a:path w="634297" h="105231">
                <a:moveTo>
                  <a:pt x="619568" y="89528"/>
                </a:moveTo>
                <a:lnTo>
                  <a:pt x="626436" y="95091"/>
                </a:lnTo>
                <a:lnTo>
                  <a:pt x="604838" y="82848"/>
                </a:lnTo>
                <a:close/>
                <a:moveTo>
                  <a:pt x="619568" y="89528"/>
                </a:moveTo>
                <a:lnTo>
                  <a:pt x="634297" y="105231"/>
                </a:lnTo>
                <a:lnTo>
                  <a:pt x="626436" y="95091"/>
                </a:lnTo>
                <a:close/>
                <a:moveTo>
                  <a:pt x="44190" y="22023"/>
                </a:moveTo>
                <a:lnTo>
                  <a:pt x="29460" y="13818"/>
                </a:lnTo>
                <a:lnTo>
                  <a:pt x="37321" y="21258"/>
                </a:lnTo>
                <a:close/>
                <a:moveTo>
                  <a:pt x="14730" y="7026"/>
                </a:moveTo>
                <a:lnTo>
                  <a:pt x="7861" y="4720"/>
                </a:lnTo>
                <a:lnTo>
                  <a:pt x="29460" y="13818"/>
                </a:lnTo>
                <a:close/>
                <a:moveTo>
                  <a:pt x="14730" y="7026"/>
                </a:moveTo>
                <a:lnTo>
                  <a:pt x="0" y="0"/>
                </a:lnTo>
                <a:lnTo>
                  <a:pt x="7861" y="4720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508" name="PANEL_01-slope--13-215_802">
            <a:extLst>
              <a:ext uri="{FF2B5EF4-FFF2-40B4-BE49-F238E27FC236}">
                <a16:creationId xmlns:a16="http://schemas.microsoft.com/office/drawing/2014/main" id="{4C531B47-1F5E-4371-AE08-B4C4C540F0C8}"/>
              </a:ext>
            </a:extLst>
          </p:cNvPr>
          <p:cNvSpPr>
            <a:spLocks/>
          </p:cNvSpPr>
          <p:nvPr/>
        </p:nvSpPr>
        <p:spPr>
          <a:xfrm>
            <a:off x="399261" y="466744"/>
            <a:ext cx="881361" cy="172889"/>
          </a:xfrm>
          <a:custGeom>
            <a:pathLst>
              <a:path w="596976" h="117104">
                <a:moveTo>
                  <a:pt x="582247" y="101405"/>
                </a:moveTo>
                <a:lnTo>
                  <a:pt x="575378" y="104860"/>
                </a:lnTo>
                <a:lnTo>
                  <a:pt x="596976" y="117104"/>
                </a:lnTo>
                <a:close/>
                <a:moveTo>
                  <a:pt x="560648" y="98332"/>
                </a:moveTo>
                <a:lnTo>
                  <a:pt x="553779" y="99406"/>
                </a:lnTo>
                <a:lnTo>
                  <a:pt x="575378" y="104860"/>
                </a:lnTo>
                <a:close/>
                <a:moveTo>
                  <a:pt x="560648" y="98332"/>
                </a:moveTo>
                <a:lnTo>
                  <a:pt x="545918" y="88145"/>
                </a:lnTo>
                <a:lnTo>
                  <a:pt x="553779" y="99406"/>
                </a:lnTo>
                <a:close/>
                <a:moveTo>
                  <a:pt x="560648" y="98332"/>
                </a:moveTo>
                <a:lnTo>
                  <a:pt x="567517" y="93748"/>
                </a:lnTo>
                <a:lnTo>
                  <a:pt x="545918" y="88145"/>
                </a:lnTo>
                <a:close/>
                <a:moveTo>
                  <a:pt x="560648" y="98332"/>
                </a:moveTo>
                <a:lnTo>
                  <a:pt x="575378" y="104860"/>
                </a:lnTo>
                <a:lnTo>
                  <a:pt x="567517" y="93748"/>
                </a:lnTo>
                <a:close/>
                <a:moveTo>
                  <a:pt x="539050" y="89562"/>
                </a:moveTo>
                <a:lnTo>
                  <a:pt x="545918" y="88145"/>
                </a:lnTo>
                <a:lnTo>
                  <a:pt x="524320" y="81644"/>
                </a:lnTo>
                <a:close/>
                <a:moveTo>
                  <a:pt x="539050" y="89562"/>
                </a:moveTo>
                <a:lnTo>
                  <a:pt x="553779" y="99406"/>
                </a:lnTo>
                <a:lnTo>
                  <a:pt x="545918" y="88145"/>
                </a:lnTo>
                <a:close/>
                <a:moveTo>
                  <a:pt x="531188" y="78893"/>
                </a:moveTo>
                <a:lnTo>
                  <a:pt x="524320" y="81644"/>
                </a:lnTo>
                <a:lnTo>
                  <a:pt x="545918" y="88145"/>
                </a:lnTo>
                <a:close/>
                <a:moveTo>
                  <a:pt x="531188" y="78893"/>
                </a:moveTo>
                <a:lnTo>
                  <a:pt x="516458" y="69177"/>
                </a:lnTo>
                <a:lnTo>
                  <a:pt x="524320" y="81644"/>
                </a:lnTo>
                <a:close/>
                <a:moveTo>
                  <a:pt x="509590" y="73437"/>
                </a:moveTo>
                <a:lnTo>
                  <a:pt x="494860" y="61247"/>
                </a:lnTo>
                <a:lnTo>
                  <a:pt x="502721" y="73803"/>
                </a:lnTo>
                <a:close/>
                <a:moveTo>
                  <a:pt x="509590" y="73437"/>
                </a:moveTo>
                <a:lnTo>
                  <a:pt x="516458" y="69177"/>
                </a:lnTo>
                <a:lnTo>
                  <a:pt x="494860" y="61247"/>
                </a:lnTo>
                <a:close/>
                <a:moveTo>
                  <a:pt x="509590" y="73437"/>
                </a:moveTo>
                <a:lnTo>
                  <a:pt x="524320" y="81644"/>
                </a:lnTo>
                <a:lnTo>
                  <a:pt x="516458" y="69177"/>
                </a:lnTo>
                <a:close/>
                <a:moveTo>
                  <a:pt x="501729" y="58318"/>
                </a:moveTo>
                <a:lnTo>
                  <a:pt x="494860" y="61247"/>
                </a:lnTo>
                <a:lnTo>
                  <a:pt x="516458" y="69177"/>
                </a:lnTo>
                <a:close/>
                <a:moveTo>
                  <a:pt x="501729" y="58318"/>
                </a:moveTo>
                <a:lnTo>
                  <a:pt x="486999" y="48009"/>
                </a:lnTo>
                <a:lnTo>
                  <a:pt x="494860" y="61247"/>
                </a:lnTo>
                <a:close/>
                <a:moveTo>
                  <a:pt x="480130" y="50514"/>
                </a:moveTo>
                <a:lnTo>
                  <a:pt x="473261" y="50997"/>
                </a:lnTo>
                <a:lnTo>
                  <a:pt x="494860" y="61247"/>
                </a:lnTo>
                <a:close/>
                <a:moveTo>
                  <a:pt x="480130" y="50514"/>
                </a:moveTo>
                <a:lnTo>
                  <a:pt x="465400" y="41843"/>
                </a:lnTo>
                <a:lnTo>
                  <a:pt x="473261" y="50997"/>
                </a:lnTo>
                <a:close/>
                <a:moveTo>
                  <a:pt x="480130" y="50514"/>
                </a:moveTo>
                <a:lnTo>
                  <a:pt x="486999" y="48009"/>
                </a:lnTo>
                <a:lnTo>
                  <a:pt x="465400" y="41843"/>
                </a:lnTo>
                <a:close/>
                <a:moveTo>
                  <a:pt x="480130" y="50514"/>
                </a:moveTo>
                <a:lnTo>
                  <a:pt x="494860" y="61247"/>
                </a:lnTo>
                <a:lnTo>
                  <a:pt x="486999" y="48009"/>
                </a:lnTo>
                <a:close/>
                <a:moveTo>
                  <a:pt x="458532" y="41432"/>
                </a:moveTo>
                <a:lnTo>
                  <a:pt x="465400" y="41843"/>
                </a:lnTo>
                <a:lnTo>
                  <a:pt x="443802" y="38999"/>
                </a:lnTo>
                <a:close/>
                <a:moveTo>
                  <a:pt x="450670" y="37498"/>
                </a:moveTo>
                <a:lnTo>
                  <a:pt x="443802" y="38999"/>
                </a:lnTo>
                <a:lnTo>
                  <a:pt x="465400" y="41843"/>
                </a:lnTo>
                <a:close/>
                <a:moveTo>
                  <a:pt x="450670" y="37498"/>
                </a:moveTo>
                <a:lnTo>
                  <a:pt x="435941" y="39929"/>
                </a:lnTo>
                <a:lnTo>
                  <a:pt x="443802" y="38999"/>
                </a:lnTo>
                <a:close/>
                <a:moveTo>
                  <a:pt x="429072" y="41380"/>
                </a:moveTo>
                <a:lnTo>
                  <a:pt x="422203" y="39991"/>
                </a:lnTo>
                <a:lnTo>
                  <a:pt x="443802" y="38999"/>
                </a:lnTo>
                <a:close/>
                <a:moveTo>
                  <a:pt x="429072" y="41380"/>
                </a:moveTo>
                <a:lnTo>
                  <a:pt x="414342" y="44622"/>
                </a:lnTo>
                <a:lnTo>
                  <a:pt x="422203" y="39991"/>
                </a:lnTo>
                <a:close/>
                <a:moveTo>
                  <a:pt x="429072" y="41380"/>
                </a:moveTo>
                <a:lnTo>
                  <a:pt x="443802" y="38999"/>
                </a:lnTo>
                <a:lnTo>
                  <a:pt x="435941" y="39929"/>
                </a:lnTo>
                <a:close/>
                <a:moveTo>
                  <a:pt x="407473" y="44668"/>
                </a:moveTo>
                <a:lnTo>
                  <a:pt x="392743" y="49420"/>
                </a:lnTo>
                <a:lnTo>
                  <a:pt x="400605" y="44719"/>
                </a:lnTo>
                <a:close/>
                <a:moveTo>
                  <a:pt x="407473" y="44668"/>
                </a:moveTo>
                <a:lnTo>
                  <a:pt x="414342" y="44622"/>
                </a:lnTo>
                <a:lnTo>
                  <a:pt x="392743" y="49420"/>
                </a:lnTo>
                <a:close/>
                <a:moveTo>
                  <a:pt x="407473" y="44668"/>
                </a:moveTo>
                <a:lnTo>
                  <a:pt x="422203" y="39991"/>
                </a:lnTo>
                <a:lnTo>
                  <a:pt x="414342" y="44622"/>
                </a:lnTo>
                <a:close/>
                <a:moveTo>
                  <a:pt x="385875" y="50958"/>
                </a:moveTo>
                <a:lnTo>
                  <a:pt x="392743" y="49420"/>
                </a:lnTo>
                <a:lnTo>
                  <a:pt x="371145" y="54897"/>
                </a:lnTo>
                <a:close/>
                <a:moveTo>
                  <a:pt x="378014" y="53754"/>
                </a:moveTo>
                <a:lnTo>
                  <a:pt x="371145" y="54897"/>
                </a:lnTo>
                <a:lnTo>
                  <a:pt x="392743" y="49420"/>
                </a:lnTo>
                <a:close/>
                <a:moveTo>
                  <a:pt x="356415" y="57362"/>
                </a:moveTo>
                <a:lnTo>
                  <a:pt x="341685" y="50263"/>
                </a:lnTo>
                <a:lnTo>
                  <a:pt x="349546" y="58067"/>
                </a:lnTo>
                <a:close/>
                <a:moveTo>
                  <a:pt x="334817" y="55150"/>
                </a:moveTo>
                <a:lnTo>
                  <a:pt x="320087" y="44980"/>
                </a:lnTo>
                <a:lnTo>
                  <a:pt x="327948" y="56880"/>
                </a:lnTo>
                <a:close/>
                <a:moveTo>
                  <a:pt x="334817" y="55150"/>
                </a:moveTo>
                <a:lnTo>
                  <a:pt x="341685" y="50263"/>
                </a:lnTo>
                <a:lnTo>
                  <a:pt x="320087" y="44980"/>
                </a:lnTo>
                <a:close/>
                <a:moveTo>
                  <a:pt x="326955" y="41550"/>
                </a:moveTo>
                <a:lnTo>
                  <a:pt x="320087" y="44980"/>
                </a:lnTo>
                <a:lnTo>
                  <a:pt x="341685" y="50263"/>
                </a:lnTo>
                <a:close/>
                <a:moveTo>
                  <a:pt x="305357" y="35361"/>
                </a:moveTo>
                <a:lnTo>
                  <a:pt x="298488" y="37445"/>
                </a:lnTo>
                <a:lnTo>
                  <a:pt x="320087" y="44980"/>
                </a:lnTo>
                <a:close/>
                <a:moveTo>
                  <a:pt x="305357" y="35361"/>
                </a:moveTo>
                <a:lnTo>
                  <a:pt x="290627" y="24236"/>
                </a:lnTo>
                <a:lnTo>
                  <a:pt x="298488" y="37445"/>
                </a:lnTo>
                <a:close/>
                <a:moveTo>
                  <a:pt x="305357" y="35361"/>
                </a:moveTo>
                <a:lnTo>
                  <a:pt x="312226" y="30668"/>
                </a:lnTo>
                <a:lnTo>
                  <a:pt x="290627" y="24236"/>
                </a:lnTo>
                <a:close/>
                <a:moveTo>
                  <a:pt x="305357" y="35361"/>
                </a:moveTo>
                <a:lnTo>
                  <a:pt x="320087" y="44980"/>
                </a:lnTo>
                <a:lnTo>
                  <a:pt x="312226" y="30668"/>
                </a:lnTo>
                <a:close/>
                <a:moveTo>
                  <a:pt x="283758" y="27995"/>
                </a:moveTo>
                <a:lnTo>
                  <a:pt x="290627" y="24236"/>
                </a:lnTo>
                <a:lnTo>
                  <a:pt x="269028" y="15977"/>
                </a:lnTo>
                <a:close/>
                <a:moveTo>
                  <a:pt x="283758" y="27995"/>
                </a:moveTo>
                <a:lnTo>
                  <a:pt x="298488" y="37445"/>
                </a:lnTo>
                <a:lnTo>
                  <a:pt x="290627" y="24236"/>
                </a:lnTo>
                <a:close/>
                <a:moveTo>
                  <a:pt x="275897" y="13460"/>
                </a:moveTo>
                <a:lnTo>
                  <a:pt x="269028" y="15977"/>
                </a:lnTo>
                <a:lnTo>
                  <a:pt x="290627" y="24236"/>
                </a:lnTo>
                <a:close/>
                <a:moveTo>
                  <a:pt x="275897" y="13460"/>
                </a:moveTo>
                <a:lnTo>
                  <a:pt x="261167" y="6291"/>
                </a:lnTo>
                <a:lnTo>
                  <a:pt x="269028" y="15977"/>
                </a:lnTo>
                <a:close/>
                <a:moveTo>
                  <a:pt x="254299" y="5365"/>
                </a:moveTo>
                <a:lnTo>
                  <a:pt x="261167" y="6291"/>
                </a:lnTo>
                <a:lnTo>
                  <a:pt x="239569" y="1977"/>
                </a:lnTo>
                <a:close/>
                <a:moveTo>
                  <a:pt x="254299" y="5365"/>
                </a:moveTo>
                <a:lnTo>
                  <a:pt x="269028" y="15977"/>
                </a:lnTo>
                <a:lnTo>
                  <a:pt x="261167" y="6291"/>
                </a:lnTo>
                <a:close/>
                <a:moveTo>
                  <a:pt x="246437" y="0"/>
                </a:moveTo>
                <a:lnTo>
                  <a:pt x="239569" y="1977"/>
                </a:lnTo>
                <a:lnTo>
                  <a:pt x="261167" y="6291"/>
                </a:lnTo>
                <a:close/>
                <a:moveTo>
                  <a:pt x="44190" y="62127"/>
                </a:moveTo>
                <a:lnTo>
                  <a:pt x="51058" y="56717"/>
                </a:lnTo>
                <a:lnTo>
                  <a:pt x="29460" y="52330"/>
                </a:lnTo>
                <a:close/>
                <a:moveTo>
                  <a:pt x="36328" y="51623"/>
                </a:moveTo>
                <a:lnTo>
                  <a:pt x="29460" y="52330"/>
                </a:lnTo>
                <a:lnTo>
                  <a:pt x="51058" y="56717"/>
                </a:lnTo>
                <a:close/>
                <a:moveTo>
                  <a:pt x="36328" y="51623"/>
                </a:moveTo>
                <a:lnTo>
                  <a:pt x="21599" y="42099"/>
                </a:lnTo>
                <a:lnTo>
                  <a:pt x="29460" y="52330"/>
                </a:lnTo>
                <a:close/>
                <a:moveTo>
                  <a:pt x="14730" y="44036"/>
                </a:moveTo>
                <a:lnTo>
                  <a:pt x="7861" y="43271"/>
                </a:lnTo>
                <a:lnTo>
                  <a:pt x="29460" y="52330"/>
                </a:lnTo>
                <a:close/>
                <a:moveTo>
                  <a:pt x="14730" y="44036"/>
                </a:moveTo>
                <a:lnTo>
                  <a:pt x="21599" y="42099"/>
                </a:lnTo>
                <a:lnTo>
                  <a:pt x="0" y="35830"/>
                </a:lnTo>
                <a:close/>
                <a:moveTo>
                  <a:pt x="14730" y="44036"/>
                </a:moveTo>
                <a:lnTo>
                  <a:pt x="29460" y="52330"/>
                </a:lnTo>
                <a:lnTo>
                  <a:pt x="21599" y="42099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09" name="PANEL_01-slope--13-220_803">
            <a:extLst>
              <a:ext uri="{FF2B5EF4-FFF2-40B4-BE49-F238E27FC236}">
                <a16:creationId xmlns:a16="http://schemas.microsoft.com/office/drawing/2014/main" id="{F438A44C-C6FB-4F08-A55A-976B03B6F32C}"/>
              </a:ext>
            </a:extLst>
          </p:cNvPr>
          <p:cNvSpPr>
            <a:spLocks/>
          </p:cNvSpPr>
          <p:nvPr/>
        </p:nvSpPr>
        <p:spPr>
          <a:xfrm>
            <a:off x="464502" y="468386"/>
            <a:ext cx="2071457" cy="186217"/>
          </a:xfrm>
          <a:custGeom>
            <a:pathLst>
              <a:path w="1403069" h="126132">
                <a:moveTo>
                  <a:pt x="1388339" y="41082"/>
                </a:moveTo>
                <a:lnTo>
                  <a:pt x="1381471" y="46968"/>
                </a:lnTo>
                <a:lnTo>
                  <a:pt x="1403069" y="33348"/>
                </a:lnTo>
                <a:close/>
                <a:moveTo>
                  <a:pt x="1388339" y="41082"/>
                </a:moveTo>
                <a:lnTo>
                  <a:pt x="1373610" y="46906"/>
                </a:lnTo>
                <a:lnTo>
                  <a:pt x="1381471" y="46968"/>
                </a:lnTo>
                <a:close/>
                <a:moveTo>
                  <a:pt x="1366741" y="53126"/>
                </a:moveTo>
                <a:lnTo>
                  <a:pt x="1373610" y="46906"/>
                </a:lnTo>
                <a:lnTo>
                  <a:pt x="1352011" y="58325"/>
                </a:lnTo>
                <a:close/>
                <a:moveTo>
                  <a:pt x="1366741" y="53126"/>
                </a:moveTo>
                <a:lnTo>
                  <a:pt x="1381471" y="46968"/>
                </a:lnTo>
                <a:lnTo>
                  <a:pt x="1373610" y="46906"/>
                </a:lnTo>
                <a:close/>
                <a:moveTo>
                  <a:pt x="575378" y="123467"/>
                </a:moveTo>
                <a:lnTo>
                  <a:pt x="582247" y="122441"/>
                </a:lnTo>
                <a:lnTo>
                  <a:pt x="560648" y="126132"/>
                </a:lnTo>
                <a:close/>
                <a:moveTo>
                  <a:pt x="312226" y="56250"/>
                </a:moveTo>
                <a:lnTo>
                  <a:pt x="305357" y="56955"/>
                </a:lnTo>
                <a:lnTo>
                  <a:pt x="326955" y="53785"/>
                </a:lnTo>
                <a:close/>
                <a:moveTo>
                  <a:pt x="312226" y="56250"/>
                </a:moveTo>
                <a:lnTo>
                  <a:pt x="326955" y="53785"/>
                </a:lnTo>
                <a:lnTo>
                  <a:pt x="319094" y="50625"/>
                </a:lnTo>
                <a:close/>
                <a:moveTo>
                  <a:pt x="290627" y="54038"/>
                </a:moveTo>
                <a:lnTo>
                  <a:pt x="305357" y="56955"/>
                </a:lnTo>
                <a:lnTo>
                  <a:pt x="297496" y="49151"/>
                </a:lnTo>
                <a:close/>
                <a:moveTo>
                  <a:pt x="188511" y="317"/>
                </a:moveTo>
                <a:lnTo>
                  <a:pt x="195379" y="865"/>
                </a:lnTo>
                <a:lnTo>
                  <a:pt x="173781" y="5193"/>
                </a:lnTo>
                <a:close/>
                <a:moveTo>
                  <a:pt x="180649" y="0"/>
                </a:moveTo>
                <a:lnTo>
                  <a:pt x="173781" y="5193"/>
                </a:lnTo>
                <a:lnTo>
                  <a:pt x="195379" y="865"/>
                </a:lnTo>
                <a:close/>
                <a:moveTo>
                  <a:pt x="180649" y="0"/>
                </a:moveTo>
                <a:lnTo>
                  <a:pt x="165919" y="6498"/>
                </a:lnTo>
                <a:lnTo>
                  <a:pt x="173781" y="5193"/>
                </a:lnTo>
                <a:close/>
                <a:moveTo>
                  <a:pt x="159051" y="10169"/>
                </a:moveTo>
                <a:lnTo>
                  <a:pt x="152182" y="15846"/>
                </a:lnTo>
                <a:lnTo>
                  <a:pt x="173781" y="5193"/>
                </a:lnTo>
                <a:close/>
                <a:moveTo>
                  <a:pt x="159051" y="10169"/>
                </a:moveTo>
                <a:lnTo>
                  <a:pt x="144321" y="16844"/>
                </a:lnTo>
                <a:lnTo>
                  <a:pt x="152182" y="15846"/>
                </a:lnTo>
                <a:close/>
                <a:moveTo>
                  <a:pt x="159051" y="10169"/>
                </a:moveTo>
                <a:lnTo>
                  <a:pt x="173781" y="5193"/>
                </a:lnTo>
                <a:lnTo>
                  <a:pt x="165919" y="6498"/>
                </a:lnTo>
                <a:close/>
                <a:moveTo>
                  <a:pt x="137452" y="20734"/>
                </a:moveTo>
                <a:lnTo>
                  <a:pt x="130584" y="26701"/>
                </a:lnTo>
                <a:lnTo>
                  <a:pt x="152182" y="15846"/>
                </a:lnTo>
                <a:close/>
                <a:moveTo>
                  <a:pt x="137452" y="20734"/>
                </a:moveTo>
                <a:lnTo>
                  <a:pt x="122722" y="27643"/>
                </a:lnTo>
                <a:lnTo>
                  <a:pt x="130584" y="26701"/>
                </a:lnTo>
                <a:close/>
                <a:moveTo>
                  <a:pt x="137452" y="20734"/>
                </a:moveTo>
                <a:lnTo>
                  <a:pt x="144321" y="16844"/>
                </a:lnTo>
                <a:lnTo>
                  <a:pt x="122722" y="27643"/>
                </a:lnTo>
                <a:close/>
                <a:moveTo>
                  <a:pt x="137452" y="20734"/>
                </a:moveTo>
                <a:lnTo>
                  <a:pt x="152182" y="15846"/>
                </a:lnTo>
                <a:lnTo>
                  <a:pt x="144321" y="16844"/>
                </a:lnTo>
                <a:close/>
                <a:moveTo>
                  <a:pt x="115854" y="31543"/>
                </a:moveTo>
                <a:lnTo>
                  <a:pt x="101124" y="38710"/>
                </a:lnTo>
                <a:lnTo>
                  <a:pt x="108985" y="37704"/>
                </a:lnTo>
                <a:close/>
                <a:moveTo>
                  <a:pt x="115854" y="31543"/>
                </a:moveTo>
                <a:lnTo>
                  <a:pt x="122722" y="27643"/>
                </a:lnTo>
                <a:lnTo>
                  <a:pt x="101124" y="38710"/>
                </a:lnTo>
                <a:close/>
                <a:moveTo>
                  <a:pt x="115854" y="31543"/>
                </a:moveTo>
                <a:lnTo>
                  <a:pt x="130584" y="26701"/>
                </a:lnTo>
                <a:lnTo>
                  <a:pt x="122722" y="27643"/>
                </a:lnTo>
                <a:close/>
                <a:moveTo>
                  <a:pt x="94255" y="43355"/>
                </a:moveTo>
                <a:lnTo>
                  <a:pt x="79525" y="49469"/>
                </a:lnTo>
                <a:lnTo>
                  <a:pt x="87387" y="47859"/>
                </a:lnTo>
                <a:close/>
                <a:moveTo>
                  <a:pt x="94255" y="43355"/>
                </a:moveTo>
                <a:lnTo>
                  <a:pt x="101124" y="38710"/>
                </a:lnTo>
                <a:lnTo>
                  <a:pt x="79525" y="49469"/>
                </a:lnTo>
                <a:close/>
                <a:moveTo>
                  <a:pt x="94255" y="43355"/>
                </a:moveTo>
                <a:lnTo>
                  <a:pt x="108985" y="37704"/>
                </a:lnTo>
                <a:lnTo>
                  <a:pt x="101124" y="38710"/>
                </a:lnTo>
                <a:close/>
                <a:moveTo>
                  <a:pt x="72657" y="53743"/>
                </a:moveTo>
                <a:lnTo>
                  <a:pt x="79525" y="49469"/>
                </a:lnTo>
                <a:lnTo>
                  <a:pt x="57927" y="57753"/>
                </a:lnTo>
                <a:close/>
                <a:moveTo>
                  <a:pt x="72657" y="53743"/>
                </a:moveTo>
                <a:lnTo>
                  <a:pt x="87387" y="47859"/>
                </a:lnTo>
                <a:lnTo>
                  <a:pt x="79525" y="49469"/>
                </a:lnTo>
                <a:close/>
                <a:moveTo>
                  <a:pt x="51058" y="61215"/>
                </a:moveTo>
                <a:lnTo>
                  <a:pt x="57927" y="57753"/>
                </a:lnTo>
                <a:lnTo>
                  <a:pt x="36328" y="63082"/>
                </a:lnTo>
                <a:close/>
                <a:moveTo>
                  <a:pt x="64796" y="55341"/>
                </a:moveTo>
                <a:lnTo>
                  <a:pt x="57927" y="57753"/>
                </a:lnTo>
                <a:lnTo>
                  <a:pt x="79525" y="49469"/>
                </a:lnTo>
                <a:close/>
                <a:moveTo>
                  <a:pt x="43197" y="60715"/>
                </a:moveTo>
                <a:lnTo>
                  <a:pt x="36328" y="63082"/>
                </a:lnTo>
                <a:lnTo>
                  <a:pt x="57927" y="57753"/>
                </a:lnTo>
                <a:close/>
                <a:moveTo>
                  <a:pt x="43197" y="60715"/>
                </a:moveTo>
                <a:lnTo>
                  <a:pt x="28467" y="54476"/>
                </a:lnTo>
                <a:lnTo>
                  <a:pt x="36328" y="63082"/>
                </a:lnTo>
                <a:close/>
                <a:moveTo>
                  <a:pt x="21599" y="61529"/>
                </a:moveTo>
                <a:lnTo>
                  <a:pt x="14730" y="65242"/>
                </a:lnTo>
                <a:lnTo>
                  <a:pt x="36328" y="63082"/>
                </a:lnTo>
                <a:close/>
                <a:moveTo>
                  <a:pt x="21599" y="61529"/>
                </a:moveTo>
                <a:lnTo>
                  <a:pt x="6869" y="55605"/>
                </a:lnTo>
                <a:lnTo>
                  <a:pt x="14730" y="65242"/>
                </a:lnTo>
                <a:close/>
                <a:moveTo>
                  <a:pt x="21599" y="61529"/>
                </a:moveTo>
                <a:lnTo>
                  <a:pt x="28467" y="54476"/>
                </a:lnTo>
                <a:lnTo>
                  <a:pt x="6869" y="55605"/>
                </a:lnTo>
                <a:close/>
                <a:moveTo>
                  <a:pt x="21599" y="61529"/>
                </a:moveTo>
                <a:lnTo>
                  <a:pt x="36328" y="63082"/>
                </a:lnTo>
                <a:lnTo>
                  <a:pt x="28467" y="54476"/>
                </a:lnTo>
                <a:close/>
                <a:moveTo>
                  <a:pt x="0" y="61015"/>
                </a:moveTo>
                <a:lnTo>
                  <a:pt x="14730" y="65242"/>
                </a:lnTo>
                <a:lnTo>
                  <a:pt x="6869" y="55605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10" name="PANEL_01-slope--13-225_804">
            <a:extLst>
              <a:ext uri="{FF2B5EF4-FFF2-40B4-BE49-F238E27FC236}">
                <a16:creationId xmlns:a16="http://schemas.microsoft.com/office/drawing/2014/main" id="{8AACD706-4FDB-4029-A776-C6B412C8CE32}"/>
              </a:ext>
            </a:extLst>
          </p:cNvPr>
          <p:cNvSpPr>
            <a:spLocks/>
          </p:cNvSpPr>
          <p:nvPr/>
        </p:nvSpPr>
        <p:spPr>
          <a:xfrm>
            <a:off x="2193871" y="517620"/>
            <a:ext cx="342087" cy="139398"/>
          </a:xfrm>
          <a:custGeom>
            <a:pathLst>
              <a:path w="231708" h="94418">
                <a:moveTo>
                  <a:pt x="216978" y="7734"/>
                </a:moveTo>
                <a:lnTo>
                  <a:pt x="223846" y="2"/>
                </a:lnTo>
                <a:lnTo>
                  <a:pt x="202248" y="13558"/>
                </a:lnTo>
                <a:close/>
                <a:moveTo>
                  <a:pt x="216978" y="7734"/>
                </a:moveTo>
                <a:lnTo>
                  <a:pt x="231708" y="0"/>
                </a:lnTo>
                <a:lnTo>
                  <a:pt x="223846" y="2"/>
                </a:lnTo>
                <a:close/>
                <a:moveTo>
                  <a:pt x="195379" y="19778"/>
                </a:moveTo>
                <a:lnTo>
                  <a:pt x="180649" y="24977"/>
                </a:lnTo>
                <a:lnTo>
                  <a:pt x="188511" y="27116"/>
                </a:lnTo>
                <a:close/>
                <a:moveTo>
                  <a:pt x="173781" y="32032"/>
                </a:moveTo>
                <a:lnTo>
                  <a:pt x="159051" y="36593"/>
                </a:lnTo>
                <a:lnTo>
                  <a:pt x="166912" y="40893"/>
                </a:lnTo>
                <a:close/>
                <a:moveTo>
                  <a:pt x="173781" y="32032"/>
                </a:moveTo>
                <a:lnTo>
                  <a:pt x="180649" y="24977"/>
                </a:lnTo>
                <a:lnTo>
                  <a:pt x="159051" y="36593"/>
                </a:lnTo>
                <a:close/>
                <a:moveTo>
                  <a:pt x="173781" y="32032"/>
                </a:moveTo>
                <a:lnTo>
                  <a:pt x="188511" y="27116"/>
                </a:lnTo>
                <a:lnTo>
                  <a:pt x="180649" y="24977"/>
                </a:lnTo>
                <a:close/>
                <a:moveTo>
                  <a:pt x="152182" y="45246"/>
                </a:moveTo>
                <a:lnTo>
                  <a:pt x="137452" y="48710"/>
                </a:lnTo>
                <a:lnTo>
                  <a:pt x="145314" y="53803"/>
                </a:lnTo>
                <a:close/>
                <a:moveTo>
                  <a:pt x="152182" y="45246"/>
                </a:moveTo>
                <a:lnTo>
                  <a:pt x="159051" y="36593"/>
                </a:lnTo>
                <a:lnTo>
                  <a:pt x="137452" y="48710"/>
                </a:lnTo>
                <a:close/>
                <a:moveTo>
                  <a:pt x="152182" y="45246"/>
                </a:moveTo>
                <a:lnTo>
                  <a:pt x="166912" y="40893"/>
                </a:lnTo>
                <a:lnTo>
                  <a:pt x="159051" y="36593"/>
                </a:lnTo>
                <a:close/>
                <a:moveTo>
                  <a:pt x="130584" y="57151"/>
                </a:moveTo>
                <a:lnTo>
                  <a:pt x="137452" y="48710"/>
                </a:lnTo>
                <a:lnTo>
                  <a:pt x="115854" y="58915"/>
                </a:lnTo>
                <a:close/>
                <a:moveTo>
                  <a:pt x="130584" y="57151"/>
                </a:moveTo>
                <a:lnTo>
                  <a:pt x="145314" y="53803"/>
                </a:lnTo>
                <a:lnTo>
                  <a:pt x="137452" y="48710"/>
                </a:lnTo>
                <a:close/>
                <a:moveTo>
                  <a:pt x="108985" y="66477"/>
                </a:moveTo>
                <a:lnTo>
                  <a:pt x="115854" y="58915"/>
                </a:lnTo>
                <a:lnTo>
                  <a:pt x="94255" y="67349"/>
                </a:lnTo>
                <a:close/>
                <a:moveTo>
                  <a:pt x="144321" y="40459"/>
                </a:moveTo>
                <a:lnTo>
                  <a:pt x="137452" y="48710"/>
                </a:lnTo>
                <a:lnTo>
                  <a:pt x="159051" y="36593"/>
                </a:lnTo>
                <a:close/>
                <a:moveTo>
                  <a:pt x="122722" y="51983"/>
                </a:moveTo>
                <a:lnTo>
                  <a:pt x="115854" y="58915"/>
                </a:lnTo>
                <a:lnTo>
                  <a:pt x="137452" y="48710"/>
                </a:lnTo>
                <a:close/>
                <a:moveTo>
                  <a:pt x="101124" y="60050"/>
                </a:moveTo>
                <a:lnTo>
                  <a:pt x="94255" y="67349"/>
                </a:lnTo>
                <a:lnTo>
                  <a:pt x="115854" y="58915"/>
                </a:lnTo>
                <a:close/>
                <a:moveTo>
                  <a:pt x="101124" y="60050"/>
                </a:moveTo>
                <a:lnTo>
                  <a:pt x="86394" y="61305"/>
                </a:lnTo>
                <a:lnTo>
                  <a:pt x="94255" y="67349"/>
                </a:lnTo>
                <a:close/>
                <a:moveTo>
                  <a:pt x="101124" y="60050"/>
                </a:moveTo>
                <a:lnTo>
                  <a:pt x="115854" y="58915"/>
                </a:lnTo>
                <a:lnTo>
                  <a:pt x="107993" y="53518"/>
                </a:lnTo>
                <a:close/>
                <a:moveTo>
                  <a:pt x="79525" y="67462"/>
                </a:moveTo>
                <a:lnTo>
                  <a:pt x="72657" y="75530"/>
                </a:lnTo>
                <a:lnTo>
                  <a:pt x="94255" y="67349"/>
                </a:lnTo>
                <a:close/>
                <a:moveTo>
                  <a:pt x="79525" y="67462"/>
                </a:moveTo>
                <a:lnTo>
                  <a:pt x="64796" y="68096"/>
                </a:lnTo>
                <a:lnTo>
                  <a:pt x="72657" y="75530"/>
                </a:lnTo>
                <a:close/>
                <a:moveTo>
                  <a:pt x="79525" y="67462"/>
                </a:moveTo>
                <a:lnTo>
                  <a:pt x="94255" y="67349"/>
                </a:lnTo>
                <a:lnTo>
                  <a:pt x="86394" y="61305"/>
                </a:lnTo>
                <a:close/>
                <a:moveTo>
                  <a:pt x="57927" y="75098"/>
                </a:moveTo>
                <a:lnTo>
                  <a:pt x="51058" y="83886"/>
                </a:lnTo>
                <a:lnTo>
                  <a:pt x="72657" y="75530"/>
                </a:lnTo>
                <a:close/>
                <a:moveTo>
                  <a:pt x="57927" y="75098"/>
                </a:moveTo>
                <a:lnTo>
                  <a:pt x="43197" y="76521"/>
                </a:lnTo>
                <a:lnTo>
                  <a:pt x="51058" y="83886"/>
                </a:lnTo>
                <a:close/>
                <a:moveTo>
                  <a:pt x="57927" y="75098"/>
                </a:moveTo>
                <a:lnTo>
                  <a:pt x="64796" y="68096"/>
                </a:lnTo>
                <a:lnTo>
                  <a:pt x="43197" y="76521"/>
                </a:lnTo>
                <a:close/>
                <a:moveTo>
                  <a:pt x="57927" y="75098"/>
                </a:moveTo>
                <a:lnTo>
                  <a:pt x="72657" y="75530"/>
                </a:lnTo>
                <a:lnTo>
                  <a:pt x="64796" y="68096"/>
                </a:lnTo>
                <a:close/>
                <a:moveTo>
                  <a:pt x="36328" y="85919"/>
                </a:moveTo>
                <a:lnTo>
                  <a:pt x="21599" y="88087"/>
                </a:lnTo>
                <a:lnTo>
                  <a:pt x="29460" y="92931"/>
                </a:lnTo>
                <a:close/>
                <a:moveTo>
                  <a:pt x="36328" y="85919"/>
                </a:moveTo>
                <a:lnTo>
                  <a:pt x="43197" y="76521"/>
                </a:lnTo>
                <a:lnTo>
                  <a:pt x="21599" y="88087"/>
                </a:lnTo>
                <a:close/>
                <a:moveTo>
                  <a:pt x="36328" y="85919"/>
                </a:moveTo>
                <a:lnTo>
                  <a:pt x="51058" y="83886"/>
                </a:lnTo>
                <a:lnTo>
                  <a:pt x="43197" y="76521"/>
                </a:lnTo>
                <a:close/>
                <a:moveTo>
                  <a:pt x="14730" y="94418"/>
                </a:moveTo>
                <a:lnTo>
                  <a:pt x="21599" y="88087"/>
                </a:lnTo>
                <a:lnTo>
                  <a:pt x="0" y="91777"/>
                </a:lnTo>
                <a:close/>
                <a:moveTo>
                  <a:pt x="14730" y="94418"/>
                </a:moveTo>
                <a:lnTo>
                  <a:pt x="29460" y="92931"/>
                </a:lnTo>
                <a:lnTo>
                  <a:pt x="21599" y="88087"/>
                </a:lnTo>
                <a:close/>
                <a:moveTo>
                  <a:pt x="28467" y="77486"/>
                </a:moveTo>
                <a:lnTo>
                  <a:pt x="21599" y="88087"/>
                </a:lnTo>
                <a:lnTo>
                  <a:pt x="43197" y="76521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511" name="PANEL_01-water--13-230_805">
            <a:extLst>
              <a:ext uri="{FF2B5EF4-FFF2-40B4-BE49-F238E27FC236}">
                <a16:creationId xmlns:a16="http://schemas.microsoft.com/office/drawing/2014/main" id="{C152ABD7-7532-44FC-B973-BC4E91B4E345}"/>
              </a:ext>
            </a:extLst>
          </p:cNvPr>
          <p:cNvSpPr>
            <a:spLocks/>
          </p:cNvSpPr>
          <p:nvPr/>
        </p:nvSpPr>
        <p:spPr>
          <a:xfrm>
            <a:off x="1280622" y="635451"/>
            <a:ext cx="945136" cy="29996"/>
          </a:xfrm>
          <a:custGeom>
            <a:pathLst>
              <a:path w="640173" h="20317">
                <a:moveTo>
                  <a:pt x="625444" y="5051"/>
                </a:moveTo>
                <a:lnTo>
                  <a:pt x="618575" y="11967"/>
                </a:lnTo>
                <a:lnTo>
                  <a:pt x="640173" y="8276"/>
                </a:lnTo>
                <a:close/>
                <a:moveTo>
                  <a:pt x="625444" y="5051"/>
                </a:moveTo>
                <a:lnTo>
                  <a:pt x="610714" y="1827"/>
                </a:lnTo>
                <a:lnTo>
                  <a:pt x="618575" y="11967"/>
                </a:lnTo>
                <a:close/>
                <a:moveTo>
                  <a:pt x="603845" y="8742"/>
                </a:moveTo>
                <a:lnTo>
                  <a:pt x="596976" y="15657"/>
                </a:lnTo>
                <a:lnTo>
                  <a:pt x="618575" y="11967"/>
                </a:lnTo>
                <a:close/>
                <a:moveTo>
                  <a:pt x="603845" y="8742"/>
                </a:moveTo>
                <a:lnTo>
                  <a:pt x="589115" y="5517"/>
                </a:lnTo>
                <a:lnTo>
                  <a:pt x="596976" y="15657"/>
                </a:lnTo>
                <a:close/>
                <a:moveTo>
                  <a:pt x="603845" y="8742"/>
                </a:moveTo>
                <a:lnTo>
                  <a:pt x="610714" y="1827"/>
                </a:lnTo>
                <a:lnTo>
                  <a:pt x="589115" y="5517"/>
                </a:lnTo>
                <a:close/>
                <a:moveTo>
                  <a:pt x="603845" y="8742"/>
                </a:moveTo>
                <a:lnTo>
                  <a:pt x="618575" y="11967"/>
                </a:lnTo>
                <a:lnTo>
                  <a:pt x="610714" y="1827"/>
                </a:lnTo>
                <a:close/>
                <a:moveTo>
                  <a:pt x="582247" y="12433"/>
                </a:moveTo>
                <a:lnTo>
                  <a:pt x="567517" y="9208"/>
                </a:lnTo>
                <a:lnTo>
                  <a:pt x="575378" y="19348"/>
                </a:lnTo>
                <a:close/>
                <a:moveTo>
                  <a:pt x="582247" y="12433"/>
                </a:moveTo>
                <a:lnTo>
                  <a:pt x="589115" y="5517"/>
                </a:lnTo>
                <a:lnTo>
                  <a:pt x="567517" y="9208"/>
                </a:lnTo>
                <a:close/>
                <a:moveTo>
                  <a:pt x="582247" y="12433"/>
                </a:moveTo>
                <a:lnTo>
                  <a:pt x="596976" y="15657"/>
                </a:lnTo>
                <a:lnTo>
                  <a:pt x="589115" y="5517"/>
                </a:lnTo>
                <a:close/>
                <a:moveTo>
                  <a:pt x="560648" y="16123"/>
                </a:moveTo>
                <a:lnTo>
                  <a:pt x="567517" y="9208"/>
                </a:lnTo>
                <a:lnTo>
                  <a:pt x="545918" y="12899"/>
                </a:lnTo>
                <a:close/>
                <a:moveTo>
                  <a:pt x="560648" y="16123"/>
                </a:moveTo>
                <a:lnTo>
                  <a:pt x="575378" y="19348"/>
                </a:lnTo>
                <a:lnTo>
                  <a:pt x="567517" y="9208"/>
                </a:lnTo>
                <a:close/>
                <a:moveTo>
                  <a:pt x="574385" y="2293"/>
                </a:moveTo>
                <a:lnTo>
                  <a:pt x="567517" y="9208"/>
                </a:lnTo>
                <a:lnTo>
                  <a:pt x="589115" y="5517"/>
                </a:lnTo>
                <a:close/>
                <a:moveTo>
                  <a:pt x="552787" y="5983"/>
                </a:moveTo>
                <a:lnTo>
                  <a:pt x="545918" y="12899"/>
                </a:lnTo>
                <a:lnTo>
                  <a:pt x="567517" y="9208"/>
                </a:lnTo>
                <a:close/>
                <a:moveTo>
                  <a:pt x="552787" y="5983"/>
                </a:moveTo>
                <a:lnTo>
                  <a:pt x="538057" y="2759"/>
                </a:lnTo>
                <a:lnTo>
                  <a:pt x="545918" y="12899"/>
                </a:lnTo>
                <a:close/>
                <a:moveTo>
                  <a:pt x="531188" y="9674"/>
                </a:moveTo>
                <a:lnTo>
                  <a:pt x="524320" y="16589"/>
                </a:lnTo>
                <a:lnTo>
                  <a:pt x="545918" y="12899"/>
                </a:lnTo>
                <a:close/>
                <a:moveTo>
                  <a:pt x="531188" y="9674"/>
                </a:moveTo>
                <a:lnTo>
                  <a:pt x="516458" y="6449"/>
                </a:lnTo>
                <a:lnTo>
                  <a:pt x="524320" y="16589"/>
                </a:lnTo>
                <a:close/>
                <a:moveTo>
                  <a:pt x="531188" y="9674"/>
                </a:moveTo>
                <a:lnTo>
                  <a:pt x="538057" y="2759"/>
                </a:lnTo>
                <a:lnTo>
                  <a:pt x="516458" y="6449"/>
                </a:lnTo>
                <a:close/>
                <a:moveTo>
                  <a:pt x="531188" y="9674"/>
                </a:moveTo>
                <a:lnTo>
                  <a:pt x="545918" y="12899"/>
                </a:lnTo>
                <a:lnTo>
                  <a:pt x="538057" y="2759"/>
                </a:lnTo>
                <a:close/>
                <a:moveTo>
                  <a:pt x="509590" y="13365"/>
                </a:moveTo>
                <a:lnTo>
                  <a:pt x="494860" y="10140"/>
                </a:lnTo>
                <a:lnTo>
                  <a:pt x="502721" y="20280"/>
                </a:lnTo>
                <a:close/>
                <a:moveTo>
                  <a:pt x="509590" y="13365"/>
                </a:moveTo>
                <a:lnTo>
                  <a:pt x="516458" y="6449"/>
                </a:lnTo>
                <a:lnTo>
                  <a:pt x="494860" y="10140"/>
                </a:lnTo>
                <a:close/>
                <a:moveTo>
                  <a:pt x="509590" y="13365"/>
                </a:moveTo>
                <a:lnTo>
                  <a:pt x="524320" y="16589"/>
                </a:lnTo>
                <a:lnTo>
                  <a:pt x="516458" y="6449"/>
                </a:lnTo>
                <a:close/>
                <a:moveTo>
                  <a:pt x="487991" y="17055"/>
                </a:moveTo>
                <a:lnTo>
                  <a:pt x="494860" y="10140"/>
                </a:lnTo>
                <a:lnTo>
                  <a:pt x="473261" y="13831"/>
                </a:lnTo>
                <a:close/>
                <a:moveTo>
                  <a:pt x="501729" y="3225"/>
                </a:moveTo>
                <a:lnTo>
                  <a:pt x="494860" y="10140"/>
                </a:lnTo>
                <a:lnTo>
                  <a:pt x="516458" y="6449"/>
                </a:lnTo>
                <a:close/>
                <a:moveTo>
                  <a:pt x="480130" y="6915"/>
                </a:moveTo>
                <a:lnTo>
                  <a:pt x="473261" y="13831"/>
                </a:lnTo>
                <a:lnTo>
                  <a:pt x="494860" y="10140"/>
                </a:lnTo>
                <a:close/>
                <a:moveTo>
                  <a:pt x="480130" y="6915"/>
                </a:moveTo>
                <a:lnTo>
                  <a:pt x="465400" y="3691"/>
                </a:lnTo>
                <a:lnTo>
                  <a:pt x="473261" y="13831"/>
                </a:lnTo>
                <a:close/>
                <a:moveTo>
                  <a:pt x="480130" y="6915"/>
                </a:moveTo>
                <a:lnTo>
                  <a:pt x="494860" y="10140"/>
                </a:lnTo>
                <a:lnTo>
                  <a:pt x="486999" y="0"/>
                </a:lnTo>
                <a:close/>
                <a:moveTo>
                  <a:pt x="458532" y="10606"/>
                </a:moveTo>
                <a:lnTo>
                  <a:pt x="451663" y="17521"/>
                </a:lnTo>
                <a:lnTo>
                  <a:pt x="473261" y="13831"/>
                </a:lnTo>
                <a:close/>
                <a:moveTo>
                  <a:pt x="458532" y="10606"/>
                </a:moveTo>
                <a:lnTo>
                  <a:pt x="443802" y="7381"/>
                </a:lnTo>
                <a:lnTo>
                  <a:pt x="451663" y="17521"/>
                </a:lnTo>
                <a:close/>
                <a:moveTo>
                  <a:pt x="458532" y="10606"/>
                </a:moveTo>
                <a:lnTo>
                  <a:pt x="465400" y="3691"/>
                </a:lnTo>
                <a:lnTo>
                  <a:pt x="443802" y="7381"/>
                </a:lnTo>
                <a:close/>
                <a:moveTo>
                  <a:pt x="458532" y="10606"/>
                </a:moveTo>
                <a:lnTo>
                  <a:pt x="473261" y="13831"/>
                </a:lnTo>
                <a:lnTo>
                  <a:pt x="465400" y="3691"/>
                </a:lnTo>
                <a:close/>
                <a:moveTo>
                  <a:pt x="436933" y="14296"/>
                </a:moveTo>
                <a:lnTo>
                  <a:pt x="443802" y="7381"/>
                </a:lnTo>
                <a:lnTo>
                  <a:pt x="422203" y="11072"/>
                </a:lnTo>
                <a:close/>
                <a:moveTo>
                  <a:pt x="436933" y="14296"/>
                </a:moveTo>
                <a:lnTo>
                  <a:pt x="451663" y="17521"/>
                </a:lnTo>
                <a:lnTo>
                  <a:pt x="443802" y="7381"/>
                </a:lnTo>
                <a:close/>
                <a:moveTo>
                  <a:pt x="415335" y="17987"/>
                </a:moveTo>
                <a:lnTo>
                  <a:pt x="422203" y="11072"/>
                </a:lnTo>
                <a:lnTo>
                  <a:pt x="400605" y="14762"/>
                </a:lnTo>
                <a:close/>
                <a:moveTo>
                  <a:pt x="429072" y="4157"/>
                </a:moveTo>
                <a:lnTo>
                  <a:pt x="422203" y="11072"/>
                </a:lnTo>
                <a:lnTo>
                  <a:pt x="443802" y="7381"/>
                </a:lnTo>
                <a:close/>
                <a:moveTo>
                  <a:pt x="429072" y="4157"/>
                </a:moveTo>
                <a:lnTo>
                  <a:pt x="414342" y="932"/>
                </a:lnTo>
                <a:lnTo>
                  <a:pt x="422203" y="11072"/>
                </a:lnTo>
                <a:close/>
                <a:moveTo>
                  <a:pt x="407473" y="7847"/>
                </a:moveTo>
                <a:lnTo>
                  <a:pt x="400605" y="14762"/>
                </a:lnTo>
                <a:lnTo>
                  <a:pt x="422203" y="11072"/>
                </a:lnTo>
                <a:close/>
                <a:moveTo>
                  <a:pt x="407473" y="7847"/>
                </a:moveTo>
                <a:lnTo>
                  <a:pt x="392743" y="4623"/>
                </a:lnTo>
                <a:lnTo>
                  <a:pt x="400605" y="14762"/>
                </a:lnTo>
                <a:close/>
                <a:moveTo>
                  <a:pt x="407473" y="7847"/>
                </a:moveTo>
                <a:lnTo>
                  <a:pt x="422203" y="11072"/>
                </a:lnTo>
                <a:lnTo>
                  <a:pt x="414342" y="932"/>
                </a:lnTo>
                <a:close/>
                <a:moveTo>
                  <a:pt x="385875" y="11538"/>
                </a:moveTo>
                <a:lnTo>
                  <a:pt x="379006" y="18453"/>
                </a:lnTo>
                <a:lnTo>
                  <a:pt x="400605" y="14762"/>
                </a:lnTo>
                <a:close/>
                <a:moveTo>
                  <a:pt x="385875" y="11538"/>
                </a:moveTo>
                <a:lnTo>
                  <a:pt x="371145" y="8313"/>
                </a:lnTo>
                <a:lnTo>
                  <a:pt x="379006" y="18453"/>
                </a:lnTo>
                <a:close/>
                <a:moveTo>
                  <a:pt x="385875" y="11538"/>
                </a:moveTo>
                <a:lnTo>
                  <a:pt x="392743" y="4623"/>
                </a:lnTo>
                <a:lnTo>
                  <a:pt x="371145" y="8313"/>
                </a:lnTo>
                <a:close/>
                <a:moveTo>
                  <a:pt x="385875" y="11538"/>
                </a:moveTo>
                <a:lnTo>
                  <a:pt x="400605" y="14762"/>
                </a:lnTo>
                <a:lnTo>
                  <a:pt x="392743" y="4623"/>
                </a:lnTo>
                <a:close/>
                <a:moveTo>
                  <a:pt x="364276" y="15228"/>
                </a:moveTo>
                <a:lnTo>
                  <a:pt x="371145" y="8313"/>
                </a:lnTo>
                <a:lnTo>
                  <a:pt x="349546" y="12004"/>
                </a:lnTo>
                <a:close/>
                <a:moveTo>
                  <a:pt x="364276" y="15228"/>
                </a:moveTo>
                <a:lnTo>
                  <a:pt x="379006" y="18453"/>
                </a:lnTo>
                <a:lnTo>
                  <a:pt x="371145" y="8313"/>
                </a:lnTo>
                <a:close/>
                <a:moveTo>
                  <a:pt x="356415" y="5089"/>
                </a:moveTo>
                <a:lnTo>
                  <a:pt x="349546" y="12004"/>
                </a:lnTo>
                <a:lnTo>
                  <a:pt x="371145" y="8313"/>
                </a:lnTo>
                <a:close/>
                <a:moveTo>
                  <a:pt x="356415" y="5089"/>
                </a:moveTo>
                <a:lnTo>
                  <a:pt x="341685" y="1864"/>
                </a:lnTo>
                <a:lnTo>
                  <a:pt x="349546" y="12004"/>
                </a:lnTo>
                <a:close/>
                <a:moveTo>
                  <a:pt x="334817" y="8779"/>
                </a:moveTo>
                <a:lnTo>
                  <a:pt x="327948" y="15694"/>
                </a:lnTo>
                <a:lnTo>
                  <a:pt x="349546" y="12004"/>
                </a:lnTo>
                <a:close/>
                <a:moveTo>
                  <a:pt x="334817" y="8779"/>
                </a:moveTo>
                <a:lnTo>
                  <a:pt x="320087" y="5555"/>
                </a:lnTo>
                <a:lnTo>
                  <a:pt x="327948" y="15694"/>
                </a:lnTo>
                <a:close/>
                <a:moveTo>
                  <a:pt x="334817" y="8779"/>
                </a:moveTo>
                <a:lnTo>
                  <a:pt x="341685" y="1864"/>
                </a:lnTo>
                <a:lnTo>
                  <a:pt x="320087" y="5555"/>
                </a:lnTo>
                <a:close/>
                <a:moveTo>
                  <a:pt x="334817" y="8779"/>
                </a:moveTo>
                <a:lnTo>
                  <a:pt x="349546" y="12004"/>
                </a:lnTo>
                <a:lnTo>
                  <a:pt x="341685" y="1864"/>
                </a:lnTo>
                <a:close/>
                <a:moveTo>
                  <a:pt x="313218" y="12470"/>
                </a:moveTo>
                <a:lnTo>
                  <a:pt x="298488" y="9245"/>
                </a:lnTo>
                <a:lnTo>
                  <a:pt x="306349" y="19385"/>
                </a:lnTo>
                <a:close/>
                <a:moveTo>
                  <a:pt x="313218" y="12470"/>
                </a:moveTo>
                <a:lnTo>
                  <a:pt x="320087" y="5555"/>
                </a:lnTo>
                <a:lnTo>
                  <a:pt x="298488" y="9245"/>
                </a:lnTo>
                <a:close/>
                <a:moveTo>
                  <a:pt x="313218" y="12470"/>
                </a:moveTo>
                <a:lnTo>
                  <a:pt x="327948" y="15694"/>
                </a:lnTo>
                <a:lnTo>
                  <a:pt x="320087" y="5555"/>
                </a:lnTo>
                <a:close/>
                <a:moveTo>
                  <a:pt x="291620" y="16160"/>
                </a:moveTo>
                <a:lnTo>
                  <a:pt x="298488" y="9245"/>
                </a:lnTo>
                <a:lnTo>
                  <a:pt x="276890" y="12936"/>
                </a:lnTo>
                <a:close/>
                <a:moveTo>
                  <a:pt x="291620" y="16160"/>
                </a:moveTo>
                <a:lnTo>
                  <a:pt x="306349" y="19385"/>
                </a:lnTo>
                <a:lnTo>
                  <a:pt x="298488" y="9245"/>
                </a:lnTo>
                <a:close/>
                <a:moveTo>
                  <a:pt x="305357" y="2330"/>
                </a:moveTo>
                <a:lnTo>
                  <a:pt x="298488" y="9245"/>
                </a:lnTo>
                <a:lnTo>
                  <a:pt x="320087" y="5555"/>
                </a:lnTo>
                <a:close/>
                <a:moveTo>
                  <a:pt x="283758" y="6021"/>
                </a:moveTo>
                <a:lnTo>
                  <a:pt x="276890" y="12936"/>
                </a:lnTo>
                <a:lnTo>
                  <a:pt x="298488" y="9245"/>
                </a:lnTo>
                <a:close/>
                <a:moveTo>
                  <a:pt x="283758" y="6021"/>
                </a:moveTo>
                <a:lnTo>
                  <a:pt x="269028" y="2796"/>
                </a:lnTo>
                <a:lnTo>
                  <a:pt x="276890" y="12936"/>
                </a:lnTo>
                <a:close/>
                <a:moveTo>
                  <a:pt x="262160" y="9711"/>
                </a:moveTo>
                <a:lnTo>
                  <a:pt x="255291" y="16626"/>
                </a:lnTo>
                <a:lnTo>
                  <a:pt x="276890" y="12936"/>
                </a:lnTo>
                <a:close/>
                <a:moveTo>
                  <a:pt x="262160" y="9711"/>
                </a:moveTo>
                <a:lnTo>
                  <a:pt x="247430" y="6487"/>
                </a:lnTo>
                <a:lnTo>
                  <a:pt x="255291" y="16626"/>
                </a:lnTo>
                <a:close/>
                <a:moveTo>
                  <a:pt x="262160" y="9711"/>
                </a:moveTo>
                <a:lnTo>
                  <a:pt x="269028" y="2796"/>
                </a:lnTo>
                <a:lnTo>
                  <a:pt x="247430" y="6487"/>
                </a:lnTo>
                <a:close/>
                <a:moveTo>
                  <a:pt x="262160" y="9711"/>
                </a:moveTo>
                <a:lnTo>
                  <a:pt x="276890" y="12936"/>
                </a:lnTo>
                <a:lnTo>
                  <a:pt x="269028" y="2796"/>
                </a:lnTo>
                <a:close/>
                <a:moveTo>
                  <a:pt x="240561" y="13402"/>
                </a:moveTo>
                <a:lnTo>
                  <a:pt x="225831" y="10177"/>
                </a:lnTo>
                <a:lnTo>
                  <a:pt x="233693" y="20317"/>
                </a:lnTo>
                <a:close/>
                <a:moveTo>
                  <a:pt x="240561" y="13402"/>
                </a:moveTo>
                <a:lnTo>
                  <a:pt x="247430" y="6487"/>
                </a:lnTo>
                <a:lnTo>
                  <a:pt x="225831" y="10177"/>
                </a:lnTo>
                <a:close/>
                <a:moveTo>
                  <a:pt x="240561" y="13402"/>
                </a:moveTo>
                <a:lnTo>
                  <a:pt x="255291" y="16626"/>
                </a:lnTo>
                <a:lnTo>
                  <a:pt x="247430" y="6487"/>
                </a:lnTo>
                <a:close/>
                <a:moveTo>
                  <a:pt x="218963" y="17092"/>
                </a:moveTo>
                <a:lnTo>
                  <a:pt x="225831" y="10177"/>
                </a:lnTo>
                <a:lnTo>
                  <a:pt x="204233" y="13868"/>
                </a:lnTo>
                <a:close/>
                <a:moveTo>
                  <a:pt x="232700" y="3262"/>
                </a:moveTo>
                <a:lnTo>
                  <a:pt x="225831" y="10177"/>
                </a:lnTo>
                <a:lnTo>
                  <a:pt x="247430" y="6487"/>
                </a:lnTo>
                <a:close/>
                <a:moveTo>
                  <a:pt x="211102" y="6952"/>
                </a:moveTo>
                <a:lnTo>
                  <a:pt x="204233" y="13868"/>
                </a:lnTo>
                <a:lnTo>
                  <a:pt x="225831" y="10177"/>
                </a:lnTo>
                <a:close/>
                <a:moveTo>
                  <a:pt x="211102" y="6952"/>
                </a:moveTo>
                <a:lnTo>
                  <a:pt x="196372" y="3728"/>
                </a:lnTo>
                <a:lnTo>
                  <a:pt x="204233" y="13868"/>
                </a:lnTo>
                <a:close/>
                <a:moveTo>
                  <a:pt x="211102" y="6952"/>
                </a:moveTo>
                <a:lnTo>
                  <a:pt x="225831" y="10177"/>
                </a:lnTo>
                <a:lnTo>
                  <a:pt x="217970" y="37"/>
                </a:lnTo>
                <a:close/>
                <a:moveTo>
                  <a:pt x="189503" y="10643"/>
                </a:moveTo>
                <a:lnTo>
                  <a:pt x="182634" y="17558"/>
                </a:lnTo>
                <a:lnTo>
                  <a:pt x="204233" y="13868"/>
                </a:lnTo>
                <a:close/>
                <a:moveTo>
                  <a:pt x="189503" y="10643"/>
                </a:moveTo>
                <a:lnTo>
                  <a:pt x="174773" y="7418"/>
                </a:lnTo>
                <a:lnTo>
                  <a:pt x="182634" y="17558"/>
                </a:lnTo>
                <a:close/>
                <a:moveTo>
                  <a:pt x="189503" y="10643"/>
                </a:moveTo>
                <a:lnTo>
                  <a:pt x="196372" y="3728"/>
                </a:lnTo>
                <a:lnTo>
                  <a:pt x="174773" y="7418"/>
                </a:lnTo>
                <a:close/>
                <a:moveTo>
                  <a:pt x="189503" y="10643"/>
                </a:moveTo>
                <a:lnTo>
                  <a:pt x="204233" y="13868"/>
                </a:lnTo>
                <a:lnTo>
                  <a:pt x="196372" y="3728"/>
                </a:lnTo>
                <a:close/>
                <a:moveTo>
                  <a:pt x="167905" y="14334"/>
                </a:moveTo>
                <a:lnTo>
                  <a:pt x="174773" y="7418"/>
                </a:lnTo>
                <a:lnTo>
                  <a:pt x="153175" y="11109"/>
                </a:lnTo>
                <a:close/>
                <a:moveTo>
                  <a:pt x="167905" y="14334"/>
                </a:moveTo>
                <a:lnTo>
                  <a:pt x="182634" y="17558"/>
                </a:lnTo>
                <a:lnTo>
                  <a:pt x="174773" y="7418"/>
                </a:lnTo>
                <a:close/>
                <a:moveTo>
                  <a:pt x="146306" y="18024"/>
                </a:moveTo>
                <a:lnTo>
                  <a:pt x="153175" y="11109"/>
                </a:lnTo>
                <a:lnTo>
                  <a:pt x="131576" y="14800"/>
                </a:lnTo>
                <a:close/>
                <a:moveTo>
                  <a:pt x="160043" y="4194"/>
                </a:moveTo>
                <a:lnTo>
                  <a:pt x="153175" y="11109"/>
                </a:lnTo>
                <a:lnTo>
                  <a:pt x="174773" y="7418"/>
                </a:lnTo>
                <a:close/>
                <a:moveTo>
                  <a:pt x="160043" y="4194"/>
                </a:moveTo>
                <a:lnTo>
                  <a:pt x="145314" y="969"/>
                </a:lnTo>
                <a:lnTo>
                  <a:pt x="153175" y="11109"/>
                </a:lnTo>
                <a:close/>
                <a:moveTo>
                  <a:pt x="138445" y="7884"/>
                </a:moveTo>
                <a:lnTo>
                  <a:pt x="131576" y="14800"/>
                </a:lnTo>
                <a:lnTo>
                  <a:pt x="153175" y="11109"/>
                </a:lnTo>
                <a:close/>
                <a:moveTo>
                  <a:pt x="138445" y="7884"/>
                </a:moveTo>
                <a:lnTo>
                  <a:pt x="123715" y="4660"/>
                </a:lnTo>
                <a:lnTo>
                  <a:pt x="131576" y="14800"/>
                </a:lnTo>
                <a:close/>
                <a:moveTo>
                  <a:pt x="138445" y="7884"/>
                </a:moveTo>
                <a:lnTo>
                  <a:pt x="153175" y="11109"/>
                </a:lnTo>
                <a:lnTo>
                  <a:pt x="145314" y="969"/>
                </a:lnTo>
                <a:close/>
                <a:moveTo>
                  <a:pt x="116846" y="11575"/>
                </a:moveTo>
                <a:lnTo>
                  <a:pt x="102116" y="8350"/>
                </a:lnTo>
                <a:lnTo>
                  <a:pt x="109978" y="18490"/>
                </a:lnTo>
                <a:close/>
                <a:moveTo>
                  <a:pt x="116846" y="11575"/>
                </a:moveTo>
                <a:lnTo>
                  <a:pt x="123715" y="4660"/>
                </a:lnTo>
                <a:lnTo>
                  <a:pt x="102116" y="8350"/>
                </a:lnTo>
                <a:close/>
                <a:moveTo>
                  <a:pt x="116846" y="11575"/>
                </a:moveTo>
                <a:lnTo>
                  <a:pt x="131576" y="14800"/>
                </a:lnTo>
                <a:lnTo>
                  <a:pt x="123715" y="4660"/>
                </a:lnTo>
                <a:close/>
                <a:moveTo>
                  <a:pt x="95248" y="15266"/>
                </a:moveTo>
                <a:lnTo>
                  <a:pt x="102116" y="8350"/>
                </a:lnTo>
                <a:lnTo>
                  <a:pt x="80518" y="12041"/>
                </a:lnTo>
                <a:close/>
                <a:moveTo>
                  <a:pt x="95248" y="15266"/>
                </a:moveTo>
                <a:lnTo>
                  <a:pt x="109978" y="18490"/>
                </a:lnTo>
                <a:lnTo>
                  <a:pt x="102116" y="8350"/>
                </a:lnTo>
                <a:close/>
                <a:moveTo>
                  <a:pt x="87387" y="5126"/>
                </a:moveTo>
                <a:lnTo>
                  <a:pt x="80518" y="12041"/>
                </a:lnTo>
                <a:lnTo>
                  <a:pt x="102116" y="8350"/>
                </a:lnTo>
                <a:close/>
                <a:moveTo>
                  <a:pt x="87387" y="5126"/>
                </a:moveTo>
                <a:lnTo>
                  <a:pt x="72657" y="1901"/>
                </a:lnTo>
                <a:lnTo>
                  <a:pt x="80518" y="12041"/>
                </a:lnTo>
                <a:close/>
                <a:moveTo>
                  <a:pt x="65788" y="8816"/>
                </a:moveTo>
                <a:lnTo>
                  <a:pt x="58919" y="15732"/>
                </a:lnTo>
                <a:lnTo>
                  <a:pt x="80518" y="12041"/>
                </a:lnTo>
                <a:close/>
                <a:moveTo>
                  <a:pt x="65788" y="8816"/>
                </a:moveTo>
                <a:lnTo>
                  <a:pt x="51058" y="5592"/>
                </a:lnTo>
                <a:lnTo>
                  <a:pt x="58919" y="15732"/>
                </a:lnTo>
                <a:close/>
                <a:moveTo>
                  <a:pt x="65788" y="8816"/>
                </a:moveTo>
                <a:lnTo>
                  <a:pt x="72657" y="1901"/>
                </a:lnTo>
                <a:lnTo>
                  <a:pt x="51058" y="5592"/>
                </a:lnTo>
                <a:close/>
                <a:moveTo>
                  <a:pt x="65788" y="8816"/>
                </a:moveTo>
                <a:lnTo>
                  <a:pt x="80518" y="12041"/>
                </a:lnTo>
                <a:lnTo>
                  <a:pt x="72657" y="1901"/>
                </a:lnTo>
                <a:close/>
                <a:moveTo>
                  <a:pt x="44190" y="12507"/>
                </a:moveTo>
                <a:lnTo>
                  <a:pt x="29460" y="9282"/>
                </a:lnTo>
                <a:lnTo>
                  <a:pt x="37321" y="19422"/>
                </a:lnTo>
                <a:close/>
                <a:moveTo>
                  <a:pt x="44190" y="12507"/>
                </a:moveTo>
                <a:lnTo>
                  <a:pt x="51058" y="5592"/>
                </a:lnTo>
                <a:lnTo>
                  <a:pt x="29460" y="9282"/>
                </a:lnTo>
                <a:close/>
                <a:moveTo>
                  <a:pt x="44190" y="12507"/>
                </a:moveTo>
                <a:lnTo>
                  <a:pt x="58919" y="15732"/>
                </a:lnTo>
                <a:lnTo>
                  <a:pt x="51058" y="5592"/>
                </a:lnTo>
                <a:close/>
                <a:moveTo>
                  <a:pt x="36328" y="2367"/>
                </a:moveTo>
                <a:lnTo>
                  <a:pt x="29460" y="9282"/>
                </a:lnTo>
                <a:lnTo>
                  <a:pt x="51058" y="5592"/>
                </a:lnTo>
                <a:close/>
                <a:moveTo>
                  <a:pt x="14730" y="6058"/>
                </a:moveTo>
                <a:lnTo>
                  <a:pt x="7861" y="12973"/>
                </a:lnTo>
                <a:lnTo>
                  <a:pt x="29460" y="9282"/>
                </a:lnTo>
                <a:close/>
                <a:moveTo>
                  <a:pt x="14730" y="6058"/>
                </a:moveTo>
                <a:lnTo>
                  <a:pt x="0" y="2833"/>
                </a:lnTo>
                <a:lnTo>
                  <a:pt x="7861" y="12973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512" name="PANEL_01-slope--12-210_806">
            <a:extLst>
              <a:ext uri="{FF2B5EF4-FFF2-40B4-BE49-F238E27FC236}">
                <a16:creationId xmlns:a16="http://schemas.microsoft.com/office/drawing/2014/main" id="{8D18822C-8E6C-4A92-8478-557739FD42E5}"/>
              </a:ext>
            </a:extLst>
          </p:cNvPr>
          <p:cNvSpPr>
            <a:spLocks/>
          </p:cNvSpPr>
          <p:nvPr/>
        </p:nvSpPr>
        <p:spPr>
          <a:xfrm>
            <a:off x="367374" y="490332"/>
            <a:ext cx="936460" cy="179242"/>
          </a:xfrm>
          <a:custGeom>
            <a:pathLst>
              <a:path w="634297" h="121407">
                <a:moveTo>
                  <a:pt x="619568" y="105654"/>
                </a:moveTo>
                <a:lnTo>
                  <a:pt x="626436" y="111267"/>
                </a:lnTo>
                <a:lnTo>
                  <a:pt x="604838" y="98793"/>
                </a:lnTo>
                <a:close/>
                <a:moveTo>
                  <a:pt x="619568" y="105654"/>
                </a:moveTo>
                <a:lnTo>
                  <a:pt x="634297" y="121407"/>
                </a:lnTo>
                <a:lnTo>
                  <a:pt x="626436" y="111267"/>
                </a:lnTo>
                <a:close/>
                <a:moveTo>
                  <a:pt x="539050" y="68705"/>
                </a:moveTo>
                <a:lnTo>
                  <a:pt x="524320" y="57826"/>
                </a:lnTo>
                <a:lnTo>
                  <a:pt x="532181" y="68192"/>
                </a:lnTo>
                <a:close/>
                <a:moveTo>
                  <a:pt x="509590" y="46740"/>
                </a:moveTo>
                <a:lnTo>
                  <a:pt x="502721" y="45610"/>
                </a:lnTo>
                <a:lnTo>
                  <a:pt x="524320" y="57826"/>
                </a:lnTo>
                <a:close/>
                <a:moveTo>
                  <a:pt x="509590" y="46740"/>
                </a:moveTo>
                <a:lnTo>
                  <a:pt x="494860" y="35020"/>
                </a:lnTo>
                <a:lnTo>
                  <a:pt x="502721" y="45610"/>
                </a:lnTo>
                <a:close/>
                <a:moveTo>
                  <a:pt x="509590" y="46740"/>
                </a:moveTo>
                <a:lnTo>
                  <a:pt x="516458" y="45270"/>
                </a:lnTo>
                <a:lnTo>
                  <a:pt x="494860" y="35020"/>
                </a:lnTo>
                <a:close/>
                <a:moveTo>
                  <a:pt x="480130" y="25455"/>
                </a:moveTo>
                <a:lnTo>
                  <a:pt x="473261" y="24270"/>
                </a:lnTo>
                <a:lnTo>
                  <a:pt x="494860" y="35020"/>
                </a:lnTo>
                <a:close/>
                <a:moveTo>
                  <a:pt x="480130" y="25455"/>
                </a:moveTo>
                <a:lnTo>
                  <a:pt x="465400" y="23022"/>
                </a:lnTo>
                <a:lnTo>
                  <a:pt x="473261" y="24270"/>
                </a:lnTo>
                <a:close/>
                <a:moveTo>
                  <a:pt x="458532" y="19709"/>
                </a:moveTo>
                <a:lnTo>
                  <a:pt x="473261" y="24270"/>
                </a:lnTo>
                <a:lnTo>
                  <a:pt x="465400" y="23022"/>
                </a:lnTo>
                <a:close/>
                <a:moveTo>
                  <a:pt x="305357" y="12018"/>
                </a:moveTo>
                <a:lnTo>
                  <a:pt x="298488" y="11511"/>
                </a:lnTo>
                <a:lnTo>
                  <a:pt x="320087" y="21468"/>
                </a:lnTo>
                <a:close/>
                <a:moveTo>
                  <a:pt x="305357" y="12018"/>
                </a:moveTo>
                <a:lnTo>
                  <a:pt x="290627" y="0"/>
                </a:lnTo>
                <a:lnTo>
                  <a:pt x="298488" y="11511"/>
                </a:lnTo>
                <a:close/>
                <a:moveTo>
                  <a:pt x="14730" y="16870"/>
                </a:moveTo>
                <a:lnTo>
                  <a:pt x="21599" y="19854"/>
                </a:lnTo>
                <a:lnTo>
                  <a:pt x="0" y="10756"/>
                </a:lnTo>
                <a:close/>
                <a:moveTo>
                  <a:pt x="14730" y="16870"/>
                </a:moveTo>
                <a:lnTo>
                  <a:pt x="29460" y="27294"/>
                </a:lnTo>
                <a:lnTo>
                  <a:pt x="21599" y="19854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513" name="PANEL_01-slope--12-215_807">
            <a:extLst>
              <a:ext uri="{FF2B5EF4-FFF2-40B4-BE49-F238E27FC236}">
                <a16:creationId xmlns:a16="http://schemas.microsoft.com/office/drawing/2014/main" id="{C047682E-84C8-4D93-B17B-61A740FED8C2}"/>
              </a:ext>
            </a:extLst>
          </p:cNvPr>
          <p:cNvSpPr>
            <a:spLocks/>
          </p:cNvSpPr>
          <p:nvPr/>
        </p:nvSpPr>
        <p:spPr>
          <a:xfrm>
            <a:off x="367374" y="468854"/>
            <a:ext cx="924854" cy="185749"/>
          </a:xfrm>
          <a:custGeom>
            <a:pathLst>
              <a:path w="626436" h="125815">
                <a:moveTo>
                  <a:pt x="611706" y="110111"/>
                </a:moveTo>
                <a:lnTo>
                  <a:pt x="604838" y="113341"/>
                </a:lnTo>
                <a:lnTo>
                  <a:pt x="626436" y="125815"/>
                </a:lnTo>
                <a:close/>
                <a:moveTo>
                  <a:pt x="611706" y="110111"/>
                </a:moveTo>
                <a:lnTo>
                  <a:pt x="596976" y="103431"/>
                </a:lnTo>
                <a:lnTo>
                  <a:pt x="604838" y="113341"/>
                </a:lnTo>
                <a:close/>
                <a:moveTo>
                  <a:pt x="590108" y="106736"/>
                </a:moveTo>
                <a:lnTo>
                  <a:pt x="583239" y="107915"/>
                </a:lnTo>
                <a:lnTo>
                  <a:pt x="604838" y="113341"/>
                </a:lnTo>
                <a:close/>
                <a:moveTo>
                  <a:pt x="590108" y="106736"/>
                </a:moveTo>
                <a:lnTo>
                  <a:pt x="575378" y="97977"/>
                </a:lnTo>
                <a:lnTo>
                  <a:pt x="583239" y="107915"/>
                </a:lnTo>
                <a:close/>
                <a:moveTo>
                  <a:pt x="590108" y="106736"/>
                </a:moveTo>
                <a:lnTo>
                  <a:pt x="596976" y="103431"/>
                </a:lnTo>
                <a:lnTo>
                  <a:pt x="575378" y="97977"/>
                </a:lnTo>
                <a:close/>
                <a:moveTo>
                  <a:pt x="590108" y="106736"/>
                </a:moveTo>
                <a:lnTo>
                  <a:pt x="604838" y="113341"/>
                </a:lnTo>
                <a:lnTo>
                  <a:pt x="596976" y="103431"/>
                </a:lnTo>
                <a:close/>
                <a:moveTo>
                  <a:pt x="568509" y="100137"/>
                </a:moveTo>
                <a:lnTo>
                  <a:pt x="575378" y="97977"/>
                </a:lnTo>
                <a:lnTo>
                  <a:pt x="553779" y="90971"/>
                </a:lnTo>
                <a:close/>
                <a:moveTo>
                  <a:pt x="568509" y="100137"/>
                </a:moveTo>
                <a:lnTo>
                  <a:pt x="583239" y="107915"/>
                </a:lnTo>
                <a:lnTo>
                  <a:pt x="575378" y="97977"/>
                </a:lnTo>
                <a:close/>
                <a:moveTo>
                  <a:pt x="560648" y="88133"/>
                </a:moveTo>
                <a:lnTo>
                  <a:pt x="553779" y="90971"/>
                </a:lnTo>
                <a:lnTo>
                  <a:pt x="575378" y="97977"/>
                </a:lnTo>
                <a:close/>
                <a:moveTo>
                  <a:pt x="560648" y="88133"/>
                </a:moveTo>
                <a:lnTo>
                  <a:pt x="545918" y="80215"/>
                </a:lnTo>
                <a:lnTo>
                  <a:pt x="553779" y="90971"/>
                </a:lnTo>
                <a:close/>
                <a:moveTo>
                  <a:pt x="539050" y="83253"/>
                </a:moveTo>
                <a:lnTo>
                  <a:pt x="545918" y="80215"/>
                </a:lnTo>
                <a:lnTo>
                  <a:pt x="524320" y="72374"/>
                </a:lnTo>
                <a:close/>
                <a:moveTo>
                  <a:pt x="539050" y="83253"/>
                </a:moveTo>
                <a:lnTo>
                  <a:pt x="553779" y="90971"/>
                </a:lnTo>
                <a:lnTo>
                  <a:pt x="545918" y="80215"/>
                </a:lnTo>
                <a:close/>
                <a:moveTo>
                  <a:pt x="531188" y="72008"/>
                </a:moveTo>
                <a:lnTo>
                  <a:pt x="524320" y="72374"/>
                </a:lnTo>
                <a:lnTo>
                  <a:pt x="545918" y="80215"/>
                </a:lnTo>
                <a:close/>
                <a:moveTo>
                  <a:pt x="509590" y="61288"/>
                </a:moveTo>
                <a:lnTo>
                  <a:pt x="524320" y="72374"/>
                </a:lnTo>
                <a:lnTo>
                  <a:pt x="516458" y="59817"/>
                </a:lnTo>
                <a:close/>
                <a:moveTo>
                  <a:pt x="480130" y="40003"/>
                </a:moveTo>
                <a:lnTo>
                  <a:pt x="494860" y="49568"/>
                </a:lnTo>
                <a:lnTo>
                  <a:pt x="486999" y="40414"/>
                </a:lnTo>
                <a:close/>
                <a:moveTo>
                  <a:pt x="458532" y="34256"/>
                </a:moveTo>
                <a:lnTo>
                  <a:pt x="465400" y="37570"/>
                </a:lnTo>
                <a:lnTo>
                  <a:pt x="443802" y="38562"/>
                </a:lnTo>
                <a:close/>
                <a:moveTo>
                  <a:pt x="436933" y="36802"/>
                </a:moveTo>
                <a:lnTo>
                  <a:pt x="443802" y="38562"/>
                </a:lnTo>
                <a:lnTo>
                  <a:pt x="422203" y="43290"/>
                </a:lnTo>
                <a:close/>
                <a:moveTo>
                  <a:pt x="429072" y="43239"/>
                </a:moveTo>
                <a:lnTo>
                  <a:pt x="422203" y="43290"/>
                </a:lnTo>
                <a:lnTo>
                  <a:pt x="443802" y="38562"/>
                </a:lnTo>
                <a:close/>
                <a:moveTo>
                  <a:pt x="407473" y="49529"/>
                </a:moveTo>
                <a:lnTo>
                  <a:pt x="400605" y="50427"/>
                </a:lnTo>
                <a:lnTo>
                  <a:pt x="422203" y="43290"/>
                </a:lnTo>
                <a:close/>
                <a:moveTo>
                  <a:pt x="407473" y="49529"/>
                </a:moveTo>
                <a:lnTo>
                  <a:pt x="392743" y="53468"/>
                </a:lnTo>
                <a:lnTo>
                  <a:pt x="400605" y="50427"/>
                </a:lnTo>
                <a:close/>
                <a:moveTo>
                  <a:pt x="407473" y="49529"/>
                </a:moveTo>
                <a:lnTo>
                  <a:pt x="422203" y="43290"/>
                </a:lnTo>
                <a:lnTo>
                  <a:pt x="414342" y="47991"/>
                </a:lnTo>
                <a:close/>
                <a:moveTo>
                  <a:pt x="342678" y="60842"/>
                </a:moveTo>
                <a:lnTo>
                  <a:pt x="349546" y="55451"/>
                </a:lnTo>
                <a:lnTo>
                  <a:pt x="327948" y="49355"/>
                </a:lnTo>
                <a:close/>
                <a:moveTo>
                  <a:pt x="356415" y="53721"/>
                </a:moveTo>
                <a:lnTo>
                  <a:pt x="349546" y="55451"/>
                </a:lnTo>
                <a:lnTo>
                  <a:pt x="371145" y="56638"/>
                </a:lnTo>
                <a:close/>
                <a:moveTo>
                  <a:pt x="334817" y="46429"/>
                </a:moveTo>
                <a:lnTo>
                  <a:pt x="327948" y="49355"/>
                </a:lnTo>
                <a:lnTo>
                  <a:pt x="349546" y="55451"/>
                </a:lnTo>
                <a:close/>
                <a:moveTo>
                  <a:pt x="334817" y="46429"/>
                </a:moveTo>
                <a:lnTo>
                  <a:pt x="320087" y="36016"/>
                </a:lnTo>
                <a:lnTo>
                  <a:pt x="327948" y="49355"/>
                </a:lnTo>
                <a:close/>
                <a:moveTo>
                  <a:pt x="334817" y="46429"/>
                </a:moveTo>
                <a:lnTo>
                  <a:pt x="341685" y="43551"/>
                </a:lnTo>
                <a:lnTo>
                  <a:pt x="320087" y="36016"/>
                </a:lnTo>
                <a:close/>
                <a:moveTo>
                  <a:pt x="334817" y="46429"/>
                </a:moveTo>
                <a:lnTo>
                  <a:pt x="349546" y="55451"/>
                </a:lnTo>
                <a:lnTo>
                  <a:pt x="341685" y="43551"/>
                </a:lnTo>
                <a:close/>
                <a:moveTo>
                  <a:pt x="313218" y="37137"/>
                </a:moveTo>
                <a:lnTo>
                  <a:pt x="320087" y="36016"/>
                </a:lnTo>
                <a:lnTo>
                  <a:pt x="298488" y="26059"/>
                </a:lnTo>
                <a:close/>
                <a:moveTo>
                  <a:pt x="313218" y="37137"/>
                </a:moveTo>
                <a:lnTo>
                  <a:pt x="327948" y="49355"/>
                </a:lnTo>
                <a:lnTo>
                  <a:pt x="320087" y="36016"/>
                </a:lnTo>
                <a:close/>
                <a:moveTo>
                  <a:pt x="283758" y="15658"/>
                </a:moveTo>
                <a:lnTo>
                  <a:pt x="290627" y="14548"/>
                </a:lnTo>
                <a:lnTo>
                  <a:pt x="269028" y="6882"/>
                </a:lnTo>
                <a:close/>
                <a:moveTo>
                  <a:pt x="283758" y="15658"/>
                </a:moveTo>
                <a:lnTo>
                  <a:pt x="298488" y="26059"/>
                </a:lnTo>
                <a:lnTo>
                  <a:pt x="290627" y="14548"/>
                </a:lnTo>
                <a:close/>
                <a:moveTo>
                  <a:pt x="275897" y="3936"/>
                </a:moveTo>
                <a:lnTo>
                  <a:pt x="269028" y="6882"/>
                </a:lnTo>
                <a:lnTo>
                  <a:pt x="290627" y="14548"/>
                </a:lnTo>
                <a:close/>
                <a:moveTo>
                  <a:pt x="275897" y="3936"/>
                </a:moveTo>
                <a:lnTo>
                  <a:pt x="261167" y="547"/>
                </a:lnTo>
                <a:lnTo>
                  <a:pt x="269028" y="6882"/>
                </a:lnTo>
                <a:close/>
                <a:moveTo>
                  <a:pt x="254299" y="0"/>
                </a:moveTo>
                <a:lnTo>
                  <a:pt x="269028" y="6882"/>
                </a:lnTo>
                <a:lnTo>
                  <a:pt x="261167" y="547"/>
                </a:lnTo>
                <a:close/>
                <a:moveTo>
                  <a:pt x="116846" y="60898"/>
                </a:moveTo>
                <a:lnTo>
                  <a:pt x="109978" y="61286"/>
                </a:lnTo>
                <a:lnTo>
                  <a:pt x="131576" y="54760"/>
                </a:lnTo>
                <a:close/>
                <a:moveTo>
                  <a:pt x="116846" y="60898"/>
                </a:moveTo>
                <a:lnTo>
                  <a:pt x="102116" y="62765"/>
                </a:lnTo>
                <a:lnTo>
                  <a:pt x="109978" y="61286"/>
                </a:lnTo>
                <a:close/>
                <a:moveTo>
                  <a:pt x="95248" y="68552"/>
                </a:moveTo>
                <a:lnTo>
                  <a:pt x="80518" y="64924"/>
                </a:lnTo>
                <a:lnTo>
                  <a:pt x="88379" y="66569"/>
                </a:lnTo>
                <a:close/>
                <a:moveTo>
                  <a:pt x="65788" y="60698"/>
                </a:moveTo>
                <a:lnTo>
                  <a:pt x="58919" y="62444"/>
                </a:lnTo>
                <a:lnTo>
                  <a:pt x="80518" y="64924"/>
                </a:lnTo>
                <a:close/>
                <a:moveTo>
                  <a:pt x="65788" y="60698"/>
                </a:moveTo>
                <a:lnTo>
                  <a:pt x="51058" y="50901"/>
                </a:lnTo>
                <a:lnTo>
                  <a:pt x="58919" y="62444"/>
                </a:lnTo>
                <a:close/>
                <a:moveTo>
                  <a:pt x="44190" y="50104"/>
                </a:moveTo>
                <a:lnTo>
                  <a:pt x="51058" y="50901"/>
                </a:lnTo>
                <a:lnTo>
                  <a:pt x="29460" y="41842"/>
                </a:lnTo>
                <a:close/>
                <a:moveTo>
                  <a:pt x="44190" y="50104"/>
                </a:moveTo>
                <a:lnTo>
                  <a:pt x="58919" y="62444"/>
                </a:lnTo>
                <a:lnTo>
                  <a:pt x="51058" y="50901"/>
                </a:lnTo>
                <a:close/>
                <a:moveTo>
                  <a:pt x="14730" y="31418"/>
                </a:moveTo>
                <a:lnTo>
                  <a:pt x="7861" y="34664"/>
                </a:lnTo>
                <a:lnTo>
                  <a:pt x="29460" y="41842"/>
                </a:lnTo>
                <a:close/>
                <a:moveTo>
                  <a:pt x="14730" y="31418"/>
                </a:moveTo>
                <a:lnTo>
                  <a:pt x="0" y="25304"/>
                </a:lnTo>
                <a:lnTo>
                  <a:pt x="7861" y="34664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14" name="PANEL_01-slope--12-220_808">
            <a:extLst>
              <a:ext uri="{FF2B5EF4-FFF2-40B4-BE49-F238E27FC236}">
                <a16:creationId xmlns:a16="http://schemas.microsoft.com/office/drawing/2014/main" id="{FDB7D382-F962-4002-9F1A-2FF7A131F028}"/>
              </a:ext>
            </a:extLst>
          </p:cNvPr>
          <p:cNvSpPr>
            <a:spLocks/>
          </p:cNvSpPr>
          <p:nvPr/>
        </p:nvSpPr>
        <p:spPr>
          <a:xfrm>
            <a:off x="410867" y="468854"/>
            <a:ext cx="2136697" cy="195271"/>
          </a:xfrm>
          <a:custGeom>
            <a:pathLst>
              <a:path w="1447259" h="132264">
                <a:moveTo>
                  <a:pt x="1432529" y="39158"/>
                </a:moveTo>
                <a:lnTo>
                  <a:pt x="1439398" y="33031"/>
                </a:lnTo>
                <a:lnTo>
                  <a:pt x="1417799" y="46651"/>
                </a:lnTo>
                <a:close/>
                <a:moveTo>
                  <a:pt x="1432529" y="39158"/>
                </a:moveTo>
                <a:lnTo>
                  <a:pt x="1447259" y="32298"/>
                </a:lnTo>
                <a:lnTo>
                  <a:pt x="1439398" y="33031"/>
                </a:lnTo>
                <a:close/>
                <a:moveTo>
                  <a:pt x="611706" y="123150"/>
                </a:moveTo>
                <a:lnTo>
                  <a:pt x="626436" y="132264"/>
                </a:lnTo>
                <a:lnTo>
                  <a:pt x="618575" y="122124"/>
                </a:lnTo>
                <a:close/>
                <a:moveTo>
                  <a:pt x="356415" y="56083"/>
                </a:moveTo>
                <a:lnTo>
                  <a:pt x="349546" y="57774"/>
                </a:lnTo>
                <a:lnTo>
                  <a:pt x="371145" y="50427"/>
                </a:lnTo>
                <a:close/>
                <a:moveTo>
                  <a:pt x="356415" y="56083"/>
                </a:moveTo>
                <a:lnTo>
                  <a:pt x="341685" y="56638"/>
                </a:lnTo>
                <a:lnTo>
                  <a:pt x="349546" y="57774"/>
                </a:lnTo>
                <a:close/>
                <a:moveTo>
                  <a:pt x="356415" y="56083"/>
                </a:moveTo>
                <a:lnTo>
                  <a:pt x="363284" y="53468"/>
                </a:lnTo>
                <a:lnTo>
                  <a:pt x="341685" y="56638"/>
                </a:lnTo>
                <a:close/>
                <a:moveTo>
                  <a:pt x="356415" y="56083"/>
                </a:moveTo>
                <a:lnTo>
                  <a:pt x="371145" y="50427"/>
                </a:lnTo>
                <a:lnTo>
                  <a:pt x="363284" y="53468"/>
                </a:lnTo>
                <a:close/>
                <a:moveTo>
                  <a:pt x="334817" y="60813"/>
                </a:moveTo>
                <a:lnTo>
                  <a:pt x="320087" y="55451"/>
                </a:lnTo>
                <a:lnTo>
                  <a:pt x="327948" y="62632"/>
                </a:lnTo>
                <a:close/>
                <a:moveTo>
                  <a:pt x="334817" y="60813"/>
                </a:moveTo>
                <a:lnTo>
                  <a:pt x="341685" y="56638"/>
                </a:lnTo>
                <a:lnTo>
                  <a:pt x="320087" y="55451"/>
                </a:lnTo>
                <a:close/>
                <a:moveTo>
                  <a:pt x="334817" y="60813"/>
                </a:moveTo>
                <a:lnTo>
                  <a:pt x="349546" y="57774"/>
                </a:lnTo>
                <a:lnTo>
                  <a:pt x="341685" y="56638"/>
                </a:lnTo>
                <a:close/>
                <a:moveTo>
                  <a:pt x="224839" y="0"/>
                </a:moveTo>
                <a:lnTo>
                  <a:pt x="217970" y="7413"/>
                </a:lnTo>
                <a:lnTo>
                  <a:pt x="239569" y="6882"/>
                </a:lnTo>
                <a:close/>
                <a:moveTo>
                  <a:pt x="224839" y="0"/>
                </a:moveTo>
                <a:lnTo>
                  <a:pt x="210109" y="4876"/>
                </a:lnTo>
                <a:lnTo>
                  <a:pt x="217970" y="7413"/>
                </a:lnTo>
                <a:close/>
                <a:moveTo>
                  <a:pt x="203240" y="9967"/>
                </a:moveTo>
                <a:lnTo>
                  <a:pt x="188511" y="15529"/>
                </a:lnTo>
                <a:lnTo>
                  <a:pt x="196372" y="16651"/>
                </a:lnTo>
                <a:close/>
                <a:moveTo>
                  <a:pt x="203240" y="9967"/>
                </a:moveTo>
                <a:lnTo>
                  <a:pt x="210109" y="4876"/>
                </a:lnTo>
                <a:lnTo>
                  <a:pt x="188511" y="15529"/>
                </a:lnTo>
                <a:close/>
                <a:moveTo>
                  <a:pt x="203240" y="9967"/>
                </a:moveTo>
                <a:lnTo>
                  <a:pt x="217970" y="7413"/>
                </a:lnTo>
                <a:lnTo>
                  <a:pt x="210109" y="4876"/>
                </a:lnTo>
                <a:close/>
                <a:moveTo>
                  <a:pt x="181642" y="21879"/>
                </a:moveTo>
                <a:lnTo>
                  <a:pt x="166912" y="26384"/>
                </a:lnTo>
                <a:lnTo>
                  <a:pt x="174773" y="28072"/>
                </a:lnTo>
                <a:close/>
                <a:moveTo>
                  <a:pt x="181642" y="21879"/>
                </a:moveTo>
                <a:lnTo>
                  <a:pt x="188511" y="15529"/>
                </a:lnTo>
                <a:lnTo>
                  <a:pt x="166912" y="26384"/>
                </a:lnTo>
                <a:close/>
                <a:moveTo>
                  <a:pt x="181642" y="21879"/>
                </a:moveTo>
                <a:lnTo>
                  <a:pt x="196372" y="16651"/>
                </a:lnTo>
                <a:lnTo>
                  <a:pt x="188511" y="15529"/>
                </a:lnTo>
                <a:close/>
                <a:moveTo>
                  <a:pt x="160043" y="32015"/>
                </a:moveTo>
                <a:lnTo>
                  <a:pt x="166912" y="26384"/>
                </a:lnTo>
                <a:lnTo>
                  <a:pt x="145314" y="37386"/>
                </a:lnTo>
                <a:close/>
                <a:moveTo>
                  <a:pt x="160043" y="32015"/>
                </a:moveTo>
                <a:lnTo>
                  <a:pt x="174773" y="28072"/>
                </a:lnTo>
                <a:lnTo>
                  <a:pt x="166912" y="26384"/>
                </a:lnTo>
                <a:close/>
                <a:moveTo>
                  <a:pt x="138445" y="43267"/>
                </a:moveTo>
                <a:lnTo>
                  <a:pt x="145314" y="37386"/>
                </a:lnTo>
                <a:lnTo>
                  <a:pt x="123715" y="47542"/>
                </a:lnTo>
                <a:close/>
                <a:moveTo>
                  <a:pt x="116846" y="50438"/>
                </a:moveTo>
                <a:lnTo>
                  <a:pt x="123715" y="47542"/>
                </a:lnTo>
                <a:lnTo>
                  <a:pt x="102116" y="54760"/>
                </a:lnTo>
                <a:close/>
                <a:moveTo>
                  <a:pt x="152182" y="31225"/>
                </a:moveTo>
                <a:lnTo>
                  <a:pt x="145314" y="37386"/>
                </a:lnTo>
                <a:lnTo>
                  <a:pt x="166912" y="26384"/>
                </a:lnTo>
                <a:close/>
                <a:moveTo>
                  <a:pt x="130584" y="43038"/>
                </a:moveTo>
                <a:lnTo>
                  <a:pt x="123715" y="47542"/>
                </a:lnTo>
                <a:lnTo>
                  <a:pt x="145314" y="37386"/>
                </a:lnTo>
                <a:close/>
                <a:moveTo>
                  <a:pt x="108985" y="53426"/>
                </a:moveTo>
                <a:lnTo>
                  <a:pt x="102116" y="54760"/>
                </a:lnTo>
                <a:lnTo>
                  <a:pt x="123715" y="47542"/>
                </a:lnTo>
                <a:close/>
                <a:moveTo>
                  <a:pt x="108985" y="53426"/>
                </a:moveTo>
                <a:lnTo>
                  <a:pt x="94255" y="57436"/>
                </a:lnTo>
                <a:lnTo>
                  <a:pt x="102116" y="54760"/>
                </a:lnTo>
                <a:close/>
                <a:moveTo>
                  <a:pt x="87387" y="60898"/>
                </a:moveTo>
                <a:lnTo>
                  <a:pt x="102116" y="54760"/>
                </a:lnTo>
                <a:lnTo>
                  <a:pt x="94255" y="57436"/>
                </a:lnTo>
                <a:close/>
                <a:moveTo>
                  <a:pt x="65788" y="68552"/>
                </a:moveTo>
                <a:lnTo>
                  <a:pt x="72657" y="62765"/>
                </a:lnTo>
                <a:lnTo>
                  <a:pt x="51058" y="64924"/>
                </a:lnTo>
                <a:close/>
                <a:moveTo>
                  <a:pt x="65788" y="68552"/>
                </a:moveTo>
                <a:lnTo>
                  <a:pt x="80518" y="61286"/>
                </a:lnTo>
                <a:lnTo>
                  <a:pt x="72657" y="62765"/>
                </a:lnTo>
                <a:close/>
                <a:moveTo>
                  <a:pt x="44190" y="69236"/>
                </a:moveTo>
                <a:lnTo>
                  <a:pt x="51058" y="64924"/>
                </a:lnTo>
                <a:lnTo>
                  <a:pt x="29460" y="62444"/>
                </a:lnTo>
                <a:close/>
                <a:moveTo>
                  <a:pt x="44190" y="69236"/>
                </a:moveTo>
                <a:lnTo>
                  <a:pt x="58919" y="66569"/>
                </a:lnTo>
                <a:lnTo>
                  <a:pt x="51058" y="64924"/>
                </a:lnTo>
                <a:close/>
                <a:moveTo>
                  <a:pt x="14730" y="50104"/>
                </a:moveTo>
                <a:lnTo>
                  <a:pt x="7861" y="57547"/>
                </a:lnTo>
                <a:lnTo>
                  <a:pt x="29460" y="62444"/>
                </a:lnTo>
                <a:close/>
                <a:moveTo>
                  <a:pt x="14730" y="50104"/>
                </a:moveTo>
                <a:lnTo>
                  <a:pt x="0" y="41842"/>
                </a:lnTo>
                <a:lnTo>
                  <a:pt x="7861" y="57547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15" name="PANEL_01-slope--12-225_809">
            <a:extLst>
              <a:ext uri="{FF2B5EF4-FFF2-40B4-BE49-F238E27FC236}">
                <a16:creationId xmlns:a16="http://schemas.microsoft.com/office/drawing/2014/main" id="{E5FE91C4-F798-46B4-B1F9-A5E86E86EB03}"/>
              </a:ext>
            </a:extLst>
          </p:cNvPr>
          <p:cNvSpPr>
            <a:spLocks/>
          </p:cNvSpPr>
          <p:nvPr/>
        </p:nvSpPr>
        <p:spPr>
          <a:xfrm>
            <a:off x="1292228" y="526666"/>
            <a:ext cx="1233589" cy="142908"/>
          </a:xfrm>
          <a:custGeom>
            <a:pathLst>
              <a:path w="835553" h="96796">
                <a:moveTo>
                  <a:pt x="835553" y="0"/>
                </a:moveTo>
                <a:lnTo>
                  <a:pt x="820823" y="7493"/>
                </a:lnTo>
                <a:lnTo>
                  <a:pt x="828684" y="8144"/>
                </a:lnTo>
                <a:close/>
                <a:moveTo>
                  <a:pt x="813954" y="14715"/>
                </a:moveTo>
                <a:lnTo>
                  <a:pt x="799224" y="20989"/>
                </a:lnTo>
                <a:lnTo>
                  <a:pt x="807085" y="24237"/>
                </a:lnTo>
                <a:close/>
                <a:moveTo>
                  <a:pt x="813954" y="14715"/>
                </a:moveTo>
                <a:lnTo>
                  <a:pt x="820823" y="7493"/>
                </a:lnTo>
                <a:lnTo>
                  <a:pt x="799224" y="20989"/>
                </a:lnTo>
                <a:close/>
                <a:moveTo>
                  <a:pt x="813954" y="14715"/>
                </a:moveTo>
                <a:lnTo>
                  <a:pt x="828684" y="8144"/>
                </a:lnTo>
                <a:lnTo>
                  <a:pt x="820823" y="7493"/>
                </a:lnTo>
                <a:close/>
                <a:moveTo>
                  <a:pt x="792356" y="29685"/>
                </a:moveTo>
                <a:lnTo>
                  <a:pt x="799224" y="20989"/>
                </a:lnTo>
                <a:lnTo>
                  <a:pt x="777626" y="34766"/>
                </a:lnTo>
                <a:close/>
                <a:moveTo>
                  <a:pt x="792356" y="29685"/>
                </a:moveTo>
                <a:lnTo>
                  <a:pt x="807085" y="24237"/>
                </a:lnTo>
                <a:lnTo>
                  <a:pt x="799224" y="20989"/>
                </a:lnTo>
                <a:close/>
                <a:moveTo>
                  <a:pt x="770757" y="44354"/>
                </a:moveTo>
                <a:lnTo>
                  <a:pt x="777626" y="34766"/>
                </a:lnTo>
                <a:lnTo>
                  <a:pt x="756027" y="47675"/>
                </a:lnTo>
                <a:close/>
                <a:moveTo>
                  <a:pt x="749159" y="56205"/>
                </a:moveTo>
                <a:lnTo>
                  <a:pt x="756027" y="47675"/>
                </a:lnTo>
                <a:lnTo>
                  <a:pt x="734429" y="58524"/>
                </a:lnTo>
                <a:close/>
                <a:moveTo>
                  <a:pt x="806093" y="13651"/>
                </a:moveTo>
                <a:lnTo>
                  <a:pt x="799224" y="20989"/>
                </a:lnTo>
                <a:lnTo>
                  <a:pt x="820823" y="7493"/>
                </a:lnTo>
                <a:close/>
                <a:moveTo>
                  <a:pt x="784494" y="25905"/>
                </a:moveTo>
                <a:lnTo>
                  <a:pt x="777626" y="34766"/>
                </a:lnTo>
                <a:lnTo>
                  <a:pt x="799224" y="20989"/>
                </a:lnTo>
                <a:close/>
                <a:moveTo>
                  <a:pt x="762896" y="39119"/>
                </a:moveTo>
                <a:lnTo>
                  <a:pt x="756027" y="47675"/>
                </a:lnTo>
                <a:lnTo>
                  <a:pt x="777626" y="34766"/>
                </a:lnTo>
                <a:close/>
                <a:moveTo>
                  <a:pt x="741297" y="51024"/>
                </a:moveTo>
                <a:lnTo>
                  <a:pt x="734429" y="58524"/>
                </a:lnTo>
                <a:lnTo>
                  <a:pt x="756027" y="47675"/>
                </a:lnTo>
                <a:close/>
                <a:moveTo>
                  <a:pt x="741297" y="51024"/>
                </a:moveTo>
                <a:lnTo>
                  <a:pt x="726568" y="52788"/>
                </a:lnTo>
                <a:lnTo>
                  <a:pt x="734429" y="58524"/>
                </a:lnTo>
                <a:close/>
                <a:moveTo>
                  <a:pt x="719699" y="60350"/>
                </a:moveTo>
                <a:lnTo>
                  <a:pt x="712830" y="68171"/>
                </a:lnTo>
                <a:lnTo>
                  <a:pt x="734429" y="58524"/>
                </a:lnTo>
                <a:close/>
                <a:moveTo>
                  <a:pt x="719699" y="60350"/>
                </a:moveTo>
                <a:lnTo>
                  <a:pt x="704969" y="61222"/>
                </a:lnTo>
                <a:lnTo>
                  <a:pt x="712830" y="68171"/>
                </a:lnTo>
                <a:close/>
                <a:moveTo>
                  <a:pt x="719699" y="60350"/>
                </a:moveTo>
                <a:lnTo>
                  <a:pt x="734429" y="58524"/>
                </a:lnTo>
                <a:lnTo>
                  <a:pt x="726568" y="52788"/>
                </a:lnTo>
                <a:close/>
                <a:moveTo>
                  <a:pt x="698100" y="69279"/>
                </a:moveTo>
                <a:lnTo>
                  <a:pt x="691232" y="77405"/>
                </a:lnTo>
                <a:lnTo>
                  <a:pt x="712830" y="68171"/>
                </a:lnTo>
                <a:close/>
                <a:moveTo>
                  <a:pt x="698100" y="69279"/>
                </a:moveTo>
                <a:lnTo>
                  <a:pt x="683370" y="69402"/>
                </a:lnTo>
                <a:lnTo>
                  <a:pt x="691232" y="77405"/>
                </a:lnTo>
                <a:close/>
                <a:moveTo>
                  <a:pt x="698100" y="69279"/>
                </a:moveTo>
                <a:lnTo>
                  <a:pt x="704969" y="61222"/>
                </a:lnTo>
                <a:lnTo>
                  <a:pt x="683370" y="69402"/>
                </a:lnTo>
                <a:close/>
                <a:moveTo>
                  <a:pt x="698100" y="69279"/>
                </a:moveTo>
                <a:lnTo>
                  <a:pt x="712830" y="68171"/>
                </a:lnTo>
                <a:lnTo>
                  <a:pt x="704969" y="61222"/>
                </a:lnTo>
                <a:close/>
                <a:moveTo>
                  <a:pt x="676502" y="78026"/>
                </a:moveTo>
                <a:lnTo>
                  <a:pt x="661772" y="77758"/>
                </a:lnTo>
                <a:lnTo>
                  <a:pt x="669633" y="85093"/>
                </a:lnTo>
                <a:close/>
                <a:moveTo>
                  <a:pt x="676502" y="78026"/>
                </a:moveTo>
                <a:lnTo>
                  <a:pt x="683370" y="69402"/>
                </a:lnTo>
                <a:lnTo>
                  <a:pt x="661772" y="77758"/>
                </a:lnTo>
                <a:close/>
                <a:moveTo>
                  <a:pt x="676502" y="78026"/>
                </a:moveTo>
                <a:lnTo>
                  <a:pt x="691232" y="77405"/>
                </a:lnTo>
                <a:lnTo>
                  <a:pt x="683370" y="69402"/>
                </a:lnTo>
                <a:close/>
                <a:moveTo>
                  <a:pt x="654903" y="84245"/>
                </a:moveTo>
                <a:lnTo>
                  <a:pt x="661772" y="77758"/>
                </a:lnTo>
                <a:lnTo>
                  <a:pt x="640173" y="86804"/>
                </a:lnTo>
                <a:close/>
                <a:moveTo>
                  <a:pt x="654903" y="84245"/>
                </a:moveTo>
                <a:lnTo>
                  <a:pt x="669633" y="85093"/>
                </a:lnTo>
                <a:lnTo>
                  <a:pt x="661772" y="77758"/>
                </a:lnTo>
                <a:close/>
                <a:moveTo>
                  <a:pt x="633305" y="94887"/>
                </a:moveTo>
                <a:lnTo>
                  <a:pt x="640173" y="86804"/>
                </a:lnTo>
                <a:lnTo>
                  <a:pt x="618575" y="95790"/>
                </a:lnTo>
                <a:close/>
                <a:moveTo>
                  <a:pt x="647042" y="79791"/>
                </a:moveTo>
                <a:lnTo>
                  <a:pt x="640173" y="86804"/>
                </a:lnTo>
                <a:lnTo>
                  <a:pt x="661772" y="77758"/>
                </a:lnTo>
                <a:close/>
                <a:moveTo>
                  <a:pt x="625444" y="88291"/>
                </a:moveTo>
                <a:lnTo>
                  <a:pt x="618575" y="95790"/>
                </a:lnTo>
                <a:lnTo>
                  <a:pt x="640173" y="86804"/>
                </a:lnTo>
                <a:close/>
                <a:moveTo>
                  <a:pt x="625444" y="88291"/>
                </a:moveTo>
                <a:lnTo>
                  <a:pt x="610714" y="85650"/>
                </a:lnTo>
                <a:lnTo>
                  <a:pt x="618575" y="95790"/>
                </a:lnTo>
                <a:close/>
                <a:moveTo>
                  <a:pt x="14730" y="83992"/>
                </a:moveTo>
                <a:lnTo>
                  <a:pt x="7861" y="96796"/>
                </a:lnTo>
                <a:lnTo>
                  <a:pt x="29460" y="93106"/>
                </a:lnTo>
                <a:close/>
                <a:moveTo>
                  <a:pt x="14730" y="83992"/>
                </a:moveTo>
                <a:lnTo>
                  <a:pt x="0" y="86656"/>
                </a:lnTo>
                <a:lnTo>
                  <a:pt x="7861" y="96796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516" name="PANEL_01-water--12-230_810">
            <a:extLst>
              <a:ext uri="{FF2B5EF4-FFF2-40B4-BE49-F238E27FC236}">
                <a16:creationId xmlns:a16="http://schemas.microsoft.com/office/drawing/2014/main" id="{449E0F55-9821-4858-A69D-81E490CA41A9}"/>
              </a:ext>
            </a:extLst>
          </p:cNvPr>
          <p:cNvSpPr>
            <a:spLocks/>
          </p:cNvSpPr>
          <p:nvPr/>
        </p:nvSpPr>
        <p:spPr>
          <a:xfrm>
            <a:off x="1303835" y="650421"/>
            <a:ext cx="901643" cy="28675"/>
          </a:xfrm>
          <a:custGeom>
            <a:pathLst>
              <a:path w="610714" h="19422">
                <a:moveTo>
                  <a:pt x="595984" y="8742"/>
                </a:moveTo>
                <a:lnTo>
                  <a:pt x="589115" y="15657"/>
                </a:lnTo>
                <a:lnTo>
                  <a:pt x="610714" y="11967"/>
                </a:lnTo>
                <a:close/>
                <a:moveTo>
                  <a:pt x="595984" y="8742"/>
                </a:moveTo>
                <a:lnTo>
                  <a:pt x="581254" y="5517"/>
                </a:lnTo>
                <a:lnTo>
                  <a:pt x="589115" y="15657"/>
                </a:lnTo>
                <a:close/>
                <a:moveTo>
                  <a:pt x="595984" y="8742"/>
                </a:moveTo>
                <a:lnTo>
                  <a:pt x="602853" y="1827"/>
                </a:lnTo>
                <a:lnTo>
                  <a:pt x="581254" y="5517"/>
                </a:lnTo>
                <a:close/>
                <a:moveTo>
                  <a:pt x="595984" y="8742"/>
                </a:moveTo>
                <a:lnTo>
                  <a:pt x="610714" y="11967"/>
                </a:lnTo>
                <a:lnTo>
                  <a:pt x="602853" y="1827"/>
                </a:lnTo>
                <a:close/>
                <a:moveTo>
                  <a:pt x="574385" y="12433"/>
                </a:moveTo>
                <a:lnTo>
                  <a:pt x="559655" y="9208"/>
                </a:lnTo>
                <a:lnTo>
                  <a:pt x="567517" y="19348"/>
                </a:lnTo>
                <a:close/>
                <a:moveTo>
                  <a:pt x="574385" y="12433"/>
                </a:moveTo>
                <a:lnTo>
                  <a:pt x="581254" y="5517"/>
                </a:lnTo>
                <a:lnTo>
                  <a:pt x="559655" y="9208"/>
                </a:lnTo>
                <a:close/>
                <a:moveTo>
                  <a:pt x="574385" y="12433"/>
                </a:moveTo>
                <a:lnTo>
                  <a:pt x="589115" y="15657"/>
                </a:lnTo>
                <a:lnTo>
                  <a:pt x="581254" y="5517"/>
                </a:lnTo>
                <a:close/>
                <a:moveTo>
                  <a:pt x="552787" y="16123"/>
                </a:moveTo>
                <a:lnTo>
                  <a:pt x="559655" y="9208"/>
                </a:lnTo>
                <a:lnTo>
                  <a:pt x="538057" y="12899"/>
                </a:lnTo>
                <a:close/>
                <a:moveTo>
                  <a:pt x="566524" y="2293"/>
                </a:moveTo>
                <a:lnTo>
                  <a:pt x="559655" y="9208"/>
                </a:lnTo>
                <a:lnTo>
                  <a:pt x="581254" y="5517"/>
                </a:lnTo>
                <a:close/>
                <a:moveTo>
                  <a:pt x="544926" y="5983"/>
                </a:moveTo>
                <a:lnTo>
                  <a:pt x="538057" y="12899"/>
                </a:lnTo>
                <a:lnTo>
                  <a:pt x="559655" y="9208"/>
                </a:lnTo>
                <a:close/>
                <a:moveTo>
                  <a:pt x="544926" y="5983"/>
                </a:moveTo>
                <a:lnTo>
                  <a:pt x="530196" y="2759"/>
                </a:lnTo>
                <a:lnTo>
                  <a:pt x="538057" y="12899"/>
                </a:lnTo>
                <a:close/>
                <a:moveTo>
                  <a:pt x="523327" y="9674"/>
                </a:moveTo>
                <a:lnTo>
                  <a:pt x="516458" y="16589"/>
                </a:lnTo>
                <a:lnTo>
                  <a:pt x="538057" y="12899"/>
                </a:lnTo>
                <a:close/>
                <a:moveTo>
                  <a:pt x="523327" y="9674"/>
                </a:moveTo>
                <a:lnTo>
                  <a:pt x="508597" y="6449"/>
                </a:lnTo>
                <a:lnTo>
                  <a:pt x="516458" y="16589"/>
                </a:lnTo>
                <a:close/>
                <a:moveTo>
                  <a:pt x="523327" y="9674"/>
                </a:moveTo>
                <a:lnTo>
                  <a:pt x="530196" y="2759"/>
                </a:lnTo>
                <a:lnTo>
                  <a:pt x="508597" y="6449"/>
                </a:lnTo>
                <a:close/>
                <a:moveTo>
                  <a:pt x="523327" y="9674"/>
                </a:moveTo>
                <a:lnTo>
                  <a:pt x="538057" y="12899"/>
                </a:lnTo>
                <a:lnTo>
                  <a:pt x="530196" y="2759"/>
                </a:lnTo>
                <a:close/>
                <a:moveTo>
                  <a:pt x="501729" y="13365"/>
                </a:moveTo>
                <a:lnTo>
                  <a:pt x="508597" y="6449"/>
                </a:lnTo>
                <a:lnTo>
                  <a:pt x="486999" y="10140"/>
                </a:lnTo>
                <a:close/>
                <a:moveTo>
                  <a:pt x="501729" y="13365"/>
                </a:moveTo>
                <a:lnTo>
                  <a:pt x="516458" y="16589"/>
                </a:lnTo>
                <a:lnTo>
                  <a:pt x="508597" y="6449"/>
                </a:lnTo>
                <a:close/>
                <a:moveTo>
                  <a:pt x="480130" y="17055"/>
                </a:moveTo>
                <a:lnTo>
                  <a:pt x="486999" y="10140"/>
                </a:lnTo>
                <a:lnTo>
                  <a:pt x="465400" y="13831"/>
                </a:lnTo>
                <a:close/>
                <a:moveTo>
                  <a:pt x="493867" y="3225"/>
                </a:moveTo>
                <a:lnTo>
                  <a:pt x="486999" y="10140"/>
                </a:lnTo>
                <a:lnTo>
                  <a:pt x="508597" y="6449"/>
                </a:lnTo>
                <a:close/>
                <a:moveTo>
                  <a:pt x="472269" y="6915"/>
                </a:moveTo>
                <a:lnTo>
                  <a:pt x="465400" y="13831"/>
                </a:lnTo>
                <a:lnTo>
                  <a:pt x="486999" y="10140"/>
                </a:lnTo>
                <a:close/>
                <a:moveTo>
                  <a:pt x="472269" y="6915"/>
                </a:moveTo>
                <a:lnTo>
                  <a:pt x="457539" y="3691"/>
                </a:lnTo>
                <a:lnTo>
                  <a:pt x="465400" y="13831"/>
                </a:lnTo>
                <a:close/>
                <a:moveTo>
                  <a:pt x="472269" y="6915"/>
                </a:moveTo>
                <a:lnTo>
                  <a:pt x="486999" y="10140"/>
                </a:lnTo>
                <a:lnTo>
                  <a:pt x="479138" y="0"/>
                </a:lnTo>
                <a:close/>
                <a:moveTo>
                  <a:pt x="450670" y="10606"/>
                </a:moveTo>
                <a:lnTo>
                  <a:pt x="443802" y="17521"/>
                </a:lnTo>
                <a:lnTo>
                  <a:pt x="465400" y="13831"/>
                </a:lnTo>
                <a:close/>
                <a:moveTo>
                  <a:pt x="450670" y="10606"/>
                </a:moveTo>
                <a:lnTo>
                  <a:pt x="435941" y="7381"/>
                </a:lnTo>
                <a:lnTo>
                  <a:pt x="443802" y="17521"/>
                </a:lnTo>
                <a:close/>
                <a:moveTo>
                  <a:pt x="450670" y="10606"/>
                </a:moveTo>
                <a:lnTo>
                  <a:pt x="457539" y="3691"/>
                </a:lnTo>
                <a:lnTo>
                  <a:pt x="435941" y="7381"/>
                </a:lnTo>
                <a:close/>
                <a:moveTo>
                  <a:pt x="450670" y="10606"/>
                </a:moveTo>
                <a:lnTo>
                  <a:pt x="465400" y="13831"/>
                </a:lnTo>
                <a:lnTo>
                  <a:pt x="457539" y="3691"/>
                </a:lnTo>
                <a:close/>
                <a:moveTo>
                  <a:pt x="429072" y="14296"/>
                </a:moveTo>
                <a:lnTo>
                  <a:pt x="435941" y="7381"/>
                </a:lnTo>
                <a:lnTo>
                  <a:pt x="414342" y="11072"/>
                </a:lnTo>
                <a:close/>
                <a:moveTo>
                  <a:pt x="429072" y="14296"/>
                </a:moveTo>
                <a:lnTo>
                  <a:pt x="443802" y="17521"/>
                </a:lnTo>
                <a:lnTo>
                  <a:pt x="435941" y="7381"/>
                </a:lnTo>
                <a:close/>
                <a:moveTo>
                  <a:pt x="421211" y="4157"/>
                </a:moveTo>
                <a:lnTo>
                  <a:pt x="414342" y="11072"/>
                </a:lnTo>
                <a:lnTo>
                  <a:pt x="435941" y="7381"/>
                </a:lnTo>
                <a:close/>
                <a:moveTo>
                  <a:pt x="421211" y="4157"/>
                </a:moveTo>
                <a:lnTo>
                  <a:pt x="406481" y="932"/>
                </a:lnTo>
                <a:lnTo>
                  <a:pt x="414342" y="11072"/>
                </a:lnTo>
                <a:close/>
                <a:moveTo>
                  <a:pt x="399612" y="7847"/>
                </a:moveTo>
                <a:lnTo>
                  <a:pt x="392743" y="14762"/>
                </a:lnTo>
                <a:lnTo>
                  <a:pt x="414342" y="11072"/>
                </a:lnTo>
                <a:close/>
                <a:moveTo>
                  <a:pt x="399612" y="7847"/>
                </a:moveTo>
                <a:lnTo>
                  <a:pt x="384882" y="4623"/>
                </a:lnTo>
                <a:lnTo>
                  <a:pt x="392743" y="14762"/>
                </a:lnTo>
                <a:close/>
                <a:moveTo>
                  <a:pt x="399612" y="7847"/>
                </a:moveTo>
                <a:lnTo>
                  <a:pt x="414342" y="11072"/>
                </a:lnTo>
                <a:lnTo>
                  <a:pt x="406481" y="932"/>
                </a:lnTo>
                <a:close/>
                <a:moveTo>
                  <a:pt x="378014" y="11538"/>
                </a:moveTo>
                <a:lnTo>
                  <a:pt x="363284" y="8313"/>
                </a:lnTo>
                <a:lnTo>
                  <a:pt x="371145" y="18453"/>
                </a:lnTo>
                <a:close/>
                <a:moveTo>
                  <a:pt x="378014" y="11538"/>
                </a:moveTo>
                <a:lnTo>
                  <a:pt x="384882" y="4623"/>
                </a:lnTo>
                <a:lnTo>
                  <a:pt x="363284" y="8313"/>
                </a:lnTo>
                <a:close/>
                <a:moveTo>
                  <a:pt x="378014" y="11538"/>
                </a:moveTo>
                <a:lnTo>
                  <a:pt x="392743" y="14762"/>
                </a:lnTo>
                <a:lnTo>
                  <a:pt x="384882" y="4623"/>
                </a:lnTo>
                <a:close/>
                <a:moveTo>
                  <a:pt x="356415" y="15228"/>
                </a:moveTo>
                <a:lnTo>
                  <a:pt x="363284" y="8313"/>
                </a:lnTo>
                <a:lnTo>
                  <a:pt x="341685" y="12004"/>
                </a:lnTo>
                <a:close/>
                <a:moveTo>
                  <a:pt x="356415" y="15228"/>
                </a:moveTo>
                <a:lnTo>
                  <a:pt x="371145" y="18453"/>
                </a:lnTo>
                <a:lnTo>
                  <a:pt x="363284" y="8313"/>
                </a:lnTo>
                <a:close/>
                <a:moveTo>
                  <a:pt x="348554" y="5089"/>
                </a:moveTo>
                <a:lnTo>
                  <a:pt x="341685" y="12004"/>
                </a:lnTo>
                <a:lnTo>
                  <a:pt x="363284" y="8313"/>
                </a:lnTo>
                <a:close/>
                <a:moveTo>
                  <a:pt x="348554" y="5089"/>
                </a:moveTo>
                <a:lnTo>
                  <a:pt x="333824" y="1864"/>
                </a:lnTo>
                <a:lnTo>
                  <a:pt x="341685" y="12004"/>
                </a:lnTo>
                <a:close/>
                <a:moveTo>
                  <a:pt x="326955" y="8779"/>
                </a:moveTo>
                <a:lnTo>
                  <a:pt x="320087" y="15694"/>
                </a:lnTo>
                <a:lnTo>
                  <a:pt x="341685" y="12004"/>
                </a:lnTo>
                <a:close/>
                <a:moveTo>
                  <a:pt x="326955" y="8779"/>
                </a:moveTo>
                <a:lnTo>
                  <a:pt x="312226" y="5555"/>
                </a:lnTo>
                <a:lnTo>
                  <a:pt x="320087" y="15694"/>
                </a:lnTo>
                <a:close/>
                <a:moveTo>
                  <a:pt x="326955" y="8779"/>
                </a:moveTo>
                <a:lnTo>
                  <a:pt x="333824" y="1864"/>
                </a:lnTo>
                <a:lnTo>
                  <a:pt x="312226" y="5555"/>
                </a:lnTo>
                <a:close/>
                <a:moveTo>
                  <a:pt x="326955" y="8779"/>
                </a:moveTo>
                <a:lnTo>
                  <a:pt x="341685" y="12004"/>
                </a:lnTo>
                <a:lnTo>
                  <a:pt x="333824" y="1864"/>
                </a:lnTo>
                <a:close/>
                <a:moveTo>
                  <a:pt x="305357" y="12470"/>
                </a:moveTo>
                <a:lnTo>
                  <a:pt x="290627" y="9245"/>
                </a:lnTo>
                <a:lnTo>
                  <a:pt x="298488" y="19385"/>
                </a:lnTo>
                <a:close/>
                <a:moveTo>
                  <a:pt x="305357" y="12470"/>
                </a:moveTo>
                <a:lnTo>
                  <a:pt x="312226" y="5555"/>
                </a:lnTo>
                <a:lnTo>
                  <a:pt x="290627" y="9245"/>
                </a:lnTo>
                <a:close/>
                <a:moveTo>
                  <a:pt x="305357" y="12470"/>
                </a:moveTo>
                <a:lnTo>
                  <a:pt x="320087" y="15694"/>
                </a:lnTo>
                <a:lnTo>
                  <a:pt x="312226" y="5555"/>
                </a:lnTo>
                <a:close/>
                <a:moveTo>
                  <a:pt x="283758" y="16160"/>
                </a:moveTo>
                <a:lnTo>
                  <a:pt x="290627" y="9245"/>
                </a:lnTo>
                <a:lnTo>
                  <a:pt x="269028" y="12936"/>
                </a:lnTo>
                <a:close/>
                <a:moveTo>
                  <a:pt x="297496" y="2330"/>
                </a:moveTo>
                <a:lnTo>
                  <a:pt x="290627" y="9245"/>
                </a:lnTo>
                <a:lnTo>
                  <a:pt x="312226" y="5555"/>
                </a:lnTo>
                <a:close/>
                <a:moveTo>
                  <a:pt x="275897" y="6021"/>
                </a:moveTo>
                <a:lnTo>
                  <a:pt x="269028" y="12936"/>
                </a:lnTo>
                <a:lnTo>
                  <a:pt x="290627" y="9245"/>
                </a:lnTo>
                <a:close/>
                <a:moveTo>
                  <a:pt x="275897" y="6021"/>
                </a:moveTo>
                <a:lnTo>
                  <a:pt x="261167" y="2796"/>
                </a:lnTo>
                <a:lnTo>
                  <a:pt x="269028" y="12936"/>
                </a:lnTo>
                <a:close/>
                <a:moveTo>
                  <a:pt x="254299" y="9711"/>
                </a:moveTo>
                <a:lnTo>
                  <a:pt x="247430" y="16626"/>
                </a:lnTo>
                <a:lnTo>
                  <a:pt x="269028" y="12936"/>
                </a:lnTo>
                <a:close/>
                <a:moveTo>
                  <a:pt x="254299" y="9711"/>
                </a:moveTo>
                <a:lnTo>
                  <a:pt x="239569" y="6487"/>
                </a:lnTo>
                <a:lnTo>
                  <a:pt x="247430" y="16626"/>
                </a:lnTo>
                <a:close/>
                <a:moveTo>
                  <a:pt x="254299" y="9711"/>
                </a:moveTo>
                <a:lnTo>
                  <a:pt x="261167" y="2796"/>
                </a:lnTo>
                <a:lnTo>
                  <a:pt x="239569" y="6487"/>
                </a:lnTo>
                <a:close/>
                <a:moveTo>
                  <a:pt x="254299" y="9711"/>
                </a:moveTo>
                <a:lnTo>
                  <a:pt x="269028" y="12936"/>
                </a:lnTo>
                <a:lnTo>
                  <a:pt x="261167" y="2796"/>
                </a:lnTo>
                <a:close/>
                <a:moveTo>
                  <a:pt x="232700" y="13402"/>
                </a:moveTo>
                <a:lnTo>
                  <a:pt x="239569" y="6487"/>
                </a:lnTo>
                <a:lnTo>
                  <a:pt x="217970" y="10177"/>
                </a:lnTo>
                <a:close/>
                <a:moveTo>
                  <a:pt x="232700" y="13402"/>
                </a:moveTo>
                <a:lnTo>
                  <a:pt x="247430" y="16626"/>
                </a:lnTo>
                <a:lnTo>
                  <a:pt x="239569" y="6487"/>
                </a:lnTo>
                <a:close/>
                <a:moveTo>
                  <a:pt x="211102" y="17092"/>
                </a:moveTo>
                <a:lnTo>
                  <a:pt x="217970" y="10177"/>
                </a:lnTo>
                <a:lnTo>
                  <a:pt x="196372" y="13868"/>
                </a:lnTo>
                <a:close/>
                <a:moveTo>
                  <a:pt x="224839" y="3262"/>
                </a:moveTo>
                <a:lnTo>
                  <a:pt x="217970" y="10177"/>
                </a:lnTo>
                <a:lnTo>
                  <a:pt x="239569" y="6487"/>
                </a:lnTo>
                <a:close/>
                <a:moveTo>
                  <a:pt x="203240" y="6952"/>
                </a:moveTo>
                <a:lnTo>
                  <a:pt x="196372" y="13868"/>
                </a:lnTo>
                <a:lnTo>
                  <a:pt x="217970" y="10177"/>
                </a:lnTo>
                <a:close/>
                <a:moveTo>
                  <a:pt x="203240" y="6952"/>
                </a:moveTo>
                <a:lnTo>
                  <a:pt x="188511" y="3728"/>
                </a:lnTo>
                <a:lnTo>
                  <a:pt x="196372" y="13868"/>
                </a:lnTo>
                <a:close/>
                <a:moveTo>
                  <a:pt x="203240" y="6952"/>
                </a:moveTo>
                <a:lnTo>
                  <a:pt x="217970" y="10177"/>
                </a:lnTo>
                <a:lnTo>
                  <a:pt x="210109" y="37"/>
                </a:lnTo>
                <a:close/>
                <a:moveTo>
                  <a:pt x="181642" y="10643"/>
                </a:moveTo>
                <a:lnTo>
                  <a:pt x="174773" y="17558"/>
                </a:lnTo>
                <a:lnTo>
                  <a:pt x="196372" y="13868"/>
                </a:lnTo>
                <a:close/>
                <a:moveTo>
                  <a:pt x="181642" y="10643"/>
                </a:moveTo>
                <a:lnTo>
                  <a:pt x="166912" y="7418"/>
                </a:lnTo>
                <a:lnTo>
                  <a:pt x="174773" y="17558"/>
                </a:lnTo>
                <a:close/>
                <a:moveTo>
                  <a:pt x="181642" y="10643"/>
                </a:moveTo>
                <a:lnTo>
                  <a:pt x="188511" y="3728"/>
                </a:lnTo>
                <a:lnTo>
                  <a:pt x="166912" y="7418"/>
                </a:lnTo>
                <a:close/>
                <a:moveTo>
                  <a:pt x="181642" y="10643"/>
                </a:moveTo>
                <a:lnTo>
                  <a:pt x="196372" y="13868"/>
                </a:lnTo>
                <a:lnTo>
                  <a:pt x="188511" y="3728"/>
                </a:lnTo>
                <a:close/>
                <a:moveTo>
                  <a:pt x="160043" y="14334"/>
                </a:moveTo>
                <a:lnTo>
                  <a:pt x="166912" y="7418"/>
                </a:lnTo>
                <a:lnTo>
                  <a:pt x="145314" y="11109"/>
                </a:lnTo>
                <a:close/>
                <a:moveTo>
                  <a:pt x="160043" y="14334"/>
                </a:moveTo>
                <a:lnTo>
                  <a:pt x="174773" y="17558"/>
                </a:lnTo>
                <a:lnTo>
                  <a:pt x="166912" y="7418"/>
                </a:lnTo>
                <a:close/>
                <a:moveTo>
                  <a:pt x="152182" y="4194"/>
                </a:moveTo>
                <a:lnTo>
                  <a:pt x="145314" y="11109"/>
                </a:lnTo>
                <a:lnTo>
                  <a:pt x="166912" y="7418"/>
                </a:lnTo>
                <a:close/>
                <a:moveTo>
                  <a:pt x="152182" y="4194"/>
                </a:moveTo>
                <a:lnTo>
                  <a:pt x="137452" y="969"/>
                </a:lnTo>
                <a:lnTo>
                  <a:pt x="145314" y="11109"/>
                </a:lnTo>
                <a:close/>
                <a:moveTo>
                  <a:pt x="130584" y="7884"/>
                </a:moveTo>
                <a:lnTo>
                  <a:pt x="123715" y="14800"/>
                </a:lnTo>
                <a:lnTo>
                  <a:pt x="145314" y="11109"/>
                </a:lnTo>
                <a:close/>
                <a:moveTo>
                  <a:pt x="130584" y="7884"/>
                </a:moveTo>
                <a:lnTo>
                  <a:pt x="115854" y="4660"/>
                </a:lnTo>
                <a:lnTo>
                  <a:pt x="123715" y="14800"/>
                </a:lnTo>
                <a:close/>
                <a:moveTo>
                  <a:pt x="130584" y="7884"/>
                </a:moveTo>
                <a:lnTo>
                  <a:pt x="145314" y="11109"/>
                </a:lnTo>
                <a:lnTo>
                  <a:pt x="137452" y="969"/>
                </a:lnTo>
                <a:close/>
                <a:moveTo>
                  <a:pt x="108985" y="11575"/>
                </a:moveTo>
                <a:lnTo>
                  <a:pt x="94255" y="8350"/>
                </a:lnTo>
                <a:lnTo>
                  <a:pt x="102116" y="18490"/>
                </a:lnTo>
                <a:close/>
                <a:moveTo>
                  <a:pt x="108985" y="11575"/>
                </a:moveTo>
                <a:lnTo>
                  <a:pt x="115854" y="4660"/>
                </a:lnTo>
                <a:lnTo>
                  <a:pt x="94255" y="8350"/>
                </a:lnTo>
                <a:close/>
                <a:moveTo>
                  <a:pt x="108985" y="11575"/>
                </a:moveTo>
                <a:lnTo>
                  <a:pt x="123715" y="14800"/>
                </a:lnTo>
                <a:lnTo>
                  <a:pt x="115854" y="4660"/>
                </a:lnTo>
                <a:close/>
                <a:moveTo>
                  <a:pt x="87387" y="15266"/>
                </a:moveTo>
                <a:lnTo>
                  <a:pt x="94255" y="8350"/>
                </a:lnTo>
                <a:lnTo>
                  <a:pt x="72657" y="12041"/>
                </a:lnTo>
                <a:close/>
                <a:moveTo>
                  <a:pt x="87387" y="15266"/>
                </a:moveTo>
                <a:lnTo>
                  <a:pt x="102116" y="18490"/>
                </a:lnTo>
                <a:lnTo>
                  <a:pt x="94255" y="8350"/>
                </a:lnTo>
                <a:close/>
                <a:moveTo>
                  <a:pt x="101124" y="1435"/>
                </a:moveTo>
                <a:lnTo>
                  <a:pt x="94255" y="8350"/>
                </a:lnTo>
                <a:lnTo>
                  <a:pt x="115854" y="4660"/>
                </a:lnTo>
                <a:close/>
                <a:moveTo>
                  <a:pt x="79525" y="5126"/>
                </a:moveTo>
                <a:lnTo>
                  <a:pt x="72657" y="12041"/>
                </a:lnTo>
                <a:lnTo>
                  <a:pt x="94255" y="8350"/>
                </a:lnTo>
                <a:close/>
                <a:moveTo>
                  <a:pt x="79525" y="5126"/>
                </a:moveTo>
                <a:lnTo>
                  <a:pt x="64796" y="1901"/>
                </a:lnTo>
                <a:lnTo>
                  <a:pt x="72657" y="12041"/>
                </a:lnTo>
                <a:close/>
                <a:moveTo>
                  <a:pt x="57927" y="8816"/>
                </a:moveTo>
                <a:lnTo>
                  <a:pt x="51058" y="15732"/>
                </a:lnTo>
                <a:lnTo>
                  <a:pt x="72657" y="12041"/>
                </a:lnTo>
                <a:close/>
                <a:moveTo>
                  <a:pt x="57927" y="8816"/>
                </a:moveTo>
                <a:lnTo>
                  <a:pt x="43197" y="5592"/>
                </a:lnTo>
                <a:lnTo>
                  <a:pt x="51058" y="15732"/>
                </a:lnTo>
                <a:close/>
                <a:moveTo>
                  <a:pt x="57927" y="8816"/>
                </a:moveTo>
                <a:lnTo>
                  <a:pt x="64796" y="1901"/>
                </a:lnTo>
                <a:lnTo>
                  <a:pt x="43197" y="5592"/>
                </a:lnTo>
                <a:close/>
                <a:moveTo>
                  <a:pt x="57927" y="8816"/>
                </a:moveTo>
                <a:lnTo>
                  <a:pt x="72657" y="12041"/>
                </a:lnTo>
                <a:lnTo>
                  <a:pt x="64796" y="1901"/>
                </a:lnTo>
                <a:close/>
                <a:moveTo>
                  <a:pt x="36328" y="12507"/>
                </a:moveTo>
                <a:lnTo>
                  <a:pt x="21599" y="9282"/>
                </a:lnTo>
                <a:lnTo>
                  <a:pt x="29460" y="19422"/>
                </a:lnTo>
                <a:close/>
                <a:moveTo>
                  <a:pt x="36328" y="12507"/>
                </a:moveTo>
                <a:lnTo>
                  <a:pt x="43197" y="5592"/>
                </a:lnTo>
                <a:lnTo>
                  <a:pt x="21599" y="9282"/>
                </a:lnTo>
                <a:close/>
                <a:moveTo>
                  <a:pt x="36328" y="12507"/>
                </a:moveTo>
                <a:lnTo>
                  <a:pt x="51058" y="15732"/>
                </a:lnTo>
                <a:lnTo>
                  <a:pt x="43197" y="5592"/>
                </a:lnTo>
                <a:close/>
                <a:moveTo>
                  <a:pt x="14730" y="16198"/>
                </a:moveTo>
                <a:lnTo>
                  <a:pt x="21599" y="9282"/>
                </a:lnTo>
                <a:lnTo>
                  <a:pt x="0" y="12973"/>
                </a:lnTo>
                <a:close/>
                <a:moveTo>
                  <a:pt x="28467" y="2367"/>
                </a:moveTo>
                <a:lnTo>
                  <a:pt x="21599" y="9282"/>
                </a:lnTo>
                <a:lnTo>
                  <a:pt x="43197" y="5592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517" name="PANEL_01-slope--11-210_811">
            <a:extLst>
              <a:ext uri="{FF2B5EF4-FFF2-40B4-BE49-F238E27FC236}">
                <a16:creationId xmlns:a16="http://schemas.microsoft.com/office/drawing/2014/main" id="{48728F77-DC6D-4893-87A4-8C0754BB267D}"/>
              </a:ext>
            </a:extLst>
          </p:cNvPr>
          <p:cNvSpPr>
            <a:spLocks/>
          </p:cNvSpPr>
          <p:nvPr/>
        </p:nvSpPr>
        <p:spPr>
          <a:xfrm>
            <a:off x="776167" y="491972"/>
            <a:ext cx="539274" cy="192572"/>
          </a:xfrm>
          <a:custGeom>
            <a:pathLst>
              <a:path w="365269" h="130436">
                <a:moveTo>
                  <a:pt x="350539" y="114386"/>
                </a:moveTo>
                <a:lnTo>
                  <a:pt x="357408" y="120296"/>
                </a:lnTo>
                <a:lnTo>
                  <a:pt x="335809" y="107577"/>
                </a:lnTo>
                <a:close/>
                <a:moveTo>
                  <a:pt x="350539" y="114386"/>
                </a:moveTo>
                <a:lnTo>
                  <a:pt x="365269" y="130436"/>
                </a:lnTo>
                <a:lnTo>
                  <a:pt x="357408" y="120296"/>
                </a:lnTo>
                <a:close/>
                <a:moveTo>
                  <a:pt x="240561" y="57290"/>
                </a:moveTo>
                <a:lnTo>
                  <a:pt x="233693" y="54753"/>
                </a:lnTo>
                <a:lnTo>
                  <a:pt x="255291" y="67081"/>
                </a:lnTo>
                <a:close/>
                <a:moveTo>
                  <a:pt x="240561" y="57290"/>
                </a:moveTo>
                <a:lnTo>
                  <a:pt x="225831" y="44499"/>
                </a:lnTo>
                <a:lnTo>
                  <a:pt x="233693" y="54753"/>
                </a:lnTo>
                <a:close/>
                <a:moveTo>
                  <a:pt x="240561" y="57290"/>
                </a:moveTo>
                <a:lnTo>
                  <a:pt x="247430" y="56716"/>
                </a:lnTo>
                <a:lnTo>
                  <a:pt x="225831" y="44499"/>
                </a:lnTo>
                <a:close/>
                <a:moveTo>
                  <a:pt x="240561" y="57290"/>
                </a:moveTo>
                <a:lnTo>
                  <a:pt x="255291" y="67081"/>
                </a:lnTo>
                <a:lnTo>
                  <a:pt x="247430" y="56716"/>
                </a:lnTo>
                <a:close/>
                <a:moveTo>
                  <a:pt x="211102" y="32239"/>
                </a:moveTo>
                <a:lnTo>
                  <a:pt x="204233" y="30319"/>
                </a:lnTo>
                <a:lnTo>
                  <a:pt x="225831" y="44499"/>
                </a:lnTo>
                <a:close/>
                <a:moveTo>
                  <a:pt x="211102" y="32239"/>
                </a:moveTo>
                <a:lnTo>
                  <a:pt x="196372" y="23160"/>
                </a:lnTo>
                <a:lnTo>
                  <a:pt x="204233" y="30319"/>
                </a:lnTo>
                <a:close/>
                <a:moveTo>
                  <a:pt x="211102" y="32239"/>
                </a:moveTo>
                <a:lnTo>
                  <a:pt x="217970" y="33910"/>
                </a:lnTo>
                <a:lnTo>
                  <a:pt x="196372" y="23160"/>
                </a:lnTo>
                <a:close/>
                <a:moveTo>
                  <a:pt x="211102" y="32239"/>
                </a:moveTo>
                <a:lnTo>
                  <a:pt x="225831" y="44499"/>
                </a:lnTo>
                <a:lnTo>
                  <a:pt x="217970" y="33910"/>
                </a:lnTo>
                <a:close/>
                <a:moveTo>
                  <a:pt x="189503" y="17456"/>
                </a:moveTo>
                <a:lnTo>
                  <a:pt x="196372" y="23160"/>
                </a:lnTo>
                <a:lnTo>
                  <a:pt x="174773" y="17845"/>
                </a:lnTo>
                <a:close/>
                <a:moveTo>
                  <a:pt x="189503" y="17456"/>
                </a:moveTo>
                <a:lnTo>
                  <a:pt x="204233" y="30319"/>
                </a:lnTo>
                <a:lnTo>
                  <a:pt x="196372" y="23160"/>
                </a:lnTo>
                <a:close/>
                <a:moveTo>
                  <a:pt x="181642" y="18598"/>
                </a:moveTo>
                <a:lnTo>
                  <a:pt x="174773" y="17845"/>
                </a:lnTo>
                <a:lnTo>
                  <a:pt x="196372" y="23160"/>
                </a:lnTo>
                <a:close/>
                <a:moveTo>
                  <a:pt x="14730" y="9215"/>
                </a:moveTo>
                <a:lnTo>
                  <a:pt x="21599" y="10400"/>
                </a:lnTo>
                <a:lnTo>
                  <a:pt x="0" y="54"/>
                </a:lnTo>
                <a:close/>
                <a:moveTo>
                  <a:pt x="14730" y="9215"/>
                </a:moveTo>
                <a:lnTo>
                  <a:pt x="29460" y="23376"/>
                </a:lnTo>
                <a:lnTo>
                  <a:pt x="21599" y="10400"/>
                </a:lnTo>
                <a:close/>
                <a:moveTo>
                  <a:pt x="6869" y="0"/>
                </a:moveTo>
                <a:lnTo>
                  <a:pt x="0" y="54"/>
                </a:lnTo>
                <a:lnTo>
                  <a:pt x="21599" y="10400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518" name="PANEL_01-slope--11-215_812">
            <a:extLst>
              <a:ext uri="{FF2B5EF4-FFF2-40B4-BE49-F238E27FC236}">
                <a16:creationId xmlns:a16="http://schemas.microsoft.com/office/drawing/2014/main" id="{8597BAFC-DD6A-4F6A-985E-DB1EFB138476}"/>
              </a:ext>
            </a:extLst>
          </p:cNvPr>
          <p:cNvSpPr>
            <a:spLocks/>
          </p:cNvSpPr>
          <p:nvPr/>
        </p:nvSpPr>
        <p:spPr>
          <a:xfrm>
            <a:off x="378979" y="479014"/>
            <a:ext cx="968349" cy="205530"/>
          </a:xfrm>
          <a:custGeom>
            <a:pathLst>
              <a:path w="655896" h="139212">
                <a:moveTo>
                  <a:pt x="649027" y="136022"/>
                </a:moveTo>
                <a:lnTo>
                  <a:pt x="655896" y="135521"/>
                </a:lnTo>
                <a:lnTo>
                  <a:pt x="634297" y="139212"/>
                </a:lnTo>
                <a:close/>
                <a:moveTo>
                  <a:pt x="611706" y="113320"/>
                </a:moveTo>
                <a:lnTo>
                  <a:pt x="604838" y="116353"/>
                </a:lnTo>
                <a:lnTo>
                  <a:pt x="626436" y="129072"/>
                </a:lnTo>
                <a:close/>
                <a:moveTo>
                  <a:pt x="611706" y="113320"/>
                </a:moveTo>
                <a:lnTo>
                  <a:pt x="596976" y="106459"/>
                </a:lnTo>
                <a:lnTo>
                  <a:pt x="604838" y="116353"/>
                </a:lnTo>
                <a:close/>
                <a:moveTo>
                  <a:pt x="590108" y="109432"/>
                </a:moveTo>
                <a:lnTo>
                  <a:pt x="583239" y="110606"/>
                </a:lnTo>
                <a:lnTo>
                  <a:pt x="604838" y="116353"/>
                </a:lnTo>
                <a:close/>
                <a:moveTo>
                  <a:pt x="590108" y="109432"/>
                </a:moveTo>
                <a:lnTo>
                  <a:pt x="575378" y="101033"/>
                </a:lnTo>
                <a:lnTo>
                  <a:pt x="583239" y="110606"/>
                </a:lnTo>
                <a:close/>
                <a:moveTo>
                  <a:pt x="590108" y="109432"/>
                </a:moveTo>
                <a:lnTo>
                  <a:pt x="596976" y="106459"/>
                </a:lnTo>
                <a:lnTo>
                  <a:pt x="575378" y="101033"/>
                </a:lnTo>
                <a:close/>
                <a:moveTo>
                  <a:pt x="590108" y="109432"/>
                </a:moveTo>
                <a:lnTo>
                  <a:pt x="604838" y="116353"/>
                </a:lnTo>
                <a:lnTo>
                  <a:pt x="596976" y="106459"/>
                </a:lnTo>
                <a:close/>
                <a:moveTo>
                  <a:pt x="568509" y="101589"/>
                </a:moveTo>
                <a:lnTo>
                  <a:pt x="575378" y="101033"/>
                </a:lnTo>
                <a:lnTo>
                  <a:pt x="553779" y="93453"/>
                </a:lnTo>
                <a:close/>
                <a:moveTo>
                  <a:pt x="568509" y="101589"/>
                </a:moveTo>
                <a:lnTo>
                  <a:pt x="583239" y="110606"/>
                </a:lnTo>
                <a:lnTo>
                  <a:pt x="575378" y="101033"/>
                </a:lnTo>
                <a:close/>
                <a:moveTo>
                  <a:pt x="560648" y="93255"/>
                </a:moveTo>
                <a:lnTo>
                  <a:pt x="553779" y="93453"/>
                </a:lnTo>
                <a:lnTo>
                  <a:pt x="575378" y="101033"/>
                </a:lnTo>
                <a:close/>
                <a:moveTo>
                  <a:pt x="560648" y="93255"/>
                </a:moveTo>
                <a:lnTo>
                  <a:pt x="545918" y="84088"/>
                </a:lnTo>
                <a:lnTo>
                  <a:pt x="553779" y="93453"/>
                </a:lnTo>
                <a:close/>
                <a:moveTo>
                  <a:pt x="539050" y="85476"/>
                </a:moveTo>
                <a:lnTo>
                  <a:pt x="545918" y="84088"/>
                </a:lnTo>
                <a:lnTo>
                  <a:pt x="524320" y="75858"/>
                </a:lnTo>
                <a:close/>
                <a:moveTo>
                  <a:pt x="539050" y="85476"/>
                </a:moveTo>
                <a:lnTo>
                  <a:pt x="553779" y="93453"/>
                </a:lnTo>
                <a:lnTo>
                  <a:pt x="545918" y="84088"/>
                </a:lnTo>
                <a:close/>
                <a:moveTo>
                  <a:pt x="531188" y="76371"/>
                </a:moveTo>
                <a:lnTo>
                  <a:pt x="524320" y="75858"/>
                </a:lnTo>
                <a:lnTo>
                  <a:pt x="545918" y="84088"/>
                </a:lnTo>
                <a:close/>
                <a:moveTo>
                  <a:pt x="450670" y="27374"/>
                </a:moveTo>
                <a:lnTo>
                  <a:pt x="435941" y="31680"/>
                </a:lnTo>
                <a:lnTo>
                  <a:pt x="443802" y="26621"/>
                </a:lnTo>
                <a:close/>
                <a:moveTo>
                  <a:pt x="429072" y="29920"/>
                </a:moveTo>
                <a:lnTo>
                  <a:pt x="422203" y="30252"/>
                </a:lnTo>
                <a:lnTo>
                  <a:pt x="443802" y="26621"/>
                </a:lnTo>
                <a:close/>
                <a:moveTo>
                  <a:pt x="429072" y="29920"/>
                </a:moveTo>
                <a:lnTo>
                  <a:pt x="414342" y="36408"/>
                </a:lnTo>
                <a:lnTo>
                  <a:pt x="422203" y="30252"/>
                </a:lnTo>
                <a:close/>
                <a:moveTo>
                  <a:pt x="429072" y="29920"/>
                </a:moveTo>
                <a:lnTo>
                  <a:pt x="443802" y="26621"/>
                </a:lnTo>
                <a:lnTo>
                  <a:pt x="435941" y="31680"/>
                </a:lnTo>
                <a:close/>
                <a:moveTo>
                  <a:pt x="407473" y="36709"/>
                </a:moveTo>
                <a:lnTo>
                  <a:pt x="414342" y="36408"/>
                </a:lnTo>
                <a:lnTo>
                  <a:pt x="392743" y="43545"/>
                </a:lnTo>
                <a:close/>
                <a:moveTo>
                  <a:pt x="407473" y="36709"/>
                </a:moveTo>
                <a:lnTo>
                  <a:pt x="422203" y="30252"/>
                </a:lnTo>
                <a:lnTo>
                  <a:pt x="414342" y="36408"/>
                </a:lnTo>
                <a:close/>
                <a:moveTo>
                  <a:pt x="334817" y="53960"/>
                </a:moveTo>
                <a:lnTo>
                  <a:pt x="327948" y="55307"/>
                </a:lnTo>
                <a:lnTo>
                  <a:pt x="349546" y="55749"/>
                </a:lnTo>
                <a:close/>
                <a:moveTo>
                  <a:pt x="334817" y="53960"/>
                </a:moveTo>
                <a:lnTo>
                  <a:pt x="320087" y="42473"/>
                </a:lnTo>
                <a:lnTo>
                  <a:pt x="327948" y="55307"/>
                </a:lnTo>
                <a:close/>
                <a:moveTo>
                  <a:pt x="313218" y="46130"/>
                </a:moveTo>
                <a:lnTo>
                  <a:pt x="320087" y="42473"/>
                </a:lnTo>
                <a:lnTo>
                  <a:pt x="298488" y="32152"/>
                </a:lnTo>
                <a:close/>
                <a:moveTo>
                  <a:pt x="313218" y="46130"/>
                </a:moveTo>
                <a:lnTo>
                  <a:pt x="327948" y="55307"/>
                </a:lnTo>
                <a:lnTo>
                  <a:pt x="320087" y="42473"/>
                </a:lnTo>
                <a:close/>
                <a:moveTo>
                  <a:pt x="305357" y="30255"/>
                </a:moveTo>
                <a:lnTo>
                  <a:pt x="298488" y="32152"/>
                </a:lnTo>
                <a:lnTo>
                  <a:pt x="320087" y="42473"/>
                </a:lnTo>
                <a:close/>
                <a:moveTo>
                  <a:pt x="305357" y="30255"/>
                </a:moveTo>
                <a:lnTo>
                  <a:pt x="290627" y="19176"/>
                </a:lnTo>
                <a:lnTo>
                  <a:pt x="298488" y="32152"/>
                </a:lnTo>
                <a:close/>
                <a:moveTo>
                  <a:pt x="275897" y="8776"/>
                </a:moveTo>
                <a:lnTo>
                  <a:pt x="261167" y="0"/>
                </a:lnTo>
                <a:lnTo>
                  <a:pt x="269028" y="8830"/>
                </a:lnTo>
                <a:close/>
                <a:moveTo>
                  <a:pt x="254299" y="1052"/>
                </a:moveTo>
                <a:lnTo>
                  <a:pt x="247430" y="5426"/>
                </a:lnTo>
                <a:lnTo>
                  <a:pt x="269028" y="8830"/>
                </a:lnTo>
                <a:close/>
                <a:moveTo>
                  <a:pt x="254299" y="1052"/>
                </a:moveTo>
                <a:lnTo>
                  <a:pt x="269028" y="8830"/>
                </a:lnTo>
                <a:lnTo>
                  <a:pt x="261167" y="0"/>
                </a:lnTo>
                <a:close/>
                <a:moveTo>
                  <a:pt x="138445" y="43556"/>
                </a:moveTo>
                <a:lnTo>
                  <a:pt x="131576" y="44826"/>
                </a:lnTo>
                <a:lnTo>
                  <a:pt x="153175" y="40856"/>
                </a:lnTo>
                <a:close/>
                <a:moveTo>
                  <a:pt x="138445" y="43556"/>
                </a:moveTo>
                <a:lnTo>
                  <a:pt x="123715" y="47878"/>
                </a:lnTo>
                <a:lnTo>
                  <a:pt x="131576" y="44826"/>
                </a:lnTo>
                <a:close/>
                <a:moveTo>
                  <a:pt x="116846" y="47396"/>
                </a:moveTo>
                <a:lnTo>
                  <a:pt x="102116" y="54403"/>
                </a:lnTo>
                <a:lnTo>
                  <a:pt x="109978" y="48218"/>
                </a:lnTo>
                <a:close/>
                <a:moveTo>
                  <a:pt x="116846" y="47396"/>
                </a:moveTo>
                <a:lnTo>
                  <a:pt x="123715" y="47878"/>
                </a:lnTo>
                <a:lnTo>
                  <a:pt x="102116" y="54403"/>
                </a:lnTo>
                <a:close/>
                <a:moveTo>
                  <a:pt x="116846" y="47396"/>
                </a:moveTo>
                <a:lnTo>
                  <a:pt x="131576" y="44826"/>
                </a:lnTo>
                <a:lnTo>
                  <a:pt x="123715" y="47878"/>
                </a:lnTo>
                <a:close/>
                <a:moveTo>
                  <a:pt x="95248" y="54532"/>
                </a:moveTo>
                <a:lnTo>
                  <a:pt x="102116" y="54403"/>
                </a:lnTo>
                <a:lnTo>
                  <a:pt x="80518" y="59687"/>
                </a:lnTo>
                <a:close/>
                <a:moveTo>
                  <a:pt x="95248" y="54532"/>
                </a:moveTo>
                <a:lnTo>
                  <a:pt x="109978" y="48218"/>
                </a:lnTo>
                <a:lnTo>
                  <a:pt x="102116" y="54403"/>
                </a:lnTo>
                <a:close/>
                <a:moveTo>
                  <a:pt x="73649" y="60192"/>
                </a:moveTo>
                <a:lnTo>
                  <a:pt x="80518" y="59687"/>
                </a:lnTo>
                <a:lnTo>
                  <a:pt x="58919" y="62639"/>
                </a:lnTo>
                <a:close/>
                <a:moveTo>
                  <a:pt x="87387" y="61669"/>
                </a:moveTo>
                <a:lnTo>
                  <a:pt x="80518" y="59687"/>
                </a:lnTo>
                <a:lnTo>
                  <a:pt x="102116" y="54403"/>
                </a:lnTo>
                <a:close/>
                <a:moveTo>
                  <a:pt x="65788" y="62354"/>
                </a:moveTo>
                <a:lnTo>
                  <a:pt x="58919" y="62639"/>
                </a:lnTo>
                <a:lnTo>
                  <a:pt x="80518" y="59687"/>
                </a:lnTo>
                <a:close/>
                <a:moveTo>
                  <a:pt x="65788" y="62354"/>
                </a:moveTo>
                <a:lnTo>
                  <a:pt x="51058" y="55562"/>
                </a:lnTo>
                <a:lnTo>
                  <a:pt x="58919" y="62639"/>
                </a:lnTo>
                <a:close/>
                <a:moveTo>
                  <a:pt x="14730" y="36356"/>
                </a:moveTo>
                <a:lnTo>
                  <a:pt x="21599" y="34959"/>
                </a:lnTo>
                <a:lnTo>
                  <a:pt x="0" y="27781"/>
                </a:lnTo>
                <a:close/>
                <a:moveTo>
                  <a:pt x="14730" y="36356"/>
                </a:moveTo>
                <a:lnTo>
                  <a:pt x="29460" y="50664"/>
                </a:lnTo>
                <a:lnTo>
                  <a:pt x="21599" y="34959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19" name="PANEL_01-slope--11-220_813">
            <a:extLst>
              <a:ext uri="{FF2B5EF4-FFF2-40B4-BE49-F238E27FC236}">
                <a16:creationId xmlns:a16="http://schemas.microsoft.com/office/drawing/2014/main" id="{C6842806-6A6E-49B6-8506-E65A57CD689D}"/>
              </a:ext>
            </a:extLst>
          </p:cNvPr>
          <p:cNvSpPr>
            <a:spLocks/>
          </p:cNvSpPr>
          <p:nvPr/>
        </p:nvSpPr>
        <p:spPr>
          <a:xfrm>
            <a:off x="378979" y="479014"/>
            <a:ext cx="1869991" cy="196659"/>
          </a:xfrm>
          <a:custGeom>
            <a:pathLst>
              <a:path w="1266610" h="133205">
                <a:moveTo>
                  <a:pt x="1251880" y="127163"/>
                </a:moveTo>
                <a:lnTo>
                  <a:pt x="1245011" y="131729"/>
                </a:lnTo>
                <a:lnTo>
                  <a:pt x="1266610" y="124780"/>
                </a:lnTo>
                <a:close/>
                <a:moveTo>
                  <a:pt x="1251880" y="127163"/>
                </a:moveTo>
                <a:lnTo>
                  <a:pt x="1237150" y="128066"/>
                </a:lnTo>
                <a:lnTo>
                  <a:pt x="1245011" y="131729"/>
                </a:lnTo>
                <a:close/>
                <a:moveTo>
                  <a:pt x="1230281" y="133205"/>
                </a:moveTo>
                <a:lnTo>
                  <a:pt x="1245011" y="131729"/>
                </a:lnTo>
                <a:lnTo>
                  <a:pt x="1237150" y="128066"/>
                </a:lnTo>
                <a:close/>
                <a:moveTo>
                  <a:pt x="407473" y="36709"/>
                </a:moveTo>
                <a:lnTo>
                  <a:pt x="392743" y="43545"/>
                </a:lnTo>
                <a:lnTo>
                  <a:pt x="400605" y="39465"/>
                </a:lnTo>
                <a:close/>
                <a:moveTo>
                  <a:pt x="385875" y="45622"/>
                </a:moveTo>
                <a:lnTo>
                  <a:pt x="371145" y="50891"/>
                </a:lnTo>
                <a:lnTo>
                  <a:pt x="379006" y="49222"/>
                </a:lnTo>
                <a:close/>
                <a:moveTo>
                  <a:pt x="385875" y="45622"/>
                </a:moveTo>
                <a:lnTo>
                  <a:pt x="392743" y="43545"/>
                </a:lnTo>
                <a:lnTo>
                  <a:pt x="371145" y="50891"/>
                </a:lnTo>
                <a:close/>
                <a:moveTo>
                  <a:pt x="385875" y="45622"/>
                </a:moveTo>
                <a:lnTo>
                  <a:pt x="400605" y="39465"/>
                </a:lnTo>
                <a:lnTo>
                  <a:pt x="392743" y="43545"/>
                </a:lnTo>
                <a:close/>
                <a:moveTo>
                  <a:pt x="364276" y="54811"/>
                </a:moveTo>
                <a:lnTo>
                  <a:pt x="371145" y="50891"/>
                </a:lnTo>
                <a:lnTo>
                  <a:pt x="349546" y="55749"/>
                </a:lnTo>
                <a:close/>
                <a:moveTo>
                  <a:pt x="356415" y="53931"/>
                </a:moveTo>
                <a:lnTo>
                  <a:pt x="349546" y="55749"/>
                </a:lnTo>
                <a:lnTo>
                  <a:pt x="371145" y="50891"/>
                </a:lnTo>
                <a:close/>
                <a:moveTo>
                  <a:pt x="334817" y="53960"/>
                </a:moveTo>
                <a:lnTo>
                  <a:pt x="349546" y="55749"/>
                </a:lnTo>
                <a:lnTo>
                  <a:pt x="341685" y="48569"/>
                </a:lnTo>
                <a:close/>
                <a:moveTo>
                  <a:pt x="254299" y="1052"/>
                </a:moveTo>
                <a:lnTo>
                  <a:pt x="239569" y="530"/>
                </a:lnTo>
                <a:lnTo>
                  <a:pt x="247430" y="5426"/>
                </a:lnTo>
                <a:close/>
                <a:moveTo>
                  <a:pt x="254299" y="1052"/>
                </a:moveTo>
                <a:lnTo>
                  <a:pt x="261167" y="0"/>
                </a:lnTo>
                <a:lnTo>
                  <a:pt x="239569" y="530"/>
                </a:lnTo>
                <a:close/>
                <a:moveTo>
                  <a:pt x="232700" y="4866"/>
                </a:moveTo>
                <a:lnTo>
                  <a:pt x="239569" y="530"/>
                </a:lnTo>
                <a:lnTo>
                  <a:pt x="217970" y="9769"/>
                </a:lnTo>
                <a:close/>
                <a:moveTo>
                  <a:pt x="232700" y="4866"/>
                </a:moveTo>
                <a:lnTo>
                  <a:pt x="247430" y="5426"/>
                </a:lnTo>
                <a:lnTo>
                  <a:pt x="239569" y="530"/>
                </a:lnTo>
                <a:close/>
                <a:moveTo>
                  <a:pt x="224839" y="3085"/>
                </a:moveTo>
                <a:lnTo>
                  <a:pt x="217970" y="9769"/>
                </a:lnTo>
                <a:lnTo>
                  <a:pt x="239569" y="530"/>
                </a:lnTo>
                <a:close/>
                <a:moveTo>
                  <a:pt x="203240" y="14997"/>
                </a:moveTo>
                <a:lnTo>
                  <a:pt x="196372" y="21190"/>
                </a:lnTo>
                <a:lnTo>
                  <a:pt x="217970" y="9769"/>
                </a:lnTo>
                <a:close/>
                <a:moveTo>
                  <a:pt x="160043" y="36385"/>
                </a:moveTo>
                <a:lnTo>
                  <a:pt x="153175" y="40856"/>
                </a:lnTo>
                <a:lnTo>
                  <a:pt x="174773" y="32407"/>
                </a:lnTo>
                <a:close/>
                <a:moveTo>
                  <a:pt x="160043" y="36385"/>
                </a:moveTo>
                <a:lnTo>
                  <a:pt x="145314" y="40660"/>
                </a:lnTo>
                <a:lnTo>
                  <a:pt x="153175" y="40856"/>
                </a:lnTo>
                <a:close/>
                <a:moveTo>
                  <a:pt x="160043" y="36385"/>
                </a:moveTo>
                <a:lnTo>
                  <a:pt x="174773" y="32407"/>
                </a:lnTo>
                <a:lnTo>
                  <a:pt x="166912" y="30504"/>
                </a:lnTo>
                <a:close/>
                <a:moveTo>
                  <a:pt x="138445" y="43556"/>
                </a:moveTo>
                <a:lnTo>
                  <a:pt x="153175" y="40856"/>
                </a:lnTo>
                <a:lnTo>
                  <a:pt x="145314" y="40660"/>
                </a:lnTo>
                <a:close/>
                <a:moveTo>
                  <a:pt x="44190" y="62856"/>
                </a:moveTo>
                <a:lnTo>
                  <a:pt x="37321" y="65104"/>
                </a:lnTo>
                <a:lnTo>
                  <a:pt x="58919" y="62639"/>
                </a:lnTo>
                <a:close/>
                <a:moveTo>
                  <a:pt x="44190" y="62856"/>
                </a:moveTo>
                <a:lnTo>
                  <a:pt x="29460" y="50664"/>
                </a:lnTo>
                <a:lnTo>
                  <a:pt x="37321" y="65104"/>
                </a:lnTo>
                <a:close/>
                <a:moveTo>
                  <a:pt x="44190" y="62856"/>
                </a:moveTo>
                <a:lnTo>
                  <a:pt x="51058" y="55562"/>
                </a:lnTo>
                <a:lnTo>
                  <a:pt x="29460" y="50664"/>
                </a:lnTo>
                <a:close/>
                <a:moveTo>
                  <a:pt x="44190" y="62856"/>
                </a:moveTo>
                <a:lnTo>
                  <a:pt x="58919" y="62639"/>
                </a:lnTo>
                <a:lnTo>
                  <a:pt x="51058" y="55562"/>
                </a:lnTo>
                <a:close/>
                <a:moveTo>
                  <a:pt x="22591" y="60223"/>
                </a:moveTo>
                <a:lnTo>
                  <a:pt x="29460" y="50664"/>
                </a:lnTo>
                <a:lnTo>
                  <a:pt x="7861" y="46220"/>
                </a:lnTo>
                <a:close/>
                <a:moveTo>
                  <a:pt x="22591" y="60223"/>
                </a:moveTo>
                <a:lnTo>
                  <a:pt x="37321" y="65104"/>
                </a:lnTo>
                <a:lnTo>
                  <a:pt x="29460" y="50664"/>
                </a:lnTo>
                <a:close/>
                <a:moveTo>
                  <a:pt x="14730" y="36356"/>
                </a:moveTo>
                <a:lnTo>
                  <a:pt x="7861" y="46220"/>
                </a:lnTo>
                <a:lnTo>
                  <a:pt x="29460" y="50664"/>
                </a:lnTo>
                <a:close/>
                <a:moveTo>
                  <a:pt x="14730" y="36356"/>
                </a:moveTo>
                <a:lnTo>
                  <a:pt x="0" y="27781"/>
                </a:lnTo>
                <a:lnTo>
                  <a:pt x="7861" y="4622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20" name="PANEL_01-slope--11-225_814">
            <a:extLst>
              <a:ext uri="{FF2B5EF4-FFF2-40B4-BE49-F238E27FC236}">
                <a16:creationId xmlns:a16="http://schemas.microsoft.com/office/drawing/2014/main" id="{09812C09-4222-402F-9379-AFFCED9D3CE9}"/>
              </a:ext>
            </a:extLst>
          </p:cNvPr>
          <p:cNvSpPr>
            <a:spLocks/>
          </p:cNvSpPr>
          <p:nvPr/>
        </p:nvSpPr>
        <p:spPr>
          <a:xfrm>
            <a:off x="625404" y="486200"/>
            <a:ext cx="1922160" cy="202308"/>
          </a:xfrm>
          <a:custGeom>
            <a:pathLst>
              <a:path w="1301945" h="137030">
                <a:moveTo>
                  <a:pt x="1295077" y="27466"/>
                </a:moveTo>
                <a:lnTo>
                  <a:pt x="1301945" y="20550"/>
                </a:lnTo>
                <a:lnTo>
                  <a:pt x="1280347" y="35553"/>
                </a:lnTo>
                <a:close/>
                <a:moveTo>
                  <a:pt x="1273478" y="45214"/>
                </a:moveTo>
                <a:lnTo>
                  <a:pt x="1280347" y="35553"/>
                </a:lnTo>
                <a:lnTo>
                  <a:pt x="1258748" y="51646"/>
                </a:lnTo>
                <a:close/>
                <a:moveTo>
                  <a:pt x="1251880" y="62153"/>
                </a:moveTo>
                <a:lnTo>
                  <a:pt x="1258748" y="51646"/>
                </a:lnTo>
                <a:lnTo>
                  <a:pt x="1237150" y="67059"/>
                </a:lnTo>
                <a:close/>
                <a:moveTo>
                  <a:pt x="1230281" y="77226"/>
                </a:moveTo>
                <a:lnTo>
                  <a:pt x="1237150" y="67059"/>
                </a:lnTo>
                <a:lnTo>
                  <a:pt x="1215551" y="80309"/>
                </a:lnTo>
                <a:close/>
                <a:moveTo>
                  <a:pt x="1287216" y="27410"/>
                </a:moveTo>
                <a:lnTo>
                  <a:pt x="1280347" y="35553"/>
                </a:lnTo>
                <a:lnTo>
                  <a:pt x="1301945" y="20550"/>
                </a:lnTo>
                <a:close/>
                <a:moveTo>
                  <a:pt x="1265617" y="42124"/>
                </a:moveTo>
                <a:lnTo>
                  <a:pt x="1258748" y="51646"/>
                </a:lnTo>
                <a:lnTo>
                  <a:pt x="1280347" y="35553"/>
                </a:lnTo>
                <a:close/>
                <a:moveTo>
                  <a:pt x="1244019" y="57095"/>
                </a:moveTo>
                <a:lnTo>
                  <a:pt x="1237150" y="67059"/>
                </a:lnTo>
                <a:lnTo>
                  <a:pt x="1258748" y="51646"/>
                </a:lnTo>
                <a:close/>
                <a:moveTo>
                  <a:pt x="1244019" y="57095"/>
                </a:moveTo>
                <a:lnTo>
                  <a:pt x="1229289" y="62175"/>
                </a:lnTo>
                <a:lnTo>
                  <a:pt x="1237150" y="67059"/>
                </a:lnTo>
                <a:close/>
                <a:moveTo>
                  <a:pt x="1222420" y="71763"/>
                </a:moveTo>
                <a:lnTo>
                  <a:pt x="1215551" y="80309"/>
                </a:lnTo>
                <a:lnTo>
                  <a:pt x="1237150" y="67059"/>
                </a:lnTo>
                <a:close/>
                <a:moveTo>
                  <a:pt x="1222420" y="71763"/>
                </a:moveTo>
                <a:lnTo>
                  <a:pt x="1207690" y="75085"/>
                </a:lnTo>
                <a:lnTo>
                  <a:pt x="1215551" y="80309"/>
                </a:lnTo>
                <a:close/>
                <a:moveTo>
                  <a:pt x="1222420" y="71763"/>
                </a:moveTo>
                <a:lnTo>
                  <a:pt x="1237150" y="67059"/>
                </a:lnTo>
                <a:lnTo>
                  <a:pt x="1229289" y="62175"/>
                </a:lnTo>
                <a:close/>
                <a:moveTo>
                  <a:pt x="1200822" y="83614"/>
                </a:moveTo>
                <a:lnTo>
                  <a:pt x="1193953" y="91245"/>
                </a:lnTo>
                <a:lnTo>
                  <a:pt x="1215551" y="80309"/>
                </a:lnTo>
                <a:close/>
                <a:moveTo>
                  <a:pt x="1200822" y="83614"/>
                </a:moveTo>
                <a:lnTo>
                  <a:pt x="1186092" y="85934"/>
                </a:lnTo>
                <a:lnTo>
                  <a:pt x="1193953" y="91245"/>
                </a:lnTo>
                <a:close/>
                <a:moveTo>
                  <a:pt x="1200822" y="83614"/>
                </a:moveTo>
                <a:lnTo>
                  <a:pt x="1215551" y="80309"/>
                </a:lnTo>
                <a:lnTo>
                  <a:pt x="1207690" y="75085"/>
                </a:lnTo>
                <a:close/>
                <a:moveTo>
                  <a:pt x="1179223" y="93927"/>
                </a:moveTo>
                <a:lnTo>
                  <a:pt x="1172354" y="101593"/>
                </a:lnTo>
                <a:lnTo>
                  <a:pt x="1193953" y="91245"/>
                </a:lnTo>
                <a:close/>
                <a:moveTo>
                  <a:pt x="1179223" y="93927"/>
                </a:moveTo>
                <a:lnTo>
                  <a:pt x="1164493" y="95581"/>
                </a:lnTo>
                <a:lnTo>
                  <a:pt x="1172354" y="101593"/>
                </a:lnTo>
                <a:close/>
                <a:moveTo>
                  <a:pt x="1179223" y="93927"/>
                </a:moveTo>
                <a:lnTo>
                  <a:pt x="1186092" y="85934"/>
                </a:lnTo>
                <a:lnTo>
                  <a:pt x="1164493" y="95581"/>
                </a:lnTo>
                <a:close/>
                <a:moveTo>
                  <a:pt x="1179223" y="93927"/>
                </a:moveTo>
                <a:lnTo>
                  <a:pt x="1193953" y="91245"/>
                </a:lnTo>
                <a:lnTo>
                  <a:pt x="1186092" y="85934"/>
                </a:lnTo>
                <a:close/>
                <a:moveTo>
                  <a:pt x="1157625" y="103948"/>
                </a:moveTo>
                <a:lnTo>
                  <a:pt x="1150756" y="111737"/>
                </a:lnTo>
                <a:lnTo>
                  <a:pt x="1172354" y="101593"/>
                </a:lnTo>
                <a:close/>
                <a:moveTo>
                  <a:pt x="1157625" y="103948"/>
                </a:moveTo>
                <a:lnTo>
                  <a:pt x="1142895" y="104814"/>
                </a:lnTo>
                <a:lnTo>
                  <a:pt x="1150756" y="111737"/>
                </a:lnTo>
                <a:close/>
                <a:moveTo>
                  <a:pt x="1157625" y="103948"/>
                </a:moveTo>
                <a:lnTo>
                  <a:pt x="1164493" y="95581"/>
                </a:lnTo>
                <a:lnTo>
                  <a:pt x="1142895" y="104814"/>
                </a:lnTo>
                <a:close/>
                <a:moveTo>
                  <a:pt x="1157625" y="103948"/>
                </a:moveTo>
                <a:lnTo>
                  <a:pt x="1172354" y="101593"/>
                </a:lnTo>
                <a:lnTo>
                  <a:pt x="1164493" y="95581"/>
                </a:lnTo>
                <a:close/>
                <a:moveTo>
                  <a:pt x="1136026" y="113185"/>
                </a:moveTo>
                <a:lnTo>
                  <a:pt x="1121296" y="112502"/>
                </a:lnTo>
                <a:lnTo>
                  <a:pt x="1129157" y="120871"/>
                </a:lnTo>
                <a:close/>
                <a:moveTo>
                  <a:pt x="1136026" y="113185"/>
                </a:moveTo>
                <a:lnTo>
                  <a:pt x="1142895" y="104814"/>
                </a:lnTo>
                <a:lnTo>
                  <a:pt x="1121296" y="112502"/>
                </a:lnTo>
                <a:close/>
                <a:moveTo>
                  <a:pt x="1136026" y="113185"/>
                </a:moveTo>
                <a:lnTo>
                  <a:pt x="1150756" y="111737"/>
                </a:lnTo>
                <a:lnTo>
                  <a:pt x="1142895" y="104814"/>
                </a:lnTo>
                <a:close/>
                <a:moveTo>
                  <a:pt x="1114427" y="119734"/>
                </a:moveTo>
                <a:lnTo>
                  <a:pt x="1121296" y="112502"/>
                </a:lnTo>
                <a:lnTo>
                  <a:pt x="1099698" y="119913"/>
                </a:lnTo>
                <a:close/>
                <a:moveTo>
                  <a:pt x="1114427" y="119734"/>
                </a:moveTo>
                <a:lnTo>
                  <a:pt x="1129157" y="120871"/>
                </a:lnTo>
                <a:lnTo>
                  <a:pt x="1121296" y="112502"/>
                </a:lnTo>
                <a:close/>
                <a:moveTo>
                  <a:pt x="1128165" y="105435"/>
                </a:moveTo>
                <a:lnTo>
                  <a:pt x="1121296" y="112502"/>
                </a:lnTo>
                <a:lnTo>
                  <a:pt x="1142895" y="104814"/>
                </a:lnTo>
                <a:close/>
                <a:moveTo>
                  <a:pt x="1106566" y="111655"/>
                </a:moveTo>
                <a:lnTo>
                  <a:pt x="1099698" y="119913"/>
                </a:lnTo>
                <a:lnTo>
                  <a:pt x="1121296" y="112502"/>
                </a:lnTo>
                <a:close/>
                <a:moveTo>
                  <a:pt x="1106566" y="111655"/>
                </a:moveTo>
                <a:lnTo>
                  <a:pt x="1091836" y="114213"/>
                </a:lnTo>
                <a:lnTo>
                  <a:pt x="1099698" y="119913"/>
                </a:lnTo>
                <a:close/>
                <a:moveTo>
                  <a:pt x="1084968" y="122296"/>
                </a:moveTo>
                <a:lnTo>
                  <a:pt x="1099698" y="119913"/>
                </a:lnTo>
                <a:lnTo>
                  <a:pt x="1091836" y="114213"/>
                </a:lnTo>
                <a:close/>
                <a:moveTo>
                  <a:pt x="1063369" y="128338"/>
                </a:moveTo>
                <a:lnTo>
                  <a:pt x="1056501" y="137030"/>
                </a:lnTo>
                <a:lnTo>
                  <a:pt x="1078099" y="126863"/>
                </a:lnTo>
                <a:close/>
                <a:moveTo>
                  <a:pt x="1063369" y="128338"/>
                </a:moveTo>
                <a:lnTo>
                  <a:pt x="1048639" y="126890"/>
                </a:lnTo>
                <a:lnTo>
                  <a:pt x="1056501" y="137030"/>
                </a:lnTo>
                <a:close/>
                <a:moveTo>
                  <a:pt x="1063369" y="128338"/>
                </a:moveTo>
                <a:lnTo>
                  <a:pt x="1070238" y="123199"/>
                </a:lnTo>
                <a:lnTo>
                  <a:pt x="1048639" y="126890"/>
                </a:lnTo>
                <a:close/>
                <a:moveTo>
                  <a:pt x="65788" y="0"/>
                </a:moveTo>
                <a:lnTo>
                  <a:pt x="51058" y="4903"/>
                </a:lnTo>
                <a:lnTo>
                  <a:pt x="58919" y="7564"/>
                </a:lnTo>
                <a:close/>
                <a:moveTo>
                  <a:pt x="44190" y="11261"/>
                </a:moveTo>
                <a:lnTo>
                  <a:pt x="51058" y="4903"/>
                </a:lnTo>
                <a:lnTo>
                  <a:pt x="29460" y="16324"/>
                </a:lnTo>
                <a:close/>
                <a:moveTo>
                  <a:pt x="22591" y="23637"/>
                </a:moveTo>
                <a:lnTo>
                  <a:pt x="29460" y="16324"/>
                </a:lnTo>
                <a:lnTo>
                  <a:pt x="7861" y="27540"/>
                </a:lnTo>
                <a:close/>
                <a:moveTo>
                  <a:pt x="14730" y="20267"/>
                </a:moveTo>
                <a:lnTo>
                  <a:pt x="7861" y="27540"/>
                </a:lnTo>
                <a:lnTo>
                  <a:pt x="29460" y="16324"/>
                </a:lnTo>
                <a:close/>
                <a:moveTo>
                  <a:pt x="14730" y="20267"/>
                </a:moveTo>
                <a:lnTo>
                  <a:pt x="0" y="25638"/>
                </a:lnTo>
                <a:lnTo>
                  <a:pt x="7861" y="27540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521" name="PANEL_01-water--11-230_815">
            <a:extLst>
              <a:ext uri="{FF2B5EF4-FFF2-40B4-BE49-F238E27FC236}">
                <a16:creationId xmlns:a16="http://schemas.microsoft.com/office/drawing/2014/main" id="{EA87E420-B207-47C9-A645-D09BAF1AEE2A}"/>
              </a:ext>
            </a:extLst>
          </p:cNvPr>
          <p:cNvSpPr>
            <a:spLocks/>
          </p:cNvSpPr>
          <p:nvPr/>
        </p:nvSpPr>
        <p:spPr>
          <a:xfrm>
            <a:off x="1303835" y="664014"/>
            <a:ext cx="881361" cy="30050"/>
          </a:xfrm>
          <a:custGeom>
            <a:pathLst>
              <a:path w="596976" h="20354">
                <a:moveTo>
                  <a:pt x="582247" y="13365"/>
                </a:moveTo>
                <a:lnTo>
                  <a:pt x="567517" y="10140"/>
                </a:lnTo>
                <a:lnTo>
                  <a:pt x="575378" y="20280"/>
                </a:lnTo>
                <a:close/>
                <a:moveTo>
                  <a:pt x="582247" y="13365"/>
                </a:moveTo>
                <a:lnTo>
                  <a:pt x="589115" y="6449"/>
                </a:lnTo>
                <a:lnTo>
                  <a:pt x="567517" y="10140"/>
                </a:lnTo>
                <a:close/>
                <a:moveTo>
                  <a:pt x="582247" y="13365"/>
                </a:moveTo>
                <a:lnTo>
                  <a:pt x="596976" y="16589"/>
                </a:lnTo>
                <a:lnTo>
                  <a:pt x="589115" y="6449"/>
                </a:lnTo>
                <a:close/>
                <a:moveTo>
                  <a:pt x="560648" y="17055"/>
                </a:moveTo>
                <a:lnTo>
                  <a:pt x="567517" y="10140"/>
                </a:lnTo>
                <a:lnTo>
                  <a:pt x="545918" y="13831"/>
                </a:lnTo>
                <a:close/>
                <a:moveTo>
                  <a:pt x="574385" y="3225"/>
                </a:moveTo>
                <a:lnTo>
                  <a:pt x="567517" y="10140"/>
                </a:lnTo>
                <a:lnTo>
                  <a:pt x="589115" y="6449"/>
                </a:lnTo>
                <a:close/>
                <a:moveTo>
                  <a:pt x="552787" y="6915"/>
                </a:moveTo>
                <a:lnTo>
                  <a:pt x="545918" y="13831"/>
                </a:lnTo>
                <a:lnTo>
                  <a:pt x="567517" y="10140"/>
                </a:lnTo>
                <a:close/>
                <a:moveTo>
                  <a:pt x="552787" y="6915"/>
                </a:moveTo>
                <a:lnTo>
                  <a:pt x="538057" y="3691"/>
                </a:lnTo>
                <a:lnTo>
                  <a:pt x="545918" y="13831"/>
                </a:lnTo>
                <a:close/>
                <a:moveTo>
                  <a:pt x="552787" y="6915"/>
                </a:moveTo>
                <a:lnTo>
                  <a:pt x="567517" y="10140"/>
                </a:lnTo>
                <a:lnTo>
                  <a:pt x="559655" y="0"/>
                </a:lnTo>
                <a:close/>
                <a:moveTo>
                  <a:pt x="531188" y="10606"/>
                </a:moveTo>
                <a:lnTo>
                  <a:pt x="524320" y="17521"/>
                </a:lnTo>
                <a:lnTo>
                  <a:pt x="545918" y="13831"/>
                </a:lnTo>
                <a:close/>
                <a:moveTo>
                  <a:pt x="531188" y="10606"/>
                </a:moveTo>
                <a:lnTo>
                  <a:pt x="516458" y="7381"/>
                </a:lnTo>
                <a:lnTo>
                  <a:pt x="524320" y="17521"/>
                </a:lnTo>
                <a:close/>
                <a:moveTo>
                  <a:pt x="531188" y="10606"/>
                </a:moveTo>
                <a:lnTo>
                  <a:pt x="538057" y="3691"/>
                </a:lnTo>
                <a:lnTo>
                  <a:pt x="516458" y="7381"/>
                </a:lnTo>
                <a:close/>
                <a:moveTo>
                  <a:pt x="531188" y="10606"/>
                </a:moveTo>
                <a:lnTo>
                  <a:pt x="545918" y="13831"/>
                </a:lnTo>
                <a:lnTo>
                  <a:pt x="538057" y="3691"/>
                </a:lnTo>
                <a:close/>
                <a:moveTo>
                  <a:pt x="509590" y="14296"/>
                </a:moveTo>
                <a:lnTo>
                  <a:pt x="516458" y="7381"/>
                </a:lnTo>
                <a:lnTo>
                  <a:pt x="494860" y="11072"/>
                </a:lnTo>
                <a:close/>
                <a:moveTo>
                  <a:pt x="509590" y="14296"/>
                </a:moveTo>
                <a:lnTo>
                  <a:pt x="524320" y="17521"/>
                </a:lnTo>
                <a:lnTo>
                  <a:pt x="516458" y="7381"/>
                </a:lnTo>
                <a:close/>
                <a:moveTo>
                  <a:pt x="487991" y="17987"/>
                </a:moveTo>
                <a:lnTo>
                  <a:pt x="494860" y="11072"/>
                </a:lnTo>
                <a:lnTo>
                  <a:pt x="473261" y="14762"/>
                </a:lnTo>
                <a:close/>
                <a:moveTo>
                  <a:pt x="501729" y="4157"/>
                </a:moveTo>
                <a:lnTo>
                  <a:pt x="494860" y="11072"/>
                </a:lnTo>
                <a:lnTo>
                  <a:pt x="516458" y="7381"/>
                </a:lnTo>
                <a:close/>
                <a:moveTo>
                  <a:pt x="501729" y="4157"/>
                </a:moveTo>
                <a:lnTo>
                  <a:pt x="486999" y="932"/>
                </a:lnTo>
                <a:lnTo>
                  <a:pt x="494860" y="11072"/>
                </a:lnTo>
                <a:close/>
                <a:moveTo>
                  <a:pt x="480130" y="7847"/>
                </a:moveTo>
                <a:lnTo>
                  <a:pt x="473261" y="14762"/>
                </a:lnTo>
                <a:lnTo>
                  <a:pt x="494860" y="11072"/>
                </a:lnTo>
                <a:close/>
                <a:moveTo>
                  <a:pt x="480130" y="7847"/>
                </a:moveTo>
                <a:lnTo>
                  <a:pt x="465400" y="4623"/>
                </a:lnTo>
                <a:lnTo>
                  <a:pt x="473261" y="14762"/>
                </a:lnTo>
                <a:close/>
                <a:moveTo>
                  <a:pt x="480130" y="7847"/>
                </a:moveTo>
                <a:lnTo>
                  <a:pt x="494860" y="11072"/>
                </a:lnTo>
                <a:lnTo>
                  <a:pt x="486999" y="932"/>
                </a:lnTo>
                <a:close/>
                <a:moveTo>
                  <a:pt x="458532" y="11538"/>
                </a:moveTo>
                <a:lnTo>
                  <a:pt x="451663" y="18453"/>
                </a:lnTo>
                <a:lnTo>
                  <a:pt x="473261" y="14762"/>
                </a:lnTo>
                <a:close/>
                <a:moveTo>
                  <a:pt x="458532" y="11538"/>
                </a:moveTo>
                <a:lnTo>
                  <a:pt x="443802" y="8313"/>
                </a:lnTo>
                <a:lnTo>
                  <a:pt x="451663" y="18453"/>
                </a:lnTo>
                <a:close/>
                <a:moveTo>
                  <a:pt x="458532" y="11538"/>
                </a:moveTo>
                <a:lnTo>
                  <a:pt x="465400" y="4623"/>
                </a:lnTo>
                <a:lnTo>
                  <a:pt x="443802" y="8313"/>
                </a:lnTo>
                <a:close/>
                <a:moveTo>
                  <a:pt x="458532" y="11538"/>
                </a:moveTo>
                <a:lnTo>
                  <a:pt x="473261" y="14762"/>
                </a:lnTo>
                <a:lnTo>
                  <a:pt x="465400" y="4623"/>
                </a:lnTo>
                <a:close/>
                <a:moveTo>
                  <a:pt x="436933" y="15228"/>
                </a:moveTo>
                <a:lnTo>
                  <a:pt x="443802" y="8313"/>
                </a:lnTo>
                <a:lnTo>
                  <a:pt x="422203" y="12004"/>
                </a:lnTo>
                <a:close/>
                <a:moveTo>
                  <a:pt x="436933" y="15228"/>
                </a:moveTo>
                <a:lnTo>
                  <a:pt x="451663" y="18453"/>
                </a:lnTo>
                <a:lnTo>
                  <a:pt x="443802" y="8313"/>
                </a:lnTo>
                <a:close/>
                <a:moveTo>
                  <a:pt x="429072" y="5089"/>
                </a:moveTo>
                <a:lnTo>
                  <a:pt x="422203" y="12004"/>
                </a:lnTo>
                <a:lnTo>
                  <a:pt x="443802" y="8313"/>
                </a:lnTo>
                <a:close/>
                <a:moveTo>
                  <a:pt x="429072" y="5089"/>
                </a:moveTo>
                <a:lnTo>
                  <a:pt x="414342" y="1864"/>
                </a:lnTo>
                <a:lnTo>
                  <a:pt x="422203" y="12004"/>
                </a:lnTo>
                <a:close/>
                <a:moveTo>
                  <a:pt x="407473" y="8779"/>
                </a:moveTo>
                <a:lnTo>
                  <a:pt x="400605" y="15694"/>
                </a:lnTo>
                <a:lnTo>
                  <a:pt x="422203" y="12004"/>
                </a:lnTo>
                <a:close/>
                <a:moveTo>
                  <a:pt x="407473" y="8779"/>
                </a:moveTo>
                <a:lnTo>
                  <a:pt x="392743" y="5555"/>
                </a:lnTo>
                <a:lnTo>
                  <a:pt x="400605" y="15694"/>
                </a:lnTo>
                <a:close/>
                <a:moveTo>
                  <a:pt x="407473" y="8779"/>
                </a:moveTo>
                <a:lnTo>
                  <a:pt x="414342" y="1864"/>
                </a:lnTo>
                <a:lnTo>
                  <a:pt x="392743" y="5555"/>
                </a:lnTo>
                <a:close/>
                <a:moveTo>
                  <a:pt x="407473" y="8779"/>
                </a:moveTo>
                <a:lnTo>
                  <a:pt x="422203" y="12004"/>
                </a:lnTo>
                <a:lnTo>
                  <a:pt x="414342" y="1864"/>
                </a:lnTo>
                <a:close/>
                <a:moveTo>
                  <a:pt x="385875" y="12470"/>
                </a:moveTo>
                <a:lnTo>
                  <a:pt x="371145" y="9245"/>
                </a:lnTo>
                <a:lnTo>
                  <a:pt x="379006" y="19385"/>
                </a:lnTo>
                <a:close/>
                <a:moveTo>
                  <a:pt x="385875" y="12470"/>
                </a:moveTo>
                <a:lnTo>
                  <a:pt x="392743" y="5555"/>
                </a:lnTo>
                <a:lnTo>
                  <a:pt x="371145" y="9245"/>
                </a:lnTo>
                <a:close/>
                <a:moveTo>
                  <a:pt x="385875" y="12470"/>
                </a:moveTo>
                <a:lnTo>
                  <a:pt x="400605" y="15694"/>
                </a:lnTo>
                <a:lnTo>
                  <a:pt x="392743" y="5555"/>
                </a:lnTo>
                <a:close/>
                <a:moveTo>
                  <a:pt x="364276" y="16160"/>
                </a:moveTo>
                <a:lnTo>
                  <a:pt x="371145" y="9245"/>
                </a:lnTo>
                <a:lnTo>
                  <a:pt x="349546" y="12936"/>
                </a:lnTo>
                <a:close/>
                <a:moveTo>
                  <a:pt x="364276" y="16160"/>
                </a:moveTo>
                <a:lnTo>
                  <a:pt x="379006" y="19385"/>
                </a:lnTo>
                <a:lnTo>
                  <a:pt x="371145" y="9245"/>
                </a:lnTo>
                <a:close/>
                <a:moveTo>
                  <a:pt x="378014" y="2330"/>
                </a:moveTo>
                <a:lnTo>
                  <a:pt x="371145" y="9245"/>
                </a:lnTo>
                <a:lnTo>
                  <a:pt x="392743" y="5555"/>
                </a:lnTo>
                <a:close/>
                <a:moveTo>
                  <a:pt x="356415" y="6021"/>
                </a:moveTo>
                <a:lnTo>
                  <a:pt x="349546" y="12936"/>
                </a:lnTo>
                <a:lnTo>
                  <a:pt x="371145" y="9245"/>
                </a:lnTo>
                <a:close/>
                <a:moveTo>
                  <a:pt x="356415" y="6021"/>
                </a:moveTo>
                <a:lnTo>
                  <a:pt x="341685" y="2796"/>
                </a:lnTo>
                <a:lnTo>
                  <a:pt x="349546" y="12936"/>
                </a:lnTo>
                <a:close/>
                <a:moveTo>
                  <a:pt x="334817" y="9711"/>
                </a:moveTo>
                <a:lnTo>
                  <a:pt x="327948" y="16626"/>
                </a:lnTo>
                <a:lnTo>
                  <a:pt x="349546" y="12936"/>
                </a:lnTo>
                <a:close/>
                <a:moveTo>
                  <a:pt x="334817" y="9711"/>
                </a:moveTo>
                <a:lnTo>
                  <a:pt x="320087" y="6487"/>
                </a:lnTo>
                <a:lnTo>
                  <a:pt x="327948" y="16626"/>
                </a:lnTo>
                <a:close/>
                <a:moveTo>
                  <a:pt x="334817" y="9711"/>
                </a:moveTo>
                <a:lnTo>
                  <a:pt x="341685" y="2796"/>
                </a:lnTo>
                <a:lnTo>
                  <a:pt x="320087" y="6487"/>
                </a:lnTo>
                <a:close/>
                <a:moveTo>
                  <a:pt x="334817" y="9711"/>
                </a:moveTo>
                <a:lnTo>
                  <a:pt x="349546" y="12936"/>
                </a:lnTo>
                <a:lnTo>
                  <a:pt x="341685" y="2796"/>
                </a:lnTo>
                <a:close/>
                <a:moveTo>
                  <a:pt x="313218" y="13402"/>
                </a:moveTo>
                <a:lnTo>
                  <a:pt x="298488" y="10177"/>
                </a:lnTo>
                <a:lnTo>
                  <a:pt x="306349" y="20317"/>
                </a:lnTo>
                <a:close/>
                <a:moveTo>
                  <a:pt x="313218" y="13402"/>
                </a:moveTo>
                <a:lnTo>
                  <a:pt x="320087" y="6487"/>
                </a:lnTo>
                <a:lnTo>
                  <a:pt x="298488" y="10177"/>
                </a:lnTo>
                <a:close/>
                <a:moveTo>
                  <a:pt x="313218" y="13402"/>
                </a:moveTo>
                <a:lnTo>
                  <a:pt x="327948" y="16626"/>
                </a:lnTo>
                <a:lnTo>
                  <a:pt x="320087" y="6487"/>
                </a:lnTo>
                <a:close/>
                <a:moveTo>
                  <a:pt x="291620" y="17092"/>
                </a:moveTo>
                <a:lnTo>
                  <a:pt x="298488" y="10177"/>
                </a:lnTo>
                <a:lnTo>
                  <a:pt x="276890" y="13868"/>
                </a:lnTo>
                <a:close/>
                <a:moveTo>
                  <a:pt x="305357" y="3262"/>
                </a:moveTo>
                <a:lnTo>
                  <a:pt x="298488" y="10177"/>
                </a:lnTo>
                <a:lnTo>
                  <a:pt x="320087" y="6487"/>
                </a:lnTo>
                <a:close/>
                <a:moveTo>
                  <a:pt x="283758" y="6952"/>
                </a:moveTo>
                <a:lnTo>
                  <a:pt x="276890" y="13868"/>
                </a:lnTo>
                <a:lnTo>
                  <a:pt x="298488" y="10177"/>
                </a:lnTo>
                <a:close/>
                <a:moveTo>
                  <a:pt x="283758" y="6952"/>
                </a:moveTo>
                <a:lnTo>
                  <a:pt x="269028" y="3728"/>
                </a:lnTo>
                <a:lnTo>
                  <a:pt x="276890" y="13868"/>
                </a:lnTo>
                <a:close/>
                <a:moveTo>
                  <a:pt x="283758" y="6952"/>
                </a:moveTo>
                <a:lnTo>
                  <a:pt x="298488" y="10177"/>
                </a:lnTo>
                <a:lnTo>
                  <a:pt x="290627" y="37"/>
                </a:lnTo>
                <a:close/>
                <a:moveTo>
                  <a:pt x="262160" y="10643"/>
                </a:moveTo>
                <a:lnTo>
                  <a:pt x="255291" y="17558"/>
                </a:lnTo>
                <a:lnTo>
                  <a:pt x="276890" y="13868"/>
                </a:lnTo>
                <a:close/>
                <a:moveTo>
                  <a:pt x="262160" y="10643"/>
                </a:moveTo>
                <a:lnTo>
                  <a:pt x="247430" y="7418"/>
                </a:lnTo>
                <a:lnTo>
                  <a:pt x="255291" y="17558"/>
                </a:lnTo>
                <a:close/>
                <a:moveTo>
                  <a:pt x="262160" y="10643"/>
                </a:moveTo>
                <a:lnTo>
                  <a:pt x="269028" y="3728"/>
                </a:lnTo>
                <a:lnTo>
                  <a:pt x="247430" y="7418"/>
                </a:lnTo>
                <a:close/>
                <a:moveTo>
                  <a:pt x="262160" y="10643"/>
                </a:moveTo>
                <a:lnTo>
                  <a:pt x="276890" y="13868"/>
                </a:lnTo>
                <a:lnTo>
                  <a:pt x="269028" y="3728"/>
                </a:lnTo>
                <a:close/>
                <a:moveTo>
                  <a:pt x="240561" y="14334"/>
                </a:moveTo>
                <a:lnTo>
                  <a:pt x="247430" y="7418"/>
                </a:lnTo>
                <a:lnTo>
                  <a:pt x="225831" y="11109"/>
                </a:lnTo>
                <a:close/>
                <a:moveTo>
                  <a:pt x="240561" y="14334"/>
                </a:moveTo>
                <a:lnTo>
                  <a:pt x="255291" y="17558"/>
                </a:lnTo>
                <a:lnTo>
                  <a:pt x="247430" y="7418"/>
                </a:lnTo>
                <a:close/>
                <a:moveTo>
                  <a:pt x="218963" y="18024"/>
                </a:moveTo>
                <a:lnTo>
                  <a:pt x="225831" y="11109"/>
                </a:lnTo>
                <a:lnTo>
                  <a:pt x="204233" y="14800"/>
                </a:lnTo>
                <a:close/>
                <a:moveTo>
                  <a:pt x="232700" y="4194"/>
                </a:moveTo>
                <a:lnTo>
                  <a:pt x="225831" y="11109"/>
                </a:lnTo>
                <a:lnTo>
                  <a:pt x="247430" y="7418"/>
                </a:lnTo>
                <a:close/>
                <a:moveTo>
                  <a:pt x="232700" y="4194"/>
                </a:moveTo>
                <a:lnTo>
                  <a:pt x="217970" y="969"/>
                </a:lnTo>
                <a:lnTo>
                  <a:pt x="225831" y="11109"/>
                </a:lnTo>
                <a:close/>
                <a:moveTo>
                  <a:pt x="211102" y="7884"/>
                </a:moveTo>
                <a:lnTo>
                  <a:pt x="204233" y="14800"/>
                </a:lnTo>
                <a:lnTo>
                  <a:pt x="225831" y="11109"/>
                </a:lnTo>
                <a:close/>
                <a:moveTo>
                  <a:pt x="211102" y="7884"/>
                </a:moveTo>
                <a:lnTo>
                  <a:pt x="196372" y="4660"/>
                </a:lnTo>
                <a:lnTo>
                  <a:pt x="204233" y="14800"/>
                </a:lnTo>
                <a:close/>
                <a:moveTo>
                  <a:pt x="211102" y="7884"/>
                </a:moveTo>
                <a:lnTo>
                  <a:pt x="225831" y="11109"/>
                </a:lnTo>
                <a:lnTo>
                  <a:pt x="217970" y="969"/>
                </a:lnTo>
                <a:close/>
                <a:moveTo>
                  <a:pt x="189503" y="11575"/>
                </a:moveTo>
                <a:lnTo>
                  <a:pt x="182634" y="18490"/>
                </a:lnTo>
                <a:lnTo>
                  <a:pt x="204233" y="14800"/>
                </a:lnTo>
                <a:close/>
                <a:moveTo>
                  <a:pt x="189503" y="11575"/>
                </a:moveTo>
                <a:lnTo>
                  <a:pt x="174773" y="8350"/>
                </a:lnTo>
                <a:lnTo>
                  <a:pt x="182634" y="18490"/>
                </a:lnTo>
                <a:close/>
                <a:moveTo>
                  <a:pt x="189503" y="11575"/>
                </a:moveTo>
                <a:lnTo>
                  <a:pt x="196372" y="4660"/>
                </a:lnTo>
                <a:lnTo>
                  <a:pt x="174773" y="8350"/>
                </a:lnTo>
                <a:close/>
                <a:moveTo>
                  <a:pt x="189503" y="11575"/>
                </a:moveTo>
                <a:lnTo>
                  <a:pt x="204233" y="14800"/>
                </a:lnTo>
                <a:lnTo>
                  <a:pt x="196372" y="4660"/>
                </a:lnTo>
                <a:close/>
                <a:moveTo>
                  <a:pt x="167905" y="15266"/>
                </a:moveTo>
                <a:lnTo>
                  <a:pt x="174773" y="8350"/>
                </a:lnTo>
                <a:lnTo>
                  <a:pt x="153175" y="12041"/>
                </a:lnTo>
                <a:close/>
                <a:moveTo>
                  <a:pt x="167905" y="15266"/>
                </a:moveTo>
                <a:lnTo>
                  <a:pt x="182634" y="18490"/>
                </a:lnTo>
                <a:lnTo>
                  <a:pt x="174773" y="8350"/>
                </a:lnTo>
                <a:close/>
                <a:moveTo>
                  <a:pt x="160043" y="5126"/>
                </a:moveTo>
                <a:lnTo>
                  <a:pt x="153175" y="12041"/>
                </a:lnTo>
                <a:lnTo>
                  <a:pt x="174773" y="8350"/>
                </a:lnTo>
                <a:close/>
                <a:moveTo>
                  <a:pt x="160043" y="5126"/>
                </a:moveTo>
                <a:lnTo>
                  <a:pt x="145314" y="1901"/>
                </a:lnTo>
                <a:lnTo>
                  <a:pt x="153175" y="12041"/>
                </a:lnTo>
                <a:close/>
                <a:moveTo>
                  <a:pt x="138445" y="8816"/>
                </a:moveTo>
                <a:lnTo>
                  <a:pt x="131576" y="15732"/>
                </a:lnTo>
                <a:lnTo>
                  <a:pt x="153175" y="12041"/>
                </a:lnTo>
                <a:close/>
                <a:moveTo>
                  <a:pt x="138445" y="8816"/>
                </a:moveTo>
                <a:lnTo>
                  <a:pt x="123715" y="5592"/>
                </a:lnTo>
                <a:lnTo>
                  <a:pt x="131576" y="15732"/>
                </a:lnTo>
                <a:close/>
                <a:moveTo>
                  <a:pt x="138445" y="8816"/>
                </a:moveTo>
                <a:lnTo>
                  <a:pt x="145314" y="1901"/>
                </a:lnTo>
                <a:lnTo>
                  <a:pt x="123715" y="5592"/>
                </a:lnTo>
                <a:close/>
                <a:moveTo>
                  <a:pt x="138445" y="8816"/>
                </a:moveTo>
                <a:lnTo>
                  <a:pt x="153175" y="12041"/>
                </a:lnTo>
                <a:lnTo>
                  <a:pt x="145314" y="1901"/>
                </a:lnTo>
                <a:close/>
                <a:moveTo>
                  <a:pt x="116846" y="12507"/>
                </a:moveTo>
                <a:lnTo>
                  <a:pt x="102116" y="9282"/>
                </a:lnTo>
                <a:lnTo>
                  <a:pt x="109978" y="19422"/>
                </a:lnTo>
                <a:close/>
                <a:moveTo>
                  <a:pt x="116846" y="12507"/>
                </a:moveTo>
                <a:lnTo>
                  <a:pt x="123715" y="5592"/>
                </a:lnTo>
                <a:lnTo>
                  <a:pt x="102116" y="9282"/>
                </a:lnTo>
                <a:close/>
                <a:moveTo>
                  <a:pt x="116846" y="12507"/>
                </a:moveTo>
                <a:lnTo>
                  <a:pt x="131576" y="15732"/>
                </a:lnTo>
                <a:lnTo>
                  <a:pt x="123715" y="5592"/>
                </a:lnTo>
                <a:close/>
                <a:moveTo>
                  <a:pt x="95248" y="16198"/>
                </a:moveTo>
                <a:lnTo>
                  <a:pt x="102116" y="9282"/>
                </a:lnTo>
                <a:lnTo>
                  <a:pt x="80518" y="12973"/>
                </a:lnTo>
                <a:close/>
                <a:moveTo>
                  <a:pt x="95248" y="16198"/>
                </a:moveTo>
                <a:lnTo>
                  <a:pt x="109978" y="19422"/>
                </a:lnTo>
                <a:lnTo>
                  <a:pt x="102116" y="9282"/>
                </a:lnTo>
                <a:close/>
                <a:moveTo>
                  <a:pt x="108985" y="2367"/>
                </a:moveTo>
                <a:lnTo>
                  <a:pt x="102116" y="9282"/>
                </a:lnTo>
                <a:lnTo>
                  <a:pt x="123715" y="5592"/>
                </a:lnTo>
                <a:close/>
                <a:moveTo>
                  <a:pt x="87387" y="6058"/>
                </a:moveTo>
                <a:lnTo>
                  <a:pt x="80518" y="12973"/>
                </a:lnTo>
                <a:lnTo>
                  <a:pt x="102116" y="9282"/>
                </a:lnTo>
                <a:close/>
                <a:moveTo>
                  <a:pt x="87387" y="6058"/>
                </a:moveTo>
                <a:lnTo>
                  <a:pt x="72657" y="2833"/>
                </a:lnTo>
                <a:lnTo>
                  <a:pt x="80518" y="12973"/>
                </a:lnTo>
                <a:close/>
                <a:moveTo>
                  <a:pt x="65788" y="9748"/>
                </a:moveTo>
                <a:lnTo>
                  <a:pt x="58919" y="16664"/>
                </a:lnTo>
                <a:lnTo>
                  <a:pt x="80518" y="12973"/>
                </a:lnTo>
                <a:close/>
                <a:moveTo>
                  <a:pt x="65788" y="9748"/>
                </a:moveTo>
                <a:lnTo>
                  <a:pt x="51058" y="6524"/>
                </a:lnTo>
                <a:lnTo>
                  <a:pt x="58919" y="16664"/>
                </a:lnTo>
                <a:close/>
                <a:moveTo>
                  <a:pt x="65788" y="9748"/>
                </a:moveTo>
                <a:lnTo>
                  <a:pt x="72657" y="2833"/>
                </a:lnTo>
                <a:lnTo>
                  <a:pt x="51058" y="6524"/>
                </a:lnTo>
                <a:close/>
                <a:moveTo>
                  <a:pt x="65788" y="9748"/>
                </a:moveTo>
                <a:lnTo>
                  <a:pt x="80518" y="12973"/>
                </a:lnTo>
                <a:lnTo>
                  <a:pt x="72657" y="2833"/>
                </a:lnTo>
                <a:close/>
                <a:moveTo>
                  <a:pt x="44190" y="13439"/>
                </a:moveTo>
                <a:lnTo>
                  <a:pt x="29460" y="10214"/>
                </a:lnTo>
                <a:lnTo>
                  <a:pt x="37321" y="20354"/>
                </a:lnTo>
                <a:close/>
                <a:moveTo>
                  <a:pt x="44190" y="13439"/>
                </a:moveTo>
                <a:lnTo>
                  <a:pt x="51058" y="6524"/>
                </a:lnTo>
                <a:lnTo>
                  <a:pt x="29460" y="10214"/>
                </a:lnTo>
                <a:close/>
                <a:moveTo>
                  <a:pt x="44190" y="13439"/>
                </a:moveTo>
                <a:lnTo>
                  <a:pt x="58919" y="16664"/>
                </a:lnTo>
                <a:lnTo>
                  <a:pt x="51058" y="6524"/>
                </a:lnTo>
                <a:close/>
                <a:moveTo>
                  <a:pt x="36328" y="3299"/>
                </a:moveTo>
                <a:lnTo>
                  <a:pt x="29460" y="10214"/>
                </a:lnTo>
                <a:lnTo>
                  <a:pt x="51058" y="6524"/>
                </a:lnTo>
                <a:close/>
                <a:moveTo>
                  <a:pt x="14730" y="6990"/>
                </a:moveTo>
                <a:lnTo>
                  <a:pt x="7861" y="13905"/>
                </a:lnTo>
                <a:lnTo>
                  <a:pt x="29460" y="10214"/>
                </a:lnTo>
                <a:close/>
                <a:moveTo>
                  <a:pt x="14730" y="6990"/>
                </a:moveTo>
                <a:lnTo>
                  <a:pt x="0" y="3765"/>
                </a:lnTo>
                <a:lnTo>
                  <a:pt x="7861" y="13905"/>
                </a:lnTo>
                <a:close/>
                <a:moveTo>
                  <a:pt x="14730" y="6990"/>
                </a:moveTo>
                <a:lnTo>
                  <a:pt x="29460" y="10214"/>
                </a:lnTo>
                <a:lnTo>
                  <a:pt x="21599" y="74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522" name="PANEL_01-slope--10-210_816">
            <a:extLst>
              <a:ext uri="{FF2B5EF4-FFF2-40B4-BE49-F238E27FC236}">
                <a16:creationId xmlns:a16="http://schemas.microsoft.com/office/drawing/2014/main" id="{87AB7039-A1E9-46E4-9C35-18F358DEC8BB}"/>
              </a:ext>
            </a:extLst>
          </p:cNvPr>
          <p:cNvSpPr>
            <a:spLocks/>
          </p:cNvSpPr>
          <p:nvPr/>
        </p:nvSpPr>
        <p:spPr>
          <a:xfrm>
            <a:off x="787773" y="505576"/>
            <a:ext cx="539274" cy="178968"/>
          </a:xfrm>
          <a:custGeom>
            <a:pathLst>
              <a:path w="365269" h="121221">
                <a:moveTo>
                  <a:pt x="350539" y="113325"/>
                </a:moveTo>
                <a:lnTo>
                  <a:pt x="357408" y="121221"/>
                </a:lnTo>
                <a:lnTo>
                  <a:pt x="335809" y="107179"/>
                </a:lnTo>
                <a:close/>
                <a:moveTo>
                  <a:pt x="350539" y="113325"/>
                </a:moveTo>
                <a:lnTo>
                  <a:pt x="365269" y="120543"/>
                </a:lnTo>
                <a:lnTo>
                  <a:pt x="357408" y="121221"/>
                </a:lnTo>
                <a:close/>
                <a:moveTo>
                  <a:pt x="342678" y="105171"/>
                </a:moveTo>
                <a:lnTo>
                  <a:pt x="335809" y="107179"/>
                </a:lnTo>
                <a:lnTo>
                  <a:pt x="357408" y="121221"/>
                </a:lnTo>
                <a:close/>
                <a:moveTo>
                  <a:pt x="270021" y="75499"/>
                </a:moveTo>
                <a:lnTo>
                  <a:pt x="276890" y="75461"/>
                </a:lnTo>
                <a:lnTo>
                  <a:pt x="255291" y="65950"/>
                </a:lnTo>
                <a:close/>
                <a:moveTo>
                  <a:pt x="270021" y="75499"/>
                </a:moveTo>
                <a:lnTo>
                  <a:pt x="284751" y="84422"/>
                </a:lnTo>
                <a:lnTo>
                  <a:pt x="276890" y="75461"/>
                </a:lnTo>
                <a:close/>
                <a:moveTo>
                  <a:pt x="262160" y="67485"/>
                </a:moveTo>
                <a:lnTo>
                  <a:pt x="255291" y="65950"/>
                </a:lnTo>
                <a:lnTo>
                  <a:pt x="276890" y="75461"/>
                </a:lnTo>
                <a:close/>
                <a:moveTo>
                  <a:pt x="262160" y="67485"/>
                </a:moveTo>
                <a:lnTo>
                  <a:pt x="247430" y="57866"/>
                </a:lnTo>
                <a:lnTo>
                  <a:pt x="255291" y="65950"/>
                </a:lnTo>
                <a:close/>
                <a:moveTo>
                  <a:pt x="240561" y="57526"/>
                </a:moveTo>
                <a:lnTo>
                  <a:pt x="233693" y="53187"/>
                </a:lnTo>
                <a:lnTo>
                  <a:pt x="255291" y="65950"/>
                </a:lnTo>
                <a:close/>
                <a:moveTo>
                  <a:pt x="240561" y="57526"/>
                </a:moveTo>
                <a:lnTo>
                  <a:pt x="225831" y="45538"/>
                </a:lnTo>
                <a:lnTo>
                  <a:pt x="233693" y="53187"/>
                </a:lnTo>
                <a:close/>
                <a:moveTo>
                  <a:pt x="240561" y="57526"/>
                </a:moveTo>
                <a:lnTo>
                  <a:pt x="247430" y="57866"/>
                </a:lnTo>
                <a:lnTo>
                  <a:pt x="225831" y="45538"/>
                </a:lnTo>
                <a:close/>
                <a:moveTo>
                  <a:pt x="240561" y="57526"/>
                </a:moveTo>
                <a:lnTo>
                  <a:pt x="255291" y="65950"/>
                </a:lnTo>
                <a:lnTo>
                  <a:pt x="247430" y="57866"/>
                </a:lnTo>
                <a:close/>
                <a:moveTo>
                  <a:pt x="211102" y="33623"/>
                </a:moveTo>
                <a:lnTo>
                  <a:pt x="204233" y="31375"/>
                </a:lnTo>
                <a:lnTo>
                  <a:pt x="225831" y="45538"/>
                </a:lnTo>
                <a:close/>
                <a:moveTo>
                  <a:pt x="211102" y="33623"/>
                </a:moveTo>
                <a:lnTo>
                  <a:pt x="196372" y="21104"/>
                </a:lnTo>
                <a:lnTo>
                  <a:pt x="204233" y="31375"/>
                </a:lnTo>
                <a:close/>
                <a:moveTo>
                  <a:pt x="211102" y="33623"/>
                </a:moveTo>
                <a:lnTo>
                  <a:pt x="217970" y="35284"/>
                </a:lnTo>
                <a:lnTo>
                  <a:pt x="196372" y="21104"/>
                </a:lnTo>
                <a:close/>
                <a:moveTo>
                  <a:pt x="211102" y="33623"/>
                </a:moveTo>
                <a:lnTo>
                  <a:pt x="225831" y="45538"/>
                </a:lnTo>
                <a:lnTo>
                  <a:pt x="217970" y="35284"/>
                </a:lnTo>
                <a:close/>
                <a:moveTo>
                  <a:pt x="189503" y="19528"/>
                </a:moveTo>
                <a:lnTo>
                  <a:pt x="196372" y="21104"/>
                </a:lnTo>
                <a:lnTo>
                  <a:pt x="174773" y="10462"/>
                </a:lnTo>
                <a:close/>
                <a:moveTo>
                  <a:pt x="181642" y="8241"/>
                </a:moveTo>
                <a:lnTo>
                  <a:pt x="174773" y="10462"/>
                </a:lnTo>
                <a:lnTo>
                  <a:pt x="196372" y="21104"/>
                </a:lnTo>
                <a:close/>
                <a:moveTo>
                  <a:pt x="6869" y="0"/>
                </a:moveTo>
                <a:lnTo>
                  <a:pt x="0" y="2271"/>
                </a:lnTo>
                <a:lnTo>
                  <a:pt x="21599" y="14161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523" name="PANEL_01-slope--10-215_817">
            <a:extLst>
              <a:ext uri="{FF2B5EF4-FFF2-40B4-BE49-F238E27FC236}">
                <a16:creationId xmlns:a16="http://schemas.microsoft.com/office/drawing/2014/main" id="{BDFCFE1E-6261-4017-9C77-64E854724367}"/>
              </a:ext>
            </a:extLst>
          </p:cNvPr>
          <p:cNvSpPr>
            <a:spLocks/>
          </p:cNvSpPr>
          <p:nvPr/>
        </p:nvSpPr>
        <p:spPr>
          <a:xfrm>
            <a:off x="455827" y="487024"/>
            <a:ext cx="903108" cy="207041"/>
          </a:xfrm>
          <a:custGeom>
            <a:pathLst>
              <a:path w="611706" h="140236">
                <a:moveTo>
                  <a:pt x="596976" y="130596"/>
                </a:moveTo>
                <a:lnTo>
                  <a:pt x="590108" y="133109"/>
                </a:lnTo>
                <a:lnTo>
                  <a:pt x="611706" y="140236"/>
                </a:lnTo>
                <a:close/>
                <a:moveTo>
                  <a:pt x="596976" y="130596"/>
                </a:moveTo>
                <a:lnTo>
                  <a:pt x="582247" y="133787"/>
                </a:lnTo>
                <a:lnTo>
                  <a:pt x="590108" y="133109"/>
                </a:lnTo>
                <a:close/>
                <a:moveTo>
                  <a:pt x="596976" y="130596"/>
                </a:moveTo>
                <a:lnTo>
                  <a:pt x="611706" y="140236"/>
                </a:lnTo>
                <a:lnTo>
                  <a:pt x="603845" y="130096"/>
                </a:lnTo>
                <a:close/>
                <a:moveTo>
                  <a:pt x="567517" y="117737"/>
                </a:moveTo>
                <a:lnTo>
                  <a:pt x="552787" y="110927"/>
                </a:lnTo>
                <a:lnTo>
                  <a:pt x="560648" y="119745"/>
                </a:lnTo>
                <a:close/>
                <a:moveTo>
                  <a:pt x="545918" y="114072"/>
                </a:moveTo>
                <a:lnTo>
                  <a:pt x="539050" y="114332"/>
                </a:lnTo>
                <a:lnTo>
                  <a:pt x="560648" y="119745"/>
                </a:lnTo>
                <a:close/>
                <a:moveTo>
                  <a:pt x="545918" y="114072"/>
                </a:moveTo>
                <a:lnTo>
                  <a:pt x="531188" y="105180"/>
                </a:lnTo>
                <a:lnTo>
                  <a:pt x="539050" y="114332"/>
                </a:lnTo>
                <a:close/>
                <a:moveTo>
                  <a:pt x="545918" y="114072"/>
                </a:moveTo>
                <a:lnTo>
                  <a:pt x="552787" y="110927"/>
                </a:lnTo>
                <a:lnTo>
                  <a:pt x="531188" y="105180"/>
                </a:lnTo>
                <a:close/>
                <a:moveTo>
                  <a:pt x="545918" y="114072"/>
                </a:moveTo>
                <a:lnTo>
                  <a:pt x="560648" y="119745"/>
                </a:lnTo>
                <a:lnTo>
                  <a:pt x="552787" y="110927"/>
                </a:lnTo>
                <a:close/>
                <a:moveTo>
                  <a:pt x="524320" y="106479"/>
                </a:moveTo>
                <a:lnTo>
                  <a:pt x="531188" y="105180"/>
                </a:lnTo>
                <a:lnTo>
                  <a:pt x="509590" y="96987"/>
                </a:lnTo>
                <a:close/>
                <a:moveTo>
                  <a:pt x="524320" y="106479"/>
                </a:moveTo>
                <a:lnTo>
                  <a:pt x="539050" y="114332"/>
                </a:lnTo>
                <a:lnTo>
                  <a:pt x="531188" y="105180"/>
                </a:lnTo>
                <a:close/>
                <a:moveTo>
                  <a:pt x="516458" y="96164"/>
                </a:moveTo>
                <a:lnTo>
                  <a:pt x="509590" y="96987"/>
                </a:lnTo>
                <a:lnTo>
                  <a:pt x="531188" y="105180"/>
                </a:lnTo>
                <a:close/>
                <a:moveTo>
                  <a:pt x="516458" y="96164"/>
                </a:moveTo>
                <a:lnTo>
                  <a:pt x="501729" y="88027"/>
                </a:lnTo>
                <a:lnTo>
                  <a:pt x="509590" y="96987"/>
                </a:lnTo>
                <a:close/>
                <a:moveTo>
                  <a:pt x="406481" y="20807"/>
                </a:moveTo>
                <a:lnTo>
                  <a:pt x="391751" y="21195"/>
                </a:lnTo>
                <a:lnTo>
                  <a:pt x="399612" y="23027"/>
                </a:lnTo>
                <a:close/>
                <a:moveTo>
                  <a:pt x="384882" y="17531"/>
                </a:moveTo>
                <a:lnTo>
                  <a:pt x="391751" y="21195"/>
                </a:lnTo>
                <a:lnTo>
                  <a:pt x="370152" y="24826"/>
                </a:lnTo>
                <a:close/>
                <a:moveTo>
                  <a:pt x="384882" y="17531"/>
                </a:moveTo>
                <a:lnTo>
                  <a:pt x="399612" y="23027"/>
                </a:lnTo>
                <a:lnTo>
                  <a:pt x="391751" y="21195"/>
                </a:lnTo>
                <a:close/>
                <a:moveTo>
                  <a:pt x="363284" y="25997"/>
                </a:moveTo>
                <a:lnTo>
                  <a:pt x="370152" y="24826"/>
                </a:lnTo>
                <a:lnTo>
                  <a:pt x="348554" y="34039"/>
                </a:lnTo>
                <a:close/>
                <a:moveTo>
                  <a:pt x="312226" y="49386"/>
                </a:moveTo>
                <a:lnTo>
                  <a:pt x="305357" y="50449"/>
                </a:lnTo>
                <a:lnTo>
                  <a:pt x="326955" y="43796"/>
                </a:lnTo>
                <a:close/>
                <a:moveTo>
                  <a:pt x="312226" y="49386"/>
                </a:moveTo>
                <a:lnTo>
                  <a:pt x="297496" y="50324"/>
                </a:lnTo>
                <a:lnTo>
                  <a:pt x="305357" y="50449"/>
                </a:lnTo>
                <a:close/>
                <a:moveTo>
                  <a:pt x="290627" y="54871"/>
                </a:moveTo>
                <a:lnTo>
                  <a:pt x="283758" y="54680"/>
                </a:lnTo>
                <a:lnTo>
                  <a:pt x="305357" y="50449"/>
                </a:lnTo>
                <a:close/>
                <a:moveTo>
                  <a:pt x="290627" y="54871"/>
                </a:moveTo>
                <a:lnTo>
                  <a:pt x="275897" y="49881"/>
                </a:lnTo>
                <a:lnTo>
                  <a:pt x="283758" y="54680"/>
                </a:lnTo>
                <a:close/>
                <a:moveTo>
                  <a:pt x="269028" y="55415"/>
                </a:moveTo>
                <a:lnTo>
                  <a:pt x="275897" y="49881"/>
                </a:lnTo>
                <a:lnTo>
                  <a:pt x="254299" y="42864"/>
                </a:lnTo>
                <a:close/>
                <a:moveTo>
                  <a:pt x="261167" y="40705"/>
                </a:moveTo>
                <a:lnTo>
                  <a:pt x="254299" y="42864"/>
                </a:lnTo>
                <a:lnTo>
                  <a:pt x="275897" y="49881"/>
                </a:lnTo>
                <a:close/>
                <a:moveTo>
                  <a:pt x="261167" y="40705"/>
                </a:moveTo>
                <a:lnTo>
                  <a:pt x="246437" y="26727"/>
                </a:lnTo>
                <a:lnTo>
                  <a:pt x="254299" y="42864"/>
                </a:lnTo>
                <a:close/>
                <a:moveTo>
                  <a:pt x="239569" y="28808"/>
                </a:moveTo>
                <a:lnTo>
                  <a:pt x="246437" y="26727"/>
                </a:lnTo>
                <a:lnTo>
                  <a:pt x="224839" y="14837"/>
                </a:lnTo>
                <a:close/>
                <a:moveTo>
                  <a:pt x="239569" y="28808"/>
                </a:moveTo>
                <a:lnTo>
                  <a:pt x="254299" y="42864"/>
                </a:lnTo>
                <a:lnTo>
                  <a:pt x="246437" y="26727"/>
                </a:lnTo>
                <a:close/>
                <a:moveTo>
                  <a:pt x="231708" y="12566"/>
                </a:moveTo>
                <a:lnTo>
                  <a:pt x="216978" y="3405"/>
                </a:lnTo>
                <a:lnTo>
                  <a:pt x="224839" y="14837"/>
                </a:lnTo>
                <a:close/>
                <a:moveTo>
                  <a:pt x="210109" y="2075"/>
                </a:moveTo>
                <a:lnTo>
                  <a:pt x="203240" y="8314"/>
                </a:lnTo>
                <a:lnTo>
                  <a:pt x="224839" y="14837"/>
                </a:lnTo>
                <a:close/>
                <a:moveTo>
                  <a:pt x="210109" y="2075"/>
                </a:moveTo>
                <a:lnTo>
                  <a:pt x="216978" y="3405"/>
                </a:lnTo>
                <a:lnTo>
                  <a:pt x="195379" y="0"/>
                </a:lnTo>
                <a:close/>
                <a:moveTo>
                  <a:pt x="210109" y="2075"/>
                </a:moveTo>
                <a:lnTo>
                  <a:pt x="224839" y="14837"/>
                </a:lnTo>
                <a:lnTo>
                  <a:pt x="216978" y="3405"/>
                </a:lnTo>
                <a:close/>
                <a:moveTo>
                  <a:pt x="94255" y="38452"/>
                </a:moveTo>
                <a:lnTo>
                  <a:pt x="79525" y="39401"/>
                </a:lnTo>
                <a:lnTo>
                  <a:pt x="87387" y="37115"/>
                </a:lnTo>
                <a:close/>
                <a:moveTo>
                  <a:pt x="72657" y="39049"/>
                </a:moveTo>
                <a:lnTo>
                  <a:pt x="79525" y="39401"/>
                </a:lnTo>
                <a:lnTo>
                  <a:pt x="57927" y="42793"/>
                </a:lnTo>
                <a:close/>
                <a:moveTo>
                  <a:pt x="64796" y="41971"/>
                </a:moveTo>
                <a:lnTo>
                  <a:pt x="57927" y="42793"/>
                </a:lnTo>
                <a:lnTo>
                  <a:pt x="79525" y="39401"/>
                </a:lnTo>
                <a:close/>
                <a:moveTo>
                  <a:pt x="43197" y="49106"/>
                </a:moveTo>
                <a:lnTo>
                  <a:pt x="36328" y="47784"/>
                </a:lnTo>
                <a:lnTo>
                  <a:pt x="57927" y="42793"/>
                </a:lnTo>
                <a:close/>
                <a:moveTo>
                  <a:pt x="43197" y="49106"/>
                </a:moveTo>
                <a:lnTo>
                  <a:pt x="28467" y="54261"/>
                </a:lnTo>
                <a:lnTo>
                  <a:pt x="36328" y="47784"/>
                </a:lnTo>
                <a:close/>
                <a:moveTo>
                  <a:pt x="21599" y="54766"/>
                </a:moveTo>
                <a:lnTo>
                  <a:pt x="14730" y="53617"/>
                </a:lnTo>
                <a:lnTo>
                  <a:pt x="36328" y="47784"/>
                </a:lnTo>
                <a:close/>
                <a:moveTo>
                  <a:pt x="21599" y="54766"/>
                </a:moveTo>
                <a:lnTo>
                  <a:pt x="6869" y="57214"/>
                </a:lnTo>
                <a:lnTo>
                  <a:pt x="14730" y="53617"/>
                </a:lnTo>
                <a:close/>
                <a:moveTo>
                  <a:pt x="21599" y="54766"/>
                </a:moveTo>
                <a:lnTo>
                  <a:pt x="36328" y="47784"/>
                </a:lnTo>
                <a:lnTo>
                  <a:pt x="28467" y="54261"/>
                </a:lnTo>
                <a:close/>
                <a:moveTo>
                  <a:pt x="0" y="59731"/>
                </a:moveTo>
                <a:lnTo>
                  <a:pt x="14730" y="53617"/>
                </a:lnTo>
                <a:lnTo>
                  <a:pt x="6869" y="57214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24" name="PANEL_01-slope--10-220_818">
            <a:extLst>
              <a:ext uri="{FF2B5EF4-FFF2-40B4-BE49-F238E27FC236}">
                <a16:creationId xmlns:a16="http://schemas.microsoft.com/office/drawing/2014/main" id="{B9717468-3F0A-4000-82CB-3C338A2D7A35}"/>
              </a:ext>
            </a:extLst>
          </p:cNvPr>
          <p:cNvSpPr>
            <a:spLocks/>
          </p:cNvSpPr>
          <p:nvPr/>
        </p:nvSpPr>
        <p:spPr>
          <a:xfrm>
            <a:off x="390586" y="487024"/>
            <a:ext cx="1838103" cy="214821"/>
          </a:xfrm>
          <a:custGeom>
            <a:pathLst>
              <a:path w="1245011" h="145506">
                <a:moveTo>
                  <a:pt x="1230281" y="130289"/>
                </a:moveTo>
                <a:lnTo>
                  <a:pt x="1215551" y="136471"/>
                </a:lnTo>
                <a:lnTo>
                  <a:pt x="1223413" y="137078"/>
                </a:lnTo>
                <a:close/>
                <a:moveTo>
                  <a:pt x="1230281" y="130289"/>
                </a:moveTo>
                <a:lnTo>
                  <a:pt x="1237150" y="126304"/>
                </a:lnTo>
                <a:lnTo>
                  <a:pt x="1215551" y="136471"/>
                </a:lnTo>
                <a:close/>
                <a:moveTo>
                  <a:pt x="1230281" y="130289"/>
                </a:moveTo>
                <a:lnTo>
                  <a:pt x="1245011" y="132495"/>
                </a:lnTo>
                <a:lnTo>
                  <a:pt x="1237150" y="126304"/>
                </a:lnTo>
                <a:close/>
                <a:moveTo>
                  <a:pt x="1208683" y="140715"/>
                </a:moveTo>
                <a:lnTo>
                  <a:pt x="1215551" y="136471"/>
                </a:lnTo>
                <a:lnTo>
                  <a:pt x="1193953" y="140161"/>
                </a:lnTo>
                <a:close/>
                <a:moveTo>
                  <a:pt x="1208683" y="140715"/>
                </a:moveTo>
                <a:lnTo>
                  <a:pt x="1223413" y="137078"/>
                </a:lnTo>
                <a:lnTo>
                  <a:pt x="1215551" y="136471"/>
                </a:lnTo>
                <a:close/>
                <a:moveTo>
                  <a:pt x="1187084" y="145506"/>
                </a:moveTo>
                <a:lnTo>
                  <a:pt x="1193953" y="140161"/>
                </a:lnTo>
                <a:lnTo>
                  <a:pt x="1172354" y="143852"/>
                </a:lnTo>
                <a:close/>
                <a:moveTo>
                  <a:pt x="429072" y="17531"/>
                </a:moveTo>
                <a:lnTo>
                  <a:pt x="414342" y="24826"/>
                </a:lnTo>
                <a:lnTo>
                  <a:pt x="422203" y="22199"/>
                </a:lnTo>
                <a:close/>
                <a:moveTo>
                  <a:pt x="385875" y="38679"/>
                </a:moveTo>
                <a:lnTo>
                  <a:pt x="392743" y="34039"/>
                </a:lnTo>
                <a:lnTo>
                  <a:pt x="371145" y="43796"/>
                </a:lnTo>
                <a:close/>
                <a:moveTo>
                  <a:pt x="399612" y="31284"/>
                </a:moveTo>
                <a:lnTo>
                  <a:pt x="392743" y="34039"/>
                </a:lnTo>
                <a:lnTo>
                  <a:pt x="414342" y="24826"/>
                </a:lnTo>
                <a:close/>
                <a:moveTo>
                  <a:pt x="378014" y="40197"/>
                </a:moveTo>
                <a:lnTo>
                  <a:pt x="371145" y="43796"/>
                </a:lnTo>
                <a:lnTo>
                  <a:pt x="392743" y="34039"/>
                </a:lnTo>
                <a:close/>
                <a:moveTo>
                  <a:pt x="356415" y="49386"/>
                </a:moveTo>
                <a:lnTo>
                  <a:pt x="371145" y="43796"/>
                </a:lnTo>
                <a:lnTo>
                  <a:pt x="363284" y="45466"/>
                </a:lnTo>
                <a:close/>
                <a:moveTo>
                  <a:pt x="334817" y="54871"/>
                </a:moveTo>
                <a:lnTo>
                  <a:pt x="341685" y="50324"/>
                </a:lnTo>
                <a:lnTo>
                  <a:pt x="320087" y="49881"/>
                </a:lnTo>
                <a:close/>
                <a:moveTo>
                  <a:pt x="334817" y="54871"/>
                </a:moveTo>
                <a:lnTo>
                  <a:pt x="349546" y="50449"/>
                </a:lnTo>
                <a:lnTo>
                  <a:pt x="341685" y="50324"/>
                </a:lnTo>
                <a:close/>
                <a:moveTo>
                  <a:pt x="313218" y="55415"/>
                </a:moveTo>
                <a:lnTo>
                  <a:pt x="327948" y="54680"/>
                </a:lnTo>
                <a:lnTo>
                  <a:pt x="320087" y="49881"/>
                </a:lnTo>
                <a:close/>
                <a:moveTo>
                  <a:pt x="254299" y="2075"/>
                </a:moveTo>
                <a:lnTo>
                  <a:pt x="239569" y="0"/>
                </a:lnTo>
                <a:lnTo>
                  <a:pt x="247430" y="8314"/>
                </a:lnTo>
                <a:close/>
                <a:moveTo>
                  <a:pt x="232700" y="2857"/>
                </a:moveTo>
                <a:lnTo>
                  <a:pt x="239569" y="0"/>
                </a:lnTo>
                <a:lnTo>
                  <a:pt x="217970" y="7004"/>
                </a:lnTo>
                <a:close/>
                <a:moveTo>
                  <a:pt x="232700" y="2857"/>
                </a:moveTo>
                <a:lnTo>
                  <a:pt x="247430" y="8314"/>
                </a:lnTo>
                <a:lnTo>
                  <a:pt x="239569" y="0"/>
                </a:lnTo>
                <a:close/>
                <a:moveTo>
                  <a:pt x="160043" y="34180"/>
                </a:moveTo>
                <a:lnTo>
                  <a:pt x="153175" y="36253"/>
                </a:lnTo>
                <a:lnTo>
                  <a:pt x="174773" y="30387"/>
                </a:lnTo>
                <a:close/>
                <a:moveTo>
                  <a:pt x="160043" y="34180"/>
                </a:moveTo>
                <a:lnTo>
                  <a:pt x="145314" y="35431"/>
                </a:lnTo>
                <a:lnTo>
                  <a:pt x="153175" y="36253"/>
                </a:lnTo>
                <a:close/>
                <a:moveTo>
                  <a:pt x="160043" y="34180"/>
                </a:moveTo>
                <a:lnTo>
                  <a:pt x="166912" y="26981"/>
                </a:lnTo>
                <a:lnTo>
                  <a:pt x="145314" y="35431"/>
                </a:lnTo>
                <a:close/>
                <a:moveTo>
                  <a:pt x="160043" y="34180"/>
                </a:moveTo>
                <a:lnTo>
                  <a:pt x="174773" y="30387"/>
                </a:lnTo>
                <a:lnTo>
                  <a:pt x="166912" y="26981"/>
                </a:lnTo>
                <a:close/>
                <a:moveTo>
                  <a:pt x="138445" y="38452"/>
                </a:moveTo>
                <a:lnTo>
                  <a:pt x="145314" y="35431"/>
                </a:lnTo>
                <a:lnTo>
                  <a:pt x="123715" y="39401"/>
                </a:lnTo>
                <a:close/>
                <a:moveTo>
                  <a:pt x="138445" y="38452"/>
                </a:moveTo>
                <a:lnTo>
                  <a:pt x="153175" y="36253"/>
                </a:lnTo>
                <a:lnTo>
                  <a:pt x="145314" y="35431"/>
                </a:lnTo>
                <a:close/>
                <a:moveTo>
                  <a:pt x="44190" y="59731"/>
                </a:moveTo>
                <a:lnTo>
                  <a:pt x="29460" y="59679"/>
                </a:lnTo>
                <a:lnTo>
                  <a:pt x="37321" y="60752"/>
                </a:lnTo>
                <a:close/>
                <a:moveTo>
                  <a:pt x="44190" y="59731"/>
                </a:moveTo>
                <a:lnTo>
                  <a:pt x="51058" y="57214"/>
                </a:lnTo>
                <a:lnTo>
                  <a:pt x="29460" y="59679"/>
                </a:lnTo>
                <a:close/>
                <a:moveTo>
                  <a:pt x="22591" y="66756"/>
                </a:moveTo>
                <a:lnTo>
                  <a:pt x="29460" y="59679"/>
                </a:lnTo>
                <a:lnTo>
                  <a:pt x="7861" y="59911"/>
                </a:lnTo>
                <a:close/>
                <a:moveTo>
                  <a:pt x="14730" y="54798"/>
                </a:moveTo>
                <a:lnTo>
                  <a:pt x="7861" y="59911"/>
                </a:lnTo>
                <a:lnTo>
                  <a:pt x="29460" y="59679"/>
                </a:lnTo>
                <a:close/>
                <a:moveTo>
                  <a:pt x="14730" y="54798"/>
                </a:moveTo>
                <a:lnTo>
                  <a:pt x="0" y="40795"/>
                </a:lnTo>
                <a:lnTo>
                  <a:pt x="7861" y="59911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25" name="PANEL_01-slope--10-225_819">
            <a:extLst>
              <a:ext uri="{FF2B5EF4-FFF2-40B4-BE49-F238E27FC236}">
                <a16:creationId xmlns:a16="http://schemas.microsoft.com/office/drawing/2014/main" id="{716C9C39-0D57-493F-AD3B-F21205FDD555}"/>
              </a:ext>
            </a:extLst>
          </p:cNvPr>
          <p:cNvSpPr>
            <a:spLocks/>
          </p:cNvSpPr>
          <p:nvPr/>
        </p:nvSpPr>
        <p:spPr>
          <a:xfrm>
            <a:off x="637011" y="486200"/>
            <a:ext cx="1922160" cy="196438"/>
          </a:xfrm>
          <a:custGeom>
            <a:pathLst>
              <a:path w="1301945" h="133054">
                <a:moveTo>
                  <a:pt x="1273478" y="50563"/>
                </a:moveTo>
                <a:lnTo>
                  <a:pt x="1280347" y="38404"/>
                </a:lnTo>
                <a:lnTo>
                  <a:pt x="1258748" y="56576"/>
                </a:lnTo>
                <a:close/>
                <a:moveTo>
                  <a:pt x="1251880" y="68374"/>
                </a:moveTo>
                <a:lnTo>
                  <a:pt x="1258748" y="56576"/>
                </a:lnTo>
                <a:lnTo>
                  <a:pt x="1237150" y="72887"/>
                </a:lnTo>
                <a:close/>
                <a:moveTo>
                  <a:pt x="1287216" y="27466"/>
                </a:moveTo>
                <a:lnTo>
                  <a:pt x="1280347" y="38404"/>
                </a:lnTo>
                <a:lnTo>
                  <a:pt x="1301945" y="23297"/>
                </a:lnTo>
                <a:close/>
                <a:moveTo>
                  <a:pt x="1287216" y="27466"/>
                </a:moveTo>
                <a:lnTo>
                  <a:pt x="1272486" y="35553"/>
                </a:lnTo>
                <a:lnTo>
                  <a:pt x="1280347" y="38404"/>
                </a:lnTo>
                <a:close/>
                <a:moveTo>
                  <a:pt x="1287216" y="27466"/>
                </a:moveTo>
                <a:lnTo>
                  <a:pt x="1301945" y="23297"/>
                </a:lnTo>
                <a:lnTo>
                  <a:pt x="1294084" y="20550"/>
                </a:lnTo>
                <a:close/>
                <a:moveTo>
                  <a:pt x="1265617" y="45214"/>
                </a:moveTo>
                <a:lnTo>
                  <a:pt x="1258748" y="56576"/>
                </a:lnTo>
                <a:lnTo>
                  <a:pt x="1280347" y="38404"/>
                </a:lnTo>
                <a:close/>
                <a:moveTo>
                  <a:pt x="1265617" y="45214"/>
                </a:moveTo>
                <a:lnTo>
                  <a:pt x="1250887" y="51646"/>
                </a:lnTo>
                <a:lnTo>
                  <a:pt x="1258748" y="56576"/>
                </a:lnTo>
                <a:close/>
                <a:moveTo>
                  <a:pt x="1265617" y="45214"/>
                </a:moveTo>
                <a:lnTo>
                  <a:pt x="1280347" y="38404"/>
                </a:lnTo>
                <a:lnTo>
                  <a:pt x="1272486" y="35553"/>
                </a:lnTo>
                <a:close/>
                <a:moveTo>
                  <a:pt x="1244019" y="62153"/>
                </a:moveTo>
                <a:lnTo>
                  <a:pt x="1237150" y="72887"/>
                </a:lnTo>
                <a:lnTo>
                  <a:pt x="1258748" y="56576"/>
                </a:lnTo>
                <a:close/>
                <a:moveTo>
                  <a:pt x="1244019" y="62153"/>
                </a:moveTo>
                <a:lnTo>
                  <a:pt x="1229289" y="67059"/>
                </a:lnTo>
                <a:lnTo>
                  <a:pt x="1237150" y="72887"/>
                </a:lnTo>
                <a:close/>
                <a:moveTo>
                  <a:pt x="1244019" y="62153"/>
                </a:moveTo>
                <a:lnTo>
                  <a:pt x="1258748" y="56576"/>
                </a:lnTo>
                <a:lnTo>
                  <a:pt x="1250887" y="51646"/>
                </a:lnTo>
                <a:close/>
                <a:moveTo>
                  <a:pt x="1222420" y="77226"/>
                </a:moveTo>
                <a:lnTo>
                  <a:pt x="1215551" y="86346"/>
                </a:lnTo>
                <a:lnTo>
                  <a:pt x="1237150" y="72887"/>
                </a:lnTo>
                <a:close/>
                <a:moveTo>
                  <a:pt x="1222420" y="77226"/>
                </a:moveTo>
                <a:lnTo>
                  <a:pt x="1207690" y="80309"/>
                </a:lnTo>
                <a:lnTo>
                  <a:pt x="1215551" y="86346"/>
                </a:lnTo>
                <a:close/>
                <a:moveTo>
                  <a:pt x="1222420" y="77226"/>
                </a:moveTo>
                <a:lnTo>
                  <a:pt x="1237150" y="72887"/>
                </a:lnTo>
                <a:lnTo>
                  <a:pt x="1229289" y="67059"/>
                </a:lnTo>
                <a:close/>
                <a:moveTo>
                  <a:pt x="1200822" y="88632"/>
                </a:moveTo>
                <a:lnTo>
                  <a:pt x="1193953" y="97515"/>
                </a:lnTo>
                <a:lnTo>
                  <a:pt x="1215551" y="86346"/>
                </a:lnTo>
                <a:close/>
                <a:moveTo>
                  <a:pt x="1200822" y="88632"/>
                </a:moveTo>
                <a:lnTo>
                  <a:pt x="1186092" y="91245"/>
                </a:lnTo>
                <a:lnTo>
                  <a:pt x="1193953" y="97515"/>
                </a:lnTo>
                <a:close/>
                <a:moveTo>
                  <a:pt x="1200822" y="88632"/>
                </a:moveTo>
                <a:lnTo>
                  <a:pt x="1207690" y="80309"/>
                </a:lnTo>
                <a:lnTo>
                  <a:pt x="1186092" y="91245"/>
                </a:lnTo>
                <a:close/>
                <a:moveTo>
                  <a:pt x="1200822" y="88632"/>
                </a:moveTo>
                <a:lnTo>
                  <a:pt x="1215551" y="86346"/>
                </a:lnTo>
                <a:lnTo>
                  <a:pt x="1207690" y="80309"/>
                </a:lnTo>
                <a:close/>
                <a:moveTo>
                  <a:pt x="1179223" y="98807"/>
                </a:moveTo>
                <a:lnTo>
                  <a:pt x="1172354" y="108485"/>
                </a:lnTo>
                <a:lnTo>
                  <a:pt x="1193953" y="97515"/>
                </a:lnTo>
                <a:close/>
                <a:moveTo>
                  <a:pt x="1179223" y="98807"/>
                </a:moveTo>
                <a:lnTo>
                  <a:pt x="1164493" y="101593"/>
                </a:lnTo>
                <a:lnTo>
                  <a:pt x="1172354" y="108485"/>
                </a:lnTo>
                <a:close/>
                <a:moveTo>
                  <a:pt x="1179223" y="98807"/>
                </a:moveTo>
                <a:lnTo>
                  <a:pt x="1186092" y="91245"/>
                </a:lnTo>
                <a:lnTo>
                  <a:pt x="1164493" y="101593"/>
                </a:lnTo>
                <a:close/>
                <a:moveTo>
                  <a:pt x="1179223" y="98807"/>
                </a:moveTo>
                <a:lnTo>
                  <a:pt x="1193953" y="97515"/>
                </a:lnTo>
                <a:lnTo>
                  <a:pt x="1186092" y="91245"/>
                </a:lnTo>
                <a:close/>
                <a:moveTo>
                  <a:pt x="1157625" y="109689"/>
                </a:moveTo>
                <a:lnTo>
                  <a:pt x="1142895" y="111737"/>
                </a:lnTo>
                <a:lnTo>
                  <a:pt x="1150756" y="119265"/>
                </a:lnTo>
                <a:close/>
                <a:moveTo>
                  <a:pt x="1157625" y="109689"/>
                </a:moveTo>
                <a:lnTo>
                  <a:pt x="1164493" y="101593"/>
                </a:lnTo>
                <a:lnTo>
                  <a:pt x="1142895" y="111737"/>
                </a:lnTo>
                <a:close/>
                <a:moveTo>
                  <a:pt x="1157625" y="109689"/>
                </a:moveTo>
                <a:lnTo>
                  <a:pt x="1172354" y="108485"/>
                </a:lnTo>
                <a:lnTo>
                  <a:pt x="1164493" y="101593"/>
                </a:lnTo>
                <a:close/>
                <a:moveTo>
                  <a:pt x="1136026" y="120124"/>
                </a:moveTo>
                <a:lnTo>
                  <a:pt x="1142895" y="111737"/>
                </a:lnTo>
                <a:lnTo>
                  <a:pt x="1121296" y="120871"/>
                </a:lnTo>
                <a:close/>
                <a:moveTo>
                  <a:pt x="1136026" y="120124"/>
                </a:moveTo>
                <a:lnTo>
                  <a:pt x="1150756" y="119265"/>
                </a:lnTo>
                <a:lnTo>
                  <a:pt x="1142895" y="111737"/>
                </a:lnTo>
                <a:close/>
                <a:moveTo>
                  <a:pt x="1114427" y="130440"/>
                </a:moveTo>
                <a:lnTo>
                  <a:pt x="1121296" y="120871"/>
                </a:lnTo>
                <a:lnTo>
                  <a:pt x="1099698" y="128044"/>
                </a:lnTo>
                <a:close/>
                <a:moveTo>
                  <a:pt x="1128165" y="113185"/>
                </a:moveTo>
                <a:lnTo>
                  <a:pt x="1121296" y="120871"/>
                </a:lnTo>
                <a:lnTo>
                  <a:pt x="1142895" y="111737"/>
                </a:lnTo>
                <a:close/>
                <a:moveTo>
                  <a:pt x="1106566" y="119734"/>
                </a:moveTo>
                <a:lnTo>
                  <a:pt x="1099698" y="128044"/>
                </a:lnTo>
                <a:lnTo>
                  <a:pt x="1121296" y="120871"/>
                </a:lnTo>
                <a:close/>
                <a:moveTo>
                  <a:pt x="1106566" y="119734"/>
                </a:moveTo>
                <a:lnTo>
                  <a:pt x="1091836" y="119913"/>
                </a:lnTo>
                <a:lnTo>
                  <a:pt x="1099698" y="128044"/>
                </a:lnTo>
                <a:close/>
                <a:moveTo>
                  <a:pt x="1084968" y="125969"/>
                </a:moveTo>
                <a:lnTo>
                  <a:pt x="1078099" y="133054"/>
                </a:lnTo>
                <a:lnTo>
                  <a:pt x="1099698" y="128044"/>
                </a:lnTo>
                <a:close/>
                <a:moveTo>
                  <a:pt x="1084968" y="125969"/>
                </a:moveTo>
                <a:lnTo>
                  <a:pt x="1070238" y="126863"/>
                </a:lnTo>
                <a:lnTo>
                  <a:pt x="1078099" y="133054"/>
                </a:lnTo>
                <a:close/>
                <a:moveTo>
                  <a:pt x="1084968" y="125969"/>
                </a:moveTo>
                <a:lnTo>
                  <a:pt x="1091836" y="119913"/>
                </a:lnTo>
                <a:lnTo>
                  <a:pt x="1070238" y="126863"/>
                </a:lnTo>
                <a:close/>
                <a:moveTo>
                  <a:pt x="1084968" y="125969"/>
                </a:moveTo>
                <a:lnTo>
                  <a:pt x="1099698" y="128044"/>
                </a:lnTo>
                <a:lnTo>
                  <a:pt x="1091836" y="119913"/>
                </a:lnTo>
                <a:close/>
                <a:moveTo>
                  <a:pt x="44190" y="15578"/>
                </a:moveTo>
                <a:lnTo>
                  <a:pt x="51058" y="7564"/>
                </a:lnTo>
                <a:lnTo>
                  <a:pt x="29460" y="19911"/>
                </a:lnTo>
                <a:close/>
                <a:moveTo>
                  <a:pt x="57927" y="0"/>
                </a:moveTo>
                <a:lnTo>
                  <a:pt x="51058" y="7564"/>
                </a:lnTo>
                <a:lnTo>
                  <a:pt x="72657" y="559"/>
                </a:lnTo>
                <a:close/>
                <a:moveTo>
                  <a:pt x="36328" y="11261"/>
                </a:moveTo>
                <a:lnTo>
                  <a:pt x="29460" y="19911"/>
                </a:lnTo>
                <a:lnTo>
                  <a:pt x="51058" y="7564"/>
                </a:lnTo>
                <a:close/>
                <a:moveTo>
                  <a:pt x="36328" y="11261"/>
                </a:moveTo>
                <a:lnTo>
                  <a:pt x="21599" y="16324"/>
                </a:lnTo>
                <a:lnTo>
                  <a:pt x="29460" y="19911"/>
                </a:lnTo>
                <a:close/>
                <a:moveTo>
                  <a:pt x="36328" y="11261"/>
                </a:moveTo>
                <a:lnTo>
                  <a:pt x="51058" y="7564"/>
                </a:lnTo>
                <a:lnTo>
                  <a:pt x="43197" y="4903"/>
                </a:lnTo>
                <a:close/>
                <a:moveTo>
                  <a:pt x="14730" y="23637"/>
                </a:moveTo>
                <a:lnTo>
                  <a:pt x="7861" y="30946"/>
                </a:lnTo>
                <a:lnTo>
                  <a:pt x="29460" y="19911"/>
                </a:lnTo>
                <a:close/>
                <a:moveTo>
                  <a:pt x="14730" y="23637"/>
                </a:moveTo>
                <a:lnTo>
                  <a:pt x="0" y="27540"/>
                </a:lnTo>
                <a:lnTo>
                  <a:pt x="7861" y="30946"/>
                </a:lnTo>
                <a:close/>
                <a:moveTo>
                  <a:pt x="14730" y="23637"/>
                </a:moveTo>
                <a:lnTo>
                  <a:pt x="29460" y="19911"/>
                </a:lnTo>
                <a:lnTo>
                  <a:pt x="21599" y="16324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526" name="PANEL_01-water--10-230_820">
            <a:extLst>
              <a:ext uri="{FF2B5EF4-FFF2-40B4-BE49-F238E27FC236}">
                <a16:creationId xmlns:a16="http://schemas.microsoft.com/office/drawing/2014/main" id="{C9AC1543-E268-4F41-8A57-05916011691A}"/>
              </a:ext>
            </a:extLst>
          </p:cNvPr>
          <p:cNvSpPr>
            <a:spLocks/>
          </p:cNvSpPr>
          <p:nvPr/>
        </p:nvSpPr>
        <p:spPr>
          <a:xfrm>
            <a:off x="1358934" y="678986"/>
            <a:ext cx="826262" cy="30050"/>
          </a:xfrm>
          <a:custGeom>
            <a:pathLst>
              <a:path w="559655" h="20354">
                <a:moveTo>
                  <a:pt x="544926" y="3225"/>
                </a:moveTo>
                <a:lnTo>
                  <a:pt x="538057" y="10140"/>
                </a:lnTo>
                <a:lnTo>
                  <a:pt x="559655" y="6449"/>
                </a:lnTo>
                <a:close/>
                <a:moveTo>
                  <a:pt x="523327" y="6915"/>
                </a:moveTo>
                <a:lnTo>
                  <a:pt x="516458" y="13831"/>
                </a:lnTo>
                <a:lnTo>
                  <a:pt x="538057" y="10140"/>
                </a:lnTo>
                <a:close/>
                <a:moveTo>
                  <a:pt x="523327" y="6915"/>
                </a:moveTo>
                <a:lnTo>
                  <a:pt x="508597" y="3691"/>
                </a:lnTo>
                <a:lnTo>
                  <a:pt x="516458" y="13831"/>
                </a:lnTo>
                <a:close/>
                <a:moveTo>
                  <a:pt x="523327" y="6915"/>
                </a:moveTo>
                <a:lnTo>
                  <a:pt x="538057" y="10140"/>
                </a:lnTo>
                <a:lnTo>
                  <a:pt x="530196" y="0"/>
                </a:lnTo>
                <a:close/>
                <a:moveTo>
                  <a:pt x="501729" y="10606"/>
                </a:moveTo>
                <a:lnTo>
                  <a:pt x="494860" y="17521"/>
                </a:lnTo>
                <a:lnTo>
                  <a:pt x="516458" y="13831"/>
                </a:lnTo>
                <a:close/>
                <a:moveTo>
                  <a:pt x="501729" y="10606"/>
                </a:moveTo>
                <a:lnTo>
                  <a:pt x="486999" y="7381"/>
                </a:lnTo>
                <a:lnTo>
                  <a:pt x="494860" y="17521"/>
                </a:lnTo>
                <a:close/>
                <a:moveTo>
                  <a:pt x="501729" y="10606"/>
                </a:moveTo>
                <a:lnTo>
                  <a:pt x="508597" y="3691"/>
                </a:lnTo>
                <a:lnTo>
                  <a:pt x="486999" y="7381"/>
                </a:lnTo>
                <a:close/>
                <a:moveTo>
                  <a:pt x="501729" y="10606"/>
                </a:moveTo>
                <a:lnTo>
                  <a:pt x="516458" y="13831"/>
                </a:lnTo>
                <a:lnTo>
                  <a:pt x="508597" y="3691"/>
                </a:lnTo>
                <a:close/>
                <a:moveTo>
                  <a:pt x="480130" y="14296"/>
                </a:moveTo>
                <a:lnTo>
                  <a:pt x="486999" y="7381"/>
                </a:lnTo>
                <a:lnTo>
                  <a:pt x="465400" y="11072"/>
                </a:lnTo>
                <a:close/>
                <a:moveTo>
                  <a:pt x="480130" y="14296"/>
                </a:moveTo>
                <a:lnTo>
                  <a:pt x="494860" y="17521"/>
                </a:lnTo>
                <a:lnTo>
                  <a:pt x="486999" y="7381"/>
                </a:lnTo>
                <a:close/>
                <a:moveTo>
                  <a:pt x="458532" y="17987"/>
                </a:moveTo>
                <a:lnTo>
                  <a:pt x="465400" y="11072"/>
                </a:lnTo>
                <a:lnTo>
                  <a:pt x="443802" y="14762"/>
                </a:lnTo>
                <a:close/>
                <a:moveTo>
                  <a:pt x="472269" y="4157"/>
                </a:moveTo>
                <a:lnTo>
                  <a:pt x="465400" y="11072"/>
                </a:lnTo>
                <a:lnTo>
                  <a:pt x="486999" y="7381"/>
                </a:lnTo>
                <a:close/>
                <a:moveTo>
                  <a:pt x="472269" y="4157"/>
                </a:moveTo>
                <a:lnTo>
                  <a:pt x="457539" y="932"/>
                </a:lnTo>
                <a:lnTo>
                  <a:pt x="465400" y="11072"/>
                </a:lnTo>
                <a:close/>
                <a:moveTo>
                  <a:pt x="450670" y="7847"/>
                </a:moveTo>
                <a:lnTo>
                  <a:pt x="443802" y="14762"/>
                </a:lnTo>
                <a:lnTo>
                  <a:pt x="465400" y="11072"/>
                </a:lnTo>
                <a:close/>
                <a:moveTo>
                  <a:pt x="450670" y="7847"/>
                </a:moveTo>
                <a:lnTo>
                  <a:pt x="435941" y="4623"/>
                </a:lnTo>
                <a:lnTo>
                  <a:pt x="443802" y="14762"/>
                </a:lnTo>
                <a:close/>
                <a:moveTo>
                  <a:pt x="450670" y="7847"/>
                </a:moveTo>
                <a:lnTo>
                  <a:pt x="465400" y="11072"/>
                </a:lnTo>
                <a:lnTo>
                  <a:pt x="457539" y="932"/>
                </a:lnTo>
                <a:close/>
                <a:moveTo>
                  <a:pt x="429072" y="11538"/>
                </a:moveTo>
                <a:lnTo>
                  <a:pt x="414342" y="8313"/>
                </a:lnTo>
                <a:lnTo>
                  <a:pt x="422203" y="18453"/>
                </a:lnTo>
                <a:close/>
                <a:moveTo>
                  <a:pt x="429072" y="11538"/>
                </a:moveTo>
                <a:lnTo>
                  <a:pt x="435941" y="4623"/>
                </a:lnTo>
                <a:lnTo>
                  <a:pt x="414342" y="8313"/>
                </a:lnTo>
                <a:close/>
                <a:moveTo>
                  <a:pt x="429072" y="11538"/>
                </a:moveTo>
                <a:lnTo>
                  <a:pt x="443802" y="14762"/>
                </a:lnTo>
                <a:lnTo>
                  <a:pt x="435941" y="4623"/>
                </a:lnTo>
                <a:close/>
                <a:moveTo>
                  <a:pt x="407473" y="15228"/>
                </a:moveTo>
                <a:lnTo>
                  <a:pt x="414342" y="8313"/>
                </a:lnTo>
                <a:lnTo>
                  <a:pt x="392743" y="12004"/>
                </a:lnTo>
                <a:close/>
                <a:moveTo>
                  <a:pt x="407473" y="15228"/>
                </a:moveTo>
                <a:lnTo>
                  <a:pt x="422203" y="18453"/>
                </a:lnTo>
                <a:lnTo>
                  <a:pt x="414342" y="8313"/>
                </a:lnTo>
                <a:close/>
                <a:moveTo>
                  <a:pt x="399612" y="5089"/>
                </a:moveTo>
                <a:lnTo>
                  <a:pt x="392743" y="12004"/>
                </a:lnTo>
                <a:lnTo>
                  <a:pt x="414342" y="8313"/>
                </a:lnTo>
                <a:close/>
                <a:moveTo>
                  <a:pt x="399612" y="5089"/>
                </a:moveTo>
                <a:lnTo>
                  <a:pt x="384882" y="1864"/>
                </a:lnTo>
                <a:lnTo>
                  <a:pt x="392743" y="12004"/>
                </a:lnTo>
                <a:close/>
                <a:moveTo>
                  <a:pt x="378014" y="8779"/>
                </a:moveTo>
                <a:lnTo>
                  <a:pt x="371145" y="15694"/>
                </a:lnTo>
                <a:lnTo>
                  <a:pt x="392743" y="12004"/>
                </a:lnTo>
                <a:close/>
                <a:moveTo>
                  <a:pt x="378014" y="8779"/>
                </a:moveTo>
                <a:lnTo>
                  <a:pt x="363284" y="5555"/>
                </a:lnTo>
                <a:lnTo>
                  <a:pt x="371145" y="15694"/>
                </a:lnTo>
                <a:close/>
                <a:moveTo>
                  <a:pt x="378014" y="8779"/>
                </a:moveTo>
                <a:lnTo>
                  <a:pt x="384882" y="1864"/>
                </a:lnTo>
                <a:lnTo>
                  <a:pt x="363284" y="5555"/>
                </a:lnTo>
                <a:close/>
                <a:moveTo>
                  <a:pt x="378014" y="8779"/>
                </a:moveTo>
                <a:lnTo>
                  <a:pt x="392743" y="12004"/>
                </a:lnTo>
                <a:lnTo>
                  <a:pt x="384882" y="1864"/>
                </a:lnTo>
                <a:close/>
                <a:moveTo>
                  <a:pt x="356415" y="12470"/>
                </a:moveTo>
                <a:lnTo>
                  <a:pt x="341685" y="9245"/>
                </a:lnTo>
                <a:lnTo>
                  <a:pt x="349546" y="19385"/>
                </a:lnTo>
                <a:close/>
                <a:moveTo>
                  <a:pt x="356415" y="12470"/>
                </a:moveTo>
                <a:lnTo>
                  <a:pt x="363284" y="5555"/>
                </a:lnTo>
                <a:lnTo>
                  <a:pt x="341685" y="9245"/>
                </a:lnTo>
                <a:close/>
                <a:moveTo>
                  <a:pt x="356415" y="12470"/>
                </a:moveTo>
                <a:lnTo>
                  <a:pt x="371145" y="15694"/>
                </a:lnTo>
                <a:lnTo>
                  <a:pt x="363284" y="5555"/>
                </a:lnTo>
                <a:close/>
                <a:moveTo>
                  <a:pt x="334817" y="16160"/>
                </a:moveTo>
                <a:lnTo>
                  <a:pt x="341685" y="9245"/>
                </a:lnTo>
                <a:lnTo>
                  <a:pt x="320087" y="12936"/>
                </a:lnTo>
                <a:close/>
                <a:moveTo>
                  <a:pt x="348554" y="2330"/>
                </a:moveTo>
                <a:lnTo>
                  <a:pt x="341685" y="9245"/>
                </a:lnTo>
                <a:lnTo>
                  <a:pt x="363284" y="5555"/>
                </a:lnTo>
                <a:close/>
                <a:moveTo>
                  <a:pt x="326955" y="6021"/>
                </a:moveTo>
                <a:lnTo>
                  <a:pt x="320087" y="12936"/>
                </a:lnTo>
                <a:lnTo>
                  <a:pt x="341685" y="9245"/>
                </a:lnTo>
                <a:close/>
                <a:moveTo>
                  <a:pt x="326955" y="6021"/>
                </a:moveTo>
                <a:lnTo>
                  <a:pt x="312226" y="2796"/>
                </a:lnTo>
                <a:lnTo>
                  <a:pt x="320087" y="12936"/>
                </a:lnTo>
                <a:close/>
                <a:moveTo>
                  <a:pt x="305357" y="9711"/>
                </a:moveTo>
                <a:lnTo>
                  <a:pt x="298488" y="16626"/>
                </a:lnTo>
                <a:lnTo>
                  <a:pt x="320087" y="12936"/>
                </a:lnTo>
                <a:close/>
                <a:moveTo>
                  <a:pt x="305357" y="9711"/>
                </a:moveTo>
                <a:lnTo>
                  <a:pt x="290627" y="6487"/>
                </a:lnTo>
                <a:lnTo>
                  <a:pt x="298488" y="16626"/>
                </a:lnTo>
                <a:close/>
                <a:moveTo>
                  <a:pt x="305357" y="9711"/>
                </a:moveTo>
                <a:lnTo>
                  <a:pt x="312226" y="2796"/>
                </a:lnTo>
                <a:lnTo>
                  <a:pt x="290627" y="6487"/>
                </a:lnTo>
                <a:close/>
                <a:moveTo>
                  <a:pt x="305357" y="9711"/>
                </a:moveTo>
                <a:lnTo>
                  <a:pt x="320087" y="12936"/>
                </a:lnTo>
                <a:lnTo>
                  <a:pt x="312226" y="2796"/>
                </a:lnTo>
                <a:close/>
                <a:moveTo>
                  <a:pt x="283758" y="13402"/>
                </a:moveTo>
                <a:lnTo>
                  <a:pt x="269028" y="10177"/>
                </a:lnTo>
                <a:lnTo>
                  <a:pt x="276890" y="20317"/>
                </a:lnTo>
                <a:close/>
                <a:moveTo>
                  <a:pt x="283758" y="13402"/>
                </a:moveTo>
                <a:lnTo>
                  <a:pt x="290627" y="6487"/>
                </a:lnTo>
                <a:lnTo>
                  <a:pt x="269028" y="10177"/>
                </a:lnTo>
                <a:close/>
                <a:moveTo>
                  <a:pt x="283758" y="13402"/>
                </a:moveTo>
                <a:lnTo>
                  <a:pt x="298488" y="16626"/>
                </a:lnTo>
                <a:lnTo>
                  <a:pt x="290627" y="6487"/>
                </a:lnTo>
                <a:close/>
                <a:moveTo>
                  <a:pt x="262160" y="17092"/>
                </a:moveTo>
                <a:lnTo>
                  <a:pt x="269028" y="10177"/>
                </a:lnTo>
                <a:lnTo>
                  <a:pt x="247430" y="13868"/>
                </a:lnTo>
                <a:close/>
                <a:moveTo>
                  <a:pt x="275897" y="3262"/>
                </a:moveTo>
                <a:lnTo>
                  <a:pt x="269028" y="10177"/>
                </a:lnTo>
                <a:lnTo>
                  <a:pt x="290627" y="6487"/>
                </a:lnTo>
                <a:close/>
                <a:moveTo>
                  <a:pt x="254299" y="6952"/>
                </a:moveTo>
                <a:lnTo>
                  <a:pt x="247430" y="13868"/>
                </a:lnTo>
                <a:lnTo>
                  <a:pt x="269028" y="10177"/>
                </a:lnTo>
                <a:close/>
                <a:moveTo>
                  <a:pt x="254299" y="6952"/>
                </a:moveTo>
                <a:lnTo>
                  <a:pt x="239569" y="3728"/>
                </a:lnTo>
                <a:lnTo>
                  <a:pt x="247430" y="13868"/>
                </a:lnTo>
                <a:close/>
                <a:moveTo>
                  <a:pt x="254299" y="6952"/>
                </a:moveTo>
                <a:lnTo>
                  <a:pt x="269028" y="10177"/>
                </a:lnTo>
                <a:lnTo>
                  <a:pt x="261167" y="37"/>
                </a:lnTo>
                <a:close/>
                <a:moveTo>
                  <a:pt x="232700" y="10643"/>
                </a:moveTo>
                <a:lnTo>
                  <a:pt x="225831" y="17558"/>
                </a:lnTo>
                <a:lnTo>
                  <a:pt x="247430" y="13868"/>
                </a:lnTo>
                <a:close/>
                <a:moveTo>
                  <a:pt x="232700" y="10643"/>
                </a:moveTo>
                <a:lnTo>
                  <a:pt x="217970" y="7418"/>
                </a:lnTo>
                <a:lnTo>
                  <a:pt x="225831" y="17558"/>
                </a:lnTo>
                <a:close/>
                <a:moveTo>
                  <a:pt x="232700" y="10643"/>
                </a:moveTo>
                <a:lnTo>
                  <a:pt x="239569" y="3728"/>
                </a:lnTo>
                <a:lnTo>
                  <a:pt x="217970" y="7418"/>
                </a:lnTo>
                <a:close/>
                <a:moveTo>
                  <a:pt x="232700" y="10643"/>
                </a:moveTo>
                <a:lnTo>
                  <a:pt x="247430" y="13868"/>
                </a:lnTo>
                <a:lnTo>
                  <a:pt x="239569" y="3728"/>
                </a:lnTo>
                <a:close/>
                <a:moveTo>
                  <a:pt x="211102" y="14334"/>
                </a:moveTo>
                <a:lnTo>
                  <a:pt x="217970" y="7418"/>
                </a:lnTo>
                <a:lnTo>
                  <a:pt x="196372" y="11109"/>
                </a:lnTo>
                <a:close/>
                <a:moveTo>
                  <a:pt x="211102" y="14334"/>
                </a:moveTo>
                <a:lnTo>
                  <a:pt x="225831" y="17558"/>
                </a:lnTo>
                <a:lnTo>
                  <a:pt x="217970" y="7418"/>
                </a:lnTo>
                <a:close/>
                <a:moveTo>
                  <a:pt x="189503" y="18024"/>
                </a:moveTo>
                <a:lnTo>
                  <a:pt x="196372" y="11109"/>
                </a:lnTo>
                <a:lnTo>
                  <a:pt x="174773" y="14800"/>
                </a:lnTo>
                <a:close/>
                <a:moveTo>
                  <a:pt x="203240" y="4194"/>
                </a:moveTo>
                <a:lnTo>
                  <a:pt x="196372" y="11109"/>
                </a:lnTo>
                <a:lnTo>
                  <a:pt x="217970" y="7418"/>
                </a:lnTo>
                <a:close/>
                <a:moveTo>
                  <a:pt x="203240" y="4194"/>
                </a:moveTo>
                <a:lnTo>
                  <a:pt x="188511" y="969"/>
                </a:lnTo>
                <a:lnTo>
                  <a:pt x="196372" y="11109"/>
                </a:lnTo>
                <a:close/>
                <a:moveTo>
                  <a:pt x="181642" y="7884"/>
                </a:moveTo>
                <a:lnTo>
                  <a:pt x="174773" y="14800"/>
                </a:lnTo>
                <a:lnTo>
                  <a:pt x="196372" y="11109"/>
                </a:lnTo>
                <a:close/>
                <a:moveTo>
                  <a:pt x="181642" y="7884"/>
                </a:moveTo>
                <a:lnTo>
                  <a:pt x="166912" y="4660"/>
                </a:lnTo>
                <a:lnTo>
                  <a:pt x="174773" y="14800"/>
                </a:lnTo>
                <a:close/>
                <a:moveTo>
                  <a:pt x="181642" y="7884"/>
                </a:moveTo>
                <a:lnTo>
                  <a:pt x="196372" y="11109"/>
                </a:lnTo>
                <a:lnTo>
                  <a:pt x="188511" y="969"/>
                </a:lnTo>
                <a:close/>
                <a:moveTo>
                  <a:pt x="160043" y="11575"/>
                </a:moveTo>
                <a:lnTo>
                  <a:pt x="145314" y="8350"/>
                </a:lnTo>
                <a:lnTo>
                  <a:pt x="153175" y="18490"/>
                </a:lnTo>
                <a:close/>
                <a:moveTo>
                  <a:pt x="160043" y="11575"/>
                </a:moveTo>
                <a:lnTo>
                  <a:pt x="166912" y="4660"/>
                </a:lnTo>
                <a:lnTo>
                  <a:pt x="145314" y="8350"/>
                </a:lnTo>
                <a:close/>
                <a:moveTo>
                  <a:pt x="160043" y="11575"/>
                </a:moveTo>
                <a:lnTo>
                  <a:pt x="174773" y="14800"/>
                </a:lnTo>
                <a:lnTo>
                  <a:pt x="166912" y="4660"/>
                </a:lnTo>
                <a:close/>
                <a:moveTo>
                  <a:pt x="138445" y="15266"/>
                </a:moveTo>
                <a:lnTo>
                  <a:pt x="145314" y="8350"/>
                </a:lnTo>
                <a:lnTo>
                  <a:pt x="123715" y="12041"/>
                </a:lnTo>
                <a:close/>
                <a:moveTo>
                  <a:pt x="138445" y="15266"/>
                </a:moveTo>
                <a:lnTo>
                  <a:pt x="153175" y="18490"/>
                </a:lnTo>
                <a:lnTo>
                  <a:pt x="145314" y="8350"/>
                </a:lnTo>
                <a:close/>
                <a:moveTo>
                  <a:pt x="130584" y="5126"/>
                </a:moveTo>
                <a:lnTo>
                  <a:pt x="123715" y="12041"/>
                </a:lnTo>
                <a:lnTo>
                  <a:pt x="145314" y="8350"/>
                </a:lnTo>
                <a:close/>
                <a:moveTo>
                  <a:pt x="130584" y="5126"/>
                </a:moveTo>
                <a:lnTo>
                  <a:pt x="115854" y="1901"/>
                </a:lnTo>
                <a:lnTo>
                  <a:pt x="123715" y="12041"/>
                </a:lnTo>
                <a:close/>
                <a:moveTo>
                  <a:pt x="108985" y="8816"/>
                </a:moveTo>
                <a:lnTo>
                  <a:pt x="102116" y="15732"/>
                </a:lnTo>
                <a:lnTo>
                  <a:pt x="123715" y="12041"/>
                </a:lnTo>
                <a:close/>
                <a:moveTo>
                  <a:pt x="108985" y="8816"/>
                </a:moveTo>
                <a:lnTo>
                  <a:pt x="94255" y="5592"/>
                </a:lnTo>
                <a:lnTo>
                  <a:pt x="102116" y="15732"/>
                </a:lnTo>
                <a:close/>
                <a:moveTo>
                  <a:pt x="108985" y="8816"/>
                </a:moveTo>
                <a:lnTo>
                  <a:pt x="115854" y="1901"/>
                </a:lnTo>
                <a:lnTo>
                  <a:pt x="94255" y="5592"/>
                </a:lnTo>
                <a:close/>
                <a:moveTo>
                  <a:pt x="108985" y="8816"/>
                </a:moveTo>
                <a:lnTo>
                  <a:pt x="123715" y="12041"/>
                </a:lnTo>
                <a:lnTo>
                  <a:pt x="115854" y="1901"/>
                </a:lnTo>
                <a:close/>
                <a:moveTo>
                  <a:pt x="87387" y="12507"/>
                </a:moveTo>
                <a:lnTo>
                  <a:pt x="72657" y="9282"/>
                </a:lnTo>
                <a:lnTo>
                  <a:pt x="80518" y="19422"/>
                </a:lnTo>
                <a:close/>
                <a:moveTo>
                  <a:pt x="87387" y="12507"/>
                </a:moveTo>
                <a:lnTo>
                  <a:pt x="94255" y="5592"/>
                </a:lnTo>
                <a:lnTo>
                  <a:pt x="72657" y="9282"/>
                </a:lnTo>
                <a:close/>
                <a:moveTo>
                  <a:pt x="87387" y="12507"/>
                </a:moveTo>
                <a:lnTo>
                  <a:pt x="102116" y="15732"/>
                </a:lnTo>
                <a:lnTo>
                  <a:pt x="94255" y="5592"/>
                </a:lnTo>
                <a:close/>
                <a:moveTo>
                  <a:pt x="65788" y="16198"/>
                </a:moveTo>
                <a:lnTo>
                  <a:pt x="72657" y="9282"/>
                </a:lnTo>
                <a:lnTo>
                  <a:pt x="51058" y="12973"/>
                </a:lnTo>
                <a:close/>
                <a:moveTo>
                  <a:pt x="79525" y="2367"/>
                </a:moveTo>
                <a:lnTo>
                  <a:pt x="72657" y="9282"/>
                </a:lnTo>
                <a:lnTo>
                  <a:pt x="94255" y="5592"/>
                </a:lnTo>
                <a:close/>
                <a:moveTo>
                  <a:pt x="57927" y="6058"/>
                </a:moveTo>
                <a:lnTo>
                  <a:pt x="51058" y="12973"/>
                </a:lnTo>
                <a:lnTo>
                  <a:pt x="72657" y="9282"/>
                </a:lnTo>
                <a:close/>
                <a:moveTo>
                  <a:pt x="57927" y="6058"/>
                </a:moveTo>
                <a:lnTo>
                  <a:pt x="43197" y="2833"/>
                </a:lnTo>
                <a:lnTo>
                  <a:pt x="51058" y="12973"/>
                </a:lnTo>
                <a:close/>
                <a:moveTo>
                  <a:pt x="36328" y="9748"/>
                </a:moveTo>
                <a:lnTo>
                  <a:pt x="29460" y="16664"/>
                </a:lnTo>
                <a:lnTo>
                  <a:pt x="51058" y="12973"/>
                </a:lnTo>
                <a:close/>
                <a:moveTo>
                  <a:pt x="36328" y="9748"/>
                </a:moveTo>
                <a:lnTo>
                  <a:pt x="21599" y="6524"/>
                </a:lnTo>
                <a:lnTo>
                  <a:pt x="29460" y="16664"/>
                </a:lnTo>
                <a:close/>
                <a:moveTo>
                  <a:pt x="36328" y="9748"/>
                </a:moveTo>
                <a:lnTo>
                  <a:pt x="43197" y="2833"/>
                </a:lnTo>
                <a:lnTo>
                  <a:pt x="21599" y="6524"/>
                </a:lnTo>
                <a:close/>
                <a:moveTo>
                  <a:pt x="36328" y="9748"/>
                </a:moveTo>
                <a:lnTo>
                  <a:pt x="51058" y="12973"/>
                </a:lnTo>
                <a:lnTo>
                  <a:pt x="43197" y="2833"/>
                </a:lnTo>
                <a:close/>
                <a:moveTo>
                  <a:pt x="14730" y="13439"/>
                </a:moveTo>
                <a:lnTo>
                  <a:pt x="0" y="10214"/>
                </a:lnTo>
                <a:lnTo>
                  <a:pt x="7861" y="20354"/>
                </a:lnTo>
                <a:close/>
                <a:moveTo>
                  <a:pt x="14730" y="13439"/>
                </a:moveTo>
                <a:lnTo>
                  <a:pt x="21599" y="6524"/>
                </a:lnTo>
                <a:lnTo>
                  <a:pt x="0" y="10214"/>
                </a:lnTo>
                <a:close/>
                <a:moveTo>
                  <a:pt x="14730" y="13439"/>
                </a:moveTo>
                <a:lnTo>
                  <a:pt x="29460" y="16664"/>
                </a:lnTo>
                <a:lnTo>
                  <a:pt x="21599" y="6524"/>
                </a:lnTo>
                <a:close/>
                <a:moveTo>
                  <a:pt x="6869" y="3299"/>
                </a:moveTo>
                <a:lnTo>
                  <a:pt x="0" y="10214"/>
                </a:lnTo>
                <a:lnTo>
                  <a:pt x="21599" y="6524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527" name="PANEL_01-slope--9-210_821">
            <a:extLst>
              <a:ext uri="{FF2B5EF4-FFF2-40B4-BE49-F238E27FC236}">
                <a16:creationId xmlns:a16="http://schemas.microsoft.com/office/drawing/2014/main" id="{43E89A67-E52C-4574-BE9C-B0C8546C8572}"/>
              </a:ext>
            </a:extLst>
          </p:cNvPr>
          <p:cNvSpPr>
            <a:spLocks/>
          </p:cNvSpPr>
          <p:nvPr/>
        </p:nvSpPr>
        <p:spPr>
          <a:xfrm>
            <a:off x="1045803" y="521022"/>
            <a:ext cx="184115" cy="123206"/>
          </a:xfrm>
          <a:custGeom>
            <a:pathLst>
              <a:path w="124708" h="83452">
                <a:moveTo>
                  <a:pt x="124708" y="83452"/>
                </a:moveTo>
                <a:lnTo>
                  <a:pt x="109978" y="73960"/>
                </a:lnTo>
                <a:lnTo>
                  <a:pt x="117839" y="83230"/>
                </a:lnTo>
                <a:close/>
                <a:moveTo>
                  <a:pt x="103109" y="74215"/>
                </a:moveTo>
                <a:lnTo>
                  <a:pt x="109978" y="73960"/>
                </a:lnTo>
                <a:lnTo>
                  <a:pt x="88379" y="63007"/>
                </a:lnTo>
                <a:close/>
                <a:moveTo>
                  <a:pt x="103109" y="74215"/>
                </a:moveTo>
                <a:lnTo>
                  <a:pt x="117839" y="83230"/>
                </a:lnTo>
                <a:lnTo>
                  <a:pt x="109978" y="73960"/>
                </a:lnTo>
                <a:close/>
                <a:moveTo>
                  <a:pt x="95248" y="65037"/>
                </a:moveTo>
                <a:lnTo>
                  <a:pt x="88379" y="63007"/>
                </a:lnTo>
                <a:lnTo>
                  <a:pt x="109978" y="73960"/>
                </a:lnTo>
                <a:close/>
                <a:moveTo>
                  <a:pt x="95248" y="65037"/>
                </a:moveTo>
                <a:lnTo>
                  <a:pt x="80518" y="55489"/>
                </a:lnTo>
                <a:lnTo>
                  <a:pt x="88379" y="63007"/>
                </a:lnTo>
                <a:close/>
                <a:moveTo>
                  <a:pt x="73649" y="52830"/>
                </a:moveTo>
                <a:lnTo>
                  <a:pt x="80518" y="55489"/>
                </a:lnTo>
                <a:lnTo>
                  <a:pt x="58919" y="42726"/>
                </a:lnTo>
                <a:close/>
                <a:moveTo>
                  <a:pt x="73649" y="52830"/>
                </a:moveTo>
                <a:lnTo>
                  <a:pt x="88379" y="63007"/>
                </a:lnTo>
                <a:lnTo>
                  <a:pt x="80518" y="55489"/>
                </a:lnTo>
                <a:close/>
                <a:moveTo>
                  <a:pt x="44190" y="32465"/>
                </a:moveTo>
                <a:lnTo>
                  <a:pt x="37321" y="29882"/>
                </a:lnTo>
                <a:lnTo>
                  <a:pt x="58919" y="42726"/>
                </a:lnTo>
                <a:close/>
                <a:moveTo>
                  <a:pt x="44190" y="32465"/>
                </a:moveTo>
                <a:lnTo>
                  <a:pt x="29460" y="20913"/>
                </a:lnTo>
                <a:lnTo>
                  <a:pt x="37321" y="29882"/>
                </a:lnTo>
                <a:close/>
                <a:moveTo>
                  <a:pt x="44190" y="32465"/>
                </a:moveTo>
                <a:lnTo>
                  <a:pt x="51058" y="35076"/>
                </a:lnTo>
                <a:lnTo>
                  <a:pt x="29460" y="20913"/>
                </a:lnTo>
                <a:close/>
                <a:moveTo>
                  <a:pt x="44190" y="32465"/>
                </a:moveTo>
                <a:lnTo>
                  <a:pt x="58919" y="42726"/>
                </a:lnTo>
                <a:lnTo>
                  <a:pt x="51058" y="35076"/>
                </a:lnTo>
                <a:close/>
                <a:moveTo>
                  <a:pt x="22591" y="18958"/>
                </a:moveTo>
                <a:lnTo>
                  <a:pt x="29460" y="20913"/>
                </a:lnTo>
                <a:lnTo>
                  <a:pt x="7861" y="8373"/>
                </a:lnTo>
                <a:close/>
                <a:moveTo>
                  <a:pt x="14730" y="9066"/>
                </a:moveTo>
                <a:lnTo>
                  <a:pt x="7861" y="8373"/>
                </a:lnTo>
                <a:lnTo>
                  <a:pt x="29460" y="20913"/>
                </a:lnTo>
                <a:close/>
                <a:moveTo>
                  <a:pt x="14730" y="9066"/>
                </a:moveTo>
                <a:lnTo>
                  <a:pt x="0" y="0"/>
                </a:lnTo>
                <a:lnTo>
                  <a:pt x="7861" y="8373"/>
                </a:lnTo>
                <a:close/>
                <a:moveTo>
                  <a:pt x="14730" y="9066"/>
                </a:moveTo>
                <a:lnTo>
                  <a:pt x="29460" y="20913"/>
                </a:lnTo>
                <a:lnTo>
                  <a:pt x="21599" y="10643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528" name="PANEL_01-slope--9-215_822">
            <a:extLst>
              <a:ext uri="{FF2B5EF4-FFF2-40B4-BE49-F238E27FC236}">
                <a16:creationId xmlns:a16="http://schemas.microsoft.com/office/drawing/2014/main" id="{BCDF750D-99F9-41AB-AEF6-E6BAEA21959D}"/>
              </a:ext>
            </a:extLst>
          </p:cNvPr>
          <p:cNvSpPr>
            <a:spLocks/>
          </p:cNvSpPr>
          <p:nvPr/>
        </p:nvSpPr>
        <p:spPr>
          <a:xfrm>
            <a:off x="445685" y="499299"/>
            <a:ext cx="913249" cy="215185"/>
          </a:xfrm>
          <a:custGeom>
            <a:pathLst>
              <a:path w="618575" h="145753">
                <a:moveTo>
                  <a:pt x="611706" y="131406"/>
                </a:moveTo>
                <a:lnTo>
                  <a:pt x="618575" y="131922"/>
                </a:lnTo>
                <a:lnTo>
                  <a:pt x="596976" y="124795"/>
                </a:lnTo>
                <a:close/>
                <a:moveTo>
                  <a:pt x="590108" y="127914"/>
                </a:moveTo>
                <a:lnTo>
                  <a:pt x="596976" y="124795"/>
                </a:lnTo>
                <a:lnTo>
                  <a:pt x="575378" y="120448"/>
                </a:lnTo>
                <a:close/>
                <a:moveTo>
                  <a:pt x="590108" y="127914"/>
                </a:moveTo>
                <a:lnTo>
                  <a:pt x="604838" y="145753"/>
                </a:lnTo>
                <a:lnTo>
                  <a:pt x="596976" y="124795"/>
                </a:lnTo>
                <a:close/>
                <a:moveTo>
                  <a:pt x="582247" y="117577"/>
                </a:moveTo>
                <a:lnTo>
                  <a:pt x="575378" y="120448"/>
                </a:lnTo>
                <a:lnTo>
                  <a:pt x="596976" y="124795"/>
                </a:lnTo>
                <a:close/>
                <a:moveTo>
                  <a:pt x="582247" y="117577"/>
                </a:moveTo>
                <a:lnTo>
                  <a:pt x="567517" y="111431"/>
                </a:lnTo>
                <a:lnTo>
                  <a:pt x="575378" y="120448"/>
                </a:lnTo>
                <a:close/>
                <a:moveTo>
                  <a:pt x="560648" y="112967"/>
                </a:moveTo>
                <a:lnTo>
                  <a:pt x="553779" y="115075"/>
                </a:lnTo>
                <a:lnTo>
                  <a:pt x="575378" y="120448"/>
                </a:lnTo>
                <a:close/>
                <a:moveTo>
                  <a:pt x="560648" y="112967"/>
                </a:moveTo>
                <a:lnTo>
                  <a:pt x="545918" y="106019"/>
                </a:lnTo>
                <a:lnTo>
                  <a:pt x="553779" y="115075"/>
                </a:lnTo>
                <a:close/>
                <a:moveTo>
                  <a:pt x="560648" y="112967"/>
                </a:moveTo>
                <a:lnTo>
                  <a:pt x="567517" y="111431"/>
                </a:lnTo>
                <a:lnTo>
                  <a:pt x="545918" y="106019"/>
                </a:lnTo>
                <a:close/>
                <a:moveTo>
                  <a:pt x="560648" y="112967"/>
                </a:moveTo>
                <a:lnTo>
                  <a:pt x="575378" y="120448"/>
                </a:lnTo>
                <a:lnTo>
                  <a:pt x="567517" y="111431"/>
                </a:lnTo>
                <a:close/>
                <a:moveTo>
                  <a:pt x="539050" y="107185"/>
                </a:moveTo>
                <a:lnTo>
                  <a:pt x="545918" y="106019"/>
                </a:lnTo>
                <a:lnTo>
                  <a:pt x="524320" y="97944"/>
                </a:lnTo>
                <a:close/>
                <a:moveTo>
                  <a:pt x="531188" y="98165"/>
                </a:moveTo>
                <a:lnTo>
                  <a:pt x="524320" y="97944"/>
                </a:lnTo>
                <a:lnTo>
                  <a:pt x="545918" y="106019"/>
                </a:lnTo>
                <a:close/>
                <a:moveTo>
                  <a:pt x="399612" y="13364"/>
                </a:moveTo>
                <a:lnTo>
                  <a:pt x="406481" y="14714"/>
                </a:lnTo>
                <a:lnTo>
                  <a:pt x="384882" y="13885"/>
                </a:lnTo>
                <a:close/>
                <a:moveTo>
                  <a:pt x="399612" y="13364"/>
                </a:moveTo>
                <a:lnTo>
                  <a:pt x="414342" y="23087"/>
                </a:lnTo>
                <a:lnTo>
                  <a:pt x="406481" y="14714"/>
                </a:lnTo>
                <a:close/>
                <a:moveTo>
                  <a:pt x="391751" y="9217"/>
                </a:moveTo>
                <a:lnTo>
                  <a:pt x="384882" y="13885"/>
                </a:lnTo>
                <a:lnTo>
                  <a:pt x="406481" y="14714"/>
                </a:lnTo>
                <a:close/>
                <a:moveTo>
                  <a:pt x="370152" y="17683"/>
                </a:moveTo>
                <a:lnTo>
                  <a:pt x="384882" y="13885"/>
                </a:lnTo>
                <a:lnTo>
                  <a:pt x="377021" y="16513"/>
                </a:lnTo>
                <a:close/>
                <a:moveTo>
                  <a:pt x="326955" y="38610"/>
                </a:moveTo>
                <a:lnTo>
                  <a:pt x="320087" y="38155"/>
                </a:lnTo>
                <a:lnTo>
                  <a:pt x="341685" y="32520"/>
                </a:lnTo>
                <a:close/>
                <a:moveTo>
                  <a:pt x="326955" y="38610"/>
                </a:moveTo>
                <a:lnTo>
                  <a:pt x="312226" y="42135"/>
                </a:lnTo>
                <a:lnTo>
                  <a:pt x="320087" y="38155"/>
                </a:lnTo>
                <a:close/>
                <a:moveTo>
                  <a:pt x="305357" y="42302"/>
                </a:moveTo>
                <a:lnTo>
                  <a:pt x="290627" y="46366"/>
                </a:lnTo>
                <a:lnTo>
                  <a:pt x="298488" y="43031"/>
                </a:lnTo>
                <a:close/>
                <a:moveTo>
                  <a:pt x="305357" y="42302"/>
                </a:moveTo>
                <a:lnTo>
                  <a:pt x="312226" y="42135"/>
                </a:lnTo>
                <a:lnTo>
                  <a:pt x="290627" y="46366"/>
                </a:lnTo>
                <a:close/>
                <a:moveTo>
                  <a:pt x="305357" y="42302"/>
                </a:moveTo>
                <a:lnTo>
                  <a:pt x="320087" y="38155"/>
                </a:lnTo>
                <a:lnTo>
                  <a:pt x="312226" y="42135"/>
                </a:lnTo>
                <a:close/>
                <a:moveTo>
                  <a:pt x="275897" y="47101"/>
                </a:moveTo>
                <a:lnTo>
                  <a:pt x="269028" y="46982"/>
                </a:lnTo>
                <a:lnTo>
                  <a:pt x="290627" y="46366"/>
                </a:lnTo>
                <a:close/>
                <a:moveTo>
                  <a:pt x="275897" y="47101"/>
                </a:moveTo>
                <a:lnTo>
                  <a:pt x="261167" y="34550"/>
                </a:lnTo>
                <a:lnTo>
                  <a:pt x="269028" y="46982"/>
                </a:lnTo>
                <a:close/>
                <a:moveTo>
                  <a:pt x="254299" y="38214"/>
                </a:moveTo>
                <a:lnTo>
                  <a:pt x="247430" y="40612"/>
                </a:lnTo>
                <a:lnTo>
                  <a:pt x="269028" y="46982"/>
                </a:lnTo>
                <a:close/>
                <a:moveTo>
                  <a:pt x="254299" y="38214"/>
                </a:moveTo>
                <a:lnTo>
                  <a:pt x="239569" y="23003"/>
                </a:lnTo>
                <a:lnTo>
                  <a:pt x="247430" y="40612"/>
                </a:lnTo>
                <a:close/>
                <a:moveTo>
                  <a:pt x="254299" y="38214"/>
                </a:moveTo>
                <a:lnTo>
                  <a:pt x="261167" y="34550"/>
                </a:lnTo>
                <a:lnTo>
                  <a:pt x="239569" y="23003"/>
                </a:lnTo>
                <a:close/>
                <a:moveTo>
                  <a:pt x="254299" y="38214"/>
                </a:moveTo>
                <a:lnTo>
                  <a:pt x="269028" y="46982"/>
                </a:lnTo>
                <a:lnTo>
                  <a:pt x="261167" y="34550"/>
                </a:lnTo>
                <a:close/>
                <a:moveTo>
                  <a:pt x="246437" y="20494"/>
                </a:moveTo>
                <a:lnTo>
                  <a:pt x="239569" y="23003"/>
                </a:lnTo>
                <a:lnTo>
                  <a:pt x="261167" y="34550"/>
                </a:lnTo>
                <a:close/>
                <a:moveTo>
                  <a:pt x="246437" y="20494"/>
                </a:moveTo>
                <a:lnTo>
                  <a:pt x="231708" y="6523"/>
                </a:lnTo>
                <a:lnTo>
                  <a:pt x="239569" y="23003"/>
                </a:lnTo>
                <a:close/>
                <a:moveTo>
                  <a:pt x="224839" y="7585"/>
                </a:moveTo>
                <a:lnTo>
                  <a:pt x="217970" y="13266"/>
                </a:lnTo>
                <a:lnTo>
                  <a:pt x="239569" y="23003"/>
                </a:lnTo>
                <a:close/>
                <a:moveTo>
                  <a:pt x="224839" y="7585"/>
                </a:moveTo>
                <a:lnTo>
                  <a:pt x="231708" y="6523"/>
                </a:lnTo>
                <a:lnTo>
                  <a:pt x="210109" y="0"/>
                </a:lnTo>
                <a:close/>
                <a:moveTo>
                  <a:pt x="224839" y="7585"/>
                </a:moveTo>
                <a:lnTo>
                  <a:pt x="239569" y="23003"/>
                </a:lnTo>
                <a:lnTo>
                  <a:pt x="231708" y="6523"/>
                </a:lnTo>
                <a:close/>
                <a:moveTo>
                  <a:pt x="130584" y="27366"/>
                </a:moveTo>
                <a:lnTo>
                  <a:pt x="115854" y="27940"/>
                </a:lnTo>
                <a:lnTo>
                  <a:pt x="123715" y="25608"/>
                </a:lnTo>
                <a:close/>
                <a:moveTo>
                  <a:pt x="108985" y="28387"/>
                </a:moveTo>
                <a:lnTo>
                  <a:pt x="115854" y="27940"/>
                </a:lnTo>
                <a:lnTo>
                  <a:pt x="94255" y="28801"/>
                </a:lnTo>
                <a:close/>
                <a:moveTo>
                  <a:pt x="101124" y="30139"/>
                </a:moveTo>
                <a:lnTo>
                  <a:pt x="94255" y="28801"/>
                </a:lnTo>
                <a:lnTo>
                  <a:pt x="115854" y="27940"/>
                </a:lnTo>
                <a:close/>
                <a:moveTo>
                  <a:pt x="79525" y="30736"/>
                </a:moveTo>
                <a:lnTo>
                  <a:pt x="72657" y="28871"/>
                </a:lnTo>
                <a:lnTo>
                  <a:pt x="94255" y="28801"/>
                </a:lnTo>
                <a:close/>
                <a:moveTo>
                  <a:pt x="79525" y="30736"/>
                </a:moveTo>
                <a:lnTo>
                  <a:pt x="64796" y="34479"/>
                </a:lnTo>
                <a:lnTo>
                  <a:pt x="72657" y="28871"/>
                </a:lnTo>
                <a:close/>
                <a:moveTo>
                  <a:pt x="79525" y="30736"/>
                </a:moveTo>
                <a:lnTo>
                  <a:pt x="94255" y="28801"/>
                </a:lnTo>
                <a:lnTo>
                  <a:pt x="86394" y="31087"/>
                </a:lnTo>
                <a:close/>
                <a:moveTo>
                  <a:pt x="57927" y="32732"/>
                </a:moveTo>
                <a:lnTo>
                  <a:pt x="43197" y="39470"/>
                </a:lnTo>
                <a:lnTo>
                  <a:pt x="51058" y="32431"/>
                </a:lnTo>
                <a:close/>
                <a:moveTo>
                  <a:pt x="57927" y="32732"/>
                </a:moveTo>
                <a:lnTo>
                  <a:pt x="64796" y="34479"/>
                </a:lnTo>
                <a:lnTo>
                  <a:pt x="43197" y="39470"/>
                </a:lnTo>
                <a:close/>
                <a:moveTo>
                  <a:pt x="57927" y="32732"/>
                </a:moveTo>
                <a:lnTo>
                  <a:pt x="72657" y="28871"/>
                </a:lnTo>
                <a:lnTo>
                  <a:pt x="64796" y="34479"/>
                </a:lnTo>
                <a:close/>
                <a:moveTo>
                  <a:pt x="36328" y="37905"/>
                </a:moveTo>
                <a:lnTo>
                  <a:pt x="43197" y="39470"/>
                </a:lnTo>
                <a:lnTo>
                  <a:pt x="21599" y="45303"/>
                </a:lnTo>
                <a:close/>
                <a:moveTo>
                  <a:pt x="36328" y="37905"/>
                </a:moveTo>
                <a:lnTo>
                  <a:pt x="51058" y="32431"/>
                </a:lnTo>
                <a:lnTo>
                  <a:pt x="43197" y="39470"/>
                </a:lnTo>
                <a:close/>
                <a:moveTo>
                  <a:pt x="14730" y="45437"/>
                </a:moveTo>
                <a:lnTo>
                  <a:pt x="21599" y="45303"/>
                </a:lnTo>
                <a:lnTo>
                  <a:pt x="0" y="52438"/>
                </a:lnTo>
                <a:close/>
                <a:moveTo>
                  <a:pt x="6869" y="51417"/>
                </a:moveTo>
                <a:lnTo>
                  <a:pt x="0" y="52438"/>
                </a:lnTo>
                <a:lnTo>
                  <a:pt x="21599" y="45303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29" name="PANEL_01-slope--9-220_823">
            <a:extLst>
              <a:ext uri="{FF2B5EF4-FFF2-40B4-BE49-F238E27FC236}">
                <a16:creationId xmlns:a16="http://schemas.microsoft.com/office/drawing/2014/main" id="{8DD6B7C1-870B-4BAA-92CF-73F9130E86C6}"/>
              </a:ext>
            </a:extLst>
          </p:cNvPr>
          <p:cNvSpPr>
            <a:spLocks/>
          </p:cNvSpPr>
          <p:nvPr/>
        </p:nvSpPr>
        <p:spPr>
          <a:xfrm>
            <a:off x="402192" y="499299"/>
            <a:ext cx="1869991" cy="215185"/>
          </a:xfrm>
          <a:custGeom>
            <a:pathLst>
              <a:path w="1266610" h="145753">
                <a:moveTo>
                  <a:pt x="1251880" y="127162"/>
                </a:moveTo>
                <a:lnTo>
                  <a:pt x="1245011" y="131225"/>
                </a:lnTo>
                <a:lnTo>
                  <a:pt x="1266610" y="127002"/>
                </a:lnTo>
                <a:close/>
                <a:moveTo>
                  <a:pt x="1251880" y="127162"/>
                </a:moveTo>
                <a:lnTo>
                  <a:pt x="1237150" y="124182"/>
                </a:lnTo>
                <a:lnTo>
                  <a:pt x="1245011" y="131225"/>
                </a:lnTo>
                <a:close/>
                <a:moveTo>
                  <a:pt x="1230281" y="130493"/>
                </a:moveTo>
                <a:lnTo>
                  <a:pt x="1215551" y="128764"/>
                </a:lnTo>
                <a:lnTo>
                  <a:pt x="1223413" y="133984"/>
                </a:lnTo>
                <a:close/>
                <a:moveTo>
                  <a:pt x="1230281" y="130493"/>
                </a:moveTo>
                <a:lnTo>
                  <a:pt x="1237150" y="124182"/>
                </a:lnTo>
                <a:lnTo>
                  <a:pt x="1215551" y="128764"/>
                </a:lnTo>
                <a:close/>
                <a:moveTo>
                  <a:pt x="1230281" y="130493"/>
                </a:moveTo>
                <a:lnTo>
                  <a:pt x="1245011" y="131225"/>
                </a:lnTo>
                <a:lnTo>
                  <a:pt x="1237150" y="124182"/>
                </a:lnTo>
                <a:close/>
                <a:moveTo>
                  <a:pt x="1208683" y="130187"/>
                </a:moveTo>
                <a:lnTo>
                  <a:pt x="1215551" y="128764"/>
                </a:lnTo>
                <a:lnTo>
                  <a:pt x="1193953" y="134164"/>
                </a:lnTo>
                <a:close/>
                <a:moveTo>
                  <a:pt x="1222420" y="121975"/>
                </a:moveTo>
                <a:lnTo>
                  <a:pt x="1215551" y="128764"/>
                </a:lnTo>
                <a:lnTo>
                  <a:pt x="1237150" y="124182"/>
                </a:lnTo>
                <a:close/>
                <a:moveTo>
                  <a:pt x="1200822" y="132401"/>
                </a:moveTo>
                <a:lnTo>
                  <a:pt x="1193953" y="134164"/>
                </a:lnTo>
                <a:lnTo>
                  <a:pt x="1215551" y="128764"/>
                </a:lnTo>
                <a:close/>
                <a:moveTo>
                  <a:pt x="1200822" y="132401"/>
                </a:moveTo>
                <a:lnTo>
                  <a:pt x="1186092" y="131848"/>
                </a:lnTo>
                <a:lnTo>
                  <a:pt x="1193953" y="134164"/>
                </a:lnTo>
                <a:close/>
                <a:moveTo>
                  <a:pt x="1179223" y="137192"/>
                </a:moveTo>
                <a:lnTo>
                  <a:pt x="1193953" y="134164"/>
                </a:lnTo>
                <a:lnTo>
                  <a:pt x="1186092" y="131848"/>
                </a:lnTo>
                <a:close/>
                <a:moveTo>
                  <a:pt x="641166" y="131406"/>
                </a:moveTo>
                <a:lnTo>
                  <a:pt x="634297" y="145753"/>
                </a:lnTo>
                <a:lnTo>
                  <a:pt x="655896" y="142062"/>
                </a:lnTo>
                <a:close/>
                <a:moveTo>
                  <a:pt x="641166" y="131406"/>
                </a:moveTo>
                <a:lnTo>
                  <a:pt x="626436" y="124795"/>
                </a:lnTo>
                <a:lnTo>
                  <a:pt x="634297" y="145753"/>
                </a:lnTo>
                <a:close/>
                <a:moveTo>
                  <a:pt x="641166" y="131406"/>
                </a:moveTo>
                <a:lnTo>
                  <a:pt x="655896" y="142062"/>
                </a:lnTo>
                <a:lnTo>
                  <a:pt x="648035" y="131922"/>
                </a:lnTo>
                <a:close/>
                <a:moveTo>
                  <a:pt x="399612" y="17683"/>
                </a:moveTo>
                <a:lnTo>
                  <a:pt x="392743" y="22595"/>
                </a:lnTo>
                <a:lnTo>
                  <a:pt x="414342" y="13885"/>
                </a:lnTo>
                <a:close/>
                <a:moveTo>
                  <a:pt x="399612" y="17683"/>
                </a:moveTo>
                <a:lnTo>
                  <a:pt x="384882" y="25725"/>
                </a:lnTo>
                <a:lnTo>
                  <a:pt x="392743" y="22595"/>
                </a:lnTo>
                <a:close/>
                <a:moveTo>
                  <a:pt x="378014" y="30365"/>
                </a:moveTo>
                <a:lnTo>
                  <a:pt x="371145" y="32520"/>
                </a:lnTo>
                <a:lnTo>
                  <a:pt x="392743" y="22595"/>
                </a:lnTo>
                <a:close/>
                <a:moveTo>
                  <a:pt x="378014" y="30365"/>
                </a:moveTo>
                <a:lnTo>
                  <a:pt x="363284" y="35482"/>
                </a:lnTo>
                <a:lnTo>
                  <a:pt x="371145" y="32520"/>
                </a:lnTo>
                <a:close/>
                <a:moveTo>
                  <a:pt x="378014" y="30365"/>
                </a:moveTo>
                <a:lnTo>
                  <a:pt x="392743" y="22595"/>
                </a:lnTo>
                <a:lnTo>
                  <a:pt x="384882" y="25725"/>
                </a:lnTo>
                <a:close/>
                <a:moveTo>
                  <a:pt x="356415" y="38610"/>
                </a:moveTo>
                <a:lnTo>
                  <a:pt x="363284" y="35482"/>
                </a:lnTo>
                <a:lnTo>
                  <a:pt x="341685" y="42135"/>
                </a:lnTo>
                <a:close/>
                <a:moveTo>
                  <a:pt x="356415" y="38610"/>
                </a:moveTo>
                <a:lnTo>
                  <a:pt x="371145" y="32520"/>
                </a:lnTo>
                <a:lnTo>
                  <a:pt x="363284" y="35482"/>
                </a:lnTo>
                <a:close/>
                <a:moveTo>
                  <a:pt x="313218" y="49505"/>
                </a:moveTo>
                <a:lnTo>
                  <a:pt x="320087" y="46366"/>
                </a:lnTo>
                <a:lnTo>
                  <a:pt x="298488" y="46982"/>
                </a:lnTo>
                <a:close/>
                <a:moveTo>
                  <a:pt x="254299" y="7585"/>
                </a:moveTo>
                <a:lnTo>
                  <a:pt x="239569" y="0"/>
                </a:lnTo>
                <a:lnTo>
                  <a:pt x="247430" y="13266"/>
                </a:lnTo>
                <a:close/>
                <a:moveTo>
                  <a:pt x="232700" y="4110"/>
                </a:moveTo>
                <a:lnTo>
                  <a:pt x="239569" y="0"/>
                </a:lnTo>
                <a:lnTo>
                  <a:pt x="217970" y="4499"/>
                </a:lnTo>
                <a:close/>
                <a:moveTo>
                  <a:pt x="181642" y="20296"/>
                </a:moveTo>
                <a:lnTo>
                  <a:pt x="174773" y="21854"/>
                </a:lnTo>
                <a:lnTo>
                  <a:pt x="196372" y="14513"/>
                </a:lnTo>
                <a:close/>
                <a:moveTo>
                  <a:pt x="181642" y="20296"/>
                </a:moveTo>
                <a:lnTo>
                  <a:pt x="166912" y="22073"/>
                </a:lnTo>
                <a:lnTo>
                  <a:pt x="174773" y="21854"/>
                </a:lnTo>
                <a:close/>
                <a:moveTo>
                  <a:pt x="160043" y="27366"/>
                </a:moveTo>
                <a:lnTo>
                  <a:pt x="166912" y="22073"/>
                </a:lnTo>
                <a:lnTo>
                  <a:pt x="145314" y="27940"/>
                </a:lnTo>
                <a:close/>
                <a:moveTo>
                  <a:pt x="160043" y="27366"/>
                </a:moveTo>
                <a:lnTo>
                  <a:pt x="174773" y="21854"/>
                </a:lnTo>
                <a:lnTo>
                  <a:pt x="166912" y="22073"/>
                </a:lnTo>
                <a:close/>
                <a:moveTo>
                  <a:pt x="14730" y="58443"/>
                </a:moveTo>
                <a:lnTo>
                  <a:pt x="7861" y="58896"/>
                </a:lnTo>
                <a:lnTo>
                  <a:pt x="29460" y="52438"/>
                </a:lnTo>
                <a:close/>
                <a:moveTo>
                  <a:pt x="14730" y="58443"/>
                </a:moveTo>
                <a:lnTo>
                  <a:pt x="0" y="51597"/>
                </a:lnTo>
                <a:lnTo>
                  <a:pt x="7861" y="58896"/>
                </a:lnTo>
                <a:close/>
                <a:moveTo>
                  <a:pt x="14730" y="58443"/>
                </a:moveTo>
                <a:lnTo>
                  <a:pt x="29460" y="52438"/>
                </a:lnTo>
                <a:lnTo>
                  <a:pt x="21599" y="51365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30" name="PANEL_01-slope--9-225_824">
            <a:extLst>
              <a:ext uri="{FF2B5EF4-FFF2-40B4-BE49-F238E27FC236}">
                <a16:creationId xmlns:a16="http://schemas.microsoft.com/office/drawing/2014/main" id="{F8988D45-14F5-47F0-BDF2-B6157D1453A0}"/>
              </a:ext>
            </a:extLst>
          </p:cNvPr>
          <p:cNvSpPr>
            <a:spLocks/>
          </p:cNvSpPr>
          <p:nvPr/>
        </p:nvSpPr>
        <p:spPr>
          <a:xfrm>
            <a:off x="648617" y="491243"/>
            <a:ext cx="1922160" cy="223132"/>
          </a:xfrm>
          <a:custGeom>
            <a:pathLst>
              <a:path w="1301945" h="151135">
                <a:moveTo>
                  <a:pt x="1287216" y="26957"/>
                </a:moveTo>
                <a:lnTo>
                  <a:pt x="1272486" y="34988"/>
                </a:lnTo>
                <a:lnTo>
                  <a:pt x="1280347" y="41351"/>
                </a:lnTo>
                <a:close/>
                <a:moveTo>
                  <a:pt x="1287216" y="26957"/>
                </a:moveTo>
                <a:lnTo>
                  <a:pt x="1294084" y="19881"/>
                </a:lnTo>
                <a:lnTo>
                  <a:pt x="1272486" y="34988"/>
                </a:lnTo>
                <a:close/>
                <a:moveTo>
                  <a:pt x="1287216" y="26957"/>
                </a:moveTo>
                <a:lnTo>
                  <a:pt x="1301945" y="29163"/>
                </a:lnTo>
                <a:lnTo>
                  <a:pt x="1294084" y="19881"/>
                </a:lnTo>
                <a:close/>
                <a:moveTo>
                  <a:pt x="1265617" y="47147"/>
                </a:moveTo>
                <a:lnTo>
                  <a:pt x="1258748" y="59616"/>
                </a:lnTo>
                <a:lnTo>
                  <a:pt x="1280347" y="41351"/>
                </a:lnTo>
                <a:close/>
                <a:moveTo>
                  <a:pt x="1265617" y="47147"/>
                </a:moveTo>
                <a:lnTo>
                  <a:pt x="1250887" y="53160"/>
                </a:lnTo>
                <a:lnTo>
                  <a:pt x="1258748" y="59616"/>
                </a:lnTo>
                <a:close/>
                <a:moveTo>
                  <a:pt x="1265617" y="47147"/>
                </a:moveTo>
                <a:lnTo>
                  <a:pt x="1280347" y="41351"/>
                </a:lnTo>
                <a:lnTo>
                  <a:pt x="1272486" y="34988"/>
                </a:lnTo>
                <a:close/>
                <a:moveTo>
                  <a:pt x="1244019" y="64958"/>
                </a:moveTo>
                <a:lnTo>
                  <a:pt x="1237150" y="76663"/>
                </a:lnTo>
                <a:lnTo>
                  <a:pt x="1258748" y="59616"/>
                </a:lnTo>
                <a:close/>
                <a:moveTo>
                  <a:pt x="1244019" y="64958"/>
                </a:moveTo>
                <a:lnTo>
                  <a:pt x="1229289" y="69471"/>
                </a:lnTo>
                <a:lnTo>
                  <a:pt x="1237150" y="76663"/>
                </a:lnTo>
                <a:close/>
                <a:moveTo>
                  <a:pt x="1244019" y="64958"/>
                </a:moveTo>
                <a:lnTo>
                  <a:pt x="1258748" y="59616"/>
                </a:lnTo>
                <a:lnTo>
                  <a:pt x="1250887" y="53160"/>
                </a:lnTo>
                <a:close/>
                <a:moveTo>
                  <a:pt x="1222420" y="80379"/>
                </a:moveTo>
                <a:lnTo>
                  <a:pt x="1215551" y="90726"/>
                </a:lnTo>
                <a:lnTo>
                  <a:pt x="1237150" y="76663"/>
                </a:lnTo>
                <a:close/>
                <a:moveTo>
                  <a:pt x="1222420" y="80379"/>
                </a:moveTo>
                <a:lnTo>
                  <a:pt x="1207690" y="82930"/>
                </a:lnTo>
                <a:lnTo>
                  <a:pt x="1215551" y="90726"/>
                </a:lnTo>
                <a:close/>
                <a:moveTo>
                  <a:pt x="1222420" y="80379"/>
                </a:moveTo>
                <a:lnTo>
                  <a:pt x="1229289" y="69471"/>
                </a:lnTo>
                <a:lnTo>
                  <a:pt x="1207690" y="82930"/>
                </a:lnTo>
                <a:close/>
                <a:moveTo>
                  <a:pt x="1222420" y="80379"/>
                </a:moveTo>
                <a:lnTo>
                  <a:pt x="1237150" y="76663"/>
                </a:lnTo>
                <a:lnTo>
                  <a:pt x="1229289" y="69471"/>
                </a:lnTo>
                <a:close/>
                <a:moveTo>
                  <a:pt x="1200822" y="92315"/>
                </a:moveTo>
                <a:lnTo>
                  <a:pt x="1193953" y="102335"/>
                </a:lnTo>
                <a:lnTo>
                  <a:pt x="1215551" y="90726"/>
                </a:lnTo>
                <a:close/>
                <a:moveTo>
                  <a:pt x="1200822" y="92315"/>
                </a:moveTo>
                <a:lnTo>
                  <a:pt x="1186092" y="94099"/>
                </a:lnTo>
                <a:lnTo>
                  <a:pt x="1193953" y="102335"/>
                </a:lnTo>
                <a:close/>
                <a:moveTo>
                  <a:pt x="1200822" y="92315"/>
                </a:moveTo>
                <a:lnTo>
                  <a:pt x="1207690" y="82930"/>
                </a:lnTo>
                <a:lnTo>
                  <a:pt x="1186092" y="94099"/>
                </a:lnTo>
                <a:close/>
                <a:moveTo>
                  <a:pt x="1200822" y="92315"/>
                </a:moveTo>
                <a:lnTo>
                  <a:pt x="1215551" y="90726"/>
                </a:lnTo>
                <a:lnTo>
                  <a:pt x="1207690" y="82930"/>
                </a:lnTo>
                <a:close/>
                <a:moveTo>
                  <a:pt x="1179223" y="103475"/>
                </a:moveTo>
                <a:lnTo>
                  <a:pt x="1164493" y="105069"/>
                </a:lnTo>
                <a:lnTo>
                  <a:pt x="1172354" y="113761"/>
                </a:lnTo>
                <a:close/>
                <a:moveTo>
                  <a:pt x="1179223" y="103475"/>
                </a:moveTo>
                <a:lnTo>
                  <a:pt x="1186092" y="94099"/>
                </a:lnTo>
                <a:lnTo>
                  <a:pt x="1164493" y="105069"/>
                </a:lnTo>
                <a:close/>
                <a:moveTo>
                  <a:pt x="1179223" y="103475"/>
                </a:moveTo>
                <a:lnTo>
                  <a:pt x="1193953" y="102335"/>
                </a:lnTo>
                <a:lnTo>
                  <a:pt x="1186092" y="94099"/>
                </a:lnTo>
                <a:close/>
                <a:moveTo>
                  <a:pt x="1157625" y="115137"/>
                </a:moveTo>
                <a:lnTo>
                  <a:pt x="1142895" y="115849"/>
                </a:lnTo>
                <a:lnTo>
                  <a:pt x="1150756" y="124256"/>
                </a:lnTo>
                <a:close/>
                <a:moveTo>
                  <a:pt x="1157625" y="115137"/>
                </a:moveTo>
                <a:lnTo>
                  <a:pt x="1164493" y="105069"/>
                </a:lnTo>
                <a:lnTo>
                  <a:pt x="1142895" y="115849"/>
                </a:lnTo>
                <a:close/>
                <a:moveTo>
                  <a:pt x="1157625" y="115137"/>
                </a:moveTo>
                <a:lnTo>
                  <a:pt x="1172354" y="113761"/>
                </a:lnTo>
                <a:lnTo>
                  <a:pt x="1164493" y="105069"/>
                </a:lnTo>
                <a:close/>
                <a:moveTo>
                  <a:pt x="1136026" y="125277"/>
                </a:moveTo>
                <a:lnTo>
                  <a:pt x="1142895" y="115849"/>
                </a:lnTo>
                <a:lnTo>
                  <a:pt x="1121296" y="125510"/>
                </a:lnTo>
                <a:close/>
                <a:moveTo>
                  <a:pt x="1136026" y="125277"/>
                </a:moveTo>
                <a:lnTo>
                  <a:pt x="1150756" y="124256"/>
                </a:lnTo>
                <a:lnTo>
                  <a:pt x="1142895" y="115849"/>
                </a:lnTo>
                <a:close/>
                <a:moveTo>
                  <a:pt x="1114427" y="133032"/>
                </a:moveTo>
                <a:lnTo>
                  <a:pt x="1121296" y="125510"/>
                </a:lnTo>
                <a:lnTo>
                  <a:pt x="1099698" y="132459"/>
                </a:lnTo>
                <a:close/>
                <a:moveTo>
                  <a:pt x="1149763" y="106273"/>
                </a:moveTo>
                <a:lnTo>
                  <a:pt x="1142895" y="115849"/>
                </a:lnTo>
                <a:lnTo>
                  <a:pt x="1164493" y="105069"/>
                </a:lnTo>
                <a:close/>
                <a:moveTo>
                  <a:pt x="1128165" y="116708"/>
                </a:moveTo>
                <a:lnTo>
                  <a:pt x="1121296" y="125510"/>
                </a:lnTo>
                <a:lnTo>
                  <a:pt x="1142895" y="115849"/>
                </a:lnTo>
                <a:close/>
                <a:moveTo>
                  <a:pt x="1128165" y="116708"/>
                </a:moveTo>
                <a:lnTo>
                  <a:pt x="1113435" y="117454"/>
                </a:lnTo>
                <a:lnTo>
                  <a:pt x="1121296" y="125510"/>
                </a:lnTo>
                <a:close/>
                <a:moveTo>
                  <a:pt x="1106566" y="127024"/>
                </a:moveTo>
                <a:lnTo>
                  <a:pt x="1099698" y="132459"/>
                </a:lnTo>
                <a:lnTo>
                  <a:pt x="1121296" y="125510"/>
                </a:lnTo>
                <a:close/>
                <a:moveTo>
                  <a:pt x="1106566" y="127024"/>
                </a:moveTo>
                <a:lnTo>
                  <a:pt x="1091836" y="124628"/>
                </a:lnTo>
                <a:lnTo>
                  <a:pt x="1099698" y="132459"/>
                </a:lnTo>
                <a:close/>
                <a:moveTo>
                  <a:pt x="1106566" y="127024"/>
                </a:moveTo>
                <a:lnTo>
                  <a:pt x="1121296" y="125510"/>
                </a:lnTo>
                <a:lnTo>
                  <a:pt x="1113435" y="117454"/>
                </a:lnTo>
                <a:close/>
                <a:moveTo>
                  <a:pt x="1084968" y="132619"/>
                </a:moveTo>
                <a:lnTo>
                  <a:pt x="1091836" y="124628"/>
                </a:lnTo>
                <a:lnTo>
                  <a:pt x="1070238" y="129638"/>
                </a:lnTo>
                <a:close/>
                <a:moveTo>
                  <a:pt x="1084968" y="132619"/>
                </a:moveTo>
                <a:lnTo>
                  <a:pt x="1099698" y="132459"/>
                </a:lnTo>
                <a:lnTo>
                  <a:pt x="1091836" y="124628"/>
                </a:lnTo>
                <a:close/>
                <a:moveTo>
                  <a:pt x="1012311" y="142649"/>
                </a:moveTo>
                <a:lnTo>
                  <a:pt x="1005442" y="151135"/>
                </a:lnTo>
                <a:lnTo>
                  <a:pt x="1027041" y="139621"/>
                </a:lnTo>
                <a:close/>
                <a:moveTo>
                  <a:pt x="1012311" y="142649"/>
                </a:moveTo>
                <a:lnTo>
                  <a:pt x="997581" y="140995"/>
                </a:lnTo>
                <a:lnTo>
                  <a:pt x="1005442" y="151135"/>
                </a:lnTo>
                <a:close/>
                <a:moveTo>
                  <a:pt x="57927" y="0"/>
                </a:moveTo>
                <a:lnTo>
                  <a:pt x="51058" y="9956"/>
                </a:lnTo>
                <a:lnTo>
                  <a:pt x="72657" y="5457"/>
                </a:lnTo>
                <a:close/>
                <a:moveTo>
                  <a:pt x="57927" y="0"/>
                </a:moveTo>
                <a:lnTo>
                  <a:pt x="43197" y="4147"/>
                </a:lnTo>
                <a:lnTo>
                  <a:pt x="51058" y="9956"/>
                </a:lnTo>
                <a:close/>
                <a:moveTo>
                  <a:pt x="36328" y="12162"/>
                </a:moveTo>
                <a:lnTo>
                  <a:pt x="29460" y="19970"/>
                </a:lnTo>
                <a:lnTo>
                  <a:pt x="51058" y="9956"/>
                </a:lnTo>
                <a:close/>
                <a:moveTo>
                  <a:pt x="36328" y="12162"/>
                </a:moveTo>
                <a:lnTo>
                  <a:pt x="21599" y="16495"/>
                </a:lnTo>
                <a:lnTo>
                  <a:pt x="29460" y="19970"/>
                </a:lnTo>
                <a:close/>
                <a:moveTo>
                  <a:pt x="36328" y="12162"/>
                </a:moveTo>
                <a:lnTo>
                  <a:pt x="51058" y="9956"/>
                </a:lnTo>
                <a:lnTo>
                  <a:pt x="43197" y="4147"/>
                </a:lnTo>
                <a:close/>
                <a:moveTo>
                  <a:pt x="14730" y="25753"/>
                </a:moveTo>
                <a:lnTo>
                  <a:pt x="21599" y="16495"/>
                </a:lnTo>
                <a:lnTo>
                  <a:pt x="0" y="27530"/>
                </a:lnTo>
                <a:close/>
                <a:moveTo>
                  <a:pt x="14730" y="25753"/>
                </a:moveTo>
                <a:lnTo>
                  <a:pt x="29460" y="19970"/>
                </a:lnTo>
                <a:lnTo>
                  <a:pt x="21599" y="16495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531" name="PANEL_01-slope--9-230_825">
            <a:extLst>
              <a:ext uri="{FF2B5EF4-FFF2-40B4-BE49-F238E27FC236}">
                <a16:creationId xmlns:a16="http://schemas.microsoft.com/office/drawing/2014/main" id="{E38E8864-D834-4682-A0B0-2365E5297E0E}"/>
              </a:ext>
            </a:extLst>
          </p:cNvPr>
          <p:cNvSpPr>
            <a:spLocks/>
          </p:cNvSpPr>
          <p:nvPr/>
        </p:nvSpPr>
        <p:spPr>
          <a:xfrm>
            <a:off x="2538889" y="531041"/>
            <a:ext cx="31888" cy="21250"/>
          </a:xfrm>
          <a:custGeom>
            <a:pathLst>
              <a:path w="21599" h="14394">
                <a:moveTo>
                  <a:pt x="6869" y="0"/>
                </a:moveTo>
                <a:lnTo>
                  <a:pt x="0" y="14394"/>
                </a:lnTo>
                <a:lnTo>
                  <a:pt x="21599" y="2206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532" name="PANEL_01-water--9-230_826">
            <a:extLst>
              <a:ext uri="{FF2B5EF4-FFF2-40B4-BE49-F238E27FC236}">
                <a16:creationId xmlns:a16="http://schemas.microsoft.com/office/drawing/2014/main" id="{6C833447-B32F-42D9-A377-E3707D4475B1}"/>
              </a:ext>
            </a:extLst>
          </p:cNvPr>
          <p:cNvSpPr>
            <a:spLocks/>
          </p:cNvSpPr>
          <p:nvPr/>
        </p:nvSpPr>
        <p:spPr>
          <a:xfrm>
            <a:off x="1338652" y="692635"/>
            <a:ext cx="794373" cy="29996"/>
          </a:xfrm>
          <a:custGeom>
            <a:pathLst>
              <a:path w="538057" h="20317">
                <a:moveTo>
                  <a:pt x="523327" y="11501"/>
                </a:moveTo>
                <a:lnTo>
                  <a:pt x="516458" y="18416"/>
                </a:lnTo>
                <a:lnTo>
                  <a:pt x="538057" y="14725"/>
                </a:lnTo>
                <a:close/>
                <a:moveTo>
                  <a:pt x="523327" y="11501"/>
                </a:moveTo>
                <a:lnTo>
                  <a:pt x="508597" y="8276"/>
                </a:lnTo>
                <a:lnTo>
                  <a:pt x="516458" y="18416"/>
                </a:lnTo>
                <a:close/>
                <a:moveTo>
                  <a:pt x="523327" y="11501"/>
                </a:moveTo>
                <a:lnTo>
                  <a:pt x="530196" y="4585"/>
                </a:lnTo>
                <a:lnTo>
                  <a:pt x="508597" y="8276"/>
                </a:lnTo>
                <a:close/>
                <a:moveTo>
                  <a:pt x="523327" y="11501"/>
                </a:moveTo>
                <a:lnTo>
                  <a:pt x="538057" y="14725"/>
                </a:lnTo>
                <a:lnTo>
                  <a:pt x="530196" y="4585"/>
                </a:lnTo>
                <a:close/>
                <a:moveTo>
                  <a:pt x="501729" y="15191"/>
                </a:moveTo>
                <a:lnTo>
                  <a:pt x="508597" y="8276"/>
                </a:lnTo>
                <a:lnTo>
                  <a:pt x="486999" y="11967"/>
                </a:lnTo>
                <a:close/>
                <a:moveTo>
                  <a:pt x="501729" y="15191"/>
                </a:moveTo>
                <a:lnTo>
                  <a:pt x="516458" y="18416"/>
                </a:lnTo>
                <a:lnTo>
                  <a:pt x="508597" y="8276"/>
                </a:lnTo>
                <a:close/>
                <a:moveTo>
                  <a:pt x="493867" y="5051"/>
                </a:moveTo>
                <a:lnTo>
                  <a:pt x="486999" y="11967"/>
                </a:lnTo>
                <a:lnTo>
                  <a:pt x="508597" y="8276"/>
                </a:lnTo>
                <a:close/>
                <a:moveTo>
                  <a:pt x="493867" y="5051"/>
                </a:moveTo>
                <a:lnTo>
                  <a:pt x="479138" y="1827"/>
                </a:lnTo>
                <a:lnTo>
                  <a:pt x="486999" y="11967"/>
                </a:lnTo>
                <a:close/>
                <a:moveTo>
                  <a:pt x="472269" y="8742"/>
                </a:moveTo>
                <a:lnTo>
                  <a:pt x="465400" y="15657"/>
                </a:lnTo>
                <a:lnTo>
                  <a:pt x="486999" y="11967"/>
                </a:lnTo>
                <a:close/>
                <a:moveTo>
                  <a:pt x="472269" y="8742"/>
                </a:moveTo>
                <a:lnTo>
                  <a:pt x="457539" y="5517"/>
                </a:lnTo>
                <a:lnTo>
                  <a:pt x="465400" y="15657"/>
                </a:lnTo>
                <a:close/>
                <a:moveTo>
                  <a:pt x="472269" y="8742"/>
                </a:moveTo>
                <a:lnTo>
                  <a:pt x="486999" y="11967"/>
                </a:lnTo>
                <a:lnTo>
                  <a:pt x="479138" y="1827"/>
                </a:lnTo>
                <a:close/>
                <a:moveTo>
                  <a:pt x="450670" y="12433"/>
                </a:moveTo>
                <a:lnTo>
                  <a:pt x="435941" y="9208"/>
                </a:lnTo>
                <a:lnTo>
                  <a:pt x="443802" y="19348"/>
                </a:lnTo>
                <a:close/>
                <a:moveTo>
                  <a:pt x="450670" y="12433"/>
                </a:moveTo>
                <a:lnTo>
                  <a:pt x="457539" y="5517"/>
                </a:lnTo>
                <a:lnTo>
                  <a:pt x="435941" y="9208"/>
                </a:lnTo>
                <a:close/>
                <a:moveTo>
                  <a:pt x="450670" y="12433"/>
                </a:moveTo>
                <a:lnTo>
                  <a:pt x="465400" y="15657"/>
                </a:lnTo>
                <a:lnTo>
                  <a:pt x="457539" y="5517"/>
                </a:lnTo>
                <a:close/>
                <a:moveTo>
                  <a:pt x="429072" y="16123"/>
                </a:moveTo>
                <a:lnTo>
                  <a:pt x="435941" y="9208"/>
                </a:lnTo>
                <a:lnTo>
                  <a:pt x="414342" y="12899"/>
                </a:lnTo>
                <a:close/>
                <a:moveTo>
                  <a:pt x="429072" y="16123"/>
                </a:moveTo>
                <a:lnTo>
                  <a:pt x="443802" y="19348"/>
                </a:lnTo>
                <a:lnTo>
                  <a:pt x="435941" y="9208"/>
                </a:lnTo>
                <a:close/>
                <a:moveTo>
                  <a:pt x="442809" y="2293"/>
                </a:moveTo>
                <a:lnTo>
                  <a:pt x="435941" y="9208"/>
                </a:lnTo>
                <a:lnTo>
                  <a:pt x="457539" y="5517"/>
                </a:lnTo>
                <a:close/>
                <a:moveTo>
                  <a:pt x="421211" y="5983"/>
                </a:moveTo>
                <a:lnTo>
                  <a:pt x="414342" y="12899"/>
                </a:lnTo>
                <a:lnTo>
                  <a:pt x="435941" y="9208"/>
                </a:lnTo>
                <a:close/>
                <a:moveTo>
                  <a:pt x="421211" y="5983"/>
                </a:moveTo>
                <a:lnTo>
                  <a:pt x="406481" y="2759"/>
                </a:lnTo>
                <a:lnTo>
                  <a:pt x="414342" y="12899"/>
                </a:lnTo>
                <a:close/>
                <a:moveTo>
                  <a:pt x="399612" y="9674"/>
                </a:moveTo>
                <a:lnTo>
                  <a:pt x="392743" y="16589"/>
                </a:lnTo>
                <a:lnTo>
                  <a:pt x="414342" y="12899"/>
                </a:lnTo>
                <a:close/>
                <a:moveTo>
                  <a:pt x="399612" y="9674"/>
                </a:moveTo>
                <a:lnTo>
                  <a:pt x="384882" y="6449"/>
                </a:lnTo>
                <a:lnTo>
                  <a:pt x="392743" y="16589"/>
                </a:lnTo>
                <a:close/>
                <a:moveTo>
                  <a:pt x="399612" y="9674"/>
                </a:moveTo>
                <a:lnTo>
                  <a:pt x="406481" y="2759"/>
                </a:lnTo>
                <a:lnTo>
                  <a:pt x="384882" y="6449"/>
                </a:lnTo>
                <a:close/>
                <a:moveTo>
                  <a:pt x="399612" y="9674"/>
                </a:moveTo>
                <a:lnTo>
                  <a:pt x="414342" y="12899"/>
                </a:lnTo>
                <a:lnTo>
                  <a:pt x="406481" y="2759"/>
                </a:lnTo>
                <a:close/>
                <a:moveTo>
                  <a:pt x="378014" y="13365"/>
                </a:moveTo>
                <a:lnTo>
                  <a:pt x="363284" y="10140"/>
                </a:lnTo>
                <a:lnTo>
                  <a:pt x="371145" y="20280"/>
                </a:lnTo>
                <a:close/>
                <a:moveTo>
                  <a:pt x="378014" y="13365"/>
                </a:moveTo>
                <a:lnTo>
                  <a:pt x="384882" y="6449"/>
                </a:lnTo>
                <a:lnTo>
                  <a:pt x="363284" y="10140"/>
                </a:lnTo>
                <a:close/>
                <a:moveTo>
                  <a:pt x="378014" y="13365"/>
                </a:moveTo>
                <a:lnTo>
                  <a:pt x="392743" y="16589"/>
                </a:lnTo>
                <a:lnTo>
                  <a:pt x="384882" y="6449"/>
                </a:lnTo>
                <a:close/>
                <a:moveTo>
                  <a:pt x="356415" y="17055"/>
                </a:moveTo>
                <a:lnTo>
                  <a:pt x="363284" y="10140"/>
                </a:lnTo>
                <a:lnTo>
                  <a:pt x="341685" y="13831"/>
                </a:lnTo>
                <a:close/>
                <a:moveTo>
                  <a:pt x="370152" y="3225"/>
                </a:moveTo>
                <a:lnTo>
                  <a:pt x="363284" y="10140"/>
                </a:lnTo>
                <a:lnTo>
                  <a:pt x="384882" y="6449"/>
                </a:lnTo>
                <a:close/>
                <a:moveTo>
                  <a:pt x="348554" y="6915"/>
                </a:moveTo>
                <a:lnTo>
                  <a:pt x="341685" y="13831"/>
                </a:lnTo>
                <a:lnTo>
                  <a:pt x="363284" y="10140"/>
                </a:lnTo>
                <a:close/>
                <a:moveTo>
                  <a:pt x="348554" y="6915"/>
                </a:moveTo>
                <a:lnTo>
                  <a:pt x="333824" y="3691"/>
                </a:lnTo>
                <a:lnTo>
                  <a:pt x="341685" y="13831"/>
                </a:lnTo>
                <a:close/>
                <a:moveTo>
                  <a:pt x="348554" y="6915"/>
                </a:moveTo>
                <a:lnTo>
                  <a:pt x="363284" y="10140"/>
                </a:lnTo>
                <a:lnTo>
                  <a:pt x="355423" y="0"/>
                </a:lnTo>
                <a:close/>
                <a:moveTo>
                  <a:pt x="326955" y="10606"/>
                </a:moveTo>
                <a:lnTo>
                  <a:pt x="320087" y="17521"/>
                </a:lnTo>
                <a:lnTo>
                  <a:pt x="341685" y="13831"/>
                </a:lnTo>
                <a:close/>
                <a:moveTo>
                  <a:pt x="326955" y="10606"/>
                </a:moveTo>
                <a:lnTo>
                  <a:pt x="312226" y="7381"/>
                </a:lnTo>
                <a:lnTo>
                  <a:pt x="320087" y="17521"/>
                </a:lnTo>
                <a:close/>
                <a:moveTo>
                  <a:pt x="326955" y="10606"/>
                </a:moveTo>
                <a:lnTo>
                  <a:pt x="333824" y="3691"/>
                </a:lnTo>
                <a:lnTo>
                  <a:pt x="312226" y="7381"/>
                </a:lnTo>
                <a:close/>
                <a:moveTo>
                  <a:pt x="326955" y="10606"/>
                </a:moveTo>
                <a:lnTo>
                  <a:pt x="341685" y="13831"/>
                </a:lnTo>
                <a:lnTo>
                  <a:pt x="333824" y="3691"/>
                </a:lnTo>
                <a:close/>
                <a:moveTo>
                  <a:pt x="305357" y="14296"/>
                </a:moveTo>
                <a:lnTo>
                  <a:pt x="312226" y="7381"/>
                </a:lnTo>
                <a:lnTo>
                  <a:pt x="290627" y="11072"/>
                </a:lnTo>
                <a:close/>
                <a:moveTo>
                  <a:pt x="305357" y="14296"/>
                </a:moveTo>
                <a:lnTo>
                  <a:pt x="320087" y="17521"/>
                </a:lnTo>
                <a:lnTo>
                  <a:pt x="312226" y="7381"/>
                </a:lnTo>
                <a:close/>
                <a:moveTo>
                  <a:pt x="283758" y="17987"/>
                </a:moveTo>
                <a:lnTo>
                  <a:pt x="290627" y="11072"/>
                </a:lnTo>
                <a:lnTo>
                  <a:pt x="269028" y="14762"/>
                </a:lnTo>
                <a:close/>
                <a:moveTo>
                  <a:pt x="297496" y="4157"/>
                </a:moveTo>
                <a:lnTo>
                  <a:pt x="290627" y="11072"/>
                </a:lnTo>
                <a:lnTo>
                  <a:pt x="312226" y="7381"/>
                </a:lnTo>
                <a:close/>
                <a:moveTo>
                  <a:pt x="275897" y="7847"/>
                </a:moveTo>
                <a:lnTo>
                  <a:pt x="269028" y="14762"/>
                </a:lnTo>
                <a:lnTo>
                  <a:pt x="290627" y="11072"/>
                </a:lnTo>
                <a:close/>
                <a:moveTo>
                  <a:pt x="275897" y="7847"/>
                </a:moveTo>
                <a:lnTo>
                  <a:pt x="261167" y="4623"/>
                </a:lnTo>
                <a:lnTo>
                  <a:pt x="269028" y="14762"/>
                </a:lnTo>
                <a:close/>
                <a:moveTo>
                  <a:pt x="275897" y="7847"/>
                </a:moveTo>
                <a:lnTo>
                  <a:pt x="290627" y="11072"/>
                </a:lnTo>
                <a:lnTo>
                  <a:pt x="282766" y="932"/>
                </a:lnTo>
                <a:close/>
                <a:moveTo>
                  <a:pt x="254299" y="11538"/>
                </a:moveTo>
                <a:lnTo>
                  <a:pt x="247430" y="18453"/>
                </a:lnTo>
                <a:lnTo>
                  <a:pt x="269028" y="14762"/>
                </a:lnTo>
                <a:close/>
                <a:moveTo>
                  <a:pt x="254299" y="11538"/>
                </a:moveTo>
                <a:lnTo>
                  <a:pt x="239569" y="8313"/>
                </a:lnTo>
                <a:lnTo>
                  <a:pt x="247430" y="18453"/>
                </a:lnTo>
                <a:close/>
                <a:moveTo>
                  <a:pt x="254299" y="11538"/>
                </a:moveTo>
                <a:lnTo>
                  <a:pt x="261167" y="4623"/>
                </a:lnTo>
                <a:lnTo>
                  <a:pt x="239569" y="8313"/>
                </a:lnTo>
                <a:close/>
                <a:moveTo>
                  <a:pt x="254299" y="11538"/>
                </a:moveTo>
                <a:lnTo>
                  <a:pt x="269028" y="14762"/>
                </a:lnTo>
                <a:lnTo>
                  <a:pt x="261167" y="4623"/>
                </a:lnTo>
                <a:close/>
                <a:moveTo>
                  <a:pt x="232700" y="15228"/>
                </a:moveTo>
                <a:lnTo>
                  <a:pt x="239569" y="8313"/>
                </a:lnTo>
                <a:lnTo>
                  <a:pt x="217970" y="12004"/>
                </a:lnTo>
                <a:close/>
                <a:moveTo>
                  <a:pt x="232700" y="15228"/>
                </a:moveTo>
                <a:lnTo>
                  <a:pt x="247430" y="18453"/>
                </a:lnTo>
                <a:lnTo>
                  <a:pt x="239569" y="8313"/>
                </a:lnTo>
                <a:close/>
                <a:moveTo>
                  <a:pt x="224839" y="5089"/>
                </a:moveTo>
                <a:lnTo>
                  <a:pt x="217970" y="12004"/>
                </a:lnTo>
                <a:lnTo>
                  <a:pt x="239569" y="8313"/>
                </a:lnTo>
                <a:close/>
                <a:moveTo>
                  <a:pt x="224839" y="5089"/>
                </a:moveTo>
                <a:lnTo>
                  <a:pt x="210109" y="1864"/>
                </a:lnTo>
                <a:lnTo>
                  <a:pt x="217970" y="12004"/>
                </a:lnTo>
                <a:close/>
                <a:moveTo>
                  <a:pt x="203240" y="8779"/>
                </a:moveTo>
                <a:lnTo>
                  <a:pt x="196372" y="15694"/>
                </a:lnTo>
                <a:lnTo>
                  <a:pt x="217970" y="12004"/>
                </a:lnTo>
                <a:close/>
                <a:moveTo>
                  <a:pt x="203240" y="8779"/>
                </a:moveTo>
                <a:lnTo>
                  <a:pt x="188511" y="5555"/>
                </a:lnTo>
                <a:lnTo>
                  <a:pt x="196372" y="15694"/>
                </a:lnTo>
                <a:close/>
                <a:moveTo>
                  <a:pt x="203240" y="8779"/>
                </a:moveTo>
                <a:lnTo>
                  <a:pt x="217970" y="12004"/>
                </a:lnTo>
                <a:lnTo>
                  <a:pt x="210109" y="1864"/>
                </a:lnTo>
                <a:close/>
                <a:moveTo>
                  <a:pt x="181642" y="12470"/>
                </a:moveTo>
                <a:lnTo>
                  <a:pt x="166912" y="9245"/>
                </a:lnTo>
                <a:lnTo>
                  <a:pt x="174773" y="19385"/>
                </a:lnTo>
                <a:close/>
                <a:moveTo>
                  <a:pt x="181642" y="12470"/>
                </a:moveTo>
                <a:lnTo>
                  <a:pt x="188511" y="5555"/>
                </a:lnTo>
                <a:lnTo>
                  <a:pt x="166912" y="9245"/>
                </a:lnTo>
                <a:close/>
                <a:moveTo>
                  <a:pt x="181642" y="12470"/>
                </a:moveTo>
                <a:lnTo>
                  <a:pt x="196372" y="15694"/>
                </a:lnTo>
                <a:lnTo>
                  <a:pt x="188511" y="5555"/>
                </a:lnTo>
                <a:close/>
                <a:moveTo>
                  <a:pt x="160043" y="16160"/>
                </a:moveTo>
                <a:lnTo>
                  <a:pt x="166912" y="9245"/>
                </a:lnTo>
                <a:lnTo>
                  <a:pt x="145314" y="12936"/>
                </a:lnTo>
                <a:close/>
                <a:moveTo>
                  <a:pt x="160043" y="16160"/>
                </a:moveTo>
                <a:lnTo>
                  <a:pt x="174773" y="19385"/>
                </a:lnTo>
                <a:lnTo>
                  <a:pt x="166912" y="9245"/>
                </a:lnTo>
                <a:close/>
                <a:moveTo>
                  <a:pt x="173781" y="2330"/>
                </a:moveTo>
                <a:lnTo>
                  <a:pt x="166912" y="9245"/>
                </a:lnTo>
                <a:lnTo>
                  <a:pt x="188511" y="5555"/>
                </a:lnTo>
                <a:close/>
                <a:moveTo>
                  <a:pt x="152182" y="6021"/>
                </a:moveTo>
                <a:lnTo>
                  <a:pt x="145314" y="12936"/>
                </a:lnTo>
                <a:lnTo>
                  <a:pt x="166912" y="9245"/>
                </a:lnTo>
                <a:close/>
                <a:moveTo>
                  <a:pt x="152182" y="6021"/>
                </a:moveTo>
                <a:lnTo>
                  <a:pt x="137452" y="2796"/>
                </a:lnTo>
                <a:lnTo>
                  <a:pt x="145314" y="12936"/>
                </a:lnTo>
                <a:close/>
                <a:moveTo>
                  <a:pt x="130584" y="9711"/>
                </a:moveTo>
                <a:lnTo>
                  <a:pt x="123715" y="16626"/>
                </a:lnTo>
                <a:lnTo>
                  <a:pt x="145314" y="12936"/>
                </a:lnTo>
                <a:close/>
                <a:moveTo>
                  <a:pt x="130584" y="9711"/>
                </a:moveTo>
                <a:lnTo>
                  <a:pt x="115854" y="6487"/>
                </a:lnTo>
                <a:lnTo>
                  <a:pt x="123715" y="16626"/>
                </a:lnTo>
                <a:close/>
                <a:moveTo>
                  <a:pt x="130584" y="9711"/>
                </a:moveTo>
                <a:lnTo>
                  <a:pt x="137452" y="2796"/>
                </a:lnTo>
                <a:lnTo>
                  <a:pt x="115854" y="6487"/>
                </a:lnTo>
                <a:close/>
                <a:moveTo>
                  <a:pt x="130584" y="9711"/>
                </a:moveTo>
                <a:lnTo>
                  <a:pt x="145314" y="12936"/>
                </a:lnTo>
                <a:lnTo>
                  <a:pt x="137452" y="2796"/>
                </a:lnTo>
                <a:close/>
                <a:moveTo>
                  <a:pt x="108985" y="13402"/>
                </a:moveTo>
                <a:lnTo>
                  <a:pt x="94255" y="10177"/>
                </a:lnTo>
                <a:lnTo>
                  <a:pt x="102116" y="20317"/>
                </a:lnTo>
                <a:close/>
                <a:moveTo>
                  <a:pt x="108985" y="13402"/>
                </a:moveTo>
                <a:lnTo>
                  <a:pt x="115854" y="6487"/>
                </a:lnTo>
                <a:lnTo>
                  <a:pt x="94255" y="10177"/>
                </a:lnTo>
                <a:close/>
                <a:moveTo>
                  <a:pt x="108985" y="13402"/>
                </a:moveTo>
                <a:lnTo>
                  <a:pt x="123715" y="16626"/>
                </a:lnTo>
                <a:lnTo>
                  <a:pt x="115854" y="6487"/>
                </a:lnTo>
                <a:close/>
                <a:moveTo>
                  <a:pt x="87387" y="17092"/>
                </a:moveTo>
                <a:lnTo>
                  <a:pt x="94255" y="10177"/>
                </a:lnTo>
                <a:lnTo>
                  <a:pt x="72657" y="13868"/>
                </a:lnTo>
                <a:close/>
                <a:moveTo>
                  <a:pt x="101124" y="3262"/>
                </a:moveTo>
                <a:lnTo>
                  <a:pt x="94255" y="10177"/>
                </a:lnTo>
                <a:lnTo>
                  <a:pt x="115854" y="6487"/>
                </a:lnTo>
                <a:close/>
                <a:moveTo>
                  <a:pt x="79525" y="6952"/>
                </a:moveTo>
                <a:lnTo>
                  <a:pt x="72657" y="13868"/>
                </a:lnTo>
                <a:lnTo>
                  <a:pt x="94255" y="10177"/>
                </a:lnTo>
                <a:close/>
                <a:moveTo>
                  <a:pt x="79525" y="6952"/>
                </a:moveTo>
                <a:lnTo>
                  <a:pt x="64796" y="3728"/>
                </a:lnTo>
                <a:lnTo>
                  <a:pt x="72657" y="13868"/>
                </a:lnTo>
                <a:close/>
                <a:moveTo>
                  <a:pt x="79525" y="6952"/>
                </a:moveTo>
                <a:lnTo>
                  <a:pt x="94255" y="10177"/>
                </a:lnTo>
                <a:lnTo>
                  <a:pt x="86394" y="37"/>
                </a:lnTo>
                <a:close/>
                <a:moveTo>
                  <a:pt x="57927" y="10643"/>
                </a:moveTo>
                <a:lnTo>
                  <a:pt x="51058" y="17558"/>
                </a:lnTo>
                <a:lnTo>
                  <a:pt x="72657" y="13868"/>
                </a:lnTo>
                <a:close/>
                <a:moveTo>
                  <a:pt x="57927" y="10643"/>
                </a:moveTo>
                <a:lnTo>
                  <a:pt x="43197" y="7418"/>
                </a:lnTo>
                <a:lnTo>
                  <a:pt x="51058" y="17558"/>
                </a:lnTo>
                <a:close/>
                <a:moveTo>
                  <a:pt x="57927" y="10643"/>
                </a:moveTo>
                <a:lnTo>
                  <a:pt x="64796" y="3728"/>
                </a:lnTo>
                <a:lnTo>
                  <a:pt x="43197" y="7418"/>
                </a:lnTo>
                <a:close/>
                <a:moveTo>
                  <a:pt x="57927" y="10643"/>
                </a:moveTo>
                <a:lnTo>
                  <a:pt x="72657" y="13868"/>
                </a:lnTo>
                <a:lnTo>
                  <a:pt x="64796" y="3728"/>
                </a:lnTo>
                <a:close/>
                <a:moveTo>
                  <a:pt x="36328" y="14334"/>
                </a:moveTo>
                <a:lnTo>
                  <a:pt x="43197" y="7418"/>
                </a:lnTo>
                <a:lnTo>
                  <a:pt x="21599" y="11109"/>
                </a:lnTo>
                <a:close/>
                <a:moveTo>
                  <a:pt x="36328" y="14334"/>
                </a:moveTo>
                <a:lnTo>
                  <a:pt x="51058" y="17558"/>
                </a:lnTo>
                <a:lnTo>
                  <a:pt x="43197" y="7418"/>
                </a:lnTo>
                <a:close/>
                <a:moveTo>
                  <a:pt x="14730" y="18024"/>
                </a:moveTo>
                <a:lnTo>
                  <a:pt x="21599" y="11109"/>
                </a:lnTo>
                <a:lnTo>
                  <a:pt x="0" y="14800"/>
                </a:lnTo>
                <a:close/>
                <a:moveTo>
                  <a:pt x="28467" y="4194"/>
                </a:moveTo>
                <a:lnTo>
                  <a:pt x="21599" y="11109"/>
                </a:lnTo>
                <a:lnTo>
                  <a:pt x="43197" y="7418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533" name="PANEL_01-slope--8-210_827">
            <a:extLst>
              <a:ext uri="{FF2B5EF4-FFF2-40B4-BE49-F238E27FC236}">
                <a16:creationId xmlns:a16="http://schemas.microsoft.com/office/drawing/2014/main" id="{5A0B6751-2CAE-47B8-BCC2-1F47BA51CABE}"/>
              </a:ext>
            </a:extLst>
          </p:cNvPr>
          <p:cNvSpPr>
            <a:spLocks/>
          </p:cNvSpPr>
          <p:nvPr/>
        </p:nvSpPr>
        <p:spPr>
          <a:xfrm>
            <a:off x="1047269" y="531088"/>
            <a:ext cx="302989" cy="198367"/>
          </a:xfrm>
          <a:custGeom>
            <a:pathLst>
              <a:path w="205226" h="134361">
                <a:moveTo>
                  <a:pt x="190496" y="116574"/>
                </a:moveTo>
                <a:lnTo>
                  <a:pt x="197364" y="124221"/>
                </a:lnTo>
                <a:lnTo>
                  <a:pt x="175766" y="109068"/>
                </a:lnTo>
                <a:close/>
                <a:moveTo>
                  <a:pt x="190496" y="116574"/>
                </a:moveTo>
                <a:lnTo>
                  <a:pt x="205226" y="134361"/>
                </a:lnTo>
                <a:lnTo>
                  <a:pt x="197364" y="124221"/>
                </a:lnTo>
                <a:close/>
                <a:moveTo>
                  <a:pt x="131576" y="85653"/>
                </a:moveTo>
                <a:lnTo>
                  <a:pt x="124708" y="85034"/>
                </a:lnTo>
                <a:lnTo>
                  <a:pt x="146306" y="93543"/>
                </a:lnTo>
                <a:close/>
                <a:moveTo>
                  <a:pt x="131576" y="85653"/>
                </a:moveTo>
                <a:lnTo>
                  <a:pt x="116846" y="76413"/>
                </a:lnTo>
                <a:lnTo>
                  <a:pt x="124708" y="85034"/>
                </a:lnTo>
                <a:close/>
                <a:moveTo>
                  <a:pt x="109978" y="75967"/>
                </a:moveTo>
                <a:lnTo>
                  <a:pt x="116846" y="76413"/>
                </a:lnTo>
                <a:lnTo>
                  <a:pt x="95248" y="64886"/>
                </a:lnTo>
                <a:close/>
                <a:moveTo>
                  <a:pt x="109978" y="75967"/>
                </a:moveTo>
                <a:lnTo>
                  <a:pt x="124708" y="85034"/>
                </a:lnTo>
                <a:lnTo>
                  <a:pt x="116846" y="76413"/>
                </a:lnTo>
                <a:close/>
                <a:moveTo>
                  <a:pt x="102116" y="67397"/>
                </a:moveTo>
                <a:lnTo>
                  <a:pt x="95248" y="64886"/>
                </a:lnTo>
                <a:lnTo>
                  <a:pt x="116846" y="76413"/>
                </a:lnTo>
                <a:close/>
                <a:moveTo>
                  <a:pt x="102116" y="67397"/>
                </a:moveTo>
                <a:lnTo>
                  <a:pt x="87387" y="56189"/>
                </a:lnTo>
                <a:lnTo>
                  <a:pt x="95248" y="64886"/>
                </a:lnTo>
                <a:close/>
                <a:moveTo>
                  <a:pt x="80518" y="53127"/>
                </a:moveTo>
                <a:lnTo>
                  <a:pt x="87387" y="56189"/>
                </a:lnTo>
                <a:lnTo>
                  <a:pt x="65788" y="42581"/>
                </a:lnTo>
                <a:close/>
                <a:moveTo>
                  <a:pt x="80518" y="53127"/>
                </a:moveTo>
                <a:lnTo>
                  <a:pt x="95248" y="64886"/>
                </a:lnTo>
                <a:lnTo>
                  <a:pt x="87387" y="56189"/>
                </a:lnTo>
                <a:close/>
                <a:moveTo>
                  <a:pt x="72657" y="46013"/>
                </a:moveTo>
                <a:lnTo>
                  <a:pt x="65788" y="42581"/>
                </a:lnTo>
                <a:lnTo>
                  <a:pt x="87387" y="56189"/>
                </a:lnTo>
                <a:close/>
                <a:moveTo>
                  <a:pt x="72657" y="46013"/>
                </a:moveTo>
                <a:lnTo>
                  <a:pt x="57927" y="35908"/>
                </a:lnTo>
                <a:lnTo>
                  <a:pt x="65788" y="42581"/>
                </a:lnTo>
                <a:close/>
                <a:moveTo>
                  <a:pt x="51058" y="31725"/>
                </a:moveTo>
                <a:lnTo>
                  <a:pt x="44190" y="30977"/>
                </a:lnTo>
                <a:lnTo>
                  <a:pt x="65788" y="42581"/>
                </a:lnTo>
                <a:close/>
                <a:moveTo>
                  <a:pt x="51058" y="31725"/>
                </a:moveTo>
                <a:lnTo>
                  <a:pt x="36328" y="23065"/>
                </a:lnTo>
                <a:lnTo>
                  <a:pt x="44190" y="30977"/>
                </a:lnTo>
                <a:close/>
                <a:moveTo>
                  <a:pt x="51058" y="31725"/>
                </a:moveTo>
                <a:lnTo>
                  <a:pt x="57927" y="35908"/>
                </a:lnTo>
                <a:lnTo>
                  <a:pt x="36328" y="23065"/>
                </a:lnTo>
                <a:close/>
                <a:moveTo>
                  <a:pt x="51058" y="31725"/>
                </a:moveTo>
                <a:lnTo>
                  <a:pt x="65788" y="42581"/>
                </a:lnTo>
                <a:lnTo>
                  <a:pt x="57927" y="35908"/>
                </a:lnTo>
                <a:close/>
                <a:moveTo>
                  <a:pt x="21599" y="12141"/>
                </a:moveTo>
                <a:lnTo>
                  <a:pt x="14730" y="11544"/>
                </a:lnTo>
                <a:lnTo>
                  <a:pt x="36328" y="23065"/>
                </a:lnTo>
                <a:close/>
                <a:moveTo>
                  <a:pt x="21599" y="12141"/>
                </a:moveTo>
                <a:lnTo>
                  <a:pt x="6869" y="1555"/>
                </a:lnTo>
                <a:lnTo>
                  <a:pt x="14730" y="11544"/>
                </a:lnTo>
                <a:close/>
                <a:moveTo>
                  <a:pt x="21599" y="12141"/>
                </a:moveTo>
                <a:lnTo>
                  <a:pt x="36328" y="23065"/>
                </a:lnTo>
                <a:lnTo>
                  <a:pt x="28467" y="14095"/>
                </a:lnTo>
                <a:close/>
                <a:moveTo>
                  <a:pt x="0" y="0"/>
                </a:moveTo>
                <a:lnTo>
                  <a:pt x="14730" y="11544"/>
                </a:lnTo>
                <a:lnTo>
                  <a:pt x="6869" y="1555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534" name="PANEL_01-slope--8-215_828">
            <a:extLst>
              <a:ext uri="{FF2B5EF4-FFF2-40B4-BE49-F238E27FC236}">
                <a16:creationId xmlns:a16="http://schemas.microsoft.com/office/drawing/2014/main" id="{CD3CDADA-DA0D-4DD2-B2BF-46C35B91453D}"/>
              </a:ext>
            </a:extLst>
          </p:cNvPr>
          <p:cNvSpPr>
            <a:spLocks/>
          </p:cNvSpPr>
          <p:nvPr/>
        </p:nvSpPr>
        <p:spPr>
          <a:xfrm>
            <a:off x="425405" y="518885"/>
            <a:ext cx="913249" cy="195601"/>
          </a:xfrm>
          <a:custGeom>
            <a:pathLst>
              <a:path w="618575" h="132487">
                <a:moveTo>
                  <a:pt x="603845" y="114648"/>
                </a:moveTo>
                <a:lnTo>
                  <a:pt x="596976" y="117333"/>
                </a:lnTo>
                <a:lnTo>
                  <a:pt x="618575" y="132487"/>
                </a:lnTo>
                <a:close/>
                <a:moveTo>
                  <a:pt x="603845" y="114648"/>
                </a:moveTo>
                <a:lnTo>
                  <a:pt x="589115" y="107182"/>
                </a:lnTo>
                <a:lnTo>
                  <a:pt x="596976" y="117333"/>
                </a:lnTo>
                <a:close/>
                <a:moveTo>
                  <a:pt x="582247" y="110069"/>
                </a:moveTo>
                <a:lnTo>
                  <a:pt x="567517" y="101809"/>
                </a:lnTo>
                <a:lnTo>
                  <a:pt x="575378" y="111263"/>
                </a:lnTo>
                <a:close/>
                <a:moveTo>
                  <a:pt x="582247" y="110069"/>
                </a:moveTo>
                <a:lnTo>
                  <a:pt x="589115" y="107182"/>
                </a:lnTo>
                <a:lnTo>
                  <a:pt x="567517" y="101809"/>
                </a:lnTo>
                <a:close/>
                <a:moveTo>
                  <a:pt x="582247" y="110069"/>
                </a:moveTo>
                <a:lnTo>
                  <a:pt x="596976" y="117333"/>
                </a:lnTo>
                <a:lnTo>
                  <a:pt x="589115" y="107182"/>
                </a:lnTo>
                <a:close/>
                <a:moveTo>
                  <a:pt x="552787" y="93919"/>
                </a:moveTo>
                <a:lnTo>
                  <a:pt x="567517" y="101809"/>
                </a:lnTo>
                <a:lnTo>
                  <a:pt x="559655" y="92753"/>
                </a:lnTo>
                <a:close/>
                <a:moveTo>
                  <a:pt x="421211" y="8265"/>
                </a:moveTo>
                <a:lnTo>
                  <a:pt x="428079" y="9821"/>
                </a:lnTo>
                <a:lnTo>
                  <a:pt x="406481" y="3528"/>
                </a:lnTo>
                <a:close/>
                <a:moveTo>
                  <a:pt x="413349" y="98"/>
                </a:moveTo>
                <a:lnTo>
                  <a:pt x="406481" y="3528"/>
                </a:lnTo>
                <a:lnTo>
                  <a:pt x="428079" y="9821"/>
                </a:lnTo>
                <a:close/>
                <a:moveTo>
                  <a:pt x="370152" y="13790"/>
                </a:moveTo>
                <a:lnTo>
                  <a:pt x="355423" y="19254"/>
                </a:lnTo>
                <a:lnTo>
                  <a:pt x="363284" y="15462"/>
                </a:lnTo>
                <a:close/>
                <a:moveTo>
                  <a:pt x="348554" y="20785"/>
                </a:moveTo>
                <a:lnTo>
                  <a:pt x="355423" y="19254"/>
                </a:lnTo>
                <a:lnTo>
                  <a:pt x="333824" y="24889"/>
                </a:lnTo>
                <a:close/>
                <a:moveTo>
                  <a:pt x="348554" y="20785"/>
                </a:moveTo>
                <a:lnTo>
                  <a:pt x="363284" y="15462"/>
                </a:lnTo>
                <a:lnTo>
                  <a:pt x="355423" y="19254"/>
                </a:lnTo>
                <a:close/>
                <a:moveTo>
                  <a:pt x="326955" y="24391"/>
                </a:moveTo>
                <a:lnTo>
                  <a:pt x="333824" y="24889"/>
                </a:lnTo>
                <a:lnTo>
                  <a:pt x="312226" y="29765"/>
                </a:lnTo>
                <a:close/>
                <a:moveTo>
                  <a:pt x="319094" y="29036"/>
                </a:moveTo>
                <a:lnTo>
                  <a:pt x="312226" y="29765"/>
                </a:lnTo>
                <a:lnTo>
                  <a:pt x="333824" y="24889"/>
                </a:lnTo>
                <a:close/>
                <a:moveTo>
                  <a:pt x="297496" y="36239"/>
                </a:moveTo>
                <a:lnTo>
                  <a:pt x="290627" y="36887"/>
                </a:lnTo>
                <a:lnTo>
                  <a:pt x="312226" y="29765"/>
                </a:lnTo>
                <a:close/>
                <a:moveTo>
                  <a:pt x="297496" y="36239"/>
                </a:moveTo>
                <a:lnTo>
                  <a:pt x="282766" y="33716"/>
                </a:lnTo>
                <a:lnTo>
                  <a:pt x="290627" y="36887"/>
                </a:lnTo>
                <a:close/>
                <a:moveTo>
                  <a:pt x="297496" y="36239"/>
                </a:moveTo>
                <a:lnTo>
                  <a:pt x="312226" y="29765"/>
                </a:lnTo>
                <a:lnTo>
                  <a:pt x="304364" y="33100"/>
                </a:lnTo>
                <a:close/>
                <a:moveTo>
                  <a:pt x="275897" y="39842"/>
                </a:moveTo>
                <a:lnTo>
                  <a:pt x="261167" y="27346"/>
                </a:lnTo>
                <a:lnTo>
                  <a:pt x="269028" y="40290"/>
                </a:lnTo>
                <a:close/>
                <a:moveTo>
                  <a:pt x="275897" y="39842"/>
                </a:moveTo>
                <a:lnTo>
                  <a:pt x="282766" y="33716"/>
                </a:lnTo>
                <a:lnTo>
                  <a:pt x="261167" y="27346"/>
                </a:lnTo>
                <a:close/>
                <a:moveTo>
                  <a:pt x="254299" y="32142"/>
                </a:moveTo>
                <a:lnTo>
                  <a:pt x="261167" y="27346"/>
                </a:lnTo>
                <a:lnTo>
                  <a:pt x="239569" y="16969"/>
                </a:lnTo>
                <a:close/>
                <a:moveTo>
                  <a:pt x="246437" y="12454"/>
                </a:moveTo>
                <a:lnTo>
                  <a:pt x="239569" y="16969"/>
                </a:lnTo>
                <a:lnTo>
                  <a:pt x="261167" y="27346"/>
                </a:lnTo>
                <a:close/>
                <a:moveTo>
                  <a:pt x="246437" y="12454"/>
                </a:moveTo>
                <a:lnTo>
                  <a:pt x="231708" y="0"/>
                </a:lnTo>
                <a:lnTo>
                  <a:pt x="239569" y="16969"/>
                </a:lnTo>
                <a:close/>
                <a:moveTo>
                  <a:pt x="246437" y="12454"/>
                </a:moveTo>
                <a:lnTo>
                  <a:pt x="253306" y="9737"/>
                </a:lnTo>
                <a:lnTo>
                  <a:pt x="231708" y="0"/>
                </a:lnTo>
                <a:close/>
                <a:moveTo>
                  <a:pt x="246437" y="12454"/>
                </a:moveTo>
                <a:lnTo>
                  <a:pt x="261167" y="27346"/>
                </a:lnTo>
                <a:lnTo>
                  <a:pt x="253306" y="9737"/>
                </a:lnTo>
                <a:close/>
                <a:moveTo>
                  <a:pt x="224839" y="2382"/>
                </a:moveTo>
                <a:lnTo>
                  <a:pt x="239569" y="16969"/>
                </a:lnTo>
                <a:lnTo>
                  <a:pt x="231708" y="0"/>
                </a:lnTo>
                <a:close/>
                <a:moveTo>
                  <a:pt x="173781" y="5146"/>
                </a:moveTo>
                <a:lnTo>
                  <a:pt x="159051" y="8588"/>
                </a:lnTo>
                <a:lnTo>
                  <a:pt x="166912" y="4307"/>
                </a:lnTo>
                <a:close/>
                <a:moveTo>
                  <a:pt x="152182" y="8076"/>
                </a:moveTo>
                <a:lnTo>
                  <a:pt x="159051" y="8588"/>
                </a:lnTo>
                <a:lnTo>
                  <a:pt x="137452" y="12342"/>
                </a:lnTo>
                <a:close/>
                <a:moveTo>
                  <a:pt x="144321" y="14100"/>
                </a:moveTo>
                <a:lnTo>
                  <a:pt x="137452" y="12342"/>
                </a:lnTo>
                <a:lnTo>
                  <a:pt x="159051" y="8588"/>
                </a:lnTo>
                <a:close/>
                <a:moveTo>
                  <a:pt x="122722" y="15121"/>
                </a:moveTo>
                <a:lnTo>
                  <a:pt x="115854" y="12708"/>
                </a:lnTo>
                <a:lnTo>
                  <a:pt x="137452" y="12342"/>
                </a:lnTo>
                <a:close/>
                <a:moveTo>
                  <a:pt x="122722" y="15121"/>
                </a:moveTo>
                <a:lnTo>
                  <a:pt x="107993" y="15535"/>
                </a:lnTo>
                <a:lnTo>
                  <a:pt x="115854" y="12708"/>
                </a:lnTo>
                <a:close/>
                <a:moveTo>
                  <a:pt x="122722" y="15121"/>
                </a:moveTo>
                <a:lnTo>
                  <a:pt x="137452" y="12342"/>
                </a:lnTo>
                <a:lnTo>
                  <a:pt x="129591" y="14674"/>
                </a:lnTo>
                <a:close/>
                <a:moveTo>
                  <a:pt x="101124" y="12678"/>
                </a:moveTo>
                <a:lnTo>
                  <a:pt x="86394" y="15605"/>
                </a:lnTo>
                <a:lnTo>
                  <a:pt x="94255" y="11927"/>
                </a:lnTo>
                <a:close/>
                <a:moveTo>
                  <a:pt x="101124" y="12678"/>
                </a:moveTo>
                <a:lnTo>
                  <a:pt x="107993" y="15535"/>
                </a:lnTo>
                <a:lnTo>
                  <a:pt x="86394" y="15605"/>
                </a:lnTo>
                <a:close/>
                <a:moveTo>
                  <a:pt x="101124" y="12678"/>
                </a:moveTo>
                <a:lnTo>
                  <a:pt x="115854" y="12708"/>
                </a:lnTo>
                <a:lnTo>
                  <a:pt x="107993" y="15535"/>
                </a:lnTo>
                <a:close/>
                <a:moveTo>
                  <a:pt x="79525" y="12808"/>
                </a:moveTo>
                <a:lnTo>
                  <a:pt x="86394" y="15605"/>
                </a:lnTo>
                <a:lnTo>
                  <a:pt x="64796" y="19165"/>
                </a:lnTo>
                <a:close/>
                <a:moveTo>
                  <a:pt x="79525" y="12808"/>
                </a:moveTo>
                <a:lnTo>
                  <a:pt x="94255" y="11927"/>
                </a:lnTo>
                <a:lnTo>
                  <a:pt x="86394" y="15605"/>
                </a:lnTo>
                <a:close/>
                <a:moveTo>
                  <a:pt x="57927" y="19746"/>
                </a:moveTo>
                <a:lnTo>
                  <a:pt x="64796" y="19165"/>
                </a:lnTo>
                <a:lnTo>
                  <a:pt x="43197" y="26299"/>
                </a:lnTo>
                <a:close/>
                <a:moveTo>
                  <a:pt x="71664" y="19466"/>
                </a:moveTo>
                <a:lnTo>
                  <a:pt x="64796" y="19165"/>
                </a:lnTo>
                <a:lnTo>
                  <a:pt x="86394" y="15605"/>
                </a:lnTo>
                <a:close/>
                <a:moveTo>
                  <a:pt x="50066" y="24639"/>
                </a:moveTo>
                <a:lnTo>
                  <a:pt x="43197" y="26299"/>
                </a:lnTo>
                <a:lnTo>
                  <a:pt x="64796" y="19165"/>
                </a:lnTo>
                <a:close/>
                <a:moveTo>
                  <a:pt x="50066" y="24639"/>
                </a:moveTo>
                <a:lnTo>
                  <a:pt x="35336" y="32037"/>
                </a:lnTo>
                <a:lnTo>
                  <a:pt x="43197" y="26299"/>
                </a:lnTo>
                <a:close/>
                <a:moveTo>
                  <a:pt x="28467" y="32172"/>
                </a:moveTo>
                <a:lnTo>
                  <a:pt x="21599" y="34725"/>
                </a:lnTo>
                <a:lnTo>
                  <a:pt x="43197" y="26299"/>
                </a:lnTo>
                <a:close/>
                <a:moveTo>
                  <a:pt x="28467" y="32172"/>
                </a:moveTo>
                <a:lnTo>
                  <a:pt x="13737" y="39172"/>
                </a:lnTo>
                <a:lnTo>
                  <a:pt x="21599" y="34725"/>
                </a:lnTo>
                <a:close/>
                <a:moveTo>
                  <a:pt x="28467" y="32172"/>
                </a:moveTo>
                <a:lnTo>
                  <a:pt x="43197" y="26299"/>
                </a:lnTo>
                <a:lnTo>
                  <a:pt x="35336" y="32037"/>
                </a:lnTo>
                <a:close/>
                <a:moveTo>
                  <a:pt x="6869" y="41189"/>
                </a:moveTo>
                <a:lnTo>
                  <a:pt x="0" y="43186"/>
                </a:lnTo>
                <a:lnTo>
                  <a:pt x="21599" y="34725"/>
                </a:lnTo>
                <a:close/>
                <a:moveTo>
                  <a:pt x="6869" y="41189"/>
                </a:moveTo>
                <a:lnTo>
                  <a:pt x="21599" y="34725"/>
                </a:lnTo>
                <a:lnTo>
                  <a:pt x="13737" y="39172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35" name="PANEL_01-slope--8-220_829">
            <a:extLst>
              <a:ext uri="{FF2B5EF4-FFF2-40B4-BE49-F238E27FC236}">
                <a16:creationId xmlns:a16="http://schemas.microsoft.com/office/drawing/2014/main" id="{B59C7B4F-1F45-45A6-BBBC-B32CAD2A55CA}"/>
              </a:ext>
            </a:extLst>
          </p:cNvPr>
          <p:cNvSpPr>
            <a:spLocks/>
          </p:cNvSpPr>
          <p:nvPr/>
        </p:nvSpPr>
        <p:spPr>
          <a:xfrm>
            <a:off x="413798" y="499299"/>
            <a:ext cx="1901878" cy="222755"/>
          </a:xfrm>
          <a:custGeom>
            <a:pathLst>
              <a:path w="1288208" h="150880">
                <a:moveTo>
                  <a:pt x="1273478" y="127575"/>
                </a:moveTo>
                <a:lnTo>
                  <a:pt x="1266610" y="132256"/>
                </a:lnTo>
                <a:lnTo>
                  <a:pt x="1288208" y="126943"/>
                </a:lnTo>
                <a:close/>
                <a:moveTo>
                  <a:pt x="1273478" y="127575"/>
                </a:moveTo>
                <a:lnTo>
                  <a:pt x="1258748" y="127002"/>
                </a:lnTo>
                <a:lnTo>
                  <a:pt x="1266610" y="132256"/>
                </a:lnTo>
                <a:close/>
                <a:moveTo>
                  <a:pt x="1251880" y="131705"/>
                </a:moveTo>
                <a:lnTo>
                  <a:pt x="1237150" y="131225"/>
                </a:lnTo>
                <a:lnTo>
                  <a:pt x="1245011" y="135878"/>
                </a:lnTo>
                <a:close/>
                <a:moveTo>
                  <a:pt x="1251880" y="131705"/>
                </a:moveTo>
                <a:lnTo>
                  <a:pt x="1258748" y="127002"/>
                </a:lnTo>
                <a:lnTo>
                  <a:pt x="1237150" y="131225"/>
                </a:lnTo>
                <a:close/>
                <a:moveTo>
                  <a:pt x="1251880" y="131705"/>
                </a:moveTo>
                <a:lnTo>
                  <a:pt x="1266610" y="132256"/>
                </a:lnTo>
                <a:lnTo>
                  <a:pt x="1258748" y="127002"/>
                </a:lnTo>
                <a:close/>
                <a:moveTo>
                  <a:pt x="1230281" y="135538"/>
                </a:moveTo>
                <a:lnTo>
                  <a:pt x="1237150" y="131225"/>
                </a:lnTo>
                <a:lnTo>
                  <a:pt x="1215551" y="133984"/>
                </a:lnTo>
                <a:close/>
                <a:moveTo>
                  <a:pt x="1230281" y="135538"/>
                </a:moveTo>
                <a:lnTo>
                  <a:pt x="1245011" y="135878"/>
                </a:lnTo>
                <a:lnTo>
                  <a:pt x="1237150" y="131225"/>
                </a:lnTo>
                <a:close/>
                <a:moveTo>
                  <a:pt x="1222420" y="130493"/>
                </a:moveTo>
                <a:lnTo>
                  <a:pt x="1215551" y="133984"/>
                </a:lnTo>
                <a:lnTo>
                  <a:pt x="1237150" y="131225"/>
                </a:lnTo>
                <a:close/>
                <a:moveTo>
                  <a:pt x="1200822" y="130187"/>
                </a:moveTo>
                <a:lnTo>
                  <a:pt x="1193953" y="137007"/>
                </a:lnTo>
                <a:lnTo>
                  <a:pt x="1215551" y="133984"/>
                </a:lnTo>
                <a:close/>
                <a:moveTo>
                  <a:pt x="1200822" y="130187"/>
                </a:moveTo>
                <a:lnTo>
                  <a:pt x="1186092" y="134164"/>
                </a:lnTo>
                <a:lnTo>
                  <a:pt x="1193953" y="137007"/>
                </a:lnTo>
                <a:close/>
                <a:moveTo>
                  <a:pt x="1200822" y="130187"/>
                </a:moveTo>
                <a:lnTo>
                  <a:pt x="1215551" y="133984"/>
                </a:lnTo>
                <a:lnTo>
                  <a:pt x="1207690" y="128764"/>
                </a:lnTo>
                <a:close/>
                <a:moveTo>
                  <a:pt x="1179223" y="136875"/>
                </a:moveTo>
                <a:lnTo>
                  <a:pt x="1172354" y="143423"/>
                </a:lnTo>
                <a:lnTo>
                  <a:pt x="1193953" y="137007"/>
                </a:lnTo>
                <a:close/>
                <a:moveTo>
                  <a:pt x="1179223" y="136875"/>
                </a:moveTo>
                <a:lnTo>
                  <a:pt x="1164493" y="145678"/>
                </a:lnTo>
                <a:lnTo>
                  <a:pt x="1172354" y="143423"/>
                </a:lnTo>
                <a:close/>
                <a:moveTo>
                  <a:pt x="1179223" y="136875"/>
                </a:moveTo>
                <a:lnTo>
                  <a:pt x="1186092" y="134164"/>
                </a:lnTo>
                <a:lnTo>
                  <a:pt x="1164493" y="145678"/>
                </a:lnTo>
                <a:close/>
                <a:moveTo>
                  <a:pt x="1179223" y="136875"/>
                </a:moveTo>
                <a:lnTo>
                  <a:pt x="1193953" y="137007"/>
                </a:lnTo>
                <a:lnTo>
                  <a:pt x="1186092" y="134164"/>
                </a:lnTo>
                <a:close/>
                <a:moveTo>
                  <a:pt x="1157625" y="150880"/>
                </a:moveTo>
                <a:lnTo>
                  <a:pt x="1172354" y="143423"/>
                </a:lnTo>
                <a:lnTo>
                  <a:pt x="1164493" y="145678"/>
                </a:lnTo>
                <a:close/>
                <a:moveTo>
                  <a:pt x="421211" y="13364"/>
                </a:moveTo>
                <a:lnTo>
                  <a:pt x="406481" y="13885"/>
                </a:lnTo>
                <a:lnTo>
                  <a:pt x="414342" y="16794"/>
                </a:lnTo>
                <a:close/>
                <a:moveTo>
                  <a:pt x="399612" y="15277"/>
                </a:moveTo>
                <a:lnTo>
                  <a:pt x="392743" y="20882"/>
                </a:lnTo>
                <a:lnTo>
                  <a:pt x="414342" y="16794"/>
                </a:lnTo>
                <a:close/>
                <a:moveTo>
                  <a:pt x="399612" y="15277"/>
                </a:moveTo>
                <a:lnTo>
                  <a:pt x="384882" y="22595"/>
                </a:lnTo>
                <a:lnTo>
                  <a:pt x="392743" y="20882"/>
                </a:lnTo>
                <a:close/>
                <a:moveTo>
                  <a:pt x="399612" y="15277"/>
                </a:moveTo>
                <a:lnTo>
                  <a:pt x="406481" y="13885"/>
                </a:lnTo>
                <a:lnTo>
                  <a:pt x="384882" y="22595"/>
                </a:lnTo>
                <a:close/>
                <a:moveTo>
                  <a:pt x="399612" y="15277"/>
                </a:moveTo>
                <a:lnTo>
                  <a:pt x="414342" y="16794"/>
                </a:lnTo>
                <a:lnTo>
                  <a:pt x="406481" y="13885"/>
                </a:lnTo>
                <a:close/>
                <a:moveTo>
                  <a:pt x="378014" y="27056"/>
                </a:moveTo>
                <a:lnTo>
                  <a:pt x="384882" y="22595"/>
                </a:lnTo>
                <a:lnTo>
                  <a:pt x="363284" y="32520"/>
                </a:lnTo>
                <a:close/>
                <a:moveTo>
                  <a:pt x="378014" y="27056"/>
                </a:moveTo>
                <a:lnTo>
                  <a:pt x="392743" y="20882"/>
                </a:lnTo>
                <a:lnTo>
                  <a:pt x="384882" y="22595"/>
                </a:lnTo>
                <a:close/>
                <a:moveTo>
                  <a:pt x="283758" y="53107"/>
                </a:moveTo>
                <a:lnTo>
                  <a:pt x="276890" y="53556"/>
                </a:lnTo>
                <a:lnTo>
                  <a:pt x="298488" y="50153"/>
                </a:lnTo>
                <a:close/>
                <a:moveTo>
                  <a:pt x="283758" y="53107"/>
                </a:moveTo>
                <a:lnTo>
                  <a:pt x="298488" y="50153"/>
                </a:lnTo>
                <a:lnTo>
                  <a:pt x="290627" y="46982"/>
                </a:lnTo>
                <a:close/>
                <a:moveTo>
                  <a:pt x="232700" y="15648"/>
                </a:moveTo>
                <a:lnTo>
                  <a:pt x="239569" y="13266"/>
                </a:lnTo>
                <a:lnTo>
                  <a:pt x="217970" y="11529"/>
                </a:lnTo>
                <a:close/>
                <a:moveTo>
                  <a:pt x="224839" y="4110"/>
                </a:moveTo>
                <a:lnTo>
                  <a:pt x="217970" y="11529"/>
                </a:lnTo>
                <a:lnTo>
                  <a:pt x="239569" y="13266"/>
                </a:lnTo>
                <a:close/>
                <a:moveTo>
                  <a:pt x="224839" y="4110"/>
                </a:moveTo>
                <a:lnTo>
                  <a:pt x="239569" y="13266"/>
                </a:lnTo>
                <a:lnTo>
                  <a:pt x="231708" y="0"/>
                </a:lnTo>
                <a:close/>
                <a:moveTo>
                  <a:pt x="203240" y="12640"/>
                </a:moveTo>
                <a:lnTo>
                  <a:pt x="196372" y="14844"/>
                </a:lnTo>
                <a:lnTo>
                  <a:pt x="217970" y="11529"/>
                </a:lnTo>
                <a:close/>
                <a:moveTo>
                  <a:pt x="203240" y="12640"/>
                </a:moveTo>
                <a:lnTo>
                  <a:pt x="188511" y="14513"/>
                </a:lnTo>
                <a:lnTo>
                  <a:pt x="196372" y="14844"/>
                </a:lnTo>
                <a:close/>
                <a:moveTo>
                  <a:pt x="181642" y="18412"/>
                </a:moveTo>
                <a:lnTo>
                  <a:pt x="188511" y="14513"/>
                </a:lnTo>
                <a:lnTo>
                  <a:pt x="166912" y="21854"/>
                </a:lnTo>
                <a:close/>
                <a:moveTo>
                  <a:pt x="181642" y="18412"/>
                </a:moveTo>
                <a:lnTo>
                  <a:pt x="196372" y="14844"/>
                </a:lnTo>
                <a:lnTo>
                  <a:pt x="188511" y="14513"/>
                </a:lnTo>
                <a:close/>
                <a:moveTo>
                  <a:pt x="14730" y="54455"/>
                </a:moveTo>
                <a:lnTo>
                  <a:pt x="0" y="58896"/>
                </a:lnTo>
                <a:lnTo>
                  <a:pt x="7861" y="56451"/>
                </a:lnTo>
                <a:close/>
                <a:moveTo>
                  <a:pt x="14730" y="54455"/>
                </a:moveTo>
                <a:lnTo>
                  <a:pt x="21599" y="52438"/>
                </a:lnTo>
                <a:lnTo>
                  <a:pt x="0" y="58896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36" name="PANEL_01-slope--8-225_830">
            <a:extLst>
              <a:ext uri="{FF2B5EF4-FFF2-40B4-BE49-F238E27FC236}">
                <a16:creationId xmlns:a16="http://schemas.microsoft.com/office/drawing/2014/main" id="{8299DF2C-BCF4-419F-97C5-0D11A1EBB668}"/>
              </a:ext>
            </a:extLst>
          </p:cNvPr>
          <p:cNvSpPr>
            <a:spLocks/>
          </p:cNvSpPr>
          <p:nvPr/>
        </p:nvSpPr>
        <p:spPr>
          <a:xfrm>
            <a:off x="692110" y="505367"/>
            <a:ext cx="1890272" cy="229426"/>
          </a:xfrm>
          <a:custGeom>
            <a:pathLst>
              <a:path w="1280347" h="155399">
                <a:moveTo>
                  <a:pt x="1265617" y="27436"/>
                </a:moveTo>
                <a:lnTo>
                  <a:pt x="1272486" y="19596"/>
                </a:lnTo>
                <a:lnTo>
                  <a:pt x="1250887" y="31784"/>
                </a:lnTo>
                <a:close/>
                <a:moveTo>
                  <a:pt x="1265617" y="27436"/>
                </a:moveTo>
                <a:lnTo>
                  <a:pt x="1280347" y="34630"/>
                </a:lnTo>
                <a:lnTo>
                  <a:pt x="1272486" y="19596"/>
                </a:lnTo>
                <a:close/>
                <a:moveTo>
                  <a:pt x="1222420" y="62498"/>
                </a:moveTo>
                <a:lnTo>
                  <a:pt x="1229289" y="50050"/>
                </a:lnTo>
                <a:lnTo>
                  <a:pt x="1207690" y="67097"/>
                </a:lnTo>
                <a:close/>
                <a:moveTo>
                  <a:pt x="1200822" y="79684"/>
                </a:moveTo>
                <a:lnTo>
                  <a:pt x="1193953" y="89937"/>
                </a:lnTo>
                <a:lnTo>
                  <a:pt x="1215551" y="75687"/>
                </a:lnTo>
                <a:close/>
                <a:moveTo>
                  <a:pt x="1200822" y="79684"/>
                </a:moveTo>
                <a:lnTo>
                  <a:pt x="1186092" y="81159"/>
                </a:lnTo>
                <a:lnTo>
                  <a:pt x="1193953" y="89937"/>
                </a:lnTo>
                <a:close/>
                <a:moveTo>
                  <a:pt x="1200822" y="79684"/>
                </a:moveTo>
                <a:lnTo>
                  <a:pt x="1207690" y="67097"/>
                </a:lnTo>
                <a:lnTo>
                  <a:pt x="1186092" y="81159"/>
                </a:lnTo>
                <a:close/>
                <a:moveTo>
                  <a:pt x="1200822" y="79684"/>
                </a:moveTo>
                <a:lnTo>
                  <a:pt x="1215551" y="75687"/>
                </a:lnTo>
                <a:lnTo>
                  <a:pt x="1207690" y="67097"/>
                </a:lnTo>
                <a:close/>
                <a:moveTo>
                  <a:pt x="1179223" y="91392"/>
                </a:moveTo>
                <a:lnTo>
                  <a:pt x="1172354" y="101360"/>
                </a:lnTo>
                <a:lnTo>
                  <a:pt x="1193953" y="89937"/>
                </a:lnTo>
                <a:close/>
                <a:moveTo>
                  <a:pt x="1179223" y="91392"/>
                </a:moveTo>
                <a:lnTo>
                  <a:pt x="1164493" y="92768"/>
                </a:lnTo>
                <a:lnTo>
                  <a:pt x="1172354" y="101360"/>
                </a:lnTo>
                <a:close/>
                <a:moveTo>
                  <a:pt x="1179223" y="91392"/>
                </a:moveTo>
                <a:lnTo>
                  <a:pt x="1186092" y="81159"/>
                </a:lnTo>
                <a:lnTo>
                  <a:pt x="1164493" y="92768"/>
                </a:lnTo>
                <a:close/>
                <a:moveTo>
                  <a:pt x="1179223" y="91392"/>
                </a:moveTo>
                <a:lnTo>
                  <a:pt x="1193953" y="89937"/>
                </a:lnTo>
                <a:lnTo>
                  <a:pt x="1186092" y="81159"/>
                </a:lnTo>
                <a:close/>
                <a:moveTo>
                  <a:pt x="1157625" y="103024"/>
                </a:moveTo>
                <a:lnTo>
                  <a:pt x="1142895" y="104195"/>
                </a:lnTo>
                <a:lnTo>
                  <a:pt x="1150756" y="111567"/>
                </a:lnTo>
                <a:close/>
                <a:moveTo>
                  <a:pt x="1157625" y="103024"/>
                </a:moveTo>
                <a:lnTo>
                  <a:pt x="1164493" y="92768"/>
                </a:lnTo>
                <a:lnTo>
                  <a:pt x="1142895" y="104195"/>
                </a:lnTo>
                <a:close/>
                <a:moveTo>
                  <a:pt x="1157625" y="103024"/>
                </a:moveTo>
                <a:lnTo>
                  <a:pt x="1172354" y="101360"/>
                </a:lnTo>
                <a:lnTo>
                  <a:pt x="1164493" y="92768"/>
                </a:lnTo>
                <a:close/>
                <a:moveTo>
                  <a:pt x="1136026" y="114276"/>
                </a:moveTo>
                <a:lnTo>
                  <a:pt x="1142895" y="104195"/>
                </a:lnTo>
                <a:lnTo>
                  <a:pt x="1121296" y="114689"/>
                </a:lnTo>
                <a:close/>
                <a:moveTo>
                  <a:pt x="1136026" y="114276"/>
                </a:moveTo>
                <a:lnTo>
                  <a:pt x="1150756" y="111567"/>
                </a:lnTo>
                <a:lnTo>
                  <a:pt x="1142895" y="104195"/>
                </a:lnTo>
                <a:close/>
                <a:moveTo>
                  <a:pt x="1114427" y="123199"/>
                </a:moveTo>
                <a:lnTo>
                  <a:pt x="1121296" y="114689"/>
                </a:lnTo>
                <a:lnTo>
                  <a:pt x="1099698" y="122833"/>
                </a:lnTo>
                <a:close/>
                <a:moveTo>
                  <a:pt x="1149763" y="93908"/>
                </a:moveTo>
                <a:lnTo>
                  <a:pt x="1142895" y="104195"/>
                </a:lnTo>
                <a:lnTo>
                  <a:pt x="1164493" y="92768"/>
                </a:lnTo>
                <a:close/>
                <a:moveTo>
                  <a:pt x="1128165" y="105571"/>
                </a:moveTo>
                <a:lnTo>
                  <a:pt x="1121296" y="114689"/>
                </a:lnTo>
                <a:lnTo>
                  <a:pt x="1142895" y="104195"/>
                </a:lnTo>
                <a:close/>
                <a:moveTo>
                  <a:pt x="1106566" y="115710"/>
                </a:moveTo>
                <a:lnTo>
                  <a:pt x="1099698" y="122833"/>
                </a:lnTo>
                <a:lnTo>
                  <a:pt x="1121296" y="114689"/>
                </a:lnTo>
                <a:close/>
                <a:moveTo>
                  <a:pt x="1106566" y="115710"/>
                </a:moveTo>
                <a:lnTo>
                  <a:pt x="1091836" y="115943"/>
                </a:lnTo>
                <a:lnTo>
                  <a:pt x="1099698" y="122833"/>
                </a:lnTo>
                <a:close/>
                <a:moveTo>
                  <a:pt x="1084968" y="123465"/>
                </a:moveTo>
                <a:lnTo>
                  <a:pt x="1099698" y="122833"/>
                </a:lnTo>
                <a:lnTo>
                  <a:pt x="1091836" y="115943"/>
                </a:lnTo>
                <a:close/>
                <a:moveTo>
                  <a:pt x="969114" y="146770"/>
                </a:moveTo>
                <a:lnTo>
                  <a:pt x="954384" y="145259"/>
                </a:lnTo>
                <a:lnTo>
                  <a:pt x="962245" y="155399"/>
                </a:lnTo>
                <a:close/>
                <a:moveTo>
                  <a:pt x="969114" y="146770"/>
                </a:moveTo>
                <a:lnTo>
                  <a:pt x="975983" y="141568"/>
                </a:lnTo>
                <a:lnTo>
                  <a:pt x="954384" y="145259"/>
                </a:lnTo>
                <a:close/>
                <a:moveTo>
                  <a:pt x="36328" y="0"/>
                </a:moveTo>
                <a:lnTo>
                  <a:pt x="21599" y="389"/>
                </a:lnTo>
                <a:lnTo>
                  <a:pt x="29460" y="7419"/>
                </a:lnTo>
                <a:close/>
                <a:moveTo>
                  <a:pt x="14730" y="8530"/>
                </a:moveTo>
                <a:lnTo>
                  <a:pt x="21599" y="389"/>
                </a:lnTo>
                <a:lnTo>
                  <a:pt x="0" y="10403"/>
                </a:lnTo>
                <a:close/>
                <a:moveTo>
                  <a:pt x="14730" y="8530"/>
                </a:moveTo>
                <a:lnTo>
                  <a:pt x="29460" y="7419"/>
                </a:lnTo>
                <a:lnTo>
                  <a:pt x="21599" y="389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537" name="PANEL_01-slope--8-230_831">
            <a:extLst>
              <a:ext uri="{FF2B5EF4-FFF2-40B4-BE49-F238E27FC236}">
                <a16:creationId xmlns:a16="http://schemas.microsoft.com/office/drawing/2014/main" id="{ED0AB356-755B-4155-A8D5-684DCC443094}"/>
              </a:ext>
            </a:extLst>
          </p:cNvPr>
          <p:cNvSpPr>
            <a:spLocks/>
          </p:cNvSpPr>
          <p:nvPr/>
        </p:nvSpPr>
        <p:spPr>
          <a:xfrm>
            <a:off x="2475114" y="545873"/>
            <a:ext cx="107269" cy="71236"/>
          </a:xfrm>
          <a:custGeom>
            <a:pathLst>
              <a:path w="72657" h="48251">
                <a:moveTo>
                  <a:pt x="57927" y="0"/>
                </a:moveTo>
                <a:lnTo>
                  <a:pt x="51058" y="15424"/>
                </a:lnTo>
                <a:lnTo>
                  <a:pt x="72657" y="7194"/>
                </a:lnTo>
                <a:close/>
                <a:moveTo>
                  <a:pt x="57927" y="0"/>
                </a:moveTo>
                <a:lnTo>
                  <a:pt x="43197" y="4348"/>
                </a:lnTo>
                <a:lnTo>
                  <a:pt x="51058" y="15424"/>
                </a:lnTo>
                <a:close/>
                <a:moveTo>
                  <a:pt x="36328" y="17293"/>
                </a:moveTo>
                <a:lnTo>
                  <a:pt x="29460" y="31387"/>
                </a:lnTo>
                <a:lnTo>
                  <a:pt x="51058" y="15424"/>
                </a:lnTo>
                <a:close/>
                <a:moveTo>
                  <a:pt x="36328" y="17293"/>
                </a:moveTo>
                <a:lnTo>
                  <a:pt x="21599" y="22614"/>
                </a:lnTo>
                <a:lnTo>
                  <a:pt x="29460" y="31387"/>
                </a:lnTo>
                <a:close/>
                <a:moveTo>
                  <a:pt x="36328" y="17293"/>
                </a:moveTo>
                <a:lnTo>
                  <a:pt x="43197" y="4348"/>
                </a:lnTo>
                <a:lnTo>
                  <a:pt x="21599" y="22614"/>
                </a:lnTo>
                <a:close/>
                <a:moveTo>
                  <a:pt x="36328" y="17293"/>
                </a:moveTo>
                <a:lnTo>
                  <a:pt x="51058" y="15424"/>
                </a:lnTo>
                <a:lnTo>
                  <a:pt x="43197" y="4348"/>
                </a:lnTo>
                <a:close/>
                <a:moveTo>
                  <a:pt x="14730" y="35062"/>
                </a:moveTo>
                <a:lnTo>
                  <a:pt x="7861" y="48251"/>
                </a:lnTo>
                <a:lnTo>
                  <a:pt x="29460" y="31387"/>
                </a:lnTo>
                <a:close/>
                <a:moveTo>
                  <a:pt x="14730" y="35062"/>
                </a:moveTo>
                <a:lnTo>
                  <a:pt x="0" y="39661"/>
                </a:lnTo>
                <a:lnTo>
                  <a:pt x="7861" y="48251"/>
                </a:lnTo>
                <a:close/>
                <a:moveTo>
                  <a:pt x="14730" y="35062"/>
                </a:moveTo>
                <a:lnTo>
                  <a:pt x="29460" y="31387"/>
                </a:lnTo>
                <a:lnTo>
                  <a:pt x="21599" y="22614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538" name="PANEL_01-water--8-230_832">
            <a:extLst>
              <a:ext uri="{FF2B5EF4-FFF2-40B4-BE49-F238E27FC236}">
                <a16:creationId xmlns:a16="http://schemas.microsoft.com/office/drawing/2014/main" id="{F0F37F6C-81ED-464E-A076-893221E38EDA}"/>
              </a:ext>
            </a:extLst>
          </p:cNvPr>
          <p:cNvSpPr>
            <a:spLocks/>
          </p:cNvSpPr>
          <p:nvPr/>
        </p:nvSpPr>
        <p:spPr>
          <a:xfrm>
            <a:off x="1338652" y="707605"/>
            <a:ext cx="774093" cy="29996"/>
          </a:xfrm>
          <a:custGeom>
            <a:pathLst>
              <a:path w="524320" h="20317">
                <a:moveTo>
                  <a:pt x="509590" y="15191"/>
                </a:moveTo>
                <a:lnTo>
                  <a:pt x="516458" y="8276"/>
                </a:lnTo>
                <a:lnTo>
                  <a:pt x="494860" y="11967"/>
                </a:lnTo>
                <a:close/>
                <a:moveTo>
                  <a:pt x="509590" y="15191"/>
                </a:moveTo>
                <a:lnTo>
                  <a:pt x="524320" y="18416"/>
                </a:lnTo>
                <a:lnTo>
                  <a:pt x="516458" y="8276"/>
                </a:lnTo>
                <a:close/>
                <a:moveTo>
                  <a:pt x="501729" y="5051"/>
                </a:moveTo>
                <a:lnTo>
                  <a:pt x="494860" y="11967"/>
                </a:lnTo>
                <a:lnTo>
                  <a:pt x="516458" y="8276"/>
                </a:lnTo>
                <a:close/>
                <a:moveTo>
                  <a:pt x="501729" y="5051"/>
                </a:moveTo>
                <a:lnTo>
                  <a:pt x="486999" y="1827"/>
                </a:lnTo>
                <a:lnTo>
                  <a:pt x="494860" y="11967"/>
                </a:lnTo>
                <a:close/>
                <a:moveTo>
                  <a:pt x="480130" y="8742"/>
                </a:moveTo>
                <a:lnTo>
                  <a:pt x="473261" y="15657"/>
                </a:lnTo>
                <a:lnTo>
                  <a:pt x="494860" y="11967"/>
                </a:lnTo>
                <a:close/>
                <a:moveTo>
                  <a:pt x="480130" y="8742"/>
                </a:moveTo>
                <a:lnTo>
                  <a:pt x="465400" y="5517"/>
                </a:lnTo>
                <a:lnTo>
                  <a:pt x="473261" y="15657"/>
                </a:lnTo>
                <a:close/>
                <a:moveTo>
                  <a:pt x="480130" y="8742"/>
                </a:moveTo>
                <a:lnTo>
                  <a:pt x="486999" y="1827"/>
                </a:lnTo>
                <a:lnTo>
                  <a:pt x="465400" y="5517"/>
                </a:lnTo>
                <a:close/>
                <a:moveTo>
                  <a:pt x="480130" y="8742"/>
                </a:moveTo>
                <a:lnTo>
                  <a:pt x="494860" y="11967"/>
                </a:lnTo>
                <a:lnTo>
                  <a:pt x="486999" y="1827"/>
                </a:lnTo>
                <a:close/>
                <a:moveTo>
                  <a:pt x="458532" y="12433"/>
                </a:moveTo>
                <a:lnTo>
                  <a:pt x="443802" y="9208"/>
                </a:lnTo>
                <a:lnTo>
                  <a:pt x="451663" y="19348"/>
                </a:lnTo>
                <a:close/>
                <a:moveTo>
                  <a:pt x="458532" y="12433"/>
                </a:moveTo>
                <a:lnTo>
                  <a:pt x="465400" y="5517"/>
                </a:lnTo>
                <a:lnTo>
                  <a:pt x="443802" y="9208"/>
                </a:lnTo>
                <a:close/>
                <a:moveTo>
                  <a:pt x="458532" y="12433"/>
                </a:moveTo>
                <a:lnTo>
                  <a:pt x="473261" y="15657"/>
                </a:lnTo>
                <a:lnTo>
                  <a:pt x="465400" y="5517"/>
                </a:lnTo>
                <a:close/>
                <a:moveTo>
                  <a:pt x="436933" y="16123"/>
                </a:moveTo>
                <a:lnTo>
                  <a:pt x="443802" y="9208"/>
                </a:lnTo>
                <a:lnTo>
                  <a:pt x="422203" y="12899"/>
                </a:lnTo>
                <a:close/>
                <a:moveTo>
                  <a:pt x="436933" y="16123"/>
                </a:moveTo>
                <a:lnTo>
                  <a:pt x="451663" y="19348"/>
                </a:lnTo>
                <a:lnTo>
                  <a:pt x="443802" y="9208"/>
                </a:lnTo>
                <a:close/>
                <a:moveTo>
                  <a:pt x="450670" y="2293"/>
                </a:moveTo>
                <a:lnTo>
                  <a:pt x="443802" y="9208"/>
                </a:lnTo>
                <a:lnTo>
                  <a:pt x="465400" y="5517"/>
                </a:lnTo>
                <a:close/>
                <a:moveTo>
                  <a:pt x="429072" y="5983"/>
                </a:moveTo>
                <a:lnTo>
                  <a:pt x="422203" y="12899"/>
                </a:lnTo>
                <a:lnTo>
                  <a:pt x="443802" y="9208"/>
                </a:lnTo>
                <a:close/>
                <a:moveTo>
                  <a:pt x="429072" y="5983"/>
                </a:moveTo>
                <a:lnTo>
                  <a:pt x="414342" y="2759"/>
                </a:lnTo>
                <a:lnTo>
                  <a:pt x="422203" y="12899"/>
                </a:lnTo>
                <a:close/>
                <a:moveTo>
                  <a:pt x="407473" y="9674"/>
                </a:moveTo>
                <a:lnTo>
                  <a:pt x="400605" y="16589"/>
                </a:lnTo>
                <a:lnTo>
                  <a:pt x="422203" y="12899"/>
                </a:lnTo>
                <a:close/>
                <a:moveTo>
                  <a:pt x="407473" y="9674"/>
                </a:moveTo>
                <a:lnTo>
                  <a:pt x="392743" y="6449"/>
                </a:lnTo>
                <a:lnTo>
                  <a:pt x="400605" y="16589"/>
                </a:lnTo>
                <a:close/>
                <a:moveTo>
                  <a:pt x="407473" y="9674"/>
                </a:moveTo>
                <a:lnTo>
                  <a:pt x="414342" y="2759"/>
                </a:lnTo>
                <a:lnTo>
                  <a:pt x="392743" y="6449"/>
                </a:lnTo>
                <a:close/>
                <a:moveTo>
                  <a:pt x="407473" y="9674"/>
                </a:moveTo>
                <a:lnTo>
                  <a:pt x="422203" y="12899"/>
                </a:lnTo>
                <a:lnTo>
                  <a:pt x="414342" y="2759"/>
                </a:lnTo>
                <a:close/>
                <a:moveTo>
                  <a:pt x="385875" y="13365"/>
                </a:moveTo>
                <a:lnTo>
                  <a:pt x="371145" y="10140"/>
                </a:lnTo>
                <a:lnTo>
                  <a:pt x="379006" y="20280"/>
                </a:lnTo>
                <a:close/>
                <a:moveTo>
                  <a:pt x="385875" y="13365"/>
                </a:moveTo>
                <a:lnTo>
                  <a:pt x="392743" y="6449"/>
                </a:lnTo>
                <a:lnTo>
                  <a:pt x="371145" y="10140"/>
                </a:lnTo>
                <a:close/>
                <a:moveTo>
                  <a:pt x="385875" y="13365"/>
                </a:moveTo>
                <a:lnTo>
                  <a:pt x="400605" y="16589"/>
                </a:lnTo>
                <a:lnTo>
                  <a:pt x="392743" y="6449"/>
                </a:lnTo>
                <a:close/>
                <a:moveTo>
                  <a:pt x="364276" y="17055"/>
                </a:moveTo>
                <a:lnTo>
                  <a:pt x="371145" y="10140"/>
                </a:lnTo>
                <a:lnTo>
                  <a:pt x="349546" y="13831"/>
                </a:lnTo>
                <a:close/>
                <a:moveTo>
                  <a:pt x="378014" y="3225"/>
                </a:moveTo>
                <a:lnTo>
                  <a:pt x="371145" y="10140"/>
                </a:lnTo>
                <a:lnTo>
                  <a:pt x="392743" y="6449"/>
                </a:lnTo>
                <a:close/>
                <a:moveTo>
                  <a:pt x="356415" y="6915"/>
                </a:moveTo>
                <a:lnTo>
                  <a:pt x="349546" y="13831"/>
                </a:lnTo>
                <a:lnTo>
                  <a:pt x="371145" y="10140"/>
                </a:lnTo>
                <a:close/>
                <a:moveTo>
                  <a:pt x="356415" y="6915"/>
                </a:moveTo>
                <a:lnTo>
                  <a:pt x="341685" y="3691"/>
                </a:lnTo>
                <a:lnTo>
                  <a:pt x="349546" y="13831"/>
                </a:lnTo>
                <a:close/>
                <a:moveTo>
                  <a:pt x="356415" y="6915"/>
                </a:moveTo>
                <a:lnTo>
                  <a:pt x="371145" y="10140"/>
                </a:lnTo>
                <a:lnTo>
                  <a:pt x="363284" y="0"/>
                </a:lnTo>
                <a:close/>
                <a:moveTo>
                  <a:pt x="334817" y="10606"/>
                </a:moveTo>
                <a:lnTo>
                  <a:pt x="327948" y="17521"/>
                </a:lnTo>
                <a:lnTo>
                  <a:pt x="349546" y="13831"/>
                </a:lnTo>
                <a:close/>
                <a:moveTo>
                  <a:pt x="334817" y="10606"/>
                </a:moveTo>
                <a:lnTo>
                  <a:pt x="320087" y="7381"/>
                </a:lnTo>
                <a:lnTo>
                  <a:pt x="327948" y="17521"/>
                </a:lnTo>
                <a:close/>
                <a:moveTo>
                  <a:pt x="334817" y="10606"/>
                </a:moveTo>
                <a:lnTo>
                  <a:pt x="341685" y="3691"/>
                </a:lnTo>
                <a:lnTo>
                  <a:pt x="320087" y="7381"/>
                </a:lnTo>
                <a:close/>
                <a:moveTo>
                  <a:pt x="334817" y="10606"/>
                </a:moveTo>
                <a:lnTo>
                  <a:pt x="349546" y="13831"/>
                </a:lnTo>
                <a:lnTo>
                  <a:pt x="341685" y="3691"/>
                </a:lnTo>
                <a:close/>
                <a:moveTo>
                  <a:pt x="313218" y="14296"/>
                </a:moveTo>
                <a:lnTo>
                  <a:pt x="320087" y="7381"/>
                </a:lnTo>
                <a:lnTo>
                  <a:pt x="298488" y="11072"/>
                </a:lnTo>
                <a:close/>
                <a:moveTo>
                  <a:pt x="313218" y="14296"/>
                </a:moveTo>
                <a:lnTo>
                  <a:pt x="327948" y="17521"/>
                </a:lnTo>
                <a:lnTo>
                  <a:pt x="320087" y="7381"/>
                </a:lnTo>
                <a:close/>
                <a:moveTo>
                  <a:pt x="291620" y="17987"/>
                </a:moveTo>
                <a:lnTo>
                  <a:pt x="298488" y="11072"/>
                </a:lnTo>
                <a:lnTo>
                  <a:pt x="276890" y="14762"/>
                </a:lnTo>
                <a:close/>
                <a:moveTo>
                  <a:pt x="305357" y="4157"/>
                </a:moveTo>
                <a:lnTo>
                  <a:pt x="298488" y="11072"/>
                </a:lnTo>
                <a:lnTo>
                  <a:pt x="320087" y="7381"/>
                </a:lnTo>
                <a:close/>
                <a:moveTo>
                  <a:pt x="305357" y="4157"/>
                </a:moveTo>
                <a:lnTo>
                  <a:pt x="290627" y="932"/>
                </a:lnTo>
                <a:lnTo>
                  <a:pt x="298488" y="11072"/>
                </a:lnTo>
                <a:close/>
                <a:moveTo>
                  <a:pt x="283758" y="7847"/>
                </a:moveTo>
                <a:lnTo>
                  <a:pt x="276890" y="14762"/>
                </a:lnTo>
                <a:lnTo>
                  <a:pt x="298488" y="11072"/>
                </a:lnTo>
                <a:close/>
                <a:moveTo>
                  <a:pt x="283758" y="7847"/>
                </a:moveTo>
                <a:lnTo>
                  <a:pt x="269028" y="4623"/>
                </a:lnTo>
                <a:lnTo>
                  <a:pt x="276890" y="14762"/>
                </a:lnTo>
                <a:close/>
                <a:moveTo>
                  <a:pt x="283758" y="7847"/>
                </a:moveTo>
                <a:lnTo>
                  <a:pt x="298488" y="11072"/>
                </a:lnTo>
                <a:lnTo>
                  <a:pt x="290627" y="932"/>
                </a:lnTo>
                <a:close/>
                <a:moveTo>
                  <a:pt x="262160" y="11538"/>
                </a:moveTo>
                <a:lnTo>
                  <a:pt x="255291" y="18453"/>
                </a:lnTo>
                <a:lnTo>
                  <a:pt x="276890" y="14762"/>
                </a:lnTo>
                <a:close/>
                <a:moveTo>
                  <a:pt x="262160" y="11538"/>
                </a:moveTo>
                <a:lnTo>
                  <a:pt x="247430" y="8313"/>
                </a:lnTo>
                <a:lnTo>
                  <a:pt x="255291" y="18453"/>
                </a:lnTo>
                <a:close/>
                <a:moveTo>
                  <a:pt x="262160" y="11538"/>
                </a:moveTo>
                <a:lnTo>
                  <a:pt x="269028" y="4623"/>
                </a:lnTo>
                <a:lnTo>
                  <a:pt x="247430" y="8313"/>
                </a:lnTo>
                <a:close/>
                <a:moveTo>
                  <a:pt x="262160" y="11538"/>
                </a:moveTo>
                <a:lnTo>
                  <a:pt x="276890" y="14762"/>
                </a:lnTo>
                <a:lnTo>
                  <a:pt x="269028" y="4623"/>
                </a:lnTo>
                <a:close/>
                <a:moveTo>
                  <a:pt x="240561" y="15228"/>
                </a:moveTo>
                <a:lnTo>
                  <a:pt x="247430" y="8313"/>
                </a:lnTo>
                <a:lnTo>
                  <a:pt x="225831" y="12004"/>
                </a:lnTo>
                <a:close/>
                <a:moveTo>
                  <a:pt x="240561" y="15228"/>
                </a:moveTo>
                <a:lnTo>
                  <a:pt x="255291" y="18453"/>
                </a:lnTo>
                <a:lnTo>
                  <a:pt x="247430" y="8313"/>
                </a:lnTo>
                <a:close/>
                <a:moveTo>
                  <a:pt x="232700" y="5089"/>
                </a:moveTo>
                <a:lnTo>
                  <a:pt x="225831" y="12004"/>
                </a:lnTo>
                <a:lnTo>
                  <a:pt x="247430" y="8313"/>
                </a:lnTo>
                <a:close/>
                <a:moveTo>
                  <a:pt x="232700" y="5089"/>
                </a:moveTo>
                <a:lnTo>
                  <a:pt x="217970" y="1864"/>
                </a:lnTo>
                <a:lnTo>
                  <a:pt x="225831" y="12004"/>
                </a:lnTo>
                <a:close/>
                <a:moveTo>
                  <a:pt x="211102" y="8779"/>
                </a:moveTo>
                <a:lnTo>
                  <a:pt x="204233" y="15694"/>
                </a:lnTo>
                <a:lnTo>
                  <a:pt x="225831" y="12004"/>
                </a:lnTo>
                <a:close/>
                <a:moveTo>
                  <a:pt x="211102" y="8779"/>
                </a:moveTo>
                <a:lnTo>
                  <a:pt x="196372" y="5555"/>
                </a:lnTo>
                <a:lnTo>
                  <a:pt x="204233" y="15694"/>
                </a:lnTo>
                <a:close/>
                <a:moveTo>
                  <a:pt x="211102" y="8779"/>
                </a:moveTo>
                <a:lnTo>
                  <a:pt x="217970" y="1864"/>
                </a:lnTo>
                <a:lnTo>
                  <a:pt x="196372" y="5555"/>
                </a:lnTo>
                <a:close/>
                <a:moveTo>
                  <a:pt x="211102" y="8779"/>
                </a:moveTo>
                <a:lnTo>
                  <a:pt x="225831" y="12004"/>
                </a:lnTo>
                <a:lnTo>
                  <a:pt x="217970" y="1864"/>
                </a:lnTo>
                <a:close/>
                <a:moveTo>
                  <a:pt x="189503" y="12470"/>
                </a:moveTo>
                <a:lnTo>
                  <a:pt x="174773" y="9245"/>
                </a:lnTo>
                <a:lnTo>
                  <a:pt x="182634" y="19385"/>
                </a:lnTo>
                <a:close/>
                <a:moveTo>
                  <a:pt x="189503" y="12470"/>
                </a:moveTo>
                <a:lnTo>
                  <a:pt x="196372" y="5555"/>
                </a:lnTo>
                <a:lnTo>
                  <a:pt x="174773" y="9245"/>
                </a:lnTo>
                <a:close/>
                <a:moveTo>
                  <a:pt x="189503" y="12470"/>
                </a:moveTo>
                <a:lnTo>
                  <a:pt x="204233" y="15694"/>
                </a:lnTo>
                <a:lnTo>
                  <a:pt x="196372" y="5555"/>
                </a:lnTo>
                <a:close/>
                <a:moveTo>
                  <a:pt x="167905" y="16160"/>
                </a:moveTo>
                <a:lnTo>
                  <a:pt x="174773" y="9245"/>
                </a:lnTo>
                <a:lnTo>
                  <a:pt x="153175" y="12936"/>
                </a:lnTo>
                <a:close/>
                <a:moveTo>
                  <a:pt x="167905" y="16160"/>
                </a:moveTo>
                <a:lnTo>
                  <a:pt x="182634" y="19385"/>
                </a:lnTo>
                <a:lnTo>
                  <a:pt x="174773" y="9245"/>
                </a:lnTo>
                <a:close/>
                <a:moveTo>
                  <a:pt x="181642" y="2330"/>
                </a:moveTo>
                <a:lnTo>
                  <a:pt x="174773" y="9245"/>
                </a:lnTo>
                <a:lnTo>
                  <a:pt x="196372" y="5555"/>
                </a:lnTo>
                <a:close/>
                <a:moveTo>
                  <a:pt x="160043" y="6021"/>
                </a:moveTo>
                <a:lnTo>
                  <a:pt x="153175" y="12936"/>
                </a:lnTo>
                <a:lnTo>
                  <a:pt x="174773" y="9245"/>
                </a:lnTo>
                <a:close/>
                <a:moveTo>
                  <a:pt x="160043" y="6021"/>
                </a:moveTo>
                <a:lnTo>
                  <a:pt x="145314" y="2796"/>
                </a:lnTo>
                <a:lnTo>
                  <a:pt x="153175" y="12936"/>
                </a:lnTo>
                <a:close/>
                <a:moveTo>
                  <a:pt x="138445" y="9711"/>
                </a:moveTo>
                <a:lnTo>
                  <a:pt x="131576" y="16626"/>
                </a:lnTo>
                <a:lnTo>
                  <a:pt x="153175" y="12936"/>
                </a:lnTo>
                <a:close/>
                <a:moveTo>
                  <a:pt x="138445" y="9711"/>
                </a:moveTo>
                <a:lnTo>
                  <a:pt x="123715" y="6487"/>
                </a:lnTo>
                <a:lnTo>
                  <a:pt x="131576" y="16626"/>
                </a:lnTo>
                <a:close/>
                <a:moveTo>
                  <a:pt x="138445" y="9711"/>
                </a:moveTo>
                <a:lnTo>
                  <a:pt x="145314" y="2796"/>
                </a:lnTo>
                <a:lnTo>
                  <a:pt x="123715" y="6487"/>
                </a:lnTo>
                <a:close/>
                <a:moveTo>
                  <a:pt x="138445" y="9711"/>
                </a:moveTo>
                <a:lnTo>
                  <a:pt x="153175" y="12936"/>
                </a:lnTo>
                <a:lnTo>
                  <a:pt x="145314" y="2796"/>
                </a:lnTo>
                <a:close/>
                <a:moveTo>
                  <a:pt x="116846" y="13402"/>
                </a:moveTo>
                <a:lnTo>
                  <a:pt x="102116" y="10177"/>
                </a:lnTo>
                <a:lnTo>
                  <a:pt x="109978" y="20317"/>
                </a:lnTo>
                <a:close/>
                <a:moveTo>
                  <a:pt x="116846" y="13402"/>
                </a:moveTo>
                <a:lnTo>
                  <a:pt x="123715" y="6487"/>
                </a:lnTo>
                <a:lnTo>
                  <a:pt x="102116" y="10177"/>
                </a:lnTo>
                <a:close/>
                <a:moveTo>
                  <a:pt x="116846" y="13402"/>
                </a:moveTo>
                <a:lnTo>
                  <a:pt x="131576" y="16626"/>
                </a:lnTo>
                <a:lnTo>
                  <a:pt x="123715" y="6487"/>
                </a:lnTo>
                <a:close/>
                <a:moveTo>
                  <a:pt x="95248" y="17092"/>
                </a:moveTo>
                <a:lnTo>
                  <a:pt x="102116" y="10177"/>
                </a:lnTo>
                <a:lnTo>
                  <a:pt x="80518" y="13868"/>
                </a:lnTo>
                <a:close/>
                <a:moveTo>
                  <a:pt x="108985" y="3262"/>
                </a:moveTo>
                <a:lnTo>
                  <a:pt x="102116" y="10177"/>
                </a:lnTo>
                <a:lnTo>
                  <a:pt x="123715" y="6487"/>
                </a:lnTo>
                <a:close/>
                <a:moveTo>
                  <a:pt x="87387" y="6952"/>
                </a:moveTo>
                <a:lnTo>
                  <a:pt x="80518" y="13868"/>
                </a:lnTo>
                <a:lnTo>
                  <a:pt x="102116" y="10177"/>
                </a:lnTo>
                <a:close/>
                <a:moveTo>
                  <a:pt x="87387" y="6952"/>
                </a:moveTo>
                <a:lnTo>
                  <a:pt x="72657" y="3728"/>
                </a:lnTo>
                <a:lnTo>
                  <a:pt x="80518" y="13868"/>
                </a:lnTo>
                <a:close/>
                <a:moveTo>
                  <a:pt x="87387" y="6952"/>
                </a:moveTo>
                <a:lnTo>
                  <a:pt x="102116" y="10177"/>
                </a:lnTo>
                <a:lnTo>
                  <a:pt x="94255" y="37"/>
                </a:lnTo>
                <a:close/>
                <a:moveTo>
                  <a:pt x="65788" y="10643"/>
                </a:moveTo>
                <a:lnTo>
                  <a:pt x="58919" y="17558"/>
                </a:lnTo>
                <a:lnTo>
                  <a:pt x="80518" y="13868"/>
                </a:lnTo>
                <a:close/>
                <a:moveTo>
                  <a:pt x="65788" y="10643"/>
                </a:moveTo>
                <a:lnTo>
                  <a:pt x="51058" y="7418"/>
                </a:lnTo>
                <a:lnTo>
                  <a:pt x="58919" y="17558"/>
                </a:lnTo>
                <a:close/>
                <a:moveTo>
                  <a:pt x="65788" y="10643"/>
                </a:moveTo>
                <a:lnTo>
                  <a:pt x="72657" y="3728"/>
                </a:lnTo>
                <a:lnTo>
                  <a:pt x="51058" y="7418"/>
                </a:lnTo>
                <a:close/>
                <a:moveTo>
                  <a:pt x="65788" y="10643"/>
                </a:moveTo>
                <a:lnTo>
                  <a:pt x="80518" y="13868"/>
                </a:lnTo>
                <a:lnTo>
                  <a:pt x="72657" y="3728"/>
                </a:lnTo>
                <a:close/>
                <a:moveTo>
                  <a:pt x="44190" y="14334"/>
                </a:moveTo>
                <a:lnTo>
                  <a:pt x="51058" y="7418"/>
                </a:lnTo>
                <a:lnTo>
                  <a:pt x="29460" y="11109"/>
                </a:lnTo>
                <a:close/>
                <a:moveTo>
                  <a:pt x="44190" y="14334"/>
                </a:moveTo>
                <a:lnTo>
                  <a:pt x="58919" y="17558"/>
                </a:lnTo>
                <a:lnTo>
                  <a:pt x="51058" y="7418"/>
                </a:lnTo>
                <a:close/>
                <a:moveTo>
                  <a:pt x="36328" y="4194"/>
                </a:moveTo>
                <a:lnTo>
                  <a:pt x="29460" y="11109"/>
                </a:lnTo>
                <a:lnTo>
                  <a:pt x="51058" y="7418"/>
                </a:lnTo>
                <a:close/>
                <a:moveTo>
                  <a:pt x="36328" y="4194"/>
                </a:moveTo>
                <a:lnTo>
                  <a:pt x="21599" y="969"/>
                </a:lnTo>
                <a:lnTo>
                  <a:pt x="29460" y="11109"/>
                </a:lnTo>
                <a:close/>
                <a:moveTo>
                  <a:pt x="14730" y="7884"/>
                </a:moveTo>
                <a:lnTo>
                  <a:pt x="7861" y="14800"/>
                </a:lnTo>
                <a:lnTo>
                  <a:pt x="29460" y="11109"/>
                </a:lnTo>
                <a:close/>
                <a:moveTo>
                  <a:pt x="14730" y="7884"/>
                </a:moveTo>
                <a:lnTo>
                  <a:pt x="0" y="4660"/>
                </a:lnTo>
                <a:lnTo>
                  <a:pt x="7861" y="14800"/>
                </a:lnTo>
                <a:close/>
                <a:moveTo>
                  <a:pt x="14730" y="7884"/>
                </a:moveTo>
                <a:lnTo>
                  <a:pt x="29460" y="11109"/>
                </a:lnTo>
                <a:lnTo>
                  <a:pt x="21599" y="969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539" name="PANEL_01-slope--7-210_833">
            <a:extLst>
              <a:ext uri="{FF2B5EF4-FFF2-40B4-BE49-F238E27FC236}">
                <a16:creationId xmlns:a16="http://schemas.microsoft.com/office/drawing/2014/main" id="{31B487C5-8480-4080-B1BB-85B13AD2E560}"/>
              </a:ext>
            </a:extLst>
          </p:cNvPr>
          <p:cNvSpPr>
            <a:spLocks/>
          </p:cNvSpPr>
          <p:nvPr/>
        </p:nvSpPr>
        <p:spPr>
          <a:xfrm>
            <a:off x="1037128" y="534177"/>
            <a:ext cx="324737" cy="210247"/>
          </a:xfrm>
          <a:custGeom>
            <a:pathLst>
              <a:path w="219955" h="142408">
                <a:moveTo>
                  <a:pt x="205226" y="125528"/>
                </a:moveTo>
                <a:lnTo>
                  <a:pt x="212094" y="132268"/>
                </a:lnTo>
                <a:lnTo>
                  <a:pt x="190496" y="117841"/>
                </a:lnTo>
                <a:close/>
                <a:moveTo>
                  <a:pt x="205226" y="125528"/>
                </a:moveTo>
                <a:lnTo>
                  <a:pt x="219955" y="142408"/>
                </a:lnTo>
                <a:lnTo>
                  <a:pt x="212094" y="132268"/>
                </a:lnTo>
                <a:close/>
                <a:moveTo>
                  <a:pt x="146306" y="93188"/>
                </a:moveTo>
                <a:lnTo>
                  <a:pt x="139437" y="91218"/>
                </a:lnTo>
                <a:lnTo>
                  <a:pt x="161036" y="100904"/>
                </a:lnTo>
                <a:close/>
                <a:moveTo>
                  <a:pt x="146306" y="93188"/>
                </a:moveTo>
                <a:lnTo>
                  <a:pt x="131576" y="82941"/>
                </a:lnTo>
                <a:lnTo>
                  <a:pt x="139437" y="91218"/>
                </a:lnTo>
                <a:close/>
                <a:moveTo>
                  <a:pt x="124708" y="81143"/>
                </a:moveTo>
                <a:lnTo>
                  <a:pt x="131576" y="82941"/>
                </a:lnTo>
                <a:lnTo>
                  <a:pt x="109978" y="71184"/>
                </a:lnTo>
                <a:close/>
                <a:moveTo>
                  <a:pt x="124708" y="81143"/>
                </a:moveTo>
                <a:lnTo>
                  <a:pt x="139437" y="91218"/>
                </a:lnTo>
                <a:lnTo>
                  <a:pt x="131576" y="82941"/>
                </a:lnTo>
                <a:close/>
                <a:moveTo>
                  <a:pt x="116846" y="73873"/>
                </a:moveTo>
                <a:lnTo>
                  <a:pt x="109978" y="71184"/>
                </a:lnTo>
                <a:lnTo>
                  <a:pt x="131576" y="82941"/>
                </a:lnTo>
                <a:close/>
                <a:moveTo>
                  <a:pt x="116846" y="73873"/>
                </a:moveTo>
                <a:lnTo>
                  <a:pt x="102116" y="62793"/>
                </a:lnTo>
                <a:lnTo>
                  <a:pt x="109978" y="71184"/>
                </a:lnTo>
                <a:close/>
                <a:moveTo>
                  <a:pt x="95248" y="60961"/>
                </a:moveTo>
                <a:lnTo>
                  <a:pt x="102116" y="62793"/>
                </a:lnTo>
                <a:lnTo>
                  <a:pt x="80518" y="49719"/>
                </a:lnTo>
                <a:close/>
                <a:moveTo>
                  <a:pt x="95248" y="60961"/>
                </a:moveTo>
                <a:lnTo>
                  <a:pt x="109978" y="71184"/>
                </a:lnTo>
                <a:lnTo>
                  <a:pt x="102116" y="62793"/>
                </a:lnTo>
                <a:close/>
                <a:moveTo>
                  <a:pt x="87387" y="51033"/>
                </a:moveTo>
                <a:lnTo>
                  <a:pt x="80518" y="49719"/>
                </a:lnTo>
                <a:lnTo>
                  <a:pt x="102116" y="62793"/>
                </a:lnTo>
                <a:close/>
                <a:moveTo>
                  <a:pt x="87387" y="51033"/>
                </a:moveTo>
                <a:lnTo>
                  <a:pt x="72657" y="40488"/>
                </a:lnTo>
                <a:lnTo>
                  <a:pt x="80518" y="49719"/>
                </a:lnTo>
                <a:close/>
                <a:moveTo>
                  <a:pt x="65788" y="37367"/>
                </a:moveTo>
                <a:lnTo>
                  <a:pt x="51058" y="28884"/>
                </a:lnTo>
                <a:lnTo>
                  <a:pt x="58919" y="38673"/>
                </a:lnTo>
                <a:close/>
                <a:moveTo>
                  <a:pt x="65788" y="37367"/>
                </a:moveTo>
                <a:lnTo>
                  <a:pt x="72657" y="40488"/>
                </a:lnTo>
                <a:lnTo>
                  <a:pt x="51058" y="28884"/>
                </a:lnTo>
                <a:close/>
                <a:moveTo>
                  <a:pt x="65788" y="37367"/>
                </a:moveTo>
                <a:lnTo>
                  <a:pt x="80518" y="49719"/>
                </a:lnTo>
                <a:lnTo>
                  <a:pt x="72657" y="40488"/>
                </a:lnTo>
                <a:close/>
                <a:moveTo>
                  <a:pt x="36328" y="20652"/>
                </a:moveTo>
                <a:lnTo>
                  <a:pt x="29460" y="19920"/>
                </a:lnTo>
                <a:lnTo>
                  <a:pt x="51058" y="28884"/>
                </a:lnTo>
                <a:close/>
                <a:moveTo>
                  <a:pt x="36328" y="20652"/>
                </a:moveTo>
                <a:lnTo>
                  <a:pt x="21599" y="9451"/>
                </a:lnTo>
                <a:lnTo>
                  <a:pt x="29460" y="19920"/>
                </a:lnTo>
                <a:close/>
                <a:moveTo>
                  <a:pt x="36328" y="20652"/>
                </a:moveTo>
                <a:lnTo>
                  <a:pt x="43197" y="20971"/>
                </a:lnTo>
                <a:lnTo>
                  <a:pt x="21599" y="9451"/>
                </a:lnTo>
                <a:close/>
                <a:moveTo>
                  <a:pt x="36328" y="20652"/>
                </a:moveTo>
                <a:lnTo>
                  <a:pt x="51058" y="28884"/>
                </a:lnTo>
                <a:lnTo>
                  <a:pt x="43197" y="20971"/>
                </a:lnTo>
                <a:close/>
                <a:moveTo>
                  <a:pt x="14730" y="9196"/>
                </a:moveTo>
                <a:lnTo>
                  <a:pt x="21599" y="9451"/>
                </a:lnTo>
                <a:lnTo>
                  <a:pt x="0" y="0"/>
                </a:lnTo>
                <a:close/>
                <a:moveTo>
                  <a:pt x="14730" y="9196"/>
                </a:moveTo>
                <a:lnTo>
                  <a:pt x="29460" y="19920"/>
                </a:lnTo>
                <a:lnTo>
                  <a:pt x="21599" y="9451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540" name="PANEL_01-slope--7-215_834">
            <a:extLst>
              <a:ext uri="{FF2B5EF4-FFF2-40B4-BE49-F238E27FC236}">
                <a16:creationId xmlns:a16="http://schemas.microsoft.com/office/drawing/2014/main" id="{819BF311-8A5F-4F0F-A7A0-34E4E6061574}"/>
              </a:ext>
            </a:extLst>
          </p:cNvPr>
          <p:cNvSpPr>
            <a:spLocks/>
          </p:cNvSpPr>
          <p:nvPr/>
        </p:nvSpPr>
        <p:spPr>
          <a:xfrm>
            <a:off x="447151" y="520866"/>
            <a:ext cx="903108" cy="208590"/>
          </a:xfrm>
          <a:custGeom>
            <a:pathLst>
              <a:path w="611706" h="141285">
                <a:moveTo>
                  <a:pt x="596976" y="123498"/>
                </a:moveTo>
                <a:lnTo>
                  <a:pt x="590108" y="126858"/>
                </a:lnTo>
                <a:lnTo>
                  <a:pt x="611706" y="141285"/>
                </a:lnTo>
                <a:close/>
                <a:moveTo>
                  <a:pt x="596976" y="123498"/>
                </a:moveTo>
                <a:lnTo>
                  <a:pt x="582247" y="115991"/>
                </a:lnTo>
                <a:lnTo>
                  <a:pt x="590108" y="126858"/>
                </a:lnTo>
                <a:close/>
                <a:moveTo>
                  <a:pt x="575378" y="118434"/>
                </a:moveTo>
                <a:lnTo>
                  <a:pt x="560648" y="109921"/>
                </a:lnTo>
                <a:lnTo>
                  <a:pt x="568509" y="120175"/>
                </a:lnTo>
                <a:close/>
                <a:moveTo>
                  <a:pt x="575378" y="118434"/>
                </a:moveTo>
                <a:lnTo>
                  <a:pt x="582247" y="115991"/>
                </a:lnTo>
                <a:lnTo>
                  <a:pt x="560648" y="109921"/>
                </a:lnTo>
                <a:close/>
                <a:moveTo>
                  <a:pt x="575378" y="118434"/>
                </a:moveTo>
                <a:lnTo>
                  <a:pt x="590108" y="126858"/>
                </a:lnTo>
                <a:lnTo>
                  <a:pt x="582247" y="115991"/>
                </a:lnTo>
                <a:close/>
                <a:moveTo>
                  <a:pt x="567517" y="108727"/>
                </a:moveTo>
                <a:lnTo>
                  <a:pt x="560648" y="109921"/>
                </a:lnTo>
                <a:lnTo>
                  <a:pt x="582247" y="115991"/>
                </a:lnTo>
                <a:close/>
                <a:moveTo>
                  <a:pt x="545918" y="102204"/>
                </a:moveTo>
                <a:lnTo>
                  <a:pt x="552787" y="100467"/>
                </a:lnTo>
                <a:lnTo>
                  <a:pt x="531188" y="91958"/>
                </a:lnTo>
                <a:close/>
                <a:moveTo>
                  <a:pt x="545918" y="102204"/>
                </a:moveTo>
                <a:lnTo>
                  <a:pt x="560648" y="109921"/>
                </a:lnTo>
                <a:lnTo>
                  <a:pt x="552787" y="100467"/>
                </a:lnTo>
                <a:close/>
                <a:moveTo>
                  <a:pt x="406481" y="6923"/>
                </a:moveTo>
                <a:lnTo>
                  <a:pt x="399612" y="9017"/>
                </a:lnTo>
                <a:lnTo>
                  <a:pt x="421211" y="18467"/>
                </a:lnTo>
                <a:close/>
                <a:moveTo>
                  <a:pt x="406481" y="6923"/>
                </a:moveTo>
                <a:lnTo>
                  <a:pt x="391751" y="2186"/>
                </a:lnTo>
                <a:lnTo>
                  <a:pt x="399612" y="9017"/>
                </a:lnTo>
                <a:close/>
                <a:moveTo>
                  <a:pt x="384882" y="2396"/>
                </a:moveTo>
                <a:lnTo>
                  <a:pt x="391751" y="2186"/>
                </a:lnTo>
                <a:lnTo>
                  <a:pt x="370152" y="6274"/>
                </a:lnTo>
                <a:close/>
                <a:moveTo>
                  <a:pt x="384882" y="2396"/>
                </a:moveTo>
                <a:lnTo>
                  <a:pt x="399612" y="9017"/>
                </a:lnTo>
                <a:lnTo>
                  <a:pt x="391751" y="2186"/>
                </a:lnTo>
                <a:close/>
                <a:moveTo>
                  <a:pt x="341685" y="15006"/>
                </a:moveTo>
                <a:lnTo>
                  <a:pt x="348554" y="14119"/>
                </a:lnTo>
                <a:lnTo>
                  <a:pt x="326955" y="18377"/>
                </a:lnTo>
                <a:close/>
                <a:moveTo>
                  <a:pt x="333824" y="19443"/>
                </a:moveTo>
                <a:lnTo>
                  <a:pt x="326955" y="18377"/>
                </a:lnTo>
                <a:lnTo>
                  <a:pt x="348554" y="14119"/>
                </a:lnTo>
                <a:close/>
                <a:moveTo>
                  <a:pt x="333824" y="19443"/>
                </a:moveTo>
                <a:lnTo>
                  <a:pt x="319094" y="23547"/>
                </a:lnTo>
                <a:lnTo>
                  <a:pt x="326955" y="18377"/>
                </a:lnTo>
                <a:close/>
                <a:moveTo>
                  <a:pt x="312226" y="23049"/>
                </a:moveTo>
                <a:lnTo>
                  <a:pt x="305357" y="22476"/>
                </a:lnTo>
                <a:lnTo>
                  <a:pt x="326955" y="18377"/>
                </a:lnTo>
                <a:close/>
                <a:moveTo>
                  <a:pt x="312226" y="23049"/>
                </a:moveTo>
                <a:lnTo>
                  <a:pt x="297496" y="28423"/>
                </a:lnTo>
                <a:lnTo>
                  <a:pt x="305357" y="22476"/>
                </a:lnTo>
                <a:close/>
                <a:moveTo>
                  <a:pt x="312226" y="23049"/>
                </a:moveTo>
                <a:lnTo>
                  <a:pt x="326955" y="18377"/>
                </a:lnTo>
                <a:lnTo>
                  <a:pt x="319094" y="23547"/>
                </a:lnTo>
                <a:close/>
                <a:moveTo>
                  <a:pt x="290627" y="28053"/>
                </a:moveTo>
                <a:lnTo>
                  <a:pt x="297496" y="28423"/>
                </a:lnTo>
                <a:lnTo>
                  <a:pt x="275897" y="35545"/>
                </a:lnTo>
                <a:close/>
                <a:moveTo>
                  <a:pt x="290627" y="28053"/>
                </a:moveTo>
                <a:lnTo>
                  <a:pt x="305357" y="22476"/>
                </a:lnTo>
                <a:lnTo>
                  <a:pt x="297496" y="28423"/>
                </a:lnTo>
                <a:close/>
                <a:moveTo>
                  <a:pt x="239569" y="30800"/>
                </a:moveTo>
                <a:lnTo>
                  <a:pt x="232700" y="33966"/>
                </a:lnTo>
                <a:lnTo>
                  <a:pt x="254299" y="38948"/>
                </a:lnTo>
                <a:close/>
                <a:moveTo>
                  <a:pt x="239569" y="30800"/>
                </a:moveTo>
                <a:lnTo>
                  <a:pt x="224839" y="15627"/>
                </a:lnTo>
                <a:lnTo>
                  <a:pt x="232700" y="33966"/>
                </a:lnTo>
                <a:close/>
                <a:moveTo>
                  <a:pt x="239569" y="30800"/>
                </a:moveTo>
                <a:lnTo>
                  <a:pt x="254299" y="38948"/>
                </a:lnTo>
                <a:lnTo>
                  <a:pt x="246437" y="26004"/>
                </a:lnTo>
                <a:close/>
                <a:moveTo>
                  <a:pt x="217970" y="19556"/>
                </a:moveTo>
                <a:lnTo>
                  <a:pt x="224839" y="15627"/>
                </a:lnTo>
                <a:lnTo>
                  <a:pt x="203240" y="8092"/>
                </a:lnTo>
                <a:close/>
                <a:moveTo>
                  <a:pt x="217970" y="19556"/>
                </a:moveTo>
                <a:lnTo>
                  <a:pt x="232700" y="33966"/>
                </a:lnTo>
                <a:lnTo>
                  <a:pt x="224839" y="15627"/>
                </a:lnTo>
                <a:close/>
                <a:moveTo>
                  <a:pt x="210109" y="1040"/>
                </a:moveTo>
                <a:lnTo>
                  <a:pt x="203240" y="8092"/>
                </a:lnTo>
                <a:lnTo>
                  <a:pt x="224839" y="15627"/>
                </a:lnTo>
                <a:close/>
                <a:moveTo>
                  <a:pt x="166912" y="0"/>
                </a:moveTo>
                <a:lnTo>
                  <a:pt x="173781" y="236"/>
                </a:lnTo>
                <a:lnTo>
                  <a:pt x="152182" y="2965"/>
                </a:lnTo>
                <a:close/>
                <a:moveTo>
                  <a:pt x="159051" y="3804"/>
                </a:moveTo>
                <a:lnTo>
                  <a:pt x="152182" y="2965"/>
                </a:lnTo>
                <a:lnTo>
                  <a:pt x="173781" y="236"/>
                </a:lnTo>
                <a:close/>
                <a:moveTo>
                  <a:pt x="137452" y="6733"/>
                </a:moveTo>
                <a:lnTo>
                  <a:pt x="130584" y="6252"/>
                </a:lnTo>
                <a:lnTo>
                  <a:pt x="152182" y="2965"/>
                </a:lnTo>
                <a:close/>
                <a:moveTo>
                  <a:pt x="137452" y="6733"/>
                </a:moveTo>
                <a:lnTo>
                  <a:pt x="122722" y="11000"/>
                </a:lnTo>
                <a:lnTo>
                  <a:pt x="130584" y="6252"/>
                </a:lnTo>
                <a:close/>
                <a:moveTo>
                  <a:pt x="137452" y="6733"/>
                </a:moveTo>
                <a:lnTo>
                  <a:pt x="152182" y="2965"/>
                </a:lnTo>
                <a:lnTo>
                  <a:pt x="144321" y="7246"/>
                </a:lnTo>
                <a:close/>
                <a:moveTo>
                  <a:pt x="115854" y="10728"/>
                </a:moveTo>
                <a:lnTo>
                  <a:pt x="101124" y="11366"/>
                </a:lnTo>
                <a:lnTo>
                  <a:pt x="108985" y="9009"/>
                </a:lnTo>
                <a:close/>
                <a:moveTo>
                  <a:pt x="115854" y="10728"/>
                </a:moveTo>
                <a:lnTo>
                  <a:pt x="122722" y="11000"/>
                </a:lnTo>
                <a:lnTo>
                  <a:pt x="101124" y="11366"/>
                </a:lnTo>
                <a:close/>
                <a:moveTo>
                  <a:pt x="115854" y="10728"/>
                </a:moveTo>
                <a:lnTo>
                  <a:pt x="130584" y="6252"/>
                </a:lnTo>
                <a:lnTo>
                  <a:pt x="122722" y="11000"/>
                </a:lnTo>
                <a:close/>
                <a:moveTo>
                  <a:pt x="94255" y="9623"/>
                </a:moveTo>
                <a:lnTo>
                  <a:pt x="101124" y="11366"/>
                </a:lnTo>
                <a:lnTo>
                  <a:pt x="79525" y="10585"/>
                </a:lnTo>
                <a:close/>
                <a:moveTo>
                  <a:pt x="94255" y="9623"/>
                </a:moveTo>
                <a:lnTo>
                  <a:pt x="108985" y="9009"/>
                </a:lnTo>
                <a:lnTo>
                  <a:pt x="101124" y="11366"/>
                </a:lnTo>
                <a:close/>
                <a:moveTo>
                  <a:pt x="86394" y="11336"/>
                </a:moveTo>
                <a:lnTo>
                  <a:pt x="79525" y="10585"/>
                </a:lnTo>
                <a:lnTo>
                  <a:pt x="101124" y="11366"/>
                </a:lnTo>
                <a:close/>
                <a:moveTo>
                  <a:pt x="64796" y="11466"/>
                </a:moveTo>
                <a:lnTo>
                  <a:pt x="57927" y="14360"/>
                </a:lnTo>
                <a:lnTo>
                  <a:pt x="79525" y="10585"/>
                </a:lnTo>
                <a:close/>
                <a:moveTo>
                  <a:pt x="64796" y="11466"/>
                </a:moveTo>
                <a:lnTo>
                  <a:pt x="50066" y="17823"/>
                </a:lnTo>
                <a:lnTo>
                  <a:pt x="57927" y="14360"/>
                </a:lnTo>
                <a:close/>
                <a:moveTo>
                  <a:pt x="43197" y="18404"/>
                </a:moveTo>
                <a:lnTo>
                  <a:pt x="57927" y="14360"/>
                </a:lnTo>
                <a:lnTo>
                  <a:pt x="50066" y="17823"/>
                </a:lnTo>
                <a:close/>
                <a:moveTo>
                  <a:pt x="21599" y="27298"/>
                </a:moveTo>
                <a:lnTo>
                  <a:pt x="6869" y="33383"/>
                </a:lnTo>
                <a:lnTo>
                  <a:pt x="14730" y="28888"/>
                </a:lnTo>
                <a:close/>
                <a:moveTo>
                  <a:pt x="21599" y="27298"/>
                </a:moveTo>
                <a:lnTo>
                  <a:pt x="28467" y="24957"/>
                </a:lnTo>
                <a:lnTo>
                  <a:pt x="6869" y="33383"/>
                </a:lnTo>
                <a:close/>
                <a:moveTo>
                  <a:pt x="21599" y="27298"/>
                </a:moveTo>
                <a:lnTo>
                  <a:pt x="36328" y="21562"/>
                </a:lnTo>
                <a:lnTo>
                  <a:pt x="28467" y="24957"/>
                </a:lnTo>
                <a:close/>
                <a:moveTo>
                  <a:pt x="0" y="35558"/>
                </a:moveTo>
                <a:lnTo>
                  <a:pt x="14730" y="28888"/>
                </a:lnTo>
                <a:lnTo>
                  <a:pt x="6869" y="33383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41" name="PANEL_01-slope--7-220_835">
            <a:extLst>
              <a:ext uri="{FF2B5EF4-FFF2-40B4-BE49-F238E27FC236}">
                <a16:creationId xmlns:a16="http://schemas.microsoft.com/office/drawing/2014/main" id="{05345688-C6D3-4546-810A-67497491E8F8}"/>
              </a:ext>
            </a:extLst>
          </p:cNvPr>
          <p:cNvSpPr>
            <a:spLocks/>
          </p:cNvSpPr>
          <p:nvPr/>
        </p:nvSpPr>
        <p:spPr>
          <a:xfrm>
            <a:off x="425405" y="516319"/>
            <a:ext cx="1901878" cy="223922"/>
          </a:xfrm>
          <a:custGeom>
            <a:pathLst>
              <a:path w="1288208" h="151670">
                <a:moveTo>
                  <a:pt x="1273478" y="121540"/>
                </a:moveTo>
                <a:lnTo>
                  <a:pt x="1266610" y="126217"/>
                </a:lnTo>
                <a:lnTo>
                  <a:pt x="1288208" y="121129"/>
                </a:lnTo>
                <a:close/>
                <a:moveTo>
                  <a:pt x="1273478" y="121540"/>
                </a:moveTo>
                <a:lnTo>
                  <a:pt x="1258748" y="120727"/>
                </a:lnTo>
                <a:lnTo>
                  <a:pt x="1266610" y="126217"/>
                </a:lnTo>
                <a:close/>
                <a:moveTo>
                  <a:pt x="1273478" y="121540"/>
                </a:moveTo>
                <a:lnTo>
                  <a:pt x="1280347" y="115414"/>
                </a:lnTo>
                <a:lnTo>
                  <a:pt x="1258748" y="120727"/>
                </a:lnTo>
                <a:close/>
                <a:moveTo>
                  <a:pt x="1273478" y="121540"/>
                </a:moveTo>
                <a:lnTo>
                  <a:pt x="1288208" y="121129"/>
                </a:lnTo>
                <a:lnTo>
                  <a:pt x="1280347" y="115414"/>
                </a:lnTo>
                <a:close/>
                <a:moveTo>
                  <a:pt x="1251880" y="125144"/>
                </a:moveTo>
                <a:lnTo>
                  <a:pt x="1237150" y="124349"/>
                </a:lnTo>
                <a:lnTo>
                  <a:pt x="1245011" y="128874"/>
                </a:lnTo>
                <a:close/>
                <a:moveTo>
                  <a:pt x="1251880" y="125144"/>
                </a:moveTo>
                <a:lnTo>
                  <a:pt x="1258748" y="120727"/>
                </a:lnTo>
                <a:lnTo>
                  <a:pt x="1237150" y="124349"/>
                </a:lnTo>
                <a:close/>
                <a:moveTo>
                  <a:pt x="1251880" y="125144"/>
                </a:moveTo>
                <a:lnTo>
                  <a:pt x="1266610" y="126217"/>
                </a:lnTo>
                <a:lnTo>
                  <a:pt x="1258748" y="120727"/>
                </a:lnTo>
                <a:close/>
                <a:moveTo>
                  <a:pt x="1230281" y="128068"/>
                </a:moveTo>
                <a:lnTo>
                  <a:pt x="1237150" y="124349"/>
                </a:lnTo>
                <a:lnTo>
                  <a:pt x="1215551" y="128306"/>
                </a:lnTo>
                <a:close/>
                <a:moveTo>
                  <a:pt x="1244019" y="120176"/>
                </a:moveTo>
                <a:lnTo>
                  <a:pt x="1237150" y="124349"/>
                </a:lnTo>
                <a:lnTo>
                  <a:pt x="1258748" y="120727"/>
                </a:lnTo>
                <a:close/>
                <a:moveTo>
                  <a:pt x="1222420" y="124009"/>
                </a:moveTo>
                <a:lnTo>
                  <a:pt x="1215551" y="128306"/>
                </a:lnTo>
                <a:lnTo>
                  <a:pt x="1237150" y="124349"/>
                </a:lnTo>
                <a:close/>
                <a:moveTo>
                  <a:pt x="1222420" y="124009"/>
                </a:moveTo>
                <a:lnTo>
                  <a:pt x="1207690" y="122455"/>
                </a:lnTo>
                <a:lnTo>
                  <a:pt x="1215551" y="128306"/>
                </a:lnTo>
                <a:close/>
                <a:moveTo>
                  <a:pt x="1200822" y="128190"/>
                </a:moveTo>
                <a:lnTo>
                  <a:pt x="1193953" y="131779"/>
                </a:lnTo>
                <a:lnTo>
                  <a:pt x="1215551" y="128306"/>
                </a:lnTo>
                <a:close/>
                <a:moveTo>
                  <a:pt x="1200822" y="128190"/>
                </a:moveTo>
                <a:lnTo>
                  <a:pt x="1186092" y="125478"/>
                </a:lnTo>
                <a:lnTo>
                  <a:pt x="1193953" y="131779"/>
                </a:lnTo>
                <a:close/>
                <a:moveTo>
                  <a:pt x="1200822" y="128190"/>
                </a:moveTo>
                <a:lnTo>
                  <a:pt x="1207690" y="122455"/>
                </a:lnTo>
                <a:lnTo>
                  <a:pt x="1186092" y="125478"/>
                </a:lnTo>
                <a:close/>
                <a:moveTo>
                  <a:pt x="1200822" y="128190"/>
                </a:moveTo>
                <a:lnTo>
                  <a:pt x="1215551" y="128306"/>
                </a:lnTo>
                <a:lnTo>
                  <a:pt x="1207690" y="122455"/>
                </a:lnTo>
                <a:close/>
                <a:moveTo>
                  <a:pt x="1179223" y="129719"/>
                </a:moveTo>
                <a:lnTo>
                  <a:pt x="1164493" y="131894"/>
                </a:lnTo>
                <a:lnTo>
                  <a:pt x="1172354" y="134824"/>
                </a:lnTo>
                <a:close/>
                <a:moveTo>
                  <a:pt x="1179223" y="129719"/>
                </a:moveTo>
                <a:lnTo>
                  <a:pt x="1186092" y="125478"/>
                </a:lnTo>
                <a:lnTo>
                  <a:pt x="1164493" y="131894"/>
                </a:lnTo>
                <a:close/>
                <a:moveTo>
                  <a:pt x="1179223" y="129719"/>
                </a:moveTo>
                <a:lnTo>
                  <a:pt x="1193953" y="131779"/>
                </a:lnTo>
                <a:lnTo>
                  <a:pt x="1186092" y="125478"/>
                </a:lnTo>
                <a:close/>
                <a:moveTo>
                  <a:pt x="1157625" y="133159"/>
                </a:moveTo>
                <a:lnTo>
                  <a:pt x="1164493" y="131894"/>
                </a:lnTo>
                <a:lnTo>
                  <a:pt x="1142895" y="147980"/>
                </a:lnTo>
                <a:close/>
                <a:moveTo>
                  <a:pt x="1136026" y="144918"/>
                </a:moveTo>
                <a:lnTo>
                  <a:pt x="1142895" y="147980"/>
                </a:lnTo>
                <a:lnTo>
                  <a:pt x="1121296" y="151670"/>
                </a:lnTo>
                <a:close/>
                <a:moveTo>
                  <a:pt x="1149763" y="139351"/>
                </a:moveTo>
                <a:lnTo>
                  <a:pt x="1142895" y="147980"/>
                </a:lnTo>
                <a:lnTo>
                  <a:pt x="1164493" y="131894"/>
                </a:lnTo>
                <a:close/>
                <a:moveTo>
                  <a:pt x="641166" y="141715"/>
                </a:moveTo>
                <a:lnTo>
                  <a:pt x="648035" y="140673"/>
                </a:lnTo>
                <a:lnTo>
                  <a:pt x="626436" y="144363"/>
                </a:lnTo>
                <a:close/>
                <a:moveTo>
                  <a:pt x="641166" y="141715"/>
                </a:moveTo>
                <a:lnTo>
                  <a:pt x="655896" y="150813"/>
                </a:lnTo>
                <a:lnTo>
                  <a:pt x="648035" y="140673"/>
                </a:lnTo>
                <a:close/>
                <a:moveTo>
                  <a:pt x="399612" y="5475"/>
                </a:moveTo>
                <a:lnTo>
                  <a:pt x="384882" y="9353"/>
                </a:lnTo>
                <a:lnTo>
                  <a:pt x="392743" y="10268"/>
                </a:lnTo>
                <a:close/>
                <a:moveTo>
                  <a:pt x="378014" y="12660"/>
                </a:moveTo>
                <a:lnTo>
                  <a:pt x="384882" y="9353"/>
                </a:lnTo>
                <a:lnTo>
                  <a:pt x="363284" y="17198"/>
                </a:lnTo>
                <a:close/>
                <a:moveTo>
                  <a:pt x="378014" y="12660"/>
                </a:moveTo>
                <a:lnTo>
                  <a:pt x="392743" y="10268"/>
                </a:lnTo>
                <a:lnTo>
                  <a:pt x="384882" y="9353"/>
                </a:lnTo>
                <a:close/>
                <a:moveTo>
                  <a:pt x="370152" y="15527"/>
                </a:moveTo>
                <a:lnTo>
                  <a:pt x="363284" y="17198"/>
                </a:lnTo>
                <a:lnTo>
                  <a:pt x="384882" y="9353"/>
                </a:lnTo>
                <a:close/>
                <a:moveTo>
                  <a:pt x="305357" y="31132"/>
                </a:moveTo>
                <a:lnTo>
                  <a:pt x="290627" y="38624"/>
                </a:lnTo>
                <a:lnTo>
                  <a:pt x="298488" y="35561"/>
                </a:lnTo>
                <a:close/>
                <a:moveTo>
                  <a:pt x="283758" y="43811"/>
                </a:moveTo>
                <a:lnTo>
                  <a:pt x="269028" y="42027"/>
                </a:lnTo>
                <a:lnTo>
                  <a:pt x="276890" y="46845"/>
                </a:lnTo>
                <a:close/>
                <a:moveTo>
                  <a:pt x="283758" y="43811"/>
                </a:moveTo>
                <a:lnTo>
                  <a:pt x="290627" y="38624"/>
                </a:lnTo>
                <a:lnTo>
                  <a:pt x="269028" y="42027"/>
                </a:lnTo>
                <a:close/>
                <a:moveTo>
                  <a:pt x="283758" y="43811"/>
                </a:moveTo>
                <a:lnTo>
                  <a:pt x="298488" y="35561"/>
                </a:lnTo>
                <a:lnTo>
                  <a:pt x="290627" y="38624"/>
                </a:lnTo>
                <a:close/>
                <a:moveTo>
                  <a:pt x="262160" y="48841"/>
                </a:moveTo>
                <a:lnTo>
                  <a:pt x="269028" y="42027"/>
                </a:lnTo>
                <a:lnTo>
                  <a:pt x="247430" y="37045"/>
                </a:lnTo>
                <a:close/>
                <a:moveTo>
                  <a:pt x="224839" y="4119"/>
                </a:moveTo>
                <a:lnTo>
                  <a:pt x="210109" y="0"/>
                </a:lnTo>
                <a:lnTo>
                  <a:pt x="217970" y="11171"/>
                </a:lnTo>
                <a:close/>
                <a:moveTo>
                  <a:pt x="203240" y="2189"/>
                </a:moveTo>
                <a:lnTo>
                  <a:pt x="188511" y="3315"/>
                </a:lnTo>
                <a:lnTo>
                  <a:pt x="196372" y="7660"/>
                </a:lnTo>
                <a:close/>
                <a:moveTo>
                  <a:pt x="203240" y="2189"/>
                </a:moveTo>
                <a:lnTo>
                  <a:pt x="210109" y="0"/>
                </a:lnTo>
                <a:lnTo>
                  <a:pt x="188511" y="3315"/>
                </a:lnTo>
                <a:close/>
                <a:moveTo>
                  <a:pt x="203240" y="2189"/>
                </a:moveTo>
                <a:lnTo>
                  <a:pt x="217970" y="11171"/>
                </a:lnTo>
                <a:lnTo>
                  <a:pt x="210109" y="0"/>
                </a:lnTo>
                <a:close/>
                <a:moveTo>
                  <a:pt x="57927" y="21483"/>
                </a:moveTo>
                <a:lnTo>
                  <a:pt x="51058" y="24641"/>
                </a:lnTo>
                <a:lnTo>
                  <a:pt x="72657" y="17439"/>
                </a:lnTo>
                <a:close/>
                <a:moveTo>
                  <a:pt x="57927" y="21483"/>
                </a:moveTo>
                <a:lnTo>
                  <a:pt x="43197" y="28036"/>
                </a:lnTo>
                <a:lnTo>
                  <a:pt x="51058" y="24641"/>
                </a:lnTo>
                <a:close/>
                <a:moveTo>
                  <a:pt x="14730" y="38637"/>
                </a:moveTo>
                <a:lnTo>
                  <a:pt x="21599" y="36462"/>
                </a:lnTo>
                <a:lnTo>
                  <a:pt x="0" y="44922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42" name="PANEL_01-slope--7-225_836">
            <a:extLst>
              <a:ext uri="{FF2B5EF4-FFF2-40B4-BE49-F238E27FC236}">
                <a16:creationId xmlns:a16="http://schemas.microsoft.com/office/drawing/2014/main" id="{AD1658B4-633E-40F0-A53A-0D9A4DB710CF}"/>
              </a:ext>
            </a:extLst>
          </p:cNvPr>
          <p:cNvSpPr>
            <a:spLocks/>
          </p:cNvSpPr>
          <p:nvPr/>
        </p:nvSpPr>
        <p:spPr>
          <a:xfrm>
            <a:off x="1350259" y="556494"/>
            <a:ext cx="1243729" cy="187931"/>
          </a:xfrm>
          <a:custGeom>
            <a:pathLst>
              <a:path w="842421" h="127292">
                <a:moveTo>
                  <a:pt x="835553" y="24712"/>
                </a:moveTo>
                <a:lnTo>
                  <a:pt x="842421" y="16641"/>
                </a:lnTo>
                <a:lnTo>
                  <a:pt x="820823" y="21485"/>
                </a:lnTo>
                <a:close/>
                <a:moveTo>
                  <a:pt x="827691" y="9080"/>
                </a:moveTo>
                <a:lnTo>
                  <a:pt x="820823" y="21485"/>
                </a:lnTo>
                <a:lnTo>
                  <a:pt x="842421" y="16641"/>
                </a:lnTo>
                <a:close/>
                <a:moveTo>
                  <a:pt x="827691" y="9080"/>
                </a:moveTo>
                <a:lnTo>
                  <a:pt x="834560" y="0"/>
                </a:lnTo>
                <a:lnTo>
                  <a:pt x="812962" y="8230"/>
                </a:lnTo>
                <a:close/>
                <a:moveTo>
                  <a:pt x="827691" y="9080"/>
                </a:moveTo>
                <a:lnTo>
                  <a:pt x="842421" y="16641"/>
                </a:lnTo>
                <a:lnTo>
                  <a:pt x="834560" y="0"/>
                </a:lnTo>
                <a:close/>
                <a:moveTo>
                  <a:pt x="784494" y="37869"/>
                </a:moveTo>
                <a:lnTo>
                  <a:pt x="777626" y="49428"/>
                </a:lnTo>
                <a:lnTo>
                  <a:pt x="799224" y="34149"/>
                </a:lnTo>
                <a:close/>
                <a:moveTo>
                  <a:pt x="784494" y="37869"/>
                </a:moveTo>
                <a:lnTo>
                  <a:pt x="769765" y="41057"/>
                </a:lnTo>
                <a:lnTo>
                  <a:pt x="777626" y="49428"/>
                </a:lnTo>
                <a:close/>
                <a:moveTo>
                  <a:pt x="762896" y="53437"/>
                </a:moveTo>
                <a:lnTo>
                  <a:pt x="756027" y="62556"/>
                </a:lnTo>
                <a:lnTo>
                  <a:pt x="777626" y="49428"/>
                </a:lnTo>
                <a:close/>
                <a:moveTo>
                  <a:pt x="762896" y="53437"/>
                </a:moveTo>
                <a:lnTo>
                  <a:pt x="748166" y="55307"/>
                </a:lnTo>
                <a:lnTo>
                  <a:pt x="756027" y="62556"/>
                </a:lnTo>
                <a:close/>
                <a:moveTo>
                  <a:pt x="762896" y="53437"/>
                </a:moveTo>
                <a:lnTo>
                  <a:pt x="769765" y="41057"/>
                </a:lnTo>
                <a:lnTo>
                  <a:pt x="748166" y="55307"/>
                </a:lnTo>
                <a:close/>
                <a:moveTo>
                  <a:pt x="762896" y="53437"/>
                </a:moveTo>
                <a:lnTo>
                  <a:pt x="777626" y="49428"/>
                </a:lnTo>
                <a:lnTo>
                  <a:pt x="769765" y="41057"/>
                </a:lnTo>
                <a:close/>
                <a:moveTo>
                  <a:pt x="741297" y="65975"/>
                </a:moveTo>
                <a:lnTo>
                  <a:pt x="726568" y="66730"/>
                </a:lnTo>
                <a:lnTo>
                  <a:pt x="734429" y="72862"/>
                </a:lnTo>
                <a:close/>
                <a:moveTo>
                  <a:pt x="741297" y="65975"/>
                </a:moveTo>
                <a:lnTo>
                  <a:pt x="748166" y="55307"/>
                </a:lnTo>
                <a:lnTo>
                  <a:pt x="726568" y="66730"/>
                </a:lnTo>
                <a:close/>
                <a:moveTo>
                  <a:pt x="741297" y="65975"/>
                </a:moveTo>
                <a:lnTo>
                  <a:pt x="756027" y="62556"/>
                </a:lnTo>
                <a:lnTo>
                  <a:pt x="748166" y="55307"/>
                </a:lnTo>
                <a:close/>
                <a:moveTo>
                  <a:pt x="719699" y="75790"/>
                </a:moveTo>
                <a:lnTo>
                  <a:pt x="704969" y="76937"/>
                </a:lnTo>
                <a:lnTo>
                  <a:pt x="712830" y="81576"/>
                </a:lnTo>
                <a:close/>
                <a:moveTo>
                  <a:pt x="719699" y="75790"/>
                </a:moveTo>
                <a:lnTo>
                  <a:pt x="726568" y="66730"/>
                </a:lnTo>
                <a:lnTo>
                  <a:pt x="704969" y="76937"/>
                </a:lnTo>
                <a:close/>
                <a:moveTo>
                  <a:pt x="719699" y="75790"/>
                </a:moveTo>
                <a:lnTo>
                  <a:pt x="734429" y="72862"/>
                </a:lnTo>
                <a:lnTo>
                  <a:pt x="726568" y="66730"/>
                </a:lnTo>
                <a:close/>
                <a:moveTo>
                  <a:pt x="698100" y="83918"/>
                </a:moveTo>
                <a:lnTo>
                  <a:pt x="704969" y="76937"/>
                </a:lnTo>
                <a:lnTo>
                  <a:pt x="683370" y="86154"/>
                </a:lnTo>
                <a:close/>
                <a:moveTo>
                  <a:pt x="676502" y="92482"/>
                </a:moveTo>
                <a:lnTo>
                  <a:pt x="683370" y="86154"/>
                </a:lnTo>
                <a:lnTo>
                  <a:pt x="661772" y="93918"/>
                </a:lnTo>
                <a:close/>
                <a:moveTo>
                  <a:pt x="711838" y="68394"/>
                </a:moveTo>
                <a:lnTo>
                  <a:pt x="704969" y="76937"/>
                </a:lnTo>
                <a:lnTo>
                  <a:pt x="726568" y="66730"/>
                </a:lnTo>
                <a:close/>
                <a:moveTo>
                  <a:pt x="690239" y="79645"/>
                </a:moveTo>
                <a:lnTo>
                  <a:pt x="683370" y="86154"/>
                </a:lnTo>
                <a:lnTo>
                  <a:pt x="704969" y="76937"/>
                </a:lnTo>
                <a:close/>
                <a:moveTo>
                  <a:pt x="690239" y="79645"/>
                </a:moveTo>
                <a:lnTo>
                  <a:pt x="675509" y="80059"/>
                </a:lnTo>
                <a:lnTo>
                  <a:pt x="683370" y="86154"/>
                </a:lnTo>
                <a:close/>
                <a:moveTo>
                  <a:pt x="668641" y="88569"/>
                </a:moveTo>
                <a:lnTo>
                  <a:pt x="661772" y="93918"/>
                </a:lnTo>
                <a:lnTo>
                  <a:pt x="683370" y="86154"/>
                </a:lnTo>
                <a:close/>
                <a:moveTo>
                  <a:pt x="668641" y="88569"/>
                </a:moveTo>
                <a:lnTo>
                  <a:pt x="653911" y="88203"/>
                </a:lnTo>
                <a:lnTo>
                  <a:pt x="661772" y="93918"/>
                </a:lnTo>
                <a:close/>
                <a:moveTo>
                  <a:pt x="668641" y="88569"/>
                </a:moveTo>
                <a:lnTo>
                  <a:pt x="683370" y="86154"/>
                </a:lnTo>
                <a:lnTo>
                  <a:pt x="675509" y="80059"/>
                </a:lnTo>
                <a:close/>
                <a:moveTo>
                  <a:pt x="14730" y="114504"/>
                </a:moveTo>
                <a:lnTo>
                  <a:pt x="7861" y="127292"/>
                </a:lnTo>
                <a:lnTo>
                  <a:pt x="29460" y="123601"/>
                </a:lnTo>
                <a:close/>
                <a:moveTo>
                  <a:pt x="14730" y="114504"/>
                </a:moveTo>
                <a:lnTo>
                  <a:pt x="0" y="117152"/>
                </a:lnTo>
                <a:lnTo>
                  <a:pt x="7861" y="127292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543" name="PANEL_01-slope--7-230_837">
            <a:extLst>
              <a:ext uri="{FF2B5EF4-FFF2-40B4-BE49-F238E27FC236}">
                <a16:creationId xmlns:a16="http://schemas.microsoft.com/office/drawing/2014/main" id="{6F6F43F4-DCEA-452F-B57D-69CD498CE05C}"/>
              </a:ext>
            </a:extLst>
          </p:cNvPr>
          <p:cNvSpPr>
            <a:spLocks/>
          </p:cNvSpPr>
          <p:nvPr/>
        </p:nvSpPr>
        <p:spPr>
          <a:xfrm>
            <a:off x="2486720" y="568644"/>
            <a:ext cx="85521" cy="48464"/>
          </a:xfrm>
          <a:custGeom>
            <a:pathLst>
              <a:path w="57927" h="32827">
                <a:moveTo>
                  <a:pt x="57927" y="850"/>
                </a:moveTo>
                <a:lnTo>
                  <a:pt x="43197" y="0"/>
                </a:lnTo>
                <a:lnTo>
                  <a:pt x="51058" y="13255"/>
                </a:lnTo>
                <a:close/>
                <a:moveTo>
                  <a:pt x="36328" y="12706"/>
                </a:moveTo>
                <a:lnTo>
                  <a:pt x="29460" y="25919"/>
                </a:lnTo>
                <a:lnTo>
                  <a:pt x="51058" y="13255"/>
                </a:lnTo>
                <a:close/>
                <a:moveTo>
                  <a:pt x="36328" y="12706"/>
                </a:moveTo>
                <a:lnTo>
                  <a:pt x="21599" y="15963"/>
                </a:lnTo>
                <a:lnTo>
                  <a:pt x="29460" y="25919"/>
                </a:lnTo>
                <a:close/>
                <a:moveTo>
                  <a:pt x="36328" y="12706"/>
                </a:moveTo>
                <a:lnTo>
                  <a:pt x="43197" y="0"/>
                </a:lnTo>
                <a:lnTo>
                  <a:pt x="21599" y="15963"/>
                </a:lnTo>
                <a:close/>
                <a:moveTo>
                  <a:pt x="36328" y="12706"/>
                </a:moveTo>
                <a:lnTo>
                  <a:pt x="51058" y="13255"/>
                </a:lnTo>
                <a:lnTo>
                  <a:pt x="43197" y="0"/>
                </a:lnTo>
                <a:close/>
                <a:moveTo>
                  <a:pt x="14730" y="29639"/>
                </a:moveTo>
                <a:lnTo>
                  <a:pt x="21599" y="15963"/>
                </a:lnTo>
                <a:lnTo>
                  <a:pt x="0" y="32827"/>
                </a:lnTo>
                <a:close/>
                <a:moveTo>
                  <a:pt x="14730" y="29639"/>
                </a:moveTo>
                <a:lnTo>
                  <a:pt x="29460" y="25919"/>
                </a:lnTo>
                <a:lnTo>
                  <a:pt x="21599" y="15963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544" name="PANEL_01-water--7-230_838">
            <a:extLst>
              <a:ext uri="{FF2B5EF4-FFF2-40B4-BE49-F238E27FC236}">
                <a16:creationId xmlns:a16="http://schemas.microsoft.com/office/drawing/2014/main" id="{7747CDE8-6FD4-45DC-A2D4-DA7DEE665E29}"/>
              </a:ext>
            </a:extLst>
          </p:cNvPr>
          <p:cNvSpPr>
            <a:spLocks/>
          </p:cNvSpPr>
          <p:nvPr/>
        </p:nvSpPr>
        <p:spPr>
          <a:xfrm>
            <a:off x="1382147" y="722575"/>
            <a:ext cx="730599" cy="29940"/>
          </a:xfrm>
          <a:custGeom>
            <a:pathLst>
              <a:path w="494860" h="20280">
                <a:moveTo>
                  <a:pt x="480130" y="5051"/>
                </a:moveTo>
                <a:lnTo>
                  <a:pt x="473261" y="11967"/>
                </a:lnTo>
                <a:lnTo>
                  <a:pt x="494860" y="8276"/>
                </a:lnTo>
                <a:close/>
                <a:moveTo>
                  <a:pt x="480130" y="5051"/>
                </a:moveTo>
                <a:lnTo>
                  <a:pt x="465400" y="1827"/>
                </a:lnTo>
                <a:lnTo>
                  <a:pt x="473261" y="11967"/>
                </a:lnTo>
                <a:close/>
                <a:moveTo>
                  <a:pt x="458532" y="8742"/>
                </a:moveTo>
                <a:lnTo>
                  <a:pt x="451663" y="15657"/>
                </a:lnTo>
                <a:lnTo>
                  <a:pt x="473261" y="11967"/>
                </a:lnTo>
                <a:close/>
                <a:moveTo>
                  <a:pt x="458532" y="8742"/>
                </a:moveTo>
                <a:lnTo>
                  <a:pt x="443802" y="5517"/>
                </a:lnTo>
                <a:lnTo>
                  <a:pt x="451663" y="15657"/>
                </a:lnTo>
                <a:close/>
                <a:moveTo>
                  <a:pt x="458532" y="8742"/>
                </a:moveTo>
                <a:lnTo>
                  <a:pt x="465400" y="1827"/>
                </a:lnTo>
                <a:lnTo>
                  <a:pt x="443802" y="5517"/>
                </a:lnTo>
                <a:close/>
                <a:moveTo>
                  <a:pt x="458532" y="8742"/>
                </a:moveTo>
                <a:lnTo>
                  <a:pt x="473261" y="11967"/>
                </a:lnTo>
                <a:lnTo>
                  <a:pt x="465400" y="1827"/>
                </a:lnTo>
                <a:close/>
                <a:moveTo>
                  <a:pt x="436933" y="12433"/>
                </a:moveTo>
                <a:lnTo>
                  <a:pt x="422203" y="9208"/>
                </a:lnTo>
                <a:lnTo>
                  <a:pt x="430064" y="19348"/>
                </a:lnTo>
                <a:close/>
                <a:moveTo>
                  <a:pt x="436933" y="12433"/>
                </a:moveTo>
                <a:lnTo>
                  <a:pt x="443802" y="5517"/>
                </a:lnTo>
                <a:lnTo>
                  <a:pt x="422203" y="9208"/>
                </a:lnTo>
                <a:close/>
                <a:moveTo>
                  <a:pt x="436933" y="12433"/>
                </a:moveTo>
                <a:lnTo>
                  <a:pt x="451663" y="15657"/>
                </a:lnTo>
                <a:lnTo>
                  <a:pt x="443802" y="5517"/>
                </a:lnTo>
                <a:close/>
                <a:moveTo>
                  <a:pt x="415335" y="16123"/>
                </a:moveTo>
                <a:lnTo>
                  <a:pt x="422203" y="9208"/>
                </a:lnTo>
                <a:lnTo>
                  <a:pt x="400605" y="12899"/>
                </a:lnTo>
                <a:close/>
                <a:moveTo>
                  <a:pt x="429072" y="2293"/>
                </a:moveTo>
                <a:lnTo>
                  <a:pt x="422203" y="9208"/>
                </a:lnTo>
                <a:lnTo>
                  <a:pt x="443802" y="5517"/>
                </a:lnTo>
                <a:close/>
                <a:moveTo>
                  <a:pt x="407473" y="5983"/>
                </a:moveTo>
                <a:lnTo>
                  <a:pt x="400605" y="12899"/>
                </a:lnTo>
                <a:lnTo>
                  <a:pt x="422203" y="9208"/>
                </a:lnTo>
                <a:close/>
                <a:moveTo>
                  <a:pt x="407473" y="5983"/>
                </a:moveTo>
                <a:lnTo>
                  <a:pt x="392743" y="2759"/>
                </a:lnTo>
                <a:lnTo>
                  <a:pt x="400605" y="12899"/>
                </a:lnTo>
                <a:close/>
                <a:moveTo>
                  <a:pt x="385875" y="9674"/>
                </a:moveTo>
                <a:lnTo>
                  <a:pt x="379006" y="16589"/>
                </a:lnTo>
                <a:lnTo>
                  <a:pt x="400605" y="12899"/>
                </a:lnTo>
                <a:close/>
                <a:moveTo>
                  <a:pt x="385875" y="9674"/>
                </a:moveTo>
                <a:lnTo>
                  <a:pt x="371145" y="6449"/>
                </a:lnTo>
                <a:lnTo>
                  <a:pt x="379006" y="16589"/>
                </a:lnTo>
                <a:close/>
                <a:moveTo>
                  <a:pt x="385875" y="9674"/>
                </a:moveTo>
                <a:lnTo>
                  <a:pt x="392743" y="2759"/>
                </a:lnTo>
                <a:lnTo>
                  <a:pt x="371145" y="6449"/>
                </a:lnTo>
                <a:close/>
                <a:moveTo>
                  <a:pt x="385875" y="9674"/>
                </a:moveTo>
                <a:lnTo>
                  <a:pt x="400605" y="12899"/>
                </a:lnTo>
                <a:lnTo>
                  <a:pt x="392743" y="2759"/>
                </a:lnTo>
                <a:close/>
                <a:moveTo>
                  <a:pt x="364276" y="13365"/>
                </a:moveTo>
                <a:lnTo>
                  <a:pt x="349546" y="10140"/>
                </a:lnTo>
                <a:lnTo>
                  <a:pt x="357408" y="20280"/>
                </a:lnTo>
                <a:close/>
                <a:moveTo>
                  <a:pt x="364276" y="13365"/>
                </a:moveTo>
                <a:lnTo>
                  <a:pt x="371145" y="6449"/>
                </a:lnTo>
                <a:lnTo>
                  <a:pt x="349546" y="10140"/>
                </a:lnTo>
                <a:close/>
                <a:moveTo>
                  <a:pt x="364276" y="13365"/>
                </a:moveTo>
                <a:lnTo>
                  <a:pt x="379006" y="16589"/>
                </a:lnTo>
                <a:lnTo>
                  <a:pt x="371145" y="6449"/>
                </a:lnTo>
                <a:close/>
                <a:moveTo>
                  <a:pt x="342678" y="17055"/>
                </a:moveTo>
                <a:lnTo>
                  <a:pt x="349546" y="10140"/>
                </a:lnTo>
                <a:lnTo>
                  <a:pt x="327948" y="13831"/>
                </a:lnTo>
                <a:close/>
                <a:moveTo>
                  <a:pt x="356415" y="3225"/>
                </a:moveTo>
                <a:lnTo>
                  <a:pt x="349546" y="10140"/>
                </a:lnTo>
                <a:lnTo>
                  <a:pt x="371145" y="6449"/>
                </a:lnTo>
                <a:close/>
                <a:moveTo>
                  <a:pt x="334817" y="6915"/>
                </a:moveTo>
                <a:lnTo>
                  <a:pt x="327948" y="13831"/>
                </a:lnTo>
                <a:lnTo>
                  <a:pt x="349546" y="10140"/>
                </a:lnTo>
                <a:close/>
                <a:moveTo>
                  <a:pt x="334817" y="6915"/>
                </a:moveTo>
                <a:lnTo>
                  <a:pt x="320087" y="3691"/>
                </a:lnTo>
                <a:lnTo>
                  <a:pt x="327948" y="13831"/>
                </a:lnTo>
                <a:close/>
                <a:moveTo>
                  <a:pt x="334817" y="6915"/>
                </a:moveTo>
                <a:lnTo>
                  <a:pt x="349546" y="10140"/>
                </a:lnTo>
                <a:lnTo>
                  <a:pt x="341685" y="0"/>
                </a:lnTo>
                <a:close/>
                <a:moveTo>
                  <a:pt x="313218" y="10606"/>
                </a:moveTo>
                <a:lnTo>
                  <a:pt x="306349" y="17521"/>
                </a:lnTo>
                <a:lnTo>
                  <a:pt x="327948" y="13831"/>
                </a:lnTo>
                <a:close/>
                <a:moveTo>
                  <a:pt x="313218" y="10606"/>
                </a:moveTo>
                <a:lnTo>
                  <a:pt x="298488" y="7381"/>
                </a:lnTo>
                <a:lnTo>
                  <a:pt x="306349" y="17521"/>
                </a:lnTo>
                <a:close/>
                <a:moveTo>
                  <a:pt x="313218" y="10606"/>
                </a:moveTo>
                <a:lnTo>
                  <a:pt x="320087" y="3691"/>
                </a:lnTo>
                <a:lnTo>
                  <a:pt x="298488" y="7381"/>
                </a:lnTo>
                <a:close/>
                <a:moveTo>
                  <a:pt x="313218" y="10606"/>
                </a:moveTo>
                <a:lnTo>
                  <a:pt x="327948" y="13831"/>
                </a:lnTo>
                <a:lnTo>
                  <a:pt x="320087" y="3691"/>
                </a:lnTo>
                <a:close/>
                <a:moveTo>
                  <a:pt x="291620" y="14296"/>
                </a:moveTo>
                <a:lnTo>
                  <a:pt x="298488" y="7381"/>
                </a:lnTo>
                <a:lnTo>
                  <a:pt x="276890" y="11072"/>
                </a:lnTo>
                <a:close/>
                <a:moveTo>
                  <a:pt x="291620" y="14296"/>
                </a:moveTo>
                <a:lnTo>
                  <a:pt x="306349" y="17521"/>
                </a:lnTo>
                <a:lnTo>
                  <a:pt x="298488" y="7381"/>
                </a:lnTo>
                <a:close/>
                <a:moveTo>
                  <a:pt x="283758" y="4157"/>
                </a:moveTo>
                <a:lnTo>
                  <a:pt x="276890" y="11072"/>
                </a:lnTo>
                <a:lnTo>
                  <a:pt x="298488" y="7381"/>
                </a:lnTo>
                <a:close/>
                <a:moveTo>
                  <a:pt x="283758" y="4157"/>
                </a:moveTo>
                <a:lnTo>
                  <a:pt x="269028" y="932"/>
                </a:lnTo>
                <a:lnTo>
                  <a:pt x="276890" y="11072"/>
                </a:lnTo>
                <a:close/>
                <a:moveTo>
                  <a:pt x="262160" y="7847"/>
                </a:moveTo>
                <a:lnTo>
                  <a:pt x="255291" y="14762"/>
                </a:lnTo>
                <a:lnTo>
                  <a:pt x="276890" y="11072"/>
                </a:lnTo>
                <a:close/>
                <a:moveTo>
                  <a:pt x="262160" y="7847"/>
                </a:moveTo>
                <a:lnTo>
                  <a:pt x="247430" y="4623"/>
                </a:lnTo>
                <a:lnTo>
                  <a:pt x="255291" y="14762"/>
                </a:lnTo>
                <a:close/>
                <a:moveTo>
                  <a:pt x="262160" y="7847"/>
                </a:moveTo>
                <a:lnTo>
                  <a:pt x="276890" y="11072"/>
                </a:lnTo>
                <a:lnTo>
                  <a:pt x="269028" y="932"/>
                </a:lnTo>
                <a:close/>
                <a:moveTo>
                  <a:pt x="240561" y="11538"/>
                </a:moveTo>
                <a:lnTo>
                  <a:pt x="225831" y="8313"/>
                </a:lnTo>
                <a:lnTo>
                  <a:pt x="233693" y="18453"/>
                </a:lnTo>
                <a:close/>
                <a:moveTo>
                  <a:pt x="240561" y="11538"/>
                </a:moveTo>
                <a:lnTo>
                  <a:pt x="247430" y="4623"/>
                </a:lnTo>
                <a:lnTo>
                  <a:pt x="225831" y="8313"/>
                </a:lnTo>
                <a:close/>
                <a:moveTo>
                  <a:pt x="240561" y="11538"/>
                </a:moveTo>
                <a:lnTo>
                  <a:pt x="255291" y="14762"/>
                </a:lnTo>
                <a:lnTo>
                  <a:pt x="247430" y="4623"/>
                </a:lnTo>
                <a:close/>
                <a:moveTo>
                  <a:pt x="218963" y="15228"/>
                </a:moveTo>
                <a:lnTo>
                  <a:pt x="225831" y="8313"/>
                </a:lnTo>
                <a:lnTo>
                  <a:pt x="204233" y="12004"/>
                </a:lnTo>
                <a:close/>
                <a:moveTo>
                  <a:pt x="218963" y="15228"/>
                </a:moveTo>
                <a:lnTo>
                  <a:pt x="233693" y="18453"/>
                </a:lnTo>
                <a:lnTo>
                  <a:pt x="225831" y="8313"/>
                </a:lnTo>
                <a:close/>
                <a:moveTo>
                  <a:pt x="211102" y="5089"/>
                </a:moveTo>
                <a:lnTo>
                  <a:pt x="204233" y="12004"/>
                </a:lnTo>
                <a:lnTo>
                  <a:pt x="225831" y="8313"/>
                </a:lnTo>
                <a:close/>
                <a:moveTo>
                  <a:pt x="211102" y="5089"/>
                </a:moveTo>
                <a:lnTo>
                  <a:pt x="196372" y="1864"/>
                </a:lnTo>
                <a:lnTo>
                  <a:pt x="204233" y="12004"/>
                </a:lnTo>
                <a:close/>
                <a:moveTo>
                  <a:pt x="189503" y="8779"/>
                </a:moveTo>
                <a:lnTo>
                  <a:pt x="182634" y="15694"/>
                </a:lnTo>
                <a:lnTo>
                  <a:pt x="204233" y="12004"/>
                </a:lnTo>
                <a:close/>
                <a:moveTo>
                  <a:pt x="189503" y="8779"/>
                </a:moveTo>
                <a:lnTo>
                  <a:pt x="174773" y="5555"/>
                </a:lnTo>
                <a:lnTo>
                  <a:pt x="182634" y="15694"/>
                </a:lnTo>
                <a:close/>
                <a:moveTo>
                  <a:pt x="189503" y="8779"/>
                </a:moveTo>
                <a:lnTo>
                  <a:pt x="196372" y="1864"/>
                </a:lnTo>
                <a:lnTo>
                  <a:pt x="174773" y="5555"/>
                </a:lnTo>
                <a:close/>
                <a:moveTo>
                  <a:pt x="189503" y="8779"/>
                </a:moveTo>
                <a:lnTo>
                  <a:pt x="204233" y="12004"/>
                </a:lnTo>
                <a:lnTo>
                  <a:pt x="196372" y="1864"/>
                </a:lnTo>
                <a:close/>
                <a:moveTo>
                  <a:pt x="167905" y="12470"/>
                </a:moveTo>
                <a:lnTo>
                  <a:pt x="153175" y="9245"/>
                </a:lnTo>
                <a:lnTo>
                  <a:pt x="161036" y="19385"/>
                </a:lnTo>
                <a:close/>
                <a:moveTo>
                  <a:pt x="167905" y="12470"/>
                </a:moveTo>
                <a:lnTo>
                  <a:pt x="174773" y="5555"/>
                </a:lnTo>
                <a:lnTo>
                  <a:pt x="153175" y="9245"/>
                </a:lnTo>
                <a:close/>
                <a:moveTo>
                  <a:pt x="167905" y="12470"/>
                </a:moveTo>
                <a:lnTo>
                  <a:pt x="182634" y="15694"/>
                </a:lnTo>
                <a:lnTo>
                  <a:pt x="174773" y="5555"/>
                </a:lnTo>
                <a:close/>
                <a:moveTo>
                  <a:pt x="146306" y="16160"/>
                </a:moveTo>
                <a:lnTo>
                  <a:pt x="153175" y="9245"/>
                </a:lnTo>
                <a:lnTo>
                  <a:pt x="131576" y="12936"/>
                </a:lnTo>
                <a:close/>
                <a:moveTo>
                  <a:pt x="160043" y="2330"/>
                </a:moveTo>
                <a:lnTo>
                  <a:pt x="153175" y="9245"/>
                </a:lnTo>
                <a:lnTo>
                  <a:pt x="174773" y="5555"/>
                </a:lnTo>
                <a:close/>
                <a:moveTo>
                  <a:pt x="138445" y="6021"/>
                </a:moveTo>
                <a:lnTo>
                  <a:pt x="131576" y="12936"/>
                </a:lnTo>
                <a:lnTo>
                  <a:pt x="153175" y="9245"/>
                </a:lnTo>
                <a:close/>
                <a:moveTo>
                  <a:pt x="138445" y="6021"/>
                </a:moveTo>
                <a:lnTo>
                  <a:pt x="123715" y="2796"/>
                </a:lnTo>
                <a:lnTo>
                  <a:pt x="131576" y="12936"/>
                </a:lnTo>
                <a:close/>
                <a:moveTo>
                  <a:pt x="116846" y="9711"/>
                </a:moveTo>
                <a:lnTo>
                  <a:pt x="109978" y="16626"/>
                </a:lnTo>
                <a:lnTo>
                  <a:pt x="131576" y="12936"/>
                </a:lnTo>
                <a:close/>
                <a:moveTo>
                  <a:pt x="116846" y="9711"/>
                </a:moveTo>
                <a:lnTo>
                  <a:pt x="102116" y="6487"/>
                </a:lnTo>
                <a:lnTo>
                  <a:pt x="109978" y="16626"/>
                </a:lnTo>
                <a:close/>
                <a:moveTo>
                  <a:pt x="116846" y="9711"/>
                </a:moveTo>
                <a:lnTo>
                  <a:pt x="123715" y="2796"/>
                </a:lnTo>
                <a:lnTo>
                  <a:pt x="102116" y="6487"/>
                </a:lnTo>
                <a:close/>
                <a:moveTo>
                  <a:pt x="116846" y="9711"/>
                </a:moveTo>
                <a:lnTo>
                  <a:pt x="131576" y="12936"/>
                </a:lnTo>
                <a:lnTo>
                  <a:pt x="123715" y="2796"/>
                </a:lnTo>
                <a:close/>
                <a:moveTo>
                  <a:pt x="95248" y="13402"/>
                </a:moveTo>
                <a:lnTo>
                  <a:pt x="102116" y="6487"/>
                </a:lnTo>
                <a:lnTo>
                  <a:pt x="80518" y="10177"/>
                </a:lnTo>
                <a:close/>
                <a:moveTo>
                  <a:pt x="95248" y="13402"/>
                </a:moveTo>
                <a:lnTo>
                  <a:pt x="109978" y="16626"/>
                </a:lnTo>
                <a:lnTo>
                  <a:pt x="102116" y="6487"/>
                </a:lnTo>
                <a:close/>
                <a:moveTo>
                  <a:pt x="73649" y="17092"/>
                </a:moveTo>
                <a:lnTo>
                  <a:pt x="80518" y="10177"/>
                </a:lnTo>
                <a:lnTo>
                  <a:pt x="58919" y="13868"/>
                </a:lnTo>
                <a:close/>
                <a:moveTo>
                  <a:pt x="87387" y="3262"/>
                </a:moveTo>
                <a:lnTo>
                  <a:pt x="80518" y="10177"/>
                </a:lnTo>
                <a:lnTo>
                  <a:pt x="102116" y="6487"/>
                </a:lnTo>
                <a:close/>
                <a:moveTo>
                  <a:pt x="65788" y="6952"/>
                </a:moveTo>
                <a:lnTo>
                  <a:pt x="58919" y="13868"/>
                </a:lnTo>
                <a:lnTo>
                  <a:pt x="80518" y="10177"/>
                </a:lnTo>
                <a:close/>
                <a:moveTo>
                  <a:pt x="65788" y="6952"/>
                </a:moveTo>
                <a:lnTo>
                  <a:pt x="51058" y="3728"/>
                </a:lnTo>
                <a:lnTo>
                  <a:pt x="58919" y="13868"/>
                </a:lnTo>
                <a:close/>
                <a:moveTo>
                  <a:pt x="65788" y="6952"/>
                </a:moveTo>
                <a:lnTo>
                  <a:pt x="80518" y="10177"/>
                </a:lnTo>
                <a:lnTo>
                  <a:pt x="72657" y="37"/>
                </a:lnTo>
                <a:close/>
                <a:moveTo>
                  <a:pt x="44190" y="10643"/>
                </a:moveTo>
                <a:lnTo>
                  <a:pt x="37321" y="17558"/>
                </a:lnTo>
                <a:lnTo>
                  <a:pt x="58919" y="13868"/>
                </a:lnTo>
                <a:close/>
                <a:moveTo>
                  <a:pt x="44190" y="10643"/>
                </a:moveTo>
                <a:lnTo>
                  <a:pt x="29460" y="7418"/>
                </a:lnTo>
                <a:lnTo>
                  <a:pt x="37321" y="17558"/>
                </a:lnTo>
                <a:close/>
                <a:moveTo>
                  <a:pt x="44190" y="10643"/>
                </a:moveTo>
                <a:lnTo>
                  <a:pt x="51058" y="3728"/>
                </a:lnTo>
                <a:lnTo>
                  <a:pt x="29460" y="7418"/>
                </a:lnTo>
                <a:close/>
                <a:moveTo>
                  <a:pt x="44190" y="10643"/>
                </a:moveTo>
                <a:lnTo>
                  <a:pt x="58919" y="13868"/>
                </a:lnTo>
                <a:lnTo>
                  <a:pt x="51058" y="3728"/>
                </a:lnTo>
                <a:close/>
                <a:moveTo>
                  <a:pt x="22591" y="14334"/>
                </a:moveTo>
                <a:lnTo>
                  <a:pt x="29460" y="7418"/>
                </a:lnTo>
                <a:lnTo>
                  <a:pt x="7861" y="11109"/>
                </a:lnTo>
                <a:close/>
                <a:moveTo>
                  <a:pt x="22591" y="14334"/>
                </a:moveTo>
                <a:lnTo>
                  <a:pt x="37321" y="17558"/>
                </a:lnTo>
                <a:lnTo>
                  <a:pt x="29460" y="7418"/>
                </a:lnTo>
                <a:close/>
                <a:moveTo>
                  <a:pt x="14730" y="4194"/>
                </a:moveTo>
                <a:lnTo>
                  <a:pt x="7861" y="11109"/>
                </a:lnTo>
                <a:lnTo>
                  <a:pt x="29460" y="7418"/>
                </a:lnTo>
                <a:close/>
                <a:moveTo>
                  <a:pt x="14730" y="4194"/>
                </a:moveTo>
                <a:lnTo>
                  <a:pt x="0" y="969"/>
                </a:lnTo>
                <a:lnTo>
                  <a:pt x="7861" y="11109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545" name="PANEL_01-slope--6-210_839">
            <a:extLst>
              <a:ext uri="{FF2B5EF4-FFF2-40B4-BE49-F238E27FC236}">
                <a16:creationId xmlns:a16="http://schemas.microsoft.com/office/drawing/2014/main" id="{A12E2ACF-3455-4F68-90B6-21498A47CE81}"/>
              </a:ext>
            </a:extLst>
          </p:cNvPr>
          <p:cNvSpPr>
            <a:spLocks/>
          </p:cNvSpPr>
          <p:nvPr/>
        </p:nvSpPr>
        <p:spPr>
          <a:xfrm>
            <a:off x="1080622" y="563587"/>
            <a:ext cx="205862" cy="134703"/>
          </a:xfrm>
          <a:custGeom>
            <a:pathLst>
              <a:path w="139437" h="91239">
                <a:moveTo>
                  <a:pt x="124708" y="81382"/>
                </a:moveTo>
                <a:lnTo>
                  <a:pt x="117839" y="80911"/>
                </a:lnTo>
                <a:lnTo>
                  <a:pt x="139437" y="91239"/>
                </a:lnTo>
                <a:close/>
                <a:moveTo>
                  <a:pt x="124708" y="81382"/>
                </a:moveTo>
                <a:lnTo>
                  <a:pt x="109978" y="71298"/>
                </a:lnTo>
                <a:lnTo>
                  <a:pt x="117839" y="80911"/>
                </a:lnTo>
                <a:close/>
                <a:moveTo>
                  <a:pt x="124708" y="81382"/>
                </a:moveTo>
                <a:lnTo>
                  <a:pt x="131576" y="80984"/>
                </a:lnTo>
                <a:lnTo>
                  <a:pt x="109978" y="71298"/>
                </a:lnTo>
                <a:close/>
                <a:moveTo>
                  <a:pt x="103109" y="69321"/>
                </a:moveTo>
                <a:lnTo>
                  <a:pt x="109978" y="71298"/>
                </a:lnTo>
                <a:lnTo>
                  <a:pt x="88379" y="59615"/>
                </a:lnTo>
                <a:close/>
                <a:moveTo>
                  <a:pt x="103109" y="69321"/>
                </a:moveTo>
                <a:lnTo>
                  <a:pt x="117839" y="80911"/>
                </a:lnTo>
                <a:lnTo>
                  <a:pt x="109978" y="71298"/>
                </a:lnTo>
                <a:close/>
                <a:moveTo>
                  <a:pt x="95248" y="61223"/>
                </a:moveTo>
                <a:lnTo>
                  <a:pt x="88379" y="59615"/>
                </a:lnTo>
                <a:lnTo>
                  <a:pt x="109978" y="71298"/>
                </a:lnTo>
                <a:close/>
                <a:moveTo>
                  <a:pt x="95248" y="61223"/>
                </a:moveTo>
                <a:lnTo>
                  <a:pt x="80518" y="51264"/>
                </a:lnTo>
                <a:lnTo>
                  <a:pt x="88379" y="59615"/>
                </a:lnTo>
                <a:close/>
                <a:moveTo>
                  <a:pt x="73649" y="48837"/>
                </a:moveTo>
                <a:lnTo>
                  <a:pt x="80518" y="51264"/>
                </a:lnTo>
                <a:lnTo>
                  <a:pt x="58919" y="38979"/>
                </a:lnTo>
                <a:close/>
                <a:moveTo>
                  <a:pt x="73649" y="48837"/>
                </a:moveTo>
                <a:lnTo>
                  <a:pt x="88379" y="59615"/>
                </a:lnTo>
                <a:lnTo>
                  <a:pt x="80518" y="51264"/>
                </a:lnTo>
                <a:close/>
                <a:moveTo>
                  <a:pt x="65788" y="41041"/>
                </a:moveTo>
                <a:lnTo>
                  <a:pt x="58919" y="38979"/>
                </a:lnTo>
                <a:lnTo>
                  <a:pt x="80518" y="51264"/>
                </a:lnTo>
                <a:close/>
                <a:moveTo>
                  <a:pt x="65788" y="41041"/>
                </a:moveTo>
                <a:lnTo>
                  <a:pt x="51058" y="29799"/>
                </a:lnTo>
                <a:lnTo>
                  <a:pt x="58919" y="38979"/>
                </a:lnTo>
                <a:close/>
                <a:moveTo>
                  <a:pt x="44190" y="29594"/>
                </a:moveTo>
                <a:lnTo>
                  <a:pt x="51058" y="29799"/>
                </a:lnTo>
                <a:lnTo>
                  <a:pt x="29460" y="18753"/>
                </a:lnTo>
                <a:close/>
                <a:moveTo>
                  <a:pt x="44190" y="29594"/>
                </a:moveTo>
                <a:lnTo>
                  <a:pt x="58919" y="38979"/>
                </a:lnTo>
                <a:lnTo>
                  <a:pt x="51058" y="29799"/>
                </a:lnTo>
                <a:close/>
                <a:moveTo>
                  <a:pt x="36328" y="17447"/>
                </a:moveTo>
                <a:lnTo>
                  <a:pt x="29460" y="18753"/>
                </a:lnTo>
                <a:lnTo>
                  <a:pt x="51058" y="29799"/>
                </a:lnTo>
                <a:close/>
                <a:moveTo>
                  <a:pt x="14730" y="7964"/>
                </a:moveTo>
                <a:lnTo>
                  <a:pt x="7861" y="9431"/>
                </a:lnTo>
                <a:lnTo>
                  <a:pt x="29460" y="18753"/>
                </a:lnTo>
                <a:close/>
                <a:moveTo>
                  <a:pt x="14730" y="7964"/>
                </a:moveTo>
                <a:lnTo>
                  <a:pt x="21599" y="8964"/>
                </a:lnTo>
                <a:lnTo>
                  <a:pt x="0" y="0"/>
                </a:lnTo>
                <a:close/>
                <a:moveTo>
                  <a:pt x="14730" y="7964"/>
                </a:moveTo>
                <a:lnTo>
                  <a:pt x="29460" y="18753"/>
                </a:lnTo>
                <a:lnTo>
                  <a:pt x="21599" y="8964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546" name="PANEL_01-slope--6-215_840">
            <a:extLst>
              <a:ext uri="{FF2B5EF4-FFF2-40B4-BE49-F238E27FC236}">
                <a16:creationId xmlns:a16="http://schemas.microsoft.com/office/drawing/2014/main" id="{E4292486-A89C-4CA1-AE39-3BC75D506F9E}"/>
              </a:ext>
            </a:extLst>
          </p:cNvPr>
          <p:cNvSpPr>
            <a:spLocks/>
          </p:cNvSpPr>
          <p:nvPr/>
        </p:nvSpPr>
        <p:spPr>
          <a:xfrm>
            <a:off x="425405" y="520866"/>
            <a:ext cx="948067" cy="238530"/>
          </a:xfrm>
          <a:custGeom>
            <a:pathLst>
              <a:path w="642159" h="161564">
                <a:moveTo>
                  <a:pt x="627429" y="147507"/>
                </a:moveTo>
                <a:lnTo>
                  <a:pt x="634297" y="151424"/>
                </a:lnTo>
                <a:lnTo>
                  <a:pt x="612699" y="138950"/>
                </a:lnTo>
                <a:close/>
                <a:moveTo>
                  <a:pt x="627429" y="147507"/>
                </a:moveTo>
                <a:lnTo>
                  <a:pt x="642159" y="161564"/>
                </a:lnTo>
                <a:lnTo>
                  <a:pt x="634297" y="151424"/>
                </a:lnTo>
                <a:close/>
                <a:moveTo>
                  <a:pt x="619568" y="134545"/>
                </a:moveTo>
                <a:lnTo>
                  <a:pt x="612699" y="138950"/>
                </a:lnTo>
                <a:lnTo>
                  <a:pt x="634297" y="151424"/>
                </a:lnTo>
                <a:close/>
                <a:moveTo>
                  <a:pt x="619568" y="134545"/>
                </a:moveTo>
                <a:lnTo>
                  <a:pt x="604838" y="126858"/>
                </a:lnTo>
                <a:lnTo>
                  <a:pt x="612699" y="138950"/>
                </a:lnTo>
                <a:close/>
                <a:moveTo>
                  <a:pt x="597969" y="130955"/>
                </a:moveTo>
                <a:lnTo>
                  <a:pt x="583239" y="120175"/>
                </a:lnTo>
                <a:lnTo>
                  <a:pt x="591100" y="131663"/>
                </a:lnTo>
                <a:close/>
                <a:moveTo>
                  <a:pt x="597969" y="130955"/>
                </a:moveTo>
                <a:lnTo>
                  <a:pt x="604838" y="126858"/>
                </a:lnTo>
                <a:lnTo>
                  <a:pt x="583239" y="120175"/>
                </a:lnTo>
                <a:close/>
                <a:moveTo>
                  <a:pt x="597969" y="130955"/>
                </a:moveTo>
                <a:lnTo>
                  <a:pt x="612699" y="138950"/>
                </a:lnTo>
                <a:lnTo>
                  <a:pt x="604838" y="126858"/>
                </a:lnTo>
                <a:close/>
                <a:moveTo>
                  <a:pt x="590108" y="118434"/>
                </a:moveTo>
                <a:lnTo>
                  <a:pt x="583239" y="120175"/>
                </a:lnTo>
                <a:lnTo>
                  <a:pt x="604838" y="126858"/>
                </a:lnTo>
                <a:close/>
                <a:moveTo>
                  <a:pt x="568509" y="110319"/>
                </a:moveTo>
                <a:lnTo>
                  <a:pt x="583239" y="120175"/>
                </a:lnTo>
                <a:lnTo>
                  <a:pt x="575378" y="109921"/>
                </a:lnTo>
                <a:close/>
                <a:moveTo>
                  <a:pt x="458532" y="36900"/>
                </a:moveTo>
                <a:lnTo>
                  <a:pt x="443802" y="28937"/>
                </a:lnTo>
                <a:lnTo>
                  <a:pt x="451663" y="38368"/>
                </a:lnTo>
                <a:close/>
                <a:moveTo>
                  <a:pt x="436933" y="30964"/>
                </a:moveTo>
                <a:lnTo>
                  <a:pt x="443802" y="28937"/>
                </a:lnTo>
                <a:lnTo>
                  <a:pt x="422203" y="19942"/>
                </a:lnTo>
                <a:close/>
                <a:moveTo>
                  <a:pt x="436933" y="30964"/>
                </a:moveTo>
                <a:lnTo>
                  <a:pt x="451663" y="38368"/>
                </a:lnTo>
                <a:lnTo>
                  <a:pt x="443802" y="28937"/>
                </a:lnTo>
                <a:close/>
                <a:moveTo>
                  <a:pt x="429072" y="18213"/>
                </a:moveTo>
                <a:lnTo>
                  <a:pt x="422203" y="19942"/>
                </a:lnTo>
                <a:lnTo>
                  <a:pt x="443802" y="28937"/>
                </a:lnTo>
                <a:close/>
                <a:moveTo>
                  <a:pt x="429072" y="18213"/>
                </a:moveTo>
                <a:lnTo>
                  <a:pt x="414342" y="9017"/>
                </a:lnTo>
                <a:lnTo>
                  <a:pt x="422203" y="19942"/>
                </a:lnTo>
                <a:close/>
                <a:moveTo>
                  <a:pt x="407473" y="8534"/>
                </a:moveTo>
                <a:lnTo>
                  <a:pt x="414342" y="9017"/>
                </a:lnTo>
                <a:lnTo>
                  <a:pt x="392743" y="7189"/>
                </a:lnTo>
                <a:close/>
                <a:moveTo>
                  <a:pt x="407473" y="8534"/>
                </a:moveTo>
                <a:lnTo>
                  <a:pt x="422203" y="19942"/>
                </a:lnTo>
                <a:lnTo>
                  <a:pt x="414342" y="9017"/>
                </a:lnTo>
                <a:close/>
                <a:moveTo>
                  <a:pt x="385875" y="8245"/>
                </a:moveTo>
                <a:lnTo>
                  <a:pt x="392743" y="7189"/>
                </a:lnTo>
                <a:lnTo>
                  <a:pt x="371145" y="10840"/>
                </a:lnTo>
                <a:close/>
                <a:moveTo>
                  <a:pt x="378014" y="9581"/>
                </a:moveTo>
                <a:lnTo>
                  <a:pt x="371145" y="10840"/>
                </a:lnTo>
                <a:lnTo>
                  <a:pt x="392743" y="7189"/>
                </a:lnTo>
                <a:close/>
                <a:moveTo>
                  <a:pt x="378014" y="9581"/>
                </a:moveTo>
                <a:lnTo>
                  <a:pt x="363284" y="14119"/>
                </a:lnTo>
                <a:lnTo>
                  <a:pt x="371145" y="10840"/>
                </a:lnTo>
                <a:close/>
                <a:moveTo>
                  <a:pt x="356415" y="15006"/>
                </a:moveTo>
                <a:lnTo>
                  <a:pt x="349546" y="13399"/>
                </a:lnTo>
                <a:lnTo>
                  <a:pt x="371145" y="10840"/>
                </a:lnTo>
                <a:close/>
                <a:moveTo>
                  <a:pt x="356415" y="15006"/>
                </a:moveTo>
                <a:lnTo>
                  <a:pt x="341685" y="18377"/>
                </a:lnTo>
                <a:lnTo>
                  <a:pt x="349546" y="13399"/>
                </a:lnTo>
                <a:close/>
                <a:moveTo>
                  <a:pt x="356415" y="15006"/>
                </a:moveTo>
                <a:lnTo>
                  <a:pt x="371145" y="10840"/>
                </a:lnTo>
                <a:lnTo>
                  <a:pt x="363284" y="14119"/>
                </a:lnTo>
                <a:close/>
                <a:moveTo>
                  <a:pt x="334817" y="16010"/>
                </a:moveTo>
                <a:lnTo>
                  <a:pt x="320087" y="22476"/>
                </a:lnTo>
                <a:lnTo>
                  <a:pt x="327948" y="18976"/>
                </a:lnTo>
                <a:close/>
                <a:moveTo>
                  <a:pt x="334817" y="16010"/>
                </a:moveTo>
                <a:lnTo>
                  <a:pt x="341685" y="18377"/>
                </a:lnTo>
                <a:lnTo>
                  <a:pt x="320087" y="22476"/>
                </a:lnTo>
                <a:close/>
                <a:moveTo>
                  <a:pt x="334817" y="16010"/>
                </a:moveTo>
                <a:lnTo>
                  <a:pt x="349546" y="13399"/>
                </a:lnTo>
                <a:lnTo>
                  <a:pt x="341685" y="18377"/>
                </a:lnTo>
                <a:close/>
                <a:moveTo>
                  <a:pt x="262160" y="45762"/>
                </a:moveTo>
                <a:lnTo>
                  <a:pt x="247430" y="33966"/>
                </a:lnTo>
                <a:lnTo>
                  <a:pt x="255291" y="46701"/>
                </a:lnTo>
                <a:close/>
                <a:moveTo>
                  <a:pt x="240561" y="39745"/>
                </a:moveTo>
                <a:lnTo>
                  <a:pt x="247430" y="33966"/>
                </a:lnTo>
                <a:lnTo>
                  <a:pt x="225831" y="26154"/>
                </a:lnTo>
                <a:close/>
                <a:moveTo>
                  <a:pt x="232700" y="19556"/>
                </a:moveTo>
                <a:lnTo>
                  <a:pt x="225831" y="26154"/>
                </a:lnTo>
                <a:lnTo>
                  <a:pt x="247430" y="33966"/>
                </a:lnTo>
                <a:close/>
                <a:moveTo>
                  <a:pt x="232700" y="19556"/>
                </a:moveTo>
                <a:lnTo>
                  <a:pt x="217970" y="8092"/>
                </a:lnTo>
                <a:lnTo>
                  <a:pt x="225831" y="26154"/>
                </a:lnTo>
                <a:close/>
                <a:moveTo>
                  <a:pt x="211102" y="12663"/>
                </a:moveTo>
                <a:lnTo>
                  <a:pt x="204233" y="19001"/>
                </a:lnTo>
                <a:lnTo>
                  <a:pt x="225831" y="26154"/>
                </a:lnTo>
                <a:close/>
                <a:moveTo>
                  <a:pt x="211102" y="12663"/>
                </a:moveTo>
                <a:lnTo>
                  <a:pt x="225831" y="26154"/>
                </a:lnTo>
                <a:lnTo>
                  <a:pt x="217970" y="8092"/>
                </a:lnTo>
                <a:close/>
                <a:moveTo>
                  <a:pt x="189503" y="6551"/>
                </a:moveTo>
                <a:lnTo>
                  <a:pt x="196372" y="4581"/>
                </a:lnTo>
                <a:lnTo>
                  <a:pt x="174773" y="2503"/>
                </a:lnTo>
                <a:close/>
                <a:moveTo>
                  <a:pt x="181642" y="0"/>
                </a:moveTo>
                <a:lnTo>
                  <a:pt x="174773" y="2503"/>
                </a:lnTo>
                <a:lnTo>
                  <a:pt x="196372" y="4581"/>
                </a:lnTo>
                <a:close/>
                <a:moveTo>
                  <a:pt x="181642" y="0"/>
                </a:moveTo>
                <a:lnTo>
                  <a:pt x="166912" y="2965"/>
                </a:lnTo>
                <a:lnTo>
                  <a:pt x="174773" y="2503"/>
                </a:lnTo>
                <a:close/>
                <a:moveTo>
                  <a:pt x="181642" y="0"/>
                </a:moveTo>
                <a:lnTo>
                  <a:pt x="196372" y="4581"/>
                </a:lnTo>
                <a:lnTo>
                  <a:pt x="188511" y="236"/>
                </a:lnTo>
                <a:close/>
                <a:moveTo>
                  <a:pt x="160043" y="1323"/>
                </a:moveTo>
                <a:lnTo>
                  <a:pt x="145314" y="6252"/>
                </a:lnTo>
                <a:lnTo>
                  <a:pt x="153175" y="3473"/>
                </a:lnTo>
                <a:close/>
                <a:moveTo>
                  <a:pt x="160043" y="1323"/>
                </a:moveTo>
                <a:lnTo>
                  <a:pt x="166912" y="2965"/>
                </a:lnTo>
                <a:lnTo>
                  <a:pt x="145314" y="6252"/>
                </a:lnTo>
                <a:close/>
                <a:moveTo>
                  <a:pt x="160043" y="1323"/>
                </a:moveTo>
                <a:lnTo>
                  <a:pt x="174773" y="2503"/>
                </a:lnTo>
                <a:lnTo>
                  <a:pt x="166912" y="2965"/>
                </a:lnTo>
                <a:close/>
                <a:moveTo>
                  <a:pt x="138445" y="6225"/>
                </a:moveTo>
                <a:lnTo>
                  <a:pt x="145314" y="6252"/>
                </a:lnTo>
                <a:lnTo>
                  <a:pt x="123715" y="9009"/>
                </a:lnTo>
                <a:close/>
                <a:moveTo>
                  <a:pt x="138445" y="6225"/>
                </a:moveTo>
                <a:lnTo>
                  <a:pt x="153175" y="3473"/>
                </a:lnTo>
                <a:lnTo>
                  <a:pt x="145314" y="6252"/>
                </a:lnTo>
                <a:close/>
                <a:moveTo>
                  <a:pt x="116846" y="9462"/>
                </a:moveTo>
                <a:lnTo>
                  <a:pt x="123715" y="9009"/>
                </a:lnTo>
                <a:lnTo>
                  <a:pt x="102116" y="10196"/>
                </a:lnTo>
                <a:close/>
                <a:moveTo>
                  <a:pt x="130584" y="10728"/>
                </a:moveTo>
                <a:lnTo>
                  <a:pt x="123715" y="9009"/>
                </a:lnTo>
                <a:lnTo>
                  <a:pt x="145314" y="6252"/>
                </a:lnTo>
                <a:close/>
                <a:moveTo>
                  <a:pt x="108985" y="9623"/>
                </a:moveTo>
                <a:lnTo>
                  <a:pt x="102116" y="10196"/>
                </a:lnTo>
                <a:lnTo>
                  <a:pt x="123715" y="9009"/>
                </a:lnTo>
                <a:close/>
                <a:moveTo>
                  <a:pt x="108985" y="9623"/>
                </a:moveTo>
                <a:lnTo>
                  <a:pt x="94255" y="10585"/>
                </a:lnTo>
                <a:lnTo>
                  <a:pt x="102116" y="10196"/>
                </a:lnTo>
                <a:close/>
                <a:moveTo>
                  <a:pt x="87387" y="9915"/>
                </a:moveTo>
                <a:lnTo>
                  <a:pt x="94255" y="10585"/>
                </a:lnTo>
                <a:lnTo>
                  <a:pt x="72657" y="14360"/>
                </a:lnTo>
                <a:close/>
                <a:moveTo>
                  <a:pt x="87387" y="9915"/>
                </a:moveTo>
                <a:lnTo>
                  <a:pt x="102116" y="10196"/>
                </a:lnTo>
                <a:lnTo>
                  <a:pt x="94255" y="10585"/>
                </a:lnTo>
                <a:close/>
                <a:moveTo>
                  <a:pt x="65788" y="17655"/>
                </a:moveTo>
                <a:lnTo>
                  <a:pt x="51058" y="21562"/>
                </a:lnTo>
                <a:lnTo>
                  <a:pt x="58919" y="18075"/>
                </a:lnTo>
                <a:close/>
                <a:moveTo>
                  <a:pt x="44190" y="22891"/>
                </a:moveTo>
                <a:lnTo>
                  <a:pt x="51058" y="21562"/>
                </a:lnTo>
                <a:lnTo>
                  <a:pt x="29460" y="28888"/>
                </a:lnTo>
                <a:close/>
                <a:moveTo>
                  <a:pt x="22591" y="29805"/>
                </a:moveTo>
                <a:lnTo>
                  <a:pt x="29460" y="28888"/>
                </a:lnTo>
                <a:lnTo>
                  <a:pt x="7861" y="37374"/>
                </a:lnTo>
                <a:close/>
                <a:moveTo>
                  <a:pt x="36328" y="27298"/>
                </a:moveTo>
                <a:lnTo>
                  <a:pt x="29460" y="28888"/>
                </a:lnTo>
                <a:lnTo>
                  <a:pt x="51058" y="21562"/>
                </a:lnTo>
                <a:close/>
                <a:moveTo>
                  <a:pt x="14730" y="35558"/>
                </a:moveTo>
                <a:lnTo>
                  <a:pt x="7861" y="37374"/>
                </a:lnTo>
                <a:lnTo>
                  <a:pt x="29460" y="28888"/>
                </a:lnTo>
                <a:close/>
                <a:moveTo>
                  <a:pt x="14730" y="35558"/>
                </a:moveTo>
                <a:lnTo>
                  <a:pt x="0" y="41844"/>
                </a:lnTo>
                <a:lnTo>
                  <a:pt x="7861" y="37374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47" name="PANEL_01-slope--6-220_841">
            <a:extLst>
              <a:ext uri="{FF2B5EF4-FFF2-40B4-BE49-F238E27FC236}">
                <a16:creationId xmlns:a16="http://schemas.microsoft.com/office/drawing/2014/main" id="{13727E69-B7D4-4CBE-AE90-F114BA19D201}"/>
              </a:ext>
            </a:extLst>
          </p:cNvPr>
          <p:cNvSpPr>
            <a:spLocks/>
          </p:cNvSpPr>
          <p:nvPr/>
        </p:nvSpPr>
        <p:spPr>
          <a:xfrm>
            <a:off x="500786" y="519551"/>
            <a:ext cx="2104810" cy="215242"/>
          </a:xfrm>
          <a:custGeom>
            <a:pathLst>
              <a:path w="1425660" h="145791">
                <a:moveTo>
                  <a:pt x="1418792" y="62630"/>
                </a:moveTo>
                <a:lnTo>
                  <a:pt x="1425660" y="56763"/>
                </a:lnTo>
                <a:lnTo>
                  <a:pt x="1404062" y="58465"/>
                </a:lnTo>
                <a:close/>
                <a:moveTo>
                  <a:pt x="1324537" y="96010"/>
                </a:moveTo>
                <a:lnTo>
                  <a:pt x="1309807" y="97885"/>
                </a:lnTo>
                <a:lnTo>
                  <a:pt x="1317668" y="100884"/>
                </a:lnTo>
                <a:close/>
                <a:moveTo>
                  <a:pt x="1230281" y="125314"/>
                </a:moveTo>
                <a:lnTo>
                  <a:pt x="1215551" y="124028"/>
                </a:lnTo>
                <a:lnTo>
                  <a:pt x="1223413" y="130685"/>
                </a:lnTo>
                <a:close/>
                <a:moveTo>
                  <a:pt x="1230281" y="125314"/>
                </a:moveTo>
                <a:lnTo>
                  <a:pt x="1237150" y="118940"/>
                </a:lnTo>
                <a:lnTo>
                  <a:pt x="1215551" y="124028"/>
                </a:lnTo>
                <a:close/>
                <a:moveTo>
                  <a:pt x="1208683" y="128492"/>
                </a:moveTo>
                <a:lnTo>
                  <a:pt x="1215551" y="124028"/>
                </a:lnTo>
                <a:lnTo>
                  <a:pt x="1193953" y="126685"/>
                </a:lnTo>
                <a:close/>
                <a:moveTo>
                  <a:pt x="1208683" y="128492"/>
                </a:moveTo>
                <a:lnTo>
                  <a:pt x="1223413" y="130685"/>
                </a:lnTo>
                <a:lnTo>
                  <a:pt x="1215551" y="124028"/>
                </a:lnTo>
                <a:close/>
                <a:moveTo>
                  <a:pt x="1200822" y="122955"/>
                </a:moveTo>
                <a:lnTo>
                  <a:pt x="1193953" y="126685"/>
                </a:lnTo>
                <a:lnTo>
                  <a:pt x="1215551" y="124028"/>
                </a:lnTo>
                <a:close/>
                <a:moveTo>
                  <a:pt x="1179223" y="125879"/>
                </a:moveTo>
                <a:lnTo>
                  <a:pt x="1172354" y="130476"/>
                </a:lnTo>
                <a:lnTo>
                  <a:pt x="1193953" y="126685"/>
                </a:lnTo>
                <a:close/>
                <a:moveTo>
                  <a:pt x="1179223" y="125879"/>
                </a:moveTo>
                <a:lnTo>
                  <a:pt x="1164493" y="126117"/>
                </a:lnTo>
                <a:lnTo>
                  <a:pt x="1172354" y="130476"/>
                </a:lnTo>
                <a:close/>
                <a:moveTo>
                  <a:pt x="1179223" y="125879"/>
                </a:moveTo>
                <a:lnTo>
                  <a:pt x="1193953" y="126685"/>
                </a:lnTo>
                <a:lnTo>
                  <a:pt x="1186092" y="122160"/>
                </a:lnTo>
                <a:close/>
                <a:moveTo>
                  <a:pt x="1157625" y="130767"/>
                </a:moveTo>
                <a:lnTo>
                  <a:pt x="1150756" y="135750"/>
                </a:lnTo>
                <a:lnTo>
                  <a:pt x="1172354" y="130476"/>
                </a:lnTo>
                <a:close/>
                <a:moveTo>
                  <a:pt x="1157625" y="130767"/>
                </a:moveTo>
                <a:lnTo>
                  <a:pt x="1142895" y="129590"/>
                </a:lnTo>
                <a:lnTo>
                  <a:pt x="1150756" y="135750"/>
                </a:lnTo>
                <a:close/>
                <a:moveTo>
                  <a:pt x="1157625" y="130767"/>
                </a:moveTo>
                <a:lnTo>
                  <a:pt x="1164493" y="126117"/>
                </a:lnTo>
                <a:lnTo>
                  <a:pt x="1142895" y="129590"/>
                </a:lnTo>
                <a:close/>
                <a:moveTo>
                  <a:pt x="1157625" y="130767"/>
                </a:moveTo>
                <a:lnTo>
                  <a:pt x="1172354" y="130476"/>
                </a:lnTo>
                <a:lnTo>
                  <a:pt x="1164493" y="126117"/>
                </a:lnTo>
                <a:close/>
                <a:moveTo>
                  <a:pt x="1136026" y="134062"/>
                </a:moveTo>
                <a:lnTo>
                  <a:pt x="1142895" y="129590"/>
                </a:lnTo>
                <a:lnTo>
                  <a:pt x="1121296" y="132635"/>
                </a:lnTo>
                <a:close/>
                <a:moveTo>
                  <a:pt x="1136026" y="134062"/>
                </a:moveTo>
                <a:lnTo>
                  <a:pt x="1150756" y="135750"/>
                </a:lnTo>
                <a:lnTo>
                  <a:pt x="1142895" y="129590"/>
                </a:lnTo>
                <a:close/>
                <a:moveTo>
                  <a:pt x="1128165" y="127530"/>
                </a:moveTo>
                <a:lnTo>
                  <a:pt x="1121296" y="132635"/>
                </a:lnTo>
                <a:lnTo>
                  <a:pt x="1142895" y="129590"/>
                </a:lnTo>
                <a:close/>
                <a:moveTo>
                  <a:pt x="1106566" y="130970"/>
                </a:moveTo>
                <a:lnTo>
                  <a:pt x="1121296" y="132635"/>
                </a:lnTo>
                <a:lnTo>
                  <a:pt x="1113435" y="129705"/>
                </a:lnTo>
                <a:close/>
                <a:moveTo>
                  <a:pt x="1084968" y="142729"/>
                </a:moveTo>
                <a:lnTo>
                  <a:pt x="1099698" y="140791"/>
                </a:lnTo>
                <a:lnTo>
                  <a:pt x="1091836" y="145791"/>
                </a:lnTo>
                <a:close/>
                <a:moveTo>
                  <a:pt x="348554" y="3286"/>
                </a:moveTo>
                <a:lnTo>
                  <a:pt x="341685" y="8079"/>
                </a:lnTo>
                <a:lnTo>
                  <a:pt x="363284" y="9907"/>
                </a:lnTo>
                <a:close/>
                <a:moveTo>
                  <a:pt x="262160" y="23681"/>
                </a:moveTo>
                <a:lnTo>
                  <a:pt x="269028" y="23366"/>
                </a:lnTo>
                <a:lnTo>
                  <a:pt x="247430" y="33372"/>
                </a:lnTo>
                <a:close/>
                <a:moveTo>
                  <a:pt x="240561" y="39242"/>
                </a:moveTo>
                <a:lnTo>
                  <a:pt x="247430" y="33372"/>
                </a:lnTo>
                <a:lnTo>
                  <a:pt x="225831" y="44656"/>
                </a:lnTo>
                <a:close/>
                <a:moveTo>
                  <a:pt x="218963" y="51106"/>
                </a:moveTo>
                <a:lnTo>
                  <a:pt x="225831" y="44656"/>
                </a:lnTo>
                <a:lnTo>
                  <a:pt x="204233" y="47591"/>
                </a:lnTo>
                <a:close/>
                <a:moveTo>
                  <a:pt x="254299" y="28943"/>
                </a:moveTo>
                <a:lnTo>
                  <a:pt x="247430" y="33372"/>
                </a:lnTo>
                <a:lnTo>
                  <a:pt x="269028" y="23366"/>
                </a:lnTo>
                <a:close/>
                <a:moveTo>
                  <a:pt x="232700" y="41622"/>
                </a:moveTo>
                <a:lnTo>
                  <a:pt x="225831" y="44656"/>
                </a:lnTo>
                <a:lnTo>
                  <a:pt x="247430" y="33372"/>
                </a:lnTo>
                <a:close/>
                <a:moveTo>
                  <a:pt x="211102" y="46652"/>
                </a:moveTo>
                <a:lnTo>
                  <a:pt x="204233" y="47591"/>
                </a:lnTo>
                <a:lnTo>
                  <a:pt x="225831" y="44656"/>
                </a:lnTo>
                <a:close/>
                <a:moveTo>
                  <a:pt x="211102" y="46652"/>
                </a:moveTo>
                <a:lnTo>
                  <a:pt x="225831" y="44656"/>
                </a:lnTo>
                <a:lnTo>
                  <a:pt x="217970" y="39838"/>
                </a:lnTo>
                <a:close/>
                <a:moveTo>
                  <a:pt x="189503" y="40635"/>
                </a:moveTo>
                <a:lnTo>
                  <a:pt x="204233" y="47591"/>
                </a:lnTo>
                <a:lnTo>
                  <a:pt x="196372" y="34856"/>
                </a:lnTo>
                <a:close/>
                <a:moveTo>
                  <a:pt x="160043" y="13553"/>
                </a:moveTo>
                <a:lnTo>
                  <a:pt x="145314" y="5471"/>
                </a:lnTo>
                <a:lnTo>
                  <a:pt x="153175" y="19891"/>
                </a:lnTo>
                <a:close/>
                <a:moveTo>
                  <a:pt x="160043" y="13553"/>
                </a:moveTo>
                <a:lnTo>
                  <a:pt x="166912" y="8982"/>
                </a:lnTo>
                <a:lnTo>
                  <a:pt x="145314" y="5471"/>
                </a:lnTo>
                <a:close/>
                <a:moveTo>
                  <a:pt x="152182" y="0"/>
                </a:moveTo>
                <a:lnTo>
                  <a:pt x="145314" y="5471"/>
                </a:lnTo>
                <a:lnTo>
                  <a:pt x="166912" y="8982"/>
                </a:lnTo>
                <a:close/>
                <a:moveTo>
                  <a:pt x="36328" y="10805"/>
                </a:moveTo>
                <a:lnTo>
                  <a:pt x="29460" y="14445"/>
                </a:lnTo>
                <a:lnTo>
                  <a:pt x="51058" y="11086"/>
                </a:lnTo>
                <a:close/>
                <a:moveTo>
                  <a:pt x="36328" y="10805"/>
                </a:moveTo>
                <a:lnTo>
                  <a:pt x="21599" y="15250"/>
                </a:lnTo>
                <a:lnTo>
                  <a:pt x="29460" y="14445"/>
                </a:lnTo>
                <a:close/>
                <a:moveTo>
                  <a:pt x="14730" y="18545"/>
                </a:moveTo>
                <a:lnTo>
                  <a:pt x="21599" y="15250"/>
                </a:lnTo>
                <a:lnTo>
                  <a:pt x="0" y="22452"/>
                </a:lnTo>
                <a:close/>
                <a:moveTo>
                  <a:pt x="14730" y="18545"/>
                </a:moveTo>
                <a:lnTo>
                  <a:pt x="29460" y="14445"/>
                </a:lnTo>
                <a:lnTo>
                  <a:pt x="21599" y="1525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48" name="PANEL_01-slope--6-225_842">
            <a:extLst>
              <a:ext uri="{FF2B5EF4-FFF2-40B4-BE49-F238E27FC236}">
                <a16:creationId xmlns:a16="http://schemas.microsoft.com/office/drawing/2014/main" id="{9FA63A98-14E8-4152-B4B5-D96963A0A50E}"/>
              </a:ext>
            </a:extLst>
          </p:cNvPr>
          <p:cNvSpPr>
            <a:spLocks/>
          </p:cNvSpPr>
          <p:nvPr/>
        </p:nvSpPr>
        <p:spPr>
          <a:xfrm>
            <a:off x="2080857" y="581061"/>
            <a:ext cx="524737" cy="174150"/>
          </a:xfrm>
          <a:custGeom>
            <a:pathLst>
              <a:path w="355423" h="117958">
                <a:moveTo>
                  <a:pt x="340693" y="8072"/>
                </a:moveTo>
                <a:lnTo>
                  <a:pt x="333824" y="16802"/>
                </a:lnTo>
                <a:lnTo>
                  <a:pt x="355423" y="15100"/>
                </a:lnTo>
                <a:close/>
                <a:moveTo>
                  <a:pt x="340693" y="8072"/>
                </a:moveTo>
                <a:lnTo>
                  <a:pt x="325963" y="4844"/>
                </a:lnTo>
                <a:lnTo>
                  <a:pt x="333824" y="16802"/>
                </a:lnTo>
                <a:close/>
                <a:moveTo>
                  <a:pt x="340693" y="8072"/>
                </a:moveTo>
                <a:lnTo>
                  <a:pt x="355423" y="15100"/>
                </a:lnTo>
                <a:lnTo>
                  <a:pt x="347561" y="0"/>
                </a:lnTo>
                <a:close/>
                <a:moveTo>
                  <a:pt x="319094" y="14571"/>
                </a:moveTo>
                <a:lnTo>
                  <a:pt x="312226" y="25212"/>
                </a:lnTo>
                <a:lnTo>
                  <a:pt x="333824" y="16802"/>
                </a:lnTo>
                <a:close/>
                <a:moveTo>
                  <a:pt x="319094" y="14571"/>
                </a:moveTo>
                <a:lnTo>
                  <a:pt x="304364" y="17509"/>
                </a:lnTo>
                <a:lnTo>
                  <a:pt x="312226" y="25212"/>
                </a:lnTo>
                <a:close/>
                <a:moveTo>
                  <a:pt x="319094" y="14571"/>
                </a:moveTo>
                <a:lnTo>
                  <a:pt x="325963" y="4844"/>
                </a:lnTo>
                <a:lnTo>
                  <a:pt x="304364" y="17509"/>
                </a:lnTo>
                <a:close/>
                <a:moveTo>
                  <a:pt x="319094" y="14571"/>
                </a:moveTo>
                <a:lnTo>
                  <a:pt x="333824" y="16802"/>
                </a:lnTo>
                <a:lnTo>
                  <a:pt x="325963" y="4844"/>
                </a:lnTo>
                <a:close/>
                <a:moveTo>
                  <a:pt x="297496" y="29940"/>
                </a:moveTo>
                <a:lnTo>
                  <a:pt x="282766" y="32787"/>
                </a:lnTo>
                <a:lnTo>
                  <a:pt x="290627" y="37510"/>
                </a:lnTo>
                <a:close/>
                <a:moveTo>
                  <a:pt x="297496" y="29940"/>
                </a:moveTo>
                <a:lnTo>
                  <a:pt x="304364" y="17509"/>
                </a:lnTo>
                <a:lnTo>
                  <a:pt x="282766" y="32787"/>
                </a:lnTo>
                <a:close/>
                <a:moveTo>
                  <a:pt x="297496" y="29940"/>
                </a:moveTo>
                <a:lnTo>
                  <a:pt x="312226" y="25212"/>
                </a:lnTo>
                <a:lnTo>
                  <a:pt x="304364" y="17509"/>
                </a:lnTo>
                <a:close/>
                <a:moveTo>
                  <a:pt x="275897" y="43185"/>
                </a:moveTo>
                <a:lnTo>
                  <a:pt x="261167" y="45915"/>
                </a:lnTo>
                <a:lnTo>
                  <a:pt x="269028" y="49117"/>
                </a:lnTo>
                <a:close/>
                <a:moveTo>
                  <a:pt x="275897" y="43185"/>
                </a:moveTo>
                <a:lnTo>
                  <a:pt x="282766" y="32787"/>
                </a:lnTo>
                <a:lnTo>
                  <a:pt x="261167" y="45915"/>
                </a:lnTo>
                <a:close/>
                <a:moveTo>
                  <a:pt x="275897" y="43185"/>
                </a:moveTo>
                <a:lnTo>
                  <a:pt x="290627" y="37510"/>
                </a:lnTo>
                <a:lnTo>
                  <a:pt x="282766" y="32787"/>
                </a:lnTo>
                <a:close/>
                <a:moveTo>
                  <a:pt x="254299" y="54347"/>
                </a:moveTo>
                <a:lnTo>
                  <a:pt x="261167" y="45915"/>
                </a:lnTo>
                <a:lnTo>
                  <a:pt x="239569" y="56222"/>
                </a:lnTo>
                <a:close/>
                <a:moveTo>
                  <a:pt x="254299" y="54347"/>
                </a:moveTo>
                <a:lnTo>
                  <a:pt x="269028" y="49117"/>
                </a:lnTo>
                <a:lnTo>
                  <a:pt x="261167" y="45915"/>
                </a:lnTo>
                <a:close/>
                <a:moveTo>
                  <a:pt x="232700" y="62057"/>
                </a:moveTo>
                <a:lnTo>
                  <a:pt x="239569" y="56222"/>
                </a:lnTo>
                <a:lnTo>
                  <a:pt x="217970" y="64935"/>
                </a:lnTo>
                <a:close/>
                <a:moveTo>
                  <a:pt x="211102" y="71257"/>
                </a:moveTo>
                <a:lnTo>
                  <a:pt x="217970" y="64935"/>
                </a:lnTo>
                <a:lnTo>
                  <a:pt x="196372" y="74125"/>
                </a:lnTo>
                <a:close/>
                <a:moveTo>
                  <a:pt x="246437" y="49334"/>
                </a:moveTo>
                <a:lnTo>
                  <a:pt x="239569" y="56222"/>
                </a:lnTo>
                <a:lnTo>
                  <a:pt x="261167" y="45915"/>
                </a:lnTo>
                <a:close/>
                <a:moveTo>
                  <a:pt x="224839" y="59149"/>
                </a:moveTo>
                <a:lnTo>
                  <a:pt x="217970" y="64935"/>
                </a:lnTo>
                <a:lnTo>
                  <a:pt x="239569" y="56222"/>
                </a:lnTo>
                <a:close/>
                <a:moveTo>
                  <a:pt x="203240" y="67277"/>
                </a:moveTo>
                <a:lnTo>
                  <a:pt x="196372" y="74125"/>
                </a:lnTo>
                <a:lnTo>
                  <a:pt x="217970" y="64935"/>
                </a:lnTo>
                <a:close/>
                <a:moveTo>
                  <a:pt x="203240" y="67277"/>
                </a:moveTo>
                <a:lnTo>
                  <a:pt x="188511" y="69513"/>
                </a:lnTo>
                <a:lnTo>
                  <a:pt x="196372" y="74125"/>
                </a:lnTo>
                <a:close/>
                <a:moveTo>
                  <a:pt x="203240" y="67277"/>
                </a:moveTo>
                <a:lnTo>
                  <a:pt x="217970" y="64935"/>
                </a:lnTo>
                <a:lnTo>
                  <a:pt x="210109" y="60296"/>
                </a:lnTo>
                <a:close/>
                <a:moveTo>
                  <a:pt x="181642" y="75842"/>
                </a:moveTo>
                <a:lnTo>
                  <a:pt x="174773" y="83172"/>
                </a:lnTo>
                <a:lnTo>
                  <a:pt x="196372" y="74125"/>
                </a:lnTo>
                <a:close/>
                <a:moveTo>
                  <a:pt x="181642" y="75842"/>
                </a:moveTo>
                <a:lnTo>
                  <a:pt x="166912" y="77277"/>
                </a:lnTo>
                <a:lnTo>
                  <a:pt x="174773" y="83172"/>
                </a:lnTo>
                <a:close/>
                <a:moveTo>
                  <a:pt x="181642" y="75842"/>
                </a:moveTo>
                <a:lnTo>
                  <a:pt x="196372" y="74125"/>
                </a:lnTo>
                <a:lnTo>
                  <a:pt x="188511" y="69513"/>
                </a:lnTo>
                <a:close/>
                <a:moveTo>
                  <a:pt x="160043" y="83651"/>
                </a:moveTo>
                <a:lnTo>
                  <a:pt x="174773" y="83172"/>
                </a:lnTo>
                <a:lnTo>
                  <a:pt x="166912" y="77277"/>
                </a:lnTo>
                <a:close/>
                <a:moveTo>
                  <a:pt x="44190" y="96317"/>
                </a:moveTo>
                <a:lnTo>
                  <a:pt x="51058" y="90972"/>
                </a:lnTo>
                <a:lnTo>
                  <a:pt x="29460" y="99128"/>
                </a:lnTo>
                <a:close/>
                <a:moveTo>
                  <a:pt x="36328" y="89307"/>
                </a:moveTo>
                <a:lnTo>
                  <a:pt x="29460" y="99128"/>
                </a:lnTo>
                <a:lnTo>
                  <a:pt x="51058" y="90972"/>
                </a:lnTo>
                <a:close/>
                <a:moveTo>
                  <a:pt x="36328" y="89307"/>
                </a:moveTo>
                <a:lnTo>
                  <a:pt x="21599" y="104128"/>
                </a:lnTo>
                <a:lnTo>
                  <a:pt x="29460" y="99128"/>
                </a:lnTo>
                <a:close/>
                <a:moveTo>
                  <a:pt x="14730" y="101066"/>
                </a:moveTo>
                <a:lnTo>
                  <a:pt x="7861" y="117958"/>
                </a:lnTo>
                <a:lnTo>
                  <a:pt x="29460" y="99128"/>
                </a:lnTo>
                <a:close/>
                <a:moveTo>
                  <a:pt x="14730" y="101066"/>
                </a:moveTo>
                <a:lnTo>
                  <a:pt x="0" y="107818"/>
                </a:lnTo>
                <a:lnTo>
                  <a:pt x="7861" y="117958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549" name="PANEL_01-water--6-230_843">
            <a:extLst>
              <a:ext uri="{FF2B5EF4-FFF2-40B4-BE49-F238E27FC236}">
                <a16:creationId xmlns:a16="http://schemas.microsoft.com/office/drawing/2014/main" id="{DFE97F84-0017-42BA-9BB1-109CE1AAA5AB}"/>
              </a:ext>
            </a:extLst>
          </p:cNvPr>
          <p:cNvSpPr>
            <a:spLocks/>
          </p:cNvSpPr>
          <p:nvPr/>
        </p:nvSpPr>
        <p:spPr>
          <a:xfrm>
            <a:off x="1361865" y="736170"/>
            <a:ext cx="730599" cy="29996"/>
          </a:xfrm>
          <a:custGeom>
            <a:pathLst>
              <a:path w="494860" h="20317">
                <a:moveTo>
                  <a:pt x="480130" y="9674"/>
                </a:moveTo>
                <a:lnTo>
                  <a:pt x="473261" y="16589"/>
                </a:lnTo>
                <a:lnTo>
                  <a:pt x="494860" y="12899"/>
                </a:lnTo>
                <a:close/>
                <a:moveTo>
                  <a:pt x="480130" y="9674"/>
                </a:moveTo>
                <a:lnTo>
                  <a:pt x="465400" y="6449"/>
                </a:lnTo>
                <a:lnTo>
                  <a:pt x="473261" y="16589"/>
                </a:lnTo>
                <a:close/>
                <a:moveTo>
                  <a:pt x="480130" y="9674"/>
                </a:moveTo>
                <a:lnTo>
                  <a:pt x="486999" y="2759"/>
                </a:lnTo>
                <a:lnTo>
                  <a:pt x="465400" y="6449"/>
                </a:lnTo>
                <a:close/>
                <a:moveTo>
                  <a:pt x="480130" y="9674"/>
                </a:moveTo>
                <a:lnTo>
                  <a:pt x="494860" y="12899"/>
                </a:lnTo>
                <a:lnTo>
                  <a:pt x="486999" y="2759"/>
                </a:lnTo>
                <a:close/>
                <a:moveTo>
                  <a:pt x="458532" y="13365"/>
                </a:moveTo>
                <a:lnTo>
                  <a:pt x="443802" y="10140"/>
                </a:lnTo>
                <a:lnTo>
                  <a:pt x="451663" y="20280"/>
                </a:lnTo>
                <a:close/>
                <a:moveTo>
                  <a:pt x="458532" y="13365"/>
                </a:moveTo>
                <a:lnTo>
                  <a:pt x="465400" y="6449"/>
                </a:lnTo>
                <a:lnTo>
                  <a:pt x="443802" y="10140"/>
                </a:lnTo>
                <a:close/>
                <a:moveTo>
                  <a:pt x="458532" y="13365"/>
                </a:moveTo>
                <a:lnTo>
                  <a:pt x="473261" y="16589"/>
                </a:lnTo>
                <a:lnTo>
                  <a:pt x="465400" y="6449"/>
                </a:lnTo>
                <a:close/>
                <a:moveTo>
                  <a:pt x="436933" y="17055"/>
                </a:moveTo>
                <a:lnTo>
                  <a:pt x="443802" y="10140"/>
                </a:lnTo>
                <a:lnTo>
                  <a:pt x="422203" y="13831"/>
                </a:lnTo>
                <a:close/>
                <a:moveTo>
                  <a:pt x="450670" y="3225"/>
                </a:moveTo>
                <a:lnTo>
                  <a:pt x="443802" y="10140"/>
                </a:lnTo>
                <a:lnTo>
                  <a:pt x="465400" y="6449"/>
                </a:lnTo>
                <a:close/>
                <a:moveTo>
                  <a:pt x="429072" y="6915"/>
                </a:moveTo>
                <a:lnTo>
                  <a:pt x="422203" y="13831"/>
                </a:lnTo>
                <a:lnTo>
                  <a:pt x="443802" y="10140"/>
                </a:lnTo>
                <a:close/>
                <a:moveTo>
                  <a:pt x="429072" y="6915"/>
                </a:moveTo>
                <a:lnTo>
                  <a:pt x="414342" y="3691"/>
                </a:lnTo>
                <a:lnTo>
                  <a:pt x="422203" y="13831"/>
                </a:lnTo>
                <a:close/>
                <a:moveTo>
                  <a:pt x="429072" y="6915"/>
                </a:moveTo>
                <a:lnTo>
                  <a:pt x="443802" y="10140"/>
                </a:lnTo>
                <a:lnTo>
                  <a:pt x="435941" y="0"/>
                </a:lnTo>
                <a:close/>
                <a:moveTo>
                  <a:pt x="407473" y="10606"/>
                </a:moveTo>
                <a:lnTo>
                  <a:pt x="400605" y="17521"/>
                </a:lnTo>
                <a:lnTo>
                  <a:pt x="422203" y="13831"/>
                </a:lnTo>
                <a:close/>
                <a:moveTo>
                  <a:pt x="407473" y="10606"/>
                </a:moveTo>
                <a:lnTo>
                  <a:pt x="392743" y="7381"/>
                </a:lnTo>
                <a:lnTo>
                  <a:pt x="400605" y="17521"/>
                </a:lnTo>
                <a:close/>
                <a:moveTo>
                  <a:pt x="407473" y="10606"/>
                </a:moveTo>
                <a:lnTo>
                  <a:pt x="414342" y="3691"/>
                </a:lnTo>
                <a:lnTo>
                  <a:pt x="392743" y="7381"/>
                </a:lnTo>
                <a:close/>
                <a:moveTo>
                  <a:pt x="407473" y="10606"/>
                </a:moveTo>
                <a:lnTo>
                  <a:pt x="422203" y="13831"/>
                </a:lnTo>
                <a:lnTo>
                  <a:pt x="414342" y="3691"/>
                </a:lnTo>
                <a:close/>
                <a:moveTo>
                  <a:pt x="385875" y="14296"/>
                </a:moveTo>
                <a:lnTo>
                  <a:pt x="392743" y="7381"/>
                </a:lnTo>
                <a:lnTo>
                  <a:pt x="371145" y="11072"/>
                </a:lnTo>
                <a:close/>
                <a:moveTo>
                  <a:pt x="385875" y="14296"/>
                </a:moveTo>
                <a:lnTo>
                  <a:pt x="400605" y="17521"/>
                </a:lnTo>
                <a:lnTo>
                  <a:pt x="392743" y="7381"/>
                </a:lnTo>
                <a:close/>
                <a:moveTo>
                  <a:pt x="364276" y="17987"/>
                </a:moveTo>
                <a:lnTo>
                  <a:pt x="371145" y="11072"/>
                </a:lnTo>
                <a:lnTo>
                  <a:pt x="349546" y="14762"/>
                </a:lnTo>
                <a:close/>
                <a:moveTo>
                  <a:pt x="378014" y="4157"/>
                </a:moveTo>
                <a:lnTo>
                  <a:pt x="371145" y="11072"/>
                </a:lnTo>
                <a:lnTo>
                  <a:pt x="392743" y="7381"/>
                </a:lnTo>
                <a:close/>
                <a:moveTo>
                  <a:pt x="356415" y="7847"/>
                </a:moveTo>
                <a:lnTo>
                  <a:pt x="349546" y="14762"/>
                </a:lnTo>
                <a:lnTo>
                  <a:pt x="371145" y="11072"/>
                </a:lnTo>
                <a:close/>
                <a:moveTo>
                  <a:pt x="356415" y="7847"/>
                </a:moveTo>
                <a:lnTo>
                  <a:pt x="341685" y="4623"/>
                </a:lnTo>
                <a:lnTo>
                  <a:pt x="349546" y="14762"/>
                </a:lnTo>
                <a:close/>
                <a:moveTo>
                  <a:pt x="356415" y="7847"/>
                </a:moveTo>
                <a:lnTo>
                  <a:pt x="371145" y="11072"/>
                </a:lnTo>
                <a:lnTo>
                  <a:pt x="363284" y="932"/>
                </a:lnTo>
                <a:close/>
                <a:moveTo>
                  <a:pt x="334817" y="11538"/>
                </a:moveTo>
                <a:lnTo>
                  <a:pt x="327948" y="18453"/>
                </a:lnTo>
                <a:lnTo>
                  <a:pt x="349546" y="14762"/>
                </a:lnTo>
                <a:close/>
                <a:moveTo>
                  <a:pt x="334817" y="11538"/>
                </a:moveTo>
                <a:lnTo>
                  <a:pt x="320087" y="8313"/>
                </a:lnTo>
                <a:lnTo>
                  <a:pt x="327948" y="18453"/>
                </a:lnTo>
                <a:close/>
                <a:moveTo>
                  <a:pt x="334817" y="11538"/>
                </a:moveTo>
                <a:lnTo>
                  <a:pt x="341685" y="4623"/>
                </a:lnTo>
                <a:lnTo>
                  <a:pt x="320087" y="8313"/>
                </a:lnTo>
                <a:close/>
                <a:moveTo>
                  <a:pt x="334817" y="11538"/>
                </a:moveTo>
                <a:lnTo>
                  <a:pt x="349546" y="14762"/>
                </a:lnTo>
                <a:lnTo>
                  <a:pt x="341685" y="4623"/>
                </a:lnTo>
                <a:close/>
                <a:moveTo>
                  <a:pt x="313218" y="15228"/>
                </a:moveTo>
                <a:lnTo>
                  <a:pt x="320087" y="8313"/>
                </a:lnTo>
                <a:lnTo>
                  <a:pt x="298488" y="12004"/>
                </a:lnTo>
                <a:close/>
                <a:moveTo>
                  <a:pt x="313218" y="15228"/>
                </a:moveTo>
                <a:lnTo>
                  <a:pt x="327948" y="18453"/>
                </a:lnTo>
                <a:lnTo>
                  <a:pt x="320087" y="8313"/>
                </a:lnTo>
                <a:close/>
                <a:moveTo>
                  <a:pt x="305357" y="5089"/>
                </a:moveTo>
                <a:lnTo>
                  <a:pt x="298488" y="12004"/>
                </a:lnTo>
                <a:lnTo>
                  <a:pt x="320087" y="8313"/>
                </a:lnTo>
                <a:close/>
                <a:moveTo>
                  <a:pt x="305357" y="5089"/>
                </a:moveTo>
                <a:lnTo>
                  <a:pt x="290627" y="1864"/>
                </a:lnTo>
                <a:lnTo>
                  <a:pt x="298488" y="12004"/>
                </a:lnTo>
                <a:close/>
                <a:moveTo>
                  <a:pt x="283758" y="8779"/>
                </a:moveTo>
                <a:lnTo>
                  <a:pt x="276890" y="15694"/>
                </a:lnTo>
                <a:lnTo>
                  <a:pt x="298488" y="12004"/>
                </a:lnTo>
                <a:close/>
                <a:moveTo>
                  <a:pt x="283758" y="8779"/>
                </a:moveTo>
                <a:lnTo>
                  <a:pt x="269028" y="5555"/>
                </a:lnTo>
                <a:lnTo>
                  <a:pt x="276890" y="15694"/>
                </a:lnTo>
                <a:close/>
                <a:moveTo>
                  <a:pt x="283758" y="8779"/>
                </a:moveTo>
                <a:lnTo>
                  <a:pt x="290627" y="1864"/>
                </a:lnTo>
                <a:lnTo>
                  <a:pt x="269028" y="5555"/>
                </a:lnTo>
                <a:close/>
                <a:moveTo>
                  <a:pt x="283758" y="8779"/>
                </a:moveTo>
                <a:lnTo>
                  <a:pt x="298488" y="12004"/>
                </a:lnTo>
                <a:lnTo>
                  <a:pt x="290627" y="1864"/>
                </a:lnTo>
                <a:close/>
                <a:moveTo>
                  <a:pt x="262160" y="12470"/>
                </a:moveTo>
                <a:lnTo>
                  <a:pt x="247430" y="9245"/>
                </a:lnTo>
                <a:lnTo>
                  <a:pt x="255291" y="19385"/>
                </a:lnTo>
                <a:close/>
                <a:moveTo>
                  <a:pt x="262160" y="12470"/>
                </a:moveTo>
                <a:lnTo>
                  <a:pt x="269028" y="5555"/>
                </a:lnTo>
                <a:lnTo>
                  <a:pt x="247430" y="9245"/>
                </a:lnTo>
                <a:close/>
                <a:moveTo>
                  <a:pt x="262160" y="12470"/>
                </a:moveTo>
                <a:lnTo>
                  <a:pt x="276890" y="15694"/>
                </a:lnTo>
                <a:lnTo>
                  <a:pt x="269028" y="5555"/>
                </a:lnTo>
                <a:close/>
                <a:moveTo>
                  <a:pt x="240561" y="16160"/>
                </a:moveTo>
                <a:lnTo>
                  <a:pt x="247430" y="9245"/>
                </a:lnTo>
                <a:lnTo>
                  <a:pt x="225831" y="12936"/>
                </a:lnTo>
                <a:close/>
                <a:moveTo>
                  <a:pt x="240561" y="16160"/>
                </a:moveTo>
                <a:lnTo>
                  <a:pt x="255291" y="19385"/>
                </a:lnTo>
                <a:lnTo>
                  <a:pt x="247430" y="9245"/>
                </a:lnTo>
                <a:close/>
                <a:moveTo>
                  <a:pt x="254299" y="2330"/>
                </a:moveTo>
                <a:lnTo>
                  <a:pt x="247430" y="9245"/>
                </a:lnTo>
                <a:lnTo>
                  <a:pt x="269028" y="5555"/>
                </a:lnTo>
                <a:close/>
                <a:moveTo>
                  <a:pt x="232700" y="6021"/>
                </a:moveTo>
                <a:lnTo>
                  <a:pt x="225831" y="12936"/>
                </a:lnTo>
                <a:lnTo>
                  <a:pt x="247430" y="9245"/>
                </a:lnTo>
                <a:close/>
                <a:moveTo>
                  <a:pt x="232700" y="6021"/>
                </a:moveTo>
                <a:lnTo>
                  <a:pt x="217970" y="2796"/>
                </a:lnTo>
                <a:lnTo>
                  <a:pt x="225831" y="12936"/>
                </a:lnTo>
                <a:close/>
                <a:moveTo>
                  <a:pt x="211102" y="9711"/>
                </a:moveTo>
                <a:lnTo>
                  <a:pt x="204233" y="16626"/>
                </a:lnTo>
                <a:lnTo>
                  <a:pt x="225831" y="12936"/>
                </a:lnTo>
                <a:close/>
                <a:moveTo>
                  <a:pt x="211102" y="9711"/>
                </a:moveTo>
                <a:lnTo>
                  <a:pt x="196372" y="6487"/>
                </a:lnTo>
                <a:lnTo>
                  <a:pt x="204233" y="16626"/>
                </a:lnTo>
                <a:close/>
                <a:moveTo>
                  <a:pt x="211102" y="9711"/>
                </a:moveTo>
                <a:lnTo>
                  <a:pt x="217970" y="2796"/>
                </a:lnTo>
                <a:lnTo>
                  <a:pt x="196372" y="6487"/>
                </a:lnTo>
                <a:close/>
                <a:moveTo>
                  <a:pt x="211102" y="9711"/>
                </a:moveTo>
                <a:lnTo>
                  <a:pt x="225831" y="12936"/>
                </a:lnTo>
                <a:lnTo>
                  <a:pt x="217970" y="2796"/>
                </a:lnTo>
                <a:close/>
                <a:moveTo>
                  <a:pt x="189503" y="13402"/>
                </a:moveTo>
                <a:lnTo>
                  <a:pt x="174773" y="10177"/>
                </a:lnTo>
                <a:lnTo>
                  <a:pt x="182634" y="20317"/>
                </a:lnTo>
                <a:close/>
                <a:moveTo>
                  <a:pt x="189503" y="13402"/>
                </a:moveTo>
                <a:lnTo>
                  <a:pt x="196372" y="6487"/>
                </a:lnTo>
                <a:lnTo>
                  <a:pt x="174773" y="10177"/>
                </a:lnTo>
                <a:close/>
                <a:moveTo>
                  <a:pt x="189503" y="13402"/>
                </a:moveTo>
                <a:lnTo>
                  <a:pt x="204233" y="16626"/>
                </a:lnTo>
                <a:lnTo>
                  <a:pt x="196372" y="6487"/>
                </a:lnTo>
                <a:close/>
                <a:moveTo>
                  <a:pt x="167905" y="17092"/>
                </a:moveTo>
                <a:lnTo>
                  <a:pt x="174773" y="10177"/>
                </a:lnTo>
                <a:lnTo>
                  <a:pt x="153175" y="13868"/>
                </a:lnTo>
                <a:close/>
                <a:moveTo>
                  <a:pt x="181642" y="3262"/>
                </a:moveTo>
                <a:lnTo>
                  <a:pt x="174773" y="10177"/>
                </a:lnTo>
                <a:lnTo>
                  <a:pt x="196372" y="6487"/>
                </a:lnTo>
                <a:close/>
                <a:moveTo>
                  <a:pt x="160043" y="6952"/>
                </a:moveTo>
                <a:lnTo>
                  <a:pt x="153175" y="13868"/>
                </a:lnTo>
                <a:lnTo>
                  <a:pt x="174773" y="10177"/>
                </a:lnTo>
                <a:close/>
                <a:moveTo>
                  <a:pt x="160043" y="6952"/>
                </a:moveTo>
                <a:lnTo>
                  <a:pt x="145314" y="3728"/>
                </a:lnTo>
                <a:lnTo>
                  <a:pt x="153175" y="13868"/>
                </a:lnTo>
                <a:close/>
                <a:moveTo>
                  <a:pt x="160043" y="6952"/>
                </a:moveTo>
                <a:lnTo>
                  <a:pt x="174773" y="10177"/>
                </a:lnTo>
                <a:lnTo>
                  <a:pt x="166912" y="37"/>
                </a:lnTo>
                <a:close/>
                <a:moveTo>
                  <a:pt x="138445" y="10643"/>
                </a:moveTo>
                <a:lnTo>
                  <a:pt x="131576" y="17558"/>
                </a:lnTo>
                <a:lnTo>
                  <a:pt x="153175" y="13868"/>
                </a:lnTo>
                <a:close/>
                <a:moveTo>
                  <a:pt x="138445" y="10643"/>
                </a:moveTo>
                <a:lnTo>
                  <a:pt x="123715" y="7418"/>
                </a:lnTo>
                <a:lnTo>
                  <a:pt x="131576" y="17558"/>
                </a:lnTo>
                <a:close/>
                <a:moveTo>
                  <a:pt x="138445" y="10643"/>
                </a:moveTo>
                <a:lnTo>
                  <a:pt x="145314" y="3728"/>
                </a:lnTo>
                <a:lnTo>
                  <a:pt x="123715" y="7418"/>
                </a:lnTo>
                <a:close/>
                <a:moveTo>
                  <a:pt x="138445" y="10643"/>
                </a:moveTo>
                <a:lnTo>
                  <a:pt x="153175" y="13868"/>
                </a:lnTo>
                <a:lnTo>
                  <a:pt x="145314" y="3728"/>
                </a:lnTo>
                <a:close/>
                <a:moveTo>
                  <a:pt x="116846" y="14334"/>
                </a:moveTo>
                <a:lnTo>
                  <a:pt x="123715" y="7418"/>
                </a:lnTo>
                <a:lnTo>
                  <a:pt x="102116" y="11109"/>
                </a:lnTo>
                <a:close/>
                <a:moveTo>
                  <a:pt x="116846" y="14334"/>
                </a:moveTo>
                <a:lnTo>
                  <a:pt x="131576" y="17558"/>
                </a:lnTo>
                <a:lnTo>
                  <a:pt x="123715" y="7418"/>
                </a:lnTo>
                <a:close/>
                <a:moveTo>
                  <a:pt x="95248" y="18024"/>
                </a:moveTo>
                <a:lnTo>
                  <a:pt x="102116" y="11109"/>
                </a:lnTo>
                <a:lnTo>
                  <a:pt x="80518" y="14800"/>
                </a:lnTo>
                <a:close/>
                <a:moveTo>
                  <a:pt x="108985" y="4194"/>
                </a:moveTo>
                <a:lnTo>
                  <a:pt x="102116" y="11109"/>
                </a:lnTo>
                <a:lnTo>
                  <a:pt x="123715" y="7418"/>
                </a:lnTo>
                <a:close/>
                <a:moveTo>
                  <a:pt x="108985" y="4194"/>
                </a:moveTo>
                <a:lnTo>
                  <a:pt x="94255" y="969"/>
                </a:lnTo>
                <a:lnTo>
                  <a:pt x="102116" y="11109"/>
                </a:lnTo>
                <a:close/>
                <a:moveTo>
                  <a:pt x="87387" y="7884"/>
                </a:moveTo>
                <a:lnTo>
                  <a:pt x="80518" y="14800"/>
                </a:lnTo>
                <a:lnTo>
                  <a:pt x="102116" y="11109"/>
                </a:lnTo>
                <a:close/>
                <a:moveTo>
                  <a:pt x="87387" y="7884"/>
                </a:moveTo>
                <a:lnTo>
                  <a:pt x="72657" y="4660"/>
                </a:lnTo>
                <a:lnTo>
                  <a:pt x="80518" y="14800"/>
                </a:lnTo>
                <a:close/>
                <a:moveTo>
                  <a:pt x="87387" y="7884"/>
                </a:moveTo>
                <a:lnTo>
                  <a:pt x="102116" y="11109"/>
                </a:lnTo>
                <a:lnTo>
                  <a:pt x="94255" y="969"/>
                </a:lnTo>
                <a:close/>
                <a:moveTo>
                  <a:pt x="65788" y="11575"/>
                </a:moveTo>
                <a:lnTo>
                  <a:pt x="58919" y="18490"/>
                </a:lnTo>
                <a:lnTo>
                  <a:pt x="80518" y="14800"/>
                </a:lnTo>
                <a:close/>
                <a:moveTo>
                  <a:pt x="65788" y="11575"/>
                </a:moveTo>
                <a:lnTo>
                  <a:pt x="51058" y="8350"/>
                </a:lnTo>
                <a:lnTo>
                  <a:pt x="58919" y="18490"/>
                </a:lnTo>
                <a:close/>
                <a:moveTo>
                  <a:pt x="65788" y="11575"/>
                </a:moveTo>
                <a:lnTo>
                  <a:pt x="72657" y="4660"/>
                </a:lnTo>
                <a:lnTo>
                  <a:pt x="51058" y="8350"/>
                </a:lnTo>
                <a:close/>
                <a:moveTo>
                  <a:pt x="65788" y="11575"/>
                </a:moveTo>
                <a:lnTo>
                  <a:pt x="80518" y="14800"/>
                </a:lnTo>
                <a:lnTo>
                  <a:pt x="72657" y="4660"/>
                </a:lnTo>
                <a:close/>
                <a:moveTo>
                  <a:pt x="44190" y="15266"/>
                </a:moveTo>
                <a:lnTo>
                  <a:pt x="51058" y="8350"/>
                </a:lnTo>
                <a:lnTo>
                  <a:pt x="29460" y="12041"/>
                </a:lnTo>
                <a:close/>
                <a:moveTo>
                  <a:pt x="44190" y="15266"/>
                </a:moveTo>
                <a:lnTo>
                  <a:pt x="58919" y="18490"/>
                </a:lnTo>
                <a:lnTo>
                  <a:pt x="51058" y="8350"/>
                </a:lnTo>
                <a:close/>
                <a:moveTo>
                  <a:pt x="36328" y="5126"/>
                </a:moveTo>
                <a:lnTo>
                  <a:pt x="29460" y="12041"/>
                </a:lnTo>
                <a:lnTo>
                  <a:pt x="51058" y="8350"/>
                </a:lnTo>
                <a:close/>
                <a:moveTo>
                  <a:pt x="36328" y="5126"/>
                </a:moveTo>
                <a:lnTo>
                  <a:pt x="21599" y="1901"/>
                </a:lnTo>
                <a:lnTo>
                  <a:pt x="29460" y="12041"/>
                </a:lnTo>
                <a:close/>
                <a:moveTo>
                  <a:pt x="14730" y="8816"/>
                </a:moveTo>
                <a:lnTo>
                  <a:pt x="7861" y="15732"/>
                </a:lnTo>
                <a:lnTo>
                  <a:pt x="29460" y="12041"/>
                </a:lnTo>
                <a:close/>
                <a:moveTo>
                  <a:pt x="14730" y="8816"/>
                </a:moveTo>
                <a:lnTo>
                  <a:pt x="0" y="5592"/>
                </a:lnTo>
                <a:lnTo>
                  <a:pt x="7861" y="15732"/>
                </a:lnTo>
                <a:close/>
                <a:moveTo>
                  <a:pt x="14730" y="8816"/>
                </a:moveTo>
                <a:lnTo>
                  <a:pt x="21599" y="1901"/>
                </a:lnTo>
                <a:lnTo>
                  <a:pt x="0" y="5592"/>
                </a:lnTo>
                <a:close/>
                <a:moveTo>
                  <a:pt x="14730" y="8816"/>
                </a:moveTo>
                <a:lnTo>
                  <a:pt x="29460" y="12041"/>
                </a:lnTo>
                <a:lnTo>
                  <a:pt x="21599" y="1901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550" name="PANEL_01-slope--5-210_844">
            <a:extLst>
              <a:ext uri="{FF2B5EF4-FFF2-40B4-BE49-F238E27FC236}">
                <a16:creationId xmlns:a16="http://schemas.microsoft.com/office/drawing/2014/main" id="{5987DD98-09AE-4FF0-BC5A-EE0DE6E6C5EA}"/>
              </a:ext>
            </a:extLst>
          </p:cNvPr>
          <p:cNvSpPr>
            <a:spLocks/>
          </p:cNvSpPr>
          <p:nvPr/>
        </p:nvSpPr>
        <p:spPr>
          <a:xfrm>
            <a:off x="1048734" y="550308"/>
            <a:ext cx="237750" cy="150939"/>
          </a:xfrm>
          <a:custGeom>
            <a:pathLst>
              <a:path w="161036" h="102237">
                <a:moveTo>
                  <a:pt x="154167" y="101051"/>
                </a:moveTo>
                <a:lnTo>
                  <a:pt x="161036" y="100233"/>
                </a:lnTo>
                <a:lnTo>
                  <a:pt x="139437" y="89905"/>
                </a:lnTo>
                <a:close/>
                <a:moveTo>
                  <a:pt x="132569" y="89877"/>
                </a:moveTo>
                <a:lnTo>
                  <a:pt x="139437" y="89905"/>
                </a:lnTo>
                <a:lnTo>
                  <a:pt x="117839" y="78960"/>
                </a:lnTo>
                <a:close/>
                <a:moveTo>
                  <a:pt x="132569" y="89877"/>
                </a:moveTo>
                <a:lnTo>
                  <a:pt x="147299" y="102237"/>
                </a:lnTo>
                <a:lnTo>
                  <a:pt x="139437" y="89905"/>
                </a:lnTo>
                <a:close/>
                <a:moveTo>
                  <a:pt x="124708" y="78315"/>
                </a:moveTo>
                <a:lnTo>
                  <a:pt x="117839" y="78960"/>
                </a:lnTo>
                <a:lnTo>
                  <a:pt x="139437" y="89905"/>
                </a:lnTo>
                <a:close/>
                <a:moveTo>
                  <a:pt x="124708" y="78315"/>
                </a:moveTo>
                <a:lnTo>
                  <a:pt x="109978" y="68609"/>
                </a:lnTo>
                <a:lnTo>
                  <a:pt x="117839" y="78960"/>
                </a:lnTo>
                <a:close/>
                <a:moveTo>
                  <a:pt x="103109" y="68072"/>
                </a:moveTo>
                <a:lnTo>
                  <a:pt x="109978" y="68609"/>
                </a:lnTo>
                <a:lnTo>
                  <a:pt x="88379" y="56754"/>
                </a:lnTo>
                <a:close/>
                <a:moveTo>
                  <a:pt x="103109" y="68072"/>
                </a:moveTo>
                <a:lnTo>
                  <a:pt x="117839" y="78960"/>
                </a:lnTo>
                <a:lnTo>
                  <a:pt x="109978" y="68609"/>
                </a:lnTo>
                <a:close/>
                <a:moveTo>
                  <a:pt x="95248" y="57831"/>
                </a:moveTo>
                <a:lnTo>
                  <a:pt x="88379" y="56754"/>
                </a:lnTo>
                <a:lnTo>
                  <a:pt x="109978" y="68609"/>
                </a:lnTo>
                <a:close/>
                <a:moveTo>
                  <a:pt x="95248" y="57831"/>
                </a:moveTo>
                <a:lnTo>
                  <a:pt x="80518" y="47974"/>
                </a:lnTo>
                <a:lnTo>
                  <a:pt x="88379" y="56754"/>
                </a:lnTo>
                <a:close/>
                <a:moveTo>
                  <a:pt x="73649" y="45440"/>
                </a:moveTo>
                <a:lnTo>
                  <a:pt x="80518" y="47974"/>
                </a:lnTo>
                <a:lnTo>
                  <a:pt x="58919" y="36243"/>
                </a:lnTo>
                <a:close/>
                <a:moveTo>
                  <a:pt x="73649" y="45440"/>
                </a:moveTo>
                <a:lnTo>
                  <a:pt x="88379" y="56754"/>
                </a:lnTo>
                <a:lnTo>
                  <a:pt x="80518" y="47974"/>
                </a:lnTo>
                <a:close/>
                <a:moveTo>
                  <a:pt x="65788" y="38588"/>
                </a:moveTo>
                <a:lnTo>
                  <a:pt x="58919" y="36243"/>
                </a:lnTo>
                <a:lnTo>
                  <a:pt x="80518" y="47974"/>
                </a:lnTo>
                <a:close/>
                <a:moveTo>
                  <a:pt x="65788" y="38588"/>
                </a:moveTo>
                <a:lnTo>
                  <a:pt x="51058" y="27748"/>
                </a:lnTo>
                <a:lnTo>
                  <a:pt x="58919" y="36243"/>
                </a:lnTo>
                <a:close/>
                <a:moveTo>
                  <a:pt x="44190" y="29003"/>
                </a:moveTo>
                <a:lnTo>
                  <a:pt x="37321" y="24530"/>
                </a:lnTo>
                <a:lnTo>
                  <a:pt x="58919" y="36243"/>
                </a:lnTo>
                <a:close/>
                <a:moveTo>
                  <a:pt x="44190" y="29003"/>
                </a:moveTo>
                <a:lnTo>
                  <a:pt x="29460" y="18425"/>
                </a:lnTo>
                <a:lnTo>
                  <a:pt x="37321" y="24530"/>
                </a:lnTo>
                <a:close/>
                <a:moveTo>
                  <a:pt x="44190" y="29003"/>
                </a:moveTo>
                <a:lnTo>
                  <a:pt x="51058" y="27748"/>
                </a:lnTo>
                <a:lnTo>
                  <a:pt x="29460" y="18425"/>
                </a:lnTo>
                <a:close/>
                <a:moveTo>
                  <a:pt x="44190" y="29003"/>
                </a:moveTo>
                <a:lnTo>
                  <a:pt x="58919" y="36243"/>
                </a:lnTo>
                <a:lnTo>
                  <a:pt x="51058" y="27748"/>
                </a:lnTo>
                <a:close/>
                <a:moveTo>
                  <a:pt x="22591" y="16719"/>
                </a:moveTo>
                <a:lnTo>
                  <a:pt x="29460" y="18425"/>
                </a:lnTo>
                <a:lnTo>
                  <a:pt x="7861" y="9219"/>
                </a:lnTo>
                <a:close/>
                <a:moveTo>
                  <a:pt x="14730" y="11022"/>
                </a:moveTo>
                <a:lnTo>
                  <a:pt x="7861" y="9219"/>
                </a:lnTo>
                <a:lnTo>
                  <a:pt x="29460" y="18425"/>
                </a:lnTo>
                <a:close/>
                <a:moveTo>
                  <a:pt x="14730" y="11022"/>
                </a:moveTo>
                <a:lnTo>
                  <a:pt x="0" y="0"/>
                </a:lnTo>
                <a:lnTo>
                  <a:pt x="7861" y="9219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551" name="PANEL_01-slope--5-215_845">
            <a:extLst>
              <a:ext uri="{FF2B5EF4-FFF2-40B4-BE49-F238E27FC236}">
                <a16:creationId xmlns:a16="http://schemas.microsoft.com/office/drawing/2014/main" id="{1876C160-C5A4-4EC4-BF44-3AFF2581D1EF}"/>
              </a:ext>
            </a:extLst>
          </p:cNvPr>
          <p:cNvSpPr>
            <a:spLocks/>
          </p:cNvSpPr>
          <p:nvPr/>
        </p:nvSpPr>
        <p:spPr>
          <a:xfrm>
            <a:off x="437011" y="522818"/>
            <a:ext cx="948067" cy="251548"/>
          </a:xfrm>
          <a:custGeom>
            <a:pathLst>
              <a:path w="642159" h="170382">
                <a:moveTo>
                  <a:pt x="627429" y="158203"/>
                </a:moveTo>
                <a:lnTo>
                  <a:pt x="634297" y="160242"/>
                </a:lnTo>
                <a:lnTo>
                  <a:pt x="612699" y="151365"/>
                </a:lnTo>
                <a:close/>
                <a:moveTo>
                  <a:pt x="627429" y="158203"/>
                </a:moveTo>
                <a:lnTo>
                  <a:pt x="642159" y="170382"/>
                </a:lnTo>
                <a:lnTo>
                  <a:pt x="634297" y="160242"/>
                </a:lnTo>
                <a:close/>
                <a:moveTo>
                  <a:pt x="619568" y="146184"/>
                </a:moveTo>
                <a:lnTo>
                  <a:pt x="612699" y="151365"/>
                </a:lnTo>
                <a:lnTo>
                  <a:pt x="634297" y="160242"/>
                </a:lnTo>
                <a:close/>
                <a:moveTo>
                  <a:pt x="619568" y="146184"/>
                </a:moveTo>
                <a:lnTo>
                  <a:pt x="604838" y="137628"/>
                </a:lnTo>
                <a:lnTo>
                  <a:pt x="612699" y="151365"/>
                </a:lnTo>
                <a:close/>
                <a:moveTo>
                  <a:pt x="597969" y="141472"/>
                </a:moveTo>
                <a:lnTo>
                  <a:pt x="583239" y="130340"/>
                </a:lnTo>
                <a:lnTo>
                  <a:pt x="591100" y="146911"/>
                </a:lnTo>
                <a:close/>
                <a:moveTo>
                  <a:pt x="597969" y="141472"/>
                </a:moveTo>
                <a:lnTo>
                  <a:pt x="604838" y="137628"/>
                </a:lnTo>
                <a:lnTo>
                  <a:pt x="583239" y="130340"/>
                </a:lnTo>
                <a:close/>
                <a:moveTo>
                  <a:pt x="597969" y="141472"/>
                </a:moveTo>
                <a:lnTo>
                  <a:pt x="612699" y="151365"/>
                </a:lnTo>
                <a:lnTo>
                  <a:pt x="604838" y="137628"/>
                </a:lnTo>
                <a:close/>
                <a:moveTo>
                  <a:pt x="590108" y="129632"/>
                </a:moveTo>
                <a:lnTo>
                  <a:pt x="583239" y="130340"/>
                </a:lnTo>
                <a:lnTo>
                  <a:pt x="604838" y="137628"/>
                </a:lnTo>
                <a:close/>
                <a:moveTo>
                  <a:pt x="568509" y="119671"/>
                </a:moveTo>
                <a:lnTo>
                  <a:pt x="561641" y="120857"/>
                </a:lnTo>
                <a:lnTo>
                  <a:pt x="583239" y="130340"/>
                </a:lnTo>
                <a:close/>
                <a:moveTo>
                  <a:pt x="568509" y="119671"/>
                </a:moveTo>
                <a:lnTo>
                  <a:pt x="553779" y="108525"/>
                </a:lnTo>
                <a:lnTo>
                  <a:pt x="561641" y="120857"/>
                </a:lnTo>
                <a:close/>
                <a:moveTo>
                  <a:pt x="568509" y="119671"/>
                </a:moveTo>
                <a:lnTo>
                  <a:pt x="583239" y="130340"/>
                </a:lnTo>
                <a:lnTo>
                  <a:pt x="575378" y="118853"/>
                </a:lnTo>
                <a:close/>
                <a:moveTo>
                  <a:pt x="407473" y="20736"/>
                </a:moveTo>
                <a:lnTo>
                  <a:pt x="414342" y="18620"/>
                </a:lnTo>
                <a:lnTo>
                  <a:pt x="392743" y="11732"/>
                </a:lnTo>
                <a:close/>
                <a:moveTo>
                  <a:pt x="407473" y="20736"/>
                </a:moveTo>
                <a:lnTo>
                  <a:pt x="422203" y="27839"/>
                </a:lnTo>
                <a:lnTo>
                  <a:pt x="414342" y="18620"/>
                </a:lnTo>
                <a:close/>
                <a:moveTo>
                  <a:pt x="399612" y="7212"/>
                </a:moveTo>
                <a:lnTo>
                  <a:pt x="392743" y="11732"/>
                </a:lnTo>
                <a:lnTo>
                  <a:pt x="414342" y="18620"/>
                </a:lnTo>
                <a:close/>
                <a:moveTo>
                  <a:pt x="378014" y="6922"/>
                </a:moveTo>
                <a:lnTo>
                  <a:pt x="371145" y="8681"/>
                </a:lnTo>
                <a:lnTo>
                  <a:pt x="392743" y="11732"/>
                </a:lnTo>
                <a:close/>
                <a:moveTo>
                  <a:pt x="378014" y="6922"/>
                </a:moveTo>
                <a:lnTo>
                  <a:pt x="363284" y="9517"/>
                </a:lnTo>
                <a:lnTo>
                  <a:pt x="371145" y="8681"/>
                </a:lnTo>
                <a:close/>
                <a:moveTo>
                  <a:pt x="378014" y="6922"/>
                </a:moveTo>
                <a:lnTo>
                  <a:pt x="392743" y="11732"/>
                </a:lnTo>
                <a:lnTo>
                  <a:pt x="384882" y="5867"/>
                </a:lnTo>
                <a:close/>
                <a:moveTo>
                  <a:pt x="356415" y="9205"/>
                </a:moveTo>
                <a:lnTo>
                  <a:pt x="363284" y="9517"/>
                </a:lnTo>
                <a:lnTo>
                  <a:pt x="341685" y="12077"/>
                </a:lnTo>
                <a:close/>
                <a:moveTo>
                  <a:pt x="356415" y="9205"/>
                </a:moveTo>
                <a:lnTo>
                  <a:pt x="371145" y="8681"/>
                </a:lnTo>
                <a:lnTo>
                  <a:pt x="363284" y="9517"/>
                </a:lnTo>
                <a:close/>
                <a:moveTo>
                  <a:pt x="334817" y="10731"/>
                </a:moveTo>
                <a:lnTo>
                  <a:pt x="341685" y="12077"/>
                </a:lnTo>
                <a:lnTo>
                  <a:pt x="320087" y="17653"/>
                </a:lnTo>
                <a:close/>
                <a:moveTo>
                  <a:pt x="326955" y="14688"/>
                </a:moveTo>
                <a:lnTo>
                  <a:pt x="320087" y="17653"/>
                </a:lnTo>
                <a:lnTo>
                  <a:pt x="341685" y="12077"/>
                </a:lnTo>
                <a:close/>
                <a:moveTo>
                  <a:pt x="240561" y="49757"/>
                </a:moveTo>
                <a:lnTo>
                  <a:pt x="247430" y="45378"/>
                </a:lnTo>
                <a:lnTo>
                  <a:pt x="225831" y="40621"/>
                </a:lnTo>
                <a:close/>
                <a:moveTo>
                  <a:pt x="232700" y="38423"/>
                </a:moveTo>
                <a:lnTo>
                  <a:pt x="225831" y="40621"/>
                </a:lnTo>
                <a:lnTo>
                  <a:pt x="247430" y="45378"/>
                </a:lnTo>
                <a:close/>
                <a:moveTo>
                  <a:pt x="232700" y="38423"/>
                </a:moveTo>
                <a:lnTo>
                  <a:pt x="217970" y="24831"/>
                </a:lnTo>
                <a:lnTo>
                  <a:pt x="225831" y="40621"/>
                </a:lnTo>
                <a:close/>
                <a:moveTo>
                  <a:pt x="211102" y="31327"/>
                </a:moveTo>
                <a:lnTo>
                  <a:pt x="204233" y="32758"/>
                </a:lnTo>
                <a:lnTo>
                  <a:pt x="225831" y="40621"/>
                </a:lnTo>
                <a:close/>
                <a:moveTo>
                  <a:pt x="211102" y="31327"/>
                </a:moveTo>
                <a:lnTo>
                  <a:pt x="196372" y="17679"/>
                </a:lnTo>
                <a:lnTo>
                  <a:pt x="204233" y="32758"/>
                </a:lnTo>
                <a:close/>
                <a:moveTo>
                  <a:pt x="211102" y="31327"/>
                </a:moveTo>
                <a:lnTo>
                  <a:pt x="217970" y="24831"/>
                </a:lnTo>
                <a:lnTo>
                  <a:pt x="196372" y="17679"/>
                </a:lnTo>
                <a:close/>
                <a:moveTo>
                  <a:pt x="211102" y="31327"/>
                </a:moveTo>
                <a:lnTo>
                  <a:pt x="225831" y="40621"/>
                </a:lnTo>
                <a:lnTo>
                  <a:pt x="217970" y="24831"/>
                </a:lnTo>
                <a:close/>
                <a:moveTo>
                  <a:pt x="189503" y="22818"/>
                </a:moveTo>
                <a:lnTo>
                  <a:pt x="196372" y="17679"/>
                </a:lnTo>
                <a:lnTo>
                  <a:pt x="174773" y="10510"/>
                </a:lnTo>
                <a:close/>
                <a:moveTo>
                  <a:pt x="189503" y="22818"/>
                </a:moveTo>
                <a:lnTo>
                  <a:pt x="204233" y="32758"/>
                </a:lnTo>
                <a:lnTo>
                  <a:pt x="196372" y="17679"/>
                </a:lnTo>
                <a:close/>
                <a:moveTo>
                  <a:pt x="181642" y="5229"/>
                </a:moveTo>
                <a:lnTo>
                  <a:pt x="174773" y="10510"/>
                </a:lnTo>
                <a:lnTo>
                  <a:pt x="196372" y="17679"/>
                </a:lnTo>
                <a:close/>
                <a:moveTo>
                  <a:pt x="181642" y="5229"/>
                </a:moveTo>
                <a:lnTo>
                  <a:pt x="196372" y="17679"/>
                </a:lnTo>
                <a:lnTo>
                  <a:pt x="188511" y="3259"/>
                </a:lnTo>
                <a:close/>
                <a:moveTo>
                  <a:pt x="160043" y="816"/>
                </a:moveTo>
                <a:lnTo>
                  <a:pt x="166912" y="1181"/>
                </a:lnTo>
                <a:lnTo>
                  <a:pt x="145314" y="2150"/>
                </a:lnTo>
                <a:close/>
                <a:moveTo>
                  <a:pt x="160043" y="816"/>
                </a:moveTo>
                <a:lnTo>
                  <a:pt x="174773" y="10510"/>
                </a:lnTo>
                <a:lnTo>
                  <a:pt x="166912" y="1181"/>
                </a:lnTo>
                <a:close/>
                <a:moveTo>
                  <a:pt x="138445" y="2881"/>
                </a:moveTo>
                <a:lnTo>
                  <a:pt x="145314" y="2150"/>
                </a:lnTo>
                <a:lnTo>
                  <a:pt x="123715" y="5783"/>
                </a:lnTo>
                <a:close/>
                <a:moveTo>
                  <a:pt x="152182" y="0"/>
                </a:moveTo>
                <a:lnTo>
                  <a:pt x="145314" y="2150"/>
                </a:lnTo>
                <a:lnTo>
                  <a:pt x="166912" y="1181"/>
                </a:lnTo>
                <a:close/>
                <a:moveTo>
                  <a:pt x="130584" y="4903"/>
                </a:moveTo>
                <a:lnTo>
                  <a:pt x="123715" y="5783"/>
                </a:lnTo>
                <a:lnTo>
                  <a:pt x="145314" y="2150"/>
                </a:lnTo>
                <a:close/>
                <a:moveTo>
                  <a:pt x="130584" y="4903"/>
                </a:moveTo>
                <a:lnTo>
                  <a:pt x="115854" y="7687"/>
                </a:lnTo>
                <a:lnTo>
                  <a:pt x="123715" y="5783"/>
                </a:lnTo>
                <a:close/>
                <a:moveTo>
                  <a:pt x="108985" y="8140"/>
                </a:moveTo>
                <a:lnTo>
                  <a:pt x="102116" y="9098"/>
                </a:lnTo>
                <a:lnTo>
                  <a:pt x="123715" y="5783"/>
                </a:lnTo>
                <a:close/>
                <a:moveTo>
                  <a:pt x="108985" y="8140"/>
                </a:moveTo>
                <a:lnTo>
                  <a:pt x="94255" y="8873"/>
                </a:lnTo>
                <a:lnTo>
                  <a:pt x="102116" y="9098"/>
                </a:lnTo>
                <a:close/>
                <a:moveTo>
                  <a:pt x="108985" y="8140"/>
                </a:moveTo>
                <a:lnTo>
                  <a:pt x="123715" y="5783"/>
                </a:lnTo>
                <a:lnTo>
                  <a:pt x="115854" y="7687"/>
                </a:lnTo>
                <a:close/>
                <a:moveTo>
                  <a:pt x="87387" y="10461"/>
                </a:moveTo>
                <a:lnTo>
                  <a:pt x="72657" y="12232"/>
                </a:lnTo>
                <a:lnTo>
                  <a:pt x="80518" y="11231"/>
                </a:lnTo>
                <a:close/>
                <a:moveTo>
                  <a:pt x="87387" y="10461"/>
                </a:moveTo>
                <a:lnTo>
                  <a:pt x="94255" y="8873"/>
                </a:lnTo>
                <a:lnTo>
                  <a:pt x="72657" y="12232"/>
                </a:lnTo>
                <a:close/>
                <a:moveTo>
                  <a:pt x="87387" y="10461"/>
                </a:moveTo>
                <a:lnTo>
                  <a:pt x="102116" y="9098"/>
                </a:lnTo>
                <a:lnTo>
                  <a:pt x="94255" y="8873"/>
                </a:lnTo>
                <a:close/>
                <a:moveTo>
                  <a:pt x="65788" y="13544"/>
                </a:moveTo>
                <a:lnTo>
                  <a:pt x="72657" y="12232"/>
                </a:lnTo>
                <a:lnTo>
                  <a:pt x="51058" y="16752"/>
                </a:lnTo>
                <a:close/>
                <a:moveTo>
                  <a:pt x="57927" y="16333"/>
                </a:moveTo>
                <a:lnTo>
                  <a:pt x="51058" y="16752"/>
                </a:lnTo>
                <a:lnTo>
                  <a:pt x="72657" y="12232"/>
                </a:lnTo>
                <a:close/>
                <a:moveTo>
                  <a:pt x="36328" y="21569"/>
                </a:moveTo>
                <a:lnTo>
                  <a:pt x="29460" y="22059"/>
                </a:lnTo>
                <a:lnTo>
                  <a:pt x="51058" y="16752"/>
                </a:lnTo>
                <a:close/>
                <a:moveTo>
                  <a:pt x="36328" y="21569"/>
                </a:moveTo>
                <a:lnTo>
                  <a:pt x="21599" y="27566"/>
                </a:lnTo>
                <a:lnTo>
                  <a:pt x="29460" y="22059"/>
                </a:lnTo>
                <a:close/>
                <a:moveTo>
                  <a:pt x="36328" y="21569"/>
                </a:moveTo>
                <a:lnTo>
                  <a:pt x="51058" y="16752"/>
                </a:lnTo>
                <a:lnTo>
                  <a:pt x="43197" y="20240"/>
                </a:lnTo>
                <a:close/>
                <a:moveTo>
                  <a:pt x="14730" y="28483"/>
                </a:moveTo>
                <a:lnTo>
                  <a:pt x="7861" y="30861"/>
                </a:lnTo>
                <a:lnTo>
                  <a:pt x="29460" y="22059"/>
                </a:lnTo>
                <a:close/>
                <a:moveTo>
                  <a:pt x="14730" y="28483"/>
                </a:moveTo>
                <a:lnTo>
                  <a:pt x="0" y="36052"/>
                </a:lnTo>
                <a:lnTo>
                  <a:pt x="7861" y="30861"/>
                </a:lnTo>
                <a:close/>
                <a:moveTo>
                  <a:pt x="14730" y="28483"/>
                </a:moveTo>
                <a:lnTo>
                  <a:pt x="29460" y="22059"/>
                </a:lnTo>
                <a:lnTo>
                  <a:pt x="21599" y="27566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52" name="PANEL_01-slope--5-220_846">
            <a:extLst>
              <a:ext uri="{FF2B5EF4-FFF2-40B4-BE49-F238E27FC236}">
                <a16:creationId xmlns:a16="http://schemas.microsoft.com/office/drawing/2014/main" id="{E3F616BB-9676-4DF5-B7F0-D6655001C2F5}"/>
              </a:ext>
            </a:extLst>
          </p:cNvPr>
          <p:cNvSpPr>
            <a:spLocks/>
          </p:cNvSpPr>
          <p:nvPr/>
        </p:nvSpPr>
        <p:spPr>
          <a:xfrm>
            <a:off x="683435" y="524561"/>
            <a:ext cx="1945372" cy="221729"/>
          </a:xfrm>
          <a:custGeom>
            <a:pathLst>
              <a:path w="1317668" h="150185">
                <a:moveTo>
                  <a:pt x="1302938" y="72996"/>
                </a:moveTo>
                <a:lnTo>
                  <a:pt x="1309807" y="67558"/>
                </a:lnTo>
                <a:lnTo>
                  <a:pt x="1288208" y="66703"/>
                </a:lnTo>
                <a:close/>
                <a:moveTo>
                  <a:pt x="1302938" y="72996"/>
                </a:moveTo>
                <a:lnTo>
                  <a:pt x="1317668" y="84856"/>
                </a:lnTo>
                <a:lnTo>
                  <a:pt x="1309807" y="67558"/>
                </a:lnTo>
                <a:close/>
                <a:moveTo>
                  <a:pt x="1295077" y="59237"/>
                </a:moveTo>
                <a:lnTo>
                  <a:pt x="1288208" y="66703"/>
                </a:lnTo>
                <a:lnTo>
                  <a:pt x="1309807" y="67558"/>
                </a:lnTo>
                <a:close/>
                <a:moveTo>
                  <a:pt x="1295077" y="59237"/>
                </a:moveTo>
                <a:lnTo>
                  <a:pt x="1309807" y="67558"/>
                </a:lnTo>
                <a:lnTo>
                  <a:pt x="1301945" y="53370"/>
                </a:lnTo>
                <a:close/>
                <a:moveTo>
                  <a:pt x="1208683" y="93026"/>
                </a:moveTo>
                <a:lnTo>
                  <a:pt x="1215551" y="87387"/>
                </a:lnTo>
                <a:lnTo>
                  <a:pt x="1193953" y="97491"/>
                </a:lnTo>
                <a:close/>
                <a:moveTo>
                  <a:pt x="1200822" y="92617"/>
                </a:moveTo>
                <a:lnTo>
                  <a:pt x="1193953" y="97491"/>
                </a:lnTo>
                <a:lnTo>
                  <a:pt x="1215551" y="87387"/>
                </a:lnTo>
                <a:close/>
                <a:moveTo>
                  <a:pt x="1114427" y="129343"/>
                </a:moveTo>
                <a:lnTo>
                  <a:pt x="1099698" y="127292"/>
                </a:lnTo>
                <a:lnTo>
                  <a:pt x="1107559" y="133694"/>
                </a:lnTo>
                <a:close/>
                <a:moveTo>
                  <a:pt x="1092829" y="132804"/>
                </a:moveTo>
                <a:lnTo>
                  <a:pt x="1099698" y="127292"/>
                </a:lnTo>
                <a:lnTo>
                  <a:pt x="1078099" y="129723"/>
                </a:lnTo>
                <a:close/>
                <a:moveTo>
                  <a:pt x="1092829" y="132804"/>
                </a:moveTo>
                <a:lnTo>
                  <a:pt x="1107559" y="133694"/>
                </a:lnTo>
                <a:lnTo>
                  <a:pt x="1099698" y="127292"/>
                </a:lnTo>
                <a:close/>
                <a:moveTo>
                  <a:pt x="1106566" y="121921"/>
                </a:moveTo>
                <a:lnTo>
                  <a:pt x="1099698" y="127292"/>
                </a:lnTo>
                <a:lnTo>
                  <a:pt x="1121296" y="121442"/>
                </a:lnTo>
                <a:close/>
                <a:moveTo>
                  <a:pt x="1084968" y="125099"/>
                </a:moveTo>
                <a:lnTo>
                  <a:pt x="1078099" y="129723"/>
                </a:lnTo>
                <a:lnTo>
                  <a:pt x="1099698" y="127292"/>
                </a:lnTo>
                <a:close/>
                <a:moveTo>
                  <a:pt x="1084968" y="125099"/>
                </a:moveTo>
                <a:lnTo>
                  <a:pt x="1070238" y="123292"/>
                </a:lnTo>
                <a:lnTo>
                  <a:pt x="1078099" y="129723"/>
                </a:lnTo>
                <a:close/>
                <a:moveTo>
                  <a:pt x="1063369" y="126022"/>
                </a:moveTo>
                <a:lnTo>
                  <a:pt x="1070238" y="123292"/>
                </a:lnTo>
                <a:lnTo>
                  <a:pt x="1048639" y="127083"/>
                </a:lnTo>
                <a:close/>
                <a:moveTo>
                  <a:pt x="1063369" y="126022"/>
                </a:moveTo>
                <a:lnTo>
                  <a:pt x="1078099" y="129723"/>
                </a:lnTo>
                <a:lnTo>
                  <a:pt x="1070238" y="123292"/>
                </a:lnTo>
                <a:close/>
                <a:moveTo>
                  <a:pt x="1041771" y="132450"/>
                </a:moveTo>
                <a:lnTo>
                  <a:pt x="1048639" y="127083"/>
                </a:lnTo>
                <a:lnTo>
                  <a:pt x="1027041" y="132357"/>
                </a:lnTo>
                <a:close/>
                <a:moveTo>
                  <a:pt x="431057" y="140291"/>
                </a:moveTo>
                <a:lnTo>
                  <a:pt x="424188" y="145731"/>
                </a:lnTo>
                <a:lnTo>
                  <a:pt x="445787" y="150185"/>
                </a:lnTo>
                <a:close/>
                <a:moveTo>
                  <a:pt x="232700" y="6031"/>
                </a:moveTo>
                <a:lnTo>
                  <a:pt x="217970" y="4686"/>
                </a:lnTo>
                <a:lnTo>
                  <a:pt x="225831" y="10552"/>
                </a:lnTo>
                <a:close/>
                <a:moveTo>
                  <a:pt x="146306" y="22544"/>
                </a:moveTo>
                <a:lnTo>
                  <a:pt x="153175" y="16472"/>
                </a:lnTo>
                <a:lnTo>
                  <a:pt x="131576" y="28638"/>
                </a:lnTo>
                <a:close/>
                <a:moveTo>
                  <a:pt x="138445" y="20288"/>
                </a:moveTo>
                <a:lnTo>
                  <a:pt x="131576" y="28638"/>
                </a:lnTo>
                <a:lnTo>
                  <a:pt x="153175" y="16472"/>
                </a:lnTo>
                <a:close/>
                <a:moveTo>
                  <a:pt x="138445" y="20288"/>
                </a:moveTo>
                <a:lnTo>
                  <a:pt x="123715" y="29979"/>
                </a:lnTo>
                <a:lnTo>
                  <a:pt x="131576" y="28638"/>
                </a:lnTo>
                <a:close/>
                <a:moveTo>
                  <a:pt x="138445" y="20288"/>
                </a:moveTo>
                <a:lnTo>
                  <a:pt x="153175" y="16472"/>
                </a:lnTo>
                <a:lnTo>
                  <a:pt x="145314" y="19973"/>
                </a:lnTo>
                <a:close/>
                <a:moveTo>
                  <a:pt x="116846" y="35849"/>
                </a:moveTo>
                <a:lnTo>
                  <a:pt x="109978" y="41680"/>
                </a:lnTo>
                <a:lnTo>
                  <a:pt x="131576" y="28638"/>
                </a:lnTo>
                <a:close/>
                <a:moveTo>
                  <a:pt x="116846" y="35849"/>
                </a:moveTo>
                <a:lnTo>
                  <a:pt x="102116" y="41263"/>
                </a:lnTo>
                <a:lnTo>
                  <a:pt x="109978" y="41680"/>
                </a:lnTo>
                <a:close/>
                <a:moveTo>
                  <a:pt x="116846" y="35849"/>
                </a:moveTo>
                <a:lnTo>
                  <a:pt x="131576" y="28638"/>
                </a:lnTo>
                <a:lnTo>
                  <a:pt x="123715" y="29979"/>
                </a:lnTo>
                <a:close/>
                <a:moveTo>
                  <a:pt x="95248" y="47713"/>
                </a:moveTo>
                <a:lnTo>
                  <a:pt x="88379" y="48653"/>
                </a:lnTo>
                <a:lnTo>
                  <a:pt x="109978" y="41680"/>
                </a:lnTo>
                <a:close/>
                <a:moveTo>
                  <a:pt x="95248" y="47713"/>
                </a:moveTo>
                <a:lnTo>
                  <a:pt x="80518" y="44198"/>
                </a:lnTo>
                <a:lnTo>
                  <a:pt x="88379" y="48653"/>
                </a:lnTo>
                <a:close/>
                <a:moveTo>
                  <a:pt x="95248" y="47713"/>
                </a:moveTo>
                <a:lnTo>
                  <a:pt x="109978" y="41680"/>
                </a:lnTo>
                <a:lnTo>
                  <a:pt x="102116" y="41263"/>
                </a:lnTo>
                <a:close/>
                <a:moveTo>
                  <a:pt x="73649" y="48576"/>
                </a:moveTo>
                <a:lnTo>
                  <a:pt x="88379" y="48653"/>
                </a:lnTo>
                <a:lnTo>
                  <a:pt x="80518" y="44198"/>
                </a:lnTo>
                <a:close/>
                <a:moveTo>
                  <a:pt x="14730" y="4048"/>
                </a:moveTo>
                <a:lnTo>
                  <a:pt x="0" y="0"/>
                </a:lnTo>
                <a:lnTo>
                  <a:pt x="7861" y="933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53" name="PANEL_01-slope--5-225_847">
            <a:extLst>
              <a:ext uri="{FF2B5EF4-FFF2-40B4-BE49-F238E27FC236}">
                <a16:creationId xmlns:a16="http://schemas.microsoft.com/office/drawing/2014/main" id="{BEFB86D5-B564-4678-BB4D-3C688CF8B2DA}"/>
              </a:ext>
            </a:extLst>
          </p:cNvPr>
          <p:cNvSpPr>
            <a:spLocks/>
          </p:cNvSpPr>
          <p:nvPr/>
        </p:nvSpPr>
        <p:spPr>
          <a:xfrm>
            <a:off x="2060576" y="605869"/>
            <a:ext cx="534877" cy="169764"/>
          </a:xfrm>
          <a:custGeom>
            <a:pathLst>
              <a:path w="362291" h="114986">
                <a:moveTo>
                  <a:pt x="362291" y="4165"/>
                </a:moveTo>
                <a:lnTo>
                  <a:pt x="347561" y="0"/>
                </a:lnTo>
                <a:lnTo>
                  <a:pt x="355423" y="11631"/>
                </a:lnTo>
                <a:close/>
                <a:moveTo>
                  <a:pt x="340693" y="6797"/>
                </a:moveTo>
                <a:lnTo>
                  <a:pt x="333824" y="15422"/>
                </a:lnTo>
                <a:lnTo>
                  <a:pt x="355423" y="11631"/>
                </a:lnTo>
                <a:close/>
                <a:moveTo>
                  <a:pt x="340693" y="6797"/>
                </a:moveTo>
                <a:lnTo>
                  <a:pt x="325963" y="8409"/>
                </a:lnTo>
                <a:lnTo>
                  <a:pt x="333824" y="15422"/>
                </a:lnTo>
                <a:close/>
                <a:moveTo>
                  <a:pt x="340693" y="6797"/>
                </a:moveTo>
                <a:lnTo>
                  <a:pt x="347561" y="0"/>
                </a:lnTo>
                <a:lnTo>
                  <a:pt x="325963" y="8409"/>
                </a:lnTo>
                <a:close/>
                <a:moveTo>
                  <a:pt x="340693" y="6797"/>
                </a:moveTo>
                <a:lnTo>
                  <a:pt x="355423" y="11631"/>
                </a:lnTo>
                <a:lnTo>
                  <a:pt x="347561" y="0"/>
                </a:lnTo>
                <a:close/>
                <a:moveTo>
                  <a:pt x="319094" y="15934"/>
                </a:moveTo>
                <a:lnTo>
                  <a:pt x="304364" y="20708"/>
                </a:lnTo>
                <a:lnTo>
                  <a:pt x="312226" y="23685"/>
                </a:lnTo>
                <a:close/>
                <a:moveTo>
                  <a:pt x="319094" y="15934"/>
                </a:moveTo>
                <a:lnTo>
                  <a:pt x="325963" y="8409"/>
                </a:lnTo>
                <a:lnTo>
                  <a:pt x="304364" y="20708"/>
                </a:lnTo>
                <a:close/>
                <a:moveTo>
                  <a:pt x="319094" y="15934"/>
                </a:moveTo>
                <a:lnTo>
                  <a:pt x="333824" y="15422"/>
                </a:lnTo>
                <a:lnTo>
                  <a:pt x="325963" y="8409"/>
                </a:lnTo>
                <a:close/>
                <a:moveTo>
                  <a:pt x="297496" y="27377"/>
                </a:moveTo>
                <a:lnTo>
                  <a:pt x="304364" y="20708"/>
                </a:lnTo>
                <a:lnTo>
                  <a:pt x="282766" y="32314"/>
                </a:lnTo>
                <a:close/>
                <a:moveTo>
                  <a:pt x="297496" y="27377"/>
                </a:moveTo>
                <a:lnTo>
                  <a:pt x="312226" y="23685"/>
                </a:lnTo>
                <a:lnTo>
                  <a:pt x="304364" y="20708"/>
                </a:lnTo>
                <a:close/>
                <a:moveTo>
                  <a:pt x="254299" y="48922"/>
                </a:moveTo>
                <a:lnTo>
                  <a:pt x="261167" y="42419"/>
                </a:lnTo>
                <a:lnTo>
                  <a:pt x="239569" y="52237"/>
                </a:lnTo>
                <a:close/>
                <a:moveTo>
                  <a:pt x="311233" y="13138"/>
                </a:moveTo>
                <a:lnTo>
                  <a:pt x="304364" y="20708"/>
                </a:lnTo>
                <a:lnTo>
                  <a:pt x="325963" y="8409"/>
                </a:lnTo>
                <a:close/>
                <a:moveTo>
                  <a:pt x="289634" y="26382"/>
                </a:moveTo>
                <a:lnTo>
                  <a:pt x="282766" y="32314"/>
                </a:lnTo>
                <a:lnTo>
                  <a:pt x="304364" y="20708"/>
                </a:lnTo>
                <a:close/>
                <a:moveTo>
                  <a:pt x="246437" y="45255"/>
                </a:moveTo>
                <a:lnTo>
                  <a:pt x="239569" y="52237"/>
                </a:lnTo>
                <a:lnTo>
                  <a:pt x="261167" y="42419"/>
                </a:lnTo>
                <a:close/>
                <a:moveTo>
                  <a:pt x="246437" y="45255"/>
                </a:moveTo>
                <a:lnTo>
                  <a:pt x="231708" y="48133"/>
                </a:lnTo>
                <a:lnTo>
                  <a:pt x="239569" y="52237"/>
                </a:lnTo>
                <a:close/>
                <a:moveTo>
                  <a:pt x="246437" y="45255"/>
                </a:moveTo>
                <a:lnTo>
                  <a:pt x="261167" y="42419"/>
                </a:lnTo>
                <a:lnTo>
                  <a:pt x="253306" y="39420"/>
                </a:lnTo>
                <a:close/>
                <a:moveTo>
                  <a:pt x="224839" y="54454"/>
                </a:moveTo>
                <a:lnTo>
                  <a:pt x="217970" y="63143"/>
                </a:lnTo>
                <a:lnTo>
                  <a:pt x="239569" y="52237"/>
                </a:lnTo>
                <a:close/>
                <a:moveTo>
                  <a:pt x="224839" y="54454"/>
                </a:moveTo>
                <a:lnTo>
                  <a:pt x="210109" y="57323"/>
                </a:lnTo>
                <a:lnTo>
                  <a:pt x="217970" y="63143"/>
                </a:lnTo>
                <a:close/>
                <a:moveTo>
                  <a:pt x="224839" y="54454"/>
                </a:moveTo>
                <a:lnTo>
                  <a:pt x="239569" y="52237"/>
                </a:lnTo>
                <a:lnTo>
                  <a:pt x="231708" y="48133"/>
                </a:lnTo>
                <a:close/>
                <a:moveTo>
                  <a:pt x="203240" y="65321"/>
                </a:moveTo>
                <a:lnTo>
                  <a:pt x="196372" y="73029"/>
                </a:lnTo>
                <a:lnTo>
                  <a:pt x="217970" y="63143"/>
                </a:lnTo>
                <a:close/>
                <a:moveTo>
                  <a:pt x="203240" y="65321"/>
                </a:moveTo>
                <a:lnTo>
                  <a:pt x="188511" y="66370"/>
                </a:lnTo>
                <a:lnTo>
                  <a:pt x="196372" y="73029"/>
                </a:lnTo>
                <a:close/>
                <a:moveTo>
                  <a:pt x="203240" y="65321"/>
                </a:moveTo>
                <a:lnTo>
                  <a:pt x="210109" y="57323"/>
                </a:lnTo>
                <a:lnTo>
                  <a:pt x="188511" y="66370"/>
                </a:lnTo>
                <a:close/>
                <a:moveTo>
                  <a:pt x="203240" y="65321"/>
                </a:moveTo>
                <a:lnTo>
                  <a:pt x="217970" y="63143"/>
                </a:lnTo>
                <a:lnTo>
                  <a:pt x="210109" y="57323"/>
                </a:lnTo>
                <a:close/>
                <a:moveTo>
                  <a:pt x="181642" y="74271"/>
                </a:moveTo>
                <a:lnTo>
                  <a:pt x="188511" y="66370"/>
                </a:lnTo>
                <a:lnTo>
                  <a:pt x="166912" y="72220"/>
                </a:lnTo>
                <a:close/>
                <a:moveTo>
                  <a:pt x="181642" y="74271"/>
                </a:moveTo>
                <a:lnTo>
                  <a:pt x="196372" y="73029"/>
                </a:lnTo>
                <a:lnTo>
                  <a:pt x="188511" y="66370"/>
                </a:lnTo>
                <a:close/>
                <a:moveTo>
                  <a:pt x="130584" y="70949"/>
                </a:moveTo>
                <a:lnTo>
                  <a:pt x="123715" y="79184"/>
                </a:lnTo>
                <a:lnTo>
                  <a:pt x="145314" y="74651"/>
                </a:lnTo>
                <a:close/>
                <a:moveTo>
                  <a:pt x="130584" y="70949"/>
                </a:moveTo>
                <a:lnTo>
                  <a:pt x="115854" y="72010"/>
                </a:lnTo>
                <a:lnTo>
                  <a:pt x="123715" y="79184"/>
                </a:lnTo>
                <a:close/>
                <a:moveTo>
                  <a:pt x="108985" y="77378"/>
                </a:moveTo>
                <a:lnTo>
                  <a:pt x="94255" y="77285"/>
                </a:lnTo>
                <a:lnTo>
                  <a:pt x="102116" y="86297"/>
                </a:lnTo>
                <a:close/>
                <a:moveTo>
                  <a:pt x="108985" y="77378"/>
                </a:moveTo>
                <a:lnTo>
                  <a:pt x="123715" y="79184"/>
                </a:lnTo>
                <a:lnTo>
                  <a:pt x="115854" y="72010"/>
                </a:lnTo>
                <a:close/>
                <a:moveTo>
                  <a:pt x="87387" y="83865"/>
                </a:moveTo>
                <a:lnTo>
                  <a:pt x="94255" y="77285"/>
                </a:lnTo>
                <a:lnTo>
                  <a:pt x="72657" y="82376"/>
                </a:lnTo>
                <a:close/>
                <a:moveTo>
                  <a:pt x="87387" y="83865"/>
                </a:moveTo>
                <a:lnTo>
                  <a:pt x="102116" y="86297"/>
                </a:lnTo>
                <a:lnTo>
                  <a:pt x="94255" y="77285"/>
                </a:lnTo>
                <a:close/>
                <a:moveTo>
                  <a:pt x="65788" y="90526"/>
                </a:moveTo>
                <a:lnTo>
                  <a:pt x="72657" y="82376"/>
                </a:lnTo>
                <a:lnTo>
                  <a:pt x="51058" y="92032"/>
                </a:lnTo>
                <a:close/>
                <a:moveTo>
                  <a:pt x="79525" y="75597"/>
                </a:moveTo>
                <a:lnTo>
                  <a:pt x="72657" y="82376"/>
                </a:lnTo>
                <a:lnTo>
                  <a:pt x="94255" y="77285"/>
                </a:lnTo>
                <a:close/>
                <a:moveTo>
                  <a:pt x="79525" y="75597"/>
                </a:moveTo>
                <a:lnTo>
                  <a:pt x="64796" y="74170"/>
                </a:lnTo>
                <a:lnTo>
                  <a:pt x="72657" y="82376"/>
                </a:lnTo>
                <a:close/>
                <a:moveTo>
                  <a:pt x="57927" y="79515"/>
                </a:moveTo>
                <a:lnTo>
                  <a:pt x="51058" y="92032"/>
                </a:lnTo>
                <a:lnTo>
                  <a:pt x="72657" y="82376"/>
                </a:lnTo>
                <a:close/>
                <a:moveTo>
                  <a:pt x="57927" y="79515"/>
                </a:moveTo>
                <a:lnTo>
                  <a:pt x="43197" y="82325"/>
                </a:lnTo>
                <a:lnTo>
                  <a:pt x="51058" y="92032"/>
                </a:lnTo>
                <a:close/>
                <a:moveTo>
                  <a:pt x="57927" y="79515"/>
                </a:moveTo>
                <a:lnTo>
                  <a:pt x="72657" y="82376"/>
                </a:lnTo>
                <a:lnTo>
                  <a:pt x="64796" y="74170"/>
                </a:lnTo>
                <a:close/>
                <a:moveTo>
                  <a:pt x="36328" y="93018"/>
                </a:moveTo>
                <a:lnTo>
                  <a:pt x="21599" y="101156"/>
                </a:lnTo>
                <a:lnTo>
                  <a:pt x="29460" y="106093"/>
                </a:lnTo>
                <a:close/>
                <a:moveTo>
                  <a:pt x="36328" y="93018"/>
                </a:moveTo>
                <a:lnTo>
                  <a:pt x="43197" y="82325"/>
                </a:lnTo>
                <a:lnTo>
                  <a:pt x="21599" y="101156"/>
                </a:lnTo>
                <a:close/>
                <a:moveTo>
                  <a:pt x="36328" y="93018"/>
                </a:moveTo>
                <a:lnTo>
                  <a:pt x="51058" y="92032"/>
                </a:lnTo>
                <a:lnTo>
                  <a:pt x="43197" y="82325"/>
                </a:lnTo>
                <a:close/>
                <a:moveTo>
                  <a:pt x="14730" y="108071"/>
                </a:moveTo>
                <a:lnTo>
                  <a:pt x="7861" y="114986"/>
                </a:lnTo>
                <a:lnTo>
                  <a:pt x="29460" y="106093"/>
                </a:lnTo>
                <a:close/>
                <a:moveTo>
                  <a:pt x="14730" y="108071"/>
                </a:moveTo>
                <a:lnTo>
                  <a:pt x="0" y="104847"/>
                </a:lnTo>
                <a:lnTo>
                  <a:pt x="7861" y="114986"/>
                </a:lnTo>
                <a:close/>
                <a:moveTo>
                  <a:pt x="14730" y="108071"/>
                </a:moveTo>
                <a:lnTo>
                  <a:pt x="21599" y="101156"/>
                </a:lnTo>
                <a:lnTo>
                  <a:pt x="0" y="104847"/>
                </a:lnTo>
                <a:close/>
                <a:moveTo>
                  <a:pt x="14730" y="108071"/>
                </a:moveTo>
                <a:lnTo>
                  <a:pt x="29460" y="106093"/>
                </a:lnTo>
                <a:lnTo>
                  <a:pt x="21599" y="101156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554" name="PANEL_01-slope--5-230_848">
            <a:extLst>
              <a:ext uri="{FF2B5EF4-FFF2-40B4-BE49-F238E27FC236}">
                <a16:creationId xmlns:a16="http://schemas.microsoft.com/office/drawing/2014/main" id="{7E5F6347-B0FF-44EC-8D10-EE1BE3511E53}"/>
              </a:ext>
            </a:extLst>
          </p:cNvPr>
          <p:cNvSpPr>
            <a:spLocks/>
          </p:cNvSpPr>
          <p:nvPr/>
        </p:nvSpPr>
        <p:spPr>
          <a:xfrm>
            <a:off x="2104070" y="741742"/>
            <a:ext cx="31888" cy="20759"/>
          </a:xfrm>
          <a:custGeom>
            <a:pathLst>
              <a:path w="21599" h="14060">
                <a:moveTo>
                  <a:pt x="6869" y="986"/>
                </a:moveTo>
                <a:lnTo>
                  <a:pt x="0" y="14060"/>
                </a:lnTo>
                <a:lnTo>
                  <a:pt x="21599" y="0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555" name="PANEL_01-water--5-230_849">
            <a:extLst>
              <a:ext uri="{FF2B5EF4-FFF2-40B4-BE49-F238E27FC236}">
                <a16:creationId xmlns:a16="http://schemas.microsoft.com/office/drawing/2014/main" id="{00141944-939C-45A0-B563-4E9DD5C4ECF8}"/>
              </a:ext>
            </a:extLst>
          </p:cNvPr>
          <p:cNvSpPr>
            <a:spLocks/>
          </p:cNvSpPr>
          <p:nvPr/>
        </p:nvSpPr>
        <p:spPr>
          <a:xfrm>
            <a:off x="1373472" y="751140"/>
            <a:ext cx="698712" cy="29996"/>
          </a:xfrm>
          <a:custGeom>
            <a:pathLst>
              <a:path w="473261" h="20317">
                <a:moveTo>
                  <a:pt x="458532" y="13365"/>
                </a:moveTo>
                <a:lnTo>
                  <a:pt x="443802" y="10140"/>
                </a:lnTo>
                <a:lnTo>
                  <a:pt x="451663" y="20280"/>
                </a:lnTo>
                <a:close/>
                <a:moveTo>
                  <a:pt x="458532" y="13365"/>
                </a:moveTo>
                <a:lnTo>
                  <a:pt x="465400" y="6449"/>
                </a:lnTo>
                <a:lnTo>
                  <a:pt x="443802" y="10140"/>
                </a:lnTo>
                <a:close/>
                <a:moveTo>
                  <a:pt x="458532" y="13365"/>
                </a:moveTo>
                <a:lnTo>
                  <a:pt x="473261" y="16589"/>
                </a:lnTo>
                <a:lnTo>
                  <a:pt x="465400" y="6449"/>
                </a:lnTo>
                <a:close/>
                <a:moveTo>
                  <a:pt x="436933" y="17055"/>
                </a:moveTo>
                <a:lnTo>
                  <a:pt x="443802" y="10140"/>
                </a:lnTo>
                <a:lnTo>
                  <a:pt x="422203" y="13831"/>
                </a:lnTo>
                <a:close/>
                <a:moveTo>
                  <a:pt x="450670" y="3225"/>
                </a:moveTo>
                <a:lnTo>
                  <a:pt x="443802" y="10140"/>
                </a:lnTo>
                <a:lnTo>
                  <a:pt x="465400" y="6449"/>
                </a:lnTo>
                <a:close/>
                <a:moveTo>
                  <a:pt x="429072" y="6915"/>
                </a:moveTo>
                <a:lnTo>
                  <a:pt x="422203" y="13831"/>
                </a:lnTo>
                <a:lnTo>
                  <a:pt x="443802" y="10140"/>
                </a:lnTo>
                <a:close/>
                <a:moveTo>
                  <a:pt x="429072" y="6915"/>
                </a:moveTo>
                <a:lnTo>
                  <a:pt x="414342" y="3691"/>
                </a:lnTo>
                <a:lnTo>
                  <a:pt x="422203" y="13831"/>
                </a:lnTo>
                <a:close/>
                <a:moveTo>
                  <a:pt x="429072" y="6915"/>
                </a:moveTo>
                <a:lnTo>
                  <a:pt x="443802" y="10140"/>
                </a:lnTo>
                <a:lnTo>
                  <a:pt x="435941" y="0"/>
                </a:lnTo>
                <a:close/>
                <a:moveTo>
                  <a:pt x="407473" y="10606"/>
                </a:moveTo>
                <a:lnTo>
                  <a:pt x="400605" y="17521"/>
                </a:lnTo>
                <a:lnTo>
                  <a:pt x="422203" y="13831"/>
                </a:lnTo>
                <a:close/>
                <a:moveTo>
                  <a:pt x="407473" y="10606"/>
                </a:moveTo>
                <a:lnTo>
                  <a:pt x="392743" y="7381"/>
                </a:lnTo>
                <a:lnTo>
                  <a:pt x="400605" y="17521"/>
                </a:lnTo>
                <a:close/>
                <a:moveTo>
                  <a:pt x="407473" y="10606"/>
                </a:moveTo>
                <a:lnTo>
                  <a:pt x="414342" y="3691"/>
                </a:lnTo>
                <a:lnTo>
                  <a:pt x="392743" y="7381"/>
                </a:lnTo>
                <a:close/>
                <a:moveTo>
                  <a:pt x="407473" y="10606"/>
                </a:moveTo>
                <a:lnTo>
                  <a:pt x="422203" y="13831"/>
                </a:lnTo>
                <a:lnTo>
                  <a:pt x="414342" y="3691"/>
                </a:lnTo>
                <a:close/>
                <a:moveTo>
                  <a:pt x="385875" y="14296"/>
                </a:moveTo>
                <a:lnTo>
                  <a:pt x="392743" y="7381"/>
                </a:lnTo>
                <a:lnTo>
                  <a:pt x="371145" y="11072"/>
                </a:lnTo>
                <a:close/>
                <a:moveTo>
                  <a:pt x="385875" y="14296"/>
                </a:moveTo>
                <a:lnTo>
                  <a:pt x="400605" y="17521"/>
                </a:lnTo>
                <a:lnTo>
                  <a:pt x="392743" y="7381"/>
                </a:lnTo>
                <a:close/>
                <a:moveTo>
                  <a:pt x="364276" y="17987"/>
                </a:moveTo>
                <a:lnTo>
                  <a:pt x="371145" y="11072"/>
                </a:lnTo>
                <a:lnTo>
                  <a:pt x="349546" y="14762"/>
                </a:lnTo>
                <a:close/>
                <a:moveTo>
                  <a:pt x="378014" y="4157"/>
                </a:moveTo>
                <a:lnTo>
                  <a:pt x="371145" y="11072"/>
                </a:lnTo>
                <a:lnTo>
                  <a:pt x="392743" y="7381"/>
                </a:lnTo>
                <a:close/>
                <a:moveTo>
                  <a:pt x="378014" y="4157"/>
                </a:moveTo>
                <a:lnTo>
                  <a:pt x="363284" y="932"/>
                </a:lnTo>
                <a:lnTo>
                  <a:pt x="371145" y="11072"/>
                </a:lnTo>
                <a:close/>
                <a:moveTo>
                  <a:pt x="356415" y="7847"/>
                </a:moveTo>
                <a:lnTo>
                  <a:pt x="349546" y="14762"/>
                </a:lnTo>
                <a:lnTo>
                  <a:pt x="371145" y="11072"/>
                </a:lnTo>
                <a:close/>
                <a:moveTo>
                  <a:pt x="356415" y="7847"/>
                </a:moveTo>
                <a:lnTo>
                  <a:pt x="341685" y="4623"/>
                </a:lnTo>
                <a:lnTo>
                  <a:pt x="349546" y="14762"/>
                </a:lnTo>
                <a:close/>
                <a:moveTo>
                  <a:pt x="356415" y="7847"/>
                </a:moveTo>
                <a:lnTo>
                  <a:pt x="371145" y="11072"/>
                </a:lnTo>
                <a:lnTo>
                  <a:pt x="363284" y="932"/>
                </a:lnTo>
                <a:close/>
                <a:moveTo>
                  <a:pt x="334817" y="11538"/>
                </a:moveTo>
                <a:lnTo>
                  <a:pt x="320087" y="8313"/>
                </a:lnTo>
                <a:lnTo>
                  <a:pt x="327948" y="18453"/>
                </a:lnTo>
                <a:close/>
                <a:moveTo>
                  <a:pt x="334817" y="11538"/>
                </a:moveTo>
                <a:lnTo>
                  <a:pt x="341685" y="4623"/>
                </a:lnTo>
                <a:lnTo>
                  <a:pt x="320087" y="8313"/>
                </a:lnTo>
                <a:close/>
                <a:moveTo>
                  <a:pt x="334817" y="11538"/>
                </a:moveTo>
                <a:lnTo>
                  <a:pt x="349546" y="14762"/>
                </a:lnTo>
                <a:lnTo>
                  <a:pt x="341685" y="4623"/>
                </a:lnTo>
                <a:close/>
                <a:moveTo>
                  <a:pt x="313218" y="15228"/>
                </a:moveTo>
                <a:lnTo>
                  <a:pt x="320087" y="8313"/>
                </a:lnTo>
                <a:lnTo>
                  <a:pt x="298488" y="12004"/>
                </a:lnTo>
                <a:close/>
                <a:moveTo>
                  <a:pt x="313218" y="15228"/>
                </a:moveTo>
                <a:lnTo>
                  <a:pt x="327948" y="18453"/>
                </a:lnTo>
                <a:lnTo>
                  <a:pt x="320087" y="8313"/>
                </a:lnTo>
                <a:close/>
                <a:moveTo>
                  <a:pt x="305357" y="5089"/>
                </a:moveTo>
                <a:lnTo>
                  <a:pt x="298488" y="12004"/>
                </a:lnTo>
                <a:lnTo>
                  <a:pt x="320087" y="8313"/>
                </a:lnTo>
                <a:close/>
                <a:moveTo>
                  <a:pt x="305357" y="5089"/>
                </a:moveTo>
                <a:lnTo>
                  <a:pt x="290627" y="1864"/>
                </a:lnTo>
                <a:lnTo>
                  <a:pt x="298488" y="12004"/>
                </a:lnTo>
                <a:close/>
                <a:moveTo>
                  <a:pt x="283758" y="8779"/>
                </a:moveTo>
                <a:lnTo>
                  <a:pt x="276890" y="15694"/>
                </a:lnTo>
                <a:lnTo>
                  <a:pt x="298488" y="12004"/>
                </a:lnTo>
                <a:close/>
                <a:moveTo>
                  <a:pt x="283758" y="8779"/>
                </a:moveTo>
                <a:lnTo>
                  <a:pt x="269028" y="5555"/>
                </a:lnTo>
                <a:lnTo>
                  <a:pt x="276890" y="15694"/>
                </a:lnTo>
                <a:close/>
                <a:moveTo>
                  <a:pt x="283758" y="8779"/>
                </a:moveTo>
                <a:lnTo>
                  <a:pt x="290627" y="1864"/>
                </a:lnTo>
                <a:lnTo>
                  <a:pt x="269028" y="5555"/>
                </a:lnTo>
                <a:close/>
                <a:moveTo>
                  <a:pt x="283758" y="8779"/>
                </a:moveTo>
                <a:lnTo>
                  <a:pt x="298488" y="12004"/>
                </a:lnTo>
                <a:lnTo>
                  <a:pt x="290627" y="1864"/>
                </a:lnTo>
                <a:close/>
                <a:moveTo>
                  <a:pt x="262160" y="12470"/>
                </a:moveTo>
                <a:lnTo>
                  <a:pt x="247430" y="9245"/>
                </a:lnTo>
                <a:lnTo>
                  <a:pt x="255291" y="19385"/>
                </a:lnTo>
                <a:close/>
                <a:moveTo>
                  <a:pt x="262160" y="12470"/>
                </a:moveTo>
                <a:lnTo>
                  <a:pt x="269028" y="5555"/>
                </a:lnTo>
                <a:lnTo>
                  <a:pt x="247430" y="9245"/>
                </a:lnTo>
                <a:close/>
                <a:moveTo>
                  <a:pt x="262160" y="12470"/>
                </a:moveTo>
                <a:lnTo>
                  <a:pt x="276890" y="15694"/>
                </a:lnTo>
                <a:lnTo>
                  <a:pt x="269028" y="5555"/>
                </a:lnTo>
                <a:close/>
                <a:moveTo>
                  <a:pt x="240561" y="16160"/>
                </a:moveTo>
                <a:lnTo>
                  <a:pt x="247430" y="9245"/>
                </a:lnTo>
                <a:lnTo>
                  <a:pt x="225831" y="12936"/>
                </a:lnTo>
                <a:close/>
                <a:moveTo>
                  <a:pt x="254299" y="2330"/>
                </a:moveTo>
                <a:lnTo>
                  <a:pt x="247430" y="9245"/>
                </a:lnTo>
                <a:lnTo>
                  <a:pt x="269028" y="5555"/>
                </a:lnTo>
                <a:close/>
                <a:moveTo>
                  <a:pt x="232700" y="6021"/>
                </a:moveTo>
                <a:lnTo>
                  <a:pt x="225831" y="12936"/>
                </a:lnTo>
                <a:lnTo>
                  <a:pt x="247430" y="9245"/>
                </a:lnTo>
                <a:close/>
                <a:moveTo>
                  <a:pt x="232700" y="6021"/>
                </a:moveTo>
                <a:lnTo>
                  <a:pt x="217970" y="2796"/>
                </a:lnTo>
                <a:lnTo>
                  <a:pt x="225831" y="12936"/>
                </a:lnTo>
                <a:close/>
                <a:moveTo>
                  <a:pt x="211102" y="9711"/>
                </a:moveTo>
                <a:lnTo>
                  <a:pt x="204233" y="16626"/>
                </a:lnTo>
                <a:lnTo>
                  <a:pt x="225831" y="12936"/>
                </a:lnTo>
                <a:close/>
                <a:moveTo>
                  <a:pt x="211102" y="9711"/>
                </a:moveTo>
                <a:lnTo>
                  <a:pt x="196372" y="6487"/>
                </a:lnTo>
                <a:lnTo>
                  <a:pt x="204233" y="16626"/>
                </a:lnTo>
                <a:close/>
                <a:moveTo>
                  <a:pt x="211102" y="9711"/>
                </a:moveTo>
                <a:lnTo>
                  <a:pt x="217970" y="2796"/>
                </a:lnTo>
                <a:lnTo>
                  <a:pt x="196372" y="6487"/>
                </a:lnTo>
                <a:close/>
                <a:moveTo>
                  <a:pt x="211102" y="9711"/>
                </a:moveTo>
                <a:lnTo>
                  <a:pt x="225831" y="12936"/>
                </a:lnTo>
                <a:lnTo>
                  <a:pt x="217970" y="2796"/>
                </a:lnTo>
                <a:close/>
                <a:moveTo>
                  <a:pt x="189503" y="13402"/>
                </a:moveTo>
                <a:lnTo>
                  <a:pt x="174773" y="10177"/>
                </a:lnTo>
                <a:lnTo>
                  <a:pt x="182634" y="20317"/>
                </a:lnTo>
                <a:close/>
                <a:moveTo>
                  <a:pt x="189503" y="13402"/>
                </a:moveTo>
                <a:lnTo>
                  <a:pt x="196372" y="6487"/>
                </a:lnTo>
                <a:lnTo>
                  <a:pt x="174773" y="10177"/>
                </a:lnTo>
                <a:close/>
                <a:moveTo>
                  <a:pt x="189503" y="13402"/>
                </a:moveTo>
                <a:lnTo>
                  <a:pt x="204233" y="16626"/>
                </a:lnTo>
                <a:lnTo>
                  <a:pt x="196372" y="6487"/>
                </a:lnTo>
                <a:close/>
                <a:moveTo>
                  <a:pt x="167905" y="17092"/>
                </a:moveTo>
                <a:lnTo>
                  <a:pt x="174773" y="10177"/>
                </a:lnTo>
                <a:lnTo>
                  <a:pt x="153175" y="13868"/>
                </a:lnTo>
                <a:close/>
                <a:moveTo>
                  <a:pt x="181642" y="3262"/>
                </a:moveTo>
                <a:lnTo>
                  <a:pt x="174773" y="10177"/>
                </a:lnTo>
                <a:lnTo>
                  <a:pt x="196372" y="6487"/>
                </a:lnTo>
                <a:close/>
                <a:moveTo>
                  <a:pt x="160043" y="6952"/>
                </a:moveTo>
                <a:lnTo>
                  <a:pt x="153175" y="13868"/>
                </a:lnTo>
                <a:lnTo>
                  <a:pt x="174773" y="10177"/>
                </a:lnTo>
                <a:close/>
                <a:moveTo>
                  <a:pt x="160043" y="6952"/>
                </a:moveTo>
                <a:lnTo>
                  <a:pt x="145314" y="3728"/>
                </a:lnTo>
                <a:lnTo>
                  <a:pt x="153175" y="13868"/>
                </a:lnTo>
                <a:close/>
                <a:moveTo>
                  <a:pt x="160043" y="6952"/>
                </a:moveTo>
                <a:lnTo>
                  <a:pt x="174773" y="10177"/>
                </a:lnTo>
                <a:lnTo>
                  <a:pt x="166912" y="37"/>
                </a:lnTo>
                <a:close/>
                <a:moveTo>
                  <a:pt x="138445" y="10643"/>
                </a:moveTo>
                <a:lnTo>
                  <a:pt x="131576" y="17558"/>
                </a:lnTo>
                <a:lnTo>
                  <a:pt x="153175" y="13868"/>
                </a:lnTo>
                <a:close/>
                <a:moveTo>
                  <a:pt x="138445" y="10643"/>
                </a:moveTo>
                <a:lnTo>
                  <a:pt x="123715" y="7418"/>
                </a:lnTo>
                <a:lnTo>
                  <a:pt x="131576" y="17558"/>
                </a:lnTo>
                <a:close/>
                <a:moveTo>
                  <a:pt x="138445" y="10643"/>
                </a:moveTo>
                <a:lnTo>
                  <a:pt x="145314" y="3728"/>
                </a:lnTo>
                <a:lnTo>
                  <a:pt x="123715" y="7418"/>
                </a:lnTo>
                <a:close/>
                <a:moveTo>
                  <a:pt x="138445" y="10643"/>
                </a:moveTo>
                <a:lnTo>
                  <a:pt x="153175" y="13868"/>
                </a:lnTo>
                <a:lnTo>
                  <a:pt x="145314" y="3728"/>
                </a:lnTo>
                <a:close/>
                <a:moveTo>
                  <a:pt x="116846" y="14334"/>
                </a:moveTo>
                <a:lnTo>
                  <a:pt x="123715" y="7418"/>
                </a:lnTo>
                <a:lnTo>
                  <a:pt x="102116" y="11109"/>
                </a:lnTo>
                <a:close/>
                <a:moveTo>
                  <a:pt x="116846" y="14334"/>
                </a:moveTo>
                <a:lnTo>
                  <a:pt x="131576" y="17558"/>
                </a:lnTo>
                <a:lnTo>
                  <a:pt x="123715" y="7418"/>
                </a:lnTo>
                <a:close/>
                <a:moveTo>
                  <a:pt x="95248" y="18024"/>
                </a:moveTo>
                <a:lnTo>
                  <a:pt x="102116" y="11109"/>
                </a:lnTo>
                <a:lnTo>
                  <a:pt x="80518" y="14800"/>
                </a:lnTo>
                <a:close/>
                <a:moveTo>
                  <a:pt x="108985" y="4194"/>
                </a:moveTo>
                <a:lnTo>
                  <a:pt x="102116" y="11109"/>
                </a:lnTo>
                <a:lnTo>
                  <a:pt x="123715" y="7418"/>
                </a:lnTo>
                <a:close/>
                <a:moveTo>
                  <a:pt x="108985" y="4194"/>
                </a:moveTo>
                <a:lnTo>
                  <a:pt x="94255" y="969"/>
                </a:lnTo>
                <a:lnTo>
                  <a:pt x="102116" y="11109"/>
                </a:lnTo>
                <a:close/>
                <a:moveTo>
                  <a:pt x="87387" y="7884"/>
                </a:moveTo>
                <a:lnTo>
                  <a:pt x="80518" y="14800"/>
                </a:lnTo>
                <a:lnTo>
                  <a:pt x="102116" y="11109"/>
                </a:lnTo>
                <a:close/>
                <a:moveTo>
                  <a:pt x="87387" y="7884"/>
                </a:moveTo>
                <a:lnTo>
                  <a:pt x="72657" y="4660"/>
                </a:lnTo>
                <a:lnTo>
                  <a:pt x="80518" y="14800"/>
                </a:lnTo>
                <a:close/>
                <a:moveTo>
                  <a:pt x="87387" y="7884"/>
                </a:moveTo>
                <a:lnTo>
                  <a:pt x="102116" y="11109"/>
                </a:lnTo>
                <a:lnTo>
                  <a:pt x="94255" y="969"/>
                </a:lnTo>
                <a:close/>
                <a:moveTo>
                  <a:pt x="65788" y="11575"/>
                </a:moveTo>
                <a:lnTo>
                  <a:pt x="51058" y="8350"/>
                </a:lnTo>
                <a:lnTo>
                  <a:pt x="58919" y="18490"/>
                </a:lnTo>
                <a:close/>
                <a:moveTo>
                  <a:pt x="65788" y="11575"/>
                </a:moveTo>
                <a:lnTo>
                  <a:pt x="72657" y="4660"/>
                </a:lnTo>
                <a:lnTo>
                  <a:pt x="51058" y="8350"/>
                </a:lnTo>
                <a:close/>
                <a:moveTo>
                  <a:pt x="65788" y="11575"/>
                </a:moveTo>
                <a:lnTo>
                  <a:pt x="80518" y="14800"/>
                </a:lnTo>
                <a:lnTo>
                  <a:pt x="72657" y="4660"/>
                </a:lnTo>
                <a:close/>
                <a:moveTo>
                  <a:pt x="44190" y="15266"/>
                </a:moveTo>
                <a:lnTo>
                  <a:pt x="51058" y="8350"/>
                </a:lnTo>
                <a:lnTo>
                  <a:pt x="29460" y="12041"/>
                </a:lnTo>
                <a:close/>
                <a:moveTo>
                  <a:pt x="44190" y="15266"/>
                </a:moveTo>
                <a:lnTo>
                  <a:pt x="58919" y="18490"/>
                </a:lnTo>
                <a:lnTo>
                  <a:pt x="51058" y="8350"/>
                </a:lnTo>
                <a:close/>
                <a:moveTo>
                  <a:pt x="36328" y="5126"/>
                </a:moveTo>
                <a:lnTo>
                  <a:pt x="29460" y="12041"/>
                </a:lnTo>
                <a:lnTo>
                  <a:pt x="51058" y="8350"/>
                </a:lnTo>
                <a:close/>
                <a:moveTo>
                  <a:pt x="36328" y="5126"/>
                </a:moveTo>
                <a:lnTo>
                  <a:pt x="21599" y="1901"/>
                </a:lnTo>
                <a:lnTo>
                  <a:pt x="29460" y="12041"/>
                </a:lnTo>
                <a:close/>
                <a:moveTo>
                  <a:pt x="14730" y="8816"/>
                </a:moveTo>
                <a:lnTo>
                  <a:pt x="7861" y="15732"/>
                </a:lnTo>
                <a:lnTo>
                  <a:pt x="29460" y="12041"/>
                </a:lnTo>
                <a:close/>
                <a:moveTo>
                  <a:pt x="14730" y="8816"/>
                </a:moveTo>
                <a:lnTo>
                  <a:pt x="0" y="5592"/>
                </a:lnTo>
                <a:lnTo>
                  <a:pt x="7861" y="15732"/>
                </a:lnTo>
                <a:close/>
                <a:moveTo>
                  <a:pt x="14730" y="8816"/>
                </a:moveTo>
                <a:lnTo>
                  <a:pt x="21599" y="1901"/>
                </a:lnTo>
                <a:lnTo>
                  <a:pt x="0" y="5592"/>
                </a:lnTo>
                <a:close/>
                <a:moveTo>
                  <a:pt x="14730" y="8816"/>
                </a:moveTo>
                <a:lnTo>
                  <a:pt x="29460" y="12041"/>
                </a:lnTo>
                <a:lnTo>
                  <a:pt x="21599" y="1901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556" name="PANEL_01-slope--4-210_850">
            <a:extLst>
              <a:ext uri="{FF2B5EF4-FFF2-40B4-BE49-F238E27FC236}">
                <a16:creationId xmlns:a16="http://schemas.microsoft.com/office/drawing/2014/main" id="{878D67C6-AD65-4D4F-884C-F3240F0BA322}"/>
              </a:ext>
            </a:extLst>
          </p:cNvPr>
          <p:cNvSpPr>
            <a:spLocks/>
          </p:cNvSpPr>
          <p:nvPr/>
        </p:nvSpPr>
        <p:spPr>
          <a:xfrm>
            <a:off x="738534" y="552427"/>
            <a:ext cx="462427" cy="99747"/>
          </a:xfrm>
          <a:custGeom>
            <a:pathLst>
              <a:path w="313218" h="67562">
                <a:moveTo>
                  <a:pt x="313218" y="66637"/>
                </a:moveTo>
                <a:lnTo>
                  <a:pt x="298488" y="55319"/>
                </a:lnTo>
                <a:lnTo>
                  <a:pt x="306349" y="67562"/>
                </a:lnTo>
                <a:close/>
                <a:moveTo>
                  <a:pt x="291620" y="54239"/>
                </a:moveTo>
                <a:lnTo>
                  <a:pt x="298488" y="55319"/>
                </a:lnTo>
                <a:lnTo>
                  <a:pt x="276890" y="43396"/>
                </a:lnTo>
                <a:close/>
                <a:moveTo>
                  <a:pt x="291620" y="54239"/>
                </a:moveTo>
                <a:lnTo>
                  <a:pt x="306349" y="67562"/>
                </a:lnTo>
                <a:lnTo>
                  <a:pt x="298488" y="55319"/>
                </a:lnTo>
                <a:close/>
                <a:moveTo>
                  <a:pt x="283758" y="44005"/>
                </a:moveTo>
                <a:lnTo>
                  <a:pt x="276890" y="43396"/>
                </a:lnTo>
                <a:lnTo>
                  <a:pt x="298488" y="55319"/>
                </a:lnTo>
                <a:close/>
                <a:moveTo>
                  <a:pt x="283758" y="44005"/>
                </a:moveTo>
                <a:lnTo>
                  <a:pt x="269028" y="34807"/>
                </a:lnTo>
                <a:lnTo>
                  <a:pt x="276890" y="43396"/>
                </a:lnTo>
                <a:close/>
                <a:moveTo>
                  <a:pt x="262160" y="30505"/>
                </a:moveTo>
                <a:lnTo>
                  <a:pt x="269028" y="34807"/>
                </a:lnTo>
                <a:lnTo>
                  <a:pt x="247430" y="23095"/>
                </a:lnTo>
                <a:close/>
                <a:moveTo>
                  <a:pt x="262160" y="30505"/>
                </a:moveTo>
                <a:lnTo>
                  <a:pt x="276890" y="43396"/>
                </a:lnTo>
                <a:lnTo>
                  <a:pt x="269028" y="34807"/>
                </a:lnTo>
                <a:close/>
                <a:moveTo>
                  <a:pt x="232700" y="15283"/>
                </a:moveTo>
                <a:lnTo>
                  <a:pt x="225831" y="13448"/>
                </a:lnTo>
                <a:lnTo>
                  <a:pt x="247430" y="23095"/>
                </a:lnTo>
                <a:close/>
                <a:moveTo>
                  <a:pt x="232700" y="15283"/>
                </a:moveTo>
                <a:lnTo>
                  <a:pt x="217970" y="7784"/>
                </a:lnTo>
                <a:lnTo>
                  <a:pt x="225831" y="13448"/>
                </a:lnTo>
                <a:close/>
                <a:moveTo>
                  <a:pt x="232700" y="15283"/>
                </a:moveTo>
                <a:lnTo>
                  <a:pt x="247430" y="23095"/>
                </a:lnTo>
                <a:lnTo>
                  <a:pt x="239569" y="16990"/>
                </a:lnTo>
                <a:close/>
                <a:moveTo>
                  <a:pt x="211102" y="5586"/>
                </a:moveTo>
                <a:lnTo>
                  <a:pt x="217970" y="7784"/>
                </a:lnTo>
                <a:lnTo>
                  <a:pt x="196372" y="0"/>
                </a:lnTo>
                <a:close/>
                <a:moveTo>
                  <a:pt x="211102" y="5586"/>
                </a:moveTo>
                <a:lnTo>
                  <a:pt x="225831" y="13448"/>
                </a:lnTo>
                <a:lnTo>
                  <a:pt x="217970" y="7784"/>
                </a:lnTo>
                <a:close/>
                <a:moveTo>
                  <a:pt x="14730" y="22921"/>
                </a:moveTo>
                <a:lnTo>
                  <a:pt x="7861" y="20845"/>
                </a:lnTo>
                <a:lnTo>
                  <a:pt x="29460" y="27822"/>
                </a:lnTo>
                <a:close/>
                <a:moveTo>
                  <a:pt x="14730" y="22921"/>
                </a:moveTo>
                <a:lnTo>
                  <a:pt x="0" y="12703"/>
                </a:lnTo>
                <a:lnTo>
                  <a:pt x="7861" y="20845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557" name="PANEL_01-slope--4-215_851">
            <a:extLst>
              <a:ext uri="{FF2B5EF4-FFF2-40B4-BE49-F238E27FC236}">
                <a16:creationId xmlns:a16="http://schemas.microsoft.com/office/drawing/2014/main" id="{03563736-B243-466C-BCDB-0B76377AD93D}"/>
              </a:ext>
            </a:extLst>
          </p:cNvPr>
          <p:cNvSpPr>
            <a:spLocks/>
          </p:cNvSpPr>
          <p:nvPr/>
        </p:nvSpPr>
        <p:spPr>
          <a:xfrm>
            <a:off x="448616" y="524023"/>
            <a:ext cx="948067" cy="265314"/>
          </a:xfrm>
          <a:custGeom>
            <a:pathLst>
              <a:path w="642159" h="179706">
                <a:moveTo>
                  <a:pt x="627429" y="167999"/>
                </a:moveTo>
                <a:lnTo>
                  <a:pt x="634297" y="169566"/>
                </a:lnTo>
                <a:lnTo>
                  <a:pt x="612699" y="163591"/>
                </a:lnTo>
                <a:close/>
                <a:moveTo>
                  <a:pt x="627429" y="167999"/>
                </a:moveTo>
                <a:lnTo>
                  <a:pt x="642159" y="179706"/>
                </a:lnTo>
                <a:lnTo>
                  <a:pt x="634297" y="169566"/>
                </a:lnTo>
                <a:close/>
                <a:moveTo>
                  <a:pt x="597969" y="158786"/>
                </a:moveTo>
                <a:lnTo>
                  <a:pt x="583239" y="146095"/>
                </a:lnTo>
                <a:lnTo>
                  <a:pt x="591100" y="162579"/>
                </a:lnTo>
                <a:close/>
                <a:moveTo>
                  <a:pt x="576370" y="155169"/>
                </a:moveTo>
                <a:lnTo>
                  <a:pt x="583239" y="146095"/>
                </a:lnTo>
                <a:lnTo>
                  <a:pt x="561641" y="138470"/>
                </a:lnTo>
                <a:close/>
                <a:moveTo>
                  <a:pt x="568509" y="129771"/>
                </a:moveTo>
                <a:lnTo>
                  <a:pt x="561641" y="138470"/>
                </a:lnTo>
                <a:lnTo>
                  <a:pt x="583239" y="146095"/>
                </a:lnTo>
                <a:close/>
                <a:moveTo>
                  <a:pt x="568509" y="129771"/>
                </a:moveTo>
                <a:lnTo>
                  <a:pt x="553779" y="120041"/>
                </a:lnTo>
                <a:lnTo>
                  <a:pt x="561641" y="138470"/>
                </a:lnTo>
                <a:close/>
                <a:moveTo>
                  <a:pt x="568509" y="129771"/>
                </a:moveTo>
                <a:lnTo>
                  <a:pt x="575378" y="129524"/>
                </a:lnTo>
                <a:lnTo>
                  <a:pt x="553779" y="120041"/>
                </a:lnTo>
                <a:close/>
                <a:moveTo>
                  <a:pt x="568509" y="129771"/>
                </a:moveTo>
                <a:lnTo>
                  <a:pt x="583239" y="146095"/>
                </a:lnTo>
                <a:lnTo>
                  <a:pt x="575378" y="129524"/>
                </a:lnTo>
                <a:close/>
                <a:moveTo>
                  <a:pt x="546911" y="123855"/>
                </a:moveTo>
                <a:lnTo>
                  <a:pt x="553779" y="120041"/>
                </a:lnTo>
                <a:lnTo>
                  <a:pt x="532181" y="111363"/>
                </a:lnTo>
                <a:close/>
                <a:moveTo>
                  <a:pt x="546911" y="123855"/>
                </a:moveTo>
                <a:lnTo>
                  <a:pt x="561641" y="138470"/>
                </a:lnTo>
                <a:lnTo>
                  <a:pt x="553779" y="120041"/>
                </a:lnTo>
                <a:close/>
                <a:moveTo>
                  <a:pt x="539050" y="107681"/>
                </a:moveTo>
                <a:lnTo>
                  <a:pt x="532181" y="111363"/>
                </a:lnTo>
                <a:lnTo>
                  <a:pt x="553779" y="120041"/>
                </a:lnTo>
                <a:close/>
                <a:moveTo>
                  <a:pt x="539050" y="107681"/>
                </a:moveTo>
                <a:lnTo>
                  <a:pt x="524320" y="96764"/>
                </a:lnTo>
                <a:lnTo>
                  <a:pt x="532181" y="111363"/>
                </a:lnTo>
                <a:close/>
                <a:moveTo>
                  <a:pt x="517451" y="97380"/>
                </a:moveTo>
                <a:lnTo>
                  <a:pt x="524320" y="96764"/>
                </a:lnTo>
                <a:lnTo>
                  <a:pt x="502721" y="86801"/>
                </a:lnTo>
                <a:close/>
                <a:moveTo>
                  <a:pt x="517451" y="97380"/>
                </a:moveTo>
                <a:lnTo>
                  <a:pt x="532181" y="111363"/>
                </a:lnTo>
                <a:lnTo>
                  <a:pt x="524320" y="96764"/>
                </a:lnTo>
                <a:close/>
                <a:moveTo>
                  <a:pt x="509590" y="85876"/>
                </a:moveTo>
                <a:lnTo>
                  <a:pt x="502721" y="86801"/>
                </a:lnTo>
                <a:lnTo>
                  <a:pt x="524320" y="96764"/>
                </a:lnTo>
                <a:close/>
                <a:moveTo>
                  <a:pt x="458532" y="49744"/>
                </a:moveTo>
                <a:lnTo>
                  <a:pt x="443802" y="42334"/>
                </a:lnTo>
                <a:lnTo>
                  <a:pt x="451663" y="52935"/>
                </a:lnTo>
                <a:close/>
                <a:moveTo>
                  <a:pt x="399612" y="19920"/>
                </a:moveTo>
                <a:lnTo>
                  <a:pt x="392743" y="19239"/>
                </a:lnTo>
                <a:lnTo>
                  <a:pt x="414342" y="27023"/>
                </a:lnTo>
                <a:close/>
                <a:moveTo>
                  <a:pt x="399612" y="19920"/>
                </a:moveTo>
                <a:lnTo>
                  <a:pt x="384882" y="10916"/>
                </a:lnTo>
                <a:lnTo>
                  <a:pt x="392743" y="19239"/>
                </a:lnTo>
                <a:close/>
                <a:moveTo>
                  <a:pt x="378014" y="11242"/>
                </a:moveTo>
                <a:lnTo>
                  <a:pt x="371145" y="13274"/>
                </a:lnTo>
                <a:lnTo>
                  <a:pt x="392743" y="19239"/>
                </a:lnTo>
                <a:close/>
                <a:moveTo>
                  <a:pt x="378014" y="11242"/>
                </a:moveTo>
                <a:lnTo>
                  <a:pt x="363284" y="7865"/>
                </a:lnTo>
                <a:lnTo>
                  <a:pt x="371145" y="13274"/>
                </a:lnTo>
                <a:close/>
                <a:moveTo>
                  <a:pt x="378014" y="11242"/>
                </a:moveTo>
                <a:lnTo>
                  <a:pt x="384882" y="10916"/>
                </a:lnTo>
                <a:lnTo>
                  <a:pt x="363284" y="7865"/>
                </a:lnTo>
                <a:close/>
                <a:moveTo>
                  <a:pt x="378014" y="11242"/>
                </a:moveTo>
                <a:lnTo>
                  <a:pt x="392743" y="19239"/>
                </a:lnTo>
                <a:lnTo>
                  <a:pt x="384882" y="10916"/>
                </a:lnTo>
                <a:close/>
                <a:moveTo>
                  <a:pt x="356415" y="5721"/>
                </a:moveTo>
                <a:lnTo>
                  <a:pt x="363284" y="7865"/>
                </a:lnTo>
                <a:lnTo>
                  <a:pt x="341685" y="7711"/>
                </a:lnTo>
                <a:close/>
                <a:moveTo>
                  <a:pt x="348554" y="8389"/>
                </a:moveTo>
                <a:lnTo>
                  <a:pt x="341685" y="7711"/>
                </a:lnTo>
                <a:lnTo>
                  <a:pt x="363284" y="7865"/>
                </a:lnTo>
                <a:close/>
                <a:moveTo>
                  <a:pt x="348554" y="8389"/>
                </a:moveTo>
                <a:lnTo>
                  <a:pt x="333824" y="11261"/>
                </a:lnTo>
                <a:lnTo>
                  <a:pt x="341685" y="7711"/>
                </a:lnTo>
                <a:close/>
                <a:moveTo>
                  <a:pt x="326955" y="9915"/>
                </a:moveTo>
                <a:lnTo>
                  <a:pt x="341685" y="7711"/>
                </a:lnTo>
                <a:lnTo>
                  <a:pt x="333824" y="11261"/>
                </a:lnTo>
                <a:close/>
                <a:moveTo>
                  <a:pt x="240561" y="51399"/>
                </a:moveTo>
                <a:lnTo>
                  <a:pt x="247430" y="49017"/>
                </a:lnTo>
                <a:lnTo>
                  <a:pt x="225831" y="47061"/>
                </a:lnTo>
                <a:close/>
                <a:moveTo>
                  <a:pt x="240561" y="51399"/>
                </a:moveTo>
                <a:lnTo>
                  <a:pt x="255291" y="49326"/>
                </a:lnTo>
                <a:lnTo>
                  <a:pt x="247430" y="49017"/>
                </a:lnTo>
                <a:close/>
                <a:moveTo>
                  <a:pt x="232700" y="48941"/>
                </a:moveTo>
                <a:lnTo>
                  <a:pt x="225831" y="47061"/>
                </a:lnTo>
                <a:lnTo>
                  <a:pt x="247430" y="49017"/>
                </a:lnTo>
                <a:close/>
                <a:moveTo>
                  <a:pt x="232700" y="48941"/>
                </a:moveTo>
                <a:lnTo>
                  <a:pt x="217970" y="39805"/>
                </a:lnTo>
                <a:lnTo>
                  <a:pt x="225831" y="47061"/>
                </a:lnTo>
                <a:close/>
                <a:moveTo>
                  <a:pt x="211102" y="42161"/>
                </a:moveTo>
                <a:lnTo>
                  <a:pt x="217970" y="39805"/>
                </a:lnTo>
                <a:lnTo>
                  <a:pt x="196372" y="31942"/>
                </a:lnTo>
                <a:close/>
                <a:moveTo>
                  <a:pt x="211102" y="42161"/>
                </a:moveTo>
                <a:lnTo>
                  <a:pt x="225831" y="47061"/>
                </a:lnTo>
                <a:lnTo>
                  <a:pt x="217970" y="39805"/>
                </a:lnTo>
                <a:close/>
                <a:moveTo>
                  <a:pt x="189503" y="33093"/>
                </a:moveTo>
                <a:lnTo>
                  <a:pt x="196372" y="31942"/>
                </a:lnTo>
                <a:lnTo>
                  <a:pt x="174773" y="22506"/>
                </a:lnTo>
                <a:close/>
                <a:moveTo>
                  <a:pt x="189503" y="33093"/>
                </a:moveTo>
                <a:lnTo>
                  <a:pt x="204233" y="40084"/>
                </a:lnTo>
                <a:lnTo>
                  <a:pt x="196372" y="31942"/>
                </a:lnTo>
                <a:close/>
                <a:moveTo>
                  <a:pt x="181642" y="22002"/>
                </a:moveTo>
                <a:lnTo>
                  <a:pt x="174773" y="22506"/>
                </a:lnTo>
                <a:lnTo>
                  <a:pt x="196372" y="31942"/>
                </a:lnTo>
                <a:close/>
                <a:moveTo>
                  <a:pt x="181642" y="22002"/>
                </a:moveTo>
                <a:lnTo>
                  <a:pt x="166912" y="9694"/>
                </a:lnTo>
                <a:lnTo>
                  <a:pt x="174773" y="22506"/>
                </a:lnTo>
                <a:close/>
                <a:moveTo>
                  <a:pt x="160043" y="12362"/>
                </a:moveTo>
                <a:lnTo>
                  <a:pt x="166912" y="9694"/>
                </a:lnTo>
                <a:lnTo>
                  <a:pt x="145314" y="5427"/>
                </a:lnTo>
                <a:close/>
                <a:moveTo>
                  <a:pt x="160043" y="12362"/>
                </a:moveTo>
                <a:lnTo>
                  <a:pt x="174773" y="22506"/>
                </a:lnTo>
                <a:lnTo>
                  <a:pt x="166912" y="9694"/>
                </a:lnTo>
                <a:close/>
                <a:moveTo>
                  <a:pt x="152182" y="0"/>
                </a:moveTo>
                <a:lnTo>
                  <a:pt x="145314" y="5427"/>
                </a:lnTo>
                <a:lnTo>
                  <a:pt x="166912" y="9694"/>
                </a:lnTo>
                <a:close/>
                <a:moveTo>
                  <a:pt x="130584" y="2065"/>
                </a:moveTo>
                <a:lnTo>
                  <a:pt x="145314" y="5427"/>
                </a:lnTo>
                <a:lnTo>
                  <a:pt x="137452" y="1334"/>
                </a:lnTo>
                <a:close/>
                <a:moveTo>
                  <a:pt x="108985" y="6393"/>
                </a:moveTo>
                <a:lnTo>
                  <a:pt x="94255" y="8282"/>
                </a:lnTo>
                <a:lnTo>
                  <a:pt x="102116" y="8380"/>
                </a:lnTo>
                <a:close/>
                <a:moveTo>
                  <a:pt x="108985" y="6393"/>
                </a:moveTo>
                <a:lnTo>
                  <a:pt x="115854" y="4967"/>
                </a:lnTo>
                <a:lnTo>
                  <a:pt x="94255" y="8282"/>
                </a:lnTo>
                <a:close/>
                <a:moveTo>
                  <a:pt x="108985" y="6393"/>
                </a:moveTo>
                <a:lnTo>
                  <a:pt x="123715" y="5788"/>
                </a:lnTo>
                <a:lnTo>
                  <a:pt x="115854" y="4967"/>
                </a:lnTo>
                <a:close/>
                <a:moveTo>
                  <a:pt x="87387" y="9768"/>
                </a:moveTo>
                <a:lnTo>
                  <a:pt x="94255" y="8282"/>
                </a:lnTo>
                <a:lnTo>
                  <a:pt x="72657" y="10415"/>
                </a:lnTo>
                <a:close/>
                <a:moveTo>
                  <a:pt x="79525" y="9644"/>
                </a:moveTo>
                <a:lnTo>
                  <a:pt x="72657" y="10415"/>
                </a:lnTo>
                <a:lnTo>
                  <a:pt x="94255" y="8282"/>
                </a:lnTo>
                <a:close/>
                <a:moveTo>
                  <a:pt x="57927" y="12728"/>
                </a:moveTo>
                <a:lnTo>
                  <a:pt x="51058" y="11829"/>
                </a:lnTo>
                <a:lnTo>
                  <a:pt x="72657" y="10415"/>
                </a:lnTo>
                <a:close/>
                <a:moveTo>
                  <a:pt x="57927" y="12728"/>
                </a:moveTo>
                <a:lnTo>
                  <a:pt x="43197" y="15936"/>
                </a:lnTo>
                <a:lnTo>
                  <a:pt x="51058" y="11829"/>
                </a:lnTo>
                <a:close/>
                <a:moveTo>
                  <a:pt x="57927" y="12728"/>
                </a:moveTo>
                <a:lnTo>
                  <a:pt x="72657" y="10415"/>
                </a:lnTo>
                <a:lnTo>
                  <a:pt x="64796" y="11416"/>
                </a:lnTo>
                <a:close/>
                <a:moveTo>
                  <a:pt x="36328" y="14748"/>
                </a:moveTo>
                <a:lnTo>
                  <a:pt x="21599" y="21243"/>
                </a:lnTo>
                <a:lnTo>
                  <a:pt x="29460" y="15858"/>
                </a:lnTo>
                <a:close/>
                <a:moveTo>
                  <a:pt x="36328" y="14748"/>
                </a:moveTo>
                <a:lnTo>
                  <a:pt x="43197" y="15936"/>
                </a:lnTo>
                <a:lnTo>
                  <a:pt x="21599" y="21243"/>
                </a:lnTo>
                <a:close/>
                <a:moveTo>
                  <a:pt x="36328" y="14748"/>
                </a:moveTo>
                <a:lnTo>
                  <a:pt x="51058" y="11829"/>
                </a:lnTo>
                <a:lnTo>
                  <a:pt x="43197" y="15936"/>
                </a:lnTo>
                <a:close/>
                <a:moveTo>
                  <a:pt x="14730" y="21805"/>
                </a:moveTo>
                <a:lnTo>
                  <a:pt x="0" y="30045"/>
                </a:lnTo>
                <a:lnTo>
                  <a:pt x="7861" y="24477"/>
                </a:lnTo>
                <a:close/>
                <a:moveTo>
                  <a:pt x="14730" y="21805"/>
                </a:moveTo>
                <a:lnTo>
                  <a:pt x="21599" y="21243"/>
                </a:lnTo>
                <a:lnTo>
                  <a:pt x="0" y="30045"/>
                </a:lnTo>
                <a:close/>
                <a:moveTo>
                  <a:pt x="14730" y="21805"/>
                </a:moveTo>
                <a:lnTo>
                  <a:pt x="29460" y="15858"/>
                </a:lnTo>
                <a:lnTo>
                  <a:pt x="21599" y="21243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58" name="PANEL_01-slope--4-220_852">
            <a:extLst>
              <a:ext uri="{FF2B5EF4-FFF2-40B4-BE49-F238E27FC236}">
                <a16:creationId xmlns:a16="http://schemas.microsoft.com/office/drawing/2014/main" id="{DC769F29-8C12-49E9-8FD2-9DECB14FD155}"/>
              </a:ext>
            </a:extLst>
          </p:cNvPr>
          <p:cNvSpPr>
            <a:spLocks/>
          </p:cNvSpPr>
          <p:nvPr/>
        </p:nvSpPr>
        <p:spPr>
          <a:xfrm>
            <a:off x="619660" y="524023"/>
            <a:ext cx="2020754" cy="250342"/>
          </a:xfrm>
          <a:custGeom>
            <a:pathLst>
              <a:path w="1368726" h="169566">
                <a:moveTo>
                  <a:pt x="1353996" y="93041"/>
                </a:moveTo>
                <a:lnTo>
                  <a:pt x="1360865" y="85220"/>
                </a:lnTo>
                <a:lnTo>
                  <a:pt x="1339266" y="82494"/>
                </a:lnTo>
                <a:close/>
                <a:moveTo>
                  <a:pt x="1353996" y="93041"/>
                </a:moveTo>
                <a:lnTo>
                  <a:pt x="1368726" y="107706"/>
                </a:lnTo>
                <a:lnTo>
                  <a:pt x="1360865" y="85220"/>
                </a:lnTo>
                <a:close/>
                <a:moveTo>
                  <a:pt x="1346135" y="73361"/>
                </a:moveTo>
                <a:lnTo>
                  <a:pt x="1339266" y="82494"/>
                </a:lnTo>
                <a:lnTo>
                  <a:pt x="1360865" y="85220"/>
                </a:lnTo>
                <a:close/>
                <a:moveTo>
                  <a:pt x="1346135" y="73361"/>
                </a:moveTo>
                <a:lnTo>
                  <a:pt x="1331405" y="67068"/>
                </a:lnTo>
                <a:lnTo>
                  <a:pt x="1339266" y="82494"/>
                </a:lnTo>
                <a:close/>
                <a:moveTo>
                  <a:pt x="1324537" y="73075"/>
                </a:moveTo>
                <a:lnTo>
                  <a:pt x="1339266" y="82494"/>
                </a:lnTo>
                <a:lnTo>
                  <a:pt x="1331405" y="67068"/>
                </a:lnTo>
                <a:close/>
                <a:moveTo>
                  <a:pt x="1273478" y="82814"/>
                </a:moveTo>
                <a:lnTo>
                  <a:pt x="1258748" y="87751"/>
                </a:lnTo>
                <a:lnTo>
                  <a:pt x="1266610" y="89195"/>
                </a:lnTo>
                <a:close/>
                <a:moveTo>
                  <a:pt x="1251880" y="93391"/>
                </a:moveTo>
                <a:lnTo>
                  <a:pt x="1266610" y="89195"/>
                </a:lnTo>
                <a:lnTo>
                  <a:pt x="1258748" y="87751"/>
                </a:lnTo>
                <a:close/>
                <a:moveTo>
                  <a:pt x="1143887" y="137873"/>
                </a:moveTo>
                <a:lnTo>
                  <a:pt x="1150756" y="134058"/>
                </a:lnTo>
                <a:lnTo>
                  <a:pt x="1129157" y="137178"/>
                </a:lnTo>
                <a:close/>
                <a:moveTo>
                  <a:pt x="1157625" y="129708"/>
                </a:moveTo>
                <a:lnTo>
                  <a:pt x="1150756" y="134058"/>
                </a:lnTo>
                <a:lnTo>
                  <a:pt x="1172354" y="128466"/>
                </a:lnTo>
                <a:close/>
                <a:moveTo>
                  <a:pt x="1136026" y="133169"/>
                </a:moveTo>
                <a:lnTo>
                  <a:pt x="1129157" y="137178"/>
                </a:lnTo>
                <a:lnTo>
                  <a:pt x="1150756" y="134058"/>
                </a:lnTo>
                <a:close/>
                <a:moveTo>
                  <a:pt x="1136026" y="133169"/>
                </a:moveTo>
                <a:lnTo>
                  <a:pt x="1121296" y="130088"/>
                </a:lnTo>
                <a:lnTo>
                  <a:pt x="1129157" y="137178"/>
                </a:lnTo>
                <a:close/>
                <a:moveTo>
                  <a:pt x="1114427" y="135333"/>
                </a:moveTo>
                <a:lnTo>
                  <a:pt x="1121296" y="130088"/>
                </a:lnTo>
                <a:lnTo>
                  <a:pt x="1099698" y="134620"/>
                </a:lnTo>
                <a:close/>
                <a:moveTo>
                  <a:pt x="1114427" y="135333"/>
                </a:moveTo>
                <a:lnTo>
                  <a:pt x="1129157" y="137178"/>
                </a:lnTo>
                <a:lnTo>
                  <a:pt x="1121296" y="130088"/>
                </a:lnTo>
                <a:close/>
                <a:moveTo>
                  <a:pt x="503714" y="157387"/>
                </a:moveTo>
                <a:lnTo>
                  <a:pt x="496845" y="163591"/>
                </a:lnTo>
                <a:lnTo>
                  <a:pt x="518444" y="169566"/>
                </a:lnTo>
                <a:close/>
                <a:moveTo>
                  <a:pt x="503714" y="157387"/>
                </a:moveTo>
                <a:lnTo>
                  <a:pt x="488984" y="150549"/>
                </a:lnTo>
                <a:lnTo>
                  <a:pt x="496845" y="163591"/>
                </a:lnTo>
                <a:close/>
                <a:moveTo>
                  <a:pt x="482115" y="158786"/>
                </a:moveTo>
                <a:lnTo>
                  <a:pt x="475247" y="162579"/>
                </a:lnTo>
                <a:lnTo>
                  <a:pt x="496845" y="163591"/>
                </a:lnTo>
                <a:close/>
                <a:moveTo>
                  <a:pt x="482115" y="158786"/>
                </a:moveTo>
                <a:lnTo>
                  <a:pt x="488984" y="150549"/>
                </a:lnTo>
                <a:lnTo>
                  <a:pt x="467385" y="146095"/>
                </a:lnTo>
                <a:close/>
                <a:moveTo>
                  <a:pt x="482115" y="158786"/>
                </a:moveTo>
                <a:lnTo>
                  <a:pt x="496845" y="163591"/>
                </a:lnTo>
                <a:lnTo>
                  <a:pt x="488984" y="150549"/>
                </a:lnTo>
                <a:close/>
                <a:moveTo>
                  <a:pt x="460517" y="155169"/>
                </a:moveTo>
                <a:lnTo>
                  <a:pt x="475247" y="162579"/>
                </a:lnTo>
                <a:lnTo>
                  <a:pt x="467385" y="146095"/>
                </a:lnTo>
                <a:close/>
                <a:moveTo>
                  <a:pt x="211102" y="9915"/>
                </a:moveTo>
                <a:lnTo>
                  <a:pt x="204233" y="15291"/>
                </a:lnTo>
                <a:lnTo>
                  <a:pt x="225831" y="7711"/>
                </a:lnTo>
                <a:close/>
                <a:moveTo>
                  <a:pt x="211102" y="9915"/>
                </a:moveTo>
                <a:lnTo>
                  <a:pt x="196372" y="16837"/>
                </a:lnTo>
                <a:lnTo>
                  <a:pt x="204233" y="15291"/>
                </a:lnTo>
                <a:close/>
                <a:moveTo>
                  <a:pt x="189503" y="22909"/>
                </a:moveTo>
                <a:lnTo>
                  <a:pt x="182634" y="28556"/>
                </a:lnTo>
                <a:lnTo>
                  <a:pt x="204233" y="15291"/>
                </a:lnTo>
                <a:close/>
                <a:moveTo>
                  <a:pt x="189503" y="22909"/>
                </a:moveTo>
                <a:lnTo>
                  <a:pt x="174773" y="29002"/>
                </a:lnTo>
                <a:lnTo>
                  <a:pt x="182634" y="28556"/>
                </a:lnTo>
                <a:close/>
                <a:moveTo>
                  <a:pt x="189503" y="22909"/>
                </a:moveTo>
                <a:lnTo>
                  <a:pt x="204233" y="15291"/>
                </a:lnTo>
                <a:lnTo>
                  <a:pt x="196372" y="16837"/>
                </a:lnTo>
                <a:close/>
                <a:moveTo>
                  <a:pt x="167905" y="36235"/>
                </a:moveTo>
                <a:lnTo>
                  <a:pt x="161036" y="40834"/>
                </a:lnTo>
                <a:lnTo>
                  <a:pt x="182634" y="28556"/>
                </a:lnTo>
                <a:close/>
                <a:moveTo>
                  <a:pt x="167905" y="36235"/>
                </a:moveTo>
                <a:lnTo>
                  <a:pt x="153175" y="42044"/>
                </a:lnTo>
                <a:lnTo>
                  <a:pt x="161036" y="40834"/>
                </a:lnTo>
                <a:close/>
                <a:moveTo>
                  <a:pt x="167905" y="36235"/>
                </a:moveTo>
                <a:lnTo>
                  <a:pt x="174773" y="29002"/>
                </a:lnTo>
                <a:lnTo>
                  <a:pt x="153175" y="42044"/>
                </a:lnTo>
                <a:close/>
                <a:moveTo>
                  <a:pt x="167905" y="36235"/>
                </a:moveTo>
                <a:lnTo>
                  <a:pt x="182634" y="28556"/>
                </a:lnTo>
                <a:lnTo>
                  <a:pt x="174773" y="29002"/>
                </a:lnTo>
                <a:close/>
                <a:moveTo>
                  <a:pt x="146306" y="47652"/>
                </a:moveTo>
                <a:lnTo>
                  <a:pt x="131576" y="49017"/>
                </a:lnTo>
                <a:lnTo>
                  <a:pt x="139437" y="49326"/>
                </a:lnTo>
                <a:close/>
                <a:moveTo>
                  <a:pt x="146306" y="47652"/>
                </a:moveTo>
                <a:lnTo>
                  <a:pt x="153175" y="42044"/>
                </a:lnTo>
                <a:lnTo>
                  <a:pt x="131576" y="49017"/>
                </a:lnTo>
                <a:close/>
                <a:moveTo>
                  <a:pt x="146306" y="47652"/>
                </a:moveTo>
                <a:lnTo>
                  <a:pt x="161036" y="40834"/>
                </a:lnTo>
                <a:lnTo>
                  <a:pt x="153175" y="42044"/>
                </a:lnTo>
                <a:close/>
                <a:moveTo>
                  <a:pt x="36328" y="0"/>
                </a:moveTo>
                <a:lnTo>
                  <a:pt x="21599" y="1334"/>
                </a:lnTo>
                <a:lnTo>
                  <a:pt x="29460" y="5427"/>
                </a:lnTo>
                <a:close/>
                <a:moveTo>
                  <a:pt x="14730" y="2065"/>
                </a:moveTo>
                <a:lnTo>
                  <a:pt x="7861" y="5788"/>
                </a:lnTo>
                <a:lnTo>
                  <a:pt x="29460" y="5427"/>
                </a:lnTo>
                <a:close/>
                <a:moveTo>
                  <a:pt x="14730" y="2065"/>
                </a:moveTo>
                <a:lnTo>
                  <a:pt x="0" y="4967"/>
                </a:lnTo>
                <a:lnTo>
                  <a:pt x="7861" y="5788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59" name="PANEL_01-slope--4-225_853">
            <a:extLst>
              <a:ext uri="{FF2B5EF4-FFF2-40B4-BE49-F238E27FC236}">
                <a16:creationId xmlns:a16="http://schemas.microsoft.com/office/drawing/2014/main" id="{AE4FF129-DECA-48C5-AAEE-1F3369823493}"/>
              </a:ext>
            </a:extLst>
          </p:cNvPr>
          <p:cNvSpPr>
            <a:spLocks/>
          </p:cNvSpPr>
          <p:nvPr/>
        </p:nvSpPr>
        <p:spPr>
          <a:xfrm>
            <a:off x="2072182" y="623040"/>
            <a:ext cx="524737" cy="167561"/>
          </a:xfrm>
          <a:custGeom>
            <a:pathLst>
              <a:path w="355423" h="113495">
                <a:moveTo>
                  <a:pt x="340693" y="6007"/>
                </a:moveTo>
                <a:lnTo>
                  <a:pt x="333824" y="15808"/>
                </a:lnTo>
                <a:lnTo>
                  <a:pt x="355423" y="15426"/>
                </a:lnTo>
                <a:close/>
                <a:moveTo>
                  <a:pt x="340693" y="6007"/>
                </a:moveTo>
                <a:lnTo>
                  <a:pt x="325963" y="3791"/>
                </a:lnTo>
                <a:lnTo>
                  <a:pt x="333824" y="15808"/>
                </a:lnTo>
                <a:close/>
                <a:moveTo>
                  <a:pt x="340693" y="6007"/>
                </a:moveTo>
                <a:lnTo>
                  <a:pt x="347561" y="0"/>
                </a:lnTo>
                <a:lnTo>
                  <a:pt x="325963" y="3791"/>
                </a:lnTo>
                <a:close/>
                <a:moveTo>
                  <a:pt x="319094" y="9686"/>
                </a:moveTo>
                <a:lnTo>
                  <a:pt x="325963" y="3791"/>
                </a:lnTo>
                <a:lnTo>
                  <a:pt x="304364" y="12054"/>
                </a:lnTo>
                <a:close/>
                <a:moveTo>
                  <a:pt x="319094" y="9686"/>
                </a:moveTo>
                <a:lnTo>
                  <a:pt x="333824" y="15808"/>
                </a:lnTo>
                <a:lnTo>
                  <a:pt x="325963" y="3791"/>
                </a:lnTo>
                <a:close/>
                <a:moveTo>
                  <a:pt x="297496" y="18482"/>
                </a:moveTo>
                <a:lnTo>
                  <a:pt x="304364" y="12054"/>
                </a:lnTo>
                <a:lnTo>
                  <a:pt x="282766" y="22127"/>
                </a:lnTo>
                <a:close/>
                <a:moveTo>
                  <a:pt x="311233" y="4303"/>
                </a:moveTo>
                <a:lnTo>
                  <a:pt x="304364" y="12054"/>
                </a:lnTo>
                <a:lnTo>
                  <a:pt x="325963" y="3791"/>
                </a:lnTo>
                <a:close/>
                <a:moveTo>
                  <a:pt x="289634" y="15746"/>
                </a:moveTo>
                <a:lnTo>
                  <a:pt x="282766" y="22127"/>
                </a:lnTo>
                <a:lnTo>
                  <a:pt x="304364" y="12054"/>
                </a:lnTo>
                <a:close/>
                <a:moveTo>
                  <a:pt x="268036" y="26323"/>
                </a:moveTo>
                <a:lnTo>
                  <a:pt x="261167" y="33212"/>
                </a:lnTo>
                <a:lnTo>
                  <a:pt x="282766" y="22127"/>
                </a:lnTo>
                <a:close/>
                <a:moveTo>
                  <a:pt x="268036" y="26323"/>
                </a:moveTo>
                <a:lnTo>
                  <a:pt x="253306" y="30788"/>
                </a:lnTo>
                <a:lnTo>
                  <a:pt x="261167" y="33212"/>
                </a:lnTo>
                <a:close/>
                <a:moveTo>
                  <a:pt x="246437" y="37291"/>
                </a:moveTo>
                <a:lnTo>
                  <a:pt x="239569" y="45767"/>
                </a:lnTo>
                <a:lnTo>
                  <a:pt x="261167" y="33212"/>
                </a:lnTo>
                <a:close/>
                <a:moveTo>
                  <a:pt x="246437" y="37291"/>
                </a:moveTo>
                <a:lnTo>
                  <a:pt x="231708" y="40606"/>
                </a:lnTo>
                <a:lnTo>
                  <a:pt x="239569" y="45767"/>
                </a:lnTo>
                <a:close/>
                <a:moveTo>
                  <a:pt x="246437" y="37291"/>
                </a:moveTo>
                <a:lnTo>
                  <a:pt x="261167" y="33212"/>
                </a:lnTo>
                <a:lnTo>
                  <a:pt x="253306" y="30788"/>
                </a:lnTo>
                <a:close/>
                <a:moveTo>
                  <a:pt x="224839" y="48687"/>
                </a:moveTo>
                <a:lnTo>
                  <a:pt x="217970" y="58265"/>
                </a:lnTo>
                <a:lnTo>
                  <a:pt x="239569" y="45767"/>
                </a:lnTo>
                <a:close/>
                <a:moveTo>
                  <a:pt x="224839" y="48687"/>
                </a:moveTo>
                <a:lnTo>
                  <a:pt x="210109" y="51511"/>
                </a:lnTo>
                <a:lnTo>
                  <a:pt x="217970" y="58265"/>
                </a:lnTo>
                <a:close/>
                <a:moveTo>
                  <a:pt x="224839" y="48687"/>
                </a:moveTo>
                <a:lnTo>
                  <a:pt x="231708" y="40606"/>
                </a:lnTo>
                <a:lnTo>
                  <a:pt x="210109" y="51511"/>
                </a:lnTo>
                <a:close/>
                <a:moveTo>
                  <a:pt x="224839" y="48687"/>
                </a:moveTo>
                <a:lnTo>
                  <a:pt x="239569" y="45767"/>
                </a:lnTo>
                <a:lnTo>
                  <a:pt x="231708" y="40606"/>
                </a:lnTo>
                <a:close/>
                <a:moveTo>
                  <a:pt x="203240" y="60845"/>
                </a:moveTo>
                <a:lnTo>
                  <a:pt x="188511" y="61398"/>
                </a:lnTo>
                <a:lnTo>
                  <a:pt x="196372" y="68146"/>
                </a:lnTo>
                <a:close/>
                <a:moveTo>
                  <a:pt x="203240" y="60845"/>
                </a:moveTo>
                <a:lnTo>
                  <a:pt x="210109" y="51511"/>
                </a:lnTo>
                <a:lnTo>
                  <a:pt x="188511" y="61398"/>
                </a:lnTo>
                <a:close/>
                <a:moveTo>
                  <a:pt x="203240" y="60845"/>
                </a:moveTo>
                <a:lnTo>
                  <a:pt x="217970" y="58265"/>
                </a:lnTo>
                <a:lnTo>
                  <a:pt x="210109" y="51511"/>
                </a:lnTo>
                <a:close/>
                <a:moveTo>
                  <a:pt x="181642" y="68415"/>
                </a:moveTo>
                <a:lnTo>
                  <a:pt x="188511" y="61398"/>
                </a:lnTo>
                <a:lnTo>
                  <a:pt x="166912" y="66990"/>
                </a:lnTo>
                <a:close/>
                <a:moveTo>
                  <a:pt x="181642" y="68415"/>
                </a:moveTo>
                <a:lnTo>
                  <a:pt x="196372" y="68146"/>
                </a:lnTo>
                <a:lnTo>
                  <a:pt x="188511" y="61398"/>
                </a:lnTo>
                <a:close/>
                <a:moveTo>
                  <a:pt x="130584" y="68265"/>
                </a:moveTo>
                <a:lnTo>
                  <a:pt x="123715" y="76005"/>
                </a:lnTo>
                <a:lnTo>
                  <a:pt x="145314" y="70110"/>
                </a:lnTo>
                <a:close/>
                <a:moveTo>
                  <a:pt x="130584" y="68265"/>
                </a:moveTo>
                <a:lnTo>
                  <a:pt x="115854" y="67552"/>
                </a:lnTo>
                <a:lnTo>
                  <a:pt x="123715" y="76005"/>
                </a:lnTo>
                <a:close/>
                <a:moveTo>
                  <a:pt x="108985" y="76881"/>
                </a:moveTo>
                <a:lnTo>
                  <a:pt x="94255" y="74666"/>
                </a:lnTo>
                <a:lnTo>
                  <a:pt x="102116" y="84564"/>
                </a:lnTo>
                <a:close/>
                <a:moveTo>
                  <a:pt x="108985" y="76881"/>
                </a:moveTo>
                <a:lnTo>
                  <a:pt x="115854" y="67552"/>
                </a:lnTo>
                <a:lnTo>
                  <a:pt x="94255" y="74666"/>
                </a:lnTo>
                <a:close/>
                <a:moveTo>
                  <a:pt x="108985" y="76881"/>
                </a:moveTo>
                <a:lnTo>
                  <a:pt x="123715" y="76005"/>
                </a:lnTo>
                <a:lnTo>
                  <a:pt x="115854" y="67552"/>
                </a:lnTo>
                <a:close/>
                <a:moveTo>
                  <a:pt x="87387" y="83802"/>
                </a:moveTo>
                <a:lnTo>
                  <a:pt x="94255" y="74666"/>
                </a:lnTo>
                <a:lnTo>
                  <a:pt x="72657" y="81151"/>
                </a:lnTo>
                <a:close/>
                <a:moveTo>
                  <a:pt x="87387" y="83802"/>
                </a:moveTo>
                <a:lnTo>
                  <a:pt x="102116" y="84564"/>
                </a:lnTo>
                <a:lnTo>
                  <a:pt x="94255" y="74666"/>
                </a:lnTo>
                <a:close/>
                <a:moveTo>
                  <a:pt x="65788" y="89675"/>
                </a:moveTo>
                <a:lnTo>
                  <a:pt x="72657" y="81151"/>
                </a:lnTo>
                <a:lnTo>
                  <a:pt x="51058" y="90034"/>
                </a:lnTo>
                <a:close/>
                <a:moveTo>
                  <a:pt x="101124" y="65746"/>
                </a:moveTo>
                <a:lnTo>
                  <a:pt x="94255" y="74666"/>
                </a:lnTo>
                <a:lnTo>
                  <a:pt x="115854" y="67552"/>
                </a:lnTo>
                <a:close/>
                <a:moveTo>
                  <a:pt x="79525" y="72234"/>
                </a:moveTo>
                <a:lnTo>
                  <a:pt x="72657" y="81151"/>
                </a:lnTo>
                <a:lnTo>
                  <a:pt x="94255" y="74666"/>
                </a:lnTo>
                <a:close/>
                <a:moveTo>
                  <a:pt x="79525" y="72234"/>
                </a:moveTo>
                <a:lnTo>
                  <a:pt x="64796" y="70744"/>
                </a:lnTo>
                <a:lnTo>
                  <a:pt x="72657" y="81151"/>
                </a:lnTo>
                <a:close/>
                <a:moveTo>
                  <a:pt x="57927" y="78894"/>
                </a:moveTo>
                <a:lnTo>
                  <a:pt x="51058" y="90034"/>
                </a:lnTo>
                <a:lnTo>
                  <a:pt x="72657" y="81151"/>
                </a:lnTo>
                <a:close/>
                <a:moveTo>
                  <a:pt x="57927" y="78894"/>
                </a:moveTo>
                <a:lnTo>
                  <a:pt x="43197" y="80401"/>
                </a:lnTo>
                <a:lnTo>
                  <a:pt x="51058" y="90034"/>
                </a:lnTo>
                <a:close/>
                <a:moveTo>
                  <a:pt x="57927" y="78894"/>
                </a:moveTo>
                <a:lnTo>
                  <a:pt x="72657" y="81151"/>
                </a:lnTo>
                <a:lnTo>
                  <a:pt x="64796" y="70744"/>
                </a:lnTo>
                <a:close/>
                <a:moveTo>
                  <a:pt x="36328" y="93439"/>
                </a:moveTo>
                <a:lnTo>
                  <a:pt x="29460" y="102425"/>
                </a:lnTo>
                <a:lnTo>
                  <a:pt x="51058" y="90034"/>
                </a:lnTo>
                <a:close/>
                <a:moveTo>
                  <a:pt x="36328" y="93439"/>
                </a:moveTo>
                <a:lnTo>
                  <a:pt x="21599" y="94461"/>
                </a:lnTo>
                <a:lnTo>
                  <a:pt x="29460" y="102425"/>
                </a:lnTo>
                <a:close/>
                <a:moveTo>
                  <a:pt x="36328" y="93439"/>
                </a:moveTo>
                <a:lnTo>
                  <a:pt x="51058" y="90034"/>
                </a:lnTo>
                <a:lnTo>
                  <a:pt x="43197" y="80401"/>
                </a:lnTo>
                <a:close/>
                <a:moveTo>
                  <a:pt x="14730" y="106580"/>
                </a:moveTo>
                <a:lnTo>
                  <a:pt x="7861" y="113495"/>
                </a:lnTo>
                <a:lnTo>
                  <a:pt x="29460" y="102425"/>
                </a:lnTo>
                <a:close/>
                <a:moveTo>
                  <a:pt x="14730" y="106580"/>
                </a:moveTo>
                <a:lnTo>
                  <a:pt x="0" y="103355"/>
                </a:lnTo>
                <a:lnTo>
                  <a:pt x="7861" y="113495"/>
                </a:lnTo>
                <a:close/>
                <a:moveTo>
                  <a:pt x="14730" y="106580"/>
                </a:moveTo>
                <a:lnTo>
                  <a:pt x="21599" y="94461"/>
                </a:lnTo>
                <a:lnTo>
                  <a:pt x="0" y="103355"/>
                </a:lnTo>
                <a:close/>
                <a:moveTo>
                  <a:pt x="14730" y="106580"/>
                </a:moveTo>
                <a:lnTo>
                  <a:pt x="29460" y="102425"/>
                </a:lnTo>
                <a:lnTo>
                  <a:pt x="21599" y="94461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560" name="PANEL_01-slope--4-230_854">
            <a:extLst>
              <a:ext uri="{FF2B5EF4-FFF2-40B4-BE49-F238E27FC236}">
                <a16:creationId xmlns:a16="http://schemas.microsoft.com/office/drawing/2014/main" id="{71F33CDE-5F30-4110-BC76-1C3090388ADA}"/>
              </a:ext>
            </a:extLst>
          </p:cNvPr>
          <p:cNvSpPr>
            <a:spLocks/>
          </p:cNvSpPr>
          <p:nvPr/>
        </p:nvSpPr>
        <p:spPr>
          <a:xfrm>
            <a:off x="2104070" y="741742"/>
            <a:ext cx="31888" cy="20759"/>
          </a:xfrm>
          <a:custGeom>
            <a:pathLst>
              <a:path w="21599" h="14060">
                <a:moveTo>
                  <a:pt x="14730" y="13038"/>
                </a:moveTo>
                <a:lnTo>
                  <a:pt x="21599" y="0"/>
                </a:lnTo>
                <a:lnTo>
                  <a:pt x="0" y="14060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561" name="PANEL_01-water--4-230_855">
            <a:extLst>
              <a:ext uri="{FF2B5EF4-FFF2-40B4-BE49-F238E27FC236}">
                <a16:creationId xmlns:a16="http://schemas.microsoft.com/office/drawing/2014/main" id="{B7A250AA-5A0F-42E5-B367-2CF988E1B2D3}"/>
              </a:ext>
            </a:extLst>
          </p:cNvPr>
          <p:cNvSpPr>
            <a:spLocks/>
          </p:cNvSpPr>
          <p:nvPr/>
        </p:nvSpPr>
        <p:spPr>
          <a:xfrm>
            <a:off x="1385078" y="764789"/>
            <a:ext cx="698712" cy="29940"/>
          </a:xfrm>
          <a:custGeom>
            <a:pathLst>
              <a:path w="473261" h="20280">
                <a:moveTo>
                  <a:pt x="458532" y="14259"/>
                </a:moveTo>
                <a:lnTo>
                  <a:pt x="465400" y="7344"/>
                </a:lnTo>
                <a:lnTo>
                  <a:pt x="443802" y="11035"/>
                </a:lnTo>
                <a:close/>
                <a:moveTo>
                  <a:pt x="458532" y="14259"/>
                </a:moveTo>
                <a:lnTo>
                  <a:pt x="473261" y="17484"/>
                </a:lnTo>
                <a:lnTo>
                  <a:pt x="465400" y="7344"/>
                </a:lnTo>
                <a:close/>
                <a:moveTo>
                  <a:pt x="436933" y="17950"/>
                </a:moveTo>
                <a:lnTo>
                  <a:pt x="443802" y="11035"/>
                </a:lnTo>
                <a:lnTo>
                  <a:pt x="422203" y="14725"/>
                </a:lnTo>
                <a:close/>
                <a:moveTo>
                  <a:pt x="450670" y="4119"/>
                </a:moveTo>
                <a:lnTo>
                  <a:pt x="443802" y="11035"/>
                </a:lnTo>
                <a:lnTo>
                  <a:pt x="465400" y="7344"/>
                </a:lnTo>
                <a:close/>
                <a:moveTo>
                  <a:pt x="429072" y="7810"/>
                </a:moveTo>
                <a:lnTo>
                  <a:pt x="422203" y="14725"/>
                </a:lnTo>
                <a:lnTo>
                  <a:pt x="443802" y="11035"/>
                </a:lnTo>
                <a:close/>
                <a:moveTo>
                  <a:pt x="429072" y="7810"/>
                </a:moveTo>
                <a:lnTo>
                  <a:pt x="414342" y="4585"/>
                </a:lnTo>
                <a:lnTo>
                  <a:pt x="422203" y="14725"/>
                </a:lnTo>
                <a:close/>
                <a:moveTo>
                  <a:pt x="429072" y="7810"/>
                </a:moveTo>
                <a:lnTo>
                  <a:pt x="443802" y="11035"/>
                </a:lnTo>
                <a:lnTo>
                  <a:pt x="435941" y="895"/>
                </a:lnTo>
                <a:close/>
                <a:moveTo>
                  <a:pt x="407473" y="11501"/>
                </a:moveTo>
                <a:lnTo>
                  <a:pt x="400605" y="18416"/>
                </a:lnTo>
                <a:lnTo>
                  <a:pt x="422203" y="14725"/>
                </a:lnTo>
                <a:close/>
                <a:moveTo>
                  <a:pt x="407473" y="11501"/>
                </a:moveTo>
                <a:lnTo>
                  <a:pt x="392743" y="8276"/>
                </a:lnTo>
                <a:lnTo>
                  <a:pt x="400605" y="18416"/>
                </a:lnTo>
                <a:close/>
                <a:moveTo>
                  <a:pt x="407473" y="11501"/>
                </a:moveTo>
                <a:lnTo>
                  <a:pt x="414342" y="4585"/>
                </a:lnTo>
                <a:lnTo>
                  <a:pt x="392743" y="8276"/>
                </a:lnTo>
                <a:close/>
                <a:moveTo>
                  <a:pt x="407473" y="11501"/>
                </a:moveTo>
                <a:lnTo>
                  <a:pt x="422203" y="14725"/>
                </a:lnTo>
                <a:lnTo>
                  <a:pt x="414342" y="4585"/>
                </a:lnTo>
                <a:close/>
                <a:moveTo>
                  <a:pt x="385875" y="15191"/>
                </a:moveTo>
                <a:lnTo>
                  <a:pt x="392743" y="8276"/>
                </a:lnTo>
                <a:lnTo>
                  <a:pt x="371145" y="11967"/>
                </a:lnTo>
                <a:close/>
                <a:moveTo>
                  <a:pt x="385875" y="15191"/>
                </a:moveTo>
                <a:lnTo>
                  <a:pt x="400605" y="18416"/>
                </a:lnTo>
                <a:lnTo>
                  <a:pt x="392743" y="8276"/>
                </a:lnTo>
                <a:close/>
                <a:moveTo>
                  <a:pt x="378014" y="5051"/>
                </a:moveTo>
                <a:lnTo>
                  <a:pt x="371145" y="11967"/>
                </a:lnTo>
                <a:lnTo>
                  <a:pt x="392743" y="8276"/>
                </a:lnTo>
                <a:close/>
                <a:moveTo>
                  <a:pt x="378014" y="5051"/>
                </a:moveTo>
                <a:lnTo>
                  <a:pt x="363284" y="1827"/>
                </a:lnTo>
                <a:lnTo>
                  <a:pt x="371145" y="11967"/>
                </a:lnTo>
                <a:close/>
                <a:moveTo>
                  <a:pt x="356415" y="8742"/>
                </a:moveTo>
                <a:lnTo>
                  <a:pt x="349546" y="15657"/>
                </a:lnTo>
                <a:lnTo>
                  <a:pt x="371145" y="11967"/>
                </a:lnTo>
                <a:close/>
                <a:moveTo>
                  <a:pt x="356415" y="8742"/>
                </a:moveTo>
                <a:lnTo>
                  <a:pt x="341685" y="5517"/>
                </a:lnTo>
                <a:lnTo>
                  <a:pt x="349546" y="15657"/>
                </a:lnTo>
                <a:close/>
                <a:moveTo>
                  <a:pt x="356415" y="8742"/>
                </a:moveTo>
                <a:lnTo>
                  <a:pt x="371145" y="11967"/>
                </a:lnTo>
                <a:lnTo>
                  <a:pt x="363284" y="1827"/>
                </a:lnTo>
                <a:close/>
                <a:moveTo>
                  <a:pt x="334817" y="12433"/>
                </a:moveTo>
                <a:lnTo>
                  <a:pt x="320087" y="9208"/>
                </a:lnTo>
                <a:lnTo>
                  <a:pt x="327948" y="19348"/>
                </a:lnTo>
                <a:close/>
                <a:moveTo>
                  <a:pt x="334817" y="12433"/>
                </a:moveTo>
                <a:lnTo>
                  <a:pt x="341685" y="5517"/>
                </a:lnTo>
                <a:lnTo>
                  <a:pt x="320087" y="9208"/>
                </a:lnTo>
                <a:close/>
                <a:moveTo>
                  <a:pt x="334817" y="12433"/>
                </a:moveTo>
                <a:lnTo>
                  <a:pt x="349546" y="15657"/>
                </a:lnTo>
                <a:lnTo>
                  <a:pt x="341685" y="5517"/>
                </a:lnTo>
                <a:close/>
                <a:moveTo>
                  <a:pt x="313218" y="16123"/>
                </a:moveTo>
                <a:lnTo>
                  <a:pt x="320087" y="9208"/>
                </a:lnTo>
                <a:lnTo>
                  <a:pt x="298488" y="12899"/>
                </a:lnTo>
                <a:close/>
                <a:moveTo>
                  <a:pt x="313218" y="16123"/>
                </a:moveTo>
                <a:lnTo>
                  <a:pt x="327948" y="19348"/>
                </a:lnTo>
                <a:lnTo>
                  <a:pt x="320087" y="9208"/>
                </a:lnTo>
                <a:close/>
                <a:moveTo>
                  <a:pt x="326955" y="2293"/>
                </a:moveTo>
                <a:lnTo>
                  <a:pt x="320087" y="9208"/>
                </a:lnTo>
                <a:lnTo>
                  <a:pt x="341685" y="5517"/>
                </a:lnTo>
                <a:close/>
                <a:moveTo>
                  <a:pt x="305357" y="5983"/>
                </a:moveTo>
                <a:lnTo>
                  <a:pt x="298488" y="12899"/>
                </a:lnTo>
                <a:lnTo>
                  <a:pt x="320087" y="9208"/>
                </a:lnTo>
                <a:close/>
                <a:moveTo>
                  <a:pt x="305357" y="5983"/>
                </a:moveTo>
                <a:lnTo>
                  <a:pt x="290627" y="2759"/>
                </a:lnTo>
                <a:lnTo>
                  <a:pt x="298488" y="12899"/>
                </a:lnTo>
                <a:close/>
                <a:moveTo>
                  <a:pt x="283758" y="9674"/>
                </a:moveTo>
                <a:lnTo>
                  <a:pt x="276890" y="16589"/>
                </a:lnTo>
                <a:lnTo>
                  <a:pt x="298488" y="12899"/>
                </a:lnTo>
                <a:close/>
                <a:moveTo>
                  <a:pt x="283758" y="9674"/>
                </a:moveTo>
                <a:lnTo>
                  <a:pt x="269028" y="6449"/>
                </a:lnTo>
                <a:lnTo>
                  <a:pt x="276890" y="16589"/>
                </a:lnTo>
                <a:close/>
                <a:moveTo>
                  <a:pt x="283758" y="9674"/>
                </a:moveTo>
                <a:lnTo>
                  <a:pt x="290627" y="2759"/>
                </a:lnTo>
                <a:lnTo>
                  <a:pt x="269028" y="6449"/>
                </a:lnTo>
                <a:close/>
                <a:moveTo>
                  <a:pt x="283758" y="9674"/>
                </a:moveTo>
                <a:lnTo>
                  <a:pt x="298488" y="12899"/>
                </a:lnTo>
                <a:lnTo>
                  <a:pt x="290627" y="2759"/>
                </a:lnTo>
                <a:close/>
                <a:moveTo>
                  <a:pt x="262160" y="13365"/>
                </a:moveTo>
                <a:lnTo>
                  <a:pt x="247430" y="10140"/>
                </a:lnTo>
                <a:lnTo>
                  <a:pt x="255291" y="20280"/>
                </a:lnTo>
                <a:close/>
                <a:moveTo>
                  <a:pt x="262160" y="13365"/>
                </a:moveTo>
                <a:lnTo>
                  <a:pt x="269028" y="6449"/>
                </a:lnTo>
                <a:lnTo>
                  <a:pt x="247430" y="10140"/>
                </a:lnTo>
                <a:close/>
                <a:moveTo>
                  <a:pt x="262160" y="13365"/>
                </a:moveTo>
                <a:lnTo>
                  <a:pt x="276890" y="16589"/>
                </a:lnTo>
                <a:lnTo>
                  <a:pt x="269028" y="6449"/>
                </a:lnTo>
                <a:close/>
                <a:moveTo>
                  <a:pt x="240561" y="17055"/>
                </a:moveTo>
                <a:lnTo>
                  <a:pt x="247430" y="10140"/>
                </a:lnTo>
                <a:lnTo>
                  <a:pt x="225831" y="13831"/>
                </a:lnTo>
                <a:close/>
                <a:moveTo>
                  <a:pt x="254299" y="3225"/>
                </a:moveTo>
                <a:lnTo>
                  <a:pt x="247430" y="10140"/>
                </a:lnTo>
                <a:lnTo>
                  <a:pt x="269028" y="6449"/>
                </a:lnTo>
                <a:close/>
                <a:moveTo>
                  <a:pt x="232700" y="6915"/>
                </a:moveTo>
                <a:lnTo>
                  <a:pt x="225831" y="13831"/>
                </a:lnTo>
                <a:lnTo>
                  <a:pt x="247430" y="10140"/>
                </a:lnTo>
                <a:close/>
                <a:moveTo>
                  <a:pt x="232700" y="6915"/>
                </a:moveTo>
                <a:lnTo>
                  <a:pt x="217970" y="3691"/>
                </a:lnTo>
                <a:lnTo>
                  <a:pt x="225831" y="13831"/>
                </a:lnTo>
                <a:close/>
                <a:moveTo>
                  <a:pt x="232700" y="6915"/>
                </a:moveTo>
                <a:lnTo>
                  <a:pt x="247430" y="10140"/>
                </a:lnTo>
                <a:lnTo>
                  <a:pt x="239569" y="0"/>
                </a:lnTo>
                <a:close/>
                <a:moveTo>
                  <a:pt x="211102" y="10606"/>
                </a:moveTo>
                <a:lnTo>
                  <a:pt x="204233" y="17521"/>
                </a:lnTo>
                <a:lnTo>
                  <a:pt x="225831" y="13831"/>
                </a:lnTo>
                <a:close/>
                <a:moveTo>
                  <a:pt x="211102" y="10606"/>
                </a:moveTo>
                <a:lnTo>
                  <a:pt x="196372" y="7381"/>
                </a:lnTo>
                <a:lnTo>
                  <a:pt x="204233" y="17521"/>
                </a:lnTo>
                <a:close/>
                <a:moveTo>
                  <a:pt x="211102" y="10606"/>
                </a:moveTo>
                <a:lnTo>
                  <a:pt x="217970" y="3691"/>
                </a:lnTo>
                <a:lnTo>
                  <a:pt x="196372" y="7381"/>
                </a:lnTo>
                <a:close/>
                <a:moveTo>
                  <a:pt x="211102" y="10606"/>
                </a:moveTo>
                <a:lnTo>
                  <a:pt x="225831" y="13831"/>
                </a:lnTo>
                <a:lnTo>
                  <a:pt x="217970" y="3691"/>
                </a:lnTo>
                <a:close/>
                <a:moveTo>
                  <a:pt x="189503" y="14296"/>
                </a:moveTo>
                <a:lnTo>
                  <a:pt x="196372" y="7381"/>
                </a:lnTo>
                <a:lnTo>
                  <a:pt x="174773" y="11072"/>
                </a:lnTo>
                <a:close/>
                <a:moveTo>
                  <a:pt x="189503" y="14296"/>
                </a:moveTo>
                <a:lnTo>
                  <a:pt x="204233" y="17521"/>
                </a:lnTo>
                <a:lnTo>
                  <a:pt x="196372" y="7381"/>
                </a:lnTo>
                <a:close/>
                <a:moveTo>
                  <a:pt x="167905" y="17987"/>
                </a:moveTo>
                <a:lnTo>
                  <a:pt x="174773" y="11072"/>
                </a:lnTo>
                <a:lnTo>
                  <a:pt x="153175" y="14762"/>
                </a:lnTo>
                <a:close/>
                <a:moveTo>
                  <a:pt x="181642" y="4157"/>
                </a:moveTo>
                <a:lnTo>
                  <a:pt x="174773" y="11072"/>
                </a:lnTo>
                <a:lnTo>
                  <a:pt x="196372" y="7381"/>
                </a:lnTo>
                <a:close/>
                <a:moveTo>
                  <a:pt x="160043" y="7847"/>
                </a:moveTo>
                <a:lnTo>
                  <a:pt x="153175" y="14762"/>
                </a:lnTo>
                <a:lnTo>
                  <a:pt x="174773" y="11072"/>
                </a:lnTo>
                <a:close/>
                <a:moveTo>
                  <a:pt x="160043" y="7847"/>
                </a:moveTo>
                <a:lnTo>
                  <a:pt x="145314" y="4623"/>
                </a:lnTo>
                <a:lnTo>
                  <a:pt x="153175" y="14762"/>
                </a:lnTo>
                <a:close/>
                <a:moveTo>
                  <a:pt x="160043" y="7847"/>
                </a:moveTo>
                <a:lnTo>
                  <a:pt x="174773" y="11072"/>
                </a:lnTo>
                <a:lnTo>
                  <a:pt x="166912" y="932"/>
                </a:lnTo>
                <a:close/>
                <a:moveTo>
                  <a:pt x="138445" y="11538"/>
                </a:moveTo>
                <a:lnTo>
                  <a:pt x="131576" y="18453"/>
                </a:lnTo>
                <a:lnTo>
                  <a:pt x="153175" y="14762"/>
                </a:lnTo>
                <a:close/>
                <a:moveTo>
                  <a:pt x="138445" y="11538"/>
                </a:moveTo>
                <a:lnTo>
                  <a:pt x="123715" y="8313"/>
                </a:lnTo>
                <a:lnTo>
                  <a:pt x="131576" y="18453"/>
                </a:lnTo>
                <a:close/>
                <a:moveTo>
                  <a:pt x="138445" y="11538"/>
                </a:moveTo>
                <a:lnTo>
                  <a:pt x="145314" y="4623"/>
                </a:lnTo>
                <a:lnTo>
                  <a:pt x="123715" y="8313"/>
                </a:lnTo>
                <a:close/>
                <a:moveTo>
                  <a:pt x="138445" y="11538"/>
                </a:moveTo>
                <a:lnTo>
                  <a:pt x="153175" y="14762"/>
                </a:lnTo>
                <a:lnTo>
                  <a:pt x="145314" y="4623"/>
                </a:lnTo>
                <a:close/>
                <a:moveTo>
                  <a:pt x="116846" y="15228"/>
                </a:moveTo>
                <a:lnTo>
                  <a:pt x="123715" y="8313"/>
                </a:lnTo>
                <a:lnTo>
                  <a:pt x="102116" y="12004"/>
                </a:lnTo>
                <a:close/>
                <a:moveTo>
                  <a:pt x="116846" y="15228"/>
                </a:moveTo>
                <a:lnTo>
                  <a:pt x="131576" y="18453"/>
                </a:lnTo>
                <a:lnTo>
                  <a:pt x="123715" y="8313"/>
                </a:lnTo>
                <a:close/>
                <a:moveTo>
                  <a:pt x="108985" y="5089"/>
                </a:moveTo>
                <a:lnTo>
                  <a:pt x="102116" y="12004"/>
                </a:lnTo>
                <a:lnTo>
                  <a:pt x="123715" y="8313"/>
                </a:lnTo>
                <a:close/>
                <a:moveTo>
                  <a:pt x="108985" y="5089"/>
                </a:moveTo>
                <a:lnTo>
                  <a:pt x="94255" y="1864"/>
                </a:lnTo>
                <a:lnTo>
                  <a:pt x="102116" y="12004"/>
                </a:lnTo>
                <a:close/>
                <a:moveTo>
                  <a:pt x="87387" y="8779"/>
                </a:moveTo>
                <a:lnTo>
                  <a:pt x="80518" y="15694"/>
                </a:lnTo>
                <a:lnTo>
                  <a:pt x="102116" y="12004"/>
                </a:lnTo>
                <a:close/>
                <a:moveTo>
                  <a:pt x="87387" y="8779"/>
                </a:moveTo>
                <a:lnTo>
                  <a:pt x="72657" y="5555"/>
                </a:lnTo>
                <a:lnTo>
                  <a:pt x="80518" y="15694"/>
                </a:lnTo>
                <a:close/>
                <a:moveTo>
                  <a:pt x="87387" y="8779"/>
                </a:moveTo>
                <a:lnTo>
                  <a:pt x="102116" y="12004"/>
                </a:lnTo>
                <a:lnTo>
                  <a:pt x="94255" y="1864"/>
                </a:lnTo>
                <a:close/>
                <a:moveTo>
                  <a:pt x="65788" y="12470"/>
                </a:moveTo>
                <a:lnTo>
                  <a:pt x="51058" y="9245"/>
                </a:lnTo>
                <a:lnTo>
                  <a:pt x="58919" y="19385"/>
                </a:lnTo>
                <a:close/>
                <a:moveTo>
                  <a:pt x="65788" y="12470"/>
                </a:moveTo>
                <a:lnTo>
                  <a:pt x="72657" y="5555"/>
                </a:lnTo>
                <a:lnTo>
                  <a:pt x="51058" y="9245"/>
                </a:lnTo>
                <a:close/>
                <a:moveTo>
                  <a:pt x="65788" y="12470"/>
                </a:moveTo>
                <a:lnTo>
                  <a:pt x="80518" y="15694"/>
                </a:lnTo>
                <a:lnTo>
                  <a:pt x="72657" y="5555"/>
                </a:lnTo>
                <a:close/>
                <a:moveTo>
                  <a:pt x="44190" y="16160"/>
                </a:moveTo>
                <a:lnTo>
                  <a:pt x="51058" y="9245"/>
                </a:lnTo>
                <a:lnTo>
                  <a:pt x="29460" y="12936"/>
                </a:lnTo>
                <a:close/>
                <a:moveTo>
                  <a:pt x="44190" y="16160"/>
                </a:moveTo>
                <a:lnTo>
                  <a:pt x="58919" y="19385"/>
                </a:lnTo>
                <a:lnTo>
                  <a:pt x="51058" y="9245"/>
                </a:lnTo>
                <a:close/>
                <a:moveTo>
                  <a:pt x="57927" y="2330"/>
                </a:moveTo>
                <a:lnTo>
                  <a:pt x="51058" y="9245"/>
                </a:lnTo>
                <a:lnTo>
                  <a:pt x="72657" y="5555"/>
                </a:lnTo>
                <a:close/>
                <a:moveTo>
                  <a:pt x="36328" y="6021"/>
                </a:moveTo>
                <a:lnTo>
                  <a:pt x="29460" y="12936"/>
                </a:lnTo>
                <a:lnTo>
                  <a:pt x="51058" y="9245"/>
                </a:lnTo>
                <a:close/>
                <a:moveTo>
                  <a:pt x="36328" y="6021"/>
                </a:moveTo>
                <a:lnTo>
                  <a:pt x="21599" y="2796"/>
                </a:lnTo>
                <a:lnTo>
                  <a:pt x="29460" y="12936"/>
                </a:lnTo>
                <a:close/>
                <a:moveTo>
                  <a:pt x="14730" y="9711"/>
                </a:moveTo>
                <a:lnTo>
                  <a:pt x="7861" y="16626"/>
                </a:lnTo>
                <a:lnTo>
                  <a:pt x="29460" y="12936"/>
                </a:lnTo>
                <a:close/>
                <a:moveTo>
                  <a:pt x="14730" y="9711"/>
                </a:moveTo>
                <a:lnTo>
                  <a:pt x="0" y="6487"/>
                </a:lnTo>
                <a:lnTo>
                  <a:pt x="7861" y="16626"/>
                </a:lnTo>
                <a:close/>
                <a:moveTo>
                  <a:pt x="14730" y="9711"/>
                </a:moveTo>
                <a:lnTo>
                  <a:pt x="21599" y="2796"/>
                </a:lnTo>
                <a:lnTo>
                  <a:pt x="0" y="6487"/>
                </a:lnTo>
                <a:close/>
                <a:moveTo>
                  <a:pt x="14730" y="9711"/>
                </a:moveTo>
                <a:lnTo>
                  <a:pt x="29460" y="12936"/>
                </a:lnTo>
                <a:lnTo>
                  <a:pt x="21599" y="2796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562" name="PANEL_01-slope--3-210_856">
            <a:extLst>
              <a:ext uri="{FF2B5EF4-FFF2-40B4-BE49-F238E27FC236}">
                <a16:creationId xmlns:a16="http://schemas.microsoft.com/office/drawing/2014/main" id="{016105ED-4333-411B-912D-CE072DFE3EEE}"/>
              </a:ext>
            </a:extLst>
          </p:cNvPr>
          <p:cNvSpPr>
            <a:spLocks/>
          </p:cNvSpPr>
          <p:nvPr/>
        </p:nvSpPr>
        <p:spPr>
          <a:xfrm>
            <a:off x="696506" y="557250"/>
            <a:ext cx="418934" cy="44925"/>
          </a:xfrm>
          <a:custGeom>
            <a:pathLst>
              <a:path w="283758" h="30429">
                <a:moveTo>
                  <a:pt x="269028" y="15757"/>
                </a:moveTo>
                <a:lnTo>
                  <a:pt x="275897" y="19828"/>
                </a:lnTo>
                <a:lnTo>
                  <a:pt x="254299" y="10182"/>
                </a:lnTo>
                <a:close/>
                <a:moveTo>
                  <a:pt x="269028" y="15757"/>
                </a:moveTo>
                <a:lnTo>
                  <a:pt x="283758" y="30429"/>
                </a:lnTo>
                <a:lnTo>
                  <a:pt x="275897" y="19828"/>
                </a:lnTo>
                <a:close/>
                <a:moveTo>
                  <a:pt x="51058" y="23240"/>
                </a:moveTo>
                <a:lnTo>
                  <a:pt x="36328" y="17579"/>
                </a:lnTo>
                <a:lnTo>
                  <a:pt x="44190" y="21502"/>
                </a:lnTo>
                <a:close/>
                <a:moveTo>
                  <a:pt x="51058" y="23240"/>
                </a:moveTo>
                <a:lnTo>
                  <a:pt x="57927" y="24556"/>
                </a:lnTo>
                <a:lnTo>
                  <a:pt x="36328" y="17579"/>
                </a:lnTo>
                <a:close/>
                <a:moveTo>
                  <a:pt x="29460" y="16832"/>
                </a:moveTo>
                <a:lnTo>
                  <a:pt x="36328" y="17579"/>
                </a:lnTo>
                <a:lnTo>
                  <a:pt x="14730" y="8718"/>
                </a:lnTo>
                <a:close/>
                <a:moveTo>
                  <a:pt x="21599" y="10587"/>
                </a:moveTo>
                <a:lnTo>
                  <a:pt x="14730" y="8718"/>
                </a:lnTo>
                <a:lnTo>
                  <a:pt x="36328" y="17579"/>
                </a:lnTo>
                <a:close/>
                <a:moveTo>
                  <a:pt x="21599" y="10587"/>
                </a:moveTo>
                <a:lnTo>
                  <a:pt x="6869" y="0"/>
                </a:lnTo>
                <a:lnTo>
                  <a:pt x="14730" y="8718"/>
                </a:lnTo>
                <a:close/>
                <a:moveTo>
                  <a:pt x="0" y="60"/>
                </a:moveTo>
                <a:lnTo>
                  <a:pt x="14730" y="8718"/>
                </a:lnTo>
                <a:lnTo>
                  <a:pt x="6869" y="0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563" name="PANEL_01-slope--3-215_857">
            <a:extLst>
              <a:ext uri="{FF2B5EF4-FFF2-40B4-BE49-F238E27FC236}">
                <a16:creationId xmlns:a16="http://schemas.microsoft.com/office/drawing/2014/main" id="{F1519954-A1A3-4656-9148-AC183FFAB44C}"/>
              </a:ext>
            </a:extLst>
          </p:cNvPr>
          <p:cNvSpPr>
            <a:spLocks/>
          </p:cNvSpPr>
          <p:nvPr/>
        </p:nvSpPr>
        <p:spPr>
          <a:xfrm>
            <a:off x="460222" y="532035"/>
            <a:ext cx="948067" cy="272271"/>
          </a:xfrm>
          <a:custGeom>
            <a:pathLst>
              <a:path w="642159" h="184419">
                <a:moveTo>
                  <a:pt x="627429" y="173982"/>
                </a:moveTo>
                <a:lnTo>
                  <a:pt x="634297" y="174279"/>
                </a:lnTo>
                <a:lnTo>
                  <a:pt x="612699" y="168793"/>
                </a:lnTo>
                <a:close/>
                <a:moveTo>
                  <a:pt x="627429" y="173982"/>
                </a:moveTo>
                <a:lnTo>
                  <a:pt x="642159" y="184419"/>
                </a:lnTo>
                <a:lnTo>
                  <a:pt x="634297" y="174279"/>
                </a:lnTo>
                <a:close/>
                <a:moveTo>
                  <a:pt x="597969" y="164763"/>
                </a:moveTo>
                <a:lnTo>
                  <a:pt x="583239" y="157152"/>
                </a:lnTo>
                <a:lnTo>
                  <a:pt x="591100" y="166941"/>
                </a:lnTo>
                <a:close/>
                <a:moveTo>
                  <a:pt x="576370" y="160743"/>
                </a:moveTo>
                <a:lnTo>
                  <a:pt x="583239" y="157152"/>
                </a:lnTo>
                <a:lnTo>
                  <a:pt x="561641" y="150331"/>
                </a:lnTo>
                <a:close/>
                <a:moveTo>
                  <a:pt x="576370" y="160743"/>
                </a:moveTo>
                <a:lnTo>
                  <a:pt x="591100" y="166941"/>
                </a:lnTo>
                <a:lnTo>
                  <a:pt x="583239" y="157152"/>
                </a:lnTo>
                <a:close/>
                <a:moveTo>
                  <a:pt x="568509" y="149742"/>
                </a:moveTo>
                <a:lnTo>
                  <a:pt x="561641" y="150331"/>
                </a:lnTo>
                <a:lnTo>
                  <a:pt x="583239" y="157152"/>
                </a:lnTo>
                <a:close/>
                <a:moveTo>
                  <a:pt x="568509" y="149742"/>
                </a:moveTo>
                <a:lnTo>
                  <a:pt x="553779" y="133043"/>
                </a:lnTo>
                <a:lnTo>
                  <a:pt x="561641" y="150331"/>
                </a:lnTo>
                <a:close/>
                <a:moveTo>
                  <a:pt x="546911" y="139658"/>
                </a:moveTo>
                <a:lnTo>
                  <a:pt x="553779" y="133043"/>
                </a:lnTo>
                <a:lnTo>
                  <a:pt x="532181" y="124544"/>
                </a:lnTo>
                <a:close/>
                <a:moveTo>
                  <a:pt x="546911" y="139658"/>
                </a:moveTo>
                <a:lnTo>
                  <a:pt x="561641" y="150331"/>
                </a:lnTo>
                <a:lnTo>
                  <a:pt x="553779" y="133043"/>
                </a:lnTo>
                <a:close/>
                <a:moveTo>
                  <a:pt x="539050" y="118428"/>
                </a:moveTo>
                <a:lnTo>
                  <a:pt x="532181" y="124544"/>
                </a:lnTo>
                <a:lnTo>
                  <a:pt x="553779" y="133043"/>
                </a:lnTo>
                <a:close/>
                <a:moveTo>
                  <a:pt x="539050" y="118428"/>
                </a:moveTo>
                <a:lnTo>
                  <a:pt x="524320" y="105936"/>
                </a:lnTo>
                <a:lnTo>
                  <a:pt x="532181" y="124544"/>
                </a:lnTo>
                <a:close/>
                <a:moveTo>
                  <a:pt x="517451" y="111108"/>
                </a:moveTo>
                <a:lnTo>
                  <a:pt x="524320" y="105936"/>
                </a:lnTo>
                <a:lnTo>
                  <a:pt x="502721" y="98708"/>
                </a:lnTo>
                <a:close/>
                <a:moveTo>
                  <a:pt x="517451" y="111108"/>
                </a:moveTo>
                <a:lnTo>
                  <a:pt x="532181" y="124544"/>
                </a:lnTo>
                <a:lnTo>
                  <a:pt x="524320" y="105936"/>
                </a:lnTo>
                <a:close/>
                <a:moveTo>
                  <a:pt x="509590" y="91953"/>
                </a:moveTo>
                <a:lnTo>
                  <a:pt x="502721" y="98708"/>
                </a:lnTo>
                <a:lnTo>
                  <a:pt x="524320" y="105936"/>
                </a:lnTo>
                <a:close/>
                <a:moveTo>
                  <a:pt x="509590" y="91953"/>
                </a:moveTo>
                <a:lnTo>
                  <a:pt x="494860" y="81374"/>
                </a:lnTo>
                <a:lnTo>
                  <a:pt x="502721" y="98708"/>
                </a:lnTo>
                <a:close/>
                <a:moveTo>
                  <a:pt x="487991" y="85044"/>
                </a:moveTo>
                <a:lnTo>
                  <a:pt x="494860" y="81374"/>
                </a:lnTo>
                <a:lnTo>
                  <a:pt x="473261" y="73395"/>
                </a:lnTo>
                <a:close/>
                <a:moveTo>
                  <a:pt x="487991" y="85044"/>
                </a:moveTo>
                <a:lnTo>
                  <a:pt x="502721" y="98708"/>
                </a:lnTo>
                <a:lnTo>
                  <a:pt x="494860" y="81374"/>
                </a:lnTo>
                <a:close/>
                <a:moveTo>
                  <a:pt x="480130" y="68051"/>
                </a:moveTo>
                <a:lnTo>
                  <a:pt x="473261" y="73395"/>
                </a:lnTo>
                <a:lnTo>
                  <a:pt x="494860" y="81374"/>
                </a:lnTo>
                <a:close/>
                <a:moveTo>
                  <a:pt x="480130" y="68051"/>
                </a:moveTo>
                <a:lnTo>
                  <a:pt x="465400" y="57208"/>
                </a:lnTo>
                <a:lnTo>
                  <a:pt x="473261" y="73395"/>
                </a:lnTo>
                <a:close/>
                <a:moveTo>
                  <a:pt x="458532" y="58648"/>
                </a:moveTo>
                <a:lnTo>
                  <a:pt x="465400" y="57208"/>
                </a:lnTo>
                <a:lnTo>
                  <a:pt x="443802" y="47508"/>
                </a:lnTo>
                <a:close/>
                <a:moveTo>
                  <a:pt x="458532" y="58648"/>
                </a:moveTo>
                <a:lnTo>
                  <a:pt x="473261" y="73395"/>
                </a:lnTo>
                <a:lnTo>
                  <a:pt x="465400" y="57208"/>
                </a:lnTo>
                <a:close/>
                <a:moveTo>
                  <a:pt x="450670" y="44317"/>
                </a:moveTo>
                <a:lnTo>
                  <a:pt x="443802" y="47508"/>
                </a:lnTo>
                <a:lnTo>
                  <a:pt x="465400" y="57208"/>
                </a:lnTo>
                <a:close/>
                <a:moveTo>
                  <a:pt x="407473" y="27712"/>
                </a:moveTo>
                <a:lnTo>
                  <a:pt x="414342" y="27261"/>
                </a:lnTo>
                <a:lnTo>
                  <a:pt x="392743" y="23119"/>
                </a:lnTo>
                <a:close/>
                <a:moveTo>
                  <a:pt x="407473" y="27712"/>
                </a:moveTo>
                <a:lnTo>
                  <a:pt x="422203" y="41714"/>
                </a:lnTo>
                <a:lnTo>
                  <a:pt x="414342" y="27261"/>
                </a:lnTo>
                <a:close/>
                <a:moveTo>
                  <a:pt x="399612" y="19398"/>
                </a:moveTo>
                <a:lnTo>
                  <a:pt x="392743" y="23119"/>
                </a:lnTo>
                <a:lnTo>
                  <a:pt x="414342" y="27261"/>
                </a:lnTo>
                <a:close/>
                <a:moveTo>
                  <a:pt x="399612" y="19398"/>
                </a:moveTo>
                <a:lnTo>
                  <a:pt x="384882" y="13812"/>
                </a:lnTo>
                <a:lnTo>
                  <a:pt x="392743" y="23119"/>
                </a:lnTo>
                <a:close/>
                <a:moveTo>
                  <a:pt x="378014" y="15543"/>
                </a:moveTo>
                <a:lnTo>
                  <a:pt x="384882" y="13812"/>
                </a:lnTo>
                <a:lnTo>
                  <a:pt x="363284" y="7847"/>
                </a:lnTo>
                <a:close/>
                <a:moveTo>
                  <a:pt x="378014" y="15543"/>
                </a:moveTo>
                <a:lnTo>
                  <a:pt x="392743" y="23119"/>
                </a:lnTo>
                <a:lnTo>
                  <a:pt x="384882" y="13812"/>
                </a:lnTo>
                <a:close/>
                <a:moveTo>
                  <a:pt x="356415" y="9735"/>
                </a:moveTo>
                <a:lnTo>
                  <a:pt x="363284" y="7847"/>
                </a:lnTo>
                <a:lnTo>
                  <a:pt x="341685" y="4647"/>
                </a:lnTo>
                <a:close/>
                <a:moveTo>
                  <a:pt x="348554" y="294"/>
                </a:moveTo>
                <a:lnTo>
                  <a:pt x="341685" y="4647"/>
                </a:lnTo>
                <a:lnTo>
                  <a:pt x="363284" y="7847"/>
                </a:lnTo>
                <a:close/>
                <a:moveTo>
                  <a:pt x="348554" y="294"/>
                </a:moveTo>
                <a:lnTo>
                  <a:pt x="363284" y="7847"/>
                </a:lnTo>
                <a:lnTo>
                  <a:pt x="355423" y="2438"/>
                </a:lnTo>
                <a:close/>
                <a:moveTo>
                  <a:pt x="326955" y="1391"/>
                </a:moveTo>
                <a:lnTo>
                  <a:pt x="341685" y="4647"/>
                </a:lnTo>
                <a:lnTo>
                  <a:pt x="333824" y="2284"/>
                </a:lnTo>
                <a:close/>
                <a:moveTo>
                  <a:pt x="240561" y="46938"/>
                </a:moveTo>
                <a:lnTo>
                  <a:pt x="247430" y="43900"/>
                </a:lnTo>
                <a:lnTo>
                  <a:pt x="225831" y="44125"/>
                </a:lnTo>
                <a:close/>
                <a:moveTo>
                  <a:pt x="232700" y="45972"/>
                </a:moveTo>
                <a:lnTo>
                  <a:pt x="225831" y="44125"/>
                </a:lnTo>
                <a:lnTo>
                  <a:pt x="247430" y="43900"/>
                </a:lnTo>
                <a:close/>
                <a:moveTo>
                  <a:pt x="232700" y="45972"/>
                </a:moveTo>
                <a:lnTo>
                  <a:pt x="217970" y="41635"/>
                </a:lnTo>
                <a:lnTo>
                  <a:pt x="225831" y="44125"/>
                </a:lnTo>
                <a:close/>
                <a:moveTo>
                  <a:pt x="211102" y="40319"/>
                </a:moveTo>
                <a:lnTo>
                  <a:pt x="225831" y="44125"/>
                </a:lnTo>
                <a:lnTo>
                  <a:pt x="217970" y="41635"/>
                </a:lnTo>
                <a:close/>
                <a:moveTo>
                  <a:pt x="160043" y="17140"/>
                </a:moveTo>
                <a:lnTo>
                  <a:pt x="166912" y="17079"/>
                </a:lnTo>
                <a:lnTo>
                  <a:pt x="145314" y="8888"/>
                </a:lnTo>
                <a:close/>
                <a:moveTo>
                  <a:pt x="152182" y="6935"/>
                </a:moveTo>
                <a:lnTo>
                  <a:pt x="145314" y="8888"/>
                </a:lnTo>
                <a:lnTo>
                  <a:pt x="166912" y="17079"/>
                </a:lnTo>
                <a:close/>
                <a:moveTo>
                  <a:pt x="152182" y="6935"/>
                </a:moveTo>
                <a:lnTo>
                  <a:pt x="137452" y="0"/>
                </a:lnTo>
                <a:lnTo>
                  <a:pt x="145314" y="8888"/>
                </a:lnTo>
                <a:close/>
                <a:moveTo>
                  <a:pt x="130584" y="1854"/>
                </a:moveTo>
                <a:lnTo>
                  <a:pt x="123715" y="4905"/>
                </a:lnTo>
                <a:lnTo>
                  <a:pt x="145314" y="8888"/>
                </a:lnTo>
                <a:close/>
                <a:moveTo>
                  <a:pt x="130584" y="1854"/>
                </a:moveTo>
                <a:lnTo>
                  <a:pt x="137452" y="0"/>
                </a:lnTo>
                <a:lnTo>
                  <a:pt x="115854" y="361"/>
                </a:lnTo>
                <a:close/>
                <a:moveTo>
                  <a:pt x="130584" y="1854"/>
                </a:moveTo>
                <a:lnTo>
                  <a:pt x="145314" y="8888"/>
                </a:lnTo>
                <a:lnTo>
                  <a:pt x="137452" y="0"/>
                </a:lnTo>
                <a:close/>
                <a:moveTo>
                  <a:pt x="108985" y="1985"/>
                </a:moveTo>
                <a:lnTo>
                  <a:pt x="115854" y="361"/>
                </a:lnTo>
                <a:lnTo>
                  <a:pt x="94255" y="2953"/>
                </a:lnTo>
                <a:close/>
                <a:moveTo>
                  <a:pt x="108985" y="1985"/>
                </a:moveTo>
                <a:lnTo>
                  <a:pt x="123715" y="4905"/>
                </a:lnTo>
                <a:lnTo>
                  <a:pt x="115854" y="361"/>
                </a:lnTo>
                <a:close/>
                <a:moveTo>
                  <a:pt x="101124" y="967"/>
                </a:moveTo>
                <a:lnTo>
                  <a:pt x="94255" y="2953"/>
                </a:lnTo>
                <a:lnTo>
                  <a:pt x="115854" y="361"/>
                </a:lnTo>
                <a:close/>
                <a:moveTo>
                  <a:pt x="79525" y="4341"/>
                </a:moveTo>
                <a:lnTo>
                  <a:pt x="72657" y="3481"/>
                </a:lnTo>
                <a:lnTo>
                  <a:pt x="94255" y="2953"/>
                </a:lnTo>
                <a:close/>
                <a:moveTo>
                  <a:pt x="79525" y="4341"/>
                </a:moveTo>
                <a:lnTo>
                  <a:pt x="64796" y="4988"/>
                </a:lnTo>
                <a:lnTo>
                  <a:pt x="72657" y="3481"/>
                </a:lnTo>
                <a:close/>
                <a:moveTo>
                  <a:pt x="79525" y="4341"/>
                </a:moveTo>
                <a:lnTo>
                  <a:pt x="94255" y="2953"/>
                </a:lnTo>
                <a:lnTo>
                  <a:pt x="86394" y="2856"/>
                </a:lnTo>
                <a:close/>
                <a:moveTo>
                  <a:pt x="57927" y="4093"/>
                </a:moveTo>
                <a:lnTo>
                  <a:pt x="43197" y="6402"/>
                </a:lnTo>
                <a:lnTo>
                  <a:pt x="51058" y="2834"/>
                </a:lnTo>
                <a:close/>
                <a:moveTo>
                  <a:pt x="57927" y="4093"/>
                </a:moveTo>
                <a:lnTo>
                  <a:pt x="64796" y="4988"/>
                </a:lnTo>
                <a:lnTo>
                  <a:pt x="43197" y="6402"/>
                </a:lnTo>
                <a:close/>
                <a:moveTo>
                  <a:pt x="57927" y="4093"/>
                </a:moveTo>
                <a:lnTo>
                  <a:pt x="72657" y="3481"/>
                </a:lnTo>
                <a:lnTo>
                  <a:pt x="64796" y="4988"/>
                </a:lnTo>
                <a:close/>
                <a:moveTo>
                  <a:pt x="36328" y="4894"/>
                </a:moveTo>
                <a:lnTo>
                  <a:pt x="43197" y="6402"/>
                </a:lnTo>
                <a:lnTo>
                  <a:pt x="21599" y="10431"/>
                </a:lnTo>
                <a:close/>
                <a:moveTo>
                  <a:pt x="36328" y="4894"/>
                </a:moveTo>
                <a:lnTo>
                  <a:pt x="51058" y="2834"/>
                </a:lnTo>
                <a:lnTo>
                  <a:pt x="43197" y="6402"/>
                </a:lnTo>
                <a:close/>
                <a:moveTo>
                  <a:pt x="14730" y="11130"/>
                </a:moveTo>
                <a:lnTo>
                  <a:pt x="21599" y="10431"/>
                </a:lnTo>
                <a:lnTo>
                  <a:pt x="0" y="19050"/>
                </a:lnTo>
                <a:close/>
                <a:moveTo>
                  <a:pt x="28467" y="9321"/>
                </a:moveTo>
                <a:lnTo>
                  <a:pt x="21599" y="10431"/>
                </a:lnTo>
                <a:lnTo>
                  <a:pt x="43197" y="6402"/>
                </a:lnTo>
                <a:close/>
                <a:moveTo>
                  <a:pt x="6869" y="16378"/>
                </a:moveTo>
                <a:lnTo>
                  <a:pt x="0" y="19050"/>
                </a:lnTo>
                <a:lnTo>
                  <a:pt x="21599" y="10431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64" name="PANEL_01-slope--3-220_858">
            <a:extLst>
              <a:ext uri="{FF2B5EF4-FFF2-40B4-BE49-F238E27FC236}">
                <a16:creationId xmlns:a16="http://schemas.microsoft.com/office/drawing/2014/main" id="{E9167F28-6CFC-46B6-9817-F5532B9021B8}"/>
              </a:ext>
            </a:extLst>
          </p:cNvPr>
          <p:cNvSpPr>
            <a:spLocks/>
          </p:cNvSpPr>
          <p:nvPr/>
        </p:nvSpPr>
        <p:spPr>
          <a:xfrm>
            <a:off x="631266" y="532469"/>
            <a:ext cx="2020754" cy="256866"/>
          </a:xfrm>
          <a:custGeom>
            <a:pathLst>
              <a:path w="1368726" h="173985">
                <a:moveTo>
                  <a:pt x="1361857" y="132885"/>
                </a:moveTo>
                <a:lnTo>
                  <a:pt x="1368726" y="124414"/>
                </a:lnTo>
                <a:lnTo>
                  <a:pt x="1347128" y="121836"/>
                </a:lnTo>
                <a:close/>
                <a:moveTo>
                  <a:pt x="1353996" y="113050"/>
                </a:moveTo>
                <a:lnTo>
                  <a:pt x="1347128" y="121836"/>
                </a:lnTo>
                <a:lnTo>
                  <a:pt x="1368726" y="124414"/>
                </a:lnTo>
                <a:close/>
                <a:moveTo>
                  <a:pt x="1353996" y="113050"/>
                </a:moveTo>
                <a:lnTo>
                  <a:pt x="1339266" y="98968"/>
                </a:lnTo>
                <a:lnTo>
                  <a:pt x="1347128" y="121836"/>
                </a:lnTo>
                <a:close/>
                <a:moveTo>
                  <a:pt x="1353996" y="113050"/>
                </a:moveTo>
                <a:lnTo>
                  <a:pt x="1360865" y="101985"/>
                </a:lnTo>
                <a:lnTo>
                  <a:pt x="1339266" y="98968"/>
                </a:lnTo>
                <a:close/>
                <a:moveTo>
                  <a:pt x="1353996" y="113050"/>
                </a:moveTo>
                <a:lnTo>
                  <a:pt x="1368726" y="124414"/>
                </a:lnTo>
                <a:lnTo>
                  <a:pt x="1360865" y="101985"/>
                </a:lnTo>
                <a:close/>
                <a:moveTo>
                  <a:pt x="1332398" y="110724"/>
                </a:moveTo>
                <a:lnTo>
                  <a:pt x="1339266" y="98968"/>
                </a:lnTo>
                <a:lnTo>
                  <a:pt x="1317668" y="97069"/>
                </a:lnTo>
                <a:close/>
                <a:moveTo>
                  <a:pt x="1332398" y="110724"/>
                </a:moveTo>
                <a:lnTo>
                  <a:pt x="1347128" y="121836"/>
                </a:lnTo>
                <a:lnTo>
                  <a:pt x="1339266" y="98968"/>
                </a:lnTo>
                <a:close/>
                <a:moveTo>
                  <a:pt x="1346135" y="87320"/>
                </a:moveTo>
                <a:lnTo>
                  <a:pt x="1339266" y="98968"/>
                </a:lnTo>
                <a:lnTo>
                  <a:pt x="1360865" y="101985"/>
                </a:lnTo>
                <a:close/>
                <a:moveTo>
                  <a:pt x="1346135" y="87320"/>
                </a:moveTo>
                <a:lnTo>
                  <a:pt x="1331405" y="76773"/>
                </a:lnTo>
                <a:lnTo>
                  <a:pt x="1339266" y="98968"/>
                </a:lnTo>
                <a:close/>
                <a:moveTo>
                  <a:pt x="1324537" y="84779"/>
                </a:moveTo>
                <a:lnTo>
                  <a:pt x="1317668" y="97069"/>
                </a:lnTo>
                <a:lnTo>
                  <a:pt x="1339266" y="98968"/>
                </a:lnTo>
                <a:close/>
                <a:moveTo>
                  <a:pt x="1324537" y="84779"/>
                </a:moveTo>
                <a:lnTo>
                  <a:pt x="1331405" y="76773"/>
                </a:lnTo>
                <a:lnTo>
                  <a:pt x="1309807" y="77155"/>
                </a:lnTo>
                <a:close/>
                <a:moveTo>
                  <a:pt x="1324537" y="84779"/>
                </a:moveTo>
                <a:lnTo>
                  <a:pt x="1339266" y="98968"/>
                </a:lnTo>
                <a:lnTo>
                  <a:pt x="1331405" y="76773"/>
                </a:lnTo>
                <a:close/>
                <a:moveTo>
                  <a:pt x="1157625" y="129762"/>
                </a:moveTo>
                <a:lnTo>
                  <a:pt x="1142895" y="128337"/>
                </a:lnTo>
                <a:lnTo>
                  <a:pt x="1150756" y="135406"/>
                </a:lnTo>
                <a:close/>
                <a:moveTo>
                  <a:pt x="1136026" y="132152"/>
                </a:moveTo>
                <a:lnTo>
                  <a:pt x="1150756" y="135406"/>
                </a:lnTo>
                <a:lnTo>
                  <a:pt x="1142895" y="128337"/>
                </a:lnTo>
                <a:close/>
                <a:moveTo>
                  <a:pt x="1114427" y="136616"/>
                </a:moveTo>
                <a:lnTo>
                  <a:pt x="1129157" y="139533"/>
                </a:lnTo>
                <a:lnTo>
                  <a:pt x="1121296" y="131457"/>
                </a:lnTo>
                <a:close/>
                <a:moveTo>
                  <a:pt x="503714" y="162278"/>
                </a:moveTo>
                <a:lnTo>
                  <a:pt x="496845" y="168499"/>
                </a:lnTo>
                <a:lnTo>
                  <a:pt x="518444" y="173985"/>
                </a:lnTo>
                <a:close/>
                <a:moveTo>
                  <a:pt x="503714" y="162278"/>
                </a:moveTo>
                <a:lnTo>
                  <a:pt x="488984" y="157869"/>
                </a:lnTo>
                <a:lnTo>
                  <a:pt x="496845" y="168499"/>
                </a:lnTo>
                <a:close/>
                <a:moveTo>
                  <a:pt x="482115" y="164469"/>
                </a:moveTo>
                <a:lnTo>
                  <a:pt x="475247" y="166646"/>
                </a:lnTo>
                <a:lnTo>
                  <a:pt x="496845" y="168499"/>
                </a:lnTo>
                <a:close/>
                <a:moveTo>
                  <a:pt x="482115" y="164469"/>
                </a:moveTo>
                <a:lnTo>
                  <a:pt x="488984" y="157869"/>
                </a:lnTo>
                <a:lnTo>
                  <a:pt x="467385" y="156858"/>
                </a:lnTo>
                <a:close/>
                <a:moveTo>
                  <a:pt x="482115" y="164469"/>
                </a:moveTo>
                <a:lnTo>
                  <a:pt x="496845" y="168499"/>
                </a:lnTo>
                <a:lnTo>
                  <a:pt x="488984" y="157869"/>
                </a:lnTo>
                <a:close/>
                <a:moveTo>
                  <a:pt x="372138" y="84750"/>
                </a:moveTo>
                <a:lnTo>
                  <a:pt x="365269" y="94166"/>
                </a:lnTo>
                <a:lnTo>
                  <a:pt x="386867" y="98414"/>
                </a:lnTo>
                <a:close/>
                <a:moveTo>
                  <a:pt x="372138" y="84750"/>
                </a:moveTo>
                <a:lnTo>
                  <a:pt x="357408" y="73100"/>
                </a:lnTo>
                <a:lnTo>
                  <a:pt x="365269" y="94166"/>
                </a:lnTo>
                <a:close/>
                <a:moveTo>
                  <a:pt x="342678" y="58354"/>
                </a:moveTo>
                <a:lnTo>
                  <a:pt x="335809" y="68371"/>
                </a:lnTo>
                <a:lnTo>
                  <a:pt x="357408" y="73100"/>
                </a:lnTo>
                <a:close/>
                <a:moveTo>
                  <a:pt x="342678" y="58354"/>
                </a:moveTo>
                <a:lnTo>
                  <a:pt x="327948" y="47214"/>
                </a:lnTo>
                <a:lnTo>
                  <a:pt x="335809" y="68371"/>
                </a:lnTo>
                <a:close/>
                <a:moveTo>
                  <a:pt x="321079" y="53937"/>
                </a:moveTo>
                <a:lnTo>
                  <a:pt x="327948" y="47214"/>
                </a:lnTo>
                <a:lnTo>
                  <a:pt x="306349" y="41420"/>
                </a:lnTo>
                <a:close/>
                <a:moveTo>
                  <a:pt x="313218" y="32542"/>
                </a:moveTo>
                <a:lnTo>
                  <a:pt x="306349" y="41420"/>
                </a:lnTo>
                <a:lnTo>
                  <a:pt x="327948" y="47214"/>
                </a:lnTo>
                <a:close/>
                <a:moveTo>
                  <a:pt x="313218" y="32542"/>
                </a:moveTo>
                <a:lnTo>
                  <a:pt x="298488" y="26966"/>
                </a:lnTo>
                <a:lnTo>
                  <a:pt x="306349" y="41420"/>
                </a:lnTo>
                <a:close/>
                <a:moveTo>
                  <a:pt x="262160" y="15249"/>
                </a:moveTo>
                <a:lnTo>
                  <a:pt x="255291" y="20951"/>
                </a:lnTo>
                <a:lnTo>
                  <a:pt x="276890" y="22825"/>
                </a:lnTo>
                <a:close/>
                <a:moveTo>
                  <a:pt x="262160" y="15249"/>
                </a:moveTo>
                <a:lnTo>
                  <a:pt x="247430" y="7553"/>
                </a:lnTo>
                <a:lnTo>
                  <a:pt x="255291" y="20951"/>
                </a:lnTo>
                <a:close/>
                <a:moveTo>
                  <a:pt x="232700" y="0"/>
                </a:moveTo>
                <a:lnTo>
                  <a:pt x="217970" y="1990"/>
                </a:lnTo>
                <a:lnTo>
                  <a:pt x="225831" y="4353"/>
                </a:lnTo>
                <a:close/>
                <a:moveTo>
                  <a:pt x="211102" y="1097"/>
                </a:moveTo>
                <a:lnTo>
                  <a:pt x="196372" y="9570"/>
                </a:lnTo>
                <a:lnTo>
                  <a:pt x="204233" y="9694"/>
                </a:lnTo>
                <a:close/>
                <a:moveTo>
                  <a:pt x="211102" y="1097"/>
                </a:moveTo>
                <a:lnTo>
                  <a:pt x="217970" y="1990"/>
                </a:lnTo>
                <a:lnTo>
                  <a:pt x="196372" y="9570"/>
                </a:lnTo>
                <a:close/>
                <a:moveTo>
                  <a:pt x="189503" y="15799"/>
                </a:moveTo>
                <a:lnTo>
                  <a:pt x="174773" y="22835"/>
                </a:lnTo>
                <a:lnTo>
                  <a:pt x="182634" y="21393"/>
                </a:lnTo>
                <a:close/>
                <a:moveTo>
                  <a:pt x="189503" y="15799"/>
                </a:moveTo>
                <a:lnTo>
                  <a:pt x="196372" y="9570"/>
                </a:lnTo>
                <a:lnTo>
                  <a:pt x="174773" y="22835"/>
                </a:lnTo>
                <a:close/>
                <a:moveTo>
                  <a:pt x="189503" y="15799"/>
                </a:moveTo>
                <a:lnTo>
                  <a:pt x="204233" y="9694"/>
                </a:lnTo>
                <a:lnTo>
                  <a:pt x="196372" y="9570"/>
                </a:lnTo>
                <a:close/>
                <a:moveTo>
                  <a:pt x="167905" y="27839"/>
                </a:moveTo>
                <a:lnTo>
                  <a:pt x="153175" y="35113"/>
                </a:lnTo>
                <a:lnTo>
                  <a:pt x="161036" y="33769"/>
                </a:lnTo>
                <a:close/>
                <a:moveTo>
                  <a:pt x="167905" y="27839"/>
                </a:moveTo>
                <a:lnTo>
                  <a:pt x="174773" y="22835"/>
                </a:lnTo>
                <a:lnTo>
                  <a:pt x="153175" y="35113"/>
                </a:lnTo>
                <a:close/>
                <a:moveTo>
                  <a:pt x="167905" y="27839"/>
                </a:moveTo>
                <a:lnTo>
                  <a:pt x="182634" y="21393"/>
                </a:lnTo>
                <a:lnTo>
                  <a:pt x="174773" y="22835"/>
                </a:lnTo>
                <a:close/>
                <a:moveTo>
                  <a:pt x="146306" y="40170"/>
                </a:moveTo>
                <a:lnTo>
                  <a:pt x="153175" y="35113"/>
                </a:lnTo>
                <a:lnTo>
                  <a:pt x="131576" y="43605"/>
                </a:lnTo>
                <a:close/>
                <a:moveTo>
                  <a:pt x="146306" y="40170"/>
                </a:moveTo>
                <a:lnTo>
                  <a:pt x="161036" y="33769"/>
                </a:lnTo>
                <a:lnTo>
                  <a:pt x="153175" y="35113"/>
                </a:lnTo>
                <a:close/>
                <a:moveTo>
                  <a:pt x="138445" y="41931"/>
                </a:moveTo>
                <a:lnTo>
                  <a:pt x="131576" y="43605"/>
                </a:lnTo>
                <a:lnTo>
                  <a:pt x="153175" y="35113"/>
                </a:lnTo>
                <a:close/>
                <a:moveTo>
                  <a:pt x="14730" y="1560"/>
                </a:moveTo>
                <a:lnTo>
                  <a:pt x="0" y="67"/>
                </a:lnTo>
                <a:lnTo>
                  <a:pt x="7861" y="461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65" name="PANEL_01-slope--3-225_859">
            <a:extLst>
              <a:ext uri="{FF2B5EF4-FFF2-40B4-BE49-F238E27FC236}">
                <a16:creationId xmlns:a16="http://schemas.microsoft.com/office/drawing/2014/main" id="{18008735-4C05-4D5D-B382-E6A01354AD00}"/>
              </a:ext>
            </a:extLst>
          </p:cNvPr>
          <p:cNvSpPr>
            <a:spLocks/>
          </p:cNvSpPr>
          <p:nvPr/>
        </p:nvSpPr>
        <p:spPr>
          <a:xfrm>
            <a:off x="2051902" y="637340"/>
            <a:ext cx="534877" cy="163471"/>
          </a:xfrm>
          <a:custGeom>
            <a:pathLst>
              <a:path w="362291" h="110725">
                <a:moveTo>
                  <a:pt x="362291" y="13746"/>
                </a:moveTo>
                <a:lnTo>
                  <a:pt x="347561" y="6122"/>
                </a:lnTo>
                <a:lnTo>
                  <a:pt x="355423" y="26036"/>
                </a:lnTo>
                <a:close/>
                <a:moveTo>
                  <a:pt x="340693" y="14421"/>
                </a:moveTo>
                <a:lnTo>
                  <a:pt x="325963" y="10770"/>
                </a:lnTo>
                <a:lnTo>
                  <a:pt x="333824" y="27810"/>
                </a:lnTo>
                <a:close/>
                <a:moveTo>
                  <a:pt x="340693" y="14421"/>
                </a:moveTo>
                <a:lnTo>
                  <a:pt x="347561" y="6122"/>
                </a:lnTo>
                <a:lnTo>
                  <a:pt x="325963" y="10770"/>
                </a:lnTo>
                <a:close/>
                <a:moveTo>
                  <a:pt x="340693" y="14421"/>
                </a:moveTo>
                <a:lnTo>
                  <a:pt x="355423" y="26036"/>
                </a:lnTo>
                <a:lnTo>
                  <a:pt x="347561" y="6122"/>
                </a:lnTo>
                <a:close/>
                <a:moveTo>
                  <a:pt x="319094" y="19861"/>
                </a:moveTo>
                <a:lnTo>
                  <a:pt x="325963" y="10770"/>
                </a:lnTo>
                <a:lnTo>
                  <a:pt x="304364" y="18394"/>
                </a:lnTo>
                <a:close/>
                <a:moveTo>
                  <a:pt x="332831" y="0"/>
                </a:moveTo>
                <a:lnTo>
                  <a:pt x="325963" y="10770"/>
                </a:lnTo>
                <a:lnTo>
                  <a:pt x="347561" y="6122"/>
                </a:lnTo>
                <a:close/>
                <a:moveTo>
                  <a:pt x="332831" y="0"/>
                </a:moveTo>
                <a:lnTo>
                  <a:pt x="318102" y="2369"/>
                </a:lnTo>
                <a:lnTo>
                  <a:pt x="325963" y="10770"/>
                </a:lnTo>
                <a:close/>
                <a:moveTo>
                  <a:pt x="311233" y="8797"/>
                </a:moveTo>
                <a:lnTo>
                  <a:pt x="304364" y="18394"/>
                </a:lnTo>
                <a:lnTo>
                  <a:pt x="325963" y="10770"/>
                </a:lnTo>
                <a:close/>
                <a:moveTo>
                  <a:pt x="311233" y="8797"/>
                </a:moveTo>
                <a:lnTo>
                  <a:pt x="296503" y="12441"/>
                </a:lnTo>
                <a:lnTo>
                  <a:pt x="304364" y="18394"/>
                </a:lnTo>
                <a:close/>
                <a:moveTo>
                  <a:pt x="311233" y="8797"/>
                </a:moveTo>
                <a:lnTo>
                  <a:pt x="325963" y="10770"/>
                </a:lnTo>
                <a:lnTo>
                  <a:pt x="318102" y="2369"/>
                </a:lnTo>
                <a:close/>
                <a:moveTo>
                  <a:pt x="289634" y="18272"/>
                </a:moveTo>
                <a:lnTo>
                  <a:pt x="282766" y="28737"/>
                </a:lnTo>
                <a:lnTo>
                  <a:pt x="304364" y="18394"/>
                </a:lnTo>
                <a:close/>
                <a:moveTo>
                  <a:pt x="289634" y="18272"/>
                </a:moveTo>
                <a:lnTo>
                  <a:pt x="274905" y="23526"/>
                </a:lnTo>
                <a:lnTo>
                  <a:pt x="282766" y="28737"/>
                </a:lnTo>
                <a:close/>
                <a:moveTo>
                  <a:pt x="289634" y="18272"/>
                </a:moveTo>
                <a:lnTo>
                  <a:pt x="296503" y="12441"/>
                </a:lnTo>
                <a:lnTo>
                  <a:pt x="274905" y="23526"/>
                </a:lnTo>
                <a:close/>
                <a:moveTo>
                  <a:pt x="289634" y="18272"/>
                </a:moveTo>
                <a:lnTo>
                  <a:pt x="304364" y="18394"/>
                </a:lnTo>
                <a:lnTo>
                  <a:pt x="296503" y="12441"/>
                </a:lnTo>
                <a:close/>
                <a:moveTo>
                  <a:pt x="268036" y="31589"/>
                </a:moveTo>
                <a:lnTo>
                  <a:pt x="261167" y="42479"/>
                </a:lnTo>
                <a:lnTo>
                  <a:pt x="282766" y="28737"/>
                </a:lnTo>
                <a:close/>
                <a:moveTo>
                  <a:pt x="268036" y="31589"/>
                </a:moveTo>
                <a:lnTo>
                  <a:pt x="253306" y="36082"/>
                </a:lnTo>
                <a:lnTo>
                  <a:pt x="261167" y="42479"/>
                </a:lnTo>
                <a:close/>
                <a:moveTo>
                  <a:pt x="268036" y="31589"/>
                </a:moveTo>
                <a:lnTo>
                  <a:pt x="274905" y="23526"/>
                </a:lnTo>
                <a:lnTo>
                  <a:pt x="253306" y="36082"/>
                </a:lnTo>
                <a:close/>
                <a:moveTo>
                  <a:pt x="268036" y="31589"/>
                </a:moveTo>
                <a:lnTo>
                  <a:pt x="282766" y="28737"/>
                </a:lnTo>
                <a:lnTo>
                  <a:pt x="274905" y="23526"/>
                </a:lnTo>
                <a:close/>
                <a:moveTo>
                  <a:pt x="246437" y="46131"/>
                </a:moveTo>
                <a:lnTo>
                  <a:pt x="239569" y="55980"/>
                </a:lnTo>
                <a:lnTo>
                  <a:pt x="261167" y="42479"/>
                </a:lnTo>
                <a:close/>
                <a:moveTo>
                  <a:pt x="246437" y="46131"/>
                </a:moveTo>
                <a:lnTo>
                  <a:pt x="231708" y="48580"/>
                </a:lnTo>
                <a:lnTo>
                  <a:pt x="239569" y="55980"/>
                </a:lnTo>
                <a:close/>
                <a:moveTo>
                  <a:pt x="246437" y="46131"/>
                </a:moveTo>
                <a:lnTo>
                  <a:pt x="253306" y="36082"/>
                </a:lnTo>
                <a:lnTo>
                  <a:pt x="231708" y="48580"/>
                </a:lnTo>
                <a:close/>
                <a:moveTo>
                  <a:pt x="246437" y="46131"/>
                </a:moveTo>
                <a:lnTo>
                  <a:pt x="261167" y="42479"/>
                </a:lnTo>
                <a:lnTo>
                  <a:pt x="253306" y="36082"/>
                </a:lnTo>
                <a:close/>
                <a:moveTo>
                  <a:pt x="224839" y="58026"/>
                </a:moveTo>
                <a:lnTo>
                  <a:pt x="210109" y="58460"/>
                </a:lnTo>
                <a:lnTo>
                  <a:pt x="217970" y="66255"/>
                </a:lnTo>
                <a:close/>
                <a:moveTo>
                  <a:pt x="224839" y="58026"/>
                </a:moveTo>
                <a:lnTo>
                  <a:pt x="231708" y="48580"/>
                </a:lnTo>
                <a:lnTo>
                  <a:pt x="210109" y="58460"/>
                </a:lnTo>
                <a:close/>
                <a:moveTo>
                  <a:pt x="224839" y="58026"/>
                </a:moveTo>
                <a:lnTo>
                  <a:pt x="239569" y="55980"/>
                </a:lnTo>
                <a:lnTo>
                  <a:pt x="231708" y="48580"/>
                </a:lnTo>
                <a:close/>
                <a:moveTo>
                  <a:pt x="203240" y="65925"/>
                </a:moveTo>
                <a:lnTo>
                  <a:pt x="210109" y="58460"/>
                </a:lnTo>
                <a:lnTo>
                  <a:pt x="188511" y="64373"/>
                </a:lnTo>
                <a:close/>
                <a:moveTo>
                  <a:pt x="203240" y="65925"/>
                </a:moveTo>
                <a:lnTo>
                  <a:pt x="217970" y="66255"/>
                </a:lnTo>
                <a:lnTo>
                  <a:pt x="210109" y="58460"/>
                </a:lnTo>
                <a:close/>
                <a:moveTo>
                  <a:pt x="181642" y="71719"/>
                </a:moveTo>
                <a:lnTo>
                  <a:pt x="188511" y="64373"/>
                </a:lnTo>
                <a:lnTo>
                  <a:pt x="166912" y="68500"/>
                </a:lnTo>
                <a:close/>
                <a:moveTo>
                  <a:pt x="216978" y="51160"/>
                </a:moveTo>
                <a:lnTo>
                  <a:pt x="210109" y="58460"/>
                </a:lnTo>
                <a:lnTo>
                  <a:pt x="231708" y="48580"/>
                </a:lnTo>
                <a:close/>
                <a:moveTo>
                  <a:pt x="195379" y="58729"/>
                </a:moveTo>
                <a:lnTo>
                  <a:pt x="188511" y="64373"/>
                </a:lnTo>
                <a:lnTo>
                  <a:pt x="210109" y="58460"/>
                </a:lnTo>
                <a:close/>
                <a:moveTo>
                  <a:pt x="173781" y="61119"/>
                </a:moveTo>
                <a:lnTo>
                  <a:pt x="166912" y="68500"/>
                </a:lnTo>
                <a:lnTo>
                  <a:pt x="188511" y="64373"/>
                </a:lnTo>
                <a:close/>
                <a:moveTo>
                  <a:pt x="173781" y="61119"/>
                </a:moveTo>
                <a:lnTo>
                  <a:pt x="159051" y="60424"/>
                </a:lnTo>
                <a:lnTo>
                  <a:pt x="166912" y="68500"/>
                </a:lnTo>
                <a:close/>
                <a:moveTo>
                  <a:pt x="152182" y="65584"/>
                </a:moveTo>
                <a:lnTo>
                  <a:pt x="145314" y="75033"/>
                </a:lnTo>
                <a:lnTo>
                  <a:pt x="166912" y="68500"/>
                </a:lnTo>
                <a:close/>
                <a:moveTo>
                  <a:pt x="152182" y="65584"/>
                </a:moveTo>
                <a:lnTo>
                  <a:pt x="137452" y="66319"/>
                </a:lnTo>
                <a:lnTo>
                  <a:pt x="145314" y="75033"/>
                </a:lnTo>
                <a:close/>
                <a:moveTo>
                  <a:pt x="152182" y="65584"/>
                </a:moveTo>
                <a:lnTo>
                  <a:pt x="159051" y="60424"/>
                </a:lnTo>
                <a:lnTo>
                  <a:pt x="137452" y="66319"/>
                </a:lnTo>
                <a:close/>
                <a:moveTo>
                  <a:pt x="130584" y="73920"/>
                </a:moveTo>
                <a:lnTo>
                  <a:pt x="115854" y="74878"/>
                </a:lnTo>
                <a:lnTo>
                  <a:pt x="123715" y="84700"/>
                </a:lnTo>
                <a:close/>
                <a:moveTo>
                  <a:pt x="130584" y="73920"/>
                </a:moveTo>
                <a:lnTo>
                  <a:pt x="137452" y="66319"/>
                </a:lnTo>
                <a:lnTo>
                  <a:pt x="115854" y="74878"/>
                </a:lnTo>
                <a:close/>
                <a:moveTo>
                  <a:pt x="130584" y="73920"/>
                </a:moveTo>
                <a:lnTo>
                  <a:pt x="145314" y="75033"/>
                </a:lnTo>
                <a:lnTo>
                  <a:pt x="137452" y="66319"/>
                </a:lnTo>
                <a:close/>
                <a:moveTo>
                  <a:pt x="108985" y="84282"/>
                </a:moveTo>
                <a:lnTo>
                  <a:pt x="115854" y="74878"/>
                </a:lnTo>
                <a:lnTo>
                  <a:pt x="94255" y="83202"/>
                </a:lnTo>
                <a:close/>
                <a:moveTo>
                  <a:pt x="87387" y="94419"/>
                </a:moveTo>
                <a:lnTo>
                  <a:pt x="94255" y="83202"/>
                </a:lnTo>
                <a:lnTo>
                  <a:pt x="72657" y="90451"/>
                </a:lnTo>
                <a:close/>
                <a:moveTo>
                  <a:pt x="122722" y="67195"/>
                </a:moveTo>
                <a:lnTo>
                  <a:pt x="115854" y="74878"/>
                </a:lnTo>
                <a:lnTo>
                  <a:pt x="137452" y="66319"/>
                </a:lnTo>
                <a:close/>
                <a:moveTo>
                  <a:pt x="101124" y="74116"/>
                </a:moveTo>
                <a:lnTo>
                  <a:pt x="94255" y="83202"/>
                </a:lnTo>
                <a:lnTo>
                  <a:pt x="115854" y="74878"/>
                </a:lnTo>
                <a:close/>
                <a:moveTo>
                  <a:pt x="101124" y="74116"/>
                </a:moveTo>
                <a:lnTo>
                  <a:pt x="86394" y="71466"/>
                </a:lnTo>
                <a:lnTo>
                  <a:pt x="94255" y="83202"/>
                </a:lnTo>
                <a:close/>
                <a:moveTo>
                  <a:pt x="79525" y="79990"/>
                </a:moveTo>
                <a:lnTo>
                  <a:pt x="72657" y="90451"/>
                </a:lnTo>
                <a:lnTo>
                  <a:pt x="94255" y="83202"/>
                </a:lnTo>
                <a:close/>
                <a:moveTo>
                  <a:pt x="79525" y="79990"/>
                </a:moveTo>
                <a:lnTo>
                  <a:pt x="64796" y="80349"/>
                </a:lnTo>
                <a:lnTo>
                  <a:pt x="72657" y="90451"/>
                </a:lnTo>
                <a:close/>
                <a:moveTo>
                  <a:pt x="79525" y="79990"/>
                </a:moveTo>
                <a:lnTo>
                  <a:pt x="94255" y="83202"/>
                </a:lnTo>
                <a:lnTo>
                  <a:pt x="86394" y="71466"/>
                </a:lnTo>
                <a:close/>
                <a:moveTo>
                  <a:pt x="57927" y="88442"/>
                </a:moveTo>
                <a:lnTo>
                  <a:pt x="51058" y="98296"/>
                </a:lnTo>
                <a:lnTo>
                  <a:pt x="72657" y="90451"/>
                </a:lnTo>
                <a:close/>
                <a:moveTo>
                  <a:pt x="57927" y="88442"/>
                </a:moveTo>
                <a:lnTo>
                  <a:pt x="43197" y="92740"/>
                </a:lnTo>
                <a:lnTo>
                  <a:pt x="51058" y="98296"/>
                </a:lnTo>
                <a:close/>
                <a:moveTo>
                  <a:pt x="57927" y="88442"/>
                </a:moveTo>
                <a:lnTo>
                  <a:pt x="64796" y="80349"/>
                </a:lnTo>
                <a:lnTo>
                  <a:pt x="43197" y="92740"/>
                </a:lnTo>
                <a:close/>
                <a:moveTo>
                  <a:pt x="57927" y="88442"/>
                </a:moveTo>
                <a:lnTo>
                  <a:pt x="72657" y="90451"/>
                </a:lnTo>
                <a:lnTo>
                  <a:pt x="64796" y="80349"/>
                </a:lnTo>
                <a:close/>
                <a:moveTo>
                  <a:pt x="36328" y="101869"/>
                </a:moveTo>
                <a:lnTo>
                  <a:pt x="21599" y="103809"/>
                </a:lnTo>
                <a:lnTo>
                  <a:pt x="29460" y="107179"/>
                </a:lnTo>
                <a:close/>
                <a:moveTo>
                  <a:pt x="36328" y="101869"/>
                </a:moveTo>
                <a:lnTo>
                  <a:pt x="43197" y="92740"/>
                </a:lnTo>
                <a:lnTo>
                  <a:pt x="21599" y="103809"/>
                </a:lnTo>
                <a:close/>
                <a:moveTo>
                  <a:pt x="36328" y="101869"/>
                </a:moveTo>
                <a:lnTo>
                  <a:pt x="51058" y="98296"/>
                </a:lnTo>
                <a:lnTo>
                  <a:pt x="43197" y="92740"/>
                </a:lnTo>
                <a:close/>
                <a:moveTo>
                  <a:pt x="14730" y="110725"/>
                </a:moveTo>
                <a:lnTo>
                  <a:pt x="21599" y="103809"/>
                </a:lnTo>
                <a:lnTo>
                  <a:pt x="0" y="107500"/>
                </a:lnTo>
                <a:close/>
                <a:moveTo>
                  <a:pt x="14730" y="110725"/>
                </a:moveTo>
                <a:lnTo>
                  <a:pt x="29460" y="107179"/>
                </a:lnTo>
                <a:lnTo>
                  <a:pt x="21599" y="103809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566" name="PANEL_01-water--3-230_860">
            <a:extLst>
              <a:ext uri="{FF2B5EF4-FFF2-40B4-BE49-F238E27FC236}">
                <a16:creationId xmlns:a16="http://schemas.microsoft.com/office/drawing/2014/main" id="{2E957613-67A1-43A2-BA61-2C6DD42855AD}"/>
              </a:ext>
            </a:extLst>
          </p:cNvPr>
          <p:cNvSpPr>
            <a:spLocks/>
          </p:cNvSpPr>
          <p:nvPr/>
        </p:nvSpPr>
        <p:spPr>
          <a:xfrm>
            <a:off x="1396683" y="779759"/>
            <a:ext cx="687106" cy="29940"/>
          </a:xfrm>
          <a:custGeom>
            <a:pathLst>
              <a:path w="465400" h="20280">
                <a:moveTo>
                  <a:pt x="436933" y="17950"/>
                </a:moveTo>
                <a:lnTo>
                  <a:pt x="443802" y="11035"/>
                </a:lnTo>
                <a:lnTo>
                  <a:pt x="422203" y="14725"/>
                </a:lnTo>
                <a:close/>
                <a:moveTo>
                  <a:pt x="450670" y="4119"/>
                </a:moveTo>
                <a:lnTo>
                  <a:pt x="443802" y="11035"/>
                </a:lnTo>
                <a:lnTo>
                  <a:pt x="465400" y="7344"/>
                </a:lnTo>
                <a:close/>
                <a:moveTo>
                  <a:pt x="450670" y="4119"/>
                </a:moveTo>
                <a:lnTo>
                  <a:pt x="435941" y="895"/>
                </a:lnTo>
                <a:lnTo>
                  <a:pt x="443802" y="11035"/>
                </a:lnTo>
                <a:close/>
                <a:moveTo>
                  <a:pt x="429072" y="7810"/>
                </a:moveTo>
                <a:lnTo>
                  <a:pt x="422203" y="14725"/>
                </a:lnTo>
                <a:lnTo>
                  <a:pt x="443802" y="11035"/>
                </a:lnTo>
                <a:close/>
                <a:moveTo>
                  <a:pt x="429072" y="7810"/>
                </a:moveTo>
                <a:lnTo>
                  <a:pt x="414342" y="4585"/>
                </a:lnTo>
                <a:lnTo>
                  <a:pt x="422203" y="14725"/>
                </a:lnTo>
                <a:close/>
                <a:moveTo>
                  <a:pt x="429072" y="7810"/>
                </a:moveTo>
                <a:lnTo>
                  <a:pt x="443802" y="11035"/>
                </a:lnTo>
                <a:lnTo>
                  <a:pt x="435941" y="895"/>
                </a:lnTo>
                <a:close/>
                <a:moveTo>
                  <a:pt x="407473" y="11501"/>
                </a:moveTo>
                <a:lnTo>
                  <a:pt x="400605" y="18416"/>
                </a:lnTo>
                <a:lnTo>
                  <a:pt x="422203" y="14725"/>
                </a:lnTo>
                <a:close/>
                <a:moveTo>
                  <a:pt x="407473" y="11501"/>
                </a:moveTo>
                <a:lnTo>
                  <a:pt x="392743" y="8276"/>
                </a:lnTo>
                <a:lnTo>
                  <a:pt x="400605" y="18416"/>
                </a:lnTo>
                <a:close/>
                <a:moveTo>
                  <a:pt x="407473" y="11501"/>
                </a:moveTo>
                <a:lnTo>
                  <a:pt x="414342" y="4585"/>
                </a:lnTo>
                <a:lnTo>
                  <a:pt x="392743" y="8276"/>
                </a:lnTo>
                <a:close/>
                <a:moveTo>
                  <a:pt x="407473" y="11501"/>
                </a:moveTo>
                <a:lnTo>
                  <a:pt x="422203" y="14725"/>
                </a:lnTo>
                <a:lnTo>
                  <a:pt x="414342" y="4585"/>
                </a:lnTo>
                <a:close/>
                <a:moveTo>
                  <a:pt x="385875" y="15191"/>
                </a:moveTo>
                <a:lnTo>
                  <a:pt x="392743" y="8276"/>
                </a:lnTo>
                <a:lnTo>
                  <a:pt x="371145" y="11967"/>
                </a:lnTo>
                <a:close/>
                <a:moveTo>
                  <a:pt x="385875" y="15191"/>
                </a:moveTo>
                <a:lnTo>
                  <a:pt x="400605" y="18416"/>
                </a:lnTo>
                <a:lnTo>
                  <a:pt x="392743" y="8276"/>
                </a:lnTo>
                <a:close/>
                <a:moveTo>
                  <a:pt x="378014" y="5051"/>
                </a:moveTo>
                <a:lnTo>
                  <a:pt x="371145" y="11967"/>
                </a:lnTo>
                <a:lnTo>
                  <a:pt x="392743" y="8276"/>
                </a:lnTo>
                <a:close/>
                <a:moveTo>
                  <a:pt x="378014" y="5051"/>
                </a:moveTo>
                <a:lnTo>
                  <a:pt x="363284" y="1827"/>
                </a:lnTo>
                <a:lnTo>
                  <a:pt x="371145" y="11967"/>
                </a:lnTo>
                <a:close/>
                <a:moveTo>
                  <a:pt x="356415" y="8742"/>
                </a:moveTo>
                <a:lnTo>
                  <a:pt x="349546" y="15657"/>
                </a:lnTo>
                <a:lnTo>
                  <a:pt x="371145" y="11967"/>
                </a:lnTo>
                <a:close/>
                <a:moveTo>
                  <a:pt x="356415" y="8742"/>
                </a:moveTo>
                <a:lnTo>
                  <a:pt x="341685" y="5517"/>
                </a:lnTo>
                <a:lnTo>
                  <a:pt x="349546" y="15657"/>
                </a:lnTo>
                <a:close/>
                <a:moveTo>
                  <a:pt x="356415" y="8742"/>
                </a:moveTo>
                <a:lnTo>
                  <a:pt x="363284" y="1827"/>
                </a:lnTo>
                <a:lnTo>
                  <a:pt x="341685" y="5517"/>
                </a:lnTo>
                <a:close/>
                <a:moveTo>
                  <a:pt x="356415" y="8742"/>
                </a:moveTo>
                <a:lnTo>
                  <a:pt x="371145" y="11967"/>
                </a:lnTo>
                <a:lnTo>
                  <a:pt x="363284" y="1827"/>
                </a:lnTo>
                <a:close/>
                <a:moveTo>
                  <a:pt x="334817" y="12433"/>
                </a:moveTo>
                <a:lnTo>
                  <a:pt x="320087" y="9208"/>
                </a:lnTo>
                <a:lnTo>
                  <a:pt x="327948" y="19348"/>
                </a:lnTo>
                <a:close/>
                <a:moveTo>
                  <a:pt x="334817" y="12433"/>
                </a:moveTo>
                <a:lnTo>
                  <a:pt x="341685" y="5517"/>
                </a:lnTo>
                <a:lnTo>
                  <a:pt x="320087" y="9208"/>
                </a:lnTo>
                <a:close/>
                <a:moveTo>
                  <a:pt x="334817" y="12433"/>
                </a:moveTo>
                <a:lnTo>
                  <a:pt x="349546" y="15657"/>
                </a:lnTo>
                <a:lnTo>
                  <a:pt x="341685" y="5517"/>
                </a:lnTo>
                <a:close/>
                <a:moveTo>
                  <a:pt x="313218" y="16123"/>
                </a:moveTo>
                <a:lnTo>
                  <a:pt x="320087" y="9208"/>
                </a:lnTo>
                <a:lnTo>
                  <a:pt x="298488" y="12899"/>
                </a:lnTo>
                <a:close/>
                <a:moveTo>
                  <a:pt x="313218" y="16123"/>
                </a:moveTo>
                <a:lnTo>
                  <a:pt x="327948" y="19348"/>
                </a:lnTo>
                <a:lnTo>
                  <a:pt x="320087" y="9208"/>
                </a:lnTo>
                <a:close/>
                <a:moveTo>
                  <a:pt x="326955" y="2293"/>
                </a:moveTo>
                <a:lnTo>
                  <a:pt x="320087" y="9208"/>
                </a:lnTo>
                <a:lnTo>
                  <a:pt x="341685" y="5517"/>
                </a:lnTo>
                <a:close/>
                <a:moveTo>
                  <a:pt x="305357" y="5983"/>
                </a:moveTo>
                <a:lnTo>
                  <a:pt x="298488" y="12899"/>
                </a:lnTo>
                <a:lnTo>
                  <a:pt x="320087" y="9208"/>
                </a:lnTo>
                <a:close/>
                <a:moveTo>
                  <a:pt x="305357" y="5983"/>
                </a:moveTo>
                <a:lnTo>
                  <a:pt x="290627" y="2759"/>
                </a:lnTo>
                <a:lnTo>
                  <a:pt x="298488" y="12899"/>
                </a:lnTo>
                <a:close/>
                <a:moveTo>
                  <a:pt x="283758" y="9674"/>
                </a:moveTo>
                <a:lnTo>
                  <a:pt x="276890" y="16589"/>
                </a:lnTo>
                <a:lnTo>
                  <a:pt x="298488" y="12899"/>
                </a:lnTo>
                <a:close/>
                <a:moveTo>
                  <a:pt x="283758" y="9674"/>
                </a:moveTo>
                <a:lnTo>
                  <a:pt x="269028" y="6449"/>
                </a:lnTo>
                <a:lnTo>
                  <a:pt x="276890" y="16589"/>
                </a:lnTo>
                <a:close/>
                <a:moveTo>
                  <a:pt x="283758" y="9674"/>
                </a:moveTo>
                <a:lnTo>
                  <a:pt x="290627" y="2759"/>
                </a:lnTo>
                <a:lnTo>
                  <a:pt x="269028" y="6449"/>
                </a:lnTo>
                <a:close/>
                <a:moveTo>
                  <a:pt x="283758" y="9674"/>
                </a:moveTo>
                <a:lnTo>
                  <a:pt x="298488" y="12899"/>
                </a:lnTo>
                <a:lnTo>
                  <a:pt x="290627" y="2759"/>
                </a:lnTo>
                <a:close/>
                <a:moveTo>
                  <a:pt x="262160" y="13365"/>
                </a:moveTo>
                <a:lnTo>
                  <a:pt x="247430" y="10140"/>
                </a:lnTo>
                <a:lnTo>
                  <a:pt x="255291" y="20280"/>
                </a:lnTo>
                <a:close/>
                <a:moveTo>
                  <a:pt x="262160" y="13365"/>
                </a:moveTo>
                <a:lnTo>
                  <a:pt x="269028" y="6449"/>
                </a:lnTo>
                <a:lnTo>
                  <a:pt x="247430" y="10140"/>
                </a:lnTo>
                <a:close/>
                <a:moveTo>
                  <a:pt x="262160" y="13365"/>
                </a:moveTo>
                <a:lnTo>
                  <a:pt x="276890" y="16589"/>
                </a:lnTo>
                <a:lnTo>
                  <a:pt x="269028" y="6449"/>
                </a:lnTo>
                <a:close/>
                <a:moveTo>
                  <a:pt x="240561" y="17055"/>
                </a:moveTo>
                <a:lnTo>
                  <a:pt x="247430" y="10140"/>
                </a:lnTo>
                <a:lnTo>
                  <a:pt x="225831" y="13831"/>
                </a:lnTo>
                <a:close/>
                <a:moveTo>
                  <a:pt x="254299" y="3225"/>
                </a:moveTo>
                <a:lnTo>
                  <a:pt x="247430" y="10140"/>
                </a:lnTo>
                <a:lnTo>
                  <a:pt x="269028" y="6449"/>
                </a:lnTo>
                <a:close/>
                <a:moveTo>
                  <a:pt x="232700" y="6915"/>
                </a:moveTo>
                <a:lnTo>
                  <a:pt x="225831" y="13831"/>
                </a:lnTo>
                <a:lnTo>
                  <a:pt x="247430" y="10140"/>
                </a:lnTo>
                <a:close/>
                <a:moveTo>
                  <a:pt x="232700" y="6915"/>
                </a:moveTo>
                <a:lnTo>
                  <a:pt x="217970" y="3691"/>
                </a:lnTo>
                <a:lnTo>
                  <a:pt x="225831" y="13831"/>
                </a:lnTo>
                <a:close/>
                <a:moveTo>
                  <a:pt x="232700" y="6915"/>
                </a:moveTo>
                <a:lnTo>
                  <a:pt x="247430" y="10140"/>
                </a:lnTo>
                <a:lnTo>
                  <a:pt x="239569" y="0"/>
                </a:lnTo>
                <a:close/>
                <a:moveTo>
                  <a:pt x="211102" y="10606"/>
                </a:moveTo>
                <a:lnTo>
                  <a:pt x="204233" y="17521"/>
                </a:lnTo>
                <a:lnTo>
                  <a:pt x="225831" y="13831"/>
                </a:lnTo>
                <a:close/>
                <a:moveTo>
                  <a:pt x="211102" y="10606"/>
                </a:moveTo>
                <a:lnTo>
                  <a:pt x="196372" y="7381"/>
                </a:lnTo>
                <a:lnTo>
                  <a:pt x="204233" y="17521"/>
                </a:lnTo>
                <a:close/>
                <a:moveTo>
                  <a:pt x="211102" y="10606"/>
                </a:moveTo>
                <a:lnTo>
                  <a:pt x="217970" y="3691"/>
                </a:lnTo>
                <a:lnTo>
                  <a:pt x="196372" y="7381"/>
                </a:lnTo>
                <a:close/>
                <a:moveTo>
                  <a:pt x="211102" y="10606"/>
                </a:moveTo>
                <a:lnTo>
                  <a:pt x="225831" y="13831"/>
                </a:lnTo>
                <a:lnTo>
                  <a:pt x="217970" y="3691"/>
                </a:lnTo>
                <a:close/>
                <a:moveTo>
                  <a:pt x="189503" y="14296"/>
                </a:moveTo>
                <a:lnTo>
                  <a:pt x="196372" y="7381"/>
                </a:lnTo>
                <a:lnTo>
                  <a:pt x="174773" y="11072"/>
                </a:lnTo>
                <a:close/>
                <a:moveTo>
                  <a:pt x="189503" y="14296"/>
                </a:moveTo>
                <a:lnTo>
                  <a:pt x="204233" y="17521"/>
                </a:lnTo>
                <a:lnTo>
                  <a:pt x="196372" y="7381"/>
                </a:lnTo>
                <a:close/>
                <a:moveTo>
                  <a:pt x="167905" y="17987"/>
                </a:moveTo>
                <a:lnTo>
                  <a:pt x="174773" y="11072"/>
                </a:lnTo>
                <a:lnTo>
                  <a:pt x="153175" y="14762"/>
                </a:lnTo>
                <a:close/>
                <a:moveTo>
                  <a:pt x="181642" y="4157"/>
                </a:moveTo>
                <a:lnTo>
                  <a:pt x="174773" y="11072"/>
                </a:lnTo>
                <a:lnTo>
                  <a:pt x="196372" y="7381"/>
                </a:lnTo>
                <a:close/>
                <a:moveTo>
                  <a:pt x="181642" y="4157"/>
                </a:moveTo>
                <a:lnTo>
                  <a:pt x="166912" y="932"/>
                </a:lnTo>
                <a:lnTo>
                  <a:pt x="174773" y="11072"/>
                </a:lnTo>
                <a:close/>
                <a:moveTo>
                  <a:pt x="160043" y="7847"/>
                </a:moveTo>
                <a:lnTo>
                  <a:pt x="153175" y="14762"/>
                </a:lnTo>
                <a:lnTo>
                  <a:pt x="174773" y="11072"/>
                </a:lnTo>
                <a:close/>
                <a:moveTo>
                  <a:pt x="160043" y="7847"/>
                </a:moveTo>
                <a:lnTo>
                  <a:pt x="145314" y="4623"/>
                </a:lnTo>
                <a:lnTo>
                  <a:pt x="153175" y="14762"/>
                </a:lnTo>
                <a:close/>
                <a:moveTo>
                  <a:pt x="160043" y="7847"/>
                </a:moveTo>
                <a:lnTo>
                  <a:pt x="174773" y="11072"/>
                </a:lnTo>
                <a:lnTo>
                  <a:pt x="166912" y="932"/>
                </a:lnTo>
                <a:close/>
                <a:moveTo>
                  <a:pt x="138445" y="11538"/>
                </a:moveTo>
                <a:lnTo>
                  <a:pt x="131576" y="18453"/>
                </a:lnTo>
                <a:lnTo>
                  <a:pt x="153175" y="14762"/>
                </a:lnTo>
                <a:close/>
                <a:moveTo>
                  <a:pt x="138445" y="11538"/>
                </a:moveTo>
                <a:lnTo>
                  <a:pt x="123715" y="8313"/>
                </a:lnTo>
                <a:lnTo>
                  <a:pt x="131576" y="18453"/>
                </a:lnTo>
                <a:close/>
                <a:moveTo>
                  <a:pt x="138445" y="11538"/>
                </a:moveTo>
                <a:lnTo>
                  <a:pt x="145314" y="4623"/>
                </a:lnTo>
                <a:lnTo>
                  <a:pt x="123715" y="8313"/>
                </a:lnTo>
                <a:close/>
                <a:moveTo>
                  <a:pt x="138445" y="11538"/>
                </a:moveTo>
                <a:lnTo>
                  <a:pt x="153175" y="14762"/>
                </a:lnTo>
                <a:lnTo>
                  <a:pt x="145314" y="4623"/>
                </a:lnTo>
                <a:close/>
                <a:moveTo>
                  <a:pt x="116846" y="15228"/>
                </a:moveTo>
                <a:lnTo>
                  <a:pt x="123715" y="8313"/>
                </a:lnTo>
                <a:lnTo>
                  <a:pt x="102116" y="12004"/>
                </a:lnTo>
                <a:close/>
                <a:moveTo>
                  <a:pt x="116846" y="15228"/>
                </a:moveTo>
                <a:lnTo>
                  <a:pt x="131576" y="18453"/>
                </a:lnTo>
                <a:lnTo>
                  <a:pt x="123715" y="8313"/>
                </a:lnTo>
                <a:close/>
                <a:moveTo>
                  <a:pt x="108985" y="5089"/>
                </a:moveTo>
                <a:lnTo>
                  <a:pt x="102116" y="12004"/>
                </a:lnTo>
                <a:lnTo>
                  <a:pt x="123715" y="8313"/>
                </a:lnTo>
                <a:close/>
                <a:moveTo>
                  <a:pt x="108985" y="5089"/>
                </a:moveTo>
                <a:lnTo>
                  <a:pt x="94255" y="1864"/>
                </a:lnTo>
                <a:lnTo>
                  <a:pt x="102116" y="12004"/>
                </a:lnTo>
                <a:close/>
                <a:moveTo>
                  <a:pt x="87387" y="8779"/>
                </a:moveTo>
                <a:lnTo>
                  <a:pt x="80518" y="15694"/>
                </a:lnTo>
                <a:lnTo>
                  <a:pt x="102116" y="12004"/>
                </a:lnTo>
                <a:close/>
                <a:moveTo>
                  <a:pt x="87387" y="8779"/>
                </a:moveTo>
                <a:lnTo>
                  <a:pt x="72657" y="5555"/>
                </a:lnTo>
                <a:lnTo>
                  <a:pt x="80518" y="15694"/>
                </a:lnTo>
                <a:close/>
                <a:moveTo>
                  <a:pt x="87387" y="8779"/>
                </a:moveTo>
                <a:lnTo>
                  <a:pt x="94255" y="1864"/>
                </a:lnTo>
                <a:lnTo>
                  <a:pt x="72657" y="5555"/>
                </a:lnTo>
                <a:close/>
                <a:moveTo>
                  <a:pt x="87387" y="8779"/>
                </a:moveTo>
                <a:lnTo>
                  <a:pt x="102116" y="12004"/>
                </a:lnTo>
                <a:lnTo>
                  <a:pt x="94255" y="1864"/>
                </a:lnTo>
                <a:close/>
                <a:moveTo>
                  <a:pt x="65788" y="12470"/>
                </a:moveTo>
                <a:lnTo>
                  <a:pt x="51058" y="9245"/>
                </a:lnTo>
                <a:lnTo>
                  <a:pt x="58919" y="19385"/>
                </a:lnTo>
                <a:close/>
                <a:moveTo>
                  <a:pt x="65788" y="12470"/>
                </a:moveTo>
                <a:lnTo>
                  <a:pt x="72657" y="5555"/>
                </a:lnTo>
                <a:lnTo>
                  <a:pt x="51058" y="9245"/>
                </a:lnTo>
                <a:close/>
                <a:moveTo>
                  <a:pt x="65788" y="12470"/>
                </a:moveTo>
                <a:lnTo>
                  <a:pt x="80518" y="15694"/>
                </a:lnTo>
                <a:lnTo>
                  <a:pt x="72657" y="5555"/>
                </a:lnTo>
                <a:close/>
                <a:moveTo>
                  <a:pt x="44190" y="16160"/>
                </a:moveTo>
                <a:lnTo>
                  <a:pt x="51058" y="9245"/>
                </a:lnTo>
                <a:lnTo>
                  <a:pt x="29460" y="12936"/>
                </a:lnTo>
                <a:close/>
                <a:moveTo>
                  <a:pt x="44190" y="16160"/>
                </a:moveTo>
                <a:lnTo>
                  <a:pt x="58919" y="19385"/>
                </a:lnTo>
                <a:lnTo>
                  <a:pt x="51058" y="9245"/>
                </a:lnTo>
                <a:close/>
                <a:moveTo>
                  <a:pt x="57927" y="2330"/>
                </a:moveTo>
                <a:lnTo>
                  <a:pt x="51058" y="9245"/>
                </a:lnTo>
                <a:lnTo>
                  <a:pt x="72657" y="5555"/>
                </a:lnTo>
                <a:close/>
                <a:moveTo>
                  <a:pt x="36328" y="6021"/>
                </a:moveTo>
                <a:lnTo>
                  <a:pt x="29460" y="12936"/>
                </a:lnTo>
                <a:lnTo>
                  <a:pt x="51058" y="9245"/>
                </a:lnTo>
                <a:close/>
                <a:moveTo>
                  <a:pt x="36328" y="6021"/>
                </a:moveTo>
                <a:lnTo>
                  <a:pt x="21599" y="2796"/>
                </a:lnTo>
                <a:lnTo>
                  <a:pt x="29460" y="12936"/>
                </a:lnTo>
                <a:close/>
                <a:moveTo>
                  <a:pt x="14730" y="9711"/>
                </a:moveTo>
                <a:lnTo>
                  <a:pt x="7861" y="16626"/>
                </a:lnTo>
                <a:lnTo>
                  <a:pt x="29460" y="12936"/>
                </a:lnTo>
                <a:close/>
                <a:moveTo>
                  <a:pt x="14730" y="9711"/>
                </a:moveTo>
                <a:lnTo>
                  <a:pt x="0" y="6487"/>
                </a:lnTo>
                <a:lnTo>
                  <a:pt x="7861" y="16626"/>
                </a:lnTo>
                <a:close/>
                <a:moveTo>
                  <a:pt x="14730" y="9711"/>
                </a:moveTo>
                <a:lnTo>
                  <a:pt x="21599" y="2796"/>
                </a:lnTo>
                <a:lnTo>
                  <a:pt x="0" y="6487"/>
                </a:lnTo>
                <a:close/>
                <a:moveTo>
                  <a:pt x="14730" y="9711"/>
                </a:moveTo>
                <a:lnTo>
                  <a:pt x="29460" y="12936"/>
                </a:lnTo>
                <a:lnTo>
                  <a:pt x="21599" y="2796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567" name="PANEL_01-slope--2-210_861">
            <a:extLst>
              <a:ext uri="{FF2B5EF4-FFF2-40B4-BE49-F238E27FC236}">
                <a16:creationId xmlns:a16="http://schemas.microsoft.com/office/drawing/2014/main" id="{97E6D91F-1C1C-49CD-9651-07420D716583}"/>
              </a:ext>
            </a:extLst>
          </p:cNvPr>
          <p:cNvSpPr>
            <a:spLocks/>
          </p:cNvSpPr>
          <p:nvPr/>
        </p:nvSpPr>
        <p:spPr>
          <a:xfrm>
            <a:off x="674759" y="545156"/>
            <a:ext cx="118874" cy="52023"/>
          </a:xfrm>
          <a:custGeom>
            <a:pathLst>
              <a:path w="80518" h="35237">
                <a:moveTo>
                  <a:pt x="65788" y="31432"/>
                </a:moveTo>
                <a:lnTo>
                  <a:pt x="58919" y="29694"/>
                </a:lnTo>
                <a:lnTo>
                  <a:pt x="80518" y="35237"/>
                </a:lnTo>
                <a:close/>
                <a:moveTo>
                  <a:pt x="44190" y="25024"/>
                </a:moveTo>
                <a:lnTo>
                  <a:pt x="37321" y="22692"/>
                </a:lnTo>
                <a:lnTo>
                  <a:pt x="58919" y="29694"/>
                </a:lnTo>
                <a:close/>
                <a:moveTo>
                  <a:pt x="44190" y="25024"/>
                </a:moveTo>
                <a:lnTo>
                  <a:pt x="29460" y="16910"/>
                </a:lnTo>
                <a:lnTo>
                  <a:pt x="37321" y="22692"/>
                </a:lnTo>
                <a:close/>
                <a:moveTo>
                  <a:pt x="44190" y="25024"/>
                </a:moveTo>
                <a:lnTo>
                  <a:pt x="58919" y="29694"/>
                </a:lnTo>
                <a:lnTo>
                  <a:pt x="51058" y="25770"/>
                </a:lnTo>
                <a:close/>
                <a:moveTo>
                  <a:pt x="22591" y="15585"/>
                </a:moveTo>
                <a:lnTo>
                  <a:pt x="29460" y="16910"/>
                </a:lnTo>
                <a:lnTo>
                  <a:pt x="7861" y="7585"/>
                </a:lnTo>
                <a:close/>
                <a:moveTo>
                  <a:pt x="22591" y="15585"/>
                </a:moveTo>
                <a:lnTo>
                  <a:pt x="37321" y="22692"/>
                </a:lnTo>
                <a:lnTo>
                  <a:pt x="29460" y="16910"/>
                </a:lnTo>
                <a:close/>
                <a:moveTo>
                  <a:pt x="14730" y="8252"/>
                </a:moveTo>
                <a:lnTo>
                  <a:pt x="7861" y="7585"/>
                </a:lnTo>
                <a:lnTo>
                  <a:pt x="29460" y="16910"/>
                </a:lnTo>
                <a:close/>
                <a:moveTo>
                  <a:pt x="14730" y="8252"/>
                </a:moveTo>
                <a:lnTo>
                  <a:pt x="0" y="0"/>
                </a:lnTo>
                <a:lnTo>
                  <a:pt x="7861" y="7585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568" name="PANEL_01-slope--2-215_862">
            <a:extLst>
              <a:ext uri="{FF2B5EF4-FFF2-40B4-BE49-F238E27FC236}">
                <a16:creationId xmlns:a16="http://schemas.microsoft.com/office/drawing/2014/main" id="{9B0BE197-9179-42A0-BB77-198BF394225F}"/>
              </a:ext>
            </a:extLst>
          </p:cNvPr>
          <p:cNvSpPr>
            <a:spLocks/>
          </p:cNvSpPr>
          <p:nvPr/>
        </p:nvSpPr>
        <p:spPr>
          <a:xfrm>
            <a:off x="481969" y="533464"/>
            <a:ext cx="926320" cy="273101"/>
          </a:xfrm>
          <a:custGeom>
            <a:pathLst>
              <a:path w="627429" h="184981">
                <a:moveTo>
                  <a:pt x="620560" y="184981"/>
                </a:moveTo>
                <a:lnTo>
                  <a:pt x="627429" y="183450"/>
                </a:lnTo>
                <a:lnTo>
                  <a:pt x="605830" y="178313"/>
                </a:lnTo>
                <a:close/>
                <a:moveTo>
                  <a:pt x="591100" y="172885"/>
                </a:moveTo>
                <a:lnTo>
                  <a:pt x="584232" y="174920"/>
                </a:lnTo>
                <a:lnTo>
                  <a:pt x="605830" y="178313"/>
                </a:lnTo>
                <a:close/>
                <a:moveTo>
                  <a:pt x="591100" y="172885"/>
                </a:moveTo>
                <a:lnTo>
                  <a:pt x="576370" y="165972"/>
                </a:lnTo>
                <a:lnTo>
                  <a:pt x="584232" y="174920"/>
                </a:lnTo>
                <a:close/>
                <a:moveTo>
                  <a:pt x="569502" y="167435"/>
                </a:moveTo>
                <a:lnTo>
                  <a:pt x="576370" y="165972"/>
                </a:lnTo>
                <a:lnTo>
                  <a:pt x="554772" y="159341"/>
                </a:lnTo>
                <a:close/>
                <a:moveTo>
                  <a:pt x="569502" y="167435"/>
                </a:moveTo>
                <a:lnTo>
                  <a:pt x="584232" y="174920"/>
                </a:lnTo>
                <a:lnTo>
                  <a:pt x="576370" y="165972"/>
                </a:lnTo>
                <a:close/>
                <a:moveTo>
                  <a:pt x="561641" y="159775"/>
                </a:moveTo>
                <a:lnTo>
                  <a:pt x="554772" y="159341"/>
                </a:lnTo>
                <a:lnTo>
                  <a:pt x="576370" y="165972"/>
                </a:lnTo>
                <a:close/>
                <a:moveTo>
                  <a:pt x="561641" y="159775"/>
                </a:moveTo>
                <a:lnTo>
                  <a:pt x="546911" y="149363"/>
                </a:lnTo>
                <a:lnTo>
                  <a:pt x="554772" y="159341"/>
                </a:lnTo>
                <a:close/>
                <a:moveTo>
                  <a:pt x="540042" y="150213"/>
                </a:moveTo>
                <a:lnTo>
                  <a:pt x="546911" y="149363"/>
                </a:lnTo>
                <a:lnTo>
                  <a:pt x="525312" y="139042"/>
                </a:lnTo>
                <a:close/>
                <a:moveTo>
                  <a:pt x="540042" y="150213"/>
                </a:moveTo>
                <a:lnTo>
                  <a:pt x="554772" y="159341"/>
                </a:lnTo>
                <a:lnTo>
                  <a:pt x="546911" y="149363"/>
                </a:lnTo>
                <a:close/>
                <a:moveTo>
                  <a:pt x="532181" y="138690"/>
                </a:moveTo>
                <a:lnTo>
                  <a:pt x="525312" y="139042"/>
                </a:lnTo>
                <a:lnTo>
                  <a:pt x="546911" y="149363"/>
                </a:lnTo>
                <a:close/>
                <a:moveTo>
                  <a:pt x="532181" y="138690"/>
                </a:moveTo>
                <a:lnTo>
                  <a:pt x="517451" y="123576"/>
                </a:lnTo>
                <a:lnTo>
                  <a:pt x="525312" y="139042"/>
                </a:lnTo>
                <a:close/>
                <a:moveTo>
                  <a:pt x="510582" y="128013"/>
                </a:moveTo>
                <a:lnTo>
                  <a:pt x="503714" y="130655"/>
                </a:lnTo>
                <a:lnTo>
                  <a:pt x="525312" y="139042"/>
                </a:lnTo>
                <a:close/>
                <a:moveTo>
                  <a:pt x="510582" y="128013"/>
                </a:moveTo>
                <a:lnTo>
                  <a:pt x="495853" y="116706"/>
                </a:lnTo>
                <a:lnTo>
                  <a:pt x="503714" y="130655"/>
                </a:lnTo>
                <a:close/>
                <a:moveTo>
                  <a:pt x="510582" y="128013"/>
                </a:moveTo>
                <a:lnTo>
                  <a:pt x="517451" y="123576"/>
                </a:lnTo>
                <a:lnTo>
                  <a:pt x="495853" y="116706"/>
                </a:lnTo>
                <a:close/>
                <a:moveTo>
                  <a:pt x="510582" y="128013"/>
                </a:moveTo>
                <a:lnTo>
                  <a:pt x="525312" y="139042"/>
                </a:lnTo>
                <a:lnTo>
                  <a:pt x="517451" y="123576"/>
                </a:lnTo>
                <a:close/>
                <a:moveTo>
                  <a:pt x="502721" y="110140"/>
                </a:moveTo>
                <a:lnTo>
                  <a:pt x="495853" y="116706"/>
                </a:lnTo>
                <a:lnTo>
                  <a:pt x="517451" y="123576"/>
                </a:lnTo>
                <a:close/>
                <a:moveTo>
                  <a:pt x="502721" y="110140"/>
                </a:moveTo>
                <a:lnTo>
                  <a:pt x="487991" y="97740"/>
                </a:lnTo>
                <a:lnTo>
                  <a:pt x="495853" y="116706"/>
                </a:lnTo>
                <a:close/>
                <a:moveTo>
                  <a:pt x="341685" y="8767"/>
                </a:moveTo>
                <a:lnTo>
                  <a:pt x="356415" y="20277"/>
                </a:lnTo>
                <a:lnTo>
                  <a:pt x="348554" y="6879"/>
                </a:lnTo>
                <a:close/>
                <a:moveTo>
                  <a:pt x="225831" y="45969"/>
                </a:moveTo>
                <a:lnTo>
                  <a:pt x="218963" y="45206"/>
                </a:lnTo>
                <a:lnTo>
                  <a:pt x="240561" y="42592"/>
                </a:lnTo>
                <a:close/>
                <a:moveTo>
                  <a:pt x="225831" y="45969"/>
                </a:moveTo>
                <a:lnTo>
                  <a:pt x="211102" y="43156"/>
                </a:lnTo>
                <a:lnTo>
                  <a:pt x="218963" y="45206"/>
                </a:lnTo>
                <a:close/>
                <a:moveTo>
                  <a:pt x="204233" y="42302"/>
                </a:moveTo>
                <a:lnTo>
                  <a:pt x="211102" y="43156"/>
                </a:lnTo>
                <a:lnTo>
                  <a:pt x="189503" y="37613"/>
                </a:lnTo>
                <a:close/>
                <a:moveTo>
                  <a:pt x="204233" y="42302"/>
                </a:moveTo>
                <a:lnTo>
                  <a:pt x="218963" y="45206"/>
                </a:lnTo>
                <a:lnTo>
                  <a:pt x="211102" y="43156"/>
                </a:lnTo>
                <a:close/>
                <a:moveTo>
                  <a:pt x="123715" y="8654"/>
                </a:moveTo>
                <a:lnTo>
                  <a:pt x="108985" y="3936"/>
                </a:lnTo>
                <a:lnTo>
                  <a:pt x="116846" y="8909"/>
                </a:lnTo>
                <a:close/>
                <a:moveTo>
                  <a:pt x="123715" y="8654"/>
                </a:moveTo>
                <a:lnTo>
                  <a:pt x="130584" y="7919"/>
                </a:lnTo>
                <a:lnTo>
                  <a:pt x="108985" y="3936"/>
                </a:lnTo>
                <a:close/>
                <a:moveTo>
                  <a:pt x="123715" y="8654"/>
                </a:moveTo>
                <a:lnTo>
                  <a:pt x="138445" y="15504"/>
                </a:lnTo>
                <a:lnTo>
                  <a:pt x="130584" y="7919"/>
                </a:lnTo>
                <a:close/>
                <a:moveTo>
                  <a:pt x="102116" y="5189"/>
                </a:moveTo>
                <a:lnTo>
                  <a:pt x="108985" y="3936"/>
                </a:lnTo>
                <a:lnTo>
                  <a:pt x="87387" y="3792"/>
                </a:lnTo>
                <a:close/>
                <a:moveTo>
                  <a:pt x="94255" y="1017"/>
                </a:moveTo>
                <a:lnTo>
                  <a:pt x="87387" y="3792"/>
                </a:lnTo>
                <a:lnTo>
                  <a:pt x="108985" y="3936"/>
                </a:lnTo>
                <a:close/>
                <a:moveTo>
                  <a:pt x="94255" y="1017"/>
                </a:moveTo>
                <a:lnTo>
                  <a:pt x="79525" y="1985"/>
                </a:lnTo>
                <a:lnTo>
                  <a:pt x="87387" y="3792"/>
                </a:lnTo>
                <a:close/>
                <a:moveTo>
                  <a:pt x="72657" y="3552"/>
                </a:moveTo>
                <a:lnTo>
                  <a:pt x="65788" y="2801"/>
                </a:lnTo>
                <a:lnTo>
                  <a:pt x="87387" y="3792"/>
                </a:lnTo>
                <a:close/>
                <a:moveTo>
                  <a:pt x="72657" y="3552"/>
                </a:moveTo>
                <a:lnTo>
                  <a:pt x="57927" y="2512"/>
                </a:lnTo>
                <a:lnTo>
                  <a:pt x="65788" y="2801"/>
                </a:lnTo>
                <a:close/>
                <a:moveTo>
                  <a:pt x="72657" y="3552"/>
                </a:moveTo>
                <a:lnTo>
                  <a:pt x="79525" y="1985"/>
                </a:lnTo>
                <a:lnTo>
                  <a:pt x="57927" y="2512"/>
                </a:lnTo>
                <a:close/>
                <a:moveTo>
                  <a:pt x="72657" y="3552"/>
                </a:moveTo>
                <a:lnTo>
                  <a:pt x="87387" y="3792"/>
                </a:lnTo>
                <a:lnTo>
                  <a:pt x="79525" y="1985"/>
                </a:lnTo>
                <a:close/>
                <a:moveTo>
                  <a:pt x="51058" y="0"/>
                </a:moveTo>
                <a:lnTo>
                  <a:pt x="57927" y="2512"/>
                </a:lnTo>
                <a:lnTo>
                  <a:pt x="36328" y="1866"/>
                </a:lnTo>
                <a:close/>
                <a:moveTo>
                  <a:pt x="51058" y="0"/>
                </a:moveTo>
                <a:lnTo>
                  <a:pt x="65788" y="2801"/>
                </a:lnTo>
                <a:lnTo>
                  <a:pt x="57927" y="2512"/>
                </a:lnTo>
                <a:close/>
                <a:moveTo>
                  <a:pt x="43197" y="3124"/>
                </a:moveTo>
                <a:lnTo>
                  <a:pt x="36328" y="1866"/>
                </a:lnTo>
                <a:lnTo>
                  <a:pt x="57927" y="2512"/>
                </a:lnTo>
                <a:close/>
                <a:moveTo>
                  <a:pt x="21599" y="3925"/>
                </a:moveTo>
                <a:lnTo>
                  <a:pt x="14730" y="5395"/>
                </a:lnTo>
                <a:lnTo>
                  <a:pt x="36328" y="1866"/>
                </a:lnTo>
                <a:close/>
                <a:moveTo>
                  <a:pt x="21599" y="3925"/>
                </a:moveTo>
                <a:lnTo>
                  <a:pt x="6869" y="9463"/>
                </a:lnTo>
                <a:lnTo>
                  <a:pt x="14730" y="5395"/>
                </a:lnTo>
                <a:close/>
                <a:moveTo>
                  <a:pt x="0" y="10162"/>
                </a:moveTo>
                <a:lnTo>
                  <a:pt x="14730" y="5395"/>
                </a:lnTo>
                <a:lnTo>
                  <a:pt x="6869" y="9463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69" name="PANEL_01-slope--2-220_863">
            <a:extLst>
              <a:ext uri="{FF2B5EF4-FFF2-40B4-BE49-F238E27FC236}">
                <a16:creationId xmlns:a16="http://schemas.microsoft.com/office/drawing/2014/main" id="{239BE2BE-9443-4129-920C-5C9E08F676E5}"/>
              </a:ext>
            </a:extLst>
          </p:cNvPr>
          <p:cNvSpPr>
            <a:spLocks/>
          </p:cNvSpPr>
          <p:nvPr/>
        </p:nvSpPr>
        <p:spPr>
          <a:xfrm>
            <a:off x="460222" y="534089"/>
            <a:ext cx="2215009" cy="281235"/>
          </a:xfrm>
          <a:custGeom>
            <a:pathLst>
              <a:path w="1500302" h="190490">
                <a:moveTo>
                  <a:pt x="1485572" y="151345"/>
                </a:moveTo>
                <a:lnTo>
                  <a:pt x="1492441" y="142962"/>
                </a:lnTo>
                <a:lnTo>
                  <a:pt x="1470843" y="140934"/>
                </a:lnTo>
                <a:close/>
                <a:moveTo>
                  <a:pt x="1485572" y="151345"/>
                </a:moveTo>
                <a:lnTo>
                  <a:pt x="1500302" y="162171"/>
                </a:lnTo>
                <a:lnTo>
                  <a:pt x="1492441" y="142962"/>
                </a:lnTo>
                <a:close/>
                <a:moveTo>
                  <a:pt x="1477711" y="131788"/>
                </a:moveTo>
                <a:lnTo>
                  <a:pt x="1470843" y="140934"/>
                </a:lnTo>
                <a:lnTo>
                  <a:pt x="1492441" y="142962"/>
                </a:lnTo>
                <a:close/>
                <a:moveTo>
                  <a:pt x="1477711" y="131788"/>
                </a:moveTo>
                <a:lnTo>
                  <a:pt x="1462981" y="120739"/>
                </a:lnTo>
                <a:lnTo>
                  <a:pt x="1470843" y="140934"/>
                </a:lnTo>
                <a:close/>
                <a:moveTo>
                  <a:pt x="1477711" y="131788"/>
                </a:moveTo>
                <a:lnTo>
                  <a:pt x="1492441" y="142962"/>
                </a:lnTo>
                <a:lnTo>
                  <a:pt x="1484580" y="123317"/>
                </a:lnTo>
                <a:close/>
                <a:moveTo>
                  <a:pt x="1456113" y="129587"/>
                </a:moveTo>
                <a:lnTo>
                  <a:pt x="1441383" y="118566"/>
                </a:lnTo>
                <a:lnTo>
                  <a:pt x="1449244" y="140094"/>
                </a:lnTo>
                <a:close/>
                <a:moveTo>
                  <a:pt x="1456113" y="129587"/>
                </a:moveTo>
                <a:lnTo>
                  <a:pt x="1462981" y="120739"/>
                </a:lnTo>
                <a:lnTo>
                  <a:pt x="1441383" y="118566"/>
                </a:lnTo>
                <a:close/>
                <a:moveTo>
                  <a:pt x="1456113" y="129587"/>
                </a:moveTo>
                <a:lnTo>
                  <a:pt x="1470843" y="140934"/>
                </a:lnTo>
                <a:lnTo>
                  <a:pt x="1462981" y="120739"/>
                </a:lnTo>
                <a:close/>
                <a:moveTo>
                  <a:pt x="1448252" y="109627"/>
                </a:moveTo>
                <a:lnTo>
                  <a:pt x="1441383" y="118566"/>
                </a:lnTo>
                <a:lnTo>
                  <a:pt x="1462981" y="120739"/>
                </a:lnTo>
                <a:close/>
                <a:moveTo>
                  <a:pt x="1448252" y="109627"/>
                </a:moveTo>
                <a:lnTo>
                  <a:pt x="1433522" y="95972"/>
                </a:lnTo>
                <a:lnTo>
                  <a:pt x="1441383" y="118566"/>
                </a:lnTo>
                <a:close/>
                <a:moveTo>
                  <a:pt x="1426653" y="106223"/>
                </a:moveTo>
                <a:lnTo>
                  <a:pt x="1441383" y="118566"/>
                </a:lnTo>
                <a:lnTo>
                  <a:pt x="1433522" y="95972"/>
                </a:lnTo>
                <a:close/>
                <a:moveTo>
                  <a:pt x="1100690" y="182140"/>
                </a:moveTo>
                <a:lnTo>
                  <a:pt x="1107559" y="177115"/>
                </a:lnTo>
                <a:lnTo>
                  <a:pt x="1085960" y="187575"/>
                </a:lnTo>
                <a:close/>
                <a:moveTo>
                  <a:pt x="686348" y="190490"/>
                </a:moveTo>
                <a:lnTo>
                  <a:pt x="693217" y="185786"/>
                </a:lnTo>
                <a:lnTo>
                  <a:pt x="671618" y="189477"/>
                </a:lnTo>
                <a:close/>
                <a:moveTo>
                  <a:pt x="656888" y="183223"/>
                </a:moveTo>
                <a:lnTo>
                  <a:pt x="650020" y="188709"/>
                </a:lnTo>
                <a:lnTo>
                  <a:pt x="671618" y="189477"/>
                </a:lnTo>
                <a:close/>
                <a:moveTo>
                  <a:pt x="656888" y="183223"/>
                </a:moveTo>
                <a:lnTo>
                  <a:pt x="642159" y="183027"/>
                </a:lnTo>
                <a:lnTo>
                  <a:pt x="650020" y="188709"/>
                </a:lnTo>
                <a:close/>
                <a:moveTo>
                  <a:pt x="656888" y="183223"/>
                </a:moveTo>
                <a:lnTo>
                  <a:pt x="663757" y="179337"/>
                </a:lnTo>
                <a:lnTo>
                  <a:pt x="642159" y="183027"/>
                </a:lnTo>
                <a:close/>
                <a:moveTo>
                  <a:pt x="656888" y="183223"/>
                </a:moveTo>
                <a:lnTo>
                  <a:pt x="671618" y="189477"/>
                </a:lnTo>
                <a:lnTo>
                  <a:pt x="663757" y="179337"/>
                </a:lnTo>
                <a:close/>
                <a:moveTo>
                  <a:pt x="635290" y="184558"/>
                </a:moveTo>
                <a:lnTo>
                  <a:pt x="650020" y="188709"/>
                </a:lnTo>
                <a:lnTo>
                  <a:pt x="642159" y="183027"/>
                </a:lnTo>
                <a:close/>
                <a:moveTo>
                  <a:pt x="627429" y="172591"/>
                </a:moveTo>
                <a:lnTo>
                  <a:pt x="620560" y="177890"/>
                </a:lnTo>
                <a:lnTo>
                  <a:pt x="642159" y="183027"/>
                </a:lnTo>
                <a:close/>
                <a:moveTo>
                  <a:pt x="627429" y="172591"/>
                </a:moveTo>
                <a:lnTo>
                  <a:pt x="612699" y="167401"/>
                </a:lnTo>
                <a:lnTo>
                  <a:pt x="620560" y="177890"/>
                </a:lnTo>
                <a:close/>
                <a:moveTo>
                  <a:pt x="605830" y="172462"/>
                </a:moveTo>
                <a:lnTo>
                  <a:pt x="612699" y="167401"/>
                </a:lnTo>
                <a:lnTo>
                  <a:pt x="591100" y="165549"/>
                </a:lnTo>
                <a:close/>
                <a:moveTo>
                  <a:pt x="605830" y="172462"/>
                </a:moveTo>
                <a:lnTo>
                  <a:pt x="620560" y="177890"/>
                </a:lnTo>
                <a:lnTo>
                  <a:pt x="612699" y="167401"/>
                </a:lnTo>
                <a:close/>
                <a:moveTo>
                  <a:pt x="503714" y="122489"/>
                </a:moveTo>
                <a:lnTo>
                  <a:pt x="510582" y="116283"/>
                </a:lnTo>
                <a:lnTo>
                  <a:pt x="488984" y="111812"/>
                </a:lnTo>
                <a:close/>
                <a:moveTo>
                  <a:pt x="495853" y="105337"/>
                </a:moveTo>
                <a:lnTo>
                  <a:pt x="488984" y="111812"/>
                </a:lnTo>
                <a:lnTo>
                  <a:pt x="510582" y="116283"/>
                </a:lnTo>
                <a:close/>
                <a:moveTo>
                  <a:pt x="495853" y="105337"/>
                </a:moveTo>
                <a:lnTo>
                  <a:pt x="481123" y="93069"/>
                </a:lnTo>
                <a:lnTo>
                  <a:pt x="488984" y="111812"/>
                </a:lnTo>
                <a:close/>
                <a:moveTo>
                  <a:pt x="495853" y="105337"/>
                </a:moveTo>
                <a:lnTo>
                  <a:pt x="502721" y="97317"/>
                </a:lnTo>
                <a:lnTo>
                  <a:pt x="481123" y="93069"/>
                </a:lnTo>
                <a:close/>
                <a:moveTo>
                  <a:pt x="495853" y="105337"/>
                </a:moveTo>
                <a:lnTo>
                  <a:pt x="510582" y="116283"/>
                </a:lnTo>
                <a:lnTo>
                  <a:pt x="502721" y="97317"/>
                </a:lnTo>
                <a:close/>
                <a:moveTo>
                  <a:pt x="474254" y="102843"/>
                </a:moveTo>
                <a:lnTo>
                  <a:pt x="481123" y="93069"/>
                </a:lnTo>
                <a:lnTo>
                  <a:pt x="459524" y="90281"/>
                </a:lnTo>
                <a:close/>
                <a:moveTo>
                  <a:pt x="474254" y="102843"/>
                </a:moveTo>
                <a:lnTo>
                  <a:pt x="488984" y="111812"/>
                </a:lnTo>
                <a:lnTo>
                  <a:pt x="481123" y="93069"/>
                </a:lnTo>
                <a:close/>
                <a:moveTo>
                  <a:pt x="466393" y="80444"/>
                </a:moveTo>
                <a:lnTo>
                  <a:pt x="459524" y="90281"/>
                </a:lnTo>
                <a:lnTo>
                  <a:pt x="481123" y="93069"/>
                </a:lnTo>
                <a:close/>
                <a:moveTo>
                  <a:pt x="466393" y="80444"/>
                </a:moveTo>
                <a:lnTo>
                  <a:pt x="451663" y="67274"/>
                </a:lnTo>
                <a:lnTo>
                  <a:pt x="459524" y="90281"/>
                </a:lnTo>
                <a:close/>
                <a:moveTo>
                  <a:pt x="466393" y="80444"/>
                </a:moveTo>
                <a:lnTo>
                  <a:pt x="473261" y="72003"/>
                </a:lnTo>
                <a:lnTo>
                  <a:pt x="451663" y="67274"/>
                </a:lnTo>
                <a:close/>
                <a:moveTo>
                  <a:pt x="466393" y="80444"/>
                </a:moveTo>
                <a:lnTo>
                  <a:pt x="481123" y="93069"/>
                </a:lnTo>
                <a:lnTo>
                  <a:pt x="473261" y="72003"/>
                </a:lnTo>
                <a:close/>
                <a:moveTo>
                  <a:pt x="444794" y="78556"/>
                </a:moveTo>
                <a:lnTo>
                  <a:pt x="451663" y="67274"/>
                </a:lnTo>
                <a:lnTo>
                  <a:pt x="430064" y="64176"/>
                </a:lnTo>
                <a:close/>
                <a:moveTo>
                  <a:pt x="444794" y="78556"/>
                </a:moveTo>
                <a:lnTo>
                  <a:pt x="459524" y="90281"/>
                </a:lnTo>
                <a:lnTo>
                  <a:pt x="451663" y="67274"/>
                </a:lnTo>
                <a:close/>
                <a:moveTo>
                  <a:pt x="436933" y="52840"/>
                </a:moveTo>
                <a:lnTo>
                  <a:pt x="430064" y="64176"/>
                </a:lnTo>
                <a:lnTo>
                  <a:pt x="451663" y="67274"/>
                </a:lnTo>
                <a:close/>
                <a:moveTo>
                  <a:pt x="436933" y="52840"/>
                </a:moveTo>
                <a:lnTo>
                  <a:pt x="422203" y="40323"/>
                </a:lnTo>
                <a:lnTo>
                  <a:pt x="430064" y="64176"/>
                </a:lnTo>
                <a:close/>
                <a:moveTo>
                  <a:pt x="436933" y="52840"/>
                </a:moveTo>
                <a:lnTo>
                  <a:pt x="451663" y="67274"/>
                </a:lnTo>
                <a:lnTo>
                  <a:pt x="443802" y="46117"/>
                </a:lnTo>
                <a:close/>
                <a:moveTo>
                  <a:pt x="415335" y="50685"/>
                </a:moveTo>
                <a:lnTo>
                  <a:pt x="400605" y="39319"/>
                </a:lnTo>
                <a:lnTo>
                  <a:pt x="408466" y="61793"/>
                </a:lnTo>
                <a:close/>
                <a:moveTo>
                  <a:pt x="415335" y="50685"/>
                </a:moveTo>
                <a:lnTo>
                  <a:pt x="422203" y="40323"/>
                </a:lnTo>
                <a:lnTo>
                  <a:pt x="400605" y="39319"/>
                </a:lnTo>
                <a:close/>
                <a:moveTo>
                  <a:pt x="415335" y="50685"/>
                </a:moveTo>
                <a:lnTo>
                  <a:pt x="430064" y="64176"/>
                </a:lnTo>
                <a:lnTo>
                  <a:pt x="422203" y="40323"/>
                </a:lnTo>
                <a:close/>
                <a:moveTo>
                  <a:pt x="407473" y="26321"/>
                </a:moveTo>
                <a:lnTo>
                  <a:pt x="400605" y="39319"/>
                </a:lnTo>
                <a:lnTo>
                  <a:pt x="422203" y="40323"/>
                </a:lnTo>
                <a:close/>
                <a:moveTo>
                  <a:pt x="385875" y="28433"/>
                </a:moveTo>
                <a:lnTo>
                  <a:pt x="379006" y="39115"/>
                </a:lnTo>
                <a:lnTo>
                  <a:pt x="400605" y="39319"/>
                </a:lnTo>
                <a:close/>
                <a:moveTo>
                  <a:pt x="385875" y="28433"/>
                </a:moveTo>
                <a:lnTo>
                  <a:pt x="371145" y="19854"/>
                </a:lnTo>
                <a:lnTo>
                  <a:pt x="379006" y="39115"/>
                </a:lnTo>
                <a:close/>
                <a:moveTo>
                  <a:pt x="385875" y="28433"/>
                </a:moveTo>
                <a:lnTo>
                  <a:pt x="392743" y="21728"/>
                </a:lnTo>
                <a:lnTo>
                  <a:pt x="371145" y="19854"/>
                </a:lnTo>
                <a:close/>
                <a:moveTo>
                  <a:pt x="385875" y="28433"/>
                </a:moveTo>
                <a:lnTo>
                  <a:pt x="400605" y="39319"/>
                </a:lnTo>
                <a:lnTo>
                  <a:pt x="392743" y="21728"/>
                </a:lnTo>
                <a:close/>
                <a:moveTo>
                  <a:pt x="364276" y="28489"/>
                </a:moveTo>
                <a:lnTo>
                  <a:pt x="371145" y="19854"/>
                </a:lnTo>
                <a:lnTo>
                  <a:pt x="349546" y="16471"/>
                </a:lnTo>
                <a:close/>
                <a:moveTo>
                  <a:pt x="364276" y="28489"/>
                </a:moveTo>
                <a:lnTo>
                  <a:pt x="379006" y="39115"/>
                </a:lnTo>
                <a:lnTo>
                  <a:pt x="371145" y="19854"/>
                </a:lnTo>
                <a:close/>
                <a:moveTo>
                  <a:pt x="356415" y="8344"/>
                </a:moveTo>
                <a:lnTo>
                  <a:pt x="349546" y="16471"/>
                </a:lnTo>
                <a:lnTo>
                  <a:pt x="371145" y="19854"/>
                </a:lnTo>
                <a:close/>
                <a:moveTo>
                  <a:pt x="356415" y="8344"/>
                </a:moveTo>
                <a:lnTo>
                  <a:pt x="341685" y="3256"/>
                </a:lnTo>
                <a:lnTo>
                  <a:pt x="349546" y="16471"/>
                </a:lnTo>
                <a:close/>
                <a:moveTo>
                  <a:pt x="334817" y="5776"/>
                </a:moveTo>
                <a:lnTo>
                  <a:pt x="341685" y="3256"/>
                </a:lnTo>
                <a:lnTo>
                  <a:pt x="320087" y="8597"/>
                </a:lnTo>
                <a:close/>
                <a:moveTo>
                  <a:pt x="334817" y="5776"/>
                </a:moveTo>
                <a:lnTo>
                  <a:pt x="349546" y="16471"/>
                </a:lnTo>
                <a:lnTo>
                  <a:pt x="341685" y="3256"/>
                </a:lnTo>
                <a:close/>
                <a:moveTo>
                  <a:pt x="313218" y="13909"/>
                </a:moveTo>
                <a:lnTo>
                  <a:pt x="320087" y="8597"/>
                </a:lnTo>
                <a:lnTo>
                  <a:pt x="298488" y="20296"/>
                </a:lnTo>
                <a:close/>
                <a:moveTo>
                  <a:pt x="291620" y="25831"/>
                </a:moveTo>
                <a:lnTo>
                  <a:pt x="298488" y="20296"/>
                </a:lnTo>
                <a:lnTo>
                  <a:pt x="276890" y="32672"/>
                </a:lnTo>
                <a:close/>
                <a:moveTo>
                  <a:pt x="270021" y="39043"/>
                </a:moveTo>
                <a:lnTo>
                  <a:pt x="276890" y="32672"/>
                </a:lnTo>
                <a:lnTo>
                  <a:pt x="255291" y="42169"/>
                </a:lnTo>
                <a:close/>
                <a:moveTo>
                  <a:pt x="326955" y="0"/>
                </a:moveTo>
                <a:lnTo>
                  <a:pt x="320087" y="8597"/>
                </a:lnTo>
                <a:lnTo>
                  <a:pt x="341685" y="3256"/>
                </a:lnTo>
                <a:close/>
                <a:moveTo>
                  <a:pt x="305357" y="14702"/>
                </a:moveTo>
                <a:lnTo>
                  <a:pt x="298488" y="20296"/>
                </a:lnTo>
                <a:lnTo>
                  <a:pt x="320087" y="8597"/>
                </a:lnTo>
                <a:close/>
                <a:moveTo>
                  <a:pt x="283758" y="26742"/>
                </a:moveTo>
                <a:lnTo>
                  <a:pt x="276890" y="32672"/>
                </a:lnTo>
                <a:lnTo>
                  <a:pt x="298488" y="20296"/>
                </a:lnTo>
                <a:close/>
                <a:moveTo>
                  <a:pt x="262160" y="39073"/>
                </a:moveTo>
                <a:lnTo>
                  <a:pt x="255291" y="42169"/>
                </a:lnTo>
                <a:lnTo>
                  <a:pt x="276890" y="32672"/>
                </a:lnTo>
                <a:close/>
                <a:moveTo>
                  <a:pt x="262160" y="39073"/>
                </a:moveTo>
                <a:lnTo>
                  <a:pt x="247430" y="42508"/>
                </a:lnTo>
                <a:lnTo>
                  <a:pt x="255291" y="42169"/>
                </a:lnTo>
                <a:close/>
                <a:moveTo>
                  <a:pt x="240561" y="45546"/>
                </a:moveTo>
                <a:lnTo>
                  <a:pt x="255291" y="42169"/>
                </a:lnTo>
                <a:lnTo>
                  <a:pt x="247430" y="42508"/>
                </a:lnTo>
                <a:close/>
                <a:moveTo>
                  <a:pt x="14730" y="9739"/>
                </a:moveTo>
                <a:lnTo>
                  <a:pt x="7861" y="12830"/>
                </a:lnTo>
                <a:lnTo>
                  <a:pt x="29460" y="4972"/>
                </a:lnTo>
                <a:close/>
                <a:moveTo>
                  <a:pt x="14730" y="9739"/>
                </a:moveTo>
                <a:lnTo>
                  <a:pt x="0" y="17658"/>
                </a:lnTo>
                <a:lnTo>
                  <a:pt x="7861" y="1283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70" name="PANEL_01-slope--2-225_864">
            <a:extLst>
              <a:ext uri="{FF2B5EF4-FFF2-40B4-BE49-F238E27FC236}">
                <a16:creationId xmlns:a16="http://schemas.microsoft.com/office/drawing/2014/main" id="{6EACE16B-8483-4322-AEF8-1E7C05070A63}"/>
              </a:ext>
            </a:extLst>
          </p:cNvPr>
          <p:cNvSpPr>
            <a:spLocks/>
          </p:cNvSpPr>
          <p:nvPr/>
        </p:nvSpPr>
        <p:spPr>
          <a:xfrm>
            <a:off x="932791" y="542617"/>
            <a:ext cx="1655454" cy="268404"/>
          </a:xfrm>
          <a:custGeom>
            <a:pathLst>
              <a:path w="1121296" h="181799">
                <a:moveTo>
                  <a:pt x="1106566" y="100446"/>
                </a:moveTo>
                <a:lnTo>
                  <a:pt x="1099698" y="113655"/>
                </a:lnTo>
                <a:lnTo>
                  <a:pt x="1121296" y="112789"/>
                </a:lnTo>
                <a:close/>
                <a:moveTo>
                  <a:pt x="1106566" y="100446"/>
                </a:moveTo>
                <a:lnTo>
                  <a:pt x="1091836" y="91969"/>
                </a:lnTo>
                <a:lnTo>
                  <a:pt x="1099698" y="113655"/>
                </a:lnTo>
                <a:close/>
                <a:moveTo>
                  <a:pt x="1106566" y="100446"/>
                </a:moveTo>
                <a:lnTo>
                  <a:pt x="1113435" y="90196"/>
                </a:lnTo>
                <a:lnTo>
                  <a:pt x="1091836" y="91969"/>
                </a:lnTo>
                <a:close/>
                <a:moveTo>
                  <a:pt x="1084968" y="104830"/>
                </a:moveTo>
                <a:lnTo>
                  <a:pt x="1091836" y="91969"/>
                </a:lnTo>
                <a:lnTo>
                  <a:pt x="1070238" y="96650"/>
                </a:lnTo>
                <a:close/>
                <a:moveTo>
                  <a:pt x="1084968" y="104830"/>
                </a:moveTo>
                <a:lnTo>
                  <a:pt x="1099698" y="113655"/>
                </a:lnTo>
                <a:lnTo>
                  <a:pt x="1091836" y="91969"/>
                </a:lnTo>
                <a:close/>
                <a:moveTo>
                  <a:pt x="1098705" y="78580"/>
                </a:moveTo>
                <a:lnTo>
                  <a:pt x="1091836" y="91969"/>
                </a:lnTo>
                <a:lnTo>
                  <a:pt x="1113435" y="90196"/>
                </a:lnTo>
                <a:close/>
                <a:moveTo>
                  <a:pt x="1077107" y="84021"/>
                </a:moveTo>
                <a:lnTo>
                  <a:pt x="1070238" y="96650"/>
                </a:lnTo>
                <a:lnTo>
                  <a:pt x="1091836" y="91969"/>
                </a:lnTo>
                <a:close/>
                <a:moveTo>
                  <a:pt x="1077107" y="84021"/>
                </a:moveTo>
                <a:lnTo>
                  <a:pt x="1062377" y="82554"/>
                </a:lnTo>
                <a:lnTo>
                  <a:pt x="1070238" y="96650"/>
                </a:lnTo>
                <a:close/>
                <a:moveTo>
                  <a:pt x="1077107" y="84021"/>
                </a:moveTo>
                <a:lnTo>
                  <a:pt x="1091836" y="91969"/>
                </a:lnTo>
                <a:lnTo>
                  <a:pt x="1083975" y="74929"/>
                </a:lnTo>
                <a:close/>
                <a:moveTo>
                  <a:pt x="1055508" y="90807"/>
                </a:moveTo>
                <a:lnTo>
                  <a:pt x="1048639" y="102914"/>
                </a:lnTo>
                <a:lnTo>
                  <a:pt x="1070238" y="96650"/>
                </a:lnTo>
                <a:close/>
                <a:moveTo>
                  <a:pt x="1055508" y="90807"/>
                </a:moveTo>
                <a:lnTo>
                  <a:pt x="1040778" y="92896"/>
                </a:lnTo>
                <a:lnTo>
                  <a:pt x="1048639" y="102914"/>
                </a:lnTo>
                <a:close/>
                <a:moveTo>
                  <a:pt x="1055508" y="90807"/>
                </a:moveTo>
                <a:lnTo>
                  <a:pt x="1062377" y="82554"/>
                </a:lnTo>
                <a:lnTo>
                  <a:pt x="1040778" y="92896"/>
                </a:lnTo>
                <a:close/>
                <a:moveTo>
                  <a:pt x="1055508" y="90807"/>
                </a:moveTo>
                <a:lnTo>
                  <a:pt x="1070238" y="96650"/>
                </a:lnTo>
                <a:lnTo>
                  <a:pt x="1062377" y="82554"/>
                </a:lnTo>
                <a:close/>
                <a:moveTo>
                  <a:pt x="1033910" y="102598"/>
                </a:moveTo>
                <a:lnTo>
                  <a:pt x="1019180" y="106638"/>
                </a:lnTo>
                <a:lnTo>
                  <a:pt x="1027041" y="114033"/>
                </a:lnTo>
                <a:close/>
                <a:moveTo>
                  <a:pt x="1033910" y="102598"/>
                </a:moveTo>
                <a:lnTo>
                  <a:pt x="1040778" y="92896"/>
                </a:lnTo>
                <a:lnTo>
                  <a:pt x="1019180" y="106638"/>
                </a:lnTo>
                <a:close/>
                <a:moveTo>
                  <a:pt x="1033910" y="102598"/>
                </a:moveTo>
                <a:lnTo>
                  <a:pt x="1048639" y="102914"/>
                </a:lnTo>
                <a:lnTo>
                  <a:pt x="1040778" y="92896"/>
                </a:lnTo>
                <a:close/>
                <a:moveTo>
                  <a:pt x="1012311" y="117915"/>
                </a:moveTo>
                <a:lnTo>
                  <a:pt x="997581" y="120140"/>
                </a:lnTo>
                <a:lnTo>
                  <a:pt x="1005442" y="128170"/>
                </a:lnTo>
                <a:close/>
                <a:moveTo>
                  <a:pt x="1012311" y="117915"/>
                </a:moveTo>
                <a:lnTo>
                  <a:pt x="1019180" y="106638"/>
                </a:lnTo>
                <a:lnTo>
                  <a:pt x="997581" y="120140"/>
                </a:lnTo>
                <a:close/>
                <a:moveTo>
                  <a:pt x="1012311" y="117915"/>
                </a:moveTo>
                <a:lnTo>
                  <a:pt x="1027041" y="114033"/>
                </a:lnTo>
                <a:lnTo>
                  <a:pt x="1019180" y="106638"/>
                </a:lnTo>
                <a:close/>
                <a:moveTo>
                  <a:pt x="990712" y="130167"/>
                </a:moveTo>
                <a:lnTo>
                  <a:pt x="975983" y="130415"/>
                </a:lnTo>
                <a:lnTo>
                  <a:pt x="983844" y="140135"/>
                </a:lnTo>
                <a:close/>
                <a:moveTo>
                  <a:pt x="990712" y="130167"/>
                </a:moveTo>
                <a:lnTo>
                  <a:pt x="997581" y="120140"/>
                </a:lnTo>
                <a:lnTo>
                  <a:pt x="975983" y="130415"/>
                </a:lnTo>
                <a:close/>
                <a:moveTo>
                  <a:pt x="990712" y="130167"/>
                </a:moveTo>
                <a:lnTo>
                  <a:pt x="1005442" y="128170"/>
                </a:lnTo>
                <a:lnTo>
                  <a:pt x="997581" y="120140"/>
                </a:lnTo>
                <a:close/>
                <a:moveTo>
                  <a:pt x="969114" y="139221"/>
                </a:moveTo>
                <a:lnTo>
                  <a:pt x="975983" y="130415"/>
                </a:lnTo>
                <a:lnTo>
                  <a:pt x="954384" y="137829"/>
                </a:lnTo>
                <a:close/>
                <a:moveTo>
                  <a:pt x="969114" y="139221"/>
                </a:moveTo>
                <a:lnTo>
                  <a:pt x="983844" y="140135"/>
                </a:lnTo>
                <a:lnTo>
                  <a:pt x="975983" y="130415"/>
                </a:lnTo>
                <a:close/>
                <a:moveTo>
                  <a:pt x="982851" y="122186"/>
                </a:moveTo>
                <a:lnTo>
                  <a:pt x="975983" y="130415"/>
                </a:lnTo>
                <a:lnTo>
                  <a:pt x="997581" y="120140"/>
                </a:lnTo>
                <a:close/>
                <a:moveTo>
                  <a:pt x="961253" y="130084"/>
                </a:moveTo>
                <a:lnTo>
                  <a:pt x="954384" y="137829"/>
                </a:lnTo>
                <a:lnTo>
                  <a:pt x="975983" y="130415"/>
                </a:lnTo>
                <a:close/>
                <a:moveTo>
                  <a:pt x="961253" y="130084"/>
                </a:moveTo>
                <a:lnTo>
                  <a:pt x="946523" y="128532"/>
                </a:lnTo>
                <a:lnTo>
                  <a:pt x="954384" y="137829"/>
                </a:lnTo>
                <a:close/>
                <a:moveTo>
                  <a:pt x="939654" y="135878"/>
                </a:moveTo>
                <a:lnTo>
                  <a:pt x="932786" y="144092"/>
                </a:lnTo>
                <a:lnTo>
                  <a:pt x="954384" y="137829"/>
                </a:lnTo>
                <a:close/>
                <a:moveTo>
                  <a:pt x="939654" y="135878"/>
                </a:moveTo>
                <a:lnTo>
                  <a:pt x="924924" y="132660"/>
                </a:lnTo>
                <a:lnTo>
                  <a:pt x="932786" y="144092"/>
                </a:lnTo>
                <a:close/>
                <a:moveTo>
                  <a:pt x="939654" y="135878"/>
                </a:moveTo>
                <a:lnTo>
                  <a:pt x="954384" y="137829"/>
                </a:lnTo>
                <a:lnTo>
                  <a:pt x="946523" y="128532"/>
                </a:lnTo>
                <a:close/>
                <a:moveTo>
                  <a:pt x="918056" y="139739"/>
                </a:moveTo>
                <a:lnTo>
                  <a:pt x="911187" y="151647"/>
                </a:lnTo>
                <a:lnTo>
                  <a:pt x="932786" y="144092"/>
                </a:lnTo>
                <a:close/>
                <a:moveTo>
                  <a:pt x="918056" y="139739"/>
                </a:moveTo>
                <a:lnTo>
                  <a:pt x="903326" y="139193"/>
                </a:lnTo>
                <a:lnTo>
                  <a:pt x="911187" y="151647"/>
                </a:lnTo>
                <a:close/>
                <a:moveTo>
                  <a:pt x="918056" y="139739"/>
                </a:moveTo>
                <a:lnTo>
                  <a:pt x="924924" y="132660"/>
                </a:lnTo>
                <a:lnTo>
                  <a:pt x="903326" y="139193"/>
                </a:lnTo>
                <a:close/>
                <a:moveTo>
                  <a:pt x="918056" y="139739"/>
                </a:moveTo>
                <a:lnTo>
                  <a:pt x="932786" y="144092"/>
                </a:lnTo>
                <a:lnTo>
                  <a:pt x="924924" y="132660"/>
                </a:lnTo>
                <a:close/>
                <a:moveTo>
                  <a:pt x="896457" y="149210"/>
                </a:moveTo>
                <a:lnTo>
                  <a:pt x="881727" y="148859"/>
                </a:lnTo>
                <a:lnTo>
                  <a:pt x="889589" y="160080"/>
                </a:lnTo>
                <a:close/>
                <a:moveTo>
                  <a:pt x="896457" y="149210"/>
                </a:moveTo>
                <a:lnTo>
                  <a:pt x="903326" y="139193"/>
                </a:lnTo>
                <a:lnTo>
                  <a:pt x="881727" y="148859"/>
                </a:lnTo>
                <a:close/>
                <a:moveTo>
                  <a:pt x="896457" y="149210"/>
                </a:moveTo>
                <a:lnTo>
                  <a:pt x="911187" y="151647"/>
                </a:lnTo>
                <a:lnTo>
                  <a:pt x="903326" y="139193"/>
                </a:lnTo>
                <a:close/>
                <a:moveTo>
                  <a:pt x="874859" y="159707"/>
                </a:moveTo>
                <a:lnTo>
                  <a:pt x="881727" y="148859"/>
                </a:lnTo>
                <a:lnTo>
                  <a:pt x="860129" y="158805"/>
                </a:lnTo>
                <a:close/>
                <a:moveTo>
                  <a:pt x="853260" y="168493"/>
                </a:moveTo>
                <a:lnTo>
                  <a:pt x="860129" y="158805"/>
                </a:lnTo>
                <a:lnTo>
                  <a:pt x="838530" y="166192"/>
                </a:lnTo>
                <a:close/>
                <a:moveTo>
                  <a:pt x="888596" y="138079"/>
                </a:moveTo>
                <a:lnTo>
                  <a:pt x="881727" y="148859"/>
                </a:lnTo>
                <a:lnTo>
                  <a:pt x="903326" y="139193"/>
                </a:lnTo>
                <a:close/>
                <a:moveTo>
                  <a:pt x="866998" y="148442"/>
                </a:moveTo>
                <a:lnTo>
                  <a:pt x="860129" y="158805"/>
                </a:lnTo>
                <a:lnTo>
                  <a:pt x="881727" y="148859"/>
                </a:lnTo>
                <a:close/>
                <a:moveTo>
                  <a:pt x="866998" y="148442"/>
                </a:moveTo>
                <a:lnTo>
                  <a:pt x="852268" y="147361"/>
                </a:lnTo>
                <a:lnTo>
                  <a:pt x="860129" y="158805"/>
                </a:lnTo>
                <a:close/>
                <a:moveTo>
                  <a:pt x="866998" y="148442"/>
                </a:moveTo>
                <a:lnTo>
                  <a:pt x="881727" y="148859"/>
                </a:lnTo>
                <a:lnTo>
                  <a:pt x="873866" y="139038"/>
                </a:lnTo>
                <a:close/>
                <a:moveTo>
                  <a:pt x="845399" y="158578"/>
                </a:moveTo>
                <a:lnTo>
                  <a:pt x="838530" y="166192"/>
                </a:lnTo>
                <a:lnTo>
                  <a:pt x="860129" y="158805"/>
                </a:lnTo>
                <a:close/>
                <a:moveTo>
                  <a:pt x="845399" y="158578"/>
                </a:moveTo>
                <a:lnTo>
                  <a:pt x="830669" y="154610"/>
                </a:lnTo>
                <a:lnTo>
                  <a:pt x="838530" y="166192"/>
                </a:lnTo>
                <a:close/>
                <a:moveTo>
                  <a:pt x="845399" y="158578"/>
                </a:moveTo>
                <a:lnTo>
                  <a:pt x="860129" y="158805"/>
                </a:lnTo>
                <a:lnTo>
                  <a:pt x="852268" y="147361"/>
                </a:lnTo>
                <a:close/>
                <a:moveTo>
                  <a:pt x="823800" y="163111"/>
                </a:moveTo>
                <a:lnTo>
                  <a:pt x="816932" y="171450"/>
                </a:lnTo>
                <a:lnTo>
                  <a:pt x="838530" y="166192"/>
                </a:lnTo>
                <a:close/>
                <a:moveTo>
                  <a:pt x="823800" y="163111"/>
                </a:moveTo>
                <a:lnTo>
                  <a:pt x="809071" y="162455"/>
                </a:lnTo>
                <a:lnTo>
                  <a:pt x="816932" y="171450"/>
                </a:lnTo>
                <a:close/>
                <a:moveTo>
                  <a:pt x="823800" y="163111"/>
                </a:moveTo>
                <a:lnTo>
                  <a:pt x="830669" y="154610"/>
                </a:lnTo>
                <a:lnTo>
                  <a:pt x="809071" y="162455"/>
                </a:lnTo>
                <a:close/>
                <a:moveTo>
                  <a:pt x="823800" y="163111"/>
                </a:moveTo>
                <a:lnTo>
                  <a:pt x="838530" y="166192"/>
                </a:lnTo>
                <a:lnTo>
                  <a:pt x="830669" y="154610"/>
                </a:lnTo>
                <a:close/>
                <a:moveTo>
                  <a:pt x="802202" y="168078"/>
                </a:moveTo>
                <a:lnTo>
                  <a:pt x="809071" y="162455"/>
                </a:lnTo>
                <a:lnTo>
                  <a:pt x="787472" y="171339"/>
                </a:lnTo>
                <a:close/>
                <a:moveTo>
                  <a:pt x="802202" y="168078"/>
                </a:moveTo>
                <a:lnTo>
                  <a:pt x="816932" y="171450"/>
                </a:lnTo>
                <a:lnTo>
                  <a:pt x="809071" y="162455"/>
                </a:lnTo>
                <a:close/>
                <a:moveTo>
                  <a:pt x="794341" y="166029"/>
                </a:moveTo>
                <a:lnTo>
                  <a:pt x="787472" y="171339"/>
                </a:lnTo>
                <a:lnTo>
                  <a:pt x="809071" y="162455"/>
                </a:lnTo>
                <a:close/>
                <a:moveTo>
                  <a:pt x="772742" y="174884"/>
                </a:moveTo>
                <a:lnTo>
                  <a:pt x="765874" y="181799"/>
                </a:lnTo>
                <a:lnTo>
                  <a:pt x="787472" y="171339"/>
                </a:lnTo>
                <a:close/>
                <a:moveTo>
                  <a:pt x="772742" y="174884"/>
                </a:moveTo>
                <a:lnTo>
                  <a:pt x="758012" y="171659"/>
                </a:lnTo>
                <a:lnTo>
                  <a:pt x="765874" y="181799"/>
                </a:lnTo>
                <a:close/>
                <a:moveTo>
                  <a:pt x="87387" y="20544"/>
                </a:moveTo>
                <a:lnTo>
                  <a:pt x="72657" y="15952"/>
                </a:lnTo>
                <a:lnTo>
                  <a:pt x="80518" y="33543"/>
                </a:lnTo>
                <a:close/>
                <a:moveTo>
                  <a:pt x="14730" y="0"/>
                </a:moveTo>
                <a:lnTo>
                  <a:pt x="0" y="2821"/>
                </a:lnTo>
                <a:lnTo>
                  <a:pt x="7861" y="9787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571" name="PANEL_01-water--2-230_865">
            <a:extLst>
              <a:ext uri="{FF2B5EF4-FFF2-40B4-BE49-F238E27FC236}">
                <a16:creationId xmlns:a16="http://schemas.microsoft.com/office/drawing/2014/main" id="{FDD7A991-E06F-4D96-A479-AE5F264460AA}"/>
              </a:ext>
            </a:extLst>
          </p:cNvPr>
          <p:cNvSpPr>
            <a:spLocks/>
          </p:cNvSpPr>
          <p:nvPr/>
        </p:nvSpPr>
        <p:spPr>
          <a:xfrm>
            <a:off x="1440177" y="794729"/>
            <a:ext cx="623331" cy="29940"/>
          </a:xfrm>
          <a:custGeom>
            <a:pathLst>
              <a:path w="422203" h="20280">
                <a:moveTo>
                  <a:pt x="407473" y="7810"/>
                </a:moveTo>
                <a:lnTo>
                  <a:pt x="400605" y="14725"/>
                </a:lnTo>
                <a:lnTo>
                  <a:pt x="422203" y="11035"/>
                </a:lnTo>
                <a:close/>
                <a:moveTo>
                  <a:pt x="407473" y="7810"/>
                </a:moveTo>
                <a:lnTo>
                  <a:pt x="392743" y="4585"/>
                </a:lnTo>
                <a:lnTo>
                  <a:pt x="400605" y="14725"/>
                </a:lnTo>
                <a:close/>
                <a:moveTo>
                  <a:pt x="407473" y="7810"/>
                </a:moveTo>
                <a:lnTo>
                  <a:pt x="422203" y="11035"/>
                </a:lnTo>
                <a:lnTo>
                  <a:pt x="414342" y="895"/>
                </a:lnTo>
                <a:close/>
                <a:moveTo>
                  <a:pt x="385875" y="11501"/>
                </a:moveTo>
                <a:lnTo>
                  <a:pt x="371145" y="8276"/>
                </a:lnTo>
                <a:lnTo>
                  <a:pt x="379006" y="18416"/>
                </a:lnTo>
                <a:close/>
                <a:moveTo>
                  <a:pt x="385875" y="11501"/>
                </a:moveTo>
                <a:lnTo>
                  <a:pt x="392743" y="4585"/>
                </a:lnTo>
                <a:lnTo>
                  <a:pt x="371145" y="8276"/>
                </a:lnTo>
                <a:close/>
                <a:moveTo>
                  <a:pt x="385875" y="11501"/>
                </a:moveTo>
                <a:lnTo>
                  <a:pt x="400605" y="14725"/>
                </a:lnTo>
                <a:lnTo>
                  <a:pt x="392743" y="4585"/>
                </a:lnTo>
                <a:close/>
                <a:moveTo>
                  <a:pt x="364276" y="15191"/>
                </a:moveTo>
                <a:lnTo>
                  <a:pt x="371145" y="8276"/>
                </a:lnTo>
                <a:lnTo>
                  <a:pt x="349546" y="11967"/>
                </a:lnTo>
                <a:close/>
                <a:moveTo>
                  <a:pt x="364276" y="15191"/>
                </a:moveTo>
                <a:lnTo>
                  <a:pt x="379006" y="18416"/>
                </a:lnTo>
                <a:lnTo>
                  <a:pt x="371145" y="8276"/>
                </a:lnTo>
                <a:close/>
                <a:moveTo>
                  <a:pt x="356415" y="5051"/>
                </a:moveTo>
                <a:lnTo>
                  <a:pt x="349546" y="11967"/>
                </a:lnTo>
                <a:lnTo>
                  <a:pt x="371145" y="8276"/>
                </a:lnTo>
                <a:close/>
                <a:moveTo>
                  <a:pt x="356415" y="5051"/>
                </a:moveTo>
                <a:lnTo>
                  <a:pt x="341685" y="1827"/>
                </a:lnTo>
                <a:lnTo>
                  <a:pt x="349546" y="11967"/>
                </a:lnTo>
                <a:close/>
                <a:moveTo>
                  <a:pt x="334817" y="8742"/>
                </a:moveTo>
                <a:lnTo>
                  <a:pt x="327948" y="15657"/>
                </a:lnTo>
                <a:lnTo>
                  <a:pt x="349546" y="11967"/>
                </a:lnTo>
                <a:close/>
                <a:moveTo>
                  <a:pt x="334817" y="8742"/>
                </a:moveTo>
                <a:lnTo>
                  <a:pt x="320087" y="5517"/>
                </a:lnTo>
                <a:lnTo>
                  <a:pt x="327948" y="15657"/>
                </a:lnTo>
                <a:close/>
                <a:moveTo>
                  <a:pt x="334817" y="8742"/>
                </a:moveTo>
                <a:lnTo>
                  <a:pt x="341685" y="1827"/>
                </a:lnTo>
                <a:lnTo>
                  <a:pt x="320087" y="5517"/>
                </a:lnTo>
                <a:close/>
                <a:moveTo>
                  <a:pt x="334817" y="8742"/>
                </a:moveTo>
                <a:lnTo>
                  <a:pt x="349546" y="11967"/>
                </a:lnTo>
                <a:lnTo>
                  <a:pt x="341685" y="1827"/>
                </a:lnTo>
                <a:close/>
                <a:moveTo>
                  <a:pt x="313218" y="12433"/>
                </a:moveTo>
                <a:lnTo>
                  <a:pt x="298488" y="9208"/>
                </a:lnTo>
                <a:lnTo>
                  <a:pt x="306349" y="19348"/>
                </a:lnTo>
                <a:close/>
                <a:moveTo>
                  <a:pt x="313218" y="12433"/>
                </a:moveTo>
                <a:lnTo>
                  <a:pt x="320087" y="5517"/>
                </a:lnTo>
                <a:lnTo>
                  <a:pt x="298488" y="9208"/>
                </a:lnTo>
                <a:close/>
                <a:moveTo>
                  <a:pt x="313218" y="12433"/>
                </a:moveTo>
                <a:lnTo>
                  <a:pt x="327948" y="15657"/>
                </a:lnTo>
                <a:lnTo>
                  <a:pt x="320087" y="5517"/>
                </a:lnTo>
                <a:close/>
                <a:moveTo>
                  <a:pt x="291620" y="16123"/>
                </a:moveTo>
                <a:lnTo>
                  <a:pt x="298488" y="9208"/>
                </a:lnTo>
                <a:lnTo>
                  <a:pt x="276890" y="12899"/>
                </a:lnTo>
                <a:close/>
                <a:moveTo>
                  <a:pt x="305357" y="2293"/>
                </a:moveTo>
                <a:lnTo>
                  <a:pt x="298488" y="9208"/>
                </a:lnTo>
                <a:lnTo>
                  <a:pt x="320087" y="5517"/>
                </a:lnTo>
                <a:close/>
                <a:moveTo>
                  <a:pt x="283758" y="5983"/>
                </a:moveTo>
                <a:lnTo>
                  <a:pt x="276890" y="12899"/>
                </a:lnTo>
                <a:lnTo>
                  <a:pt x="298488" y="9208"/>
                </a:lnTo>
                <a:close/>
                <a:moveTo>
                  <a:pt x="283758" y="5983"/>
                </a:moveTo>
                <a:lnTo>
                  <a:pt x="269028" y="2759"/>
                </a:lnTo>
                <a:lnTo>
                  <a:pt x="276890" y="12899"/>
                </a:lnTo>
                <a:close/>
                <a:moveTo>
                  <a:pt x="262160" y="9674"/>
                </a:moveTo>
                <a:lnTo>
                  <a:pt x="255291" y="16589"/>
                </a:lnTo>
                <a:lnTo>
                  <a:pt x="276890" y="12899"/>
                </a:lnTo>
                <a:close/>
                <a:moveTo>
                  <a:pt x="262160" y="9674"/>
                </a:moveTo>
                <a:lnTo>
                  <a:pt x="247430" y="6449"/>
                </a:lnTo>
                <a:lnTo>
                  <a:pt x="255291" y="16589"/>
                </a:lnTo>
                <a:close/>
                <a:moveTo>
                  <a:pt x="262160" y="9674"/>
                </a:moveTo>
                <a:lnTo>
                  <a:pt x="269028" y="2759"/>
                </a:lnTo>
                <a:lnTo>
                  <a:pt x="247430" y="6449"/>
                </a:lnTo>
                <a:close/>
                <a:moveTo>
                  <a:pt x="262160" y="9674"/>
                </a:moveTo>
                <a:lnTo>
                  <a:pt x="276890" y="12899"/>
                </a:lnTo>
                <a:lnTo>
                  <a:pt x="269028" y="2759"/>
                </a:lnTo>
                <a:close/>
                <a:moveTo>
                  <a:pt x="240561" y="13365"/>
                </a:moveTo>
                <a:lnTo>
                  <a:pt x="225831" y="10140"/>
                </a:lnTo>
                <a:lnTo>
                  <a:pt x="233693" y="20280"/>
                </a:lnTo>
                <a:close/>
                <a:moveTo>
                  <a:pt x="240561" y="13365"/>
                </a:moveTo>
                <a:lnTo>
                  <a:pt x="247430" y="6449"/>
                </a:lnTo>
                <a:lnTo>
                  <a:pt x="225831" y="10140"/>
                </a:lnTo>
                <a:close/>
                <a:moveTo>
                  <a:pt x="240561" y="13365"/>
                </a:moveTo>
                <a:lnTo>
                  <a:pt x="255291" y="16589"/>
                </a:lnTo>
                <a:lnTo>
                  <a:pt x="247430" y="6449"/>
                </a:lnTo>
                <a:close/>
                <a:moveTo>
                  <a:pt x="218963" y="17055"/>
                </a:moveTo>
                <a:lnTo>
                  <a:pt x="225831" y="10140"/>
                </a:lnTo>
                <a:lnTo>
                  <a:pt x="204233" y="13831"/>
                </a:lnTo>
                <a:close/>
                <a:moveTo>
                  <a:pt x="232700" y="3225"/>
                </a:moveTo>
                <a:lnTo>
                  <a:pt x="225831" y="10140"/>
                </a:lnTo>
                <a:lnTo>
                  <a:pt x="247430" y="6449"/>
                </a:lnTo>
                <a:close/>
                <a:moveTo>
                  <a:pt x="211102" y="6915"/>
                </a:moveTo>
                <a:lnTo>
                  <a:pt x="204233" y="13831"/>
                </a:lnTo>
                <a:lnTo>
                  <a:pt x="225831" y="10140"/>
                </a:lnTo>
                <a:close/>
                <a:moveTo>
                  <a:pt x="211102" y="6915"/>
                </a:moveTo>
                <a:lnTo>
                  <a:pt x="196372" y="3691"/>
                </a:lnTo>
                <a:lnTo>
                  <a:pt x="204233" y="13831"/>
                </a:lnTo>
                <a:close/>
                <a:moveTo>
                  <a:pt x="211102" y="6915"/>
                </a:moveTo>
                <a:lnTo>
                  <a:pt x="225831" y="10140"/>
                </a:lnTo>
                <a:lnTo>
                  <a:pt x="217970" y="0"/>
                </a:lnTo>
                <a:close/>
                <a:moveTo>
                  <a:pt x="189503" y="10606"/>
                </a:moveTo>
                <a:lnTo>
                  <a:pt x="182634" y="17521"/>
                </a:lnTo>
                <a:lnTo>
                  <a:pt x="204233" y="13831"/>
                </a:lnTo>
                <a:close/>
                <a:moveTo>
                  <a:pt x="189503" y="10606"/>
                </a:moveTo>
                <a:lnTo>
                  <a:pt x="174773" y="7381"/>
                </a:lnTo>
                <a:lnTo>
                  <a:pt x="182634" y="17521"/>
                </a:lnTo>
                <a:close/>
                <a:moveTo>
                  <a:pt x="189503" y="10606"/>
                </a:moveTo>
                <a:lnTo>
                  <a:pt x="196372" y="3691"/>
                </a:lnTo>
                <a:lnTo>
                  <a:pt x="174773" y="7381"/>
                </a:lnTo>
                <a:close/>
                <a:moveTo>
                  <a:pt x="189503" y="10606"/>
                </a:moveTo>
                <a:lnTo>
                  <a:pt x="204233" y="13831"/>
                </a:lnTo>
                <a:lnTo>
                  <a:pt x="196372" y="3691"/>
                </a:lnTo>
                <a:close/>
                <a:moveTo>
                  <a:pt x="167905" y="14296"/>
                </a:moveTo>
                <a:lnTo>
                  <a:pt x="174773" y="7381"/>
                </a:lnTo>
                <a:lnTo>
                  <a:pt x="153175" y="11072"/>
                </a:lnTo>
                <a:close/>
                <a:moveTo>
                  <a:pt x="167905" y="14296"/>
                </a:moveTo>
                <a:lnTo>
                  <a:pt x="182634" y="17521"/>
                </a:lnTo>
                <a:lnTo>
                  <a:pt x="174773" y="7381"/>
                </a:lnTo>
                <a:close/>
                <a:moveTo>
                  <a:pt x="146306" y="17987"/>
                </a:moveTo>
                <a:lnTo>
                  <a:pt x="153175" y="11072"/>
                </a:lnTo>
                <a:lnTo>
                  <a:pt x="131576" y="14762"/>
                </a:lnTo>
                <a:close/>
                <a:moveTo>
                  <a:pt x="160043" y="4157"/>
                </a:moveTo>
                <a:lnTo>
                  <a:pt x="153175" y="11072"/>
                </a:lnTo>
                <a:lnTo>
                  <a:pt x="174773" y="7381"/>
                </a:lnTo>
                <a:close/>
                <a:moveTo>
                  <a:pt x="160043" y="4157"/>
                </a:moveTo>
                <a:lnTo>
                  <a:pt x="145314" y="932"/>
                </a:lnTo>
                <a:lnTo>
                  <a:pt x="153175" y="11072"/>
                </a:lnTo>
                <a:close/>
                <a:moveTo>
                  <a:pt x="138445" y="7847"/>
                </a:moveTo>
                <a:lnTo>
                  <a:pt x="131576" y="14762"/>
                </a:lnTo>
                <a:lnTo>
                  <a:pt x="153175" y="11072"/>
                </a:lnTo>
                <a:close/>
                <a:moveTo>
                  <a:pt x="138445" y="7847"/>
                </a:moveTo>
                <a:lnTo>
                  <a:pt x="123715" y="4623"/>
                </a:lnTo>
                <a:lnTo>
                  <a:pt x="131576" y="14762"/>
                </a:lnTo>
                <a:close/>
                <a:moveTo>
                  <a:pt x="138445" y="7847"/>
                </a:moveTo>
                <a:lnTo>
                  <a:pt x="153175" y="11072"/>
                </a:lnTo>
                <a:lnTo>
                  <a:pt x="145314" y="932"/>
                </a:lnTo>
                <a:close/>
                <a:moveTo>
                  <a:pt x="116846" y="11538"/>
                </a:moveTo>
                <a:lnTo>
                  <a:pt x="102116" y="8313"/>
                </a:lnTo>
                <a:lnTo>
                  <a:pt x="109978" y="18453"/>
                </a:lnTo>
                <a:close/>
                <a:moveTo>
                  <a:pt x="116846" y="11538"/>
                </a:moveTo>
                <a:lnTo>
                  <a:pt x="123715" y="4623"/>
                </a:lnTo>
                <a:lnTo>
                  <a:pt x="102116" y="8313"/>
                </a:lnTo>
                <a:close/>
                <a:moveTo>
                  <a:pt x="116846" y="11538"/>
                </a:moveTo>
                <a:lnTo>
                  <a:pt x="131576" y="14762"/>
                </a:lnTo>
                <a:lnTo>
                  <a:pt x="123715" y="4623"/>
                </a:lnTo>
                <a:close/>
                <a:moveTo>
                  <a:pt x="95248" y="15228"/>
                </a:moveTo>
                <a:lnTo>
                  <a:pt x="102116" y="8313"/>
                </a:lnTo>
                <a:lnTo>
                  <a:pt x="80518" y="12004"/>
                </a:lnTo>
                <a:close/>
                <a:moveTo>
                  <a:pt x="95248" y="15228"/>
                </a:moveTo>
                <a:lnTo>
                  <a:pt x="109978" y="18453"/>
                </a:lnTo>
                <a:lnTo>
                  <a:pt x="102116" y="8313"/>
                </a:lnTo>
                <a:close/>
                <a:moveTo>
                  <a:pt x="87387" y="5089"/>
                </a:moveTo>
                <a:lnTo>
                  <a:pt x="80518" y="12004"/>
                </a:lnTo>
                <a:lnTo>
                  <a:pt x="102116" y="8313"/>
                </a:lnTo>
                <a:close/>
                <a:moveTo>
                  <a:pt x="87387" y="5089"/>
                </a:moveTo>
                <a:lnTo>
                  <a:pt x="72657" y="1864"/>
                </a:lnTo>
                <a:lnTo>
                  <a:pt x="80518" y="12004"/>
                </a:lnTo>
                <a:close/>
                <a:moveTo>
                  <a:pt x="65788" y="8779"/>
                </a:moveTo>
                <a:lnTo>
                  <a:pt x="58919" y="15694"/>
                </a:lnTo>
                <a:lnTo>
                  <a:pt x="80518" y="12004"/>
                </a:lnTo>
                <a:close/>
                <a:moveTo>
                  <a:pt x="65788" y="8779"/>
                </a:moveTo>
                <a:lnTo>
                  <a:pt x="51058" y="5555"/>
                </a:lnTo>
                <a:lnTo>
                  <a:pt x="58919" y="15694"/>
                </a:lnTo>
                <a:close/>
                <a:moveTo>
                  <a:pt x="65788" y="8779"/>
                </a:moveTo>
                <a:lnTo>
                  <a:pt x="72657" y="1864"/>
                </a:lnTo>
                <a:lnTo>
                  <a:pt x="51058" y="5555"/>
                </a:lnTo>
                <a:close/>
                <a:moveTo>
                  <a:pt x="65788" y="8779"/>
                </a:moveTo>
                <a:lnTo>
                  <a:pt x="80518" y="12004"/>
                </a:lnTo>
                <a:lnTo>
                  <a:pt x="72657" y="1864"/>
                </a:lnTo>
                <a:close/>
                <a:moveTo>
                  <a:pt x="44190" y="12470"/>
                </a:moveTo>
                <a:lnTo>
                  <a:pt x="29460" y="9245"/>
                </a:lnTo>
                <a:lnTo>
                  <a:pt x="37321" y="19385"/>
                </a:lnTo>
                <a:close/>
                <a:moveTo>
                  <a:pt x="44190" y="12470"/>
                </a:moveTo>
                <a:lnTo>
                  <a:pt x="51058" y="5555"/>
                </a:lnTo>
                <a:lnTo>
                  <a:pt x="29460" y="9245"/>
                </a:lnTo>
                <a:close/>
                <a:moveTo>
                  <a:pt x="44190" y="12470"/>
                </a:moveTo>
                <a:lnTo>
                  <a:pt x="58919" y="15694"/>
                </a:lnTo>
                <a:lnTo>
                  <a:pt x="51058" y="5555"/>
                </a:lnTo>
                <a:close/>
                <a:moveTo>
                  <a:pt x="36328" y="2330"/>
                </a:moveTo>
                <a:lnTo>
                  <a:pt x="29460" y="9245"/>
                </a:lnTo>
                <a:lnTo>
                  <a:pt x="51058" y="5555"/>
                </a:lnTo>
                <a:close/>
                <a:moveTo>
                  <a:pt x="14730" y="6021"/>
                </a:moveTo>
                <a:lnTo>
                  <a:pt x="7861" y="12936"/>
                </a:lnTo>
                <a:lnTo>
                  <a:pt x="29460" y="9245"/>
                </a:lnTo>
                <a:close/>
                <a:moveTo>
                  <a:pt x="14730" y="6021"/>
                </a:moveTo>
                <a:lnTo>
                  <a:pt x="0" y="2796"/>
                </a:lnTo>
                <a:lnTo>
                  <a:pt x="7861" y="12936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572" name="PANEL_01-slope--1-210_866">
            <a:extLst>
              <a:ext uri="{FF2B5EF4-FFF2-40B4-BE49-F238E27FC236}">
                <a16:creationId xmlns:a16="http://schemas.microsoft.com/office/drawing/2014/main" id="{EFAB08CA-A6D4-4A40-8DEB-7D7E29E70C55}"/>
              </a:ext>
            </a:extLst>
          </p:cNvPr>
          <p:cNvSpPr>
            <a:spLocks/>
          </p:cNvSpPr>
          <p:nvPr/>
        </p:nvSpPr>
        <p:spPr>
          <a:xfrm>
            <a:off x="654478" y="546617"/>
            <a:ext cx="646542" cy="222981"/>
          </a:xfrm>
          <a:custGeom>
            <a:pathLst>
              <a:path w="437926" h="151033">
                <a:moveTo>
                  <a:pt x="431057" y="151033"/>
                </a:moveTo>
                <a:lnTo>
                  <a:pt x="437926" y="150432"/>
                </a:lnTo>
                <a:lnTo>
                  <a:pt x="416327" y="140851"/>
                </a:lnTo>
                <a:close/>
                <a:moveTo>
                  <a:pt x="423196" y="141304"/>
                </a:moveTo>
                <a:lnTo>
                  <a:pt x="416327" y="140851"/>
                </a:lnTo>
                <a:lnTo>
                  <a:pt x="437926" y="150432"/>
                </a:lnTo>
                <a:close/>
                <a:moveTo>
                  <a:pt x="423196" y="141304"/>
                </a:moveTo>
                <a:lnTo>
                  <a:pt x="408466" y="130133"/>
                </a:lnTo>
                <a:lnTo>
                  <a:pt x="416327" y="140851"/>
                </a:lnTo>
                <a:close/>
                <a:moveTo>
                  <a:pt x="401597" y="130343"/>
                </a:moveTo>
                <a:lnTo>
                  <a:pt x="416327" y="140851"/>
                </a:lnTo>
                <a:lnTo>
                  <a:pt x="408466" y="130133"/>
                </a:lnTo>
                <a:close/>
                <a:moveTo>
                  <a:pt x="65788" y="26949"/>
                </a:moveTo>
                <a:lnTo>
                  <a:pt x="72657" y="28704"/>
                </a:lnTo>
                <a:lnTo>
                  <a:pt x="51058" y="21703"/>
                </a:lnTo>
                <a:close/>
                <a:moveTo>
                  <a:pt x="65788" y="26949"/>
                </a:moveTo>
                <a:lnTo>
                  <a:pt x="80518" y="32983"/>
                </a:lnTo>
                <a:lnTo>
                  <a:pt x="72657" y="28704"/>
                </a:lnTo>
                <a:close/>
                <a:moveTo>
                  <a:pt x="44190" y="21232"/>
                </a:moveTo>
                <a:lnTo>
                  <a:pt x="51058" y="21703"/>
                </a:lnTo>
                <a:lnTo>
                  <a:pt x="29460" y="13644"/>
                </a:lnTo>
                <a:close/>
                <a:moveTo>
                  <a:pt x="36328" y="14595"/>
                </a:moveTo>
                <a:lnTo>
                  <a:pt x="29460" y="13644"/>
                </a:lnTo>
                <a:lnTo>
                  <a:pt x="51058" y="21703"/>
                </a:lnTo>
                <a:close/>
                <a:moveTo>
                  <a:pt x="36328" y="14595"/>
                </a:moveTo>
                <a:lnTo>
                  <a:pt x="21599" y="6596"/>
                </a:lnTo>
                <a:lnTo>
                  <a:pt x="29460" y="13644"/>
                </a:lnTo>
                <a:close/>
                <a:moveTo>
                  <a:pt x="14730" y="4780"/>
                </a:moveTo>
                <a:lnTo>
                  <a:pt x="21599" y="6596"/>
                </a:lnTo>
                <a:lnTo>
                  <a:pt x="0" y="0"/>
                </a:lnTo>
                <a:close/>
                <a:moveTo>
                  <a:pt x="14730" y="4780"/>
                </a:moveTo>
                <a:lnTo>
                  <a:pt x="29460" y="13644"/>
                </a:lnTo>
                <a:lnTo>
                  <a:pt x="21599" y="6596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573" name="PANEL_01-slope--1-215_867">
            <a:extLst>
              <a:ext uri="{FF2B5EF4-FFF2-40B4-BE49-F238E27FC236}">
                <a16:creationId xmlns:a16="http://schemas.microsoft.com/office/drawing/2014/main" id="{8F21A03B-7843-48E5-A29E-9EC6DC965EC3}"/>
              </a:ext>
            </a:extLst>
          </p:cNvPr>
          <p:cNvSpPr>
            <a:spLocks/>
          </p:cNvSpPr>
          <p:nvPr/>
        </p:nvSpPr>
        <p:spPr>
          <a:xfrm>
            <a:off x="503717" y="533464"/>
            <a:ext cx="884292" cy="279211"/>
          </a:xfrm>
          <a:custGeom>
            <a:pathLst>
              <a:path w="598962" h="189119">
                <a:moveTo>
                  <a:pt x="584232" y="182372"/>
                </a:moveTo>
                <a:lnTo>
                  <a:pt x="577363" y="185312"/>
                </a:lnTo>
                <a:lnTo>
                  <a:pt x="598962" y="189119"/>
                </a:lnTo>
                <a:close/>
                <a:moveTo>
                  <a:pt x="584232" y="182372"/>
                </a:moveTo>
                <a:lnTo>
                  <a:pt x="569502" y="174920"/>
                </a:lnTo>
                <a:lnTo>
                  <a:pt x="577363" y="185312"/>
                </a:lnTo>
                <a:close/>
                <a:moveTo>
                  <a:pt x="584232" y="182372"/>
                </a:moveTo>
                <a:lnTo>
                  <a:pt x="591100" y="178313"/>
                </a:lnTo>
                <a:lnTo>
                  <a:pt x="569502" y="174920"/>
                </a:lnTo>
                <a:close/>
                <a:moveTo>
                  <a:pt x="562633" y="176990"/>
                </a:moveTo>
                <a:lnTo>
                  <a:pt x="569502" y="174920"/>
                </a:lnTo>
                <a:lnTo>
                  <a:pt x="547903" y="168456"/>
                </a:lnTo>
                <a:close/>
                <a:moveTo>
                  <a:pt x="554772" y="167435"/>
                </a:moveTo>
                <a:lnTo>
                  <a:pt x="547903" y="168456"/>
                </a:lnTo>
                <a:lnTo>
                  <a:pt x="569502" y="174920"/>
                </a:lnTo>
                <a:close/>
                <a:moveTo>
                  <a:pt x="554772" y="167435"/>
                </a:moveTo>
                <a:lnTo>
                  <a:pt x="540042" y="159341"/>
                </a:lnTo>
                <a:lnTo>
                  <a:pt x="547903" y="168456"/>
                </a:lnTo>
                <a:close/>
                <a:moveTo>
                  <a:pt x="533173" y="159941"/>
                </a:moveTo>
                <a:lnTo>
                  <a:pt x="547903" y="168456"/>
                </a:lnTo>
                <a:lnTo>
                  <a:pt x="540042" y="159341"/>
                </a:lnTo>
                <a:close/>
                <a:moveTo>
                  <a:pt x="503714" y="139252"/>
                </a:moveTo>
                <a:lnTo>
                  <a:pt x="496845" y="140651"/>
                </a:lnTo>
                <a:lnTo>
                  <a:pt x="518444" y="149759"/>
                </a:lnTo>
                <a:close/>
                <a:moveTo>
                  <a:pt x="503714" y="139252"/>
                </a:moveTo>
                <a:lnTo>
                  <a:pt x="488984" y="130655"/>
                </a:lnTo>
                <a:lnTo>
                  <a:pt x="496845" y="140651"/>
                </a:lnTo>
                <a:close/>
                <a:moveTo>
                  <a:pt x="503714" y="139252"/>
                </a:moveTo>
                <a:lnTo>
                  <a:pt x="510582" y="139042"/>
                </a:lnTo>
                <a:lnTo>
                  <a:pt x="488984" y="130655"/>
                </a:lnTo>
                <a:close/>
                <a:moveTo>
                  <a:pt x="482115" y="132445"/>
                </a:moveTo>
                <a:lnTo>
                  <a:pt x="488984" y="130655"/>
                </a:lnTo>
                <a:lnTo>
                  <a:pt x="467385" y="124371"/>
                </a:lnTo>
                <a:close/>
                <a:moveTo>
                  <a:pt x="474254" y="122912"/>
                </a:moveTo>
                <a:lnTo>
                  <a:pt x="467385" y="124371"/>
                </a:lnTo>
                <a:lnTo>
                  <a:pt x="488984" y="130655"/>
                </a:lnTo>
                <a:close/>
                <a:moveTo>
                  <a:pt x="474254" y="122912"/>
                </a:moveTo>
                <a:lnTo>
                  <a:pt x="459524" y="112235"/>
                </a:lnTo>
                <a:lnTo>
                  <a:pt x="467385" y="124371"/>
                </a:lnTo>
                <a:close/>
                <a:moveTo>
                  <a:pt x="452656" y="117002"/>
                </a:moveTo>
                <a:lnTo>
                  <a:pt x="459524" y="112235"/>
                </a:lnTo>
                <a:lnTo>
                  <a:pt x="437926" y="107743"/>
                </a:lnTo>
                <a:close/>
                <a:moveTo>
                  <a:pt x="452656" y="117002"/>
                </a:moveTo>
                <a:lnTo>
                  <a:pt x="467385" y="124371"/>
                </a:lnTo>
                <a:lnTo>
                  <a:pt x="459524" y="112235"/>
                </a:lnTo>
                <a:close/>
                <a:moveTo>
                  <a:pt x="423196" y="99703"/>
                </a:moveTo>
                <a:lnTo>
                  <a:pt x="416327" y="101673"/>
                </a:lnTo>
                <a:lnTo>
                  <a:pt x="437926" y="107743"/>
                </a:lnTo>
                <a:close/>
                <a:moveTo>
                  <a:pt x="423196" y="99703"/>
                </a:moveTo>
                <a:lnTo>
                  <a:pt x="408466" y="86586"/>
                </a:lnTo>
                <a:lnTo>
                  <a:pt x="416327" y="101673"/>
                </a:lnTo>
                <a:close/>
                <a:moveTo>
                  <a:pt x="401597" y="92615"/>
                </a:moveTo>
                <a:lnTo>
                  <a:pt x="408466" y="86586"/>
                </a:lnTo>
                <a:lnTo>
                  <a:pt x="386867" y="80537"/>
                </a:lnTo>
                <a:close/>
                <a:moveTo>
                  <a:pt x="218963" y="45437"/>
                </a:moveTo>
                <a:lnTo>
                  <a:pt x="204233" y="45206"/>
                </a:lnTo>
                <a:lnTo>
                  <a:pt x="212094" y="47138"/>
                </a:lnTo>
                <a:close/>
                <a:moveTo>
                  <a:pt x="197364" y="47116"/>
                </a:moveTo>
                <a:lnTo>
                  <a:pt x="204233" y="45206"/>
                </a:lnTo>
                <a:lnTo>
                  <a:pt x="182634" y="41892"/>
                </a:lnTo>
                <a:close/>
                <a:moveTo>
                  <a:pt x="197364" y="47116"/>
                </a:moveTo>
                <a:lnTo>
                  <a:pt x="212094" y="47138"/>
                </a:lnTo>
                <a:lnTo>
                  <a:pt x="204233" y="45206"/>
                </a:lnTo>
                <a:close/>
                <a:moveTo>
                  <a:pt x="189503" y="42302"/>
                </a:moveTo>
                <a:lnTo>
                  <a:pt x="182634" y="41892"/>
                </a:lnTo>
                <a:lnTo>
                  <a:pt x="204233" y="45206"/>
                </a:lnTo>
                <a:close/>
                <a:moveTo>
                  <a:pt x="189503" y="42302"/>
                </a:moveTo>
                <a:lnTo>
                  <a:pt x="174773" y="37613"/>
                </a:lnTo>
                <a:lnTo>
                  <a:pt x="182634" y="41892"/>
                </a:lnTo>
                <a:close/>
                <a:moveTo>
                  <a:pt x="167905" y="35857"/>
                </a:moveTo>
                <a:lnTo>
                  <a:pt x="161036" y="35791"/>
                </a:lnTo>
                <a:lnTo>
                  <a:pt x="182634" y="41892"/>
                </a:lnTo>
                <a:close/>
                <a:moveTo>
                  <a:pt x="167905" y="35857"/>
                </a:moveTo>
                <a:lnTo>
                  <a:pt x="153175" y="30611"/>
                </a:lnTo>
                <a:lnTo>
                  <a:pt x="161036" y="35791"/>
                </a:lnTo>
                <a:close/>
                <a:moveTo>
                  <a:pt x="108985" y="8654"/>
                </a:moveTo>
                <a:lnTo>
                  <a:pt x="102116" y="8909"/>
                </a:lnTo>
                <a:lnTo>
                  <a:pt x="123715" y="15504"/>
                </a:lnTo>
                <a:close/>
                <a:moveTo>
                  <a:pt x="87387" y="5189"/>
                </a:moveTo>
                <a:lnTo>
                  <a:pt x="80518" y="6594"/>
                </a:lnTo>
                <a:lnTo>
                  <a:pt x="102116" y="8909"/>
                </a:lnTo>
                <a:close/>
                <a:moveTo>
                  <a:pt x="87387" y="5189"/>
                </a:moveTo>
                <a:lnTo>
                  <a:pt x="72657" y="3792"/>
                </a:lnTo>
                <a:lnTo>
                  <a:pt x="80518" y="6594"/>
                </a:lnTo>
                <a:close/>
                <a:moveTo>
                  <a:pt x="87387" y="5189"/>
                </a:moveTo>
                <a:lnTo>
                  <a:pt x="102116" y="8909"/>
                </a:lnTo>
                <a:lnTo>
                  <a:pt x="94255" y="3936"/>
                </a:lnTo>
                <a:close/>
                <a:moveTo>
                  <a:pt x="65788" y="5410"/>
                </a:moveTo>
                <a:lnTo>
                  <a:pt x="51058" y="2801"/>
                </a:lnTo>
                <a:lnTo>
                  <a:pt x="58919" y="4782"/>
                </a:lnTo>
                <a:close/>
                <a:moveTo>
                  <a:pt x="65788" y="5410"/>
                </a:moveTo>
                <a:lnTo>
                  <a:pt x="72657" y="3792"/>
                </a:lnTo>
                <a:lnTo>
                  <a:pt x="51058" y="2801"/>
                </a:lnTo>
                <a:close/>
                <a:moveTo>
                  <a:pt x="65788" y="5410"/>
                </a:moveTo>
                <a:lnTo>
                  <a:pt x="80518" y="6594"/>
                </a:lnTo>
                <a:lnTo>
                  <a:pt x="72657" y="3792"/>
                </a:lnTo>
                <a:close/>
                <a:moveTo>
                  <a:pt x="44190" y="2241"/>
                </a:moveTo>
                <a:lnTo>
                  <a:pt x="51058" y="2801"/>
                </a:lnTo>
                <a:lnTo>
                  <a:pt x="29460" y="797"/>
                </a:lnTo>
                <a:close/>
                <a:moveTo>
                  <a:pt x="36328" y="0"/>
                </a:moveTo>
                <a:lnTo>
                  <a:pt x="29460" y="797"/>
                </a:lnTo>
                <a:lnTo>
                  <a:pt x="51058" y="2801"/>
                </a:lnTo>
                <a:close/>
                <a:moveTo>
                  <a:pt x="36328" y="0"/>
                </a:moveTo>
                <a:lnTo>
                  <a:pt x="21599" y="1866"/>
                </a:lnTo>
                <a:lnTo>
                  <a:pt x="29460" y="797"/>
                </a:lnTo>
                <a:close/>
                <a:moveTo>
                  <a:pt x="14730" y="415"/>
                </a:moveTo>
                <a:lnTo>
                  <a:pt x="7861" y="3712"/>
                </a:lnTo>
                <a:lnTo>
                  <a:pt x="29460" y="797"/>
                </a:lnTo>
                <a:close/>
                <a:moveTo>
                  <a:pt x="14730" y="415"/>
                </a:moveTo>
                <a:lnTo>
                  <a:pt x="21599" y="1866"/>
                </a:lnTo>
                <a:lnTo>
                  <a:pt x="0" y="5395"/>
                </a:lnTo>
                <a:close/>
                <a:moveTo>
                  <a:pt x="14730" y="415"/>
                </a:moveTo>
                <a:lnTo>
                  <a:pt x="29460" y="797"/>
                </a:lnTo>
                <a:lnTo>
                  <a:pt x="21599" y="1866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74" name="PANEL_01-slope--1-220_868">
            <a:extLst>
              <a:ext uri="{FF2B5EF4-FFF2-40B4-BE49-F238E27FC236}">
                <a16:creationId xmlns:a16="http://schemas.microsoft.com/office/drawing/2014/main" id="{B7BC62C7-7F1A-4519-802A-2CCE226532A5}"/>
              </a:ext>
            </a:extLst>
          </p:cNvPr>
          <p:cNvSpPr>
            <a:spLocks/>
          </p:cNvSpPr>
          <p:nvPr/>
        </p:nvSpPr>
        <p:spPr>
          <a:xfrm>
            <a:off x="471829" y="534078"/>
            <a:ext cx="2215009" cy="294720"/>
          </a:xfrm>
          <a:custGeom>
            <a:pathLst>
              <a:path w="1500302" h="199625">
                <a:moveTo>
                  <a:pt x="1485572" y="170921"/>
                </a:moveTo>
                <a:lnTo>
                  <a:pt x="1470843" y="160898"/>
                </a:lnTo>
                <a:lnTo>
                  <a:pt x="1478704" y="178093"/>
                </a:lnTo>
                <a:close/>
                <a:moveTo>
                  <a:pt x="1485572" y="170921"/>
                </a:moveTo>
                <a:lnTo>
                  <a:pt x="1492441" y="162179"/>
                </a:lnTo>
                <a:lnTo>
                  <a:pt x="1470843" y="160898"/>
                </a:lnTo>
                <a:close/>
                <a:moveTo>
                  <a:pt x="1485572" y="170921"/>
                </a:moveTo>
                <a:lnTo>
                  <a:pt x="1500302" y="179799"/>
                </a:lnTo>
                <a:lnTo>
                  <a:pt x="1492441" y="162179"/>
                </a:lnTo>
                <a:close/>
                <a:moveTo>
                  <a:pt x="1477711" y="151353"/>
                </a:moveTo>
                <a:lnTo>
                  <a:pt x="1470843" y="160898"/>
                </a:lnTo>
                <a:lnTo>
                  <a:pt x="1492441" y="162179"/>
                </a:lnTo>
                <a:close/>
                <a:moveTo>
                  <a:pt x="1477711" y="151353"/>
                </a:moveTo>
                <a:lnTo>
                  <a:pt x="1462981" y="140942"/>
                </a:lnTo>
                <a:lnTo>
                  <a:pt x="1470843" y="160898"/>
                </a:lnTo>
                <a:close/>
                <a:moveTo>
                  <a:pt x="1456113" y="151025"/>
                </a:moveTo>
                <a:lnTo>
                  <a:pt x="1449244" y="160555"/>
                </a:lnTo>
                <a:lnTo>
                  <a:pt x="1470843" y="160898"/>
                </a:lnTo>
                <a:close/>
                <a:moveTo>
                  <a:pt x="1456113" y="151025"/>
                </a:moveTo>
                <a:lnTo>
                  <a:pt x="1441383" y="140102"/>
                </a:lnTo>
                <a:lnTo>
                  <a:pt x="1449244" y="160555"/>
                </a:lnTo>
                <a:close/>
                <a:moveTo>
                  <a:pt x="1456113" y="151025"/>
                </a:moveTo>
                <a:lnTo>
                  <a:pt x="1462981" y="140942"/>
                </a:lnTo>
                <a:lnTo>
                  <a:pt x="1441383" y="140102"/>
                </a:lnTo>
                <a:close/>
                <a:moveTo>
                  <a:pt x="1456113" y="151025"/>
                </a:moveTo>
                <a:lnTo>
                  <a:pt x="1470843" y="160898"/>
                </a:lnTo>
                <a:lnTo>
                  <a:pt x="1462981" y="140942"/>
                </a:lnTo>
                <a:close/>
                <a:moveTo>
                  <a:pt x="1448252" y="129595"/>
                </a:moveTo>
                <a:lnTo>
                  <a:pt x="1441383" y="140102"/>
                </a:lnTo>
                <a:lnTo>
                  <a:pt x="1462981" y="140942"/>
                </a:lnTo>
                <a:close/>
                <a:moveTo>
                  <a:pt x="1426653" y="128834"/>
                </a:moveTo>
                <a:lnTo>
                  <a:pt x="1441383" y="140102"/>
                </a:lnTo>
                <a:lnTo>
                  <a:pt x="1433522" y="118574"/>
                </a:lnTo>
                <a:close/>
                <a:moveTo>
                  <a:pt x="1216544" y="168805"/>
                </a:moveTo>
                <a:lnTo>
                  <a:pt x="1201814" y="165864"/>
                </a:lnTo>
                <a:lnTo>
                  <a:pt x="1209675" y="172524"/>
                </a:lnTo>
                <a:close/>
                <a:moveTo>
                  <a:pt x="1165486" y="174277"/>
                </a:moveTo>
                <a:lnTo>
                  <a:pt x="1158617" y="178976"/>
                </a:lnTo>
                <a:lnTo>
                  <a:pt x="1180216" y="173248"/>
                </a:lnTo>
                <a:close/>
                <a:moveTo>
                  <a:pt x="1165486" y="174277"/>
                </a:moveTo>
                <a:lnTo>
                  <a:pt x="1150756" y="171977"/>
                </a:lnTo>
                <a:lnTo>
                  <a:pt x="1158617" y="178976"/>
                </a:lnTo>
                <a:close/>
                <a:moveTo>
                  <a:pt x="1143887" y="180372"/>
                </a:moveTo>
                <a:lnTo>
                  <a:pt x="1129157" y="177234"/>
                </a:lnTo>
                <a:lnTo>
                  <a:pt x="1137019" y="183781"/>
                </a:lnTo>
                <a:close/>
                <a:moveTo>
                  <a:pt x="678487" y="190498"/>
                </a:moveTo>
                <a:lnTo>
                  <a:pt x="693217" y="195934"/>
                </a:lnTo>
                <a:lnTo>
                  <a:pt x="685356" y="185794"/>
                </a:lnTo>
                <a:close/>
                <a:moveTo>
                  <a:pt x="656888" y="191979"/>
                </a:moveTo>
                <a:lnTo>
                  <a:pt x="650020" y="198121"/>
                </a:lnTo>
                <a:lnTo>
                  <a:pt x="671618" y="199625"/>
                </a:lnTo>
                <a:close/>
                <a:moveTo>
                  <a:pt x="656888" y="191979"/>
                </a:moveTo>
                <a:lnTo>
                  <a:pt x="642159" y="188717"/>
                </a:lnTo>
                <a:lnTo>
                  <a:pt x="650020" y="198121"/>
                </a:lnTo>
                <a:close/>
                <a:moveTo>
                  <a:pt x="656888" y="191979"/>
                </a:moveTo>
                <a:lnTo>
                  <a:pt x="663757" y="189485"/>
                </a:lnTo>
                <a:lnTo>
                  <a:pt x="642159" y="188717"/>
                </a:lnTo>
                <a:close/>
                <a:moveTo>
                  <a:pt x="656888" y="191979"/>
                </a:moveTo>
                <a:lnTo>
                  <a:pt x="671618" y="199625"/>
                </a:lnTo>
                <a:lnTo>
                  <a:pt x="663757" y="189485"/>
                </a:lnTo>
                <a:close/>
                <a:moveTo>
                  <a:pt x="635290" y="195092"/>
                </a:moveTo>
                <a:lnTo>
                  <a:pt x="642159" y="188717"/>
                </a:lnTo>
                <a:lnTo>
                  <a:pt x="620560" y="188704"/>
                </a:lnTo>
                <a:close/>
                <a:moveTo>
                  <a:pt x="635290" y="195092"/>
                </a:moveTo>
                <a:lnTo>
                  <a:pt x="650020" y="198121"/>
                </a:lnTo>
                <a:lnTo>
                  <a:pt x="642159" y="188717"/>
                </a:lnTo>
                <a:close/>
                <a:moveTo>
                  <a:pt x="627429" y="184566"/>
                </a:moveTo>
                <a:lnTo>
                  <a:pt x="620560" y="188704"/>
                </a:lnTo>
                <a:lnTo>
                  <a:pt x="642159" y="188717"/>
                </a:lnTo>
                <a:close/>
                <a:moveTo>
                  <a:pt x="627429" y="184566"/>
                </a:moveTo>
                <a:lnTo>
                  <a:pt x="612699" y="177898"/>
                </a:lnTo>
                <a:lnTo>
                  <a:pt x="620560" y="188704"/>
                </a:lnTo>
                <a:close/>
                <a:moveTo>
                  <a:pt x="605830" y="181957"/>
                </a:moveTo>
                <a:lnTo>
                  <a:pt x="620560" y="188704"/>
                </a:lnTo>
                <a:lnTo>
                  <a:pt x="612699" y="177898"/>
                </a:lnTo>
                <a:close/>
                <a:moveTo>
                  <a:pt x="495853" y="122497"/>
                </a:moveTo>
                <a:lnTo>
                  <a:pt x="510582" y="130241"/>
                </a:lnTo>
                <a:lnTo>
                  <a:pt x="502721" y="116291"/>
                </a:lnTo>
                <a:close/>
                <a:moveTo>
                  <a:pt x="466393" y="102851"/>
                </a:moveTo>
                <a:lnTo>
                  <a:pt x="459524" y="107328"/>
                </a:lnTo>
                <a:lnTo>
                  <a:pt x="481123" y="111820"/>
                </a:lnTo>
                <a:close/>
                <a:moveTo>
                  <a:pt x="466393" y="102851"/>
                </a:moveTo>
                <a:lnTo>
                  <a:pt x="451663" y="90289"/>
                </a:lnTo>
                <a:lnTo>
                  <a:pt x="459524" y="107328"/>
                </a:lnTo>
                <a:close/>
                <a:moveTo>
                  <a:pt x="444794" y="99289"/>
                </a:moveTo>
                <a:lnTo>
                  <a:pt x="451663" y="90289"/>
                </a:lnTo>
                <a:lnTo>
                  <a:pt x="430064" y="86172"/>
                </a:lnTo>
                <a:close/>
                <a:moveTo>
                  <a:pt x="444794" y="99289"/>
                </a:moveTo>
                <a:lnTo>
                  <a:pt x="459524" y="107328"/>
                </a:lnTo>
                <a:lnTo>
                  <a:pt x="451663" y="90289"/>
                </a:lnTo>
                <a:close/>
                <a:moveTo>
                  <a:pt x="436933" y="78564"/>
                </a:moveTo>
                <a:lnTo>
                  <a:pt x="430064" y="86172"/>
                </a:lnTo>
                <a:lnTo>
                  <a:pt x="451663" y="90289"/>
                </a:lnTo>
                <a:close/>
                <a:moveTo>
                  <a:pt x="436933" y="78564"/>
                </a:moveTo>
                <a:lnTo>
                  <a:pt x="422203" y="64185"/>
                </a:lnTo>
                <a:lnTo>
                  <a:pt x="430064" y="86172"/>
                </a:lnTo>
                <a:close/>
                <a:moveTo>
                  <a:pt x="415335" y="74633"/>
                </a:moveTo>
                <a:lnTo>
                  <a:pt x="408466" y="80123"/>
                </a:lnTo>
                <a:lnTo>
                  <a:pt x="430064" y="86172"/>
                </a:lnTo>
                <a:close/>
                <a:moveTo>
                  <a:pt x="415335" y="74633"/>
                </a:moveTo>
                <a:lnTo>
                  <a:pt x="400605" y="61801"/>
                </a:lnTo>
                <a:lnTo>
                  <a:pt x="408466" y="80123"/>
                </a:lnTo>
                <a:close/>
                <a:moveTo>
                  <a:pt x="415335" y="74633"/>
                </a:moveTo>
                <a:lnTo>
                  <a:pt x="422203" y="64185"/>
                </a:lnTo>
                <a:lnTo>
                  <a:pt x="400605" y="61801"/>
                </a:lnTo>
                <a:close/>
                <a:moveTo>
                  <a:pt x="415335" y="74633"/>
                </a:moveTo>
                <a:lnTo>
                  <a:pt x="430064" y="86172"/>
                </a:lnTo>
                <a:lnTo>
                  <a:pt x="422203" y="64185"/>
                </a:lnTo>
                <a:close/>
                <a:moveTo>
                  <a:pt x="393736" y="70032"/>
                </a:moveTo>
                <a:lnTo>
                  <a:pt x="400605" y="61801"/>
                </a:lnTo>
                <a:lnTo>
                  <a:pt x="379006" y="57086"/>
                </a:lnTo>
                <a:close/>
                <a:moveTo>
                  <a:pt x="393736" y="70032"/>
                </a:moveTo>
                <a:lnTo>
                  <a:pt x="408466" y="80123"/>
                </a:lnTo>
                <a:lnTo>
                  <a:pt x="400605" y="61801"/>
                </a:lnTo>
                <a:close/>
                <a:moveTo>
                  <a:pt x="407473" y="50693"/>
                </a:moveTo>
                <a:lnTo>
                  <a:pt x="400605" y="61801"/>
                </a:lnTo>
                <a:lnTo>
                  <a:pt x="422203" y="64185"/>
                </a:lnTo>
                <a:close/>
                <a:moveTo>
                  <a:pt x="385875" y="51846"/>
                </a:moveTo>
                <a:lnTo>
                  <a:pt x="379006" y="57086"/>
                </a:lnTo>
                <a:lnTo>
                  <a:pt x="400605" y="61801"/>
                </a:lnTo>
                <a:close/>
                <a:moveTo>
                  <a:pt x="385875" y="51846"/>
                </a:moveTo>
                <a:lnTo>
                  <a:pt x="371145" y="39123"/>
                </a:lnTo>
                <a:lnTo>
                  <a:pt x="379006" y="57086"/>
                </a:lnTo>
                <a:close/>
                <a:moveTo>
                  <a:pt x="385875" y="51846"/>
                </a:moveTo>
                <a:lnTo>
                  <a:pt x="392743" y="39327"/>
                </a:lnTo>
                <a:lnTo>
                  <a:pt x="371145" y="39123"/>
                </a:lnTo>
                <a:close/>
                <a:moveTo>
                  <a:pt x="385875" y="51846"/>
                </a:moveTo>
                <a:lnTo>
                  <a:pt x="400605" y="61801"/>
                </a:lnTo>
                <a:lnTo>
                  <a:pt x="392743" y="39327"/>
                </a:lnTo>
                <a:close/>
                <a:moveTo>
                  <a:pt x="364276" y="47707"/>
                </a:moveTo>
                <a:lnTo>
                  <a:pt x="371145" y="39123"/>
                </a:lnTo>
                <a:lnTo>
                  <a:pt x="349546" y="34531"/>
                </a:lnTo>
                <a:close/>
                <a:moveTo>
                  <a:pt x="364276" y="47707"/>
                </a:moveTo>
                <a:lnTo>
                  <a:pt x="379006" y="57086"/>
                </a:lnTo>
                <a:lnTo>
                  <a:pt x="371145" y="39123"/>
                </a:lnTo>
                <a:close/>
                <a:moveTo>
                  <a:pt x="356415" y="28497"/>
                </a:moveTo>
                <a:lnTo>
                  <a:pt x="349546" y="34531"/>
                </a:lnTo>
                <a:lnTo>
                  <a:pt x="371145" y="39123"/>
                </a:lnTo>
                <a:close/>
                <a:moveTo>
                  <a:pt x="356415" y="28497"/>
                </a:moveTo>
                <a:lnTo>
                  <a:pt x="341685" y="16479"/>
                </a:lnTo>
                <a:lnTo>
                  <a:pt x="349546" y="34531"/>
                </a:lnTo>
                <a:close/>
                <a:moveTo>
                  <a:pt x="334817" y="23282"/>
                </a:moveTo>
                <a:lnTo>
                  <a:pt x="320087" y="15572"/>
                </a:lnTo>
                <a:lnTo>
                  <a:pt x="327948" y="27401"/>
                </a:lnTo>
                <a:close/>
                <a:moveTo>
                  <a:pt x="334817" y="23282"/>
                </a:moveTo>
                <a:lnTo>
                  <a:pt x="341685" y="16479"/>
                </a:lnTo>
                <a:lnTo>
                  <a:pt x="320087" y="15572"/>
                </a:lnTo>
                <a:close/>
                <a:moveTo>
                  <a:pt x="334817" y="23282"/>
                </a:moveTo>
                <a:lnTo>
                  <a:pt x="349546" y="34531"/>
                </a:lnTo>
                <a:lnTo>
                  <a:pt x="341685" y="16479"/>
                </a:lnTo>
                <a:close/>
                <a:moveTo>
                  <a:pt x="313218" y="19303"/>
                </a:moveTo>
                <a:lnTo>
                  <a:pt x="320087" y="15572"/>
                </a:lnTo>
                <a:lnTo>
                  <a:pt x="298488" y="21918"/>
                </a:lnTo>
                <a:close/>
                <a:moveTo>
                  <a:pt x="326955" y="5784"/>
                </a:moveTo>
                <a:lnTo>
                  <a:pt x="320087" y="15572"/>
                </a:lnTo>
                <a:lnTo>
                  <a:pt x="341685" y="16479"/>
                </a:lnTo>
                <a:close/>
                <a:moveTo>
                  <a:pt x="283758" y="25839"/>
                </a:moveTo>
                <a:lnTo>
                  <a:pt x="269028" y="32680"/>
                </a:lnTo>
                <a:lnTo>
                  <a:pt x="276890" y="32867"/>
                </a:lnTo>
                <a:close/>
                <a:moveTo>
                  <a:pt x="283758" y="25839"/>
                </a:moveTo>
                <a:lnTo>
                  <a:pt x="298488" y="21918"/>
                </a:lnTo>
                <a:lnTo>
                  <a:pt x="290627" y="20304"/>
                </a:lnTo>
                <a:close/>
                <a:moveTo>
                  <a:pt x="262160" y="39051"/>
                </a:moveTo>
                <a:lnTo>
                  <a:pt x="255291" y="41761"/>
                </a:lnTo>
                <a:lnTo>
                  <a:pt x="276890" y="32867"/>
                </a:lnTo>
                <a:close/>
                <a:moveTo>
                  <a:pt x="262160" y="39051"/>
                </a:moveTo>
                <a:lnTo>
                  <a:pt x="247430" y="42177"/>
                </a:lnTo>
                <a:lnTo>
                  <a:pt x="255291" y="41761"/>
                </a:lnTo>
                <a:close/>
                <a:moveTo>
                  <a:pt x="262160" y="39051"/>
                </a:moveTo>
                <a:lnTo>
                  <a:pt x="276890" y="32867"/>
                </a:lnTo>
                <a:lnTo>
                  <a:pt x="269028" y="32680"/>
                </a:lnTo>
                <a:close/>
                <a:moveTo>
                  <a:pt x="240561" y="45023"/>
                </a:moveTo>
                <a:lnTo>
                  <a:pt x="247430" y="42177"/>
                </a:lnTo>
                <a:lnTo>
                  <a:pt x="225831" y="44791"/>
                </a:lnTo>
                <a:close/>
                <a:moveTo>
                  <a:pt x="240561" y="45023"/>
                </a:moveTo>
                <a:lnTo>
                  <a:pt x="255291" y="41761"/>
                </a:lnTo>
                <a:lnTo>
                  <a:pt x="247430" y="42177"/>
                </a:lnTo>
                <a:close/>
                <a:moveTo>
                  <a:pt x="36328" y="0"/>
                </a:moveTo>
                <a:lnTo>
                  <a:pt x="21599" y="4980"/>
                </a:lnTo>
                <a:lnTo>
                  <a:pt x="29460" y="3297"/>
                </a:lnTo>
                <a:close/>
                <a:moveTo>
                  <a:pt x="14730" y="6664"/>
                </a:moveTo>
                <a:lnTo>
                  <a:pt x="0" y="12838"/>
                </a:lnTo>
                <a:lnTo>
                  <a:pt x="7861" y="10560"/>
                </a:lnTo>
                <a:close/>
                <a:moveTo>
                  <a:pt x="14730" y="6664"/>
                </a:moveTo>
                <a:lnTo>
                  <a:pt x="21599" y="4980"/>
                </a:lnTo>
                <a:lnTo>
                  <a:pt x="0" y="12838"/>
                </a:lnTo>
                <a:close/>
                <a:moveTo>
                  <a:pt x="14730" y="6664"/>
                </a:moveTo>
                <a:lnTo>
                  <a:pt x="29460" y="3297"/>
                </a:lnTo>
                <a:lnTo>
                  <a:pt x="21599" y="498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75" name="PANEL_01-slope--1-225_869">
            <a:extLst>
              <a:ext uri="{FF2B5EF4-FFF2-40B4-BE49-F238E27FC236}">
                <a16:creationId xmlns:a16="http://schemas.microsoft.com/office/drawing/2014/main" id="{499CE110-CDB6-479A-81BA-6BBE715C99FE}"/>
              </a:ext>
            </a:extLst>
          </p:cNvPr>
          <p:cNvSpPr>
            <a:spLocks/>
          </p:cNvSpPr>
          <p:nvPr/>
        </p:nvSpPr>
        <p:spPr>
          <a:xfrm>
            <a:off x="880621" y="546781"/>
            <a:ext cx="1730835" cy="284659"/>
          </a:xfrm>
          <a:custGeom>
            <a:pathLst>
              <a:path w="1172354" h="192809">
                <a:moveTo>
                  <a:pt x="1157625" y="142350"/>
                </a:moveTo>
                <a:lnTo>
                  <a:pt x="1164493" y="131497"/>
                </a:lnTo>
                <a:lnTo>
                  <a:pt x="1142895" y="132328"/>
                </a:lnTo>
                <a:close/>
                <a:moveTo>
                  <a:pt x="1157625" y="142350"/>
                </a:moveTo>
                <a:lnTo>
                  <a:pt x="1172354" y="151949"/>
                </a:lnTo>
                <a:lnTo>
                  <a:pt x="1164493" y="131497"/>
                </a:lnTo>
                <a:close/>
                <a:moveTo>
                  <a:pt x="1149763" y="120228"/>
                </a:moveTo>
                <a:lnTo>
                  <a:pt x="1142895" y="132328"/>
                </a:lnTo>
                <a:lnTo>
                  <a:pt x="1164493" y="131497"/>
                </a:lnTo>
                <a:close/>
                <a:moveTo>
                  <a:pt x="1149763" y="120228"/>
                </a:moveTo>
                <a:lnTo>
                  <a:pt x="1135033" y="110834"/>
                </a:lnTo>
                <a:lnTo>
                  <a:pt x="1142895" y="132328"/>
                </a:lnTo>
                <a:close/>
                <a:moveTo>
                  <a:pt x="1149763" y="120228"/>
                </a:moveTo>
                <a:lnTo>
                  <a:pt x="1156632" y="109969"/>
                </a:lnTo>
                <a:lnTo>
                  <a:pt x="1135033" y="110834"/>
                </a:lnTo>
                <a:close/>
                <a:moveTo>
                  <a:pt x="1128165" y="123472"/>
                </a:moveTo>
                <a:lnTo>
                  <a:pt x="1121296" y="134667"/>
                </a:lnTo>
                <a:lnTo>
                  <a:pt x="1142895" y="132328"/>
                </a:lnTo>
                <a:close/>
                <a:moveTo>
                  <a:pt x="1128165" y="123472"/>
                </a:moveTo>
                <a:lnTo>
                  <a:pt x="1113435" y="113747"/>
                </a:lnTo>
                <a:lnTo>
                  <a:pt x="1121296" y="134667"/>
                </a:lnTo>
                <a:close/>
                <a:moveTo>
                  <a:pt x="1128165" y="123472"/>
                </a:moveTo>
                <a:lnTo>
                  <a:pt x="1135033" y="110834"/>
                </a:lnTo>
                <a:lnTo>
                  <a:pt x="1113435" y="113747"/>
                </a:lnTo>
                <a:close/>
                <a:moveTo>
                  <a:pt x="1128165" y="123472"/>
                </a:moveTo>
                <a:lnTo>
                  <a:pt x="1142895" y="132328"/>
                </a:lnTo>
                <a:lnTo>
                  <a:pt x="1135033" y="110834"/>
                </a:lnTo>
                <a:close/>
                <a:moveTo>
                  <a:pt x="1106566" y="125384"/>
                </a:moveTo>
                <a:lnTo>
                  <a:pt x="1113435" y="113747"/>
                </a:lnTo>
                <a:lnTo>
                  <a:pt x="1091836" y="116190"/>
                </a:lnTo>
                <a:close/>
                <a:moveTo>
                  <a:pt x="1106566" y="125384"/>
                </a:moveTo>
                <a:lnTo>
                  <a:pt x="1121296" y="134667"/>
                </a:lnTo>
                <a:lnTo>
                  <a:pt x="1113435" y="113747"/>
                </a:lnTo>
                <a:close/>
                <a:moveTo>
                  <a:pt x="1120304" y="102009"/>
                </a:moveTo>
                <a:lnTo>
                  <a:pt x="1113435" y="113747"/>
                </a:lnTo>
                <a:lnTo>
                  <a:pt x="1135033" y="110834"/>
                </a:lnTo>
                <a:close/>
                <a:moveTo>
                  <a:pt x="1120304" y="102009"/>
                </a:moveTo>
                <a:lnTo>
                  <a:pt x="1105574" y="93829"/>
                </a:lnTo>
                <a:lnTo>
                  <a:pt x="1113435" y="113747"/>
                </a:lnTo>
                <a:close/>
                <a:moveTo>
                  <a:pt x="1098705" y="104122"/>
                </a:moveTo>
                <a:lnTo>
                  <a:pt x="1091836" y="116190"/>
                </a:lnTo>
                <a:lnTo>
                  <a:pt x="1113435" y="113747"/>
                </a:lnTo>
                <a:close/>
                <a:moveTo>
                  <a:pt x="1098705" y="104122"/>
                </a:moveTo>
                <a:lnTo>
                  <a:pt x="1083975" y="100093"/>
                </a:lnTo>
                <a:lnTo>
                  <a:pt x="1091836" y="116190"/>
                </a:lnTo>
                <a:close/>
                <a:moveTo>
                  <a:pt x="1098705" y="104122"/>
                </a:moveTo>
                <a:lnTo>
                  <a:pt x="1105574" y="93829"/>
                </a:lnTo>
                <a:lnTo>
                  <a:pt x="1083975" y="100093"/>
                </a:lnTo>
                <a:close/>
                <a:moveTo>
                  <a:pt x="1098705" y="104122"/>
                </a:moveTo>
                <a:lnTo>
                  <a:pt x="1113435" y="113747"/>
                </a:lnTo>
                <a:lnTo>
                  <a:pt x="1105574" y="93829"/>
                </a:lnTo>
                <a:close/>
                <a:moveTo>
                  <a:pt x="1077107" y="108487"/>
                </a:moveTo>
                <a:lnTo>
                  <a:pt x="1070238" y="123417"/>
                </a:lnTo>
                <a:lnTo>
                  <a:pt x="1091836" y="116190"/>
                </a:lnTo>
                <a:close/>
                <a:moveTo>
                  <a:pt x="1077107" y="108487"/>
                </a:moveTo>
                <a:lnTo>
                  <a:pt x="1083975" y="100093"/>
                </a:lnTo>
                <a:lnTo>
                  <a:pt x="1062377" y="111212"/>
                </a:lnTo>
                <a:close/>
                <a:moveTo>
                  <a:pt x="1077107" y="108487"/>
                </a:moveTo>
                <a:lnTo>
                  <a:pt x="1091836" y="116190"/>
                </a:lnTo>
                <a:lnTo>
                  <a:pt x="1083975" y="100093"/>
                </a:lnTo>
                <a:close/>
                <a:moveTo>
                  <a:pt x="1055508" y="121491"/>
                </a:moveTo>
                <a:lnTo>
                  <a:pt x="1062377" y="111212"/>
                </a:lnTo>
                <a:lnTo>
                  <a:pt x="1040778" y="125349"/>
                </a:lnTo>
                <a:close/>
                <a:moveTo>
                  <a:pt x="1033910" y="137464"/>
                </a:moveTo>
                <a:lnTo>
                  <a:pt x="1019180" y="137314"/>
                </a:lnTo>
                <a:lnTo>
                  <a:pt x="1027041" y="148287"/>
                </a:lnTo>
                <a:close/>
                <a:moveTo>
                  <a:pt x="1033910" y="137464"/>
                </a:moveTo>
                <a:lnTo>
                  <a:pt x="1040778" y="125349"/>
                </a:lnTo>
                <a:lnTo>
                  <a:pt x="1019180" y="137314"/>
                </a:lnTo>
                <a:close/>
                <a:moveTo>
                  <a:pt x="1012311" y="148046"/>
                </a:moveTo>
                <a:lnTo>
                  <a:pt x="1019180" y="137314"/>
                </a:lnTo>
                <a:lnTo>
                  <a:pt x="997581" y="145215"/>
                </a:lnTo>
                <a:close/>
                <a:moveTo>
                  <a:pt x="1069245" y="99777"/>
                </a:moveTo>
                <a:lnTo>
                  <a:pt x="1062377" y="111212"/>
                </a:lnTo>
                <a:lnTo>
                  <a:pt x="1083975" y="100093"/>
                </a:lnTo>
                <a:close/>
                <a:moveTo>
                  <a:pt x="1047647" y="115095"/>
                </a:moveTo>
                <a:lnTo>
                  <a:pt x="1040778" y="125349"/>
                </a:lnTo>
                <a:lnTo>
                  <a:pt x="1062377" y="111212"/>
                </a:lnTo>
                <a:close/>
                <a:moveTo>
                  <a:pt x="1026048" y="127346"/>
                </a:moveTo>
                <a:lnTo>
                  <a:pt x="1019180" y="137314"/>
                </a:lnTo>
                <a:lnTo>
                  <a:pt x="1040778" y="125349"/>
                </a:lnTo>
                <a:close/>
                <a:moveTo>
                  <a:pt x="1004450" y="136401"/>
                </a:moveTo>
                <a:lnTo>
                  <a:pt x="997581" y="145215"/>
                </a:lnTo>
                <a:lnTo>
                  <a:pt x="1019180" y="137314"/>
                </a:lnTo>
                <a:close/>
                <a:moveTo>
                  <a:pt x="1004450" y="136401"/>
                </a:moveTo>
                <a:lnTo>
                  <a:pt x="989720" y="135008"/>
                </a:lnTo>
                <a:lnTo>
                  <a:pt x="997581" y="145215"/>
                </a:lnTo>
                <a:close/>
                <a:moveTo>
                  <a:pt x="982851" y="143311"/>
                </a:moveTo>
                <a:lnTo>
                  <a:pt x="975983" y="151562"/>
                </a:lnTo>
                <a:lnTo>
                  <a:pt x="997581" y="145215"/>
                </a:lnTo>
                <a:close/>
                <a:moveTo>
                  <a:pt x="982851" y="143311"/>
                </a:moveTo>
                <a:lnTo>
                  <a:pt x="968121" y="141271"/>
                </a:lnTo>
                <a:lnTo>
                  <a:pt x="975983" y="151562"/>
                </a:lnTo>
                <a:close/>
                <a:moveTo>
                  <a:pt x="982851" y="143311"/>
                </a:moveTo>
                <a:lnTo>
                  <a:pt x="989720" y="135008"/>
                </a:lnTo>
                <a:lnTo>
                  <a:pt x="968121" y="141271"/>
                </a:lnTo>
                <a:close/>
                <a:moveTo>
                  <a:pt x="982851" y="143311"/>
                </a:moveTo>
                <a:lnTo>
                  <a:pt x="997581" y="145215"/>
                </a:lnTo>
                <a:lnTo>
                  <a:pt x="989720" y="135008"/>
                </a:lnTo>
                <a:close/>
                <a:moveTo>
                  <a:pt x="961253" y="151797"/>
                </a:moveTo>
                <a:lnTo>
                  <a:pt x="954384" y="157952"/>
                </a:lnTo>
                <a:lnTo>
                  <a:pt x="975983" y="151562"/>
                </a:lnTo>
                <a:close/>
                <a:moveTo>
                  <a:pt x="961253" y="151797"/>
                </a:moveTo>
                <a:lnTo>
                  <a:pt x="946523" y="148826"/>
                </a:lnTo>
                <a:lnTo>
                  <a:pt x="954384" y="157952"/>
                </a:lnTo>
                <a:close/>
                <a:moveTo>
                  <a:pt x="961253" y="151797"/>
                </a:moveTo>
                <a:lnTo>
                  <a:pt x="968121" y="141271"/>
                </a:lnTo>
                <a:lnTo>
                  <a:pt x="946523" y="148826"/>
                </a:lnTo>
                <a:close/>
                <a:moveTo>
                  <a:pt x="961253" y="151797"/>
                </a:moveTo>
                <a:lnTo>
                  <a:pt x="975983" y="151562"/>
                </a:lnTo>
                <a:lnTo>
                  <a:pt x="968121" y="141271"/>
                </a:lnTo>
                <a:close/>
                <a:moveTo>
                  <a:pt x="939654" y="160200"/>
                </a:moveTo>
                <a:lnTo>
                  <a:pt x="946523" y="148826"/>
                </a:lnTo>
                <a:lnTo>
                  <a:pt x="924924" y="157259"/>
                </a:lnTo>
                <a:close/>
                <a:moveTo>
                  <a:pt x="939654" y="160200"/>
                </a:moveTo>
                <a:lnTo>
                  <a:pt x="954384" y="157952"/>
                </a:lnTo>
                <a:lnTo>
                  <a:pt x="946523" y="148826"/>
                </a:lnTo>
                <a:close/>
                <a:moveTo>
                  <a:pt x="918056" y="165560"/>
                </a:moveTo>
                <a:lnTo>
                  <a:pt x="924924" y="157259"/>
                </a:lnTo>
                <a:lnTo>
                  <a:pt x="903326" y="164643"/>
                </a:lnTo>
                <a:close/>
                <a:moveTo>
                  <a:pt x="931793" y="146389"/>
                </a:moveTo>
                <a:lnTo>
                  <a:pt x="924924" y="157259"/>
                </a:lnTo>
                <a:lnTo>
                  <a:pt x="946523" y="148826"/>
                </a:lnTo>
                <a:close/>
                <a:moveTo>
                  <a:pt x="910195" y="156886"/>
                </a:moveTo>
                <a:lnTo>
                  <a:pt x="903326" y="164643"/>
                </a:lnTo>
                <a:lnTo>
                  <a:pt x="924924" y="157259"/>
                </a:lnTo>
                <a:close/>
                <a:moveTo>
                  <a:pt x="910195" y="156886"/>
                </a:moveTo>
                <a:lnTo>
                  <a:pt x="895465" y="155984"/>
                </a:lnTo>
                <a:lnTo>
                  <a:pt x="903326" y="164643"/>
                </a:lnTo>
                <a:close/>
                <a:moveTo>
                  <a:pt x="910195" y="156886"/>
                </a:moveTo>
                <a:lnTo>
                  <a:pt x="924924" y="157259"/>
                </a:lnTo>
                <a:lnTo>
                  <a:pt x="917063" y="146039"/>
                </a:lnTo>
                <a:close/>
                <a:moveTo>
                  <a:pt x="888596" y="165672"/>
                </a:moveTo>
                <a:lnTo>
                  <a:pt x="903326" y="164643"/>
                </a:lnTo>
                <a:lnTo>
                  <a:pt x="895465" y="155984"/>
                </a:lnTo>
                <a:close/>
                <a:moveTo>
                  <a:pt x="866998" y="171767"/>
                </a:moveTo>
                <a:lnTo>
                  <a:pt x="873866" y="163372"/>
                </a:lnTo>
                <a:lnTo>
                  <a:pt x="852268" y="168629"/>
                </a:lnTo>
                <a:close/>
                <a:moveTo>
                  <a:pt x="866998" y="171767"/>
                </a:moveTo>
                <a:lnTo>
                  <a:pt x="881727" y="170371"/>
                </a:lnTo>
                <a:lnTo>
                  <a:pt x="873866" y="163372"/>
                </a:lnTo>
                <a:close/>
                <a:moveTo>
                  <a:pt x="845399" y="177202"/>
                </a:moveTo>
                <a:lnTo>
                  <a:pt x="852268" y="168629"/>
                </a:lnTo>
                <a:lnTo>
                  <a:pt x="830669" y="174414"/>
                </a:lnTo>
                <a:close/>
                <a:moveTo>
                  <a:pt x="845399" y="177202"/>
                </a:moveTo>
                <a:lnTo>
                  <a:pt x="860129" y="175175"/>
                </a:lnTo>
                <a:lnTo>
                  <a:pt x="852268" y="168629"/>
                </a:lnTo>
                <a:close/>
                <a:moveTo>
                  <a:pt x="823800" y="181653"/>
                </a:moveTo>
                <a:lnTo>
                  <a:pt x="830669" y="174414"/>
                </a:lnTo>
                <a:lnTo>
                  <a:pt x="809071" y="181849"/>
                </a:lnTo>
                <a:close/>
                <a:moveTo>
                  <a:pt x="837538" y="165258"/>
                </a:moveTo>
                <a:lnTo>
                  <a:pt x="830669" y="174414"/>
                </a:lnTo>
                <a:lnTo>
                  <a:pt x="852268" y="168629"/>
                </a:lnTo>
                <a:close/>
                <a:moveTo>
                  <a:pt x="837538" y="165258"/>
                </a:moveTo>
                <a:lnTo>
                  <a:pt x="822808" y="168518"/>
                </a:lnTo>
                <a:lnTo>
                  <a:pt x="830669" y="174414"/>
                </a:lnTo>
                <a:close/>
                <a:moveTo>
                  <a:pt x="815939" y="173543"/>
                </a:moveTo>
                <a:lnTo>
                  <a:pt x="809071" y="181849"/>
                </a:lnTo>
                <a:lnTo>
                  <a:pt x="830669" y="174414"/>
                </a:lnTo>
                <a:close/>
                <a:moveTo>
                  <a:pt x="815939" y="173543"/>
                </a:moveTo>
                <a:lnTo>
                  <a:pt x="801209" y="178978"/>
                </a:lnTo>
                <a:lnTo>
                  <a:pt x="809071" y="181849"/>
                </a:lnTo>
                <a:close/>
                <a:moveTo>
                  <a:pt x="815939" y="173543"/>
                </a:moveTo>
                <a:lnTo>
                  <a:pt x="830669" y="174414"/>
                </a:lnTo>
                <a:lnTo>
                  <a:pt x="822808" y="168518"/>
                </a:lnTo>
                <a:close/>
                <a:moveTo>
                  <a:pt x="794341" y="184137"/>
                </a:moveTo>
                <a:lnTo>
                  <a:pt x="787472" y="192809"/>
                </a:lnTo>
                <a:lnTo>
                  <a:pt x="809071" y="181849"/>
                </a:lnTo>
                <a:close/>
                <a:moveTo>
                  <a:pt x="794341" y="184137"/>
                </a:moveTo>
                <a:lnTo>
                  <a:pt x="779611" y="182669"/>
                </a:lnTo>
                <a:lnTo>
                  <a:pt x="787472" y="192809"/>
                </a:lnTo>
                <a:close/>
                <a:moveTo>
                  <a:pt x="794341" y="184137"/>
                </a:moveTo>
                <a:lnTo>
                  <a:pt x="801209" y="178978"/>
                </a:lnTo>
                <a:lnTo>
                  <a:pt x="779611" y="182669"/>
                </a:lnTo>
                <a:close/>
                <a:moveTo>
                  <a:pt x="794341" y="184137"/>
                </a:moveTo>
                <a:lnTo>
                  <a:pt x="809071" y="181849"/>
                </a:lnTo>
                <a:lnTo>
                  <a:pt x="801209" y="178978"/>
                </a:lnTo>
                <a:close/>
                <a:moveTo>
                  <a:pt x="401597" y="181893"/>
                </a:moveTo>
                <a:lnTo>
                  <a:pt x="394729" y="191020"/>
                </a:lnTo>
                <a:lnTo>
                  <a:pt x="416327" y="187329"/>
                </a:lnTo>
                <a:close/>
                <a:moveTo>
                  <a:pt x="401597" y="181893"/>
                </a:moveTo>
                <a:lnTo>
                  <a:pt x="386867" y="180880"/>
                </a:lnTo>
                <a:lnTo>
                  <a:pt x="394729" y="191020"/>
                </a:lnTo>
                <a:close/>
                <a:moveTo>
                  <a:pt x="28467" y="5312"/>
                </a:moveTo>
                <a:lnTo>
                  <a:pt x="21599" y="13313"/>
                </a:lnTo>
                <a:lnTo>
                  <a:pt x="43197" y="6967"/>
                </a:lnTo>
                <a:close/>
                <a:moveTo>
                  <a:pt x="28467" y="5312"/>
                </a:moveTo>
                <a:lnTo>
                  <a:pt x="13737" y="11699"/>
                </a:lnTo>
                <a:lnTo>
                  <a:pt x="21599" y="13313"/>
                </a:lnTo>
                <a:close/>
                <a:moveTo>
                  <a:pt x="28467" y="5312"/>
                </a:moveTo>
                <a:lnTo>
                  <a:pt x="43197" y="6967"/>
                </a:lnTo>
                <a:lnTo>
                  <a:pt x="35336" y="0"/>
                </a:lnTo>
                <a:close/>
                <a:moveTo>
                  <a:pt x="6869" y="17234"/>
                </a:moveTo>
                <a:lnTo>
                  <a:pt x="0" y="24262"/>
                </a:lnTo>
                <a:lnTo>
                  <a:pt x="21599" y="13313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576" name="PANEL_01-slope--1-230_870">
            <a:extLst>
              <a:ext uri="{FF2B5EF4-FFF2-40B4-BE49-F238E27FC236}">
                <a16:creationId xmlns:a16="http://schemas.microsoft.com/office/drawing/2014/main" id="{8F441A42-608A-478F-8A8D-362D8D1E8831}"/>
              </a:ext>
            </a:extLst>
          </p:cNvPr>
          <p:cNvSpPr>
            <a:spLocks/>
          </p:cNvSpPr>
          <p:nvPr/>
        </p:nvSpPr>
        <p:spPr>
          <a:xfrm>
            <a:off x="2407060" y="706949"/>
            <a:ext cx="63775" cy="42780"/>
          </a:xfrm>
          <a:custGeom>
            <a:pathLst>
              <a:path w="43197" h="28977">
                <a:moveTo>
                  <a:pt x="43197" y="0"/>
                </a:moveTo>
                <a:lnTo>
                  <a:pt x="28467" y="2726"/>
                </a:lnTo>
                <a:lnTo>
                  <a:pt x="36328" y="14930"/>
                </a:lnTo>
                <a:close/>
                <a:moveTo>
                  <a:pt x="21599" y="13004"/>
                </a:moveTo>
                <a:lnTo>
                  <a:pt x="6869" y="16862"/>
                </a:lnTo>
                <a:lnTo>
                  <a:pt x="14730" y="28176"/>
                </a:lnTo>
                <a:close/>
                <a:moveTo>
                  <a:pt x="21599" y="13004"/>
                </a:moveTo>
                <a:lnTo>
                  <a:pt x="36328" y="14930"/>
                </a:lnTo>
                <a:lnTo>
                  <a:pt x="28467" y="2726"/>
                </a:lnTo>
                <a:close/>
                <a:moveTo>
                  <a:pt x="0" y="28977"/>
                </a:moveTo>
                <a:lnTo>
                  <a:pt x="14730" y="28176"/>
                </a:lnTo>
                <a:lnTo>
                  <a:pt x="6869" y="16862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577" name="PANEL_01-water--1-230_871">
            <a:extLst>
              <a:ext uri="{FF2B5EF4-FFF2-40B4-BE49-F238E27FC236}">
                <a16:creationId xmlns:a16="http://schemas.microsoft.com/office/drawing/2014/main" id="{DB302AAF-419C-43DC-AE96-BFAD67609ED4}"/>
              </a:ext>
            </a:extLst>
          </p:cNvPr>
          <p:cNvSpPr>
            <a:spLocks/>
          </p:cNvSpPr>
          <p:nvPr/>
        </p:nvSpPr>
        <p:spPr>
          <a:xfrm>
            <a:off x="1463389" y="808324"/>
            <a:ext cx="579836" cy="29996"/>
          </a:xfrm>
          <a:custGeom>
            <a:pathLst>
              <a:path w="392743" h="20317">
                <a:moveTo>
                  <a:pt x="378014" y="12433"/>
                </a:moveTo>
                <a:lnTo>
                  <a:pt x="363284" y="9208"/>
                </a:lnTo>
                <a:lnTo>
                  <a:pt x="371145" y="19348"/>
                </a:lnTo>
                <a:close/>
                <a:moveTo>
                  <a:pt x="378014" y="12433"/>
                </a:moveTo>
                <a:lnTo>
                  <a:pt x="384882" y="5517"/>
                </a:lnTo>
                <a:lnTo>
                  <a:pt x="363284" y="9208"/>
                </a:lnTo>
                <a:close/>
                <a:moveTo>
                  <a:pt x="378014" y="12433"/>
                </a:moveTo>
                <a:lnTo>
                  <a:pt x="392743" y="15657"/>
                </a:lnTo>
                <a:lnTo>
                  <a:pt x="384882" y="5517"/>
                </a:lnTo>
                <a:close/>
                <a:moveTo>
                  <a:pt x="356415" y="16123"/>
                </a:moveTo>
                <a:lnTo>
                  <a:pt x="363284" y="9208"/>
                </a:lnTo>
                <a:lnTo>
                  <a:pt x="341685" y="12899"/>
                </a:lnTo>
                <a:close/>
                <a:moveTo>
                  <a:pt x="356415" y="16123"/>
                </a:moveTo>
                <a:lnTo>
                  <a:pt x="371145" y="19348"/>
                </a:lnTo>
                <a:lnTo>
                  <a:pt x="363284" y="9208"/>
                </a:lnTo>
                <a:close/>
                <a:moveTo>
                  <a:pt x="370152" y="2293"/>
                </a:moveTo>
                <a:lnTo>
                  <a:pt x="363284" y="9208"/>
                </a:lnTo>
                <a:lnTo>
                  <a:pt x="384882" y="5517"/>
                </a:lnTo>
                <a:close/>
                <a:moveTo>
                  <a:pt x="348554" y="5983"/>
                </a:moveTo>
                <a:lnTo>
                  <a:pt x="341685" y="12899"/>
                </a:lnTo>
                <a:lnTo>
                  <a:pt x="363284" y="9208"/>
                </a:lnTo>
                <a:close/>
                <a:moveTo>
                  <a:pt x="348554" y="5983"/>
                </a:moveTo>
                <a:lnTo>
                  <a:pt x="333824" y="2759"/>
                </a:lnTo>
                <a:lnTo>
                  <a:pt x="341685" y="12899"/>
                </a:lnTo>
                <a:close/>
                <a:moveTo>
                  <a:pt x="326955" y="9674"/>
                </a:moveTo>
                <a:lnTo>
                  <a:pt x="320087" y="16589"/>
                </a:lnTo>
                <a:lnTo>
                  <a:pt x="341685" y="12899"/>
                </a:lnTo>
                <a:close/>
                <a:moveTo>
                  <a:pt x="326955" y="9674"/>
                </a:moveTo>
                <a:lnTo>
                  <a:pt x="312226" y="6449"/>
                </a:lnTo>
                <a:lnTo>
                  <a:pt x="320087" y="16589"/>
                </a:lnTo>
                <a:close/>
                <a:moveTo>
                  <a:pt x="326955" y="9674"/>
                </a:moveTo>
                <a:lnTo>
                  <a:pt x="333824" y="2759"/>
                </a:lnTo>
                <a:lnTo>
                  <a:pt x="312226" y="6449"/>
                </a:lnTo>
                <a:close/>
                <a:moveTo>
                  <a:pt x="326955" y="9674"/>
                </a:moveTo>
                <a:lnTo>
                  <a:pt x="341685" y="12899"/>
                </a:lnTo>
                <a:lnTo>
                  <a:pt x="333824" y="2759"/>
                </a:lnTo>
                <a:close/>
                <a:moveTo>
                  <a:pt x="305357" y="13365"/>
                </a:moveTo>
                <a:lnTo>
                  <a:pt x="290627" y="10140"/>
                </a:lnTo>
                <a:lnTo>
                  <a:pt x="298488" y="20280"/>
                </a:lnTo>
                <a:close/>
                <a:moveTo>
                  <a:pt x="305357" y="13365"/>
                </a:moveTo>
                <a:lnTo>
                  <a:pt x="312226" y="6449"/>
                </a:lnTo>
                <a:lnTo>
                  <a:pt x="290627" y="10140"/>
                </a:lnTo>
                <a:close/>
                <a:moveTo>
                  <a:pt x="305357" y="13365"/>
                </a:moveTo>
                <a:lnTo>
                  <a:pt x="320087" y="16589"/>
                </a:lnTo>
                <a:lnTo>
                  <a:pt x="312226" y="6449"/>
                </a:lnTo>
                <a:close/>
                <a:moveTo>
                  <a:pt x="283758" y="17055"/>
                </a:moveTo>
                <a:lnTo>
                  <a:pt x="290627" y="10140"/>
                </a:lnTo>
                <a:lnTo>
                  <a:pt x="269028" y="13831"/>
                </a:lnTo>
                <a:close/>
                <a:moveTo>
                  <a:pt x="297496" y="3225"/>
                </a:moveTo>
                <a:lnTo>
                  <a:pt x="290627" y="10140"/>
                </a:lnTo>
                <a:lnTo>
                  <a:pt x="312226" y="6449"/>
                </a:lnTo>
                <a:close/>
                <a:moveTo>
                  <a:pt x="275897" y="6915"/>
                </a:moveTo>
                <a:lnTo>
                  <a:pt x="269028" y="13831"/>
                </a:lnTo>
                <a:lnTo>
                  <a:pt x="290627" y="10140"/>
                </a:lnTo>
                <a:close/>
                <a:moveTo>
                  <a:pt x="275897" y="6915"/>
                </a:moveTo>
                <a:lnTo>
                  <a:pt x="261167" y="3691"/>
                </a:lnTo>
                <a:lnTo>
                  <a:pt x="269028" y="13831"/>
                </a:lnTo>
                <a:close/>
                <a:moveTo>
                  <a:pt x="275897" y="6915"/>
                </a:moveTo>
                <a:lnTo>
                  <a:pt x="290627" y="10140"/>
                </a:lnTo>
                <a:lnTo>
                  <a:pt x="282766" y="0"/>
                </a:lnTo>
                <a:close/>
                <a:moveTo>
                  <a:pt x="254299" y="10606"/>
                </a:moveTo>
                <a:lnTo>
                  <a:pt x="247430" y="17521"/>
                </a:lnTo>
                <a:lnTo>
                  <a:pt x="269028" y="13831"/>
                </a:lnTo>
                <a:close/>
                <a:moveTo>
                  <a:pt x="254299" y="10606"/>
                </a:moveTo>
                <a:lnTo>
                  <a:pt x="239569" y="7381"/>
                </a:lnTo>
                <a:lnTo>
                  <a:pt x="247430" y="17521"/>
                </a:lnTo>
                <a:close/>
                <a:moveTo>
                  <a:pt x="254299" y="10606"/>
                </a:moveTo>
                <a:lnTo>
                  <a:pt x="261167" y="3691"/>
                </a:lnTo>
                <a:lnTo>
                  <a:pt x="239569" y="7381"/>
                </a:lnTo>
                <a:close/>
                <a:moveTo>
                  <a:pt x="254299" y="10606"/>
                </a:moveTo>
                <a:lnTo>
                  <a:pt x="269028" y="13831"/>
                </a:lnTo>
                <a:lnTo>
                  <a:pt x="261167" y="3691"/>
                </a:lnTo>
                <a:close/>
                <a:moveTo>
                  <a:pt x="232700" y="14296"/>
                </a:moveTo>
                <a:lnTo>
                  <a:pt x="239569" y="7381"/>
                </a:lnTo>
                <a:lnTo>
                  <a:pt x="217970" y="11072"/>
                </a:lnTo>
                <a:close/>
                <a:moveTo>
                  <a:pt x="232700" y="14296"/>
                </a:moveTo>
                <a:lnTo>
                  <a:pt x="247430" y="17521"/>
                </a:lnTo>
                <a:lnTo>
                  <a:pt x="239569" y="7381"/>
                </a:lnTo>
                <a:close/>
                <a:moveTo>
                  <a:pt x="211102" y="17987"/>
                </a:moveTo>
                <a:lnTo>
                  <a:pt x="217970" y="11072"/>
                </a:lnTo>
                <a:lnTo>
                  <a:pt x="196372" y="14762"/>
                </a:lnTo>
                <a:close/>
                <a:moveTo>
                  <a:pt x="224839" y="4157"/>
                </a:moveTo>
                <a:lnTo>
                  <a:pt x="217970" y="11072"/>
                </a:lnTo>
                <a:lnTo>
                  <a:pt x="239569" y="7381"/>
                </a:lnTo>
                <a:close/>
                <a:moveTo>
                  <a:pt x="203240" y="7847"/>
                </a:moveTo>
                <a:lnTo>
                  <a:pt x="196372" y="14762"/>
                </a:lnTo>
                <a:lnTo>
                  <a:pt x="217970" y="11072"/>
                </a:lnTo>
                <a:close/>
                <a:moveTo>
                  <a:pt x="203240" y="7847"/>
                </a:moveTo>
                <a:lnTo>
                  <a:pt x="188511" y="4623"/>
                </a:lnTo>
                <a:lnTo>
                  <a:pt x="196372" y="14762"/>
                </a:lnTo>
                <a:close/>
                <a:moveTo>
                  <a:pt x="203240" y="7847"/>
                </a:moveTo>
                <a:lnTo>
                  <a:pt x="217970" y="11072"/>
                </a:lnTo>
                <a:lnTo>
                  <a:pt x="210109" y="932"/>
                </a:lnTo>
                <a:close/>
                <a:moveTo>
                  <a:pt x="181642" y="11538"/>
                </a:moveTo>
                <a:lnTo>
                  <a:pt x="174773" y="18453"/>
                </a:lnTo>
                <a:lnTo>
                  <a:pt x="196372" y="14762"/>
                </a:lnTo>
                <a:close/>
                <a:moveTo>
                  <a:pt x="181642" y="11538"/>
                </a:moveTo>
                <a:lnTo>
                  <a:pt x="166912" y="8313"/>
                </a:lnTo>
                <a:lnTo>
                  <a:pt x="174773" y="18453"/>
                </a:lnTo>
                <a:close/>
                <a:moveTo>
                  <a:pt x="181642" y="11538"/>
                </a:moveTo>
                <a:lnTo>
                  <a:pt x="188511" y="4623"/>
                </a:lnTo>
                <a:lnTo>
                  <a:pt x="166912" y="8313"/>
                </a:lnTo>
                <a:close/>
                <a:moveTo>
                  <a:pt x="181642" y="11538"/>
                </a:moveTo>
                <a:lnTo>
                  <a:pt x="196372" y="14762"/>
                </a:lnTo>
                <a:lnTo>
                  <a:pt x="188511" y="4623"/>
                </a:lnTo>
                <a:close/>
                <a:moveTo>
                  <a:pt x="160043" y="15228"/>
                </a:moveTo>
                <a:lnTo>
                  <a:pt x="166912" y="8313"/>
                </a:lnTo>
                <a:lnTo>
                  <a:pt x="145314" y="12004"/>
                </a:lnTo>
                <a:close/>
                <a:moveTo>
                  <a:pt x="160043" y="15228"/>
                </a:moveTo>
                <a:lnTo>
                  <a:pt x="174773" y="18453"/>
                </a:lnTo>
                <a:lnTo>
                  <a:pt x="166912" y="8313"/>
                </a:lnTo>
                <a:close/>
                <a:moveTo>
                  <a:pt x="152182" y="5089"/>
                </a:moveTo>
                <a:lnTo>
                  <a:pt x="145314" y="12004"/>
                </a:lnTo>
                <a:lnTo>
                  <a:pt x="166912" y="8313"/>
                </a:lnTo>
                <a:close/>
                <a:moveTo>
                  <a:pt x="152182" y="5089"/>
                </a:moveTo>
                <a:lnTo>
                  <a:pt x="137452" y="1864"/>
                </a:lnTo>
                <a:lnTo>
                  <a:pt x="145314" y="12004"/>
                </a:lnTo>
                <a:close/>
                <a:moveTo>
                  <a:pt x="130584" y="8779"/>
                </a:moveTo>
                <a:lnTo>
                  <a:pt x="123715" y="15694"/>
                </a:lnTo>
                <a:lnTo>
                  <a:pt x="145314" y="12004"/>
                </a:lnTo>
                <a:close/>
                <a:moveTo>
                  <a:pt x="130584" y="8779"/>
                </a:moveTo>
                <a:lnTo>
                  <a:pt x="115854" y="5555"/>
                </a:lnTo>
                <a:lnTo>
                  <a:pt x="123715" y="15694"/>
                </a:lnTo>
                <a:close/>
                <a:moveTo>
                  <a:pt x="130584" y="8779"/>
                </a:moveTo>
                <a:lnTo>
                  <a:pt x="145314" y="12004"/>
                </a:lnTo>
                <a:lnTo>
                  <a:pt x="137452" y="1864"/>
                </a:lnTo>
                <a:close/>
                <a:moveTo>
                  <a:pt x="108985" y="12470"/>
                </a:moveTo>
                <a:lnTo>
                  <a:pt x="94255" y="9245"/>
                </a:lnTo>
                <a:lnTo>
                  <a:pt x="102116" y="19385"/>
                </a:lnTo>
                <a:close/>
                <a:moveTo>
                  <a:pt x="108985" y="12470"/>
                </a:moveTo>
                <a:lnTo>
                  <a:pt x="115854" y="5555"/>
                </a:lnTo>
                <a:lnTo>
                  <a:pt x="94255" y="9245"/>
                </a:lnTo>
                <a:close/>
                <a:moveTo>
                  <a:pt x="108985" y="12470"/>
                </a:moveTo>
                <a:lnTo>
                  <a:pt x="123715" y="15694"/>
                </a:lnTo>
                <a:lnTo>
                  <a:pt x="115854" y="5555"/>
                </a:lnTo>
                <a:close/>
                <a:moveTo>
                  <a:pt x="87387" y="16160"/>
                </a:moveTo>
                <a:lnTo>
                  <a:pt x="94255" y="9245"/>
                </a:lnTo>
                <a:lnTo>
                  <a:pt x="72657" y="12936"/>
                </a:lnTo>
                <a:close/>
                <a:moveTo>
                  <a:pt x="87387" y="16160"/>
                </a:moveTo>
                <a:lnTo>
                  <a:pt x="102116" y="19385"/>
                </a:lnTo>
                <a:lnTo>
                  <a:pt x="94255" y="9245"/>
                </a:lnTo>
                <a:close/>
                <a:moveTo>
                  <a:pt x="101124" y="2330"/>
                </a:moveTo>
                <a:lnTo>
                  <a:pt x="94255" y="9245"/>
                </a:lnTo>
                <a:lnTo>
                  <a:pt x="115854" y="5555"/>
                </a:lnTo>
                <a:close/>
                <a:moveTo>
                  <a:pt x="79525" y="6021"/>
                </a:moveTo>
                <a:lnTo>
                  <a:pt x="72657" y="12936"/>
                </a:lnTo>
                <a:lnTo>
                  <a:pt x="94255" y="9245"/>
                </a:lnTo>
                <a:close/>
                <a:moveTo>
                  <a:pt x="79525" y="6021"/>
                </a:moveTo>
                <a:lnTo>
                  <a:pt x="64796" y="2796"/>
                </a:lnTo>
                <a:lnTo>
                  <a:pt x="72657" y="12936"/>
                </a:lnTo>
                <a:close/>
                <a:moveTo>
                  <a:pt x="57927" y="9711"/>
                </a:moveTo>
                <a:lnTo>
                  <a:pt x="51058" y="16626"/>
                </a:lnTo>
                <a:lnTo>
                  <a:pt x="72657" y="12936"/>
                </a:lnTo>
                <a:close/>
                <a:moveTo>
                  <a:pt x="57927" y="9711"/>
                </a:moveTo>
                <a:lnTo>
                  <a:pt x="43197" y="6487"/>
                </a:lnTo>
                <a:lnTo>
                  <a:pt x="51058" y="16626"/>
                </a:lnTo>
                <a:close/>
                <a:moveTo>
                  <a:pt x="57927" y="9711"/>
                </a:moveTo>
                <a:lnTo>
                  <a:pt x="64796" y="2796"/>
                </a:lnTo>
                <a:lnTo>
                  <a:pt x="43197" y="6487"/>
                </a:lnTo>
                <a:close/>
                <a:moveTo>
                  <a:pt x="57927" y="9711"/>
                </a:moveTo>
                <a:lnTo>
                  <a:pt x="72657" y="12936"/>
                </a:lnTo>
                <a:lnTo>
                  <a:pt x="64796" y="2796"/>
                </a:lnTo>
                <a:close/>
                <a:moveTo>
                  <a:pt x="36328" y="13402"/>
                </a:moveTo>
                <a:lnTo>
                  <a:pt x="21599" y="10177"/>
                </a:lnTo>
                <a:lnTo>
                  <a:pt x="29460" y="20317"/>
                </a:lnTo>
                <a:close/>
                <a:moveTo>
                  <a:pt x="36328" y="13402"/>
                </a:moveTo>
                <a:lnTo>
                  <a:pt x="43197" y="6487"/>
                </a:lnTo>
                <a:lnTo>
                  <a:pt x="21599" y="10177"/>
                </a:lnTo>
                <a:close/>
                <a:moveTo>
                  <a:pt x="36328" y="13402"/>
                </a:moveTo>
                <a:lnTo>
                  <a:pt x="51058" y="16626"/>
                </a:lnTo>
                <a:lnTo>
                  <a:pt x="43197" y="6487"/>
                </a:lnTo>
                <a:close/>
                <a:moveTo>
                  <a:pt x="14730" y="17092"/>
                </a:moveTo>
                <a:lnTo>
                  <a:pt x="21599" y="10177"/>
                </a:lnTo>
                <a:lnTo>
                  <a:pt x="0" y="13868"/>
                </a:lnTo>
                <a:close/>
                <a:moveTo>
                  <a:pt x="28467" y="3262"/>
                </a:moveTo>
                <a:lnTo>
                  <a:pt x="21599" y="10177"/>
                </a:lnTo>
                <a:lnTo>
                  <a:pt x="43197" y="6487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578" name="PANEL_01-slope-0-210_872">
            <a:extLst>
              <a:ext uri="{FF2B5EF4-FFF2-40B4-BE49-F238E27FC236}">
                <a16:creationId xmlns:a16="http://schemas.microsoft.com/office/drawing/2014/main" id="{D5F85947-80B1-46CF-95DD-CCBE659D31F8}"/>
              </a:ext>
            </a:extLst>
          </p:cNvPr>
          <p:cNvSpPr>
            <a:spLocks/>
          </p:cNvSpPr>
          <p:nvPr/>
        </p:nvSpPr>
        <p:spPr>
          <a:xfrm>
            <a:off x="697972" y="566761"/>
            <a:ext cx="592908" cy="202836"/>
          </a:xfrm>
          <a:custGeom>
            <a:pathLst>
              <a:path w="401597" h="137388">
                <a:moveTo>
                  <a:pt x="401597" y="137388"/>
                </a:moveTo>
                <a:lnTo>
                  <a:pt x="386867" y="127206"/>
                </a:lnTo>
                <a:lnTo>
                  <a:pt x="394729" y="137321"/>
                </a:lnTo>
                <a:close/>
                <a:moveTo>
                  <a:pt x="379999" y="127078"/>
                </a:moveTo>
                <a:lnTo>
                  <a:pt x="386867" y="127206"/>
                </a:lnTo>
                <a:lnTo>
                  <a:pt x="365269" y="118098"/>
                </a:lnTo>
                <a:close/>
                <a:moveTo>
                  <a:pt x="379999" y="127078"/>
                </a:moveTo>
                <a:lnTo>
                  <a:pt x="394729" y="137321"/>
                </a:lnTo>
                <a:lnTo>
                  <a:pt x="386867" y="127206"/>
                </a:lnTo>
                <a:close/>
                <a:moveTo>
                  <a:pt x="189503" y="16498"/>
                </a:moveTo>
                <a:lnTo>
                  <a:pt x="182634" y="14695"/>
                </a:lnTo>
                <a:lnTo>
                  <a:pt x="204233" y="25519"/>
                </a:lnTo>
                <a:close/>
                <a:moveTo>
                  <a:pt x="189503" y="16498"/>
                </a:moveTo>
                <a:lnTo>
                  <a:pt x="174773" y="5262"/>
                </a:lnTo>
                <a:lnTo>
                  <a:pt x="182634" y="14695"/>
                </a:lnTo>
                <a:close/>
                <a:moveTo>
                  <a:pt x="44190" y="19741"/>
                </a:moveTo>
                <a:lnTo>
                  <a:pt x="29460" y="13238"/>
                </a:lnTo>
                <a:lnTo>
                  <a:pt x="37321" y="18662"/>
                </a:lnTo>
                <a:close/>
                <a:moveTo>
                  <a:pt x="14730" y="7588"/>
                </a:moveTo>
                <a:lnTo>
                  <a:pt x="7861" y="6448"/>
                </a:lnTo>
                <a:lnTo>
                  <a:pt x="29460" y="13238"/>
                </a:lnTo>
                <a:close/>
                <a:moveTo>
                  <a:pt x="14730" y="7588"/>
                </a:moveTo>
                <a:lnTo>
                  <a:pt x="0" y="0"/>
                </a:lnTo>
                <a:lnTo>
                  <a:pt x="7861" y="6448"/>
                </a:lnTo>
                <a:close/>
                <a:moveTo>
                  <a:pt x="14730" y="7588"/>
                </a:moveTo>
                <a:lnTo>
                  <a:pt x="29460" y="13238"/>
                </a:lnTo>
                <a:lnTo>
                  <a:pt x="21599" y="8058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579" name="PANEL_01-slope-0-215_873">
            <a:extLst>
              <a:ext uri="{FF2B5EF4-FFF2-40B4-BE49-F238E27FC236}">
                <a16:creationId xmlns:a16="http://schemas.microsoft.com/office/drawing/2014/main" id="{78007F1C-A550-467D-900B-42887EB59C82}"/>
              </a:ext>
            </a:extLst>
          </p:cNvPr>
          <p:cNvSpPr>
            <a:spLocks/>
          </p:cNvSpPr>
          <p:nvPr/>
        </p:nvSpPr>
        <p:spPr>
          <a:xfrm>
            <a:off x="515322" y="534250"/>
            <a:ext cx="862546" cy="289941"/>
          </a:xfrm>
          <a:custGeom>
            <a:pathLst>
              <a:path w="584232" h="196388">
                <a:moveTo>
                  <a:pt x="584232" y="193085"/>
                </a:moveTo>
                <a:lnTo>
                  <a:pt x="569502" y="184780"/>
                </a:lnTo>
                <a:lnTo>
                  <a:pt x="577363" y="196388"/>
                </a:lnTo>
                <a:close/>
                <a:moveTo>
                  <a:pt x="562633" y="187737"/>
                </a:moveTo>
                <a:lnTo>
                  <a:pt x="569502" y="184780"/>
                </a:lnTo>
                <a:lnTo>
                  <a:pt x="547903" y="178457"/>
                </a:lnTo>
                <a:close/>
                <a:moveTo>
                  <a:pt x="554772" y="176458"/>
                </a:moveTo>
                <a:lnTo>
                  <a:pt x="547903" y="178457"/>
                </a:lnTo>
                <a:lnTo>
                  <a:pt x="569502" y="184780"/>
                </a:lnTo>
                <a:close/>
                <a:moveTo>
                  <a:pt x="554772" y="176458"/>
                </a:moveTo>
                <a:lnTo>
                  <a:pt x="540042" y="167924"/>
                </a:lnTo>
                <a:lnTo>
                  <a:pt x="547903" y="178457"/>
                </a:lnTo>
                <a:close/>
                <a:moveTo>
                  <a:pt x="554772" y="176458"/>
                </a:moveTo>
                <a:lnTo>
                  <a:pt x="569502" y="184780"/>
                </a:lnTo>
                <a:lnTo>
                  <a:pt x="561641" y="174389"/>
                </a:lnTo>
                <a:close/>
                <a:moveTo>
                  <a:pt x="533173" y="168926"/>
                </a:moveTo>
                <a:lnTo>
                  <a:pt x="540042" y="167924"/>
                </a:lnTo>
                <a:lnTo>
                  <a:pt x="518444" y="159343"/>
                </a:lnTo>
                <a:close/>
                <a:moveTo>
                  <a:pt x="533173" y="168926"/>
                </a:moveTo>
                <a:lnTo>
                  <a:pt x="547903" y="178457"/>
                </a:lnTo>
                <a:lnTo>
                  <a:pt x="540042" y="167924"/>
                </a:lnTo>
                <a:close/>
                <a:moveTo>
                  <a:pt x="525312" y="159410"/>
                </a:moveTo>
                <a:lnTo>
                  <a:pt x="518444" y="159343"/>
                </a:lnTo>
                <a:lnTo>
                  <a:pt x="540042" y="167924"/>
                </a:lnTo>
                <a:close/>
                <a:moveTo>
                  <a:pt x="503714" y="149099"/>
                </a:moveTo>
                <a:lnTo>
                  <a:pt x="496845" y="150565"/>
                </a:lnTo>
                <a:lnTo>
                  <a:pt x="518444" y="159343"/>
                </a:lnTo>
                <a:close/>
                <a:moveTo>
                  <a:pt x="503714" y="149099"/>
                </a:moveTo>
                <a:lnTo>
                  <a:pt x="488984" y="140119"/>
                </a:lnTo>
                <a:lnTo>
                  <a:pt x="496845" y="150565"/>
                </a:lnTo>
                <a:close/>
                <a:moveTo>
                  <a:pt x="474254" y="131913"/>
                </a:moveTo>
                <a:lnTo>
                  <a:pt x="467385" y="132335"/>
                </a:lnTo>
                <a:lnTo>
                  <a:pt x="488984" y="140119"/>
                </a:lnTo>
                <a:close/>
                <a:moveTo>
                  <a:pt x="474254" y="131913"/>
                </a:moveTo>
                <a:lnTo>
                  <a:pt x="459524" y="123839"/>
                </a:lnTo>
                <a:lnTo>
                  <a:pt x="467385" y="132335"/>
                </a:lnTo>
                <a:close/>
                <a:moveTo>
                  <a:pt x="474254" y="131913"/>
                </a:moveTo>
                <a:lnTo>
                  <a:pt x="488984" y="140119"/>
                </a:lnTo>
                <a:lnTo>
                  <a:pt x="481123" y="130124"/>
                </a:lnTo>
                <a:close/>
                <a:moveTo>
                  <a:pt x="452656" y="124591"/>
                </a:moveTo>
                <a:lnTo>
                  <a:pt x="459524" y="123839"/>
                </a:lnTo>
                <a:lnTo>
                  <a:pt x="437926" y="117398"/>
                </a:lnTo>
                <a:close/>
                <a:moveTo>
                  <a:pt x="452656" y="124591"/>
                </a:moveTo>
                <a:lnTo>
                  <a:pt x="467385" y="132335"/>
                </a:lnTo>
                <a:lnTo>
                  <a:pt x="459524" y="123839"/>
                </a:lnTo>
                <a:close/>
                <a:moveTo>
                  <a:pt x="444794" y="116471"/>
                </a:moveTo>
                <a:lnTo>
                  <a:pt x="437926" y="117398"/>
                </a:lnTo>
                <a:lnTo>
                  <a:pt x="459524" y="123839"/>
                </a:lnTo>
                <a:close/>
                <a:moveTo>
                  <a:pt x="444794" y="116471"/>
                </a:moveTo>
                <a:lnTo>
                  <a:pt x="430064" y="107211"/>
                </a:lnTo>
                <a:lnTo>
                  <a:pt x="437926" y="117398"/>
                </a:lnTo>
                <a:close/>
                <a:moveTo>
                  <a:pt x="423196" y="110469"/>
                </a:moveTo>
                <a:lnTo>
                  <a:pt x="416327" y="110777"/>
                </a:lnTo>
                <a:lnTo>
                  <a:pt x="437926" y="117398"/>
                </a:lnTo>
                <a:close/>
                <a:moveTo>
                  <a:pt x="423196" y="110469"/>
                </a:moveTo>
                <a:lnTo>
                  <a:pt x="408466" y="101141"/>
                </a:lnTo>
                <a:lnTo>
                  <a:pt x="416327" y="110777"/>
                </a:lnTo>
                <a:close/>
                <a:moveTo>
                  <a:pt x="423196" y="110469"/>
                </a:moveTo>
                <a:lnTo>
                  <a:pt x="430064" y="107211"/>
                </a:lnTo>
                <a:lnTo>
                  <a:pt x="408466" y="101141"/>
                </a:lnTo>
                <a:close/>
                <a:moveTo>
                  <a:pt x="423196" y="110469"/>
                </a:moveTo>
                <a:lnTo>
                  <a:pt x="437926" y="117398"/>
                </a:lnTo>
                <a:lnTo>
                  <a:pt x="430064" y="107211"/>
                </a:lnTo>
                <a:close/>
                <a:moveTo>
                  <a:pt x="401597" y="102839"/>
                </a:moveTo>
                <a:lnTo>
                  <a:pt x="408466" y="101141"/>
                </a:lnTo>
                <a:lnTo>
                  <a:pt x="386867" y="93150"/>
                </a:lnTo>
                <a:close/>
                <a:moveTo>
                  <a:pt x="393736" y="92084"/>
                </a:moveTo>
                <a:lnTo>
                  <a:pt x="386867" y="93150"/>
                </a:lnTo>
                <a:lnTo>
                  <a:pt x="408466" y="101141"/>
                </a:lnTo>
                <a:close/>
                <a:moveTo>
                  <a:pt x="393736" y="92084"/>
                </a:moveTo>
                <a:lnTo>
                  <a:pt x="379006" y="80006"/>
                </a:lnTo>
                <a:lnTo>
                  <a:pt x="386867" y="93150"/>
                </a:lnTo>
                <a:close/>
                <a:moveTo>
                  <a:pt x="393736" y="92084"/>
                </a:moveTo>
                <a:lnTo>
                  <a:pt x="408466" y="101141"/>
                </a:lnTo>
                <a:lnTo>
                  <a:pt x="400605" y="86055"/>
                </a:lnTo>
                <a:close/>
                <a:moveTo>
                  <a:pt x="372138" y="83508"/>
                </a:moveTo>
                <a:lnTo>
                  <a:pt x="379006" y="80006"/>
                </a:lnTo>
                <a:lnTo>
                  <a:pt x="357408" y="70671"/>
                </a:lnTo>
                <a:close/>
                <a:moveTo>
                  <a:pt x="372138" y="83508"/>
                </a:moveTo>
                <a:lnTo>
                  <a:pt x="386867" y="93150"/>
                </a:lnTo>
                <a:lnTo>
                  <a:pt x="379006" y="80006"/>
                </a:lnTo>
                <a:close/>
                <a:moveTo>
                  <a:pt x="364276" y="69915"/>
                </a:moveTo>
                <a:lnTo>
                  <a:pt x="357408" y="70671"/>
                </a:lnTo>
                <a:lnTo>
                  <a:pt x="379006" y="80006"/>
                </a:lnTo>
                <a:close/>
                <a:moveTo>
                  <a:pt x="364276" y="69915"/>
                </a:moveTo>
                <a:lnTo>
                  <a:pt x="349546" y="56969"/>
                </a:lnTo>
                <a:lnTo>
                  <a:pt x="357408" y="70671"/>
                </a:lnTo>
                <a:close/>
                <a:moveTo>
                  <a:pt x="342678" y="58642"/>
                </a:moveTo>
                <a:lnTo>
                  <a:pt x="349546" y="56969"/>
                </a:lnTo>
                <a:lnTo>
                  <a:pt x="327948" y="47540"/>
                </a:lnTo>
                <a:close/>
                <a:moveTo>
                  <a:pt x="342678" y="58642"/>
                </a:moveTo>
                <a:lnTo>
                  <a:pt x="357408" y="70671"/>
                </a:lnTo>
                <a:lnTo>
                  <a:pt x="349546" y="56969"/>
                </a:lnTo>
                <a:close/>
                <a:moveTo>
                  <a:pt x="334817" y="47590"/>
                </a:moveTo>
                <a:lnTo>
                  <a:pt x="327948" y="47540"/>
                </a:lnTo>
                <a:lnTo>
                  <a:pt x="349546" y="56969"/>
                </a:lnTo>
                <a:close/>
                <a:moveTo>
                  <a:pt x="334817" y="47590"/>
                </a:moveTo>
                <a:lnTo>
                  <a:pt x="320087" y="34414"/>
                </a:lnTo>
                <a:lnTo>
                  <a:pt x="327948" y="47540"/>
                </a:lnTo>
                <a:close/>
                <a:moveTo>
                  <a:pt x="313218" y="38519"/>
                </a:moveTo>
                <a:lnTo>
                  <a:pt x="320087" y="34414"/>
                </a:lnTo>
                <a:lnTo>
                  <a:pt x="298488" y="27284"/>
                </a:lnTo>
                <a:close/>
                <a:moveTo>
                  <a:pt x="313218" y="38519"/>
                </a:moveTo>
                <a:lnTo>
                  <a:pt x="327948" y="47540"/>
                </a:lnTo>
                <a:lnTo>
                  <a:pt x="320087" y="34414"/>
                </a:lnTo>
                <a:close/>
                <a:moveTo>
                  <a:pt x="291620" y="28265"/>
                </a:moveTo>
                <a:lnTo>
                  <a:pt x="298488" y="27284"/>
                </a:lnTo>
                <a:lnTo>
                  <a:pt x="276890" y="26313"/>
                </a:lnTo>
                <a:close/>
                <a:moveTo>
                  <a:pt x="305357" y="23165"/>
                </a:moveTo>
                <a:lnTo>
                  <a:pt x="298488" y="27284"/>
                </a:lnTo>
                <a:lnTo>
                  <a:pt x="320087" y="34414"/>
                </a:lnTo>
                <a:close/>
                <a:moveTo>
                  <a:pt x="197364" y="50047"/>
                </a:moveTo>
                <a:lnTo>
                  <a:pt x="204233" y="46606"/>
                </a:lnTo>
                <a:lnTo>
                  <a:pt x="182634" y="46368"/>
                </a:lnTo>
                <a:close/>
                <a:moveTo>
                  <a:pt x="189503" y="46584"/>
                </a:moveTo>
                <a:lnTo>
                  <a:pt x="182634" y="46368"/>
                </a:lnTo>
                <a:lnTo>
                  <a:pt x="204233" y="46606"/>
                </a:lnTo>
                <a:close/>
                <a:moveTo>
                  <a:pt x="189503" y="46584"/>
                </a:moveTo>
                <a:lnTo>
                  <a:pt x="174773" y="41360"/>
                </a:lnTo>
                <a:lnTo>
                  <a:pt x="182634" y="46368"/>
                </a:lnTo>
                <a:close/>
                <a:moveTo>
                  <a:pt x="167905" y="41762"/>
                </a:moveTo>
                <a:lnTo>
                  <a:pt x="174773" y="41360"/>
                </a:lnTo>
                <a:lnTo>
                  <a:pt x="153175" y="35259"/>
                </a:lnTo>
                <a:close/>
                <a:moveTo>
                  <a:pt x="167905" y="41762"/>
                </a:moveTo>
                <a:lnTo>
                  <a:pt x="182634" y="46368"/>
                </a:lnTo>
                <a:lnTo>
                  <a:pt x="174773" y="41360"/>
                </a:lnTo>
                <a:close/>
                <a:moveTo>
                  <a:pt x="116846" y="22347"/>
                </a:moveTo>
                <a:lnTo>
                  <a:pt x="123715" y="22021"/>
                </a:lnTo>
                <a:lnTo>
                  <a:pt x="102116" y="14019"/>
                </a:lnTo>
                <a:close/>
                <a:moveTo>
                  <a:pt x="116846" y="22347"/>
                </a:moveTo>
                <a:lnTo>
                  <a:pt x="131576" y="28469"/>
                </a:lnTo>
                <a:lnTo>
                  <a:pt x="123715" y="22021"/>
                </a:lnTo>
                <a:close/>
                <a:moveTo>
                  <a:pt x="108985" y="13157"/>
                </a:moveTo>
                <a:lnTo>
                  <a:pt x="102116" y="14019"/>
                </a:lnTo>
                <a:lnTo>
                  <a:pt x="123715" y="22021"/>
                </a:lnTo>
                <a:close/>
                <a:moveTo>
                  <a:pt x="108985" y="13157"/>
                </a:moveTo>
                <a:lnTo>
                  <a:pt x="94255" y="8377"/>
                </a:lnTo>
                <a:lnTo>
                  <a:pt x="102116" y="14019"/>
                </a:lnTo>
                <a:close/>
                <a:moveTo>
                  <a:pt x="87387" y="7572"/>
                </a:moveTo>
                <a:lnTo>
                  <a:pt x="80518" y="9397"/>
                </a:lnTo>
                <a:lnTo>
                  <a:pt x="102116" y="14019"/>
                </a:lnTo>
                <a:close/>
                <a:moveTo>
                  <a:pt x="87387" y="7572"/>
                </a:moveTo>
                <a:lnTo>
                  <a:pt x="72657" y="6062"/>
                </a:lnTo>
                <a:lnTo>
                  <a:pt x="80518" y="9397"/>
                </a:lnTo>
                <a:close/>
                <a:moveTo>
                  <a:pt x="87387" y="7572"/>
                </a:moveTo>
                <a:lnTo>
                  <a:pt x="94255" y="8377"/>
                </a:lnTo>
                <a:lnTo>
                  <a:pt x="72657" y="6062"/>
                </a:lnTo>
                <a:close/>
                <a:moveTo>
                  <a:pt x="87387" y="7572"/>
                </a:moveTo>
                <a:lnTo>
                  <a:pt x="102116" y="14019"/>
                </a:lnTo>
                <a:lnTo>
                  <a:pt x="94255" y="8377"/>
                </a:lnTo>
                <a:close/>
                <a:moveTo>
                  <a:pt x="65788" y="7141"/>
                </a:moveTo>
                <a:lnTo>
                  <a:pt x="72657" y="6062"/>
                </a:lnTo>
                <a:lnTo>
                  <a:pt x="51058" y="4250"/>
                </a:lnTo>
                <a:close/>
                <a:moveTo>
                  <a:pt x="65788" y="7141"/>
                </a:moveTo>
                <a:lnTo>
                  <a:pt x="80518" y="9397"/>
                </a:lnTo>
                <a:lnTo>
                  <a:pt x="72657" y="6062"/>
                </a:lnTo>
                <a:close/>
                <a:moveTo>
                  <a:pt x="57927" y="4878"/>
                </a:moveTo>
                <a:lnTo>
                  <a:pt x="51058" y="4250"/>
                </a:lnTo>
                <a:lnTo>
                  <a:pt x="72657" y="6062"/>
                </a:lnTo>
                <a:close/>
                <a:moveTo>
                  <a:pt x="36328" y="1709"/>
                </a:moveTo>
                <a:lnTo>
                  <a:pt x="29460" y="1288"/>
                </a:lnTo>
                <a:lnTo>
                  <a:pt x="51058" y="4250"/>
                </a:lnTo>
                <a:close/>
                <a:moveTo>
                  <a:pt x="36328" y="1709"/>
                </a:moveTo>
                <a:lnTo>
                  <a:pt x="21599" y="265"/>
                </a:lnTo>
                <a:lnTo>
                  <a:pt x="29460" y="1288"/>
                </a:lnTo>
                <a:close/>
                <a:moveTo>
                  <a:pt x="36328" y="1709"/>
                </a:moveTo>
                <a:lnTo>
                  <a:pt x="51058" y="4250"/>
                </a:lnTo>
                <a:lnTo>
                  <a:pt x="43197" y="2269"/>
                </a:lnTo>
                <a:close/>
                <a:moveTo>
                  <a:pt x="14730" y="0"/>
                </a:moveTo>
                <a:lnTo>
                  <a:pt x="21599" y="265"/>
                </a:lnTo>
                <a:lnTo>
                  <a:pt x="0" y="3180"/>
                </a:lnTo>
                <a:close/>
                <a:moveTo>
                  <a:pt x="14730" y="0"/>
                </a:moveTo>
                <a:lnTo>
                  <a:pt x="29460" y="1288"/>
                </a:lnTo>
                <a:lnTo>
                  <a:pt x="21599" y="265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80" name="PANEL_01-slope-0-220_874">
            <a:extLst>
              <a:ext uri="{FF2B5EF4-FFF2-40B4-BE49-F238E27FC236}">
                <a16:creationId xmlns:a16="http://schemas.microsoft.com/office/drawing/2014/main" id="{FB29F489-6E85-4E22-BAE4-F223A5FE2C33}"/>
              </a:ext>
            </a:extLst>
          </p:cNvPr>
          <p:cNvSpPr>
            <a:spLocks/>
          </p:cNvSpPr>
          <p:nvPr/>
        </p:nvSpPr>
        <p:spPr>
          <a:xfrm>
            <a:off x="483435" y="534250"/>
            <a:ext cx="2215009" cy="314968"/>
          </a:xfrm>
          <a:custGeom>
            <a:pathLst>
              <a:path w="1500302" h="213338">
                <a:moveTo>
                  <a:pt x="1485572" y="187286"/>
                </a:moveTo>
                <a:lnTo>
                  <a:pt x="1478704" y="192243"/>
                </a:lnTo>
                <a:lnTo>
                  <a:pt x="1500302" y="194210"/>
                </a:lnTo>
                <a:close/>
                <a:moveTo>
                  <a:pt x="1485572" y="187286"/>
                </a:moveTo>
                <a:lnTo>
                  <a:pt x="1470843" y="177976"/>
                </a:lnTo>
                <a:lnTo>
                  <a:pt x="1478704" y="192243"/>
                </a:lnTo>
                <a:close/>
                <a:moveTo>
                  <a:pt x="1485572" y="187286"/>
                </a:moveTo>
                <a:lnTo>
                  <a:pt x="1492441" y="179682"/>
                </a:lnTo>
                <a:lnTo>
                  <a:pt x="1470843" y="177976"/>
                </a:lnTo>
                <a:close/>
                <a:moveTo>
                  <a:pt x="1485572" y="187286"/>
                </a:moveTo>
                <a:lnTo>
                  <a:pt x="1500302" y="194210"/>
                </a:lnTo>
                <a:lnTo>
                  <a:pt x="1492441" y="179682"/>
                </a:lnTo>
                <a:close/>
                <a:moveTo>
                  <a:pt x="1463974" y="183638"/>
                </a:moveTo>
                <a:lnTo>
                  <a:pt x="1470843" y="177976"/>
                </a:lnTo>
                <a:lnTo>
                  <a:pt x="1449244" y="176678"/>
                </a:lnTo>
                <a:close/>
                <a:moveTo>
                  <a:pt x="1477711" y="170805"/>
                </a:moveTo>
                <a:lnTo>
                  <a:pt x="1470843" y="177976"/>
                </a:lnTo>
                <a:lnTo>
                  <a:pt x="1492441" y="179682"/>
                </a:lnTo>
                <a:close/>
                <a:moveTo>
                  <a:pt x="1456113" y="170174"/>
                </a:moveTo>
                <a:lnTo>
                  <a:pt x="1449244" y="176678"/>
                </a:lnTo>
                <a:lnTo>
                  <a:pt x="1470843" y="177976"/>
                </a:lnTo>
                <a:close/>
                <a:moveTo>
                  <a:pt x="1456113" y="170174"/>
                </a:moveTo>
                <a:lnTo>
                  <a:pt x="1441383" y="160438"/>
                </a:lnTo>
                <a:lnTo>
                  <a:pt x="1449244" y="176678"/>
                </a:lnTo>
                <a:close/>
                <a:moveTo>
                  <a:pt x="1456113" y="170174"/>
                </a:moveTo>
                <a:lnTo>
                  <a:pt x="1462981" y="160781"/>
                </a:lnTo>
                <a:lnTo>
                  <a:pt x="1441383" y="160438"/>
                </a:lnTo>
                <a:close/>
                <a:moveTo>
                  <a:pt x="1456113" y="170174"/>
                </a:moveTo>
                <a:lnTo>
                  <a:pt x="1470843" y="177976"/>
                </a:lnTo>
                <a:lnTo>
                  <a:pt x="1462981" y="160781"/>
                </a:lnTo>
                <a:close/>
                <a:moveTo>
                  <a:pt x="1434514" y="169829"/>
                </a:moveTo>
                <a:lnTo>
                  <a:pt x="1419784" y="160394"/>
                </a:lnTo>
                <a:lnTo>
                  <a:pt x="1427646" y="176689"/>
                </a:lnTo>
                <a:close/>
                <a:moveTo>
                  <a:pt x="1434514" y="169829"/>
                </a:moveTo>
                <a:lnTo>
                  <a:pt x="1441383" y="160438"/>
                </a:lnTo>
                <a:lnTo>
                  <a:pt x="1419784" y="160394"/>
                </a:lnTo>
                <a:close/>
                <a:moveTo>
                  <a:pt x="1434514" y="169829"/>
                </a:moveTo>
                <a:lnTo>
                  <a:pt x="1449244" y="176678"/>
                </a:lnTo>
                <a:lnTo>
                  <a:pt x="1441383" y="160438"/>
                </a:lnTo>
                <a:close/>
                <a:moveTo>
                  <a:pt x="1426653" y="150838"/>
                </a:moveTo>
                <a:lnTo>
                  <a:pt x="1419784" y="160394"/>
                </a:lnTo>
                <a:lnTo>
                  <a:pt x="1441383" y="160438"/>
                </a:lnTo>
                <a:close/>
                <a:moveTo>
                  <a:pt x="1259741" y="161592"/>
                </a:moveTo>
                <a:lnTo>
                  <a:pt x="1252872" y="166205"/>
                </a:lnTo>
                <a:lnTo>
                  <a:pt x="1274471" y="162778"/>
                </a:lnTo>
                <a:close/>
                <a:moveTo>
                  <a:pt x="1259741" y="161592"/>
                </a:moveTo>
                <a:lnTo>
                  <a:pt x="1245011" y="160050"/>
                </a:lnTo>
                <a:lnTo>
                  <a:pt x="1252872" y="166205"/>
                </a:lnTo>
                <a:close/>
                <a:moveTo>
                  <a:pt x="1238142" y="166524"/>
                </a:moveTo>
                <a:lnTo>
                  <a:pt x="1223413" y="166441"/>
                </a:lnTo>
                <a:lnTo>
                  <a:pt x="1231274" y="170218"/>
                </a:lnTo>
                <a:close/>
                <a:moveTo>
                  <a:pt x="1238142" y="166524"/>
                </a:moveTo>
                <a:lnTo>
                  <a:pt x="1252872" y="166205"/>
                </a:lnTo>
                <a:lnTo>
                  <a:pt x="1245011" y="160050"/>
                </a:lnTo>
                <a:close/>
                <a:moveTo>
                  <a:pt x="1216544" y="170265"/>
                </a:moveTo>
                <a:lnTo>
                  <a:pt x="1223413" y="166441"/>
                </a:lnTo>
                <a:lnTo>
                  <a:pt x="1201814" y="172407"/>
                </a:lnTo>
                <a:close/>
                <a:moveTo>
                  <a:pt x="1208683" y="168688"/>
                </a:moveTo>
                <a:lnTo>
                  <a:pt x="1201814" y="172407"/>
                </a:lnTo>
                <a:lnTo>
                  <a:pt x="1223413" y="166441"/>
                </a:lnTo>
                <a:close/>
                <a:moveTo>
                  <a:pt x="1187084" y="174048"/>
                </a:moveTo>
                <a:lnTo>
                  <a:pt x="1180216" y="178170"/>
                </a:lnTo>
                <a:lnTo>
                  <a:pt x="1201814" y="172407"/>
                </a:lnTo>
                <a:close/>
                <a:moveTo>
                  <a:pt x="1187084" y="174048"/>
                </a:moveTo>
                <a:lnTo>
                  <a:pt x="1172354" y="173131"/>
                </a:lnTo>
                <a:lnTo>
                  <a:pt x="1180216" y="178170"/>
                </a:lnTo>
                <a:close/>
                <a:moveTo>
                  <a:pt x="1165486" y="178942"/>
                </a:moveTo>
                <a:lnTo>
                  <a:pt x="1158617" y="181977"/>
                </a:lnTo>
                <a:lnTo>
                  <a:pt x="1180216" y="178170"/>
                </a:lnTo>
                <a:close/>
                <a:moveTo>
                  <a:pt x="1165486" y="178942"/>
                </a:moveTo>
                <a:lnTo>
                  <a:pt x="1150756" y="178859"/>
                </a:lnTo>
                <a:lnTo>
                  <a:pt x="1158617" y="181977"/>
                </a:lnTo>
                <a:close/>
                <a:moveTo>
                  <a:pt x="1165486" y="178942"/>
                </a:moveTo>
                <a:lnTo>
                  <a:pt x="1172354" y="173131"/>
                </a:lnTo>
                <a:lnTo>
                  <a:pt x="1150756" y="178859"/>
                </a:lnTo>
                <a:close/>
                <a:moveTo>
                  <a:pt x="1165486" y="178942"/>
                </a:moveTo>
                <a:lnTo>
                  <a:pt x="1180216" y="178170"/>
                </a:lnTo>
                <a:lnTo>
                  <a:pt x="1172354" y="173131"/>
                </a:lnTo>
                <a:close/>
                <a:moveTo>
                  <a:pt x="1143887" y="182078"/>
                </a:moveTo>
                <a:lnTo>
                  <a:pt x="1150756" y="178859"/>
                </a:lnTo>
                <a:lnTo>
                  <a:pt x="1129157" y="183664"/>
                </a:lnTo>
                <a:close/>
                <a:moveTo>
                  <a:pt x="1143887" y="182078"/>
                </a:moveTo>
                <a:lnTo>
                  <a:pt x="1158617" y="181977"/>
                </a:lnTo>
                <a:lnTo>
                  <a:pt x="1150756" y="178859"/>
                </a:lnTo>
                <a:close/>
                <a:moveTo>
                  <a:pt x="1122289" y="186632"/>
                </a:moveTo>
                <a:lnTo>
                  <a:pt x="1129157" y="183664"/>
                </a:lnTo>
                <a:lnTo>
                  <a:pt x="1107559" y="188961"/>
                </a:lnTo>
                <a:close/>
                <a:moveTo>
                  <a:pt x="1136026" y="180255"/>
                </a:moveTo>
                <a:lnTo>
                  <a:pt x="1129157" y="183664"/>
                </a:lnTo>
                <a:lnTo>
                  <a:pt x="1150756" y="178859"/>
                </a:lnTo>
                <a:close/>
                <a:moveTo>
                  <a:pt x="1114427" y="185690"/>
                </a:moveTo>
                <a:lnTo>
                  <a:pt x="1107559" y="188961"/>
                </a:lnTo>
                <a:lnTo>
                  <a:pt x="1129157" y="183664"/>
                </a:lnTo>
                <a:close/>
                <a:moveTo>
                  <a:pt x="1114427" y="185690"/>
                </a:moveTo>
                <a:lnTo>
                  <a:pt x="1099698" y="182902"/>
                </a:lnTo>
                <a:lnTo>
                  <a:pt x="1107559" y="188961"/>
                </a:lnTo>
                <a:close/>
                <a:moveTo>
                  <a:pt x="1092829" y="190141"/>
                </a:moveTo>
                <a:lnTo>
                  <a:pt x="1085960" y="195209"/>
                </a:lnTo>
                <a:lnTo>
                  <a:pt x="1107559" y="188961"/>
                </a:lnTo>
                <a:close/>
                <a:moveTo>
                  <a:pt x="1092829" y="190141"/>
                </a:moveTo>
                <a:lnTo>
                  <a:pt x="1078099" y="190337"/>
                </a:lnTo>
                <a:lnTo>
                  <a:pt x="1085960" y="195209"/>
                </a:lnTo>
                <a:close/>
                <a:moveTo>
                  <a:pt x="656888" y="201159"/>
                </a:moveTo>
                <a:lnTo>
                  <a:pt x="663757" y="199508"/>
                </a:lnTo>
                <a:lnTo>
                  <a:pt x="642159" y="198005"/>
                </a:lnTo>
                <a:close/>
                <a:moveTo>
                  <a:pt x="656888" y="201159"/>
                </a:moveTo>
                <a:lnTo>
                  <a:pt x="671618" y="209648"/>
                </a:lnTo>
                <a:lnTo>
                  <a:pt x="663757" y="199508"/>
                </a:lnTo>
                <a:close/>
                <a:moveTo>
                  <a:pt x="635290" y="204021"/>
                </a:moveTo>
                <a:lnTo>
                  <a:pt x="642159" y="198005"/>
                </a:lnTo>
                <a:lnTo>
                  <a:pt x="620560" y="199003"/>
                </a:lnTo>
                <a:close/>
                <a:moveTo>
                  <a:pt x="635290" y="204021"/>
                </a:moveTo>
                <a:lnTo>
                  <a:pt x="650020" y="213338"/>
                </a:lnTo>
                <a:lnTo>
                  <a:pt x="642159" y="198005"/>
                </a:lnTo>
                <a:close/>
                <a:moveTo>
                  <a:pt x="627429" y="194975"/>
                </a:moveTo>
                <a:lnTo>
                  <a:pt x="620560" y="199003"/>
                </a:lnTo>
                <a:lnTo>
                  <a:pt x="642159" y="198005"/>
                </a:lnTo>
                <a:close/>
                <a:moveTo>
                  <a:pt x="627429" y="194975"/>
                </a:moveTo>
                <a:lnTo>
                  <a:pt x="612699" y="188588"/>
                </a:lnTo>
                <a:lnTo>
                  <a:pt x="620560" y="199003"/>
                </a:lnTo>
                <a:close/>
                <a:moveTo>
                  <a:pt x="605830" y="193085"/>
                </a:moveTo>
                <a:lnTo>
                  <a:pt x="598962" y="196388"/>
                </a:lnTo>
                <a:lnTo>
                  <a:pt x="620560" y="199003"/>
                </a:lnTo>
                <a:close/>
                <a:moveTo>
                  <a:pt x="605830" y="193085"/>
                </a:moveTo>
                <a:lnTo>
                  <a:pt x="612699" y="188588"/>
                </a:lnTo>
                <a:lnTo>
                  <a:pt x="591100" y="184780"/>
                </a:lnTo>
                <a:close/>
                <a:moveTo>
                  <a:pt x="605830" y="193085"/>
                </a:moveTo>
                <a:lnTo>
                  <a:pt x="620560" y="199003"/>
                </a:lnTo>
                <a:lnTo>
                  <a:pt x="612699" y="188588"/>
                </a:lnTo>
                <a:close/>
                <a:moveTo>
                  <a:pt x="305357" y="19186"/>
                </a:moveTo>
                <a:lnTo>
                  <a:pt x="298488" y="26313"/>
                </a:lnTo>
                <a:lnTo>
                  <a:pt x="320087" y="27284"/>
                </a:lnTo>
                <a:close/>
                <a:moveTo>
                  <a:pt x="305357" y="19186"/>
                </a:moveTo>
                <a:lnTo>
                  <a:pt x="290627" y="21801"/>
                </a:lnTo>
                <a:lnTo>
                  <a:pt x="298488" y="26313"/>
                </a:lnTo>
                <a:close/>
                <a:moveTo>
                  <a:pt x="305357" y="19186"/>
                </a:moveTo>
                <a:lnTo>
                  <a:pt x="320087" y="27284"/>
                </a:lnTo>
                <a:lnTo>
                  <a:pt x="312226" y="15455"/>
                </a:lnTo>
                <a:close/>
                <a:moveTo>
                  <a:pt x="283758" y="28496"/>
                </a:moveTo>
                <a:lnTo>
                  <a:pt x="276890" y="32752"/>
                </a:lnTo>
                <a:lnTo>
                  <a:pt x="298488" y="26313"/>
                </a:lnTo>
                <a:close/>
                <a:moveTo>
                  <a:pt x="283758" y="28496"/>
                </a:moveTo>
                <a:lnTo>
                  <a:pt x="269028" y="32750"/>
                </a:lnTo>
                <a:lnTo>
                  <a:pt x="276890" y="32752"/>
                </a:lnTo>
                <a:close/>
                <a:moveTo>
                  <a:pt x="283758" y="28496"/>
                </a:moveTo>
                <a:lnTo>
                  <a:pt x="290627" y="21801"/>
                </a:lnTo>
                <a:lnTo>
                  <a:pt x="269028" y="32750"/>
                </a:lnTo>
                <a:close/>
                <a:moveTo>
                  <a:pt x="283758" y="28496"/>
                </a:moveTo>
                <a:lnTo>
                  <a:pt x="298488" y="26313"/>
                </a:lnTo>
                <a:lnTo>
                  <a:pt x="290627" y="21801"/>
                </a:lnTo>
                <a:close/>
                <a:moveTo>
                  <a:pt x="262160" y="37848"/>
                </a:moveTo>
                <a:lnTo>
                  <a:pt x="247430" y="41644"/>
                </a:lnTo>
                <a:lnTo>
                  <a:pt x="255291" y="40376"/>
                </a:lnTo>
                <a:close/>
                <a:moveTo>
                  <a:pt x="262160" y="37848"/>
                </a:moveTo>
                <a:lnTo>
                  <a:pt x="269028" y="32750"/>
                </a:lnTo>
                <a:lnTo>
                  <a:pt x="247430" y="41644"/>
                </a:lnTo>
                <a:close/>
                <a:moveTo>
                  <a:pt x="262160" y="37848"/>
                </a:moveTo>
                <a:lnTo>
                  <a:pt x="276890" y="32752"/>
                </a:lnTo>
                <a:lnTo>
                  <a:pt x="269028" y="32750"/>
                </a:lnTo>
                <a:close/>
                <a:moveTo>
                  <a:pt x="240561" y="44887"/>
                </a:moveTo>
                <a:lnTo>
                  <a:pt x="247430" y="41644"/>
                </a:lnTo>
                <a:lnTo>
                  <a:pt x="225831" y="46606"/>
                </a:lnTo>
                <a:close/>
                <a:moveTo>
                  <a:pt x="240561" y="44887"/>
                </a:moveTo>
                <a:lnTo>
                  <a:pt x="255291" y="40376"/>
                </a:lnTo>
                <a:lnTo>
                  <a:pt x="247430" y="41644"/>
                </a:lnTo>
                <a:close/>
                <a:moveTo>
                  <a:pt x="232700" y="44906"/>
                </a:moveTo>
                <a:lnTo>
                  <a:pt x="225831" y="46606"/>
                </a:lnTo>
                <a:lnTo>
                  <a:pt x="247430" y="41644"/>
                </a:lnTo>
                <a:close/>
                <a:moveTo>
                  <a:pt x="36328" y="0"/>
                </a:moveTo>
                <a:lnTo>
                  <a:pt x="21599" y="3180"/>
                </a:lnTo>
                <a:lnTo>
                  <a:pt x="29460" y="3145"/>
                </a:lnTo>
                <a:close/>
                <a:moveTo>
                  <a:pt x="14730" y="6289"/>
                </a:moveTo>
                <a:lnTo>
                  <a:pt x="21599" y="3180"/>
                </a:lnTo>
                <a:lnTo>
                  <a:pt x="0" y="10444"/>
                </a:lnTo>
                <a:close/>
                <a:moveTo>
                  <a:pt x="6869" y="6547"/>
                </a:moveTo>
                <a:lnTo>
                  <a:pt x="0" y="10444"/>
                </a:lnTo>
                <a:lnTo>
                  <a:pt x="21599" y="318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81" name="PANEL_01-slope-0-225_875">
            <a:extLst>
              <a:ext uri="{FF2B5EF4-FFF2-40B4-BE49-F238E27FC236}">
                <a16:creationId xmlns:a16="http://schemas.microsoft.com/office/drawing/2014/main" id="{A1A2873D-9F46-4F67-9086-A3C21E0068F8}"/>
              </a:ext>
            </a:extLst>
          </p:cNvPr>
          <p:cNvSpPr>
            <a:spLocks/>
          </p:cNvSpPr>
          <p:nvPr/>
        </p:nvSpPr>
        <p:spPr>
          <a:xfrm>
            <a:off x="1431502" y="718322"/>
            <a:ext cx="1158208" cy="133537"/>
          </a:xfrm>
          <a:custGeom>
            <a:pathLst>
              <a:path w="784494" h="90449">
                <a:moveTo>
                  <a:pt x="770757" y="44478"/>
                </a:moveTo>
                <a:lnTo>
                  <a:pt x="777626" y="35715"/>
                </a:lnTo>
                <a:lnTo>
                  <a:pt x="756027" y="37149"/>
                </a:lnTo>
                <a:close/>
                <a:moveTo>
                  <a:pt x="784494" y="26160"/>
                </a:moveTo>
                <a:lnTo>
                  <a:pt x="769765" y="16138"/>
                </a:lnTo>
                <a:lnTo>
                  <a:pt x="777626" y="35715"/>
                </a:lnTo>
                <a:close/>
                <a:moveTo>
                  <a:pt x="762896" y="27072"/>
                </a:moveTo>
                <a:lnTo>
                  <a:pt x="756027" y="37149"/>
                </a:lnTo>
                <a:lnTo>
                  <a:pt x="777626" y="35715"/>
                </a:lnTo>
                <a:close/>
                <a:moveTo>
                  <a:pt x="762896" y="27072"/>
                </a:moveTo>
                <a:lnTo>
                  <a:pt x="748166" y="18477"/>
                </a:lnTo>
                <a:lnTo>
                  <a:pt x="756027" y="37149"/>
                </a:lnTo>
                <a:close/>
                <a:moveTo>
                  <a:pt x="762896" y="27072"/>
                </a:moveTo>
                <a:lnTo>
                  <a:pt x="769765" y="16138"/>
                </a:lnTo>
                <a:lnTo>
                  <a:pt x="748166" y="18477"/>
                </a:lnTo>
                <a:close/>
                <a:moveTo>
                  <a:pt x="762896" y="27072"/>
                </a:moveTo>
                <a:lnTo>
                  <a:pt x="777626" y="35715"/>
                </a:lnTo>
                <a:lnTo>
                  <a:pt x="769765" y="16138"/>
                </a:lnTo>
                <a:close/>
                <a:moveTo>
                  <a:pt x="741297" y="30359"/>
                </a:moveTo>
                <a:lnTo>
                  <a:pt x="726568" y="20713"/>
                </a:lnTo>
                <a:lnTo>
                  <a:pt x="734429" y="40111"/>
                </a:lnTo>
                <a:close/>
                <a:moveTo>
                  <a:pt x="741297" y="30359"/>
                </a:moveTo>
                <a:lnTo>
                  <a:pt x="748166" y="18477"/>
                </a:lnTo>
                <a:lnTo>
                  <a:pt x="726568" y="20713"/>
                </a:lnTo>
                <a:close/>
                <a:moveTo>
                  <a:pt x="741297" y="30359"/>
                </a:moveTo>
                <a:lnTo>
                  <a:pt x="756027" y="37149"/>
                </a:lnTo>
                <a:lnTo>
                  <a:pt x="748166" y="18477"/>
                </a:lnTo>
                <a:close/>
                <a:moveTo>
                  <a:pt x="719699" y="32721"/>
                </a:moveTo>
                <a:lnTo>
                  <a:pt x="726568" y="20713"/>
                </a:lnTo>
                <a:lnTo>
                  <a:pt x="704969" y="25651"/>
                </a:lnTo>
                <a:close/>
                <a:moveTo>
                  <a:pt x="733436" y="9194"/>
                </a:moveTo>
                <a:lnTo>
                  <a:pt x="726568" y="20713"/>
                </a:lnTo>
                <a:lnTo>
                  <a:pt x="748166" y="18477"/>
                </a:lnTo>
                <a:close/>
                <a:moveTo>
                  <a:pt x="733436" y="9194"/>
                </a:moveTo>
                <a:lnTo>
                  <a:pt x="718706" y="0"/>
                </a:lnTo>
                <a:lnTo>
                  <a:pt x="726568" y="20713"/>
                </a:lnTo>
                <a:close/>
                <a:moveTo>
                  <a:pt x="711838" y="10578"/>
                </a:moveTo>
                <a:lnTo>
                  <a:pt x="704969" y="25651"/>
                </a:lnTo>
                <a:lnTo>
                  <a:pt x="726568" y="20713"/>
                </a:lnTo>
                <a:close/>
                <a:moveTo>
                  <a:pt x="711838" y="10578"/>
                </a:moveTo>
                <a:lnTo>
                  <a:pt x="718706" y="0"/>
                </a:lnTo>
                <a:lnTo>
                  <a:pt x="697108" y="7227"/>
                </a:lnTo>
                <a:close/>
                <a:moveTo>
                  <a:pt x="711838" y="10578"/>
                </a:moveTo>
                <a:lnTo>
                  <a:pt x="726568" y="20713"/>
                </a:lnTo>
                <a:lnTo>
                  <a:pt x="718706" y="0"/>
                </a:lnTo>
                <a:close/>
                <a:moveTo>
                  <a:pt x="668641" y="34585"/>
                </a:moveTo>
                <a:lnTo>
                  <a:pt x="653911" y="32097"/>
                </a:lnTo>
                <a:lnTo>
                  <a:pt x="661772" y="44007"/>
                </a:lnTo>
                <a:close/>
                <a:moveTo>
                  <a:pt x="647042" y="40675"/>
                </a:moveTo>
                <a:lnTo>
                  <a:pt x="653911" y="32097"/>
                </a:lnTo>
                <a:lnTo>
                  <a:pt x="632312" y="38100"/>
                </a:lnTo>
                <a:close/>
                <a:moveTo>
                  <a:pt x="660779" y="21273"/>
                </a:moveTo>
                <a:lnTo>
                  <a:pt x="653911" y="32097"/>
                </a:lnTo>
                <a:lnTo>
                  <a:pt x="675509" y="20472"/>
                </a:lnTo>
                <a:close/>
                <a:moveTo>
                  <a:pt x="639181" y="31856"/>
                </a:moveTo>
                <a:lnTo>
                  <a:pt x="632312" y="38100"/>
                </a:lnTo>
                <a:lnTo>
                  <a:pt x="653911" y="32097"/>
                </a:lnTo>
                <a:close/>
                <a:moveTo>
                  <a:pt x="639181" y="31856"/>
                </a:moveTo>
                <a:lnTo>
                  <a:pt x="624451" y="29025"/>
                </a:lnTo>
                <a:lnTo>
                  <a:pt x="632312" y="38100"/>
                </a:lnTo>
                <a:close/>
                <a:moveTo>
                  <a:pt x="639181" y="31856"/>
                </a:moveTo>
                <a:lnTo>
                  <a:pt x="653911" y="32097"/>
                </a:lnTo>
                <a:lnTo>
                  <a:pt x="646050" y="21124"/>
                </a:lnTo>
                <a:close/>
                <a:moveTo>
                  <a:pt x="617582" y="36913"/>
                </a:moveTo>
                <a:lnTo>
                  <a:pt x="624451" y="29025"/>
                </a:lnTo>
                <a:lnTo>
                  <a:pt x="602853" y="35372"/>
                </a:lnTo>
                <a:close/>
                <a:moveTo>
                  <a:pt x="617582" y="36913"/>
                </a:moveTo>
                <a:lnTo>
                  <a:pt x="632312" y="38100"/>
                </a:lnTo>
                <a:lnTo>
                  <a:pt x="624451" y="29025"/>
                </a:lnTo>
                <a:close/>
                <a:moveTo>
                  <a:pt x="595984" y="41846"/>
                </a:moveTo>
                <a:lnTo>
                  <a:pt x="602853" y="35372"/>
                </a:lnTo>
                <a:lnTo>
                  <a:pt x="581254" y="41762"/>
                </a:lnTo>
                <a:close/>
                <a:moveTo>
                  <a:pt x="544926" y="49370"/>
                </a:moveTo>
                <a:lnTo>
                  <a:pt x="559655" y="47728"/>
                </a:lnTo>
                <a:lnTo>
                  <a:pt x="551794" y="41068"/>
                </a:lnTo>
                <a:close/>
                <a:moveTo>
                  <a:pt x="450670" y="65462"/>
                </a:moveTo>
                <a:lnTo>
                  <a:pt x="465400" y="64282"/>
                </a:lnTo>
                <a:lnTo>
                  <a:pt x="457539" y="58223"/>
                </a:lnTo>
                <a:close/>
                <a:moveTo>
                  <a:pt x="429072" y="71873"/>
                </a:moveTo>
                <a:lnTo>
                  <a:pt x="414342" y="76619"/>
                </a:lnTo>
                <a:lnTo>
                  <a:pt x="422203" y="78624"/>
                </a:lnTo>
                <a:close/>
                <a:moveTo>
                  <a:pt x="429072" y="71873"/>
                </a:moveTo>
                <a:lnTo>
                  <a:pt x="435941" y="65659"/>
                </a:lnTo>
                <a:lnTo>
                  <a:pt x="414342" y="76619"/>
                </a:lnTo>
                <a:close/>
                <a:moveTo>
                  <a:pt x="429072" y="71873"/>
                </a:moveTo>
                <a:lnTo>
                  <a:pt x="443802" y="70530"/>
                </a:lnTo>
                <a:lnTo>
                  <a:pt x="435941" y="65659"/>
                </a:lnTo>
                <a:close/>
                <a:moveTo>
                  <a:pt x="407473" y="82643"/>
                </a:moveTo>
                <a:lnTo>
                  <a:pt x="392743" y="80309"/>
                </a:lnTo>
                <a:lnTo>
                  <a:pt x="400605" y="90449"/>
                </a:lnTo>
                <a:close/>
                <a:moveTo>
                  <a:pt x="407473" y="82643"/>
                </a:moveTo>
                <a:lnTo>
                  <a:pt x="414342" y="76619"/>
                </a:lnTo>
                <a:lnTo>
                  <a:pt x="392743" y="80309"/>
                </a:lnTo>
                <a:close/>
                <a:moveTo>
                  <a:pt x="407473" y="82643"/>
                </a:moveTo>
                <a:lnTo>
                  <a:pt x="422203" y="78624"/>
                </a:lnTo>
                <a:lnTo>
                  <a:pt x="414342" y="76619"/>
                </a:lnTo>
                <a:close/>
                <a:moveTo>
                  <a:pt x="14730" y="76481"/>
                </a:moveTo>
                <a:lnTo>
                  <a:pt x="7861" y="88660"/>
                </a:lnTo>
                <a:lnTo>
                  <a:pt x="29460" y="84969"/>
                </a:lnTo>
                <a:close/>
                <a:moveTo>
                  <a:pt x="14730" y="76481"/>
                </a:moveTo>
                <a:lnTo>
                  <a:pt x="0" y="73326"/>
                </a:lnTo>
                <a:lnTo>
                  <a:pt x="7861" y="88660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582" name="PANEL_01-slope-0-230_876">
            <a:extLst>
              <a:ext uri="{FF2B5EF4-FFF2-40B4-BE49-F238E27FC236}">
                <a16:creationId xmlns:a16="http://schemas.microsoft.com/office/drawing/2014/main" id="{FC6495D8-8F26-4932-A706-C44631CA053D}"/>
              </a:ext>
            </a:extLst>
          </p:cNvPr>
          <p:cNvSpPr>
            <a:spLocks/>
          </p:cNvSpPr>
          <p:nvPr/>
        </p:nvSpPr>
        <p:spPr>
          <a:xfrm>
            <a:off x="2396919" y="726148"/>
            <a:ext cx="85521" cy="44925"/>
          </a:xfrm>
          <a:custGeom>
            <a:pathLst>
              <a:path w="57927" h="30430">
                <a:moveTo>
                  <a:pt x="57927" y="5277"/>
                </a:moveTo>
                <a:lnTo>
                  <a:pt x="43197" y="1926"/>
                </a:lnTo>
                <a:lnTo>
                  <a:pt x="51058" y="20350"/>
                </a:lnTo>
                <a:close/>
                <a:moveTo>
                  <a:pt x="36328" y="15430"/>
                </a:moveTo>
                <a:lnTo>
                  <a:pt x="21599" y="15172"/>
                </a:lnTo>
                <a:lnTo>
                  <a:pt x="29460" y="30430"/>
                </a:lnTo>
                <a:close/>
                <a:moveTo>
                  <a:pt x="36328" y="15430"/>
                </a:moveTo>
                <a:lnTo>
                  <a:pt x="43197" y="1926"/>
                </a:lnTo>
                <a:lnTo>
                  <a:pt x="21599" y="15172"/>
                </a:lnTo>
                <a:close/>
                <a:moveTo>
                  <a:pt x="36328" y="15430"/>
                </a:moveTo>
                <a:lnTo>
                  <a:pt x="51058" y="20350"/>
                </a:lnTo>
                <a:lnTo>
                  <a:pt x="43197" y="1926"/>
                </a:lnTo>
                <a:close/>
                <a:moveTo>
                  <a:pt x="14730" y="29284"/>
                </a:moveTo>
                <a:lnTo>
                  <a:pt x="21599" y="15172"/>
                </a:lnTo>
                <a:lnTo>
                  <a:pt x="0" y="26796"/>
                </a:lnTo>
                <a:close/>
                <a:moveTo>
                  <a:pt x="14730" y="29284"/>
                </a:moveTo>
                <a:lnTo>
                  <a:pt x="29460" y="30430"/>
                </a:lnTo>
                <a:lnTo>
                  <a:pt x="21599" y="15172"/>
                </a:lnTo>
                <a:close/>
                <a:moveTo>
                  <a:pt x="28467" y="0"/>
                </a:moveTo>
                <a:lnTo>
                  <a:pt x="21599" y="15172"/>
                </a:lnTo>
                <a:lnTo>
                  <a:pt x="43197" y="1926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583" name="PANEL_01-water-0-230_877">
            <a:extLst>
              <a:ext uri="{FF2B5EF4-FFF2-40B4-BE49-F238E27FC236}">
                <a16:creationId xmlns:a16="http://schemas.microsoft.com/office/drawing/2014/main" id="{ADE14700-E345-42B2-946B-0ACD127709FE}"/>
              </a:ext>
            </a:extLst>
          </p:cNvPr>
          <p:cNvSpPr>
            <a:spLocks/>
          </p:cNvSpPr>
          <p:nvPr/>
        </p:nvSpPr>
        <p:spPr>
          <a:xfrm>
            <a:off x="1463389" y="823294"/>
            <a:ext cx="579836" cy="29996"/>
          </a:xfrm>
          <a:custGeom>
            <a:pathLst>
              <a:path w="392743" h="20317">
                <a:moveTo>
                  <a:pt x="364276" y="16123"/>
                </a:moveTo>
                <a:lnTo>
                  <a:pt x="371145" y="9208"/>
                </a:lnTo>
                <a:lnTo>
                  <a:pt x="349546" y="12899"/>
                </a:lnTo>
                <a:close/>
                <a:moveTo>
                  <a:pt x="378014" y="2293"/>
                </a:moveTo>
                <a:lnTo>
                  <a:pt x="371145" y="9208"/>
                </a:lnTo>
                <a:lnTo>
                  <a:pt x="392743" y="5517"/>
                </a:lnTo>
                <a:close/>
                <a:moveTo>
                  <a:pt x="356415" y="5983"/>
                </a:moveTo>
                <a:lnTo>
                  <a:pt x="349546" y="12899"/>
                </a:lnTo>
                <a:lnTo>
                  <a:pt x="371145" y="9208"/>
                </a:lnTo>
                <a:close/>
                <a:moveTo>
                  <a:pt x="356415" y="5983"/>
                </a:moveTo>
                <a:lnTo>
                  <a:pt x="341685" y="2759"/>
                </a:lnTo>
                <a:lnTo>
                  <a:pt x="349546" y="12899"/>
                </a:lnTo>
                <a:close/>
                <a:moveTo>
                  <a:pt x="334817" y="9674"/>
                </a:moveTo>
                <a:lnTo>
                  <a:pt x="327948" y="16589"/>
                </a:lnTo>
                <a:lnTo>
                  <a:pt x="349546" y="12899"/>
                </a:lnTo>
                <a:close/>
                <a:moveTo>
                  <a:pt x="334817" y="9674"/>
                </a:moveTo>
                <a:lnTo>
                  <a:pt x="320087" y="6449"/>
                </a:lnTo>
                <a:lnTo>
                  <a:pt x="327948" y="16589"/>
                </a:lnTo>
                <a:close/>
                <a:moveTo>
                  <a:pt x="334817" y="9674"/>
                </a:moveTo>
                <a:lnTo>
                  <a:pt x="341685" y="2759"/>
                </a:lnTo>
                <a:lnTo>
                  <a:pt x="320087" y="6449"/>
                </a:lnTo>
                <a:close/>
                <a:moveTo>
                  <a:pt x="334817" y="9674"/>
                </a:moveTo>
                <a:lnTo>
                  <a:pt x="349546" y="12899"/>
                </a:lnTo>
                <a:lnTo>
                  <a:pt x="341685" y="2759"/>
                </a:lnTo>
                <a:close/>
                <a:moveTo>
                  <a:pt x="313218" y="13365"/>
                </a:moveTo>
                <a:lnTo>
                  <a:pt x="298488" y="10140"/>
                </a:lnTo>
                <a:lnTo>
                  <a:pt x="306349" y="20280"/>
                </a:lnTo>
                <a:close/>
                <a:moveTo>
                  <a:pt x="313218" y="13365"/>
                </a:moveTo>
                <a:lnTo>
                  <a:pt x="320087" y="6449"/>
                </a:lnTo>
                <a:lnTo>
                  <a:pt x="298488" y="10140"/>
                </a:lnTo>
                <a:close/>
                <a:moveTo>
                  <a:pt x="313218" y="13365"/>
                </a:moveTo>
                <a:lnTo>
                  <a:pt x="327948" y="16589"/>
                </a:lnTo>
                <a:lnTo>
                  <a:pt x="320087" y="6449"/>
                </a:lnTo>
                <a:close/>
                <a:moveTo>
                  <a:pt x="291620" y="17055"/>
                </a:moveTo>
                <a:lnTo>
                  <a:pt x="298488" y="10140"/>
                </a:lnTo>
                <a:lnTo>
                  <a:pt x="276890" y="13831"/>
                </a:lnTo>
                <a:close/>
                <a:moveTo>
                  <a:pt x="305357" y="3225"/>
                </a:moveTo>
                <a:lnTo>
                  <a:pt x="298488" y="10140"/>
                </a:lnTo>
                <a:lnTo>
                  <a:pt x="320087" y="6449"/>
                </a:lnTo>
                <a:close/>
                <a:moveTo>
                  <a:pt x="283758" y="6915"/>
                </a:moveTo>
                <a:lnTo>
                  <a:pt x="276890" y="13831"/>
                </a:lnTo>
                <a:lnTo>
                  <a:pt x="298488" y="10140"/>
                </a:lnTo>
                <a:close/>
                <a:moveTo>
                  <a:pt x="283758" y="6915"/>
                </a:moveTo>
                <a:lnTo>
                  <a:pt x="269028" y="3691"/>
                </a:lnTo>
                <a:lnTo>
                  <a:pt x="276890" y="13831"/>
                </a:lnTo>
                <a:close/>
                <a:moveTo>
                  <a:pt x="283758" y="6915"/>
                </a:moveTo>
                <a:lnTo>
                  <a:pt x="298488" y="10140"/>
                </a:lnTo>
                <a:lnTo>
                  <a:pt x="290627" y="0"/>
                </a:lnTo>
                <a:close/>
                <a:moveTo>
                  <a:pt x="262160" y="10606"/>
                </a:moveTo>
                <a:lnTo>
                  <a:pt x="255291" y="17521"/>
                </a:lnTo>
                <a:lnTo>
                  <a:pt x="276890" y="13831"/>
                </a:lnTo>
                <a:close/>
                <a:moveTo>
                  <a:pt x="262160" y="10606"/>
                </a:moveTo>
                <a:lnTo>
                  <a:pt x="247430" y="7381"/>
                </a:lnTo>
                <a:lnTo>
                  <a:pt x="255291" y="17521"/>
                </a:lnTo>
                <a:close/>
                <a:moveTo>
                  <a:pt x="262160" y="10606"/>
                </a:moveTo>
                <a:lnTo>
                  <a:pt x="269028" y="3691"/>
                </a:lnTo>
                <a:lnTo>
                  <a:pt x="247430" y="7381"/>
                </a:lnTo>
                <a:close/>
                <a:moveTo>
                  <a:pt x="262160" y="10606"/>
                </a:moveTo>
                <a:lnTo>
                  <a:pt x="276890" y="13831"/>
                </a:lnTo>
                <a:lnTo>
                  <a:pt x="269028" y="3691"/>
                </a:lnTo>
                <a:close/>
                <a:moveTo>
                  <a:pt x="240561" y="14296"/>
                </a:moveTo>
                <a:lnTo>
                  <a:pt x="247430" y="7381"/>
                </a:lnTo>
                <a:lnTo>
                  <a:pt x="225831" y="11072"/>
                </a:lnTo>
                <a:close/>
                <a:moveTo>
                  <a:pt x="240561" y="14296"/>
                </a:moveTo>
                <a:lnTo>
                  <a:pt x="255291" y="17521"/>
                </a:lnTo>
                <a:lnTo>
                  <a:pt x="247430" y="7381"/>
                </a:lnTo>
                <a:close/>
                <a:moveTo>
                  <a:pt x="218963" y="17987"/>
                </a:moveTo>
                <a:lnTo>
                  <a:pt x="225831" y="11072"/>
                </a:lnTo>
                <a:lnTo>
                  <a:pt x="204233" y="14762"/>
                </a:lnTo>
                <a:close/>
                <a:moveTo>
                  <a:pt x="232700" y="4157"/>
                </a:moveTo>
                <a:lnTo>
                  <a:pt x="225831" y="11072"/>
                </a:lnTo>
                <a:lnTo>
                  <a:pt x="247430" y="7381"/>
                </a:lnTo>
                <a:close/>
                <a:moveTo>
                  <a:pt x="232700" y="4157"/>
                </a:moveTo>
                <a:lnTo>
                  <a:pt x="217970" y="932"/>
                </a:lnTo>
                <a:lnTo>
                  <a:pt x="225831" y="11072"/>
                </a:lnTo>
                <a:close/>
                <a:moveTo>
                  <a:pt x="211102" y="7847"/>
                </a:moveTo>
                <a:lnTo>
                  <a:pt x="204233" y="14762"/>
                </a:lnTo>
                <a:lnTo>
                  <a:pt x="225831" y="11072"/>
                </a:lnTo>
                <a:close/>
                <a:moveTo>
                  <a:pt x="211102" y="7847"/>
                </a:moveTo>
                <a:lnTo>
                  <a:pt x="196372" y="4623"/>
                </a:lnTo>
                <a:lnTo>
                  <a:pt x="204233" y="14762"/>
                </a:lnTo>
                <a:close/>
                <a:moveTo>
                  <a:pt x="211102" y="7847"/>
                </a:moveTo>
                <a:lnTo>
                  <a:pt x="225831" y="11072"/>
                </a:lnTo>
                <a:lnTo>
                  <a:pt x="217970" y="932"/>
                </a:lnTo>
                <a:close/>
                <a:moveTo>
                  <a:pt x="189503" y="11538"/>
                </a:moveTo>
                <a:lnTo>
                  <a:pt x="174773" y="8313"/>
                </a:lnTo>
                <a:lnTo>
                  <a:pt x="182634" y="18453"/>
                </a:lnTo>
                <a:close/>
                <a:moveTo>
                  <a:pt x="189503" y="11538"/>
                </a:moveTo>
                <a:lnTo>
                  <a:pt x="196372" y="4623"/>
                </a:lnTo>
                <a:lnTo>
                  <a:pt x="174773" y="8313"/>
                </a:lnTo>
                <a:close/>
                <a:moveTo>
                  <a:pt x="189503" y="11538"/>
                </a:moveTo>
                <a:lnTo>
                  <a:pt x="204233" y="14762"/>
                </a:lnTo>
                <a:lnTo>
                  <a:pt x="196372" y="4623"/>
                </a:lnTo>
                <a:close/>
                <a:moveTo>
                  <a:pt x="167905" y="15228"/>
                </a:moveTo>
                <a:lnTo>
                  <a:pt x="174773" y="8313"/>
                </a:lnTo>
                <a:lnTo>
                  <a:pt x="153175" y="12004"/>
                </a:lnTo>
                <a:close/>
                <a:moveTo>
                  <a:pt x="167905" y="15228"/>
                </a:moveTo>
                <a:lnTo>
                  <a:pt x="182634" y="18453"/>
                </a:lnTo>
                <a:lnTo>
                  <a:pt x="174773" y="8313"/>
                </a:lnTo>
                <a:close/>
                <a:moveTo>
                  <a:pt x="160043" y="5089"/>
                </a:moveTo>
                <a:lnTo>
                  <a:pt x="153175" y="12004"/>
                </a:lnTo>
                <a:lnTo>
                  <a:pt x="174773" y="8313"/>
                </a:lnTo>
                <a:close/>
                <a:moveTo>
                  <a:pt x="160043" y="5089"/>
                </a:moveTo>
                <a:lnTo>
                  <a:pt x="145314" y="1864"/>
                </a:lnTo>
                <a:lnTo>
                  <a:pt x="153175" y="12004"/>
                </a:lnTo>
                <a:close/>
                <a:moveTo>
                  <a:pt x="138445" y="8779"/>
                </a:moveTo>
                <a:lnTo>
                  <a:pt x="131576" y="15694"/>
                </a:lnTo>
                <a:lnTo>
                  <a:pt x="153175" y="12004"/>
                </a:lnTo>
                <a:close/>
                <a:moveTo>
                  <a:pt x="138445" y="8779"/>
                </a:moveTo>
                <a:lnTo>
                  <a:pt x="123715" y="5555"/>
                </a:lnTo>
                <a:lnTo>
                  <a:pt x="131576" y="15694"/>
                </a:lnTo>
                <a:close/>
                <a:moveTo>
                  <a:pt x="138445" y="8779"/>
                </a:moveTo>
                <a:lnTo>
                  <a:pt x="145314" y="1864"/>
                </a:lnTo>
                <a:lnTo>
                  <a:pt x="123715" y="5555"/>
                </a:lnTo>
                <a:close/>
                <a:moveTo>
                  <a:pt x="138445" y="8779"/>
                </a:moveTo>
                <a:lnTo>
                  <a:pt x="153175" y="12004"/>
                </a:lnTo>
                <a:lnTo>
                  <a:pt x="145314" y="1864"/>
                </a:lnTo>
                <a:close/>
                <a:moveTo>
                  <a:pt x="116846" y="12470"/>
                </a:moveTo>
                <a:lnTo>
                  <a:pt x="102116" y="9245"/>
                </a:lnTo>
                <a:lnTo>
                  <a:pt x="109978" y="19385"/>
                </a:lnTo>
                <a:close/>
                <a:moveTo>
                  <a:pt x="116846" y="12470"/>
                </a:moveTo>
                <a:lnTo>
                  <a:pt x="123715" y="5555"/>
                </a:lnTo>
                <a:lnTo>
                  <a:pt x="102116" y="9245"/>
                </a:lnTo>
                <a:close/>
                <a:moveTo>
                  <a:pt x="116846" y="12470"/>
                </a:moveTo>
                <a:lnTo>
                  <a:pt x="131576" y="15694"/>
                </a:lnTo>
                <a:lnTo>
                  <a:pt x="123715" y="5555"/>
                </a:lnTo>
                <a:close/>
                <a:moveTo>
                  <a:pt x="95248" y="16160"/>
                </a:moveTo>
                <a:lnTo>
                  <a:pt x="102116" y="9245"/>
                </a:lnTo>
                <a:lnTo>
                  <a:pt x="80518" y="12936"/>
                </a:lnTo>
                <a:close/>
                <a:moveTo>
                  <a:pt x="108985" y="2330"/>
                </a:moveTo>
                <a:lnTo>
                  <a:pt x="102116" y="9245"/>
                </a:lnTo>
                <a:lnTo>
                  <a:pt x="123715" y="5555"/>
                </a:lnTo>
                <a:close/>
                <a:moveTo>
                  <a:pt x="87387" y="6021"/>
                </a:moveTo>
                <a:lnTo>
                  <a:pt x="80518" y="12936"/>
                </a:lnTo>
                <a:lnTo>
                  <a:pt x="102116" y="9245"/>
                </a:lnTo>
                <a:close/>
                <a:moveTo>
                  <a:pt x="87387" y="6021"/>
                </a:moveTo>
                <a:lnTo>
                  <a:pt x="72657" y="2796"/>
                </a:lnTo>
                <a:lnTo>
                  <a:pt x="80518" y="12936"/>
                </a:lnTo>
                <a:close/>
                <a:moveTo>
                  <a:pt x="65788" y="9711"/>
                </a:moveTo>
                <a:lnTo>
                  <a:pt x="58919" y="16626"/>
                </a:lnTo>
                <a:lnTo>
                  <a:pt x="80518" y="12936"/>
                </a:lnTo>
                <a:close/>
                <a:moveTo>
                  <a:pt x="65788" y="9711"/>
                </a:moveTo>
                <a:lnTo>
                  <a:pt x="51058" y="6487"/>
                </a:lnTo>
                <a:lnTo>
                  <a:pt x="58919" y="16626"/>
                </a:lnTo>
                <a:close/>
                <a:moveTo>
                  <a:pt x="65788" y="9711"/>
                </a:moveTo>
                <a:lnTo>
                  <a:pt x="72657" y="2796"/>
                </a:lnTo>
                <a:lnTo>
                  <a:pt x="51058" y="6487"/>
                </a:lnTo>
                <a:close/>
                <a:moveTo>
                  <a:pt x="65788" y="9711"/>
                </a:moveTo>
                <a:lnTo>
                  <a:pt x="80518" y="12936"/>
                </a:lnTo>
                <a:lnTo>
                  <a:pt x="72657" y="2796"/>
                </a:lnTo>
                <a:close/>
                <a:moveTo>
                  <a:pt x="44190" y="13402"/>
                </a:moveTo>
                <a:lnTo>
                  <a:pt x="29460" y="10177"/>
                </a:lnTo>
                <a:lnTo>
                  <a:pt x="37321" y="20317"/>
                </a:lnTo>
                <a:close/>
                <a:moveTo>
                  <a:pt x="44190" y="13402"/>
                </a:moveTo>
                <a:lnTo>
                  <a:pt x="51058" y="6487"/>
                </a:lnTo>
                <a:lnTo>
                  <a:pt x="29460" y="10177"/>
                </a:lnTo>
                <a:close/>
                <a:moveTo>
                  <a:pt x="44190" y="13402"/>
                </a:moveTo>
                <a:lnTo>
                  <a:pt x="58919" y="16626"/>
                </a:lnTo>
                <a:lnTo>
                  <a:pt x="51058" y="6487"/>
                </a:lnTo>
                <a:close/>
                <a:moveTo>
                  <a:pt x="22591" y="17092"/>
                </a:moveTo>
                <a:lnTo>
                  <a:pt x="29460" y="10177"/>
                </a:lnTo>
                <a:lnTo>
                  <a:pt x="7861" y="13868"/>
                </a:lnTo>
                <a:close/>
                <a:moveTo>
                  <a:pt x="36328" y="3262"/>
                </a:moveTo>
                <a:lnTo>
                  <a:pt x="29460" y="10177"/>
                </a:lnTo>
                <a:lnTo>
                  <a:pt x="51058" y="6487"/>
                </a:lnTo>
                <a:close/>
                <a:moveTo>
                  <a:pt x="14730" y="6952"/>
                </a:moveTo>
                <a:lnTo>
                  <a:pt x="7861" y="13868"/>
                </a:lnTo>
                <a:lnTo>
                  <a:pt x="29460" y="10177"/>
                </a:lnTo>
                <a:close/>
                <a:moveTo>
                  <a:pt x="14730" y="6952"/>
                </a:moveTo>
                <a:lnTo>
                  <a:pt x="0" y="3728"/>
                </a:lnTo>
                <a:lnTo>
                  <a:pt x="7861" y="13868"/>
                </a:lnTo>
                <a:close/>
                <a:moveTo>
                  <a:pt x="14730" y="6952"/>
                </a:moveTo>
                <a:lnTo>
                  <a:pt x="29460" y="10177"/>
                </a:lnTo>
                <a:lnTo>
                  <a:pt x="21599" y="37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584" name="PANEL_01-slope-1-210_878">
            <a:extLst>
              <a:ext uri="{FF2B5EF4-FFF2-40B4-BE49-F238E27FC236}">
                <a16:creationId xmlns:a16="http://schemas.microsoft.com/office/drawing/2014/main" id="{4532E38B-49A7-45A2-8041-50BADB8B2856}"/>
              </a:ext>
            </a:extLst>
          </p:cNvPr>
          <p:cNvSpPr>
            <a:spLocks/>
          </p:cNvSpPr>
          <p:nvPr/>
        </p:nvSpPr>
        <p:spPr>
          <a:xfrm>
            <a:off x="666084" y="554947"/>
            <a:ext cx="420399" cy="118330"/>
          </a:xfrm>
          <a:custGeom>
            <a:pathLst>
              <a:path w="284751" h="80149">
                <a:moveTo>
                  <a:pt x="277882" y="80149"/>
                </a:moveTo>
                <a:lnTo>
                  <a:pt x="284751" y="79131"/>
                </a:lnTo>
                <a:lnTo>
                  <a:pt x="263152" y="68916"/>
                </a:lnTo>
                <a:close/>
                <a:moveTo>
                  <a:pt x="270021" y="69489"/>
                </a:moveTo>
                <a:lnTo>
                  <a:pt x="263152" y="68916"/>
                </a:lnTo>
                <a:lnTo>
                  <a:pt x="284751" y="79131"/>
                </a:lnTo>
                <a:close/>
                <a:moveTo>
                  <a:pt x="270021" y="69489"/>
                </a:moveTo>
                <a:lnTo>
                  <a:pt x="255291" y="56652"/>
                </a:lnTo>
                <a:lnTo>
                  <a:pt x="263152" y="68916"/>
                </a:lnTo>
                <a:close/>
                <a:moveTo>
                  <a:pt x="248423" y="56601"/>
                </a:moveTo>
                <a:lnTo>
                  <a:pt x="255291" y="56652"/>
                </a:lnTo>
                <a:lnTo>
                  <a:pt x="233693" y="43994"/>
                </a:lnTo>
                <a:close/>
                <a:moveTo>
                  <a:pt x="248423" y="56601"/>
                </a:moveTo>
                <a:lnTo>
                  <a:pt x="263152" y="68916"/>
                </a:lnTo>
                <a:lnTo>
                  <a:pt x="255291" y="56652"/>
                </a:lnTo>
                <a:close/>
                <a:moveTo>
                  <a:pt x="240561" y="44623"/>
                </a:moveTo>
                <a:lnTo>
                  <a:pt x="233693" y="43994"/>
                </a:lnTo>
                <a:lnTo>
                  <a:pt x="255291" y="56652"/>
                </a:lnTo>
                <a:close/>
                <a:moveTo>
                  <a:pt x="240561" y="44623"/>
                </a:moveTo>
                <a:lnTo>
                  <a:pt x="225831" y="33521"/>
                </a:lnTo>
                <a:lnTo>
                  <a:pt x="233693" y="43994"/>
                </a:lnTo>
                <a:close/>
                <a:moveTo>
                  <a:pt x="218963" y="31391"/>
                </a:moveTo>
                <a:lnTo>
                  <a:pt x="204233" y="22698"/>
                </a:lnTo>
                <a:lnTo>
                  <a:pt x="212094" y="31625"/>
                </a:lnTo>
                <a:close/>
                <a:moveTo>
                  <a:pt x="218963" y="31391"/>
                </a:moveTo>
                <a:lnTo>
                  <a:pt x="225831" y="33521"/>
                </a:lnTo>
                <a:lnTo>
                  <a:pt x="204233" y="22698"/>
                </a:lnTo>
                <a:close/>
                <a:moveTo>
                  <a:pt x="218963" y="31391"/>
                </a:moveTo>
                <a:lnTo>
                  <a:pt x="233693" y="43994"/>
                </a:lnTo>
                <a:lnTo>
                  <a:pt x="225831" y="33521"/>
                </a:lnTo>
                <a:close/>
                <a:moveTo>
                  <a:pt x="44190" y="20320"/>
                </a:moveTo>
                <a:lnTo>
                  <a:pt x="37321" y="18958"/>
                </a:lnTo>
                <a:lnTo>
                  <a:pt x="58919" y="26665"/>
                </a:lnTo>
                <a:close/>
                <a:moveTo>
                  <a:pt x="44190" y="20320"/>
                </a:moveTo>
                <a:lnTo>
                  <a:pt x="29460" y="14450"/>
                </a:lnTo>
                <a:lnTo>
                  <a:pt x="37321" y="18958"/>
                </a:lnTo>
                <a:close/>
                <a:moveTo>
                  <a:pt x="44190" y="20320"/>
                </a:moveTo>
                <a:lnTo>
                  <a:pt x="51058" y="21240"/>
                </a:lnTo>
                <a:lnTo>
                  <a:pt x="29460" y="14450"/>
                </a:lnTo>
                <a:close/>
                <a:moveTo>
                  <a:pt x="44190" y="20320"/>
                </a:moveTo>
                <a:lnTo>
                  <a:pt x="58919" y="26665"/>
                </a:lnTo>
                <a:lnTo>
                  <a:pt x="51058" y="21240"/>
                </a:lnTo>
                <a:close/>
                <a:moveTo>
                  <a:pt x="22591" y="13561"/>
                </a:moveTo>
                <a:lnTo>
                  <a:pt x="29460" y="14450"/>
                </a:lnTo>
                <a:lnTo>
                  <a:pt x="7861" y="6950"/>
                </a:lnTo>
                <a:close/>
                <a:moveTo>
                  <a:pt x="22591" y="13561"/>
                </a:moveTo>
                <a:lnTo>
                  <a:pt x="37321" y="18958"/>
                </a:lnTo>
                <a:lnTo>
                  <a:pt x="29460" y="14450"/>
                </a:lnTo>
                <a:close/>
                <a:moveTo>
                  <a:pt x="14730" y="8328"/>
                </a:moveTo>
                <a:lnTo>
                  <a:pt x="7861" y="6950"/>
                </a:lnTo>
                <a:lnTo>
                  <a:pt x="29460" y="14450"/>
                </a:lnTo>
                <a:close/>
                <a:moveTo>
                  <a:pt x="14730" y="8328"/>
                </a:moveTo>
                <a:lnTo>
                  <a:pt x="0" y="0"/>
                </a:lnTo>
                <a:lnTo>
                  <a:pt x="7861" y="6950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585" name="PANEL_01-slope-1-215_879">
            <a:extLst>
              <a:ext uri="{FF2B5EF4-FFF2-40B4-BE49-F238E27FC236}">
                <a16:creationId xmlns:a16="http://schemas.microsoft.com/office/drawing/2014/main" id="{1F0A1F17-F190-4567-8847-BEAADB78C570}"/>
              </a:ext>
            </a:extLst>
          </p:cNvPr>
          <p:cNvSpPr>
            <a:spLocks/>
          </p:cNvSpPr>
          <p:nvPr/>
        </p:nvSpPr>
        <p:spPr>
          <a:xfrm>
            <a:off x="526928" y="534250"/>
            <a:ext cx="840799" cy="296456"/>
          </a:xfrm>
          <a:custGeom>
            <a:pathLst>
              <a:path w="569502" h="200800">
                <a:moveTo>
                  <a:pt x="562633" y="200800"/>
                </a:moveTo>
                <a:lnTo>
                  <a:pt x="569502" y="196388"/>
                </a:lnTo>
                <a:lnTo>
                  <a:pt x="547903" y="190774"/>
                </a:lnTo>
                <a:close/>
                <a:moveTo>
                  <a:pt x="554772" y="187737"/>
                </a:moveTo>
                <a:lnTo>
                  <a:pt x="547903" y="190774"/>
                </a:lnTo>
                <a:lnTo>
                  <a:pt x="569502" y="196388"/>
                </a:lnTo>
                <a:close/>
                <a:moveTo>
                  <a:pt x="554772" y="187737"/>
                </a:moveTo>
                <a:lnTo>
                  <a:pt x="540042" y="178457"/>
                </a:lnTo>
                <a:lnTo>
                  <a:pt x="547903" y="190774"/>
                </a:lnTo>
                <a:close/>
                <a:moveTo>
                  <a:pt x="554772" y="187737"/>
                </a:moveTo>
                <a:lnTo>
                  <a:pt x="569502" y="196388"/>
                </a:lnTo>
                <a:lnTo>
                  <a:pt x="561641" y="184780"/>
                </a:lnTo>
                <a:close/>
                <a:moveTo>
                  <a:pt x="533173" y="180708"/>
                </a:moveTo>
                <a:lnTo>
                  <a:pt x="540042" y="178457"/>
                </a:lnTo>
                <a:lnTo>
                  <a:pt x="518444" y="171083"/>
                </a:lnTo>
                <a:close/>
                <a:moveTo>
                  <a:pt x="533173" y="180708"/>
                </a:moveTo>
                <a:lnTo>
                  <a:pt x="547903" y="190774"/>
                </a:lnTo>
                <a:lnTo>
                  <a:pt x="540042" y="178457"/>
                </a:lnTo>
                <a:close/>
                <a:moveTo>
                  <a:pt x="525312" y="168926"/>
                </a:moveTo>
                <a:lnTo>
                  <a:pt x="518444" y="171083"/>
                </a:lnTo>
                <a:lnTo>
                  <a:pt x="540042" y="178457"/>
                </a:lnTo>
                <a:close/>
                <a:moveTo>
                  <a:pt x="525312" y="168926"/>
                </a:moveTo>
                <a:lnTo>
                  <a:pt x="510582" y="159343"/>
                </a:lnTo>
                <a:lnTo>
                  <a:pt x="518444" y="171083"/>
                </a:lnTo>
                <a:close/>
                <a:moveTo>
                  <a:pt x="503714" y="159935"/>
                </a:moveTo>
                <a:lnTo>
                  <a:pt x="496845" y="163886"/>
                </a:lnTo>
                <a:lnTo>
                  <a:pt x="518444" y="171083"/>
                </a:lnTo>
                <a:close/>
                <a:moveTo>
                  <a:pt x="503714" y="159935"/>
                </a:moveTo>
                <a:lnTo>
                  <a:pt x="488984" y="150565"/>
                </a:lnTo>
                <a:lnTo>
                  <a:pt x="496845" y="163886"/>
                </a:lnTo>
                <a:close/>
                <a:moveTo>
                  <a:pt x="503714" y="159935"/>
                </a:moveTo>
                <a:lnTo>
                  <a:pt x="510582" y="159343"/>
                </a:lnTo>
                <a:lnTo>
                  <a:pt x="488984" y="150565"/>
                </a:lnTo>
                <a:close/>
                <a:moveTo>
                  <a:pt x="503714" y="159935"/>
                </a:moveTo>
                <a:lnTo>
                  <a:pt x="518444" y="171083"/>
                </a:lnTo>
                <a:lnTo>
                  <a:pt x="510582" y="159343"/>
                </a:lnTo>
                <a:close/>
                <a:moveTo>
                  <a:pt x="474254" y="140744"/>
                </a:moveTo>
                <a:lnTo>
                  <a:pt x="467385" y="142565"/>
                </a:lnTo>
                <a:lnTo>
                  <a:pt x="488984" y="150565"/>
                </a:lnTo>
                <a:close/>
                <a:moveTo>
                  <a:pt x="474254" y="140744"/>
                </a:moveTo>
                <a:lnTo>
                  <a:pt x="459524" y="132335"/>
                </a:lnTo>
                <a:lnTo>
                  <a:pt x="467385" y="142565"/>
                </a:lnTo>
                <a:close/>
                <a:moveTo>
                  <a:pt x="474254" y="140744"/>
                </a:moveTo>
                <a:lnTo>
                  <a:pt x="481123" y="140119"/>
                </a:lnTo>
                <a:lnTo>
                  <a:pt x="459524" y="132335"/>
                </a:lnTo>
                <a:close/>
                <a:moveTo>
                  <a:pt x="474254" y="140744"/>
                </a:moveTo>
                <a:lnTo>
                  <a:pt x="488984" y="150565"/>
                </a:lnTo>
                <a:lnTo>
                  <a:pt x="481123" y="140119"/>
                </a:lnTo>
                <a:close/>
                <a:moveTo>
                  <a:pt x="452656" y="132094"/>
                </a:moveTo>
                <a:lnTo>
                  <a:pt x="459524" y="132335"/>
                </a:lnTo>
                <a:lnTo>
                  <a:pt x="437926" y="124724"/>
                </a:lnTo>
                <a:close/>
                <a:moveTo>
                  <a:pt x="452656" y="132094"/>
                </a:moveTo>
                <a:lnTo>
                  <a:pt x="467385" y="142565"/>
                </a:lnTo>
                <a:lnTo>
                  <a:pt x="459524" y="132335"/>
                </a:lnTo>
                <a:close/>
                <a:moveTo>
                  <a:pt x="444794" y="124591"/>
                </a:moveTo>
                <a:lnTo>
                  <a:pt x="437926" y="124724"/>
                </a:lnTo>
                <a:lnTo>
                  <a:pt x="459524" y="132335"/>
                </a:lnTo>
                <a:close/>
                <a:moveTo>
                  <a:pt x="444794" y="124591"/>
                </a:moveTo>
                <a:lnTo>
                  <a:pt x="430064" y="117398"/>
                </a:lnTo>
                <a:lnTo>
                  <a:pt x="437926" y="124724"/>
                </a:lnTo>
                <a:close/>
                <a:moveTo>
                  <a:pt x="423196" y="118060"/>
                </a:moveTo>
                <a:lnTo>
                  <a:pt x="408466" y="110777"/>
                </a:lnTo>
                <a:lnTo>
                  <a:pt x="416327" y="118533"/>
                </a:lnTo>
                <a:close/>
                <a:moveTo>
                  <a:pt x="423196" y="118060"/>
                </a:moveTo>
                <a:lnTo>
                  <a:pt x="430064" y="117398"/>
                </a:lnTo>
                <a:lnTo>
                  <a:pt x="408466" y="110777"/>
                </a:lnTo>
                <a:close/>
                <a:moveTo>
                  <a:pt x="423196" y="118060"/>
                </a:moveTo>
                <a:lnTo>
                  <a:pt x="437926" y="124724"/>
                </a:lnTo>
                <a:lnTo>
                  <a:pt x="430064" y="117398"/>
                </a:lnTo>
                <a:close/>
                <a:moveTo>
                  <a:pt x="401597" y="111742"/>
                </a:moveTo>
                <a:lnTo>
                  <a:pt x="408466" y="110777"/>
                </a:lnTo>
                <a:lnTo>
                  <a:pt x="386867" y="103379"/>
                </a:lnTo>
                <a:close/>
                <a:moveTo>
                  <a:pt x="393736" y="102839"/>
                </a:moveTo>
                <a:lnTo>
                  <a:pt x="386867" y="103379"/>
                </a:lnTo>
                <a:lnTo>
                  <a:pt x="408466" y="110777"/>
                </a:lnTo>
                <a:close/>
                <a:moveTo>
                  <a:pt x="393736" y="102839"/>
                </a:moveTo>
                <a:lnTo>
                  <a:pt x="379006" y="93150"/>
                </a:lnTo>
                <a:lnTo>
                  <a:pt x="386867" y="103379"/>
                </a:lnTo>
                <a:close/>
                <a:moveTo>
                  <a:pt x="393736" y="102839"/>
                </a:moveTo>
                <a:lnTo>
                  <a:pt x="408466" y="110777"/>
                </a:lnTo>
                <a:lnTo>
                  <a:pt x="400605" y="101141"/>
                </a:lnTo>
                <a:close/>
                <a:moveTo>
                  <a:pt x="372138" y="94168"/>
                </a:moveTo>
                <a:lnTo>
                  <a:pt x="386867" y="103379"/>
                </a:lnTo>
                <a:lnTo>
                  <a:pt x="379006" y="93150"/>
                </a:lnTo>
                <a:close/>
                <a:moveTo>
                  <a:pt x="283758" y="28265"/>
                </a:moveTo>
                <a:lnTo>
                  <a:pt x="276890" y="30714"/>
                </a:lnTo>
                <a:lnTo>
                  <a:pt x="298488" y="36717"/>
                </a:lnTo>
                <a:close/>
                <a:moveTo>
                  <a:pt x="283758" y="28265"/>
                </a:moveTo>
                <a:lnTo>
                  <a:pt x="269028" y="26313"/>
                </a:lnTo>
                <a:lnTo>
                  <a:pt x="276890" y="30714"/>
                </a:lnTo>
                <a:close/>
                <a:moveTo>
                  <a:pt x="283758" y="28265"/>
                </a:moveTo>
                <a:lnTo>
                  <a:pt x="298488" y="36717"/>
                </a:lnTo>
                <a:lnTo>
                  <a:pt x="290627" y="27284"/>
                </a:lnTo>
                <a:close/>
                <a:moveTo>
                  <a:pt x="189503" y="50047"/>
                </a:moveTo>
                <a:lnTo>
                  <a:pt x="182634" y="49706"/>
                </a:lnTo>
                <a:lnTo>
                  <a:pt x="204233" y="47391"/>
                </a:lnTo>
                <a:close/>
                <a:moveTo>
                  <a:pt x="189503" y="50047"/>
                </a:moveTo>
                <a:lnTo>
                  <a:pt x="174773" y="46368"/>
                </a:lnTo>
                <a:lnTo>
                  <a:pt x="182634" y="49706"/>
                </a:lnTo>
                <a:close/>
                <a:moveTo>
                  <a:pt x="167905" y="47079"/>
                </a:moveTo>
                <a:lnTo>
                  <a:pt x="174773" y="46368"/>
                </a:lnTo>
                <a:lnTo>
                  <a:pt x="153175" y="40684"/>
                </a:lnTo>
                <a:close/>
                <a:moveTo>
                  <a:pt x="167905" y="47079"/>
                </a:moveTo>
                <a:lnTo>
                  <a:pt x="182634" y="49706"/>
                </a:lnTo>
                <a:lnTo>
                  <a:pt x="174773" y="46368"/>
                </a:lnTo>
                <a:close/>
                <a:moveTo>
                  <a:pt x="160043" y="41762"/>
                </a:moveTo>
                <a:lnTo>
                  <a:pt x="153175" y="40684"/>
                </a:lnTo>
                <a:lnTo>
                  <a:pt x="174773" y="46368"/>
                </a:lnTo>
                <a:close/>
                <a:moveTo>
                  <a:pt x="87387" y="13001"/>
                </a:moveTo>
                <a:lnTo>
                  <a:pt x="72657" y="9397"/>
                </a:lnTo>
                <a:lnTo>
                  <a:pt x="80518" y="15185"/>
                </a:lnTo>
                <a:close/>
                <a:moveTo>
                  <a:pt x="87387" y="13001"/>
                </a:moveTo>
                <a:lnTo>
                  <a:pt x="94255" y="14019"/>
                </a:lnTo>
                <a:lnTo>
                  <a:pt x="72657" y="9397"/>
                </a:lnTo>
                <a:close/>
                <a:moveTo>
                  <a:pt x="87387" y="13001"/>
                </a:moveTo>
                <a:lnTo>
                  <a:pt x="102116" y="20969"/>
                </a:lnTo>
                <a:lnTo>
                  <a:pt x="94255" y="14019"/>
                </a:lnTo>
                <a:close/>
                <a:moveTo>
                  <a:pt x="65788" y="9875"/>
                </a:moveTo>
                <a:lnTo>
                  <a:pt x="72657" y="9397"/>
                </a:lnTo>
                <a:lnTo>
                  <a:pt x="51058" y="7251"/>
                </a:lnTo>
                <a:close/>
                <a:moveTo>
                  <a:pt x="57927" y="7141"/>
                </a:moveTo>
                <a:lnTo>
                  <a:pt x="51058" y="7251"/>
                </a:lnTo>
                <a:lnTo>
                  <a:pt x="72657" y="9397"/>
                </a:lnTo>
                <a:close/>
                <a:moveTo>
                  <a:pt x="57927" y="7141"/>
                </a:moveTo>
                <a:lnTo>
                  <a:pt x="43197" y="4250"/>
                </a:lnTo>
                <a:lnTo>
                  <a:pt x="51058" y="7251"/>
                </a:lnTo>
                <a:close/>
                <a:moveTo>
                  <a:pt x="36328" y="3271"/>
                </a:moveTo>
                <a:lnTo>
                  <a:pt x="21599" y="1288"/>
                </a:lnTo>
                <a:lnTo>
                  <a:pt x="29460" y="4583"/>
                </a:lnTo>
                <a:close/>
                <a:moveTo>
                  <a:pt x="36328" y="3271"/>
                </a:moveTo>
                <a:lnTo>
                  <a:pt x="43197" y="4250"/>
                </a:lnTo>
                <a:lnTo>
                  <a:pt x="21599" y="1288"/>
                </a:lnTo>
                <a:close/>
                <a:moveTo>
                  <a:pt x="36328" y="3271"/>
                </a:moveTo>
                <a:lnTo>
                  <a:pt x="51058" y="7251"/>
                </a:lnTo>
                <a:lnTo>
                  <a:pt x="43197" y="4250"/>
                </a:lnTo>
                <a:close/>
                <a:moveTo>
                  <a:pt x="14730" y="172"/>
                </a:moveTo>
                <a:lnTo>
                  <a:pt x="21599" y="1288"/>
                </a:lnTo>
                <a:lnTo>
                  <a:pt x="0" y="3145"/>
                </a:lnTo>
                <a:close/>
                <a:moveTo>
                  <a:pt x="14730" y="172"/>
                </a:moveTo>
                <a:lnTo>
                  <a:pt x="29460" y="4583"/>
                </a:lnTo>
                <a:lnTo>
                  <a:pt x="21599" y="1288"/>
                </a:lnTo>
                <a:close/>
                <a:moveTo>
                  <a:pt x="6869" y="0"/>
                </a:moveTo>
                <a:lnTo>
                  <a:pt x="0" y="3145"/>
                </a:lnTo>
                <a:lnTo>
                  <a:pt x="21599" y="1288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86" name="PANEL_01-slope-1-220_880">
            <a:extLst>
              <a:ext uri="{FF2B5EF4-FFF2-40B4-BE49-F238E27FC236}">
                <a16:creationId xmlns:a16="http://schemas.microsoft.com/office/drawing/2014/main" id="{8920F8EA-11B9-4456-88C8-F817CA5ACD8C}"/>
              </a:ext>
            </a:extLst>
          </p:cNvPr>
          <p:cNvSpPr>
            <a:spLocks/>
          </p:cNvSpPr>
          <p:nvPr/>
        </p:nvSpPr>
        <p:spPr>
          <a:xfrm>
            <a:off x="483435" y="538892"/>
            <a:ext cx="2226615" cy="325294"/>
          </a:xfrm>
          <a:custGeom>
            <a:pathLst>
              <a:path w="1508164" h="220333">
                <a:moveTo>
                  <a:pt x="1493434" y="196346"/>
                </a:moveTo>
                <a:lnTo>
                  <a:pt x="1486565" y="204014"/>
                </a:lnTo>
                <a:lnTo>
                  <a:pt x="1508164" y="204126"/>
                </a:lnTo>
                <a:close/>
                <a:moveTo>
                  <a:pt x="1493434" y="196346"/>
                </a:moveTo>
                <a:lnTo>
                  <a:pt x="1478704" y="189098"/>
                </a:lnTo>
                <a:lnTo>
                  <a:pt x="1486565" y="204014"/>
                </a:lnTo>
                <a:close/>
                <a:moveTo>
                  <a:pt x="1493434" y="196346"/>
                </a:moveTo>
                <a:lnTo>
                  <a:pt x="1500302" y="191065"/>
                </a:lnTo>
                <a:lnTo>
                  <a:pt x="1478704" y="189098"/>
                </a:lnTo>
                <a:close/>
                <a:moveTo>
                  <a:pt x="1493434" y="196346"/>
                </a:moveTo>
                <a:lnTo>
                  <a:pt x="1508164" y="204126"/>
                </a:lnTo>
                <a:lnTo>
                  <a:pt x="1500302" y="191065"/>
                </a:lnTo>
                <a:close/>
                <a:moveTo>
                  <a:pt x="1471835" y="195411"/>
                </a:moveTo>
                <a:lnTo>
                  <a:pt x="1478704" y="189098"/>
                </a:lnTo>
                <a:lnTo>
                  <a:pt x="1457105" y="187507"/>
                </a:lnTo>
                <a:close/>
                <a:moveTo>
                  <a:pt x="1471835" y="195411"/>
                </a:moveTo>
                <a:lnTo>
                  <a:pt x="1486565" y="204014"/>
                </a:lnTo>
                <a:lnTo>
                  <a:pt x="1478704" y="189098"/>
                </a:lnTo>
                <a:close/>
                <a:moveTo>
                  <a:pt x="1463974" y="180493"/>
                </a:moveTo>
                <a:lnTo>
                  <a:pt x="1457105" y="187507"/>
                </a:lnTo>
                <a:lnTo>
                  <a:pt x="1478704" y="189098"/>
                </a:lnTo>
                <a:close/>
                <a:moveTo>
                  <a:pt x="1463974" y="180493"/>
                </a:moveTo>
                <a:lnTo>
                  <a:pt x="1449244" y="173533"/>
                </a:lnTo>
                <a:lnTo>
                  <a:pt x="1457105" y="187507"/>
                </a:lnTo>
                <a:close/>
                <a:moveTo>
                  <a:pt x="1463974" y="180493"/>
                </a:moveTo>
                <a:lnTo>
                  <a:pt x="1478704" y="189098"/>
                </a:lnTo>
                <a:lnTo>
                  <a:pt x="1470843" y="174831"/>
                </a:lnTo>
                <a:close/>
                <a:moveTo>
                  <a:pt x="1442375" y="179925"/>
                </a:moveTo>
                <a:lnTo>
                  <a:pt x="1427646" y="173544"/>
                </a:lnTo>
                <a:lnTo>
                  <a:pt x="1435507" y="187713"/>
                </a:lnTo>
                <a:close/>
                <a:moveTo>
                  <a:pt x="1442375" y="179925"/>
                </a:moveTo>
                <a:lnTo>
                  <a:pt x="1449244" y="173533"/>
                </a:lnTo>
                <a:lnTo>
                  <a:pt x="1427646" y="173544"/>
                </a:lnTo>
                <a:close/>
                <a:moveTo>
                  <a:pt x="1442375" y="179925"/>
                </a:moveTo>
                <a:lnTo>
                  <a:pt x="1457105" y="187507"/>
                </a:lnTo>
                <a:lnTo>
                  <a:pt x="1449244" y="173533"/>
                </a:lnTo>
                <a:close/>
                <a:moveTo>
                  <a:pt x="1434514" y="166685"/>
                </a:moveTo>
                <a:lnTo>
                  <a:pt x="1427646" y="173544"/>
                </a:lnTo>
                <a:lnTo>
                  <a:pt x="1449244" y="173533"/>
                </a:lnTo>
                <a:close/>
                <a:moveTo>
                  <a:pt x="1289201" y="162208"/>
                </a:moveTo>
                <a:lnTo>
                  <a:pt x="1282332" y="167879"/>
                </a:lnTo>
                <a:lnTo>
                  <a:pt x="1303931" y="165541"/>
                </a:lnTo>
                <a:close/>
                <a:moveTo>
                  <a:pt x="1289201" y="162208"/>
                </a:moveTo>
                <a:lnTo>
                  <a:pt x="1274471" y="159633"/>
                </a:lnTo>
                <a:lnTo>
                  <a:pt x="1282332" y="167879"/>
                </a:lnTo>
                <a:close/>
                <a:moveTo>
                  <a:pt x="1267602" y="164489"/>
                </a:moveTo>
                <a:lnTo>
                  <a:pt x="1260734" y="168203"/>
                </a:lnTo>
                <a:lnTo>
                  <a:pt x="1282332" y="167879"/>
                </a:lnTo>
                <a:close/>
                <a:moveTo>
                  <a:pt x="1267602" y="164489"/>
                </a:moveTo>
                <a:lnTo>
                  <a:pt x="1252872" y="163060"/>
                </a:lnTo>
                <a:lnTo>
                  <a:pt x="1260734" y="168203"/>
                </a:lnTo>
                <a:close/>
                <a:moveTo>
                  <a:pt x="1267602" y="164489"/>
                </a:moveTo>
                <a:lnTo>
                  <a:pt x="1274471" y="159633"/>
                </a:lnTo>
                <a:lnTo>
                  <a:pt x="1252872" y="163060"/>
                </a:lnTo>
                <a:close/>
                <a:moveTo>
                  <a:pt x="1267602" y="164489"/>
                </a:moveTo>
                <a:lnTo>
                  <a:pt x="1282332" y="167879"/>
                </a:lnTo>
                <a:lnTo>
                  <a:pt x="1274471" y="159633"/>
                </a:lnTo>
                <a:close/>
                <a:moveTo>
                  <a:pt x="1246004" y="165924"/>
                </a:moveTo>
                <a:lnTo>
                  <a:pt x="1252872" y="163060"/>
                </a:lnTo>
                <a:lnTo>
                  <a:pt x="1231274" y="167073"/>
                </a:lnTo>
                <a:close/>
                <a:moveTo>
                  <a:pt x="1246004" y="165924"/>
                </a:moveTo>
                <a:lnTo>
                  <a:pt x="1260734" y="168203"/>
                </a:lnTo>
                <a:lnTo>
                  <a:pt x="1252872" y="163060"/>
                </a:lnTo>
                <a:close/>
                <a:moveTo>
                  <a:pt x="1224405" y="171868"/>
                </a:moveTo>
                <a:lnTo>
                  <a:pt x="1231274" y="167073"/>
                </a:lnTo>
                <a:lnTo>
                  <a:pt x="1209675" y="173563"/>
                </a:lnTo>
                <a:close/>
                <a:moveTo>
                  <a:pt x="1238142" y="163379"/>
                </a:moveTo>
                <a:lnTo>
                  <a:pt x="1231274" y="167073"/>
                </a:lnTo>
                <a:lnTo>
                  <a:pt x="1252872" y="163060"/>
                </a:lnTo>
                <a:close/>
                <a:moveTo>
                  <a:pt x="1216544" y="167120"/>
                </a:moveTo>
                <a:lnTo>
                  <a:pt x="1209675" y="173563"/>
                </a:lnTo>
                <a:lnTo>
                  <a:pt x="1231274" y="167073"/>
                </a:lnTo>
                <a:close/>
                <a:moveTo>
                  <a:pt x="1216544" y="167120"/>
                </a:moveTo>
                <a:lnTo>
                  <a:pt x="1201814" y="169262"/>
                </a:lnTo>
                <a:lnTo>
                  <a:pt x="1209675" y="173563"/>
                </a:lnTo>
                <a:close/>
                <a:moveTo>
                  <a:pt x="1216544" y="167120"/>
                </a:moveTo>
                <a:lnTo>
                  <a:pt x="1231274" y="167073"/>
                </a:lnTo>
                <a:lnTo>
                  <a:pt x="1223413" y="163296"/>
                </a:lnTo>
                <a:close/>
                <a:moveTo>
                  <a:pt x="1194945" y="173481"/>
                </a:moveTo>
                <a:lnTo>
                  <a:pt x="1180216" y="175025"/>
                </a:lnTo>
                <a:lnTo>
                  <a:pt x="1188077" y="180454"/>
                </a:lnTo>
                <a:close/>
                <a:moveTo>
                  <a:pt x="1194945" y="173481"/>
                </a:moveTo>
                <a:lnTo>
                  <a:pt x="1201814" y="169262"/>
                </a:lnTo>
                <a:lnTo>
                  <a:pt x="1180216" y="175025"/>
                </a:lnTo>
                <a:close/>
                <a:moveTo>
                  <a:pt x="1194945" y="173481"/>
                </a:moveTo>
                <a:lnTo>
                  <a:pt x="1209675" y="173563"/>
                </a:lnTo>
                <a:lnTo>
                  <a:pt x="1201814" y="169262"/>
                </a:lnTo>
                <a:close/>
                <a:moveTo>
                  <a:pt x="1173347" y="179919"/>
                </a:moveTo>
                <a:lnTo>
                  <a:pt x="1158617" y="178832"/>
                </a:lnTo>
                <a:lnTo>
                  <a:pt x="1166478" y="183039"/>
                </a:lnTo>
                <a:close/>
                <a:moveTo>
                  <a:pt x="1173347" y="179919"/>
                </a:moveTo>
                <a:lnTo>
                  <a:pt x="1180216" y="175025"/>
                </a:lnTo>
                <a:lnTo>
                  <a:pt x="1158617" y="178832"/>
                </a:lnTo>
                <a:close/>
                <a:moveTo>
                  <a:pt x="1173347" y="179919"/>
                </a:moveTo>
                <a:lnTo>
                  <a:pt x="1188077" y="180454"/>
                </a:lnTo>
                <a:lnTo>
                  <a:pt x="1180216" y="175025"/>
                </a:lnTo>
                <a:close/>
                <a:moveTo>
                  <a:pt x="1151748" y="180680"/>
                </a:moveTo>
                <a:lnTo>
                  <a:pt x="1158617" y="178832"/>
                </a:lnTo>
                <a:lnTo>
                  <a:pt x="1137019" y="181610"/>
                </a:lnTo>
                <a:close/>
                <a:moveTo>
                  <a:pt x="1143887" y="178933"/>
                </a:moveTo>
                <a:lnTo>
                  <a:pt x="1137019" y="181610"/>
                </a:lnTo>
                <a:lnTo>
                  <a:pt x="1158617" y="178832"/>
                </a:lnTo>
                <a:close/>
                <a:moveTo>
                  <a:pt x="1143887" y="178933"/>
                </a:moveTo>
                <a:lnTo>
                  <a:pt x="1129157" y="180519"/>
                </a:lnTo>
                <a:lnTo>
                  <a:pt x="1137019" y="181610"/>
                </a:lnTo>
                <a:close/>
                <a:moveTo>
                  <a:pt x="1122289" y="183487"/>
                </a:moveTo>
                <a:lnTo>
                  <a:pt x="1115420" y="187012"/>
                </a:lnTo>
                <a:lnTo>
                  <a:pt x="1137019" y="181610"/>
                </a:lnTo>
                <a:close/>
                <a:moveTo>
                  <a:pt x="1122289" y="183487"/>
                </a:moveTo>
                <a:lnTo>
                  <a:pt x="1107559" y="185816"/>
                </a:lnTo>
                <a:lnTo>
                  <a:pt x="1115420" y="187012"/>
                </a:lnTo>
                <a:close/>
                <a:moveTo>
                  <a:pt x="1122289" y="183487"/>
                </a:moveTo>
                <a:lnTo>
                  <a:pt x="1137019" y="181610"/>
                </a:lnTo>
                <a:lnTo>
                  <a:pt x="1129157" y="180519"/>
                </a:lnTo>
                <a:close/>
                <a:moveTo>
                  <a:pt x="1100690" y="190236"/>
                </a:moveTo>
                <a:lnTo>
                  <a:pt x="1093822" y="195496"/>
                </a:lnTo>
                <a:lnTo>
                  <a:pt x="1115420" y="187012"/>
                </a:lnTo>
                <a:close/>
                <a:moveTo>
                  <a:pt x="1100690" y="190236"/>
                </a:moveTo>
                <a:lnTo>
                  <a:pt x="1085960" y="192064"/>
                </a:lnTo>
                <a:lnTo>
                  <a:pt x="1093822" y="195496"/>
                </a:lnTo>
                <a:close/>
                <a:moveTo>
                  <a:pt x="1100690" y="190236"/>
                </a:moveTo>
                <a:lnTo>
                  <a:pt x="1107559" y="185816"/>
                </a:lnTo>
                <a:lnTo>
                  <a:pt x="1085960" y="192064"/>
                </a:lnTo>
                <a:close/>
                <a:moveTo>
                  <a:pt x="1100690" y="190236"/>
                </a:moveTo>
                <a:lnTo>
                  <a:pt x="1115420" y="187012"/>
                </a:lnTo>
                <a:lnTo>
                  <a:pt x="1107559" y="185816"/>
                </a:lnTo>
                <a:close/>
                <a:moveTo>
                  <a:pt x="1079092" y="197617"/>
                </a:moveTo>
                <a:lnTo>
                  <a:pt x="1085960" y="192064"/>
                </a:lnTo>
                <a:lnTo>
                  <a:pt x="1064362" y="200158"/>
                </a:lnTo>
                <a:close/>
                <a:moveTo>
                  <a:pt x="1079092" y="197617"/>
                </a:moveTo>
                <a:lnTo>
                  <a:pt x="1093822" y="195496"/>
                </a:lnTo>
                <a:lnTo>
                  <a:pt x="1085960" y="192064"/>
                </a:lnTo>
                <a:close/>
                <a:moveTo>
                  <a:pt x="643151" y="211144"/>
                </a:moveTo>
                <a:lnTo>
                  <a:pt x="650020" y="210193"/>
                </a:lnTo>
                <a:lnTo>
                  <a:pt x="628421" y="206026"/>
                </a:lnTo>
                <a:close/>
                <a:moveTo>
                  <a:pt x="643151" y="211144"/>
                </a:moveTo>
                <a:lnTo>
                  <a:pt x="657881" y="220333"/>
                </a:lnTo>
                <a:lnTo>
                  <a:pt x="650020" y="210193"/>
                </a:lnTo>
                <a:close/>
                <a:moveTo>
                  <a:pt x="635290" y="200876"/>
                </a:moveTo>
                <a:lnTo>
                  <a:pt x="628421" y="206026"/>
                </a:lnTo>
                <a:lnTo>
                  <a:pt x="650020" y="210193"/>
                </a:lnTo>
                <a:close/>
                <a:moveTo>
                  <a:pt x="635290" y="200876"/>
                </a:moveTo>
                <a:lnTo>
                  <a:pt x="620560" y="195858"/>
                </a:lnTo>
                <a:lnTo>
                  <a:pt x="628421" y="206026"/>
                </a:lnTo>
                <a:close/>
                <a:moveTo>
                  <a:pt x="613691" y="200784"/>
                </a:moveTo>
                <a:lnTo>
                  <a:pt x="606823" y="204607"/>
                </a:lnTo>
                <a:lnTo>
                  <a:pt x="628421" y="206026"/>
                </a:lnTo>
                <a:close/>
                <a:moveTo>
                  <a:pt x="613691" y="200784"/>
                </a:moveTo>
                <a:lnTo>
                  <a:pt x="598962" y="193243"/>
                </a:lnTo>
                <a:lnTo>
                  <a:pt x="606823" y="204607"/>
                </a:lnTo>
                <a:close/>
                <a:moveTo>
                  <a:pt x="613691" y="200784"/>
                </a:moveTo>
                <a:lnTo>
                  <a:pt x="620560" y="195858"/>
                </a:lnTo>
                <a:lnTo>
                  <a:pt x="598962" y="193243"/>
                </a:lnTo>
                <a:close/>
                <a:moveTo>
                  <a:pt x="613691" y="200784"/>
                </a:moveTo>
                <a:lnTo>
                  <a:pt x="628421" y="206026"/>
                </a:lnTo>
                <a:lnTo>
                  <a:pt x="620560" y="195858"/>
                </a:lnTo>
                <a:close/>
                <a:moveTo>
                  <a:pt x="291620" y="26159"/>
                </a:moveTo>
                <a:lnTo>
                  <a:pt x="276890" y="29607"/>
                </a:lnTo>
                <a:lnTo>
                  <a:pt x="284751" y="28780"/>
                </a:lnTo>
                <a:close/>
                <a:moveTo>
                  <a:pt x="291620" y="26159"/>
                </a:moveTo>
                <a:lnTo>
                  <a:pt x="298488" y="23168"/>
                </a:lnTo>
                <a:lnTo>
                  <a:pt x="276890" y="29607"/>
                </a:lnTo>
                <a:close/>
                <a:moveTo>
                  <a:pt x="291620" y="26159"/>
                </a:moveTo>
                <a:lnTo>
                  <a:pt x="306349" y="27569"/>
                </a:lnTo>
                <a:lnTo>
                  <a:pt x="298488" y="23168"/>
                </a:lnTo>
                <a:close/>
                <a:moveTo>
                  <a:pt x="270021" y="32217"/>
                </a:moveTo>
                <a:lnTo>
                  <a:pt x="276890" y="29607"/>
                </a:lnTo>
                <a:lnTo>
                  <a:pt x="255291" y="37231"/>
                </a:lnTo>
                <a:close/>
                <a:moveTo>
                  <a:pt x="248423" y="40263"/>
                </a:moveTo>
                <a:lnTo>
                  <a:pt x="255291" y="37231"/>
                </a:lnTo>
                <a:lnTo>
                  <a:pt x="233693" y="44246"/>
                </a:lnTo>
                <a:close/>
                <a:moveTo>
                  <a:pt x="262160" y="34703"/>
                </a:moveTo>
                <a:lnTo>
                  <a:pt x="255291" y="37231"/>
                </a:lnTo>
                <a:lnTo>
                  <a:pt x="276890" y="29607"/>
                </a:lnTo>
                <a:close/>
                <a:moveTo>
                  <a:pt x="240561" y="41742"/>
                </a:moveTo>
                <a:lnTo>
                  <a:pt x="233693" y="44246"/>
                </a:lnTo>
                <a:lnTo>
                  <a:pt x="255291" y="37231"/>
                </a:lnTo>
                <a:close/>
                <a:moveTo>
                  <a:pt x="240561" y="41742"/>
                </a:moveTo>
                <a:lnTo>
                  <a:pt x="225831" y="43461"/>
                </a:lnTo>
                <a:lnTo>
                  <a:pt x="233693" y="44246"/>
                </a:lnTo>
                <a:close/>
                <a:moveTo>
                  <a:pt x="218963" y="46902"/>
                </a:moveTo>
                <a:lnTo>
                  <a:pt x="233693" y="44246"/>
                </a:lnTo>
                <a:lnTo>
                  <a:pt x="225831" y="43461"/>
                </a:lnTo>
                <a:close/>
                <a:moveTo>
                  <a:pt x="14730" y="3144"/>
                </a:moveTo>
                <a:lnTo>
                  <a:pt x="7861" y="6793"/>
                </a:lnTo>
                <a:lnTo>
                  <a:pt x="29460" y="0"/>
                </a:lnTo>
                <a:close/>
                <a:moveTo>
                  <a:pt x="14730" y="3144"/>
                </a:moveTo>
                <a:lnTo>
                  <a:pt x="0" y="7299"/>
                </a:lnTo>
                <a:lnTo>
                  <a:pt x="7861" y="6793"/>
                </a:lnTo>
                <a:close/>
                <a:moveTo>
                  <a:pt x="14730" y="3144"/>
                </a:moveTo>
                <a:lnTo>
                  <a:pt x="29460" y="0"/>
                </a:lnTo>
                <a:lnTo>
                  <a:pt x="21599" y="35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87" name="PANEL_01-slope-1-225_881">
            <a:extLst>
              <a:ext uri="{FF2B5EF4-FFF2-40B4-BE49-F238E27FC236}">
                <a16:creationId xmlns:a16="http://schemas.microsoft.com/office/drawing/2014/main" id="{A8B4FB4E-470A-44B5-BB20-4836F5BD3FC1}"/>
              </a:ext>
            </a:extLst>
          </p:cNvPr>
          <p:cNvSpPr>
            <a:spLocks/>
          </p:cNvSpPr>
          <p:nvPr/>
        </p:nvSpPr>
        <p:spPr>
          <a:xfrm>
            <a:off x="2022945" y="748902"/>
            <a:ext cx="568230" cy="102957"/>
          </a:xfrm>
          <a:custGeom>
            <a:pathLst>
              <a:path w="384882" h="69736">
                <a:moveTo>
                  <a:pt x="378014" y="39310"/>
                </a:moveTo>
                <a:lnTo>
                  <a:pt x="384882" y="31298"/>
                </a:lnTo>
                <a:lnTo>
                  <a:pt x="363284" y="32773"/>
                </a:lnTo>
                <a:close/>
                <a:moveTo>
                  <a:pt x="370152" y="23765"/>
                </a:moveTo>
                <a:lnTo>
                  <a:pt x="363284" y="32773"/>
                </a:lnTo>
                <a:lnTo>
                  <a:pt x="384882" y="31298"/>
                </a:lnTo>
                <a:close/>
                <a:moveTo>
                  <a:pt x="370152" y="23765"/>
                </a:moveTo>
                <a:lnTo>
                  <a:pt x="355423" y="16436"/>
                </a:lnTo>
                <a:lnTo>
                  <a:pt x="363284" y="32773"/>
                </a:lnTo>
                <a:close/>
                <a:moveTo>
                  <a:pt x="370152" y="23765"/>
                </a:moveTo>
                <a:lnTo>
                  <a:pt x="384882" y="31298"/>
                </a:lnTo>
                <a:lnTo>
                  <a:pt x="377021" y="15002"/>
                </a:lnTo>
                <a:close/>
                <a:moveTo>
                  <a:pt x="348554" y="25973"/>
                </a:moveTo>
                <a:lnTo>
                  <a:pt x="341685" y="36580"/>
                </a:lnTo>
                <a:lnTo>
                  <a:pt x="363284" y="32773"/>
                </a:lnTo>
                <a:close/>
                <a:moveTo>
                  <a:pt x="348554" y="25973"/>
                </a:moveTo>
                <a:lnTo>
                  <a:pt x="333824" y="19398"/>
                </a:lnTo>
                <a:lnTo>
                  <a:pt x="341685" y="36580"/>
                </a:lnTo>
                <a:close/>
                <a:moveTo>
                  <a:pt x="348554" y="25973"/>
                </a:moveTo>
                <a:lnTo>
                  <a:pt x="355423" y="16436"/>
                </a:lnTo>
                <a:lnTo>
                  <a:pt x="333824" y="19398"/>
                </a:lnTo>
                <a:close/>
                <a:moveTo>
                  <a:pt x="348554" y="25973"/>
                </a:moveTo>
                <a:lnTo>
                  <a:pt x="363284" y="32773"/>
                </a:lnTo>
                <a:lnTo>
                  <a:pt x="355423" y="16436"/>
                </a:lnTo>
                <a:close/>
                <a:moveTo>
                  <a:pt x="326955" y="29964"/>
                </a:moveTo>
                <a:lnTo>
                  <a:pt x="333824" y="19398"/>
                </a:lnTo>
                <a:lnTo>
                  <a:pt x="312226" y="24035"/>
                </a:lnTo>
                <a:close/>
                <a:moveTo>
                  <a:pt x="326955" y="29964"/>
                </a:moveTo>
                <a:lnTo>
                  <a:pt x="341685" y="36580"/>
                </a:lnTo>
                <a:lnTo>
                  <a:pt x="333824" y="19398"/>
                </a:lnTo>
                <a:close/>
                <a:moveTo>
                  <a:pt x="340693" y="9646"/>
                </a:moveTo>
                <a:lnTo>
                  <a:pt x="333824" y="19398"/>
                </a:lnTo>
                <a:lnTo>
                  <a:pt x="355423" y="16436"/>
                </a:lnTo>
                <a:close/>
                <a:moveTo>
                  <a:pt x="319094" y="12008"/>
                </a:moveTo>
                <a:lnTo>
                  <a:pt x="312226" y="24035"/>
                </a:lnTo>
                <a:lnTo>
                  <a:pt x="333824" y="19398"/>
                </a:lnTo>
                <a:close/>
                <a:moveTo>
                  <a:pt x="319094" y="12008"/>
                </a:moveTo>
                <a:lnTo>
                  <a:pt x="304364" y="4938"/>
                </a:lnTo>
                <a:lnTo>
                  <a:pt x="312226" y="24035"/>
                </a:lnTo>
                <a:close/>
                <a:moveTo>
                  <a:pt x="319094" y="12008"/>
                </a:moveTo>
                <a:lnTo>
                  <a:pt x="333824" y="19398"/>
                </a:lnTo>
                <a:lnTo>
                  <a:pt x="325963" y="0"/>
                </a:lnTo>
                <a:close/>
                <a:moveTo>
                  <a:pt x="297496" y="17860"/>
                </a:moveTo>
                <a:lnTo>
                  <a:pt x="290627" y="31829"/>
                </a:lnTo>
                <a:lnTo>
                  <a:pt x="312226" y="24035"/>
                </a:lnTo>
                <a:close/>
                <a:moveTo>
                  <a:pt x="297496" y="17860"/>
                </a:moveTo>
                <a:lnTo>
                  <a:pt x="312226" y="24035"/>
                </a:lnTo>
                <a:lnTo>
                  <a:pt x="304364" y="4938"/>
                </a:lnTo>
                <a:close/>
                <a:moveTo>
                  <a:pt x="275897" y="28320"/>
                </a:moveTo>
                <a:lnTo>
                  <a:pt x="261167" y="23295"/>
                </a:lnTo>
                <a:lnTo>
                  <a:pt x="269028" y="37578"/>
                </a:lnTo>
                <a:close/>
                <a:moveTo>
                  <a:pt x="275897" y="28320"/>
                </a:moveTo>
                <a:lnTo>
                  <a:pt x="282766" y="15017"/>
                </a:lnTo>
                <a:lnTo>
                  <a:pt x="261167" y="23295"/>
                </a:lnTo>
                <a:close/>
                <a:moveTo>
                  <a:pt x="254299" y="31025"/>
                </a:moveTo>
                <a:lnTo>
                  <a:pt x="261167" y="23295"/>
                </a:lnTo>
                <a:lnTo>
                  <a:pt x="239569" y="25632"/>
                </a:lnTo>
                <a:close/>
                <a:moveTo>
                  <a:pt x="268036" y="13872"/>
                </a:moveTo>
                <a:lnTo>
                  <a:pt x="261167" y="23295"/>
                </a:lnTo>
                <a:lnTo>
                  <a:pt x="282766" y="15017"/>
                </a:lnTo>
                <a:close/>
                <a:moveTo>
                  <a:pt x="246437" y="19962"/>
                </a:moveTo>
                <a:lnTo>
                  <a:pt x="261167" y="23295"/>
                </a:lnTo>
                <a:lnTo>
                  <a:pt x="253306" y="11384"/>
                </a:lnTo>
                <a:close/>
                <a:moveTo>
                  <a:pt x="152182" y="31235"/>
                </a:moveTo>
                <a:lnTo>
                  <a:pt x="145314" y="38208"/>
                </a:lnTo>
                <a:lnTo>
                  <a:pt x="166912" y="31316"/>
                </a:lnTo>
                <a:close/>
                <a:moveTo>
                  <a:pt x="36328" y="55370"/>
                </a:moveTo>
                <a:lnTo>
                  <a:pt x="21599" y="57911"/>
                </a:lnTo>
                <a:lnTo>
                  <a:pt x="29460" y="61883"/>
                </a:lnTo>
                <a:close/>
                <a:moveTo>
                  <a:pt x="14730" y="63184"/>
                </a:moveTo>
                <a:lnTo>
                  <a:pt x="21599" y="57911"/>
                </a:lnTo>
                <a:lnTo>
                  <a:pt x="0" y="69736"/>
                </a:lnTo>
                <a:close/>
                <a:moveTo>
                  <a:pt x="14730" y="63184"/>
                </a:moveTo>
                <a:lnTo>
                  <a:pt x="29460" y="61883"/>
                </a:lnTo>
                <a:lnTo>
                  <a:pt x="21599" y="57911"/>
                </a:lnTo>
                <a:close/>
                <a:moveTo>
                  <a:pt x="28467" y="51161"/>
                </a:moveTo>
                <a:lnTo>
                  <a:pt x="21599" y="57911"/>
                </a:lnTo>
                <a:lnTo>
                  <a:pt x="43197" y="49818"/>
                </a:lnTo>
                <a:close/>
                <a:moveTo>
                  <a:pt x="6869" y="61930"/>
                </a:moveTo>
                <a:lnTo>
                  <a:pt x="0" y="69736"/>
                </a:lnTo>
                <a:lnTo>
                  <a:pt x="21599" y="57911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588" name="PANEL_01-slope-1-230_882">
            <a:extLst>
              <a:ext uri="{FF2B5EF4-FFF2-40B4-BE49-F238E27FC236}">
                <a16:creationId xmlns:a16="http://schemas.microsoft.com/office/drawing/2014/main" id="{2490D339-16B2-4AED-A437-7A4331609FF6}"/>
              </a:ext>
            </a:extLst>
          </p:cNvPr>
          <p:cNvSpPr>
            <a:spLocks/>
          </p:cNvSpPr>
          <p:nvPr/>
        </p:nvSpPr>
        <p:spPr>
          <a:xfrm>
            <a:off x="2430272" y="748929"/>
            <a:ext cx="42028" cy="46965"/>
          </a:xfrm>
          <a:custGeom>
            <a:pathLst>
              <a:path w="28467" h="31811">
                <a:moveTo>
                  <a:pt x="21599" y="17842"/>
                </a:moveTo>
                <a:lnTo>
                  <a:pt x="6869" y="14999"/>
                </a:lnTo>
                <a:lnTo>
                  <a:pt x="14730" y="31811"/>
                </a:lnTo>
                <a:close/>
                <a:moveTo>
                  <a:pt x="21599" y="17842"/>
                </a:moveTo>
                <a:lnTo>
                  <a:pt x="28467" y="4920"/>
                </a:lnTo>
                <a:lnTo>
                  <a:pt x="6869" y="14999"/>
                </a:lnTo>
                <a:close/>
                <a:moveTo>
                  <a:pt x="0" y="28302"/>
                </a:moveTo>
                <a:lnTo>
                  <a:pt x="14730" y="31811"/>
                </a:lnTo>
                <a:lnTo>
                  <a:pt x="6869" y="14999"/>
                </a:lnTo>
                <a:close/>
                <a:moveTo>
                  <a:pt x="13737" y="0"/>
                </a:moveTo>
                <a:lnTo>
                  <a:pt x="6869" y="14999"/>
                </a:lnTo>
                <a:lnTo>
                  <a:pt x="28467" y="4920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589" name="PANEL_01-water-1-230_883">
            <a:extLst>
              <a:ext uri="{FF2B5EF4-FFF2-40B4-BE49-F238E27FC236}">
                <a16:creationId xmlns:a16="http://schemas.microsoft.com/office/drawing/2014/main" id="{02ACDEA2-00BF-4D0B-AE4B-817A4AB2F815}"/>
              </a:ext>
            </a:extLst>
          </p:cNvPr>
          <p:cNvSpPr>
            <a:spLocks/>
          </p:cNvSpPr>
          <p:nvPr/>
        </p:nvSpPr>
        <p:spPr>
          <a:xfrm>
            <a:off x="1443108" y="836889"/>
            <a:ext cx="579836" cy="29996"/>
          </a:xfrm>
          <a:custGeom>
            <a:pathLst>
              <a:path w="392743" h="20317">
                <a:moveTo>
                  <a:pt x="385875" y="17055"/>
                </a:moveTo>
                <a:lnTo>
                  <a:pt x="392743" y="10140"/>
                </a:lnTo>
                <a:lnTo>
                  <a:pt x="371145" y="13831"/>
                </a:lnTo>
                <a:close/>
                <a:moveTo>
                  <a:pt x="378014" y="6915"/>
                </a:moveTo>
                <a:lnTo>
                  <a:pt x="371145" y="13831"/>
                </a:lnTo>
                <a:lnTo>
                  <a:pt x="392743" y="10140"/>
                </a:lnTo>
                <a:close/>
                <a:moveTo>
                  <a:pt x="378014" y="6915"/>
                </a:moveTo>
                <a:lnTo>
                  <a:pt x="363284" y="3691"/>
                </a:lnTo>
                <a:lnTo>
                  <a:pt x="371145" y="13831"/>
                </a:lnTo>
                <a:close/>
                <a:moveTo>
                  <a:pt x="378014" y="6915"/>
                </a:moveTo>
                <a:lnTo>
                  <a:pt x="392743" y="10140"/>
                </a:lnTo>
                <a:lnTo>
                  <a:pt x="384882" y="0"/>
                </a:lnTo>
                <a:close/>
                <a:moveTo>
                  <a:pt x="356415" y="10606"/>
                </a:moveTo>
                <a:lnTo>
                  <a:pt x="349546" y="17521"/>
                </a:lnTo>
                <a:lnTo>
                  <a:pt x="371145" y="13831"/>
                </a:lnTo>
                <a:close/>
                <a:moveTo>
                  <a:pt x="356415" y="10606"/>
                </a:moveTo>
                <a:lnTo>
                  <a:pt x="341685" y="7381"/>
                </a:lnTo>
                <a:lnTo>
                  <a:pt x="349546" y="17521"/>
                </a:lnTo>
                <a:close/>
                <a:moveTo>
                  <a:pt x="356415" y="10606"/>
                </a:moveTo>
                <a:lnTo>
                  <a:pt x="363284" y="3691"/>
                </a:lnTo>
                <a:lnTo>
                  <a:pt x="341685" y="7381"/>
                </a:lnTo>
                <a:close/>
                <a:moveTo>
                  <a:pt x="356415" y="10606"/>
                </a:moveTo>
                <a:lnTo>
                  <a:pt x="371145" y="13831"/>
                </a:lnTo>
                <a:lnTo>
                  <a:pt x="363284" y="3691"/>
                </a:lnTo>
                <a:close/>
                <a:moveTo>
                  <a:pt x="334817" y="14296"/>
                </a:moveTo>
                <a:lnTo>
                  <a:pt x="341685" y="7381"/>
                </a:lnTo>
                <a:lnTo>
                  <a:pt x="320087" y="11072"/>
                </a:lnTo>
                <a:close/>
                <a:moveTo>
                  <a:pt x="334817" y="14296"/>
                </a:moveTo>
                <a:lnTo>
                  <a:pt x="349546" y="17521"/>
                </a:lnTo>
                <a:lnTo>
                  <a:pt x="341685" y="7381"/>
                </a:lnTo>
                <a:close/>
                <a:moveTo>
                  <a:pt x="313218" y="17987"/>
                </a:moveTo>
                <a:lnTo>
                  <a:pt x="320087" y="11072"/>
                </a:lnTo>
                <a:lnTo>
                  <a:pt x="298488" y="14762"/>
                </a:lnTo>
                <a:close/>
                <a:moveTo>
                  <a:pt x="326955" y="4157"/>
                </a:moveTo>
                <a:lnTo>
                  <a:pt x="320087" y="11072"/>
                </a:lnTo>
                <a:lnTo>
                  <a:pt x="341685" y="7381"/>
                </a:lnTo>
                <a:close/>
                <a:moveTo>
                  <a:pt x="305357" y="7847"/>
                </a:moveTo>
                <a:lnTo>
                  <a:pt x="298488" y="14762"/>
                </a:lnTo>
                <a:lnTo>
                  <a:pt x="320087" y="11072"/>
                </a:lnTo>
                <a:close/>
                <a:moveTo>
                  <a:pt x="305357" y="7847"/>
                </a:moveTo>
                <a:lnTo>
                  <a:pt x="290627" y="4623"/>
                </a:lnTo>
                <a:lnTo>
                  <a:pt x="298488" y="14762"/>
                </a:lnTo>
                <a:close/>
                <a:moveTo>
                  <a:pt x="305357" y="7847"/>
                </a:moveTo>
                <a:lnTo>
                  <a:pt x="320087" y="11072"/>
                </a:lnTo>
                <a:lnTo>
                  <a:pt x="312226" y="932"/>
                </a:lnTo>
                <a:close/>
                <a:moveTo>
                  <a:pt x="283758" y="11538"/>
                </a:moveTo>
                <a:lnTo>
                  <a:pt x="276890" y="18453"/>
                </a:lnTo>
                <a:lnTo>
                  <a:pt x="298488" y="14762"/>
                </a:lnTo>
                <a:close/>
                <a:moveTo>
                  <a:pt x="283758" y="11538"/>
                </a:moveTo>
                <a:lnTo>
                  <a:pt x="269028" y="8313"/>
                </a:lnTo>
                <a:lnTo>
                  <a:pt x="276890" y="18453"/>
                </a:lnTo>
                <a:close/>
                <a:moveTo>
                  <a:pt x="283758" y="11538"/>
                </a:moveTo>
                <a:lnTo>
                  <a:pt x="290627" y="4623"/>
                </a:lnTo>
                <a:lnTo>
                  <a:pt x="269028" y="8313"/>
                </a:lnTo>
                <a:close/>
                <a:moveTo>
                  <a:pt x="283758" y="11538"/>
                </a:moveTo>
                <a:lnTo>
                  <a:pt x="298488" y="14762"/>
                </a:lnTo>
                <a:lnTo>
                  <a:pt x="290627" y="4623"/>
                </a:lnTo>
                <a:close/>
                <a:moveTo>
                  <a:pt x="262160" y="15228"/>
                </a:moveTo>
                <a:lnTo>
                  <a:pt x="269028" y="8313"/>
                </a:lnTo>
                <a:lnTo>
                  <a:pt x="247430" y="12004"/>
                </a:lnTo>
                <a:close/>
                <a:moveTo>
                  <a:pt x="262160" y="15228"/>
                </a:moveTo>
                <a:lnTo>
                  <a:pt x="276890" y="18453"/>
                </a:lnTo>
                <a:lnTo>
                  <a:pt x="269028" y="8313"/>
                </a:lnTo>
                <a:close/>
                <a:moveTo>
                  <a:pt x="254299" y="5089"/>
                </a:moveTo>
                <a:lnTo>
                  <a:pt x="247430" y="12004"/>
                </a:lnTo>
                <a:lnTo>
                  <a:pt x="269028" y="8313"/>
                </a:lnTo>
                <a:close/>
                <a:moveTo>
                  <a:pt x="254299" y="5089"/>
                </a:moveTo>
                <a:lnTo>
                  <a:pt x="239569" y="1864"/>
                </a:lnTo>
                <a:lnTo>
                  <a:pt x="247430" y="12004"/>
                </a:lnTo>
                <a:close/>
                <a:moveTo>
                  <a:pt x="232700" y="8779"/>
                </a:moveTo>
                <a:lnTo>
                  <a:pt x="225831" y="15694"/>
                </a:lnTo>
                <a:lnTo>
                  <a:pt x="247430" y="12004"/>
                </a:lnTo>
                <a:close/>
                <a:moveTo>
                  <a:pt x="232700" y="8779"/>
                </a:moveTo>
                <a:lnTo>
                  <a:pt x="217970" y="5555"/>
                </a:lnTo>
                <a:lnTo>
                  <a:pt x="225831" y="15694"/>
                </a:lnTo>
                <a:close/>
                <a:moveTo>
                  <a:pt x="232700" y="8779"/>
                </a:moveTo>
                <a:lnTo>
                  <a:pt x="247430" y="12004"/>
                </a:lnTo>
                <a:lnTo>
                  <a:pt x="239569" y="1864"/>
                </a:lnTo>
                <a:close/>
                <a:moveTo>
                  <a:pt x="211102" y="12470"/>
                </a:moveTo>
                <a:lnTo>
                  <a:pt x="196372" y="9245"/>
                </a:lnTo>
                <a:lnTo>
                  <a:pt x="204233" y="19385"/>
                </a:lnTo>
                <a:close/>
                <a:moveTo>
                  <a:pt x="211102" y="12470"/>
                </a:moveTo>
                <a:lnTo>
                  <a:pt x="217970" y="5555"/>
                </a:lnTo>
                <a:lnTo>
                  <a:pt x="196372" y="9245"/>
                </a:lnTo>
                <a:close/>
                <a:moveTo>
                  <a:pt x="211102" y="12470"/>
                </a:moveTo>
                <a:lnTo>
                  <a:pt x="225831" y="15694"/>
                </a:lnTo>
                <a:lnTo>
                  <a:pt x="217970" y="5555"/>
                </a:lnTo>
                <a:close/>
                <a:moveTo>
                  <a:pt x="189503" y="16160"/>
                </a:moveTo>
                <a:lnTo>
                  <a:pt x="196372" y="9245"/>
                </a:lnTo>
                <a:lnTo>
                  <a:pt x="174773" y="12936"/>
                </a:lnTo>
                <a:close/>
                <a:moveTo>
                  <a:pt x="189503" y="16160"/>
                </a:moveTo>
                <a:lnTo>
                  <a:pt x="204233" y="19385"/>
                </a:lnTo>
                <a:lnTo>
                  <a:pt x="196372" y="9245"/>
                </a:lnTo>
                <a:close/>
                <a:moveTo>
                  <a:pt x="203240" y="2330"/>
                </a:moveTo>
                <a:lnTo>
                  <a:pt x="196372" y="9245"/>
                </a:lnTo>
                <a:lnTo>
                  <a:pt x="217970" y="5555"/>
                </a:lnTo>
                <a:close/>
                <a:moveTo>
                  <a:pt x="181642" y="6021"/>
                </a:moveTo>
                <a:lnTo>
                  <a:pt x="174773" y="12936"/>
                </a:lnTo>
                <a:lnTo>
                  <a:pt x="196372" y="9245"/>
                </a:lnTo>
                <a:close/>
                <a:moveTo>
                  <a:pt x="181642" y="6021"/>
                </a:moveTo>
                <a:lnTo>
                  <a:pt x="166912" y="2796"/>
                </a:lnTo>
                <a:lnTo>
                  <a:pt x="174773" y="12936"/>
                </a:lnTo>
                <a:close/>
                <a:moveTo>
                  <a:pt x="160043" y="9711"/>
                </a:moveTo>
                <a:lnTo>
                  <a:pt x="153175" y="16626"/>
                </a:lnTo>
                <a:lnTo>
                  <a:pt x="174773" y="12936"/>
                </a:lnTo>
                <a:close/>
                <a:moveTo>
                  <a:pt x="160043" y="9711"/>
                </a:moveTo>
                <a:lnTo>
                  <a:pt x="145314" y="6487"/>
                </a:lnTo>
                <a:lnTo>
                  <a:pt x="153175" y="16626"/>
                </a:lnTo>
                <a:close/>
                <a:moveTo>
                  <a:pt x="160043" y="9711"/>
                </a:moveTo>
                <a:lnTo>
                  <a:pt x="166912" y="2796"/>
                </a:lnTo>
                <a:lnTo>
                  <a:pt x="145314" y="6487"/>
                </a:lnTo>
                <a:close/>
                <a:moveTo>
                  <a:pt x="160043" y="9711"/>
                </a:moveTo>
                <a:lnTo>
                  <a:pt x="174773" y="12936"/>
                </a:lnTo>
                <a:lnTo>
                  <a:pt x="166912" y="2796"/>
                </a:lnTo>
                <a:close/>
                <a:moveTo>
                  <a:pt x="138445" y="13402"/>
                </a:moveTo>
                <a:lnTo>
                  <a:pt x="123715" y="10177"/>
                </a:lnTo>
                <a:lnTo>
                  <a:pt x="131576" y="20317"/>
                </a:lnTo>
                <a:close/>
                <a:moveTo>
                  <a:pt x="138445" y="13402"/>
                </a:moveTo>
                <a:lnTo>
                  <a:pt x="145314" y="6487"/>
                </a:lnTo>
                <a:lnTo>
                  <a:pt x="123715" y="10177"/>
                </a:lnTo>
                <a:close/>
                <a:moveTo>
                  <a:pt x="138445" y="13402"/>
                </a:moveTo>
                <a:lnTo>
                  <a:pt x="153175" y="16626"/>
                </a:lnTo>
                <a:lnTo>
                  <a:pt x="145314" y="6487"/>
                </a:lnTo>
                <a:close/>
                <a:moveTo>
                  <a:pt x="116846" y="17092"/>
                </a:moveTo>
                <a:lnTo>
                  <a:pt x="123715" y="10177"/>
                </a:lnTo>
                <a:lnTo>
                  <a:pt x="102116" y="13868"/>
                </a:lnTo>
                <a:close/>
                <a:moveTo>
                  <a:pt x="130584" y="3262"/>
                </a:moveTo>
                <a:lnTo>
                  <a:pt x="123715" y="10177"/>
                </a:lnTo>
                <a:lnTo>
                  <a:pt x="145314" y="6487"/>
                </a:lnTo>
                <a:close/>
                <a:moveTo>
                  <a:pt x="108985" y="6952"/>
                </a:moveTo>
                <a:lnTo>
                  <a:pt x="102116" y="13868"/>
                </a:lnTo>
                <a:lnTo>
                  <a:pt x="123715" y="10177"/>
                </a:lnTo>
                <a:close/>
                <a:moveTo>
                  <a:pt x="108985" y="6952"/>
                </a:moveTo>
                <a:lnTo>
                  <a:pt x="94255" y="3728"/>
                </a:lnTo>
                <a:lnTo>
                  <a:pt x="102116" y="13868"/>
                </a:lnTo>
                <a:close/>
                <a:moveTo>
                  <a:pt x="108985" y="6952"/>
                </a:moveTo>
                <a:lnTo>
                  <a:pt x="123715" y="10177"/>
                </a:lnTo>
                <a:lnTo>
                  <a:pt x="115854" y="37"/>
                </a:lnTo>
                <a:close/>
                <a:moveTo>
                  <a:pt x="87387" y="10643"/>
                </a:moveTo>
                <a:lnTo>
                  <a:pt x="80518" y="17558"/>
                </a:lnTo>
                <a:lnTo>
                  <a:pt x="102116" y="13868"/>
                </a:lnTo>
                <a:close/>
                <a:moveTo>
                  <a:pt x="87387" y="10643"/>
                </a:moveTo>
                <a:lnTo>
                  <a:pt x="72657" y="7418"/>
                </a:lnTo>
                <a:lnTo>
                  <a:pt x="80518" y="17558"/>
                </a:lnTo>
                <a:close/>
                <a:moveTo>
                  <a:pt x="87387" y="10643"/>
                </a:moveTo>
                <a:lnTo>
                  <a:pt x="94255" y="3728"/>
                </a:lnTo>
                <a:lnTo>
                  <a:pt x="72657" y="7418"/>
                </a:lnTo>
                <a:close/>
                <a:moveTo>
                  <a:pt x="87387" y="10643"/>
                </a:moveTo>
                <a:lnTo>
                  <a:pt x="102116" y="13868"/>
                </a:lnTo>
                <a:lnTo>
                  <a:pt x="94255" y="3728"/>
                </a:lnTo>
                <a:close/>
                <a:moveTo>
                  <a:pt x="65788" y="14334"/>
                </a:moveTo>
                <a:lnTo>
                  <a:pt x="72657" y="7418"/>
                </a:lnTo>
                <a:lnTo>
                  <a:pt x="51058" y="11109"/>
                </a:lnTo>
                <a:close/>
                <a:moveTo>
                  <a:pt x="65788" y="14334"/>
                </a:moveTo>
                <a:lnTo>
                  <a:pt x="80518" y="17558"/>
                </a:lnTo>
                <a:lnTo>
                  <a:pt x="72657" y="7418"/>
                </a:lnTo>
                <a:close/>
                <a:moveTo>
                  <a:pt x="44190" y="18024"/>
                </a:moveTo>
                <a:lnTo>
                  <a:pt x="51058" y="11109"/>
                </a:lnTo>
                <a:lnTo>
                  <a:pt x="29460" y="14800"/>
                </a:lnTo>
                <a:close/>
                <a:moveTo>
                  <a:pt x="57927" y="4194"/>
                </a:moveTo>
                <a:lnTo>
                  <a:pt x="51058" y="11109"/>
                </a:lnTo>
                <a:lnTo>
                  <a:pt x="72657" y="7418"/>
                </a:lnTo>
                <a:close/>
                <a:moveTo>
                  <a:pt x="36328" y="7884"/>
                </a:moveTo>
                <a:lnTo>
                  <a:pt x="29460" y="14800"/>
                </a:lnTo>
                <a:lnTo>
                  <a:pt x="51058" y="11109"/>
                </a:lnTo>
                <a:close/>
                <a:moveTo>
                  <a:pt x="36328" y="7884"/>
                </a:moveTo>
                <a:lnTo>
                  <a:pt x="21599" y="4660"/>
                </a:lnTo>
                <a:lnTo>
                  <a:pt x="29460" y="14800"/>
                </a:lnTo>
                <a:close/>
                <a:moveTo>
                  <a:pt x="36328" y="7884"/>
                </a:moveTo>
                <a:lnTo>
                  <a:pt x="51058" y="11109"/>
                </a:lnTo>
                <a:lnTo>
                  <a:pt x="43197" y="969"/>
                </a:lnTo>
                <a:close/>
                <a:moveTo>
                  <a:pt x="14730" y="11575"/>
                </a:moveTo>
                <a:lnTo>
                  <a:pt x="7861" y="18490"/>
                </a:lnTo>
                <a:lnTo>
                  <a:pt x="29460" y="14800"/>
                </a:lnTo>
                <a:close/>
                <a:moveTo>
                  <a:pt x="14730" y="11575"/>
                </a:moveTo>
                <a:lnTo>
                  <a:pt x="0" y="8350"/>
                </a:lnTo>
                <a:lnTo>
                  <a:pt x="7861" y="18490"/>
                </a:lnTo>
                <a:close/>
                <a:moveTo>
                  <a:pt x="14730" y="11575"/>
                </a:moveTo>
                <a:lnTo>
                  <a:pt x="21599" y="4660"/>
                </a:lnTo>
                <a:lnTo>
                  <a:pt x="0" y="8350"/>
                </a:lnTo>
                <a:close/>
                <a:moveTo>
                  <a:pt x="14730" y="11575"/>
                </a:moveTo>
                <a:lnTo>
                  <a:pt x="29460" y="14800"/>
                </a:lnTo>
                <a:lnTo>
                  <a:pt x="21599" y="4660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590" name="PANEL_01-slope-2-210_884">
            <a:extLst>
              <a:ext uri="{FF2B5EF4-FFF2-40B4-BE49-F238E27FC236}">
                <a16:creationId xmlns:a16="http://schemas.microsoft.com/office/drawing/2014/main" id="{3C5C50F1-B4F1-43EB-86E0-3F7D13F8020B}"/>
              </a:ext>
            </a:extLst>
          </p:cNvPr>
          <p:cNvSpPr>
            <a:spLocks/>
          </p:cNvSpPr>
          <p:nvPr/>
        </p:nvSpPr>
        <p:spPr>
          <a:xfrm>
            <a:off x="677690" y="565208"/>
            <a:ext cx="398652" cy="109428"/>
          </a:xfrm>
          <a:custGeom>
            <a:pathLst>
              <a:path w="270021" h="74119">
                <a:moveTo>
                  <a:pt x="270021" y="73199"/>
                </a:moveTo>
                <a:lnTo>
                  <a:pt x="255291" y="61966"/>
                </a:lnTo>
                <a:lnTo>
                  <a:pt x="263152" y="74119"/>
                </a:lnTo>
                <a:close/>
                <a:moveTo>
                  <a:pt x="248423" y="62474"/>
                </a:moveTo>
                <a:lnTo>
                  <a:pt x="255291" y="61966"/>
                </a:lnTo>
                <a:lnTo>
                  <a:pt x="233693" y="49411"/>
                </a:lnTo>
                <a:close/>
                <a:moveTo>
                  <a:pt x="248423" y="62474"/>
                </a:moveTo>
                <a:lnTo>
                  <a:pt x="263152" y="74119"/>
                </a:lnTo>
                <a:lnTo>
                  <a:pt x="255291" y="61966"/>
                </a:lnTo>
                <a:close/>
                <a:moveTo>
                  <a:pt x="240561" y="49651"/>
                </a:moveTo>
                <a:lnTo>
                  <a:pt x="233693" y="49411"/>
                </a:lnTo>
                <a:lnTo>
                  <a:pt x="255291" y="61966"/>
                </a:lnTo>
                <a:close/>
                <a:moveTo>
                  <a:pt x="240561" y="49651"/>
                </a:moveTo>
                <a:lnTo>
                  <a:pt x="225831" y="37044"/>
                </a:lnTo>
                <a:lnTo>
                  <a:pt x="233693" y="49411"/>
                </a:lnTo>
                <a:close/>
                <a:moveTo>
                  <a:pt x="218963" y="36411"/>
                </a:moveTo>
                <a:lnTo>
                  <a:pt x="204233" y="24676"/>
                </a:lnTo>
                <a:lnTo>
                  <a:pt x="212094" y="36431"/>
                </a:lnTo>
                <a:close/>
                <a:moveTo>
                  <a:pt x="218963" y="36411"/>
                </a:moveTo>
                <a:lnTo>
                  <a:pt x="225831" y="37044"/>
                </a:lnTo>
                <a:lnTo>
                  <a:pt x="204233" y="24676"/>
                </a:lnTo>
                <a:close/>
                <a:moveTo>
                  <a:pt x="218963" y="36411"/>
                </a:moveTo>
                <a:lnTo>
                  <a:pt x="233693" y="49411"/>
                </a:lnTo>
                <a:lnTo>
                  <a:pt x="225831" y="37044"/>
                </a:lnTo>
                <a:close/>
                <a:moveTo>
                  <a:pt x="211102" y="24441"/>
                </a:moveTo>
                <a:lnTo>
                  <a:pt x="204233" y="24676"/>
                </a:lnTo>
                <a:lnTo>
                  <a:pt x="225831" y="37044"/>
                </a:lnTo>
                <a:close/>
                <a:moveTo>
                  <a:pt x="189503" y="13704"/>
                </a:moveTo>
                <a:lnTo>
                  <a:pt x="204233" y="24676"/>
                </a:lnTo>
                <a:lnTo>
                  <a:pt x="196372" y="15748"/>
                </a:lnTo>
                <a:close/>
                <a:moveTo>
                  <a:pt x="65788" y="26110"/>
                </a:moveTo>
                <a:lnTo>
                  <a:pt x="51058" y="19715"/>
                </a:lnTo>
                <a:lnTo>
                  <a:pt x="58919" y="24048"/>
                </a:lnTo>
                <a:close/>
                <a:moveTo>
                  <a:pt x="44190" y="18585"/>
                </a:moveTo>
                <a:lnTo>
                  <a:pt x="29460" y="12008"/>
                </a:lnTo>
                <a:lnTo>
                  <a:pt x="37321" y="15449"/>
                </a:lnTo>
                <a:close/>
                <a:moveTo>
                  <a:pt x="44190" y="18585"/>
                </a:moveTo>
                <a:lnTo>
                  <a:pt x="51058" y="19715"/>
                </a:lnTo>
                <a:lnTo>
                  <a:pt x="29460" y="12008"/>
                </a:lnTo>
                <a:close/>
                <a:moveTo>
                  <a:pt x="44190" y="18585"/>
                </a:moveTo>
                <a:lnTo>
                  <a:pt x="58919" y="24048"/>
                </a:lnTo>
                <a:lnTo>
                  <a:pt x="51058" y="19715"/>
                </a:lnTo>
                <a:close/>
                <a:moveTo>
                  <a:pt x="22591" y="9465"/>
                </a:moveTo>
                <a:lnTo>
                  <a:pt x="29460" y="12008"/>
                </a:lnTo>
                <a:lnTo>
                  <a:pt x="7861" y="4400"/>
                </a:lnTo>
                <a:close/>
                <a:moveTo>
                  <a:pt x="14730" y="6611"/>
                </a:moveTo>
                <a:lnTo>
                  <a:pt x="7861" y="4400"/>
                </a:lnTo>
                <a:lnTo>
                  <a:pt x="29460" y="12008"/>
                </a:lnTo>
                <a:close/>
                <a:moveTo>
                  <a:pt x="14730" y="6611"/>
                </a:moveTo>
                <a:lnTo>
                  <a:pt x="0" y="0"/>
                </a:lnTo>
                <a:lnTo>
                  <a:pt x="7861" y="4400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591" name="PANEL_01-slope-2-215_885">
            <a:extLst>
              <a:ext uri="{FF2B5EF4-FFF2-40B4-BE49-F238E27FC236}">
                <a16:creationId xmlns:a16="http://schemas.microsoft.com/office/drawing/2014/main" id="{3AE779A3-4F88-44CB-8427-C05927C87601}"/>
              </a:ext>
            </a:extLst>
          </p:cNvPr>
          <p:cNvSpPr>
            <a:spLocks/>
          </p:cNvSpPr>
          <p:nvPr/>
        </p:nvSpPr>
        <p:spPr>
          <a:xfrm>
            <a:off x="570423" y="539078"/>
            <a:ext cx="808911" cy="307917"/>
          </a:xfrm>
          <a:custGeom>
            <a:pathLst>
              <a:path w="547903" h="208563">
                <a:moveTo>
                  <a:pt x="541035" y="208563"/>
                </a:moveTo>
                <a:lnTo>
                  <a:pt x="547903" y="204481"/>
                </a:lnTo>
                <a:lnTo>
                  <a:pt x="526305" y="200190"/>
                </a:lnTo>
                <a:close/>
                <a:moveTo>
                  <a:pt x="533173" y="197529"/>
                </a:moveTo>
                <a:lnTo>
                  <a:pt x="526305" y="200190"/>
                </a:lnTo>
                <a:lnTo>
                  <a:pt x="547903" y="204481"/>
                </a:lnTo>
                <a:close/>
                <a:moveTo>
                  <a:pt x="533173" y="197529"/>
                </a:moveTo>
                <a:lnTo>
                  <a:pt x="518444" y="187503"/>
                </a:lnTo>
                <a:lnTo>
                  <a:pt x="526305" y="200190"/>
                </a:lnTo>
                <a:close/>
                <a:moveTo>
                  <a:pt x="511575" y="190579"/>
                </a:moveTo>
                <a:lnTo>
                  <a:pt x="518444" y="187503"/>
                </a:lnTo>
                <a:lnTo>
                  <a:pt x="496845" y="180723"/>
                </a:lnTo>
                <a:close/>
                <a:moveTo>
                  <a:pt x="511575" y="190579"/>
                </a:moveTo>
                <a:lnTo>
                  <a:pt x="526305" y="200190"/>
                </a:lnTo>
                <a:lnTo>
                  <a:pt x="518444" y="187503"/>
                </a:lnTo>
                <a:close/>
                <a:moveTo>
                  <a:pt x="503714" y="177437"/>
                </a:moveTo>
                <a:lnTo>
                  <a:pt x="496845" y="180723"/>
                </a:lnTo>
                <a:lnTo>
                  <a:pt x="518444" y="187503"/>
                </a:lnTo>
                <a:close/>
                <a:moveTo>
                  <a:pt x="503714" y="177437"/>
                </a:moveTo>
                <a:lnTo>
                  <a:pt x="488984" y="167812"/>
                </a:lnTo>
                <a:lnTo>
                  <a:pt x="496845" y="180723"/>
                </a:lnTo>
                <a:close/>
                <a:moveTo>
                  <a:pt x="482115" y="171491"/>
                </a:moveTo>
                <a:lnTo>
                  <a:pt x="475247" y="174470"/>
                </a:lnTo>
                <a:lnTo>
                  <a:pt x="496845" y="180723"/>
                </a:lnTo>
                <a:close/>
                <a:moveTo>
                  <a:pt x="482115" y="171491"/>
                </a:moveTo>
                <a:lnTo>
                  <a:pt x="467385" y="160615"/>
                </a:lnTo>
                <a:lnTo>
                  <a:pt x="475247" y="174470"/>
                </a:lnTo>
                <a:close/>
                <a:moveTo>
                  <a:pt x="482115" y="171491"/>
                </a:moveTo>
                <a:lnTo>
                  <a:pt x="488984" y="167812"/>
                </a:lnTo>
                <a:lnTo>
                  <a:pt x="467385" y="160615"/>
                </a:lnTo>
                <a:close/>
                <a:moveTo>
                  <a:pt x="482115" y="171491"/>
                </a:moveTo>
                <a:lnTo>
                  <a:pt x="496845" y="180723"/>
                </a:lnTo>
                <a:lnTo>
                  <a:pt x="488984" y="167812"/>
                </a:lnTo>
                <a:close/>
                <a:moveTo>
                  <a:pt x="460517" y="165092"/>
                </a:moveTo>
                <a:lnTo>
                  <a:pt x="467385" y="160615"/>
                </a:lnTo>
                <a:lnTo>
                  <a:pt x="445787" y="153399"/>
                </a:lnTo>
                <a:close/>
                <a:moveTo>
                  <a:pt x="452656" y="149212"/>
                </a:moveTo>
                <a:lnTo>
                  <a:pt x="445787" y="153399"/>
                </a:lnTo>
                <a:lnTo>
                  <a:pt x="467385" y="160615"/>
                </a:lnTo>
                <a:close/>
                <a:moveTo>
                  <a:pt x="452656" y="149212"/>
                </a:moveTo>
                <a:lnTo>
                  <a:pt x="437926" y="139294"/>
                </a:lnTo>
                <a:lnTo>
                  <a:pt x="445787" y="153399"/>
                </a:lnTo>
                <a:close/>
                <a:moveTo>
                  <a:pt x="452656" y="149212"/>
                </a:moveTo>
                <a:lnTo>
                  <a:pt x="459524" y="147294"/>
                </a:lnTo>
                <a:lnTo>
                  <a:pt x="437926" y="139294"/>
                </a:lnTo>
                <a:close/>
                <a:moveTo>
                  <a:pt x="452656" y="149212"/>
                </a:moveTo>
                <a:lnTo>
                  <a:pt x="467385" y="160615"/>
                </a:lnTo>
                <a:lnTo>
                  <a:pt x="459524" y="147294"/>
                </a:lnTo>
                <a:close/>
                <a:moveTo>
                  <a:pt x="431057" y="141669"/>
                </a:moveTo>
                <a:lnTo>
                  <a:pt x="437926" y="139294"/>
                </a:lnTo>
                <a:lnTo>
                  <a:pt x="416327" y="131322"/>
                </a:lnTo>
                <a:close/>
                <a:moveTo>
                  <a:pt x="431057" y="141669"/>
                </a:moveTo>
                <a:lnTo>
                  <a:pt x="445787" y="153399"/>
                </a:lnTo>
                <a:lnTo>
                  <a:pt x="437926" y="139294"/>
                </a:lnTo>
                <a:close/>
                <a:moveTo>
                  <a:pt x="423196" y="128823"/>
                </a:moveTo>
                <a:lnTo>
                  <a:pt x="416327" y="131322"/>
                </a:lnTo>
                <a:lnTo>
                  <a:pt x="437926" y="139294"/>
                </a:lnTo>
                <a:close/>
                <a:moveTo>
                  <a:pt x="423196" y="128823"/>
                </a:moveTo>
                <a:lnTo>
                  <a:pt x="408466" y="121453"/>
                </a:lnTo>
                <a:lnTo>
                  <a:pt x="416327" y="131322"/>
                </a:lnTo>
                <a:close/>
                <a:moveTo>
                  <a:pt x="401597" y="120880"/>
                </a:moveTo>
                <a:lnTo>
                  <a:pt x="408466" y="121453"/>
                </a:lnTo>
                <a:lnTo>
                  <a:pt x="386867" y="115262"/>
                </a:lnTo>
                <a:close/>
                <a:moveTo>
                  <a:pt x="401597" y="120880"/>
                </a:moveTo>
                <a:lnTo>
                  <a:pt x="416327" y="131322"/>
                </a:lnTo>
                <a:lnTo>
                  <a:pt x="408466" y="121453"/>
                </a:lnTo>
                <a:close/>
                <a:moveTo>
                  <a:pt x="393736" y="114789"/>
                </a:moveTo>
                <a:lnTo>
                  <a:pt x="386867" y="115262"/>
                </a:lnTo>
                <a:lnTo>
                  <a:pt x="408466" y="121453"/>
                </a:lnTo>
                <a:close/>
                <a:moveTo>
                  <a:pt x="372138" y="108471"/>
                </a:moveTo>
                <a:lnTo>
                  <a:pt x="365269" y="110161"/>
                </a:lnTo>
                <a:lnTo>
                  <a:pt x="386867" y="115262"/>
                </a:lnTo>
                <a:close/>
                <a:moveTo>
                  <a:pt x="372138" y="108471"/>
                </a:moveTo>
                <a:lnTo>
                  <a:pt x="357408" y="100108"/>
                </a:lnTo>
                <a:lnTo>
                  <a:pt x="365269" y="110161"/>
                </a:lnTo>
                <a:close/>
                <a:moveTo>
                  <a:pt x="372138" y="108471"/>
                </a:moveTo>
                <a:lnTo>
                  <a:pt x="386867" y="115262"/>
                </a:lnTo>
                <a:lnTo>
                  <a:pt x="379006" y="107506"/>
                </a:lnTo>
                <a:close/>
                <a:moveTo>
                  <a:pt x="350539" y="101498"/>
                </a:moveTo>
                <a:lnTo>
                  <a:pt x="357408" y="100108"/>
                </a:lnTo>
                <a:lnTo>
                  <a:pt x="335809" y="91818"/>
                </a:lnTo>
                <a:close/>
                <a:moveTo>
                  <a:pt x="350539" y="101498"/>
                </a:moveTo>
                <a:lnTo>
                  <a:pt x="365269" y="110161"/>
                </a:lnTo>
                <a:lnTo>
                  <a:pt x="357408" y="100108"/>
                </a:lnTo>
                <a:close/>
                <a:moveTo>
                  <a:pt x="342678" y="90897"/>
                </a:moveTo>
                <a:lnTo>
                  <a:pt x="335809" y="91818"/>
                </a:lnTo>
                <a:lnTo>
                  <a:pt x="357408" y="100108"/>
                </a:lnTo>
                <a:close/>
                <a:moveTo>
                  <a:pt x="262160" y="31402"/>
                </a:moveTo>
                <a:lnTo>
                  <a:pt x="255291" y="33575"/>
                </a:lnTo>
                <a:lnTo>
                  <a:pt x="276890" y="42374"/>
                </a:lnTo>
                <a:close/>
                <a:moveTo>
                  <a:pt x="262160" y="31402"/>
                </a:moveTo>
                <a:lnTo>
                  <a:pt x="247430" y="27443"/>
                </a:lnTo>
                <a:lnTo>
                  <a:pt x="255291" y="33575"/>
                </a:lnTo>
                <a:close/>
                <a:moveTo>
                  <a:pt x="262160" y="31402"/>
                </a:moveTo>
                <a:lnTo>
                  <a:pt x="269028" y="33446"/>
                </a:lnTo>
                <a:lnTo>
                  <a:pt x="247430" y="27443"/>
                </a:lnTo>
                <a:close/>
                <a:moveTo>
                  <a:pt x="240561" y="27342"/>
                </a:moveTo>
                <a:lnTo>
                  <a:pt x="247430" y="27443"/>
                </a:lnTo>
                <a:lnTo>
                  <a:pt x="225831" y="28654"/>
                </a:lnTo>
                <a:close/>
                <a:moveTo>
                  <a:pt x="240561" y="27342"/>
                </a:moveTo>
                <a:lnTo>
                  <a:pt x="255291" y="33575"/>
                </a:lnTo>
                <a:lnTo>
                  <a:pt x="247430" y="27443"/>
                </a:lnTo>
                <a:close/>
                <a:moveTo>
                  <a:pt x="167905" y="47952"/>
                </a:moveTo>
                <a:lnTo>
                  <a:pt x="153175" y="46435"/>
                </a:lnTo>
                <a:lnTo>
                  <a:pt x="161036" y="48759"/>
                </a:lnTo>
                <a:close/>
                <a:moveTo>
                  <a:pt x="146306" y="47206"/>
                </a:moveTo>
                <a:lnTo>
                  <a:pt x="153175" y="46435"/>
                </a:lnTo>
                <a:lnTo>
                  <a:pt x="131576" y="41746"/>
                </a:lnTo>
                <a:close/>
                <a:moveTo>
                  <a:pt x="146306" y="47206"/>
                </a:moveTo>
                <a:lnTo>
                  <a:pt x="161036" y="48759"/>
                </a:lnTo>
                <a:lnTo>
                  <a:pt x="153175" y="46435"/>
                </a:lnTo>
                <a:close/>
                <a:moveTo>
                  <a:pt x="138445" y="43808"/>
                </a:moveTo>
                <a:lnTo>
                  <a:pt x="131576" y="41746"/>
                </a:lnTo>
                <a:lnTo>
                  <a:pt x="153175" y="46435"/>
                </a:lnTo>
                <a:close/>
                <a:moveTo>
                  <a:pt x="65788" y="17676"/>
                </a:moveTo>
                <a:lnTo>
                  <a:pt x="72657" y="17698"/>
                </a:lnTo>
                <a:lnTo>
                  <a:pt x="51058" y="11914"/>
                </a:lnTo>
                <a:close/>
                <a:moveTo>
                  <a:pt x="65788" y="17676"/>
                </a:moveTo>
                <a:lnTo>
                  <a:pt x="80518" y="22098"/>
                </a:lnTo>
                <a:lnTo>
                  <a:pt x="72657" y="17698"/>
                </a:lnTo>
                <a:close/>
                <a:moveTo>
                  <a:pt x="57927" y="9730"/>
                </a:moveTo>
                <a:lnTo>
                  <a:pt x="51058" y="11914"/>
                </a:lnTo>
                <a:lnTo>
                  <a:pt x="72657" y="17698"/>
                </a:lnTo>
                <a:close/>
                <a:moveTo>
                  <a:pt x="36328" y="6604"/>
                </a:moveTo>
                <a:lnTo>
                  <a:pt x="29460" y="9529"/>
                </a:lnTo>
                <a:lnTo>
                  <a:pt x="51058" y="11914"/>
                </a:lnTo>
                <a:close/>
                <a:moveTo>
                  <a:pt x="36328" y="6604"/>
                </a:moveTo>
                <a:lnTo>
                  <a:pt x="21599" y="3980"/>
                </a:lnTo>
                <a:lnTo>
                  <a:pt x="29460" y="9529"/>
                </a:lnTo>
                <a:close/>
                <a:moveTo>
                  <a:pt x="36328" y="6604"/>
                </a:moveTo>
                <a:lnTo>
                  <a:pt x="51058" y="11914"/>
                </a:lnTo>
                <a:lnTo>
                  <a:pt x="43197" y="6126"/>
                </a:lnTo>
                <a:close/>
                <a:moveTo>
                  <a:pt x="14730" y="5448"/>
                </a:moveTo>
                <a:lnTo>
                  <a:pt x="0" y="1312"/>
                </a:lnTo>
                <a:lnTo>
                  <a:pt x="7861" y="7508"/>
                </a:lnTo>
                <a:close/>
                <a:moveTo>
                  <a:pt x="14730" y="5448"/>
                </a:moveTo>
                <a:lnTo>
                  <a:pt x="21599" y="3980"/>
                </a:lnTo>
                <a:lnTo>
                  <a:pt x="0" y="1312"/>
                </a:lnTo>
                <a:close/>
                <a:moveTo>
                  <a:pt x="14730" y="5448"/>
                </a:moveTo>
                <a:lnTo>
                  <a:pt x="29460" y="9529"/>
                </a:lnTo>
                <a:lnTo>
                  <a:pt x="21599" y="3980"/>
                </a:lnTo>
                <a:close/>
                <a:moveTo>
                  <a:pt x="6869" y="0"/>
                </a:moveTo>
                <a:lnTo>
                  <a:pt x="0" y="1312"/>
                </a:lnTo>
                <a:lnTo>
                  <a:pt x="21599" y="398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92" name="PANEL_01-slope-2-220_886">
            <a:extLst>
              <a:ext uri="{FF2B5EF4-FFF2-40B4-BE49-F238E27FC236}">
                <a16:creationId xmlns:a16="http://schemas.microsoft.com/office/drawing/2014/main" id="{C3E6EE39-F058-4EBC-AD52-363C2A6D6387}"/>
              </a:ext>
            </a:extLst>
          </p:cNvPr>
          <p:cNvSpPr>
            <a:spLocks/>
          </p:cNvSpPr>
          <p:nvPr/>
        </p:nvSpPr>
        <p:spPr>
          <a:xfrm>
            <a:off x="495042" y="534504"/>
            <a:ext cx="2215009" cy="344653"/>
          </a:xfrm>
          <a:custGeom>
            <a:pathLst>
              <a:path w="1500302" h="233446">
                <a:moveTo>
                  <a:pt x="1493434" y="214957"/>
                </a:moveTo>
                <a:lnTo>
                  <a:pt x="1500302" y="207099"/>
                </a:lnTo>
                <a:lnTo>
                  <a:pt x="1478704" y="206987"/>
                </a:lnTo>
                <a:close/>
                <a:moveTo>
                  <a:pt x="1471835" y="215288"/>
                </a:moveTo>
                <a:lnTo>
                  <a:pt x="1478704" y="206987"/>
                </a:lnTo>
                <a:lnTo>
                  <a:pt x="1457105" y="206734"/>
                </a:lnTo>
                <a:close/>
                <a:moveTo>
                  <a:pt x="1471835" y="215288"/>
                </a:moveTo>
                <a:lnTo>
                  <a:pt x="1486565" y="224508"/>
                </a:lnTo>
                <a:lnTo>
                  <a:pt x="1478704" y="206987"/>
                </a:lnTo>
                <a:close/>
                <a:moveTo>
                  <a:pt x="1463974" y="198384"/>
                </a:moveTo>
                <a:lnTo>
                  <a:pt x="1457105" y="206734"/>
                </a:lnTo>
                <a:lnTo>
                  <a:pt x="1478704" y="206987"/>
                </a:lnTo>
                <a:close/>
                <a:moveTo>
                  <a:pt x="1463974" y="198384"/>
                </a:moveTo>
                <a:lnTo>
                  <a:pt x="1449244" y="190480"/>
                </a:lnTo>
                <a:lnTo>
                  <a:pt x="1457105" y="206734"/>
                </a:lnTo>
                <a:close/>
                <a:moveTo>
                  <a:pt x="1442375" y="197172"/>
                </a:moveTo>
                <a:lnTo>
                  <a:pt x="1435507" y="206691"/>
                </a:lnTo>
                <a:lnTo>
                  <a:pt x="1457105" y="206734"/>
                </a:lnTo>
                <a:close/>
                <a:moveTo>
                  <a:pt x="1442375" y="197172"/>
                </a:moveTo>
                <a:lnTo>
                  <a:pt x="1449244" y="190480"/>
                </a:lnTo>
                <a:lnTo>
                  <a:pt x="1427646" y="190686"/>
                </a:lnTo>
                <a:close/>
                <a:moveTo>
                  <a:pt x="1442375" y="197172"/>
                </a:moveTo>
                <a:lnTo>
                  <a:pt x="1457105" y="206734"/>
                </a:lnTo>
                <a:lnTo>
                  <a:pt x="1449244" y="190480"/>
                </a:lnTo>
                <a:close/>
                <a:moveTo>
                  <a:pt x="1420777" y="198146"/>
                </a:moveTo>
                <a:lnTo>
                  <a:pt x="1435507" y="206691"/>
                </a:lnTo>
                <a:lnTo>
                  <a:pt x="1427646" y="190686"/>
                </a:lnTo>
                <a:close/>
                <a:moveTo>
                  <a:pt x="1434514" y="182897"/>
                </a:moveTo>
                <a:lnTo>
                  <a:pt x="1427646" y="190686"/>
                </a:lnTo>
                <a:lnTo>
                  <a:pt x="1449244" y="190480"/>
                </a:lnTo>
                <a:close/>
                <a:moveTo>
                  <a:pt x="1297062" y="191359"/>
                </a:moveTo>
                <a:lnTo>
                  <a:pt x="1303931" y="182798"/>
                </a:lnTo>
                <a:lnTo>
                  <a:pt x="1282332" y="182639"/>
                </a:lnTo>
                <a:close/>
                <a:moveTo>
                  <a:pt x="1289201" y="176245"/>
                </a:moveTo>
                <a:lnTo>
                  <a:pt x="1282332" y="182639"/>
                </a:lnTo>
                <a:lnTo>
                  <a:pt x="1303931" y="182798"/>
                </a:lnTo>
                <a:close/>
                <a:moveTo>
                  <a:pt x="1289201" y="176245"/>
                </a:moveTo>
                <a:lnTo>
                  <a:pt x="1274471" y="170852"/>
                </a:lnTo>
                <a:lnTo>
                  <a:pt x="1282332" y="182639"/>
                </a:lnTo>
                <a:close/>
                <a:moveTo>
                  <a:pt x="1267602" y="174519"/>
                </a:moveTo>
                <a:lnTo>
                  <a:pt x="1260734" y="180913"/>
                </a:lnTo>
                <a:lnTo>
                  <a:pt x="1282332" y="182639"/>
                </a:lnTo>
                <a:close/>
                <a:moveTo>
                  <a:pt x="1267602" y="174519"/>
                </a:moveTo>
                <a:lnTo>
                  <a:pt x="1252872" y="171176"/>
                </a:lnTo>
                <a:lnTo>
                  <a:pt x="1260734" y="180913"/>
                </a:lnTo>
                <a:close/>
                <a:moveTo>
                  <a:pt x="1267602" y="174519"/>
                </a:moveTo>
                <a:lnTo>
                  <a:pt x="1274471" y="170852"/>
                </a:lnTo>
                <a:lnTo>
                  <a:pt x="1252872" y="171176"/>
                </a:lnTo>
                <a:close/>
                <a:moveTo>
                  <a:pt x="1267602" y="174519"/>
                </a:moveTo>
                <a:lnTo>
                  <a:pt x="1282332" y="182639"/>
                </a:lnTo>
                <a:lnTo>
                  <a:pt x="1274471" y="170852"/>
                </a:lnTo>
                <a:close/>
                <a:moveTo>
                  <a:pt x="1246004" y="173827"/>
                </a:moveTo>
                <a:lnTo>
                  <a:pt x="1252872" y="171176"/>
                </a:lnTo>
                <a:lnTo>
                  <a:pt x="1231274" y="174251"/>
                </a:lnTo>
                <a:close/>
                <a:moveTo>
                  <a:pt x="1246004" y="173827"/>
                </a:moveTo>
                <a:lnTo>
                  <a:pt x="1260734" y="180913"/>
                </a:lnTo>
                <a:lnTo>
                  <a:pt x="1252872" y="171176"/>
                </a:lnTo>
                <a:close/>
                <a:moveTo>
                  <a:pt x="1238142" y="168897"/>
                </a:moveTo>
                <a:lnTo>
                  <a:pt x="1231274" y="174251"/>
                </a:lnTo>
                <a:lnTo>
                  <a:pt x="1252872" y="171176"/>
                </a:lnTo>
                <a:close/>
                <a:moveTo>
                  <a:pt x="1238142" y="168897"/>
                </a:moveTo>
                <a:lnTo>
                  <a:pt x="1223413" y="170046"/>
                </a:lnTo>
                <a:lnTo>
                  <a:pt x="1231274" y="174251"/>
                </a:lnTo>
                <a:close/>
                <a:moveTo>
                  <a:pt x="1216544" y="174841"/>
                </a:moveTo>
                <a:lnTo>
                  <a:pt x="1231274" y="174251"/>
                </a:lnTo>
                <a:lnTo>
                  <a:pt x="1223413" y="170046"/>
                </a:lnTo>
                <a:close/>
                <a:moveTo>
                  <a:pt x="1194945" y="184755"/>
                </a:moveTo>
                <a:lnTo>
                  <a:pt x="1188077" y="188468"/>
                </a:lnTo>
                <a:lnTo>
                  <a:pt x="1209675" y="181644"/>
                </a:lnTo>
                <a:close/>
                <a:moveTo>
                  <a:pt x="1194945" y="184755"/>
                </a:moveTo>
                <a:lnTo>
                  <a:pt x="1180216" y="183427"/>
                </a:lnTo>
                <a:lnTo>
                  <a:pt x="1188077" y="188468"/>
                </a:lnTo>
                <a:close/>
                <a:moveTo>
                  <a:pt x="1173347" y="189608"/>
                </a:moveTo>
                <a:lnTo>
                  <a:pt x="1180216" y="183427"/>
                </a:lnTo>
                <a:lnTo>
                  <a:pt x="1158617" y="186012"/>
                </a:lnTo>
                <a:close/>
                <a:moveTo>
                  <a:pt x="1173347" y="189608"/>
                </a:moveTo>
                <a:lnTo>
                  <a:pt x="1188077" y="188468"/>
                </a:lnTo>
                <a:lnTo>
                  <a:pt x="1180216" y="183427"/>
                </a:lnTo>
                <a:close/>
                <a:moveTo>
                  <a:pt x="1151748" y="187897"/>
                </a:moveTo>
                <a:lnTo>
                  <a:pt x="1158617" y="186012"/>
                </a:lnTo>
                <a:lnTo>
                  <a:pt x="1137019" y="186576"/>
                </a:lnTo>
                <a:close/>
                <a:moveTo>
                  <a:pt x="1165486" y="182892"/>
                </a:moveTo>
                <a:lnTo>
                  <a:pt x="1158617" y="186012"/>
                </a:lnTo>
                <a:lnTo>
                  <a:pt x="1180216" y="183427"/>
                </a:lnTo>
                <a:close/>
                <a:moveTo>
                  <a:pt x="1143887" y="183653"/>
                </a:moveTo>
                <a:lnTo>
                  <a:pt x="1137019" y="186576"/>
                </a:lnTo>
                <a:lnTo>
                  <a:pt x="1158617" y="186012"/>
                </a:lnTo>
                <a:close/>
                <a:moveTo>
                  <a:pt x="1143887" y="183653"/>
                </a:moveTo>
                <a:lnTo>
                  <a:pt x="1129157" y="184583"/>
                </a:lnTo>
                <a:lnTo>
                  <a:pt x="1137019" y="186576"/>
                </a:lnTo>
                <a:close/>
                <a:moveTo>
                  <a:pt x="1143887" y="183653"/>
                </a:moveTo>
                <a:lnTo>
                  <a:pt x="1158617" y="186012"/>
                </a:lnTo>
                <a:lnTo>
                  <a:pt x="1150756" y="181805"/>
                </a:lnTo>
                <a:close/>
                <a:moveTo>
                  <a:pt x="1122289" y="186313"/>
                </a:moveTo>
                <a:lnTo>
                  <a:pt x="1115420" y="191262"/>
                </a:lnTo>
                <a:lnTo>
                  <a:pt x="1137019" y="186576"/>
                </a:lnTo>
                <a:close/>
                <a:moveTo>
                  <a:pt x="1122289" y="186313"/>
                </a:moveTo>
                <a:lnTo>
                  <a:pt x="1107559" y="189985"/>
                </a:lnTo>
                <a:lnTo>
                  <a:pt x="1115420" y="191262"/>
                </a:lnTo>
                <a:close/>
                <a:moveTo>
                  <a:pt x="1122289" y="186313"/>
                </a:moveTo>
                <a:lnTo>
                  <a:pt x="1129157" y="184583"/>
                </a:lnTo>
                <a:lnTo>
                  <a:pt x="1107559" y="189985"/>
                </a:lnTo>
                <a:close/>
                <a:moveTo>
                  <a:pt x="1122289" y="186313"/>
                </a:moveTo>
                <a:lnTo>
                  <a:pt x="1137019" y="186576"/>
                </a:lnTo>
                <a:lnTo>
                  <a:pt x="1129157" y="184583"/>
                </a:lnTo>
                <a:close/>
                <a:moveTo>
                  <a:pt x="1100690" y="193958"/>
                </a:moveTo>
                <a:lnTo>
                  <a:pt x="1107559" y="189985"/>
                </a:lnTo>
                <a:lnTo>
                  <a:pt x="1085960" y="198469"/>
                </a:lnTo>
                <a:close/>
                <a:moveTo>
                  <a:pt x="1100690" y="193958"/>
                </a:moveTo>
                <a:lnTo>
                  <a:pt x="1115420" y="191262"/>
                </a:lnTo>
                <a:lnTo>
                  <a:pt x="1107559" y="189985"/>
                </a:lnTo>
                <a:close/>
                <a:moveTo>
                  <a:pt x="643151" y="225138"/>
                </a:moveTo>
                <a:lnTo>
                  <a:pt x="650020" y="223306"/>
                </a:lnTo>
                <a:lnTo>
                  <a:pt x="628421" y="219663"/>
                </a:lnTo>
                <a:close/>
                <a:moveTo>
                  <a:pt x="643151" y="225138"/>
                </a:moveTo>
                <a:lnTo>
                  <a:pt x="657881" y="233446"/>
                </a:lnTo>
                <a:lnTo>
                  <a:pt x="650020" y="223306"/>
                </a:lnTo>
                <a:close/>
                <a:moveTo>
                  <a:pt x="635290" y="214117"/>
                </a:moveTo>
                <a:lnTo>
                  <a:pt x="628421" y="219663"/>
                </a:lnTo>
                <a:lnTo>
                  <a:pt x="650020" y="223306"/>
                </a:lnTo>
                <a:close/>
                <a:moveTo>
                  <a:pt x="635290" y="214117"/>
                </a:moveTo>
                <a:lnTo>
                  <a:pt x="620560" y="208999"/>
                </a:lnTo>
                <a:lnTo>
                  <a:pt x="628421" y="219663"/>
                </a:lnTo>
                <a:close/>
                <a:moveTo>
                  <a:pt x="613691" y="214274"/>
                </a:moveTo>
                <a:lnTo>
                  <a:pt x="606823" y="218790"/>
                </a:lnTo>
                <a:lnTo>
                  <a:pt x="628421" y="219663"/>
                </a:lnTo>
                <a:close/>
                <a:moveTo>
                  <a:pt x="613691" y="214274"/>
                </a:moveTo>
                <a:lnTo>
                  <a:pt x="598962" y="207580"/>
                </a:lnTo>
                <a:lnTo>
                  <a:pt x="606823" y="218790"/>
                </a:lnTo>
                <a:close/>
                <a:moveTo>
                  <a:pt x="613691" y="214274"/>
                </a:moveTo>
                <a:lnTo>
                  <a:pt x="620560" y="208999"/>
                </a:lnTo>
                <a:lnTo>
                  <a:pt x="598962" y="207580"/>
                </a:lnTo>
                <a:close/>
                <a:moveTo>
                  <a:pt x="613691" y="214274"/>
                </a:moveTo>
                <a:lnTo>
                  <a:pt x="628421" y="219663"/>
                </a:lnTo>
                <a:lnTo>
                  <a:pt x="620560" y="208999"/>
                </a:lnTo>
                <a:close/>
                <a:moveTo>
                  <a:pt x="584232" y="200628"/>
                </a:moveTo>
                <a:lnTo>
                  <a:pt x="598962" y="207580"/>
                </a:lnTo>
                <a:lnTo>
                  <a:pt x="591100" y="196216"/>
                </a:lnTo>
                <a:close/>
                <a:moveTo>
                  <a:pt x="283758" y="29132"/>
                </a:moveTo>
                <a:lnTo>
                  <a:pt x="276890" y="31753"/>
                </a:lnTo>
                <a:lnTo>
                  <a:pt x="298488" y="30542"/>
                </a:lnTo>
                <a:close/>
                <a:moveTo>
                  <a:pt x="262160" y="35190"/>
                </a:moveTo>
                <a:lnTo>
                  <a:pt x="255291" y="38165"/>
                </a:lnTo>
                <a:lnTo>
                  <a:pt x="276890" y="31753"/>
                </a:lnTo>
                <a:close/>
                <a:moveTo>
                  <a:pt x="262160" y="35190"/>
                </a:moveTo>
                <a:lnTo>
                  <a:pt x="247430" y="40204"/>
                </a:lnTo>
                <a:lnTo>
                  <a:pt x="255291" y="38165"/>
                </a:lnTo>
                <a:close/>
                <a:moveTo>
                  <a:pt x="262160" y="35190"/>
                </a:moveTo>
                <a:lnTo>
                  <a:pt x="276890" y="31753"/>
                </a:lnTo>
                <a:lnTo>
                  <a:pt x="269028" y="32580"/>
                </a:lnTo>
                <a:close/>
                <a:moveTo>
                  <a:pt x="240561" y="43236"/>
                </a:moveTo>
                <a:lnTo>
                  <a:pt x="233693" y="47093"/>
                </a:lnTo>
                <a:lnTo>
                  <a:pt x="255291" y="38165"/>
                </a:lnTo>
                <a:close/>
                <a:moveTo>
                  <a:pt x="240561" y="43236"/>
                </a:moveTo>
                <a:lnTo>
                  <a:pt x="225831" y="47219"/>
                </a:lnTo>
                <a:lnTo>
                  <a:pt x="233693" y="47093"/>
                </a:lnTo>
                <a:close/>
                <a:moveTo>
                  <a:pt x="240561" y="43236"/>
                </a:moveTo>
                <a:lnTo>
                  <a:pt x="255291" y="38165"/>
                </a:lnTo>
                <a:lnTo>
                  <a:pt x="247430" y="40204"/>
                </a:lnTo>
                <a:close/>
                <a:moveTo>
                  <a:pt x="218963" y="51050"/>
                </a:moveTo>
                <a:lnTo>
                  <a:pt x="225831" y="47219"/>
                </a:lnTo>
                <a:lnTo>
                  <a:pt x="204233" y="49534"/>
                </a:lnTo>
                <a:close/>
                <a:moveTo>
                  <a:pt x="218963" y="51050"/>
                </a:moveTo>
                <a:lnTo>
                  <a:pt x="233693" y="47093"/>
                </a:lnTo>
                <a:lnTo>
                  <a:pt x="225831" y="47219"/>
                </a:lnTo>
                <a:close/>
                <a:moveTo>
                  <a:pt x="44190" y="5999"/>
                </a:moveTo>
                <a:lnTo>
                  <a:pt x="51058" y="4411"/>
                </a:lnTo>
                <a:lnTo>
                  <a:pt x="29460" y="5172"/>
                </a:lnTo>
                <a:close/>
                <a:moveTo>
                  <a:pt x="36328" y="0"/>
                </a:moveTo>
                <a:lnTo>
                  <a:pt x="29460" y="5172"/>
                </a:lnTo>
                <a:lnTo>
                  <a:pt x="51058" y="4411"/>
                </a:lnTo>
                <a:close/>
                <a:moveTo>
                  <a:pt x="36328" y="0"/>
                </a:moveTo>
                <a:lnTo>
                  <a:pt x="21599" y="2973"/>
                </a:lnTo>
                <a:lnTo>
                  <a:pt x="29460" y="5172"/>
                </a:lnTo>
                <a:close/>
                <a:moveTo>
                  <a:pt x="14730" y="5947"/>
                </a:moveTo>
                <a:lnTo>
                  <a:pt x="7861" y="10641"/>
                </a:lnTo>
                <a:lnTo>
                  <a:pt x="29460" y="5172"/>
                </a:lnTo>
                <a:close/>
                <a:moveTo>
                  <a:pt x="14730" y="5947"/>
                </a:moveTo>
                <a:lnTo>
                  <a:pt x="0" y="9765"/>
                </a:lnTo>
                <a:lnTo>
                  <a:pt x="7861" y="10641"/>
                </a:lnTo>
                <a:close/>
                <a:moveTo>
                  <a:pt x="14730" y="5947"/>
                </a:moveTo>
                <a:lnTo>
                  <a:pt x="21599" y="2973"/>
                </a:lnTo>
                <a:lnTo>
                  <a:pt x="0" y="9765"/>
                </a:lnTo>
                <a:close/>
                <a:moveTo>
                  <a:pt x="14730" y="5947"/>
                </a:moveTo>
                <a:lnTo>
                  <a:pt x="29460" y="5172"/>
                </a:lnTo>
                <a:lnTo>
                  <a:pt x="21599" y="2973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93" name="PANEL_01-slope-2-225_887">
            <a:extLst>
              <a:ext uri="{FF2B5EF4-FFF2-40B4-BE49-F238E27FC236}">
                <a16:creationId xmlns:a16="http://schemas.microsoft.com/office/drawing/2014/main" id="{C4C25228-2132-4AB6-8A42-7AF4A18CDE9A}"/>
              </a:ext>
            </a:extLst>
          </p:cNvPr>
          <p:cNvSpPr>
            <a:spLocks/>
          </p:cNvSpPr>
          <p:nvPr/>
        </p:nvSpPr>
        <p:spPr>
          <a:xfrm>
            <a:off x="2022945" y="783293"/>
            <a:ext cx="698712" cy="83536"/>
          </a:xfrm>
          <a:custGeom>
            <a:pathLst>
              <a:path w="473261" h="56582">
                <a:moveTo>
                  <a:pt x="458532" y="46443"/>
                </a:moveTo>
                <a:lnTo>
                  <a:pt x="451663" y="55994"/>
                </a:lnTo>
                <a:lnTo>
                  <a:pt x="473261" y="52055"/>
                </a:lnTo>
                <a:close/>
                <a:moveTo>
                  <a:pt x="458532" y="46443"/>
                </a:moveTo>
                <a:lnTo>
                  <a:pt x="443802" y="38473"/>
                </a:lnTo>
                <a:lnTo>
                  <a:pt x="451663" y="55994"/>
                </a:lnTo>
                <a:close/>
                <a:moveTo>
                  <a:pt x="458532" y="46443"/>
                </a:moveTo>
                <a:lnTo>
                  <a:pt x="473261" y="52055"/>
                </a:lnTo>
                <a:lnTo>
                  <a:pt x="465400" y="38585"/>
                </a:lnTo>
                <a:close/>
                <a:moveTo>
                  <a:pt x="407473" y="28658"/>
                </a:moveTo>
                <a:lnTo>
                  <a:pt x="392743" y="22172"/>
                </a:lnTo>
                <a:lnTo>
                  <a:pt x="400605" y="38177"/>
                </a:lnTo>
                <a:close/>
                <a:moveTo>
                  <a:pt x="385875" y="29632"/>
                </a:moveTo>
                <a:lnTo>
                  <a:pt x="392743" y="22172"/>
                </a:lnTo>
                <a:lnTo>
                  <a:pt x="371145" y="24688"/>
                </a:lnTo>
                <a:close/>
                <a:moveTo>
                  <a:pt x="378014" y="16015"/>
                </a:moveTo>
                <a:lnTo>
                  <a:pt x="371145" y="24688"/>
                </a:lnTo>
                <a:lnTo>
                  <a:pt x="392743" y="22172"/>
                </a:lnTo>
                <a:close/>
                <a:moveTo>
                  <a:pt x="378014" y="16015"/>
                </a:moveTo>
                <a:lnTo>
                  <a:pt x="363284" y="9479"/>
                </a:lnTo>
                <a:lnTo>
                  <a:pt x="371145" y="24688"/>
                </a:lnTo>
                <a:close/>
                <a:moveTo>
                  <a:pt x="378014" y="16015"/>
                </a:moveTo>
                <a:lnTo>
                  <a:pt x="392743" y="22172"/>
                </a:lnTo>
                <a:lnTo>
                  <a:pt x="384882" y="8003"/>
                </a:lnTo>
                <a:close/>
                <a:moveTo>
                  <a:pt x="356415" y="18749"/>
                </a:moveTo>
                <a:lnTo>
                  <a:pt x="349546" y="30154"/>
                </a:lnTo>
                <a:lnTo>
                  <a:pt x="371145" y="24688"/>
                </a:lnTo>
                <a:close/>
                <a:moveTo>
                  <a:pt x="356415" y="18749"/>
                </a:moveTo>
                <a:lnTo>
                  <a:pt x="341685" y="13286"/>
                </a:lnTo>
                <a:lnTo>
                  <a:pt x="349546" y="30154"/>
                </a:lnTo>
                <a:close/>
                <a:moveTo>
                  <a:pt x="356415" y="18749"/>
                </a:moveTo>
                <a:lnTo>
                  <a:pt x="363284" y="9479"/>
                </a:lnTo>
                <a:lnTo>
                  <a:pt x="341685" y="13286"/>
                </a:lnTo>
                <a:close/>
                <a:moveTo>
                  <a:pt x="356415" y="18749"/>
                </a:moveTo>
                <a:lnTo>
                  <a:pt x="371145" y="24688"/>
                </a:lnTo>
                <a:lnTo>
                  <a:pt x="363284" y="9479"/>
                </a:lnTo>
                <a:close/>
                <a:moveTo>
                  <a:pt x="334817" y="25047"/>
                </a:moveTo>
                <a:lnTo>
                  <a:pt x="320087" y="18976"/>
                </a:lnTo>
                <a:lnTo>
                  <a:pt x="327948" y="36998"/>
                </a:lnTo>
                <a:close/>
                <a:moveTo>
                  <a:pt x="334817" y="25047"/>
                </a:moveTo>
                <a:lnTo>
                  <a:pt x="341685" y="13286"/>
                </a:lnTo>
                <a:lnTo>
                  <a:pt x="320087" y="18976"/>
                </a:lnTo>
                <a:close/>
                <a:moveTo>
                  <a:pt x="334817" y="25047"/>
                </a:moveTo>
                <a:lnTo>
                  <a:pt x="349546" y="30154"/>
                </a:lnTo>
                <a:lnTo>
                  <a:pt x="341685" y="13286"/>
                </a:lnTo>
                <a:close/>
                <a:moveTo>
                  <a:pt x="313218" y="31177"/>
                </a:moveTo>
                <a:lnTo>
                  <a:pt x="320087" y="18976"/>
                </a:lnTo>
                <a:lnTo>
                  <a:pt x="298488" y="25287"/>
                </a:lnTo>
                <a:close/>
                <a:moveTo>
                  <a:pt x="326955" y="6669"/>
                </a:moveTo>
                <a:lnTo>
                  <a:pt x="320087" y="18976"/>
                </a:lnTo>
                <a:lnTo>
                  <a:pt x="341685" y="13286"/>
                </a:lnTo>
                <a:close/>
                <a:moveTo>
                  <a:pt x="326955" y="6669"/>
                </a:moveTo>
                <a:lnTo>
                  <a:pt x="312226" y="740"/>
                </a:lnTo>
                <a:lnTo>
                  <a:pt x="320087" y="18976"/>
                </a:lnTo>
                <a:close/>
                <a:moveTo>
                  <a:pt x="305357" y="13012"/>
                </a:moveTo>
                <a:lnTo>
                  <a:pt x="298488" y="25287"/>
                </a:lnTo>
                <a:lnTo>
                  <a:pt x="320087" y="18976"/>
                </a:lnTo>
                <a:close/>
                <a:moveTo>
                  <a:pt x="305357" y="13012"/>
                </a:moveTo>
                <a:lnTo>
                  <a:pt x="290627" y="8535"/>
                </a:lnTo>
                <a:lnTo>
                  <a:pt x="298488" y="25287"/>
                </a:lnTo>
                <a:close/>
                <a:moveTo>
                  <a:pt x="305357" y="13012"/>
                </a:moveTo>
                <a:lnTo>
                  <a:pt x="312226" y="740"/>
                </a:lnTo>
                <a:lnTo>
                  <a:pt x="290627" y="8535"/>
                </a:lnTo>
                <a:close/>
                <a:moveTo>
                  <a:pt x="305357" y="13012"/>
                </a:moveTo>
                <a:lnTo>
                  <a:pt x="320087" y="18976"/>
                </a:lnTo>
                <a:lnTo>
                  <a:pt x="312226" y="740"/>
                </a:lnTo>
                <a:close/>
                <a:moveTo>
                  <a:pt x="283758" y="21535"/>
                </a:moveTo>
                <a:lnTo>
                  <a:pt x="276890" y="29420"/>
                </a:lnTo>
                <a:lnTo>
                  <a:pt x="298488" y="25287"/>
                </a:lnTo>
                <a:close/>
                <a:moveTo>
                  <a:pt x="283758" y="21535"/>
                </a:moveTo>
                <a:lnTo>
                  <a:pt x="269028" y="14284"/>
                </a:lnTo>
                <a:lnTo>
                  <a:pt x="276890" y="29420"/>
                </a:lnTo>
                <a:close/>
                <a:moveTo>
                  <a:pt x="283758" y="21535"/>
                </a:moveTo>
                <a:lnTo>
                  <a:pt x="290627" y="8535"/>
                </a:lnTo>
                <a:lnTo>
                  <a:pt x="269028" y="14284"/>
                </a:lnTo>
                <a:close/>
                <a:moveTo>
                  <a:pt x="283758" y="21535"/>
                </a:moveTo>
                <a:lnTo>
                  <a:pt x="298488" y="25287"/>
                </a:lnTo>
                <a:lnTo>
                  <a:pt x="290627" y="8535"/>
                </a:lnTo>
                <a:close/>
                <a:moveTo>
                  <a:pt x="262160" y="22845"/>
                </a:moveTo>
                <a:lnTo>
                  <a:pt x="276890" y="29420"/>
                </a:lnTo>
                <a:lnTo>
                  <a:pt x="269028" y="14284"/>
                </a:lnTo>
                <a:close/>
                <a:moveTo>
                  <a:pt x="275897" y="5025"/>
                </a:moveTo>
                <a:lnTo>
                  <a:pt x="269028" y="14284"/>
                </a:lnTo>
                <a:lnTo>
                  <a:pt x="290627" y="8535"/>
                </a:lnTo>
                <a:close/>
                <a:moveTo>
                  <a:pt x="254299" y="7731"/>
                </a:moveTo>
                <a:lnTo>
                  <a:pt x="269028" y="14284"/>
                </a:lnTo>
                <a:lnTo>
                  <a:pt x="261167" y="0"/>
                </a:lnTo>
                <a:close/>
                <a:moveTo>
                  <a:pt x="181642" y="6327"/>
                </a:moveTo>
                <a:lnTo>
                  <a:pt x="174773" y="13130"/>
                </a:lnTo>
                <a:lnTo>
                  <a:pt x="196372" y="5737"/>
                </a:lnTo>
                <a:close/>
                <a:moveTo>
                  <a:pt x="181642" y="6327"/>
                </a:moveTo>
                <a:lnTo>
                  <a:pt x="166912" y="8022"/>
                </a:lnTo>
                <a:lnTo>
                  <a:pt x="174773" y="13130"/>
                </a:lnTo>
                <a:close/>
                <a:moveTo>
                  <a:pt x="160043" y="16241"/>
                </a:moveTo>
                <a:lnTo>
                  <a:pt x="166912" y="8022"/>
                </a:lnTo>
                <a:lnTo>
                  <a:pt x="145314" y="14913"/>
                </a:lnTo>
                <a:close/>
                <a:moveTo>
                  <a:pt x="160043" y="16241"/>
                </a:moveTo>
                <a:lnTo>
                  <a:pt x="174773" y="13130"/>
                </a:lnTo>
                <a:lnTo>
                  <a:pt x="166912" y="8022"/>
                </a:lnTo>
                <a:close/>
                <a:moveTo>
                  <a:pt x="65788" y="25444"/>
                </a:moveTo>
                <a:lnTo>
                  <a:pt x="51058" y="29955"/>
                </a:lnTo>
                <a:lnTo>
                  <a:pt x="58919" y="33095"/>
                </a:lnTo>
                <a:close/>
                <a:moveTo>
                  <a:pt x="44190" y="37604"/>
                </a:moveTo>
                <a:lnTo>
                  <a:pt x="51058" y="29955"/>
                </a:lnTo>
                <a:lnTo>
                  <a:pt x="29460" y="38589"/>
                </a:lnTo>
                <a:close/>
                <a:moveTo>
                  <a:pt x="44190" y="37604"/>
                </a:moveTo>
                <a:lnTo>
                  <a:pt x="58919" y="33095"/>
                </a:lnTo>
                <a:lnTo>
                  <a:pt x="51058" y="29955"/>
                </a:lnTo>
                <a:close/>
                <a:moveTo>
                  <a:pt x="22591" y="44787"/>
                </a:moveTo>
                <a:lnTo>
                  <a:pt x="29460" y="38589"/>
                </a:lnTo>
                <a:lnTo>
                  <a:pt x="7861" y="56582"/>
                </a:lnTo>
                <a:close/>
                <a:moveTo>
                  <a:pt x="36328" y="32076"/>
                </a:moveTo>
                <a:lnTo>
                  <a:pt x="29460" y="38589"/>
                </a:lnTo>
                <a:lnTo>
                  <a:pt x="51058" y="29955"/>
                </a:lnTo>
                <a:close/>
                <a:moveTo>
                  <a:pt x="14730" y="39890"/>
                </a:moveTo>
                <a:lnTo>
                  <a:pt x="7861" y="56582"/>
                </a:lnTo>
                <a:lnTo>
                  <a:pt x="29460" y="38589"/>
                </a:lnTo>
                <a:close/>
                <a:moveTo>
                  <a:pt x="14730" y="39890"/>
                </a:moveTo>
                <a:lnTo>
                  <a:pt x="0" y="46442"/>
                </a:lnTo>
                <a:lnTo>
                  <a:pt x="7861" y="56582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594" name="PANEL_01-water-2-230_888">
            <a:extLst>
              <a:ext uri="{FF2B5EF4-FFF2-40B4-BE49-F238E27FC236}">
                <a16:creationId xmlns:a16="http://schemas.microsoft.com/office/drawing/2014/main" id="{AF32C246-119A-431D-8BB3-691622F17AAE}"/>
              </a:ext>
            </a:extLst>
          </p:cNvPr>
          <p:cNvSpPr>
            <a:spLocks/>
          </p:cNvSpPr>
          <p:nvPr/>
        </p:nvSpPr>
        <p:spPr>
          <a:xfrm>
            <a:off x="1454713" y="851859"/>
            <a:ext cx="579836" cy="29996"/>
          </a:xfrm>
          <a:custGeom>
            <a:pathLst>
              <a:path w="392743" h="20317">
                <a:moveTo>
                  <a:pt x="385875" y="17055"/>
                </a:moveTo>
                <a:lnTo>
                  <a:pt x="392743" y="10140"/>
                </a:lnTo>
                <a:lnTo>
                  <a:pt x="371145" y="13831"/>
                </a:lnTo>
                <a:close/>
                <a:moveTo>
                  <a:pt x="378014" y="6915"/>
                </a:moveTo>
                <a:lnTo>
                  <a:pt x="371145" y="13831"/>
                </a:lnTo>
                <a:lnTo>
                  <a:pt x="392743" y="10140"/>
                </a:lnTo>
                <a:close/>
                <a:moveTo>
                  <a:pt x="378014" y="6915"/>
                </a:moveTo>
                <a:lnTo>
                  <a:pt x="363284" y="3691"/>
                </a:lnTo>
                <a:lnTo>
                  <a:pt x="371145" y="13831"/>
                </a:lnTo>
                <a:close/>
                <a:moveTo>
                  <a:pt x="378014" y="6915"/>
                </a:moveTo>
                <a:lnTo>
                  <a:pt x="392743" y="10140"/>
                </a:lnTo>
                <a:lnTo>
                  <a:pt x="384882" y="0"/>
                </a:lnTo>
                <a:close/>
                <a:moveTo>
                  <a:pt x="356415" y="10606"/>
                </a:moveTo>
                <a:lnTo>
                  <a:pt x="349546" y="17521"/>
                </a:lnTo>
                <a:lnTo>
                  <a:pt x="371145" y="13831"/>
                </a:lnTo>
                <a:close/>
                <a:moveTo>
                  <a:pt x="356415" y="10606"/>
                </a:moveTo>
                <a:lnTo>
                  <a:pt x="341685" y="7381"/>
                </a:lnTo>
                <a:lnTo>
                  <a:pt x="349546" y="17521"/>
                </a:lnTo>
                <a:close/>
                <a:moveTo>
                  <a:pt x="356415" y="10606"/>
                </a:moveTo>
                <a:lnTo>
                  <a:pt x="363284" y="3691"/>
                </a:lnTo>
                <a:lnTo>
                  <a:pt x="341685" y="7381"/>
                </a:lnTo>
                <a:close/>
                <a:moveTo>
                  <a:pt x="356415" y="10606"/>
                </a:moveTo>
                <a:lnTo>
                  <a:pt x="371145" y="13831"/>
                </a:lnTo>
                <a:lnTo>
                  <a:pt x="363284" y="3691"/>
                </a:lnTo>
                <a:close/>
                <a:moveTo>
                  <a:pt x="334817" y="14296"/>
                </a:moveTo>
                <a:lnTo>
                  <a:pt x="341685" y="7381"/>
                </a:lnTo>
                <a:lnTo>
                  <a:pt x="320087" y="11072"/>
                </a:lnTo>
                <a:close/>
                <a:moveTo>
                  <a:pt x="334817" y="14296"/>
                </a:moveTo>
                <a:lnTo>
                  <a:pt x="349546" y="17521"/>
                </a:lnTo>
                <a:lnTo>
                  <a:pt x="341685" y="7381"/>
                </a:lnTo>
                <a:close/>
                <a:moveTo>
                  <a:pt x="313218" y="17987"/>
                </a:moveTo>
                <a:lnTo>
                  <a:pt x="320087" y="11072"/>
                </a:lnTo>
                <a:lnTo>
                  <a:pt x="298488" y="14762"/>
                </a:lnTo>
                <a:close/>
                <a:moveTo>
                  <a:pt x="326955" y="4157"/>
                </a:moveTo>
                <a:lnTo>
                  <a:pt x="320087" y="11072"/>
                </a:lnTo>
                <a:lnTo>
                  <a:pt x="341685" y="7381"/>
                </a:lnTo>
                <a:close/>
                <a:moveTo>
                  <a:pt x="326955" y="4157"/>
                </a:moveTo>
                <a:lnTo>
                  <a:pt x="312226" y="932"/>
                </a:lnTo>
                <a:lnTo>
                  <a:pt x="320087" y="11072"/>
                </a:lnTo>
                <a:close/>
                <a:moveTo>
                  <a:pt x="305357" y="7847"/>
                </a:moveTo>
                <a:lnTo>
                  <a:pt x="298488" y="14762"/>
                </a:lnTo>
                <a:lnTo>
                  <a:pt x="320087" y="11072"/>
                </a:lnTo>
                <a:close/>
                <a:moveTo>
                  <a:pt x="305357" y="7847"/>
                </a:moveTo>
                <a:lnTo>
                  <a:pt x="290627" y="4623"/>
                </a:lnTo>
                <a:lnTo>
                  <a:pt x="298488" y="14762"/>
                </a:lnTo>
                <a:close/>
                <a:moveTo>
                  <a:pt x="305357" y="7847"/>
                </a:moveTo>
                <a:lnTo>
                  <a:pt x="320087" y="11072"/>
                </a:lnTo>
                <a:lnTo>
                  <a:pt x="312226" y="932"/>
                </a:lnTo>
                <a:close/>
                <a:moveTo>
                  <a:pt x="283758" y="11538"/>
                </a:moveTo>
                <a:lnTo>
                  <a:pt x="276890" y="18453"/>
                </a:lnTo>
                <a:lnTo>
                  <a:pt x="298488" y="14762"/>
                </a:lnTo>
                <a:close/>
                <a:moveTo>
                  <a:pt x="283758" y="11538"/>
                </a:moveTo>
                <a:lnTo>
                  <a:pt x="269028" y="8313"/>
                </a:lnTo>
                <a:lnTo>
                  <a:pt x="276890" y="18453"/>
                </a:lnTo>
                <a:close/>
                <a:moveTo>
                  <a:pt x="283758" y="11538"/>
                </a:moveTo>
                <a:lnTo>
                  <a:pt x="290627" y="4623"/>
                </a:lnTo>
                <a:lnTo>
                  <a:pt x="269028" y="8313"/>
                </a:lnTo>
                <a:close/>
                <a:moveTo>
                  <a:pt x="283758" y="11538"/>
                </a:moveTo>
                <a:lnTo>
                  <a:pt x="298488" y="14762"/>
                </a:lnTo>
                <a:lnTo>
                  <a:pt x="290627" y="4623"/>
                </a:lnTo>
                <a:close/>
                <a:moveTo>
                  <a:pt x="262160" y="15228"/>
                </a:moveTo>
                <a:lnTo>
                  <a:pt x="269028" y="8313"/>
                </a:lnTo>
                <a:lnTo>
                  <a:pt x="247430" y="12004"/>
                </a:lnTo>
                <a:close/>
                <a:moveTo>
                  <a:pt x="262160" y="15228"/>
                </a:moveTo>
                <a:lnTo>
                  <a:pt x="276890" y="18453"/>
                </a:lnTo>
                <a:lnTo>
                  <a:pt x="269028" y="8313"/>
                </a:lnTo>
                <a:close/>
                <a:moveTo>
                  <a:pt x="254299" y="5089"/>
                </a:moveTo>
                <a:lnTo>
                  <a:pt x="247430" y="12004"/>
                </a:lnTo>
                <a:lnTo>
                  <a:pt x="269028" y="8313"/>
                </a:lnTo>
                <a:close/>
                <a:moveTo>
                  <a:pt x="254299" y="5089"/>
                </a:moveTo>
                <a:lnTo>
                  <a:pt x="239569" y="1864"/>
                </a:lnTo>
                <a:lnTo>
                  <a:pt x="247430" y="12004"/>
                </a:lnTo>
                <a:close/>
                <a:moveTo>
                  <a:pt x="232700" y="8779"/>
                </a:moveTo>
                <a:lnTo>
                  <a:pt x="225831" y="15694"/>
                </a:lnTo>
                <a:lnTo>
                  <a:pt x="247430" y="12004"/>
                </a:lnTo>
                <a:close/>
                <a:moveTo>
                  <a:pt x="232700" y="8779"/>
                </a:moveTo>
                <a:lnTo>
                  <a:pt x="217970" y="5555"/>
                </a:lnTo>
                <a:lnTo>
                  <a:pt x="225831" y="15694"/>
                </a:lnTo>
                <a:close/>
                <a:moveTo>
                  <a:pt x="232700" y="8779"/>
                </a:moveTo>
                <a:lnTo>
                  <a:pt x="239569" y="1864"/>
                </a:lnTo>
                <a:lnTo>
                  <a:pt x="217970" y="5555"/>
                </a:lnTo>
                <a:close/>
                <a:moveTo>
                  <a:pt x="232700" y="8779"/>
                </a:moveTo>
                <a:lnTo>
                  <a:pt x="247430" y="12004"/>
                </a:lnTo>
                <a:lnTo>
                  <a:pt x="239569" y="1864"/>
                </a:lnTo>
                <a:close/>
                <a:moveTo>
                  <a:pt x="211102" y="12470"/>
                </a:moveTo>
                <a:lnTo>
                  <a:pt x="196372" y="9245"/>
                </a:lnTo>
                <a:lnTo>
                  <a:pt x="204233" y="19385"/>
                </a:lnTo>
                <a:close/>
                <a:moveTo>
                  <a:pt x="211102" y="12470"/>
                </a:moveTo>
                <a:lnTo>
                  <a:pt x="217970" y="5555"/>
                </a:lnTo>
                <a:lnTo>
                  <a:pt x="196372" y="9245"/>
                </a:lnTo>
                <a:close/>
                <a:moveTo>
                  <a:pt x="211102" y="12470"/>
                </a:moveTo>
                <a:lnTo>
                  <a:pt x="225831" y="15694"/>
                </a:lnTo>
                <a:lnTo>
                  <a:pt x="217970" y="5555"/>
                </a:lnTo>
                <a:close/>
                <a:moveTo>
                  <a:pt x="189503" y="16160"/>
                </a:moveTo>
                <a:lnTo>
                  <a:pt x="196372" y="9245"/>
                </a:lnTo>
                <a:lnTo>
                  <a:pt x="174773" y="12936"/>
                </a:lnTo>
                <a:close/>
                <a:moveTo>
                  <a:pt x="189503" y="16160"/>
                </a:moveTo>
                <a:lnTo>
                  <a:pt x="204233" y="19385"/>
                </a:lnTo>
                <a:lnTo>
                  <a:pt x="196372" y="9245"/>
                </a:lnTo>
                <a:close/>
                <a:moveTo>
                  <a:pt x="203240" y="2330"/>
                </a:moveTo>
                <a:lnTo>
                  <a:pt x="196372" y="9245"/>
                </a:lnTo>
                <a:lnTo>
                  <a:pt x="217970" y="5555"/>
                </a:lnTo>
                <a:close/>
                <a:moveTo>
                  <a:pt x="181642" y="6021"/>
                </a:moveTo>
                <a:lnTo>
                  <a:pt x="174773" y="12936"/>
                </a:lnTo>
                <a:lnTo>
                  <a:pt x="196372" y="9245"/>
                </a:lnTo>
                <a:close/>
                <a:moveTo>
                  <a:pt x="181642" y="6021"/>
                </a:moveTo>
                <a:lnTo>
                  <a:pt x="166912" y="2796"/>
                </a:lnTo>
                <a:lnTo>
                  <a:pt x="174773" y="12936"/>
                </a:lnTo>
                <a:close/>
                <a:moveTo>
                  <a:pt x="160043" y="9711"/>
                </a:moveTo>
                <a:lnTo>
                  <a:pt x="153175" y="16626"/>
                </a:lnTo>
                <a:lnTo>
                  <a:pt x="174773" y="12936"/>
                </a:lnTo>
                <a:close/>
                <a:moveTo>
                  <a:pt x="160043" y="9711"/>
                </a:moveTo>
                <a:lnTo>
                  <a:pt x="145314" y="6487"/>
                </a:lnTo>
                <a:lnTo>
                  <a:pt x="153175" y="16626"/>
                </a:lnTo>
                <a:close/>
                <a:moveTo>
                  <a:pt x="160043" y="9711"/>
                </a:moveTo>
                <a:lnTo>
                  <a:pt x="166912" y="2796"/>
                </a:lnTo>
                <a:lnTo>
                  <a:pt x="145314" y="6487"/>
                </a:lnTo>
                <a:close/>
                <a:moveTo>
                  <a:pt x="160043" y="9711"/>
                </a:moveTo>
                <a:lnTo>
                  <a:pt x="174773" y="12936"/>
                </a:lnTo>
                <a:lnTo>
                  <a:pt x="166912" y="2796"/>
                </a:lnTo>
                <a:close/>
                <a:moveTo>
                  <a:pt x="138445" y="13402"/>
                </a:moveTo>
                <a:lnTo>
                  <a:pt x="123715" y="10177"/>
                </a:lnTo>
                <a:lnTo>
                  <a:pt x="131576" y="20317"/>
                </a:lnTo>
                <a:close/>
                <a:moveTo>
                  <a:pt x="138445" y="13402"/>
                </a:moveTo>
                <a:lnTo>
                  <a:pt x="145314" y="6487"/>
                </a:lnTo>
                <a:lnTo>
                  <a:pt x="123715" y="10177"/>
                </a:lnTo>
                <a:close/>
                <a:moveTo>
                  <a:pt x="138445" y="13402"/>
                </a:moveTo>
                <a:lnTo>
                  <a:pt x="153175" y="16626"/>
                </a:lnTo>
                <a:lnTo>
                  <a:pt x="145314" y="6487"/>
                </a:lnTo>
                <a:close/>
                <a:moveTo>
                  <a:pt x="116846" y="17092"/>
                </a:moveTo>
                <a:lnTo>
                  <a:pt x="123715" y="10177"/>
                </a:lnTo>
                <a:lnTo>
                  <a:pt x="102116" y="13868"/>
                </a:lnTo>
                <a:close/>
                <a:moveTo>
                  <a:pt x="130584" y="3262"/>
                </a:moveTo>
                <a:lnTo>
                  <a:pt x="123715" y="10177"/>
                </a:lnTo>
                <a:lnTo>
                  <a:pt x="145314" y="6487"/>
                </a:lnTo>
                <a:close/>
                <a:moveTo>
                  <a:pt x="108985" y="6952"/>
                </a:moveTo>
                <a:lnTo>
                  <a:pt x="102116" y="13868"/>
                </a:lnTo>
                <a:lnTo>
                  <a:pt x="123715" y="10177"/>
                </a:lnTo>
                <a:close/>
                <a:moveTo>
                  <a:pt x="108985" y="6952"/>
                </a:moveTo>
                <a:lnTo>
                  <a:pt x="94255" y="3728"/>
                </a:lnTo>
                <a:lnTo>
                  <a:pt x="102116" y="13868"/>
                </a:lnTo>
                <a:close/>
                <a:moveTo>
                  <a:pt x="108985" y="6952"/>
                </a:moveTo>
                <a:lnTo>
                  <a:pt x="123715" y="10177"/>
                </a:lnTo>
                <a:lnTo>
                  <a:pt x="115854" y="37"/>
                </a:lnTo>
                <a:close/>
                <a:moveTo>
                  <a:pt x="87387" y="10643"/>
                </a:moveTo>
                <a:lnTo>
                  <a:pt x="80518" y="17558"/>
                </a:lnTo>
                <a:lnTo>
                  <a:pt x="102116" y="13868"/>
                </a:lnTo>
                <a:close/>
                <a:moveTo>
                  <a:pt x="87387" y="10643"/>
                </a:moveTo>
                <a:lnTo>
                  <a:pt x="72657" y="7418"/>
                </a:lnTo>
                <a:lnTo>
                  <a:pt x="80518" y="17558"/>
                </a:lnTo>
                <a:close/>
                <a:moveTo>
                  <a:pt x="87387" y="10643"/>
                </a:moveTo>
                <a:lnTo>
                  <a:pt x="94255" y="3728"/>
                </a:lnTo>
                <a:lnTo>
                  <a:pt x="72657" y="7418"/>
                </a:lnTo>
                <a:close/>
                <a:moveTo>
                  <a:pt x="87387" y="10643"/>
                </a:moveTo>
                <a:lnTo>
                  <a:pt x="102116" y="13868"/>
                </a:lnTo>
                <a:lnTo>
                  <a:pt x="94255" y="3728"/>
                </a:lnTo>
                <a:close/>
                <a:moveTo>
                  <a:pt x="65788" y="14334"/>
                </a:moveTo>
                <a:lnTo>
                  <a:pt x="72657" y="7418"/>
                </a:lnTo>
                <a:lnTo>
                  <a:pt x="51058" y="11109"/>
                </a:lnTo>
                <a:close/>
                <a:moveTo>
                  <a:pt x="65788" y="14334"/>
                </a:moveTo>
                <a:lnTo>
                  <a:pt x="80518" y="17558"/>
                </a:lnTo>
                <a:lnTo>
                  <a:pt x="72657" y="7418"/>
                </a:lnTo>
                <a:close/>
                <a:moveTo>
                  <a:pt x="44190" y="18024"/>
                </a:moveTo>
                <a:lnTo>
                  <a:pt x="51058" y="11109"/>
                </a:lnTo>
                <a:lnTo>
                  <a:pt x="29460" y="14800"/>
                </a:lnTo>
                <a:close/>
                <a:moveTo>
                  <a:pt x="57927" y="4194"/>
                </a:moveTo>
                <a:lnTo>
                  <a:pt x="51058" y="11109"/>
                </a:lnTo>
                <a:lnTo>
                  <a:pt x="72657" y="7418"/>
                </a:lnTo>
                <a:close/>
                <a:moveTo>
                  <a:pt x="57927" y="4194"/>
                </a:moveTo>
                <a:lnTo>
                  <a:pt x="43197" y="969"/>
                </a:lnTo>
                <a:lnTo>
                  <a:pt x="51058" y="11109"/>
                </a:lnTo>
                <a:close/>
                <a:moveTo>
                  <a:pt x="36328" y="7884"/>
                </a:moveTo>
                <a:lnTo>
                  <a:pt x="29460" y="14800"/>
                </a:lnTo>
                <a:lnTo>
                  <a:pt x="51058" y="11109"/>
                </a:lnTo>
                <a:close/>
                <a:moveTo>
                  <a:pt x="36328" y="7884"/>
                </a:moveTo>
                <a:lnTo>
                  <a:pt x="21599" y="4660"/>
                </a:lnTo>
                <a:lnTo>
                  <a:pt x="29460" y="14800"/>
                </a:lnTo>
                <a:close/>
                <a:moveTo>
                  <a:pt x="36328" y="7884"/>
                </a:moveTo>
                <a:lnTo>
                  <a:pt x="51058" y="11109"/>
                </a:lnTo>
                <a:lnTo>
                  <a:pt x="43197" y="969"/>
                </a:lnTo>
                <a:close/>
                <a:moveTo>
                  <a:pt x="14730" y="11575"/>
                </a:moveTo>
                <a:lnTo>
                  <a:pt x="7861" y="18490"/>
                </a:lnTo>
                <a:lnTo>
                  <a:pt x="29460" y="14800"/>
                </a:lnTo>
                <a:close/>
                <a:moveTo>
                  <a:pt x="14730" y="11575"/>
                </a:moveTo>
                <a:lnTo>
                  <a:pt x="0" y="8350"/>
                </a:lnTo>
                <a:lnTo>
                  <a:pt x="7861" y="18490"/>
                </a:lnTo>
                <a:close/>
                <a:moveTo>
                  <a:pt x="14730" y="11575"/>
                </a:moveTo>
                <a:lnTo>
                  <a:pt x="21599" y="4660"/>
                </a:lnTo>
                <a:lnTo>
                  <a:pt x="0" y="8350"/>
                </a:lnTo>
                <a:close/>
                <a:moveTo>
                  <a:pt x="14730" y="11575"/>
                </a:moveTo>
                <a:lnTo>
                  <a:pt x="29460" y="14800"/>
                </a:lnTo>
                <a:lnTo>
                  <a:pt x="21599" y="4660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595" name="PANEL_01-slope-3-210_889">
            <a:extLst>
              <a:ext uri="{FF2B5EF4-FFF2-40B4-BE49-F238E27FC236}">
                <a16:creationId xmlns:a16="http://schemas.microsoft.com/office/drawing/2014/main" id="{CCEB0271-7D2A-46A7-8023-96387EDBF416}"/>
              </a:ext>
            </a:extLst>
          </p:cNvPr>
          <p:cNvSpPr>
            <a:spLocks/>
          </p:cNvSpPr>
          <p:nvPr/>
        </p:nvSpPr>
        <p:spPr>
          <a:xfrm>
            <a:off x="657409" y="563148"/>
            <a:ext cx="408792" cy="111487"/>
          </a:xfrm>
          <a:custGeom>
            <a:pathLst>
              <a:path w="276890" h="75514">
                <a:moveTo>
                  <a:pt x="262160" y="63869"/>
                </a:moveTo>
                <a:lnTo>
                  <a:pt x="255291" y="65000"/>
                </a:lnTo>
                <a:lnTo>
                  <a:pt x="276890" y="75514"/>
                </a:lnTo>
                <a:close/>
                <a:moveTo>
                  <a:pt x="262160" y="63869"/>
                </a:moveTo>
                <a:lnTo>
                  <a:pt x="247430" y="50806"/>
                </a:lnTo>
                <a:lnTo>
                  <a:pt x="255291" y="65000"/>
                </a:lnTo>
                <a:close/>
                <a:moveTo>
                  <a:pt x="240561" y="50502"/>
                </a:moveTo>
                <a:lnTo>
                  <a:pt x="233693" y="52454"/>
                </a:lnTo>
                <a:lnTo>
                  <a:pt x="255291" y="65000"/>
                </a:lnTo>
                <a:close/>
                <a:moveTo>
                  <a:pt x="240561" y="50502"/>
                </a:moveTo>
                <a:lnTo>
                  <a:pt x="225831" y="37826"/>
                </a:lnTo>
                <a:lnTo>
                  <a:pt x="233693" y="52454"/>
                </a:lnTo>
                <a:close/>
                <a:moveTo>
                  <a:pt x="240561" y="50502"/>
                </a:moveTo>
                <a:lnTo>
                  <a:pt x="247430" y="50806"/>
                </a:lnTo>
                <a:lnTo>
                  <a:pt x="225831" y="37826"/>
                </a:lnTo>
                <a:close/>
                <a:moveTo>
                  <a:pt x="240561" y="50502"/>
                </a:moveTo>
                <a:lnTo>
                  <a:pt x="255291" y="65000"/>
                </a:lnTo>
                <a:lnTo>
                  <a:pt x="247430" y="50806"/>
                </a:lnTo>
                <a:close/>
                <a:moveTo>
                  <a:pt x="232700" y="37805"/>
                </a:moveTo>
                <a:lnTo>
                  <a:pt x="225831" y="37826"/>
                </a:lnTo>
                <a:lnTo>
                  <a:pt x="247430" y="50806"/>
                </a:lnTo>
                <a:close/>
                <a:moveTo>
                  <a:pt x="211102" y="25541"/>
                </a:moveTo>
                <a:lnTo>
                  <a:pt x="204233" y="26852"/>
                </a:lnTo>
                <a:lnTo>
                  <a:pt x="225831" y="37826"/>
                </a:lnTo>
                <a:close/>
                <a:moveTo>
                  <a:pt x="211102" y="25541"/>
                </a:moveTo>
                <a:lnTo>
                  <a:pt x="217970" y="26070"/>
                </a:lnTo>
                <a:lnTo>
                  <a:pt x="196372" y="17272"/>
                </a:lnTo>
                <a:close/>
                <a:moveTo>
                  <a:pt x="211102" y="25541"/>
                </a:moveTo>
                <a:lnTo>
                  <a:pt x="225831" y="37826"/>
                </a:lnTo>
                <a:lnTo>
                  <a:pt x="217970" y="26070"/>
                </a:lnTo>
                <a:close/>
                <a:moveTo>
                  <a:pt x="87387" y="30903"/>
                </a:moveTo>
                <a:lnTo>
                  <a:pt x="72657" y="25443"/>
                </a:lnTo>
                <a:lnTo>
                  <a:pt x="80518" y="29101"/>
                </a:lnTo>
                <a:close/>
                <a:moveTo>
                  <a:pt x="65788" y="23382"/>
                </a:moveTo>
                <a:lnTo>
                  <a:pt x="72657" y="25443"/>
                </a:lnTo>
                <a:lnTo>
                  <a:pt x="51058" y="16844"/>
                </a:lnTo>
                <a:close/>
                <a:moveTo>
                  <a:pt x="65788" y="23382"/>
                </a:moveTo>
                <a:lnTo>
                  <a:pt x="80518" y="29101"/>
                </a:lnTo>
                <a:lnTo>
                  <a:pt x="72657" y="25443"/>
                </a:lnTo>
                <a:close/>
                <a:moveTo>
                  <a:pt x="57927" y="19980"/>
                </a:moveTo>
                <a:lnTo>
                  <a:pt x="51058" y="16844"/>
                </a:lnTo>
                <a:lnTo>
                  <a:pt x="72657" y="25443"/>
                </a:lnTo>
                <a:close/>
                <a:moveTo>
                  <a:pt x="36328" y="10860"/>
                </a:moveTo>
                <a:lnTo>
                  <a:pt x="29460" y="8079"/>
                </a:lnTo>
                <a:lnTo>
                  <a:pt x="51058" y="16844"/>
                </a:lnTo>
                <a:close/>
                <a:moveTo>
                  <a:pt x="36328" y="10860"/>
                </a:moveTo>
                <a:lnTo>
                  <a:pt x="21599" y="5795"/>
                </a:lnTo>
                <a:lnTo>
                  <a:pt x="29460" y="8079"/>
                </a:lnTo>
                <a:close/>
                <a:moveTo>
                  <a:pt x="36328" y="10860"/>
                </a:moveTo>
                <a:lnTo>
                  <a:pt x="51058" y="16844"/>
                </a:lnTo>
                <a:lnTo>
                  <a:pt x="43197" y="13403"/>
                </a:lnTo>
                <a:close/>
                <a:moveTo>
                  <a:pt x="14730" y="2939"/>
                </a:moveTo>
                <a:lnTo>
                  <a:pt x="21599" y="5795"/>
                </a:lnTo>
                <a:lnTo>
                  <a:pt x="0" y="0"/>
                </a:lnTo>
                <a:close/>
                <a:moveTo>
                  <a:pt x="14730" y="2939"/>
                </a:moveTo>
                <a:lnTo>
                  <a:pt x="29460" y="8079"/>
                </a:lnTo>
                <a:lnTo>
                  <a:pt x="21599" y="5795"/>
                </a:lnTo>
                <a:close/>
                <a:moveTo>
                  <a:pt x="6869" y="1373"/>
                </a:moveTo>
                <a:lnTo>
                  <a:pt x="0" y="0"/>
                </a:lnTo>
                <a:lnTo>
                  <a:pt x="21599" y="5795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596" name="PANEL_01-slope-3-215_890">
            <a:extLst>
              <a:ext uri="{FF2B5EF4-FFF2-40B4-BE49-F238E27FC236}">
                <a16:creationId xmlns:a16="http://schemas.microsoft.com/office/drawing/2014/main" id="{D9C0321A-7123-48DC-8067-7B304C5DDDC3}"/>
              </a:ext>
            </a:extLst>
          </p:cNvPr>
          <p:cNvSpPr>
            <a:spLocks/>
          </p:cNvSpPr>
          <p:nvPr/>
        </p:nvSpPr>
        <p:spPr>
          <a:xfrm>
            <a:off x="560281" y="541016"/>
            <a:ext cx="1656919" cy="353112"/>
          </a:xfrm>
          <a:custGeom>
            <a:pathLst>
              <a:path w="1122289" h="239175">
                <a:moveTo>
                  <a:pt x="1107559" y="183486"/>
                </a:moveTo>
                <a:lnTo>
                  <a:pt x="1122289" y="186403"/>
                </a:lnTo>
                <a:lnTo>
                  <a:pt x="1114427" y="181601"/>
                </a:lnTo>
                <a:close/>
                <a:moveTo>
                  <a:pt x="606823" y="230006"/>
                </a:moveTo>
                <a:lnTo>
                  <a:pt x="621553" y="239175"/>
                </a:lnTo>
                <a:lnTo>
                  <a:pt x="613691" y="229035"/>
                </a:lnTo>
                <a:close/>
                <a:moveTo>
                  <a:pt x="526305" y="202780"/>
                </a:moveTo>
                <a:lnTo>
                  <a:pt x="533173" y="198878"/>
                </a:lnTo>
                <a:lnTo>
                  <a:pt x="511575" y="192705"/>
                </a:lnTo>
                <a:close/>
                <a:moveTo>
                  <a:pt x="526305" y="202780"/>
                </a:moveTo>
                <a:lnTo>
                  <a:pt x="541035" y="211942"/>
                </a:lnTo>
                <a:lnTo>
                  <a:pt x="533173" y="198878"/>
                </a:lnTo>
                <a:close/>
                <a:moveTo>
                  <a:pt x="518444" y="189266"/>
                </a:moveTo>
                <a:lnTo>
                  <a:pt x="511575" y="192705"/>
                </a:lnTo>
                <a:lnTo>
                  <a:pt x="533173" y="198878"/>
                </a:lnTo>
                <a:close/>
                <a:moveTo>
                  <a:pt x="518444" y="189266"/>
                </a:moveTo>
                <a:lnTo>
                  <a:pt x="503714" y="179410"/>
                </a:lnTo>
                <a:lnTo>
                  <a:pt x="511575" y="192705"/>
                </a:lnTo>
                <a:close/>
                <a:moveTo>
                  <a:pt x="496845" y="182071"/>
                </a:moveTo>
                <a:lnTo>
                  <a:pt x="489976" y="186727"/>
                </a:lnTo>
                <a:lnTo>
                  <a:pt x="511575" y="192705"/>
                </a:lnTo>
                <a:close/>
                <a:moveTo>
                  <a:pt x="496845" y="182071"/>
                </a:moveTo>
                <a:lnTo>
                  <a:pt x="482115" y="173158"/>
                </a:lnTo>
                <a:lnTo>
                  <a:pt x="489976" y="186727"/>
                </a:lnTo>
                <a:close/>
                <a:moveTo>
                  <a:pt x="496845" y="182071"/>
                </a:moveTo>
                <a:lnTo>
                  <a:pt x="503714" y="179410"/>
                </a:lnTo>
                <a:lnTo>
                  <a:pt x="482115" y="173158"/>
                </a:lnTo>
                <a:close/>
                <a:moveTo>
                  <a:pt x="496845" y="182071"/>
                </a:moveTo>
                <a:lnTo>
                  <a:pt x="511575" y="192705"/>
                </a:lnTo>
                <a:lnTo>
                  <a:pt x="503714" y="179410"/>
                </a:lnTo>
                <a:close/>
                <a:moveTo>
                  <a:pt x="475247" y="176601"/>
                </a:moveTo>
                <a:lnTo>
                  <a:pt x="482115" y="173158"/>
                </a:lnTo>
                <a:lnTo>
                  <a:pt x="460517" y="166873"/>
                </a:lnTo>
                <a:close/>
                <a:moveTo>
                  <a:pt x="475247" y="176601"/>
                </a:moveTo>
                <a:lnTo>
                  <a:pt x="489976" y="186727"/>
                </a:lnTo>
                <a:lnTo>
                  <a:pt x="482115" y="173158"/>
                </a:lnTo>
                <a:close/>
                <a:moveTo>
                  <a:pt x="467385" y="163780"/>
                </a:moveTo>
                <a:lnTo>
                  <a:pt x="460517" y="166873"/>
                </a:lnTo>
                <a:lnTo>
                  <a:pt x="482115" y="173158"/>
                </a:lnTo>
                <a:close/>
                <a:moveTo>
                  <a:pt x="467385" y="163780"/>
                </a:moveTo>
                <a:lnTo>
                  <a:pt x="452656" y="152087"/>
                </a:lnTo>
                <a:lnTo>
                  <a:pt x="460517" y="166873"/>
                </a:lnTo>
                <a:close/>
                <a:moveTo>
                  <a:pt x="467385" y="163780"/>
                </a:moveTo>
                <a:lnTo>
                  <a:pt x="482115" y="173158"/>
                </a:lnTo>
                <a:lnTo>
                  <a:pt x="474254" y="159303"/>
                </a:lnTo>
                <a:close/>
                <a:moveTo>
                  <a:pt x="445787" y="156312"/>
                </a:moveTo>
                <a:lnTo>
                  <a:pt x="452656" y="152087"/>
                </a:lnTo>
                <a:lnTo>
                  <a:pt x="431057" y="144839"/>
                </a:lnTo>
                <a:close/>
                <a:moveTo>
                  <a:pt x="445787" y="156312"/>
                </a:moveTo>
                <a:lnTo>
                  <a:pt x="460517" y="166873"/>
                </a:lnTo>
                <a:lnTo>
                  <a:pt x="452656" y="152087"/>
                </a:lnTo>
                <a:close/>
                <a:moveTo>
                  <a:pt x="437926" y="140357"/>
                </a:moveTo>
                <a:lnTo>
                  <a:pt x="431057" y="144839"/>
                </a:lnTo>
                <a:lnTo>
                  <a:pt x="452656" y="152087"/>
                </a:lnTo>
                <a:close/>
                <a:moveTo>
                  <a:pt x="437926" y="140357"/>
                </a:moveTo>
                <a:lnTo>
                  <a:pt x="423196" y="130010"/>
                </a:lnTo>
                <a:lnTo>
                  <a:pt x="431057" y="144839"/>
                </a:lnTo>
                <a:close/>
                <a:moveTo>
                  <a:pt x="416327" y="132602"/>
                </a:moveTo>
                <a:lnTo>
                  <a:pt x="423196" y="130010"/>
                </a:lnTo>
                <a:lnTo>
                  <a:pt x="401597" y="124047"/>
                </a:lnTo>
                <a:close/>
                <a:moveTo>
                  <a:pt x="416327" y="132602"/>
                </a:moveTo>
                <a:lnTo>
                  <a:pt x="431057" y="144839"/>
                </a:lnTo>
                <a:lnTo>
                  <a:pt x="423196" y="130010"/>
                </a:lnTo>
                <a:close/>
                <a:moveTo>
                  <a:pt x="408466" y="119568"/>
                </a:moveTo>
                <a:lnTo>
                  <a:pt x="401597" y="124047"/>
                </a:lnTo>
                <a:lnTo>
                  <a:pt x="423196" y="130010"/>
                </a:lnTo>
                <a:close/>
                <a:moveTo>
                  <a:pt x="408466" y="119568"/>
                </a:moveTo>
                <a:lnTo>
                  <a:pt x="393736" y="113950"/>
                </a:lnTo>
                <a:lnTo>
                  <a:pt x="401597" y="124047"/>
                </a:lnTo>
                <a:close/>
                <a:moveTo>
                  <a:pt x="386867" y="115597"/>
                </a:moveTo>
                <a:lnTo>
                  <a:pt x="379999" y="120256"/>
                </a:lnTo>
                <a:lnTo>
                  <a:pt x="401597" y="124047"/>
                </a:lnTo>
                <a:close/>
                <a:moveTo>
                  <a:pt x="386867" y="115597"/>
                </a:moveTo>
                <a:lnTo>
                  <a:pt x="372138" y="108848"/>
                </a:lnTo>
                <a:lnTo>
                  <a:pt x="379999" y="120256"/>
                </a:lnTo>
                <a:close/>
                <a:moveTo>
                  <a:pt x="386867" y="115597"/>
                </a:moveTo>
                <a:lnTo>
                  <a:pt x="393736" y="113950"/>
                </a:lnTo>
                <a:lnTo>
                  <a:pt x="372138" y="108848"/>
                </a:lnTo>
                <a:close/>
                <a:moveTo>
                  <a:pt x="386867" y="115597"/>
                </a:moveTo>
                <a:lnTo>
                  <a:pt x="401597" y="124047"/>
                </a:lnTo>
                <a:lnTo>
                  <a:pt x="393736" y="113950"/>
                </a:lnTo>
                <a:close/>
                <a:moveTo>
                  <a:pt x="365269" y="112453"/>
                </a:moveTo>
                <a:lnTo>
                  <a:pt x="372138" y="108848"/>
                </a:lnTo>
                <a:lnTo>
                  <a:pt x="350539" y="103086"/>
                </a:lnTo>
                <a:close/>
                <a:moveTo>
                  <a:pt x="365269" y="112453"/>
                </a:moveTo>
                <a:lnTo>
                  <a:pt x="379999" y="120256"/>
                </a:lnTo>
                <a:lnTo>
                  <a:pt x="372138" y="108848"/>
                </a:lnTo>
                <a:close/>
                <a:moveTo>
                  <a:pt x="357408" y="100185"/>
                </a:moveTo>
                <a:lnTo>
                  <a:pt x="350539" y="103086"/>
                </a:lnTo>
                <a:lnTo>
                  <a:pt x="372138" y="108848"/>
                </a:lnTo>
                <a:close/>
                <a:moveTo>
                  <a:pt x="357408" y="100185"/>
                </a:moveTo>
                <a:lnTo>
                  <a:pt x="342678" y="90505"/>
                </a:lnTo>
                <a:lnTo>
                  <a:pt x="350539" y="103086"/>
                </a:lnTo>
                <a:close/>
                <a:moveTo>
                  <a:pt x="335809" y="93391"/>
                </a:moveTo>
                <a:lnTo>
                  <a:pt x="321079" y="79991"/>
                </a:lnTo>
                <a:lnTo>
                  <a:pt x="328941" y="95080"/>
                </a:lnTo>
                <a:close/>
                <a:moveTo>
                  <a:pt x="335809" y="93391"/>
                </a:moveTo>
                <a:lnTo>
                  <a:pt x="342678" y="90505"/>
                </a:lnTo>
                <a:lnTo>
                  <a:pt x="321079" y="79991"/>
                </a:lnTo>
                <a:close/>
                <a:moveTo>
                  <a:pt x="335809" y="93391"/>
                </a:moveTo>
                <a:lnTo>
                  <a:pt x="350539" y="103086"/>
                </a:lnTo>
                <a:lnTo>
                  <a:pt x="342678" y="90505"/>
                </a:lnTo>
                <a:close/>
                <a:moveTo>
                  <a:pt x="276890" y="40533"/>
                </a:moveTo>
                <a:lnTo>
                  <a:pt x="262160" y="32263"/>
                </a:lnTo>
                <a:lnTo>
                  <a:pt x="270021" y="41844"/>
                </a:lnTo>
                <a:close/>
                <a:moveTo>
                  <a:pt x="255291" y="32399"/>
                </a:moveTo>
                <a:lnTo>
                  <a:pt x="262160" y="32263"/>
                </a:lnTo>
                <a:lnTo>
                  <a:pt x="240561" y="28915"/>
                </a:lnTo>
                <a:close/>
                <a:moveTo>
                  <a:pt x="247430" y="26030"/>
                </a:moveTo>
                <a:lnTo>
                  <a:pt x="240561" y="28915"/>
                </a:lnTo>
                <a:lnTo>
                  <a:pt x="262160" y="32263"/>
                </a:lnTo>
                <a:close/>
                <a:moveTo>
                  <a:pt x="247430" y="26030"/>
                </a:moveTo>
                <a:lnTo>
                  <a:pt x="232700" y="27342"/>
                </a:lnTo>
                <a:lnTo>
                  <a:pt x="240561" y="28915"/>
                </a:lnTo>
                <a:close/>
                <a:moveTo>
                  <a:pt x="225831" y="27840"/>
                </a:moveTo>
                <a:lnTo>
                  <a:pt x="240561" y="28915"/>
                </a:lnTo>
                <a:lnTo>
                  <a:pt x="232700" y="27342"/>
                </a:lnTo>
                <a:close/>
                <a:moveTo>
                  <a:pt x="153175" y="45894"/>
                </a:moveTo>
                <a:lnTo>
                  <a:pt x="146306" y="44092"/>
                </a:lnTo>
                <a:lnTo>
                  <a:pt x="167905" y="47447"/>
                </a:lnTo>
                <a:close/>
                <a:moveTo>
                  <a:pt x="72657" y="16364"/>
                </a:moveTo>
                <a:lnTo>
                  <a:pt x="57927" y="10602"/>
                </a:lnTo>
                <a:lnTo>
                  <a:pt x="65788" y="14991"/>
                </a:lnTo>
                <a:close/>
                <a:moveTo>
                  <a:pt x="51058" y="12333"/>
                </a:moveTo>
                <a:lnTo>
                  <a:pt x="44190" y="12962"/>
                </a:lnTo>
                <a:lnTo>
                  <a:pt x="65788" y="14991"/>
                </a:lnTo>
                <a:close/>
                <a:moveTo>
                  <a:pt x="51058" y="12333"/>
                </a:moveTo>
                <a:lnTo>
                  <a:pt x="36328" y="8217"/>
                </a:lnTo>
                <a:lnTo>
                  <a:pt x="44190" y="12962"/>
                </a:lnTo>
                <a:close/>
                <a:moveTo>
                  <a:pt x="51058" y="12333"/>
                </a:moveTo>
                <a:lnTo>
                  <a:pt x="57927" y="10602"/>
                </a:lnTo>
                <a:lnTo>
                  <a:pt x="36328" y="8217"/>
                </a:lnTo>
                <a:close/>
                <a:moveTo>
                  <a:pt x="51058" y="12333"/>
                </a:moveTo>
                <a:lnTo>
                  <a:pt x="65788" y="14991"/>
                </a:lnTo>
                <a:lnTo>
                  <a:pt x="57927" y="10602"/>
                </a:lnTo>
                <a:close/>
                <a:moveTo>
                  <a:pt x="29460" y="11107"/>
                </a:moveTo>
                <a:lnTo>
                  <a:pt x="36328" y="8217"/>
                </a:lnTo>
                <a:lnTo>
                  <a:pt x="14730" y="6196"/>
                </a:lnTo>
                <a:close/>
                <a:moveTo>
                  <a:pt x="29460" y="11107"/>
                </a:moveTo>
                <a:lnTo>
                  <a:pt x="44190" y="12962"/>
                </a:lnTo>
                <a:lnTo>
                  <a:pt x="36328" y="8217"/>
                </a:lnTo>
                <a:close/>
                <a:moveTo>
                  <a:pt x="21599" y="4136"/>
                </a:moveTo>
                <a:lnTo>
                  <a:pt x="14730" y="6196"/>
                </a:lnTo>
                <a:lnTo>
                  <a:pt x="36328" y="8217"/>
                </a:lnTo>
                <a:close/>
                <a:moveTo>
                  <a:pt x="0" y="1588"/>
                </a:moveTo>
                <a:lnTo>
                  <a:pt x="14730" y="6196"/>
                </a:lnTo>
                <a:lnTo>
                  <a:pt x="6869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97" name="PANEL_01-slope-3-220_891">
            <a:extLst>
              <a:ext uri="{FF2B5EF4-FFF2-40B4-BE49-F238E27FC236}">
                <a16:creationId xmlns:a16="http://schemas.microsoft.com/office/drawing/2014/main" id="{CB776E8F-E42C-4204-B125-D989BB7537DB}"/>
              </a:ext>
            </a:extLst>
          </p:cNvPr>
          <p:cNvSpPr>
            <a:spLocks/>
          </p:cNvSpPr>
          <p:nvPr/>
        </p:nvSpPr>
        <p:spPr>
          <a:xfrm>
            <a:off x="506646" y="542139"/>
            <a:ext cx="2172981" cy="351841"/>
          </a:xfrm>
          <a:custGeom>
            <a:pathLst>
              <a:path w="1471835" h="238314">
                <a:moveTo>
                  <a:pt x="1471835" y="230355"/>
                </a:moveTo>
                <a:lnTo>
                  <a:pt x="1457105" y="220182"/>
                </a:lnTo>
                <a:lnTo>
                  <a:pt x="1464967" y="238314"/>
                </a:lnTo>
                <a:close/>
                <a:moveTo>
                  <a:pt x="1450237" y="229339"/>
                </a:moveTo>
                <a:lnTo>
                  <a:pt x="1457105" y="220182"/>
                </a:lnTo>
                <a:lnTo>
                  <a:pt x="1435507" y="219103"/>
                </a:lnTo>
                <a:close/>
                <a:moveTo>
                  <a:pt x="1442375" y="210919"/>
                </a:moveTo>
                <a:lnTo>
                  <a:pt x="1435507" y="219103"/>
                </a:lnTo>
                <a:lnTo>
                  <a:pt x="1457105" y="220182"/>
                </a:lnTo>
                <a:close/>
                <a:moveTo>
                  <a:pt x="1442375" y="210919"/>
                </a:moveTo>
                <a:lnTo>
                  <a:pt x="1427646" y="201520"/>
                </a:lnTo>
                <a:lnTo>
                  <a:pt x="1435507" y="219103"/>
                </a:lnTo>
                <a:close/>
                <a:moveTo>
                  <a:pt x="1442375" y="210919"/>
                </a:moveTo>
                <a:lnTo>
                  <a:pt x="1449244" y="201562"/>
                </a:lnTo>
                <a:lnTo>
                  <a:pt x="1427646" y="201520"/>
                </a:lnTo>
                <a:close/>
                <a:moveTo>
                  <a:pt x="1442375" y="210919"/>
                </a:moveTo>
                <a:lnTo>
                  <a:pt x="1457105" y="220182"/>
                </a:lnTo>
                <a:lnTo>
                  <a:pt x="1449244" y="201562"/>
                </a:lnTo>
                <a:close/>
                <a:moveTo>
                  <a:pt x="1420777" y="210185"/>
                </a:moveTo>
                <a:lnTo>
                  <a:pt x="1435507" y="219103"/>
                </a:lnTo>
                <a:lnTo>
                  <a:pt x="1427646" y="201520"/>
                </a:lnTo>
                <a:close/>
                <a:moveTo>
                  <a:pt x="1297062" y="201221"/>
                </a:moveTo>
                <a:lnTo>
                  <a:pt x="1303931" y="192762"/>
                </a:lnTo>
                <a:lnTo>
                  <a:pt x="1282332" y="193108"/>
                </a:lnTo>
                <a:close/>
                <a:moveTo>
                  <a:pt x="1289201" y="186187"/>
                </a:moveTo>
                <a:lnTo>
                  <a:pt x="1282332" y="193108"/>
                </a:lnTo>
                <a:lnTo>
                  <a:pt x="1303931" y="192762"/>
                </a:lnTo>
                <a:close/>
                <a:moveTo>
                  <a:pt x="1289201" y="186187"/>
                </a:moveTo>
                <a:lnTo>
                  <a:pt x="1274471" y="177467"/>
                </a:lnTo>
                <a:lnTo>
                  <a:pt x="1282332" y="193108"/>
                </a:lnTo>
                <a:close/>
                <a:moveTo>
                  <a:pt x="1267602" y="183262"/>
                </a:moveTo>
                <a:lnTo>
                  <a:pt x="1260734" y="191110"/>
                </a:lnTo>
                <a:lnTo>
                  <a:pt x="1282332" y="193108"/>
                </a:lnTo>
                <a:close/>
                <a:moveTo>
                  <a:pt x="1267602" y="183262"/>
                </a:moveTo>
                <a:lnTo>
                  <a:pt x="1252872" y="175741"/>
                </a:lnTo>
                <a:lnTo>
                  <a:pt x="1260734" y="191110"/>
                </a:lnTo>
                <a:close/>
                <a:moveTo>
                  <a:pt x="1267602" y="183262"/>
                </a:moveTo>
                <a:lnTo>
                  <a:pt x="1274471" y="177467"/>
                </a:lnTo>
                <a:lnTo>
                  <a:pt x="1252872" y="175741"/>
                </a:lnTo>
                <a:close/>
                <a:moveTo>
                  <a:pt x="1267602" y="183262"/>
                </a:moveTo>
                <a:lnTo>
                  <a:pt x="1282332" y="193108"/>
                </a:lnTo>
                <a:lnTo>
                  <a:pt x="1274471" y="177467"/>
                </a:lnTo>
                <a:close/>
                <a:moveTo>
                  <a:pt x="1246004" y="181700"/>
                </a:moveTo>
                <a:lnTo>
                  <a:pt x="1252872" y="175741"/>
                </a:lnTo>
                <a:lnTo>
                  <a:pt x="1231274" y="176727"/>
                </a:lnTo>
                <a:close/>
                <a:moveTo>
                  <a:pt x="1246004" y="181700"/>
                </a:moveTo>
                <a:lnTo>
                  <a:pt x="1260734" y="191110"/>
                </a:lnTo>
                <a:lnTo>
                  <a:pt x="1252872" y="175741"/>
                </a:lnTo>
                <a:close/>
                <a:moveTo>
                  <a:pt x="1238142" y="168655"/>
                </a:moveTo>
                <a:lnTo>
                  <a:pt x="1231274" y="176727"/>
                </a:lnTo>
                <a:lnTo>
                  <a:pt x="1252872" y="175741"/>
                </a:lnTo>
                <a:close/>
                <a:moveTo>
                  <a:pt x="1216544" y="174269"/>
                </a:moveTo>
                <a:lnTo>
                  <a:pt x="1223413" y="169079"/>
                </a:lnTo>
                <a:lnTo>
                  <a:pt x="1201814" y="176473"/>
                </a:lnTo>
                <a:close/>
                <a:moveTo>
                  <a:pt x="1216544" y="174269"/>
                </a:moveTo>
                <a:lnTo>
                  <a:pt x="1231274" y="176727"/>
                </a:lnTo>
                <a:lnTo>
                  <a:pt x="1223413" y="169079"/>
                </a:lnTo>
                <a:close/>
                <a:moveTo>
                  <a:pt x="1194945" y="182369"/>
                </a:moveTo>
                <a:lnTo>
                  <a:pt x="1180216" y="183296"/>
                </a:lnTo>
                <a:lnTo>
                  <a:pt x="1188077" y="186472"/>
                </a:lnTo>
                <a:close/>
                <a:moveTo>
                  <a:pt x="1194945" y="182369"/>
                </a:moveTo>
                <a:lnTo>
                  <a:pt x="1201814" y="176473"/>
                </a:lnTo>
                <a:lnTo>
                  <a:pt x="1180216" y="183296"/>
                </a:lnTo>
                <a:close/>
                <a:moveTo>
                  <a:pt x="1194945" y="182369"/>
                </a:moveTo>
                <a:lnTo>
                  <a:pt x="1209675" y="181449"/>
                </a:lnTo>
                <a:lnTo>
                  <a:pt x="1201814" y="176473"/>
                </a:lnTo>
                <a:close/>
                <a:moveTo>
                  <a:pt x="1173347" y="186795"/>
                </a:moveTo>
                <a:lnTo>
                  <a:pt x="1180216" y="183296"/>
                </a:lnTo>
                <a:lnTo>
                  <a:pt x="1158617" y="185643"/>
                </a:lnTo>
                <a:close/>
                <a:moveTo>
                  <a:pt x="1173347" y="186795"/>
                </a:moveTo>
                <a:lnTo>
                  <a:pt x="1188077" y="186472"/>
                </a:lnTo>
                <a:lnTo>
                  <a:pt x="1180216" y="183296"/>
                </a:lnTo>
                <a:close/>
                <a:moveTo>
                  <a:pt x="1165486" y="184436"/>
                </a:moveTo>
                <a:lnTo>
                  <a:pt x="1158617" y="185643"/>
                </a:lnTo>
                <a:lnTo>
                  <a:pt x="1180216" y="183296"/>
                </a:lnTo>
                <a:close/>
                <a:moveTo>
                  <a:pt x="1165486" y="184436"/>
                </a:moveTo>
                <a:lnTo>
                  <a:pt x="1150756" y="180840"/>
                </a:lnTo>
                <a:lnTo>
                  <a:pt x="1158617" y="185643"/>
                </a:lnTo>
                <a:close/>
                <a:moveTo>
                  <a:pt x="1143887" y="182725"/>
                </a:moveTo>
                <a:lnTo>
                  <a:pt x="1137019" y="185529"/>
                </a:lnTo>
                <a:lnTo>
                  <a:pt x="1158617" y="185643"/>
                </a:lnTo>
                <a:close/>
                <a:moveTo>
                  <a:pt x="1143887" y="182725"/>
                </a:moveTo>
                <a:lnTo>
                  <a:pt x="1129157" y="181405"/>
                </a:lnTo>
                <a:lnTo>
                  <a:pt x="1137019" y="185529"/>
                </a:lnTo>
                <a:close/>
                <a:moveTo>
                  <a:pt x="1122289" y="183271"/>
                </a:moveTo>
                <a:lnTo>
                  <a:pt x="1107559" y="186090"/>
                </a:lnTo>
                <a:lnTo>
                  <a:pt x="1115420" y="188547"/>
                </a:lnTo>
                <a:close/>
                <a:moveTo>
                  <a:pt x="1122289" y="183271"/>
                </a:moveTo>
                <a:lnTo>
                  <a:pt x="1129157" y="181405"/>
                </a:lnTo>
                <a:lnTo>
                  <a:pt x="1107559" y="186090"/>
                </a:lnTo>
                <a:close/>
                <a:moveTo>
                  <a:pt x="1122289" y="183271"/>
                </a:moveTo>
                <a:lnTo>
                  <a:pt x="1137019" y="185529"/>
                </a:lnTo>
                <a:lnTo>
                  <a:pt x="1129157" y="181405"/>
                </a:lnTo>
                <a:close/>
                <a:moveTo>
                  <a:pt x="1100690" y="191163"/>
                </a:moveTo>
                <a:lnTo>
                  <a:pt x="1107559" y="186090"/>
                </a:lnTo>
                <a:lnTo>
                  <a:pt x="1085960" y="196437"/>
                </a:lnTo>
                <a:close/>
                <a:moveTo>
                  <a:pt x="1057493" y="211389"/>
                </a:moveTo>
                <a:lnTo>
                  <a:pt x="1064362" y="206329"/>
                </a:lnTo>
                <a:lnTo>
                  <a:pt x="1042763" y="230064"/>
                </a:lnTo>
                <a:close/>
                <a:moveTo>
                  <a:pt x="643151" y="229246"/>
                </a:moveTo>
                <a:lnTo>
                  <a:pt x="650020" y="228274"/>
                </a:lnTo>
                <a:lnTo>
                  <a:pt x="628421" y="224853"/>
                </a:lnTo>
                <a:close/>
                <a:moveTo>
                  <a:pt x="635290" y="219967"/>
                </a:moveTo>
                <a:lnTo>
                  <a:pt x="628421" y="224853"/>
                </a:lnTo>
                <a:lnTo>
                  <a:pt x="650020" y="228274"/>
                </a:lnTo>
                <a:close/>
                <a:moveTo>
                  <a:pt x="635290" y="219967"/>
                </a:moveTo>
                <a:lnTo>
                  <a:pt x="620560" y="214491"/>
                </a:lnTo>
                <a:lnTo>
                  <a:pt x="628421" y="224853"/>
                </a:lnTo>
                <a:close/>
                <a:moveTo>
                  <a:pt x="613691" y="219950"/>
                </a:moveTo>
                <a:lnTo>
                  <a:pt x="598962" y="213619"/>
                </a:lnTo>
                <a:lnTo>
                  <a:pt x="606823" y="224774"/>
                </a:lnTo>
                <a:close/>
                <a:moveTo>
                  <a:pt x="613691" y="219950"/>
                </a:moveTo>
                <a:lnTo>
                  <a:pt x="620560" y="214491"/>
                </a:lnTo>
                <a:lnTo>
                  <a:pt x="598962" y="213619"/>
                </a:lnTo>
                <a:close/>
                <a:moveTo>
                  <a:pt x="613691" y="219950"/>
                </a:moveTo>
                <a:lnTo>
                  <a:pt x="628421" y="224853"/>
                </a:lnTo>
                <a:lnTo>
                  <a:pt x="620560" y="214491"/>
                </a:lnTo>
                <a:close/>
                <a:moveTo>
                  <a:pt x="592093" y="218932"/>
                </a:moveTo>
                <a:lnTo>
                  <a:pt x="598962" y="213619"/>
                </a:lnTo>
                <a:lnTo>
                  <a:pt x="577363" y="211181"/>
                </a:lnTo>
                <a:close/>
                <a:moveTo>
                  <a:pt x="584232" y="206490"/>
                </a:moveTo>
                <a:lnTo>
                  <a:pt x="577363" y="211181"/>
                </a:lnTo>
                <a:lnTo>
                  <a:pt x="598962" y="213619"/>
                </a:lnTo>
                <a:close/>
                <a:moveTo>
                  <a:pt x="584232" y="206490"/>
                </a:moveTo>
                <a:lnTo>
                  <a:pt x="569502" y="198118"/>
                </a:lnTo>
                <a:lnTo>
                  <a:pt x="577363" y="211181"/>
                </a:lnTo>
                <a:close/>
                <a:moveTo>
                  <a:pt x="584232" y="206490"/>
                </a:moveTo>
                <a:lnTo>
                  <a:pt x="598962" y="213619"/>
                </a:lnTo>
                <a:lnTo>
                  <a:pt x="591100" y="202408"/>
                </a:lnTo>
                <a:close/>
                <a:moveTo>
                  <a:pt x="452656" y="131841"/>
                </a:moveTo>
                <a:lnTo>
                  <a:pt x="437926" y="123286"/>
                </a:lnTo>
                <a:lnTo>
                  <a:pt x="445787" y="138688"/>
                </a:lnTo>
                <a:close/>
                <a:moveTo>
                  <a:pt x="262160" y="27079"/>
                </a:moveTo>
                <a:lnTo>
                  <a:pt x="255291" y="31978"/>
                </a:lnTo>
                <a:lnTo>
                  <a:pt x="276890" y="28154"/>
                </a:lnTo>
                <a:close/>
                <a:moveTo>
                  <a:pt x="262160" y="27079"/>
                </a:moveTo>
                <a:lnTo>
                  <a:pt x="247430" y="32994"/>
                </a:lnTo>
                <a:lnTo>
                  <a:pt x="255291" y="31978"/>
                </a:lnTo>
                <a:close/>
                <a:moveTo>
                  <a:pt x="262160" y="27079"/>
                </a:moveTo>
                <a:lnTo>
                  <a:pt x="269028" y="26581"/>
                </a:lnTo>
                <a:lnTo>
                  <a:pt x="247430" y="32994"/>
                </a:lnTo>
                <a:close/>
                <a:moveTo>
                  <a:pt x="240561" y="36814"/>
                </a:moveTo>
                <a:lnTo>
                  <a:pt x="225831" y="41921"/>
                </a:lnTo>
                <a:lnTo>
                  <a:pt x="233693" y="41268"/>
                </a:lnTo>
                <a:close/>
                <a:moveTo>
                  <a:pt x="240561" y="36814"/>
                </a:moveTo>
                <a:lnTo>
                  <a:pt x="247430" y="32994"/>
                </a:lnTo>
                <a:lnTo>
                  <a:pt x="225831" y="41921"/>
                </a:lnTo>
                <a:close/>
                <a:moveTo>
                  <a:pt x="240561" y="36814"/>
                </a:moveTo>
                <a:lnTo>
                  <a:pt x="255291" y="31978"/>
                </a:lnTo>
                <a:lnTo>
                  <a:pt x="247430" y="32994"/>
                </a:lnTo>
                <a:close/>
                <a:moveTo>
                  <a:pt x="218963" y="46927"/>
                </a:moveTo>
                <a:lnTo>
                  <a:pt x="225831" y="41921"/>
                </a:lnTo>
                <a:lnTo>
                  <a:pt x="204233" y="46686"/>
                </a:lnTo>
                <a:close/>
                <a:moveTo>
                  <a:pt x="218963" y="46927"/>
                </a:moveTo>
                <a:lnTo>
                  <a:pt x="233693" y="41268"/>
                </a:lnTo>
                <a:lnTo>
                  <a:pt x="225831" y="41921"/>
                </a:lnTo>
                <a:close/>
                <a:moveTo>
                  <a:pt x="211102" y="45879"/>
                </a:moveTo>
                <a:lnTo>
                  <a:pt x="204233" y="46686"/>
                </a:lnTo>
                <a:lnTo>
                  <a:pt x="225831" y="41921"/>
                </a:lnTo>
                <a:close/>
                <a:moveTo>
                  <a:pt x="36328" y="827"/>
                </a:moveTo>
                <a:lnTo>
                  <a:pt x="29460" y="4649"/>
                </a:lnTo>
                <a:lnTo>
                  <a:pt x="51058" y="5435"/>
                </a:lnTo>
                <a:close/>
                <a:moveTo>
                  <a:pt x="36328" y="827"/>
                </a:moveTo>
                <a:lnTo>
                  <a:pt x="21599" y="0"/>
                </a:lnTo>
                <a:lnTo>
                  <a:pt x="29460" y="4649"/>
                </a:lnTo>
                <a:close/>
                <a:moveTo>
                  <a:pt x="14730" y="3570"/>
                </a:moveTo>
                <a:lnTo>
                  <a:pt x="0" y="5469"/>
                </a:lnTo>
                <a:lnTo>
                  <a:pt x="7861" y="7459"/>
                </a:lnTo>
                <a:close/>
                <a:moveTo>
                  <a:pt x="14730" y="3570"/>
                </a:moveTo>
                <a:lnTo>
                  <a:pt x="21599" y="0"/>
                </a:lnTo>
                <a:lnTo>
                  <a:pt x="0" y="5469"/>
                </a:lnTo>
                <a:close/>
                <a:moveTo>
                  <a:pt x="14730" y="3570"/>
                </a:moveTo>
                <a:lnTo>
                  <a:pt x="29460" y="4649"/>
                </a:lnTo>
                <a:lnTo>
                  <a:pt x="21599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598" name="PANEL_01-slope-3-225_892">
            <a:extLst>
              <a:ext uri="{FF2B5EF4-FFF2-40B4-BE49-F238E27FC236}">
                <a16:creationId xmlns:a16="http://schemas.microsoft.com/office/drawing/2014/main" id="{B1DC7B17-983A-4D25-A360-D0CD73035749}"/>
              </a:ext>
            </a:extLst>
          </p:cNvPr>
          <p:cNvSpPr>
            <a:spLocks/>
          </p:cNvSpPr>
          <p:nvPr/>
        </p:nvSpPr>
        <p:spPr>
          <a:xfrm>
            <a:off x="2034551" y="791137"/>
            <a:ext cx="698712" cy="98670"/>
          </a:xfrm>
          <a:custGeom>
            <a:pathLst>
              <a:path w="473261" h="66833">
                <a:moveTo>
                  <a:pt x="458532" y="58434"/>
                </a:moveTo>
                <a:lnTo>
                  <a:pt x="451663" y="66833"/>
                </a:lnTo>
                <a:lnTo>
                  <a:pt x="473261" y="59006"/>
                </a:lnTo>
                <a:close/>
                <a:moveTo>
                  <a:pt x="458532" y="58434"/>
                </a:moveTo>
                <a:lnTo>
                  <a:pt x="443802" y="50681"/>
                </a:lnTo>
                <a:lnTo>
                  <a:pt x="451663" y="66833"/>
                </a:lnTo>
                <a:close/>
                <a:moveTo>
                  <a:pt x="458532" y="58434"/>
                </a:moveTo>
                <a:lnTo>
                  <a:pt x="465400" y="46742"/>
                </a:lnTo>
                <a:lnTo>
                  <a:pt x="443802" y="50681"/>
                </a:lnTo>
                <a:close/>
                <a:moveTo>
                  <a:pt x="458532" y="58434"/>
                </a:moveTo>
                <a:lnTo>
                  <a:pt x="473261" y="59006"/>
                </a:lnTo>
                <a:lnTo>
                  <a:pt x="465400" y="46742"/>
                </a:lnTo>
                <a:close/>
                <a:moveTo>
                  <a:pt x="436933" y="61700"/>
                </a:moveTo>
                <a:lnTo>
                  <a:pt x="443802" y="50681"/>
                </a:lnTo>
                <a:lnTo>
                  <a:pt x="422203" y="51527"/>
                </a:lnTo>
                <a:close/>
                <a:moveTo>
                  <a:pt x="436933" y="61700"/>
                </a:moveTo>
                <a:lnTo>
                  <a:pt x="451663" y="66833"/>
                </a:lnTo>
                <a:lnTo>
                  <a:pt x="443802" y="50681"/>
                </a:lnTo>
                <a:close/>
                <a:moveTo>
                  <a:pt x="429072" y="41461"/>
                </a:moveTo>
                <a:lnTo>
                  <a:pt x="422203" y="51527"/>
                </a:lnTo>
                <a:lnTo>
                  <a:pt x="443802" y="50681"/>
                </a:lnTo>
                <a:close/>
                <a:moveTo>
                  <a:pt x="429072" y="41461"/>
                </a:moveTo>
                <a:lnTo>
                  <a:pt x="414342" y="32907"/>
                </a:lnTo>
                <a:lnTo>
                  <a:pt x="422203" y="51527"/>
                </a:lnTo>
                <a:close/>
                <a:moveTo>
                  <a:pt x="385875" y="41530"/>
                </a:moveTo>
                <a:lnTo>
                  <a:pt x="392743" y="32865"/>
                </a:lnTo>
                <a:lnTo>
                  <a:pt x="371145" y="34964"/>
                </a:lnTo>
                <a:close/>
                <a:moveTo>
                  <a:pt x="364276" y="44965"/>
                </a:moveTo>
                <a:lnTo>
                  <a:pt x="371145" y="34964"/>
                </a:lnTo>
                <a:lnTo>
                  <a:pt x="349546" y="41146"/>
                </a:lnTo>
                <a:close/>
                <a:moveTo>
                  <a:pt x="378014" y="24319"/>
                </a:moveTo>
                <a:lnTo>
                  <a:pt x="371145" y="34964"/>
                </a:lnTo>
                <a:lnTo>
                  <a:pt x="392743" y="32865"/>
                </a:lnTo>
                <a:close/>
                <a:moveTo>
                  <a:pt x="378014" y="24319"/>
                </a:moveTo>
                <a:lnTo>
                  <a:pt x="363284" y="19375"/>
                </a:lnTo>
                <a:lnTo>
                  <a:pt x="371145" y="34964"/>
                </a:lnTo>
                <a:close/>
                <a:moveTo>
                  <a:pt x="356415" y="29042"/>
                </a:moveTo>
                <a:lnTo>
                  <a:pt x="349546" y="41146"/>
                </a:lnTo>
                <a:lnTo>
                  <a:pt x="371145" y="34964"/>
                </a:lnTo>
                <a:close/>
                <a:moveTo>
                  <a:pt x="356415" y="29042"/>
                </a:moveTo>
                <a:lnTo>
                  <a:pt x="341685" y="24841"/>
                </a:lnTo>
                <a:lnTo>
                  <a:pt x="349546" y="41146"/>
                </a:lnTo>
                <a:close/>
                <a:moveTo>
                  <a:pt x="356415" y="29042"/>
                </a:moveTo>
                <a:lnTo>
                  <a:pt x="363284" y="19375"/>
                </a:lnTo>
                <a:lnTo>
                  <a:pt x="341685" y="24841"/>
                </a:lnTo>
                <a:close/>
                <a:moveTo>
                  <a:pt x="356415" y="29042"/>
                </a:moveTo>
                <a:lnTo>
                  <a:pt x="371145" y="34964"/>
                </a:lnTo>
                <a:lnTo>
                  <a:pt x="363284" y="19375"/>
                </a:lnTo>
                <a:close/>
                <a:moveTo>
                  <a:pt x="334817" y="37151"/>
                </a:moveTo>
                <a:lnTo>
                  <a:pt x="327948" y="48628"/>
                </a:lnTo>
                <a:lnTo>
                  <a:pt x="349546" y="41146"/>
                </a:lnTo>
                <a:close/>
                <a:moveTo>
                  <a:pt x="334817" y="37151"/>
                </a:moveTo>
                <a:lnTo>
                  <a:pt x="320087" y="31685"/>
                </a:lnTo>
                <a:lnTo>
                  <a:pt x="327948" y="48628"/>
                </a:lnTo>
                <a:close/>
                <a:moveTo>
                  <a:pt x="334817" y="37151"/>
                </a:moveTo>
                <a:lnTo>
                  <a:pt x="341685" y="24841"/>
                </a:lnTo>
                <a:lnTo>
                  <a:pt x="320087" y="31685"/>
                </a:lnTo>
                <a:close/>
                <a:moveTo>
                  <a:pt x="334817" y="37151"/>
                </a:moveTo>
                <a:lnTo>
                  <a:pt x="349546" y="41146"/>
                </a:lnTo>
                <a:lnTo>
                  <a:pt x="341685" y="24841"/>
                </a:lnTo>
                <a:close/>
                <a:moveTo>
                  <a:pt x="313218" y="43992"/>
                </a:moveTo>
                <a:lnTo>
                  <a:pt x="320087" y="31685"/>
                </a:lnTo>
                <a:lnTo>
                  <a:pt x="298488" y="37054"/>
                </a:lnTo>
                <a:close/>
                <a:moveTo>
                  <a:pt x="313218" y="43992"/>
                </a:moveTo>
                <a:lnTo>
                  <a:pt x="327948" y="48628"/>
                </a:lnTo>
                <a:lnTo>
                  <a:pt x="320087" y="31685"/>
                </a:lnTo>
                <a:close/>
                <a:moveTo>
                  <a:pt x="326955" y="19734"/>
                </a:moveTo>
                <a:lnTo>
                  <a:pt x="320087" y="31685"/>
                </a:lnTo>
                <a:lnTo>
                  <a:pt x="341685" y="24841"/>
                </a:lnTo>
                <a:close/>
                <a:moveTo>
                  <a:pt x="305357" y="25864"/>
                </a:moveTo>
                <a:lnTo>
                  <a:pt x="298488" y="37054"/>
                </a:lnTo>
                <a:lnTo>
                  <a:pt x="320087" y="31685"/>
                </a:lnTo>
                <a:close/>
                <a:moveTo>
                  <a:pt x="305357" y="25864"/>
                </a:moveTo>
                <a:lnTo>
                  <a:pt x="290627" y="19974"/>
                </a:lnTo>
                <a:lnTo>
                  <a:pt x="298488" y="37054"/>
                </a:lnTo>
                <a:close/>
                <a:moveTo>
                  <a:pt x="305357" y="25864"/>
                </a:moveTo>
                <a:lnTo>
                  <a:pt x="320087" y="31685"/>
                </a:lnTo>
                <a:lnTo>
                  <a:pt x="312226" y="13664"/>
                </a:lnTo>
                <a:close/>
                <a:moveTo>
                  <a:pt x="283758" y="30109"/>
                </a:moveTo>
                <a:lnTo>
                  <a:pt x="276890" y="39472"/>
                </a:lnTo>
                <a:lnTo>
                  <a:pt x="298488" y="37054"/>
                </a:lnTo>
                <a:close/>
                <a:moveTo>
                  <a:pt x="283758" y="30109"/>
                </a:moveTo>
                <a:lnTo>
                  <a:pt x="269028" y="24107"/>
                </a:lnTo>
                <a:lnTo>
                  <a:pt x="276890" y="39472"/>
                </a:lnTo>
                <a:close/>
                <a:moveTo>
                  <a:pt x="283758" y="30109"/>
                </a:moveTo>
                <a:lnTo>
                  <a:pt x="290627" y="19974"/>
                </a:lnTo>
                <a:lnTo>
                  <a:pt x="269028" y="24107"/>
                </a:lnTo>
                <a:close/>
                <a:moveTo>
                  <a:pt x="283758" y="30109"/>
                </a:moveTo>
                <a:lnTo>
                  <a:pt x="298488" y="37054"/>
                </a:lnTo>
                <a:lnTo>
                  <a:pt x="290627" y="19974"/>
                </a:lnTo>
                <a:close/>
                <a:moveTo>
                  <a:pt x="262160" y="32566"/>
                </a:moveTo>
                <a:lnTo>
                  <a:pt x="276890" y="39472"/>
                </a:lnTo>
                <a:lnTo>
                  <a:pt x="269028" y="24107"/>
                </a:lnTo>
                <a:close/>
                <a:moveTo>
                  <a:pt x="203240" y="0"/>
                </a:moveTo>
                <a:lnTo>
                  <a:pt x="188511" y="424"/>
                </a:lnTo>
                <a:lnTo>
                  <a:pt x="196372" y="8072"/>
                </a:lnTo>
                <a:close/>
                <a:moveTo>
                  <a:pt x="181642" y="5614"/>
                </a:moveTo>
                <a:lnTo>
                  <a:pt x="174773" y="12794"/>
                </a:lnTo>
                <a:lnTo>
                  <a:pt x="196372" y="8072"/>
                </a:lnTo>
                <a:close/>
                <a:moveTo>
                  <a:pt x="181642" y="5614"/>
                </a:moveTo>
                <a:lnTo>
                  <a:pt x="166912" y="7818"/>
                </a:lnTo>
                <a:lnTo>
                  <a:pt x="174773" y="12794"/>
                </a:lnTo>
                <a:close/>
                <a:moveTo>
                  <a:pt x="44190" y="36199"/>
                </a:moveTo>
                <a:lnTo>
                  <a:pt x="51058" y="27782"/>
                </a:lnTo>
                <a:lnTo>
                  <a:pt x="29460" y="37675"/>
                </a:lnTo>
                <a:close/>
                <a:moveTo>
                  <a:pt x="57927" y="20132"/>
                </a:moveTo>
                <a:lnTo>
                  <a:pt x="51058" y="27782"/>
                </a:lnTo>
                <a:lnTo>
                  <a:pt x="72657" y="17435"/>
                </a:lnTo>
                <a:close/>
                <a:moveTo>
                  <a:pt x="36328" y="32291"/>
                </a:moveTo>
                <a:lnTo>
                  <a:pt x="29460" y="37675"/>
                </a:lnTo>
                <a:lnTo>
                  <a:pt x="51058" y="27782"/>
                </a:lnTo>
                <a:close/>
                <a:moveTo>
                  <a:pt x="36328" y="32291"/>
                </a:moveTo>
                <a:lnTo>
                  <a:pt x="21599" y="33276"/>
                </a:lnTo>
                <a:lnTo>
                  <a:pt x="29460" y="37675"/>
                </a:lnTo>
                <a:close/>
                <a:moveTo>
                  <a:pt x="14730" y="39474"/>
                </a:moveTo>
                <a:lnTo>
                  <a:pt x="7861" y="61409"/>
                </a:lnTo>
                <a:lnTo>
                  <a:pt x="29460" y="37675"/>
                </a:lnTo>
                <a:close/>
                <a:moveTo>
                  <a:pt x="14730" y="39474"/>
                </a:moveTo>
                <a:lnTo>
                  <a:pt x="0" y="51269"/>
                </a:lnTo>
                <a:lnTo>
                  <a:pt x="7861" y="61409"/>
                </a:lnTo>
                <a:close/>
                <a:moveTo>
                  <a:pt x="14730" y="39474"/>
                </a:moveTo>
                <a:lnTo>
                  <a:pt x="29460" y="37675"/>
                </a:lnTo>
                <a:lnTo>
                  <a:pt x="21599" y="33276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599" name="PANEL_01-water-3-230_893">
            <a:extLst>
              <a:ext uri="{FF2B5EF4-FFF2-40B4-BE49-F238E27FC236}">
                <a16:creationId xmlns:a16="http://schemas.microsoft.com/office/drawing/2014/main" id="{B6E9EDF7-BBF2-47C3-B27E-EF09C495C37C}"/>
              </a:ext>
            </a:extLst>
          </p:cNvPr>
          <p:cNvSpPr>
            <a:spLocks/>
          </p:cNvSpPr>
          <p:nvPr/>
        </p:nvSpPr>
        <p:spPr>
          <a:xfrm>
            <a:off x="1466320" y="866829"/>
            <a:ext cx="579836" cy="29996"/>
          </a:xfrm>
          <a:custGeom>
            <a:pathLst>
              <a:path w="392743" h="20317">
                <a:moveTo>
                  <a:pt x="378014" y="6915"/>
                </a:moveTo>
                <a:lnTo>
                  <a:pt x="371145" y="13831"/>
                </a:lnTo>
                <a:lnTo>
                  <a:pt x="392743" y="10140"/>
                </a:lnTo>
                <a:close/>
                <a:moveTo>
                  <a:pt x="378014" y="6915"/>
                </a:moveTo>
                <a:lnTo>
                  <a:pt x="363284" y="3691"/>
                </a:lnTo>
                <a:lnTo>
                  <a:pt x="371145" y="13831"/>
                </a:lnTo>
                <a:close/>
                <a:moveTo>
                  <a:pt x="378014" y="6915"/>
                </a:moveTo>
                <a:lnTo>
                  <a:pt x="392743" y="10140"/>
                </a:lnTo>
                <a:lnTo>
                  <a:pt x="384882" y="0"/>
                </a:lnTo>
                <a:close/>
                <a:moveTo>
                  <a:pt x="356415" y="10606"/>
                </a:moveTo>
                <a:lnTo>
                  <a:pt x="349546" y="17521"/>
                </a:lnTo>
                <a:lnTo>
                  <a:pt x="371145" y="13831"/>
                </a:lnTo>
                <a:close/>
                <a:moveTo>
                  <a:pt x="356415" y="10606"/>
                </a:moveTo>
                <a:lnTo>
                  <a:pt x="341685" y="7381"/>
                </a:lnTo>
                <a:lnTo>
                  <a:pt x="349546" y="17521"/>
                </a:lnTo>
                <a:close/>
                <a:moveTo>
                  <a:pt x="356415" y="10606"/>
                </a:moveTo>
                <a:lnTo>
                  <a:pt x="363284" y="3691"/>
                </a:lnTo>
                <a:lnTo>
                  <a:pt x="341685" y="7381"/>
                </a:lnTo>
                <a:close/>
                <a:moveTo>
                  <a:pt x="356415" y="10606"/>
                </a:moveTo>
                <a:lnTo>
                  <a:pt x="371145" y="13831"/>
                </a:lnTo>
                <a:lnTo>
                  <a:pt x="363284" y="3691"/>
                </a:lnTo>
                <a:close/>
                <a:moveTo>
                  <a:pt x="334817" y="14296"/>
                </a:moveTo>
                <a:lnTo>
                  <a:pt x="341685" y="7381"/>
                </a:lnTo>
                <a:lnTo>
                  <a:pt x="320087" y="11072"/>
                </a:lnTo>
                <a:close/>
                <a:moveTo>
                  <a:pt x="334817" y="14296"/>
                </a:moveTo>
                <a:lnTo>
                  <a:pt x="349546" y="17521"/>
                </a:lnTo>
                <a:lnTo>
                  <a:pt x="341685" y="7381"/>
                </a:lnTo>
                <a:close/>
                <a:moveTo>
                  <a:pt x="313218" y="17987"/>
                </a:moveTo>
                <a:lnTo>
                  <a:pt x="320087" y="11072"/>
                </a:lnTo>
                <a:lnTo>
                  <a:pt x="298488" y="14762"/>
                </a:lnTo>
                <a:close/>
                <a:moveTo>
                  <a:pt x="326955" y="4157"/>
                </a:moveTo>
                <a:lnTo>
                  <a:pt x="320087" y="11072"/>
                </a:lnTo>
                <a:lnTo>
                  <a:pt x="341685" y="7381"/>
                </a:lnTo>
                <a:close/>
                <a:moveTo>
                  <a:pt x="326955" y="4157"/>
                </a:moveTo>
                <a:lnTo>
                  <a:pt x="312226" y="932"/>
                </a:lnTo>
                <a:lnTo>
                  <a:pt x="320087" y="11072"/>
                </a:lnTo>
                <a:close/>
                <a:moveTo>
                  <a:pt x="305357" y="7847"/>
                </a:moveTo>
                <a:lnTo>
                  <a:pt x="298488" y="14762"/>
                </a:lnTo>
                <a:lnTo>
                  <a:pt x="320087" y="11072"/>
                </a:lnTo>
                <a:close/>
                <a:moveTo>
                  <a:pt x="305357" y="7847"/>
                </a:moveTo>
                <a:lnTo>
                  <a:pt x="290627" y="4623"/>
                </a:lnTo>
                <a:lnTo>
                  <a:pt x="298488" y="14762"/>
                </a:lnTo>
                <a:close/>
                <a:moveTo>
                  <a:pt x="305357" y="7847"/>
                </a:moveTo>
                <a:lnTo>
                  <a:pt x="320087" y="11072"/>
                </a:lnTo>
                <a:lnTo>
                  <a:pt x="312226" y="932"/>
                </a:lnTo>
                <a:close/>
                <a:moveTo>
                  <a:pt x="283758" y="11538"/>
                </a:moveTo>
                <a:lnTo>
                  <a:pt x="269028" y="8313"/>
                </a:lnTo>
                <a:lnTo>
                  <a:pt x="276890" y="18453"/>
                </a:lnTo>
                <a:close/>
                <a:moveTo>
                  <a:pt x="283758" y="11538"/>
                </a:moveTo>
                <a:lnTo>
                  <a:pt x="290627" y="4623"/>
                </a:lnTo>
                <a:lnTo>
                  <a:pt x="269028" y="8313"/>
                </a:lnTo>
                <a:close/>
                <a:moveTo>
                  <a:pt x="283758" y="11538"/>
                </a:moveTo>
                <a:lnTo>
                  <a:pt x="298488" y="14762"/>
                </a:lnTo>
                <a:lnTo>
                  <a:pt x="290627" y="4623"/>
                </a:lnTo>
                <a:close/>
                <a:moveTo>
                  <a:pt x="262160" y="15228"/>
                </a:moveTo>
                <a:lnTo>
                  <a:pt x="269028" y="8313"/>
                </a:lnTo>
                <a:lnTo>
                  <a:pt x="247430" y="12004"/>
                </a:lnTo>
                <a:close/>
                <a:moveTo>
                  <a:pt x="262160" y="15228"/>
                </a:moveTo>
                <a:lnTo>
                  <a:pt x="276890" y="18453"/>
                </a:lnTo>
                <a:lnTo>
                  <a:pt x="269028" y="8313"/>
                </a:lnTo>
                <a:close/>
                <a:moveTo>
                  <a:pt x="254299" y="5089"/>
                </a:moveTo>
                <a:lnTo>
                  <a:pt x="247430" y="12004"/>
                </a:lnTo>
                <a:lnTo>
                  <a:pt x="269028" y="8313"/>
                </a:lnTo>
                <a:close/>
                <a:moveTo>
                  <a:pt x="254299" y="5089"/>
                </a:moveTo>
                <a:lnTo>
                  <a:pt x="239569" y="1864"/>
                </a:lnTo>
                <a:lnTo>
                  <a:pt x="247430" y="12004"/>
                </a:lnTo>
                <a:close/>
                <a:moveTo>
                  <a:pt x="232700" y="8779"/>
                </a:moveTo>
                <a:lnTo>
                  <a:pt x="225831" y="15694"/>
                </a:lnTo>
                <a:lnTo>
                  <a:pt x="247430" y="12004"/>
                </a:lnTo>
                <a:close/>
                <a:moveTo>
                  <a:pt x="232700" y="8779"/>
                </a:moveTo>
                <a:lnTo>
                  <a:pt x="217970" y="5555"/>
                </a:lnTo>
                <a:lnTo>
                  <a:pt x="225831" y="15694"/>
                </a:lnTo>
                <a:close/>
                <a:moveTo>
                  <a:pt x="232700" y="8779"/>
                </a:moveTo>
                <a:lnTo>
                  <a:pt x="239569" y="1864"/>
                </a:lnTo>
                <a:lnTo>
                  <a:pt x="217970" y="5555"/>
                </a:lnTo>
                <a:close/>
                <a:moveTo>
                  <a:pt x="232700" y="8779"/>
                </a:moveTo>
                <a:lnTo>
                  <a:pt x="247430" y="12004"/>
                </a:lnTo>
                <a:lnTo>
                  <a:pt x="239569" y="1864"/>
                </a:lnTo>
                <a:close/>
                <a:moveTo>
                  <a:pt x="211102" y="12470"/>
                </a:moveTo>
                <a:lnTo>
                  <a:pt x="196372" y="9245"/>
                </a:lnTo>
                <a:lnTo>
                  <a:pt x="204233" y="19385"/>
                </a:lnTo>
                <a:close/>
                <a:moveTo>
                  <a:pt x="211102" y="12470"/>
                </a:moveTo>
                <a:lnTo>
                  <a:pt x="217970" y="5555"/>
                </a:lnTo>
                <a:lnTo>
                  <a:pt x="196372" y="9245"/>
                </a:lnTo>
                <a:close/>
                <a:moveTo>
                  <a:pt x="211102" y="12470"/>
                </a:moveTo>
                <a:lnTo>
                  <a:pt x="225831" y="15694"/>
                </a:lnTo>
                <a:lnTo>
                  <a:pt x="217970" y="5555"/>
                </a:lnTo>
                <a:close/>
                <a:moveTo>
                  <a:pt x="189503" y="16160"/>
                </a:moveTo>
                <a:lnTo>
                  <a:pt x="196372" y="9245"/>
                </a:lnTo>
                <a:lnTo>
                  <a:pt x="174773" y="12936"/>
                </a:lnTo>
                <a:close/>
                <a:moveTo>
                  <a:pt x="203240" y="2330"/>
                </a:moveTo>
                <a:lnTo>
                  <a:pt x="196372" y="9245"/>
                </a:lnTo>
                <a:lnTo>
                  <a:pt x="217970" y="5555"/>
                </a:lnTo>
                <a:close/>
                <a:moveTo>
                  <a:pt x="181642" y="6021"/>
                </a:moveTo>
                <a:lnTo>
                  <a:pt x="174773" y="12936"/>
                </a:lnTo>
                <a:lnTo>
                  <a:pt x="196372" y="9245"/>
                </a:lnTo>
                <a:close/>
                <a:moveTo>
                  <a:pt x="181642" y="6021"/>
                </a:moveTo>
                <a:lnTo>
                  <a:pt x="166912" y="2796"/>
                </a:lnTo>
                <a:lnTo>
                  <a:pt x="174773" y="12936"/>
                </a:lnTo>
                <a:close/>
                <a:moveTo>
                  <a:pt x="160043" y="9711"/>
                </a:moveTo>
                <a:lnTo>
                  <a:pt x="153175" y="16626"/>
                </a:lnTo>
                <a:lnTo>
                  <a:pt x="174773" y="12936"/>
                </a:lnTo>
                <a:close/>
                <a:moveTo>
                  <a:pt x="160043" y="9711"/>
                </a:moveTo>
                <a:lnTo>
                  <a:pt x="145314" y="6487"/>
                </a:lnTo>
                <a:lnTo>
                  <a:pt x="153175" y="16626"/>
                </a:lnTo>
                <a:close/>
                <a:moveTo>
                  <a:pt x="160043" y="9711"/>
                </a:moveTo>
                <a:lnTo>
                  <a:pt x="166912" y="2796"/>
                </a:lnTo>
                <a:lnTo>
                  <a:pt x="145314" y="6487"/>
                </a:lnTo>
                <a:close/>
                <a:moveTo>
                  <a:pt x="160043" y="9711"/>
                </a:moveTo>
                <a:lnTo>
                  <a:pt x="174773" y="12936"/>
                </a:lnTo>
                <a:lnTo>
                  <a:pt x="166912" y="2796"/>
                </a:lnTo>
                <a:close/>
                <a:moveTo>
                  <a:pt x="138445" y="13402"/>
                </a:moveTo>
                <a:lnTo>
                  <a:pt x="123715" y="10177"/>
                </a:lnTo>
                <a:lnTo>
                  <a:pt x="131576" y="20317"/>
                </a:lnTo>
                <a:close/>
                <a:moveTo>
                  <a:pt x="138445" y="13402"/>
                </a:moveTo>
                <a:lnTo>
                  <a:pt x="145314" y="6487"/>
                </a:lnTo>
                <a:lnTo>
                  <a:pt x="123715" y="10177"/>
                </a:lnTo>
                <a:close/>
                <a:moveTo>
                  <a:pt x="138445" y="13402"/>
                </a:moveTo>
                <a:lnTo>
                  <a:pt x="153175" y="16626"/>
                </a:lnTo>
                <a:lnTo>
                  <a:pt x="145314" y="6487"/>
                </a:lnTo>
                <a:close/>
                <a:moveTo>
                  <a:pt x="116846" y="17092"/>
                </a:moveTo>
                <a:lnTo>
                  <a:pt x="123715" y="10177"/>
                </a:lnTo>
                <a:lnTo>
                  <a:pt x="102116" y="13868"/>
                </a:lnTo>
                <a:close/>
                <a:moveTo>
                  <a:pt x="130584" y="3262"/>
                </a:moveTo>
                <a:lnTo>
                  <a:pt x="123715" y="10177"/>
                </a:lnTo>
                <a:lnTo>
                  <a:pt x="145314" y="6487"/>
                </a:lnTo>
                <a:close/>
                <a:moveTo>
                  <a:pt x="108985" y="6952"/>
                </a:moveTo>
                <a:lnTo>
                  <a:pt x="102116" y="13868"/>
                </a:lnTo>
                <a:lnTo>
                  <a:pt x="123715" y="10177"/>
                </a:lnTo>
                <a:close/>
                <a:moveTo>
                  <a:pt x="108985" y="6952"/>
                </a:moveTo>
                <a:lnTo>
                  <a:pt x="94255" y="3728"/>
                </a:lnTo>
                <a:lnTo>
                  <a:pt x="102116" y="13868"/>
                </a:lnTo>
                <a:close/>
                <a:moveTo>
                  <a:pt x="108985" y="6952"/>
                </a:moveTo>
                <a:lnTo>
                  <a:pt x="123715" y="10177"/>
                </a:lnTo>
                <a:lnTo>
                  <a:pt x="115854" y="37"/>
                </a:lnTo>
                <a:close/>
                <a:moveTo>
                  <a:pt x="87387" y="10643"/>
                </a:moveTo>
                <a:lnTo>
                  <a:pt x="80518" y="17558"/>
                </a:lnTo>
                <a:lnTo>
                  <a:pt x="102116" y="13868"/>
                </a:lnTo>
                <a:close/>
                <a:moveTo>
                  <a:pt x="87387" y="10643"/>
                </a:moveTo>
                <a:lnTo>
                  <a:pt x="72657" y="7418"/>
                </a:lnTo>
                <a:lnTo>
                  <a:pt x="80518" y="17558"/>
                </a:lnTo>
                <a:close/>
                <a:moveTo>
                  <a:pt x="87387" y="10643"/>
                </a:moveTo>
                <a:lnTo>
                  <a:pt x="94255" y="3728"/>
                </a:lnTo>
                <a:lnTo>
                  <a:pt x="72657" y="7418"/>
                </a:lnTo>
                <a:close/>
                <a:moveTo>
                  <a:pt x="87387" y="10643"/>
                </a:moveTo>
                <a:lnTo>
                  <a:pt x="102116" y="13868"/>
                </a:lnTo>
                <a:lnTo>
                  <a:pt x="94255" y="3728"/>
                </a:lnTo>
                <a:close/>
                <a:moveTo>
                  <a:pt x="65788" y="14334"/>
                </a:moveTo>
                <a:lnTo>
                  <a:pt x="72657" y="7418"/>
                </a:lnTo>
                <a:lnTo>
                  <a:pt x="51058" y="11109"/>
                </a:lnTo>
                <a:close/>
                <a:moveTo>
                  <a:pt x="65788" y="14334"/>
                </a:moveTo>
                <a:lnTo>
                  <a:pt x="80518" y="17558"/>
                </a:lnTo>
                <a:lnTo>
                  <a:pt x="72657" y="7418"/>
                </a:lnTo>
                <a:close/>
                <a:moveTo>
                  <a:pt x="44190" y="18024"/>
                </a:moveTo>
                <a:lnTo>
                  <a:pt x="51058" y="11109"/>
                </a:lnTo>
                <a:lnTo>
                  <a:pt x="29460" y="14800"/>
                </a:lnTo>
                <a:close/>
                <a:moveTo>
                  <a:pt x="57927" y="4194"/>
                </a:moveTo>
                <a:lnTo>
                  <a:pt x="51058" y="11109"/>
                </a:lnTo>
                <a:lnTo>
                  <a:pt x="72657" y="7418"/>
                </a:lnTo>
                <a:close/>
                <a:moveTo>
                  <a:pt x="57927" y="4194"/>
                </a:moveTo>
                <a:lnTo>
                  <a:pt x="43197" y="969"/>
                </a:lnTo>
                <a:lnTo>
                  <a:pt x="51058" y="11109"/>
                </a:lnTo>
                <a:close/>
                <a:moveTo>
                  <a:pt x="36328" y="7884"/>
                </a:moveTo>
                <a:lnTo>
                  <a:pt x="29460" y="14800"/>
                </a:lnTo>
                <a:lnTo>
                  <a:pt x="51058" y="11109"/>
                </a:lnTo>
                <a:close/>
                <a:moveTo>
                  <a:pt x="36328" y="7884"/>
                </a:moveTo>
                <a:lnTo>
                  <a:pt x="21599" y="4660"/>
                </a:lnTo>
                <a:lnTo>
                  <a:pt x="29460" y="14800"/>
                </a:lnTo>
                <a:close/>
                <a:moveTo>
                  <a:pt x="36328" y="7884"/>
                </a:moveTo>
                <a:lnTo>
                  <a:pt x="51058" y="11109"/>
                </a:lnTo>
                <a:lnTo>
                  <a:pt x="43197" y="969"/>
                </a:lnTo>
                <a:close/>
                <a:moveTo>
                  <a:pt x="14730" y="11575"/>
                </a:moveTo>
                <a:lnTo>
                  <a:pt x="0" y="8350"/>
                </a:lnTo>
                <a:lnTo>
                  <a:pt x="7861" y="18490"/>
                </a:lnTo>
                <a:close/>
                <a:moveTo>
                  <a:pt x="14730" y="11575"/>
                </a:moveTo>
                <a:lnTo>
                  <a:pt x="21599" y="4660"/>
                </a:lnTo>
                <a:lnTo>
                  <a:pt x="0" y="8350"/>
                </a:lnTo>
                <a:close/>
                <a:moveTo>
                  <a:pt x="14730" y="11575"/>
                </a:moveTo>
                <a:lnTo>
                  <a:pt x="29460" y="14800"/>
                </a:lnTo>
                <a:lnTo>
                  <a:pt x="21599" y="4660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600" name="PANEL_01-slope-4-210_894">
            <a:extLst>
              <a:ext uri="{FF2B5EF4-FFF2-40B4-BE49-F238E27FC236}">
                <a16:creationId xmlns:a16="http://schemas.microsoft.com/office/drawing/2014/main" id="{9844BC38-69BA-4835-9146-EB0FDF40D369}"/>
              </a:ext>
            </a:extLst>
          </p:cNvPr>
          <p:cNvSpPr>
            <a:spLocks/>
          </p:cNvSpPr>
          <p:nvPr/>
        </p:nvSpPr>
        <p:spPr>
          <a:xfrm>
            <a:off x="657409" y="563148"/>
            <a:ext cx="376906" cy="99253"/>
          </a:xfrm>
          <a:custGeom>
            <a:pathLst>
              <a:path w="255291" h="67227">
                <a:moveTo>
                  <a:pt x="248423" y="67227"/>
                </a:moveTo>
                <a:lnTo>
                  <a:pt x="255291" y="65000"/>
                </a:lnTo>
                <a:lnTo>
                  <a:pt x="233693" y="52454"/>
                </a:lnTo>
                <a:close/>
                <a:moveTo>
                  <a:pt x="218963" y="37455"/>
                </a:moveTo>
                <a:lnTo>
                  <a:pt x="225831" y="37826"/>
                </a:lnTo>
                <a:lnTo>
                  <a:pt x="204233" y="26852"/>
                </a:lnTo>
                <a:close/>
                <a:moveTo>
                  <a:pt x="218963" y="37455"/>
                </a:moveTo>
                <a:lnTo>
                  <a:pt x="233693" y="52454"/>
                </a:lnTo>
                <a:lnTo>
                  <a:pt x="225831" y="37826"/>
                </a:lnTo>
                <a:close/>
                <a:moveTo>
                  <a:pt x="95248" y="34574"/>
                </a:moveTo>
                <a:lnTo>
                  <a:pt x="80518" y="29101"/>
                </a:lnTo>
                <a:lnTo>
                  <a:pt x="88379" y="32760"/>
                </a:lnTo>
                <a:close/>
                <a:moveTo>
                  <a:pt x="73649" y="27543"/>
                </a:moveTo>
                <a:lnTo>
                  <a:pt x="80518" y="29101"/>
                </a:lnTo>
                <a:lnTo>
                  <a:pt x="58919" y="20153"/>
                </a:lnTo>
                <a:close/>
                <a:moveTo>
                  <a:pt x="73649" y="27543"/>
                </a:moveTo>
                <a:lnTo>
                  <a:pt x="88379" y="32760"/>
                </a:lnTo>
                <a:lnTo>
                  <a:pt x="80518" y="29101"/>
                </a:lnTo>
                <a:close/>
                <a:moveTo>
                  <a:pt x="65788" y="23382"/>
                </a:moveTo>
                <a:lnTo>
                  <a:pt x="58919" y="20153"/>
                </a:lnTo>
                <a:lnTo>
                  <a:pt x="80518" y="29101"/>
                </a:lnTo>
                <a:close/>
                <a:moveTo>
                  <a:pt x="65788" y="23382"/>
                </a:moveTo>
                <a:lnTo>
                  <a:pt x="51058" y="16844"/>
                </a:lnTo>
                <a:lnTo>
                  <a:pt x="58919" y="20153"/>
                </a:lnTo>
                <a:close/>
                <a:moveTo>
                  <a:pt x="44190" y="13153"/>
                </a:moveTo>
                <a:lnTo>
                  <a:pt x="29460" y="8079"/>
                </a:lnTo>
                <a:lnTo>
                  <a:pt x="37321" y="10717"/>
                </a:lnTo>
                <a:close/>
                <a:moveTo>
                  <a:pt x="44190" y="13153"/>
                </a:moveTo>
                <a:lnTo>
                  <a:pt x="51058" y="16844"/>
                </a:lnTo>
                <a:lnTo>
                  <a:pt x="29460" y="8079"/>
                </a:lnTo>
                <a:close/>
                <a:moveTo>
                  <a:pt x="44190" y="13153"/>
                </a:moveTo>
                <a:lnTo>
                  <a:pt x="58919" y="20153"/>
                </a:lnTo>
                <a:lnTo>
                  <a:pt x="51058" y="16844"/>
                </a:lnTo>
                <a:close/>
                <a:moveTo>
                  <a:pt x="22591" y="5366"/>
                </a:moveTo>
                <a:lnTo>
                  <a:pt x="29460" y="8079"/>
                </a:lnTo>
                <a:lnTo>
                  <a:pt x="7861" y="1448"/>
                </a:lnTo>
                <a:close/>
                <a:moveTo>
                  <a:pt x="14730" y="2939"/>
                </a:moveTo>
                <a:lnTo>
                  <a:pt x="7861" y="1448"/>
                </a:lnTo>
                <a:lnTo>
                  <a:pt x="29460" y="8079"/>
                </a:lnTo>
                <a:close/>
                <a:moveTo>
                  <a:pt x="14730" y="2939"/>
                </a:moveTo>
                <a:lnTo>
                  <a:pt x="0" y="0"/>
                </a:lnTo>
                <a:lnTo>
                  <a:pt x="7861" y="1448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601" name="PANEL_01-slope-4-215_895">
            <a:extLst>
              <a:ext uri="{FF2B5EF4-FFF2-40B4-BE49-F238E27FC236}">
                <a16:creationId xmlns:a16="http://schemas.microsoft.com/office/drawing/2014/main" id="{AA511DD6-9D50-4014-967F-A42F27D02F7A}"/>
              </a:ext>
            </a:extLst>
          </p:cNvPr>
          <p:cNvSpPr>
            <a:spLocks/>
          </p:cNvSpPr>
          <p:nvPr/>
        </p:nvSpPr>
        <p:spPr>
          <a:xfrm>
            <a:off x="550141" y="549003"/>
            <a:ext cx="1678666" cy="298919"/>
          </a:xfrm>
          <a:custGeom>
            <a:pathLst>
              <a:path w="1137019" h="202468">
                <a:moveTo>
                  <a:pt x="1122289" y="183965"/>
                </a:moveTo>
                <a:lnTo>
                  <a:pt x="1115420" y="185118"/>
                </a:lnTo>
                <a:lnTo>
                  <a:pt x="1137019" y="184507"/>
                </a:lnTo>
                <a:close/>
                <a:moveTo>
                  <a:pt x="1122289" y="183965"/>
                </a:moveTo>
                <a:lnTo>
                  <a:pt x="1107559" y="180880"/>
                </a:lnTo>
                <a:lnTo>
                  <a:pt x="1115420" y="185118"/>
                </a:lnTo>
                <a:close/>
                <a:moveTo>
                  <a:pt x="533173" y="197370"/>
                </a:moveTo>
                <a:lnTo>
                  <a:pt x="518444" y="187296"/>
                </a:lnTo>
                <a:lnTo>
                  <a:pt x="526305" y="202468"/>
                </a:lnTo>
                <a:close/>
                <a:moveTo>
                  <a:pt x="511575" y="191294"/>
                </a:moveTo>
                <a:lnTo>
                  <a:pt x="518444" y="187296"/>
                </a:lnTo>
                <a:lnTo>
                  <a:pt x="496845" y="181317"/>
                </a:lnTo>
                <a:close/>
                <a:moveTo>
                  <a:pt x="511575" y="191294"/>
                </a:moveTo>
                <a:lnTo>
                  <a:pt x="526305" y="202468"/>
                </a:lnTo>
                <a:lnTo>
                  <a:pt x="518444" y="187296"/>
                </a:lnTo>
                <a:close/>
                <a:moveTo>
                  <a:pt x="489976" y="186121"/>
                </a:moveTo>
                <a:lnTo>
                  <a:pt x="504706" y="197316"/>
                </a:lnTo>
                <a:lnTo>
                  <a:pt x="496845" y="181317"/>
                </a:lnTo>
                <a:close/>
                <a:moveTo>
                  <a:pt x="482115" y="171191"/>
                </a:moveTo>
                <a:lnTo>
                  <a:pt x="475247" y="176497"/>
                </a:lnTo>
                <a:lnTo>
                  <a:pt x="496845" y="181317"/>
                </a:lnTo>
                <a:close/>
                <a:moveTo>
                  <a:pt x="482115" y="171191"/>
                </a:moveTo>
                <a:lnTo>
                  <a:pt x="467385" y="161464"/>
                </a:lnTo>
                <a:lnTo>
                  <a:pt x="475247" y="176497"/>
                </a:lnTo>
                <a:close/>
                <a:moveTo>
                  <a:pt x="460517" y="165390"/>
                </a:moveTo>
                <a:lnTo>
                  <a:pt x="467385" y="161464"/>
                </a:lnTo>
                <a:lnTo>
                  <a:pt x="445787" y="155785"/>
                </a:lnTo>
                <a:close/>
                <a:moveTo>
                  <a:pt x="460517" y="165390"/>
                </a:moveTo>
                <a:lnTo>
                  <a:pt x="475247" y="176497"/>
                </a:lnTo>
                <a:lnTo>
                  <a:pt x="467385" y="161464"/>
                </a:lnTo>
                <a:close/>
                <a:moveTo>
                  <a:pt x="452656" y="150902"/>
                </a:moveTo>
                <a:lnTo>
                  <a:pt x="445787" y="155785"/>
                </a:lnTo>
                <a:lnTo>
                  <a:pt x="467385" y="161464"/>
                </a:lnTo>
                <a:close/>
                <a:moveTo>
                  <a:pt x="452656" y="150902"/>
                </a:moveTo>
                <a:lnTo>
                  <a:pt x="437926" y="139429"/>
                </a:lnTo>
                <a:lnTo>
                  <a:pt x="445787" y="155785"/>
                </a:lnTo>
                <a:close/>
                <a:moveTo>
                  <a:pt x="431057" y="144675"/>
                </a:moveTo>
                <a:lnTo>
                  <a:pt x="445787" y="155785"/>
                </a:lnTo>
                <a:lnTo>
                  <a:pt x="437926" y="139429"/>
                </a:lnTo>
                <a:close/>
                <a:moveTo>
                  <a:pt x="372138" y="107043"/>
                </a:moveTo>
                <a:lnTo>
                  <a:pt x="365269" y="110519"/>
                </a:lnTo>
                <a:lnTo>
                  <a:pt x="386867" y="114846"/>
                </a:lnTo>
                <a:close/>
                <a:moveTo>
                  <a:pt x="372138" y="107043"/>
                </a:moveTo>
                <a:lnTo>
                  <a:pt x="357408" y="97676"/>
                </a:lnTo>
                <a:lnTo>
                  <a:pt x="365269" y="110519"/>
                </a:lnTo>
                <a:close/>
                <a:moveTo>
                  <a:pt x="350539" y="100904"/>
                </a:moveTo>
                <a:lnTo>
                  <a:pt x="343670" y="104599"/>
                </a:lnTo>
                <a:lnTo>
                  <a:pt x="365269" y="110519"/>
                </a:lnTo>
                <a:close/>
                <a:moveTo>
                  <a:pt x="350539" y="100904"/>
                </a:moveTo>
                <a:lnTo>
                  <a:pt x="335809" y="89670"/>
                </a:lnTo>
                <a:lnTo>
                  <a:pt x="343670" y="104599"/>
                </a:lnTo>
                <a:close/>
                <a:moveTo>
                  <a:pt x="350539" y="100904"/>
                </a:moveTo>
                <a:lnTo>
                  <a:pt x="357408" y="97676"/>
                </a:lnTo>
                <a:lnTo>
                  <a:pt x="335809" y="89670"/>
                </a:lnTo>
                <a:close/>
                <a:moveTo>
                  <a:pt x="350539" y="100904"/>
                </a:moveTo>
                <a:lnTo>
                  <a:pt x="365269" y="110519"/>
                </a:lnTo>
                <a:lnTo>
                  <a:pt x="357408" y="97676"/>
                </a:lnTo>
                <a:close/>
                <a:moveTo>
                  <a:pt x="342678" y="87981"/>
                </a:moveTo>
                <a:lnTo>
                  <a:pt x="335809" y="89670"/>
                </a:lnTo>
                <a:lnTo>
                  <a:pt x="357408" y="97676"/>
                </a:lnTo>
                <a:close/>
                <a:moveTo>
                  <a:pt x="321079" y="76809"/>
                </a:moveTo>
                <a:lnTo>
                  <a:pt x="314211" y="79490"/>
                </a:lnTo>
                <a:lnTo>
                  <a:pt x="335809" y="89670"/>
                </a:lnTo>
                <a:close/>
                <a:moveTo>
                  <a:pt x="321079" y="76809"/>
                </a:moveTo>
                <a:lnTo>
                  <a:pt x="306349" y="62035"/>
                </a:lnTo>
                <a:lnTo>
                  <a:pt x="314211" y="79490"/>
                </a:lnTo>
                <a:close/>
                <a:moveTo>
                  <a:pt x="321079" y="76809"/>
                </a:moveTo>
                <a:lnTo>
                  <a:pt x="335809" y="89670"/>
                </a:lnTo>
                <a:lnTo>
                  <a:pt x="327948" y="74581"/>
                </a:lnTo>
                <a:close/>
                <a:moveTo>
                  <a:pt x="291620" y="47036"/>
                </a:moveTo>
                <a:lnTo>
                  <a:pt x="284751" y="50519"/>
                </a:lnTo>
                <a:lnTo>
                  <a:pt x="306349" y="62035"/>
                </a:lnTo>
                <a:close/>
                <a:moveTo>
                  <a:pt x="291620" y="47036"/>
                </a:moveTo>
                <a:lnTo>
                  <a:pt x="276890" y="36434"/>
                </a:lnTo>
                <a:lnTo>
                  <a:pt x="284751" y="50519"/>
                </a:lnTo>
                <a:close/>
                <a:moveTo>
                  <a:pt x="270021" y="36587"/>
                </a:moveTo>
                <a:lnTo>
                  <a:pt x="276890" y="36434"/>
                </a:lnTo>
                <a:lnTo>
                  <a:pt x="255291" y="29442"/>
                </a:lnTo>
                <a:close/>
                <a:moveTo>
                  <a:pt x="262160" y="26989"/>
                </a:moveTo>
                <a:lnTo>
                  <a:pt x="255291" y="29442"/>
                </a:lnTo>
                <a:lnTo>
                  <a:pt x="276890" y="36434"/>
                </a:lnTo>
                <a:close/>
                <a:moveTo>
                  <a:pt x="262160" y="26989"/>
                </a:moveTo>
                <a:lnTo>
                  <a:pt x="247430" y="23505"/>
                </a:lnTo>
                <a:lnTo>
                  <a:pt x="255291" y="29442"/>
                </a:lnTo>
                <a:close/>
                <a:moveTo>
                  <a:pt x="262160" y="26989"/>
                </a:moveTo>
                <a:lnTo>
                  <a:pt x="276890" y="36434"/>
                </a:lnTo>
                <a:lnTo>
                  <a:pt x="269028" y="26853"/>
                </a:lnTo>
                <a:close/>
                <a:moveTo>
                  <a:pt x="240561" y="23982"/>
                </a:moveTo>
                <a:lnTo>
                  <a:pt x="255291" y="29442"/>
                </a:lnTo>
                <a:lnTo>
                  <a:pt x="247430" y="23505"/>
                </a:lnTo>
                <a:close/>
                <a:moveTo>
                  <a:pt x="189503" y="42278"/>
                </a:moveTo>
                <a:lnTo>
                  <a:pt x="174773" y="42037"/>
                </a:lnTo>
                <a:lnTo>
                  <a:pt x="182634" y="43655"/>
                </a:lnTo>
                <a:close/>
                <a:moveTo>
                  <a:pt x="167905" y="44156"/>
                </a:moveTo>
                <a:lnTo>
                  <a:pt x="161036" y="42342"/>
                </a:lnTo>
                <a:lnTo>
                  <a:pt x="182634" y="43655"/>
                </a:lnTo>
                <a:close/>
                <a:moveTo>
                  <a:pt x="167905" y="44156"/>
                </a:moveTo>
                <a:lnTo>
                  <a:pt x="174773" y="42037"/>
                </a:lnTo>
                <a:lnTo>
                  <a:pt x="153175" y="38682"/>
                </a:lnTo>
                <a:close/>
                <a:moveTo>
                  <a:pt x="167905" y="44156"/>
                </a:moveTo>
                <a:lnTo>
                  <a:pt x="182634" y="43655"/>
                </a:lnTo>
                <a:lnTo>
                  <a:pt x="174773" y="42037"/>
                </a:lnTo>
                <a:close/>
                <a:moveTo>
                  <a:pt x="65788" y="7928"/>
                </a:moveTo>
                <a:lnTo>
                  <a:pt x="51058" y="7553"/>
                </a:lnTo>
                <a:lnTo>
                  <a:pt x="58919" y="9381"/>
                </a:lnTo>
                <a:close/>
                <a:moveTo>
                  <a:pt x="65788" y="7928"/>
                </a:moveTo>
                <a:lnTo>
                  <a:pt x="72657" y="9582"/>
                </a:lnTo>
                <a:lnTo>
                  <a:pt x="51058" y="7553"/>
                </a:lnTo>
                <a:close/>
                <a:moveTo>
                  <a:pt x="65788" y="7928"/>
                </a:moveTo>
                <a:lnTo>
                  <a:pt x="80518" y="11030"/>
                </a:lnTo>
                <a:lnTo>
                  <a:pt x="72657" y="9582"/>
                </a:lnTo>
                <a:close/>
                <a:moveTo>
                  <a:pt x="44190" y="9662"/>
                </a:moveTo>
                <a:lnTo>
                  <a:pt x="51058" y="7553"/>
                </a:lnTo>
                <a:lnTo>
                  <a:pt x="29460" y="6915"/>
                </a:lnTo>
                <a:close/>
                <a:moveTo>
                  <a:pt x="44190" y="9662"/>
                </a:moveTo>
                <a:lnTo>
                  <a:pt x="58919" y="9381"/>
                </a:lnTo>
                <a:lnTo>
                  <a:pt x="51058" y="7553"/>
                </a:lnTo>
                <a:close/>
                <a:moveTo>
                  <a:pt x="36328" y="5698"/>
                </a:moveTo>
                <a:lnTo>
                  <a:pt x="29460" y="6915"/>
                </a:lnTo>
                <a:lnTo>
                  <a:pt x="51058" y="7553"/>
                </a:lnTo>
                <a:close/>
                <a:moveTo>
                  <a:pt x="36328" y="5698"/>
                </a:moveTo>
                <a:lnTo>
                  <a:pt x="21599" y="786"/>
                </a:lnTo>
                <a:lnTo>
                  <a:pt x="29460" y="6915"/>
                </a:lnTo>
                <a:close/>
                <a:moveTo>
                  <a:pt x="14730" y="2543"/>
                </a:moveTo>
                <a:lnTo>
                  <a:pt x="7861" y="5206"/>
                </a:lnTo>
                <a:lnTo>
                  <a:pt x="29460" y="6915"/>
                </a:lnTo>
                <a:close/>
                <a:moveTo>
                  <a:pt x="14730" y="2543"/>
                </a:moveTo>
                <a:lnTo>
                  <a:pt x="0" y="0"/>
                </a:lnTo>
                <a:lnTo>
                  <a:pt x="7861" y="5206"/>
                </a:lnTo>
                <a:close/>
                <a:moveTo>
                  <a:pt x="14730" y="2543"/>
                </a:moveTo>
                <a:lnTo>
                  <a:pt x="21599" y="786"/>
                </a:lnTo>
                <a:lnTo>
                  <a:pt x="0" y="0"/>
                </a:lnTo>
                <a:close/>
                <a:moveTo>
                  <a:pt x="14730" y="2543"/>
                </a:moveTo>
                <a:lnTo>
                  <a:pt x="29460" y="6915"/>
                </a:lnTo>
                <a:lnTo>
                  <a:pt x="21599" y="786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02" name="PANEL_01-slope-4-220_896">
            <a:extLst>
              <a:ext uri="{FF2B5EF4-FFF2-40B4-BE49-F238E27FC236}">
                <a16:creationId xmlns:a16="http://schemas.microsoft.com/office/drawing/2014/main" id="{6D39CB43-338E-4FA1-B5F1-D8C60131CDF0}"/>
              </a:ext>
            </a:extLst>
          </p:cNvPr>
          <p:cNvSpPr>
            <a:spLocks/>
          </p:cNvSpPr>
          <p:nvPr/>
        </p:nvSpPr>
        <p:spPr>
          <a:xfrm>
            <a:off x="518253" y="547411"/>
            <a:ext cx="2151234" cy="359736"/>
          </a:xfrm>
          <a:custGeom>
            <a:pathLst>
              <a:path w="1457105" h="243662">
                <a:moveTo>
                  <a:pt x="1450237" y="243662"/>
                </a:moveTo>
                <a:lnTo>
                  <a:pt x="1457105" y="234744"/>
                </a:lnTo>
                <a:lnTo>
                  <a:pt x="1435507" y="233141"/>
                </a:lnTo>
                <a:close/>
                <a:moveTo>
                  <a:pt x="1442375" y="225769"/>
                </a:moveTo>
                <a:lnTo>
                  <a:pt x="1435507" y="233141"/>
                </a:lnTo>
                <a:lnTo>
                  <a:pt x="1457105" y="234744"/>
                </a:lnTo>
                <a:close/>
                <a:moveTo>
                  <a:pt x="1442375" y="225769"/>
                </a:moveTo>
                <a:lnTo>
                  <a:pt x="1427646" y="215533"/>
                </a:lnTo>
                <a:lnTo>
                  <a:pt x="1435507" y="233141"/>
                </a:lnTo>
                <a:close/>
                <a:moveTo>
                  <a:pt x="1442375" y="225769"/>
                </a:moveTo>
                <a:lnTo>
                  <a:pt x="1457105" y="234744"/>
                </a:lnTo>
                <a:lnTo>
                  <a:pt x="1449244" y="216612"/>
                </a:lnTo>
                <a:close/>
                <a:moveTo>
                  <a:pt x="1420777" y="222399"/>
                </a:moveTo>
                <a:lnTo>
                  <a:pt x="1427646" y="215533"/>
                </a:lnTo>
                <a:lnTo>
                  <a:pt x="1406047" y="215857"/>
                </a:lnTo>
                <a:close/>
                <a:moveTo>
                  <a:pt x="1420777" y="222399"/>
                </a:moveTo>
                <a:lnTo>
                  <a:pt x="1435507" y="233141"/>
                </a:lnTo>
                <a:lnTo>
                  <a:pt x="1427646" y="215533"/>
                </a:lnTo>
                <a:close/>
                <a:moveTo>
                  <a:pt x="1318660" y="213334"/>
                </a:moveTo>
                <a:lnTo>
                  <a:pt x="1311792" y="218515"/>
                </a:lnTo>
                <a:lnTo>
                  <a:pt x="1333390" y="218346"/>
                </a:lnTo>
                <a:close/>
                <a:moveTo>
                  <a:pt x="1318660" y="213334"/>
                </a:moveTo>
                <a:lnTo>
                  <a:pt x="1303931" y="204556"/>
                </a:lnTo>
                <a:lnTo>
                  <a:pt x="1311792" y="218515"/>
                </a:lnTo>
                <a:close/>
                <a:moveTo>
                  <a:pt x="1297062" y="212048"/>
                </a:moveTo>
                <a:lnTo>
                  <a:pt x="1303931" y="204556"/>
                </a:lnTo>
                <a:lnTo>
                  <a:pt x="1282332" y="204278"/>
                </a:lnTo>
                <a:close/>
                <a:moveTo>
                  <a:pt x="1297062" y="212048"/>
                </a:moveTo>
                <a:lnTo>
                  <a:pt x="1311792" y="218515"/>
                </a:lnTo>
                <a:lnTo>
                  <a:pt x="1303931" y="204556"/>
                </a:lnTo>
                <a:close/>
                <a:moveTo>
                  <a:pt x="1289201" y="197650"/>
                </a:moveTo>
                <a:lnTo>
                  <a:pt x="1282332" y="204278"/>
                </a:lnTo>
                <a:lnTo>
                  <a:pt x="1303931" y="204556"/>
                </a:lnTo>
                <a:close/>
                <a:moveTo>
                  <a:pt x="1289201" y="197650"/>
                </a:moveTo>
                <a:lnTo>
                  <a:pt x="1274471" y="189538"/>
                </a:lnTo>
                <a:lnTo>
                  <a:pt x="1282332" y="204278"/>
                </a:lnTo>
                <a:close/>
                <a:moveTo>
                  <a:pt x="1267602" y="198192"/>
                </a:moveTo>
                <a:lnTo>
                  <a:pt x="1260734" y="202726"/>
                </a:lnTo>
                <a:lnTo>
                  <a:pt x="1282332" y="204278"/>
                </a:lnTo>
                <a:close/>
                <a:moveTo>
                  <a:pt x="1267602" y="198192"/>
                </a:moveTo>
                <a:lnTo>
                  <a:pt x="1252872" y="187540"/>
                </a:lnTo>
                <a:lnTo>
                  <a:pt x="1260734" y="202726"/>
                </a:lnTo>
                <a:close/>
                <a:moveTo>
                  <a:pt x="1267602" y="198192"/>
                </a:moveTo>
                <a:lnTo>
                  <a:pt x="1274471" y="189538"/>
                </a:lnTo>
                <a:lnTo>
                  <a:pt x="1252872" y="187540"/>
                </a:lnTo>
                <a:close/>
                <a:moveTo>
                  <a:pt x="1267602" y="198192"/>
                </a:moveTo>
                <a:lnTo>
                  <a:pt x="1282332" y="204278"/>
                </a:lnTo>
                <a:lnTo>
                  <a:pt x="1274471" y="189538"/>
                </a:lnTo>
                <a:close/>
                <a:moveTo>
                  <a:pt x="1246004" y="194147"/>
                </a:moveTo>
                <a:lnTo>
                  <a:pt x="1252872" y="187540"/>
                </a:lnTo>
                <a:lnTo>
                  <a:pt x="1231274" y="186004"/>
                </a:lnTo>
                <a:close/>
                <a:moveTo>
                  <a:pt x="1246004" y="194147"/>
                </a:moveTo>
                <a:lnTo>
                  <a:pt x="1260734" y="202726"/>
                </a:lnTo>
                <a:lnTo>
                  <a:pt x="1252872" y="187540"/>
                </a:lnTo>
                <a:close/>
                <a:moveTo>
                  <a:pt x="1238142" y="178130"/>
                </a:moveTo>
                <a:lnTo>
                  <a:pt x="1231274" y="186004"/>
                </a:lnTo>
                <a:lnTo>
                  <a:pt x="1252872" y="187540"/>
                </a:lnTo>
                <a:close/>
                <a:moveTo>
                  <a:pt x="1238142" y="178130"/>
                </a:moveTo>
                <a:lnTo>
                  <a:pt x="1223413" y="173156"/>
                </a:lnTo>
                <a:lnTo>
                  <a:pt x="1231274" y="186004"/>
                </a:lnTo>
                <a:close/>
                <a:moveTo>
                  <a:pt x="1216544" y="178713"/>
                </a:moveTo>
                <a:lnTo>
                  <a:pt x="1231274" y="186004"/>
                </a:lnTo>
                <a:lnTo>
                  <a:pt x="1223413" y="173156"/>
                </a:lnTo>
                <a:close/>
                <a:moveTo>
                  <a:pt x="1194945" y="183304"/>
                </a:moveTo>
                <a:lnTo>
                  <a:pt x="1201814" y="177879"/>
                </a:lnTo>
                <a:lnTo>
                  <a:pt x="1180216" y="182901"/>
                </a:lnTo>
                <a:close/>
                <a:moveTo>
                  <a:pt x="1194945" y="183304"/>
                </a:moveTo>
                <a:lnTo>
                  <a:pt x="1209675" y="187387"/>
                </a:lnTo>
                <a:lnTo>
                  <a:pt x="1201814" y="177879"/>
                </a:lnTo>
                <a:close/>
                <a:moveTo>
                  <a:pt x="1173347" y="186277"/>
                </a:moveTo>
                <a:lnTo>
                  <a:pt x="1180216" y="182901"/>
                </a:lnTo>
                <a:lnTo>
                  <a:pt x="1158617" y="185585"/>
                </a:lnTo>
                <a:close/>
                <a:moveTo>
                  <a:pt x="1187084" y="178799"/>
                </a:moveTo>
                <a:lnTo>
                  <a:pt x="1180216" y="182901"/>
                </a:lnTo>
                <a:lnTo>
                  <a:pt x="1201814" y="177879"/>
                </a:lnTo>
                <a:close/>
                <a:moveTo>
                  <a:pt x="1165486" y="183225"/>
                </a:moveTo>
                <a:lnTo>
                  <a:pt x="1158617" y="185585"/>
                </a:lnTo>
                <a:lnTo>
                  <a:pt x="1180216" y="182901"/>
                </a:lnTo>
                <a:close/>
                <a:moveTo>
                  <a:pt x="1165486" y="183225"/>
                </a:moveTo>
                <a:lnTo>
                  <a:pt x="1150756" y="182072"/>
                </a:lnTo>
                <a:lnTo>
                  <a:pt x="1158617" y="185585"/>
                </a:lnTo>
                <a:close/>
                <a:moveTo>
                  <a:pt x="1143887" y="185044"/>
                </a:moveTo>
                <a:lnTo>
                  <a:pt x="1150756" y="182072"/>
                </a:lnTo>
                <a:lnTo>
                  <a:pt x="1129157" y="181958"/>
                </a:lnTo>
                <a:close/>
                <a:moveTo>
                  <a:pt x="1143887" y="185044"/>
                </a:moveTo>
                <a:lnTo>
                  <a:pt x="1158617" y="185585"/>
                </a:lnTo>
                <a:lnTo>
                  <a:pt x="1150756" y="182072"/>
                </a:lnTo>
                <a:close/>
                <a:moveTo>
                  <a:pt x="1122289" y="183934"/>
                </a:moveTo>
                <a:lnTo>
                  <a:pt x="1129157" y="181958"/>
                </a:lnTo>
                <a:lnTo>
                  <a:pt x="1107559" y="184976"/>
                </a:lnTo>
                <a:close/>
                <a:moveTo>
                  <a:pt x="1122289" y="183934"/>
                </a:moveTo>
                <a:lnTo>
                  <a:pt x="1137019" y="186196"/>
                </a:lnTo>
                <a:lnTo>
                  <a:pt x="1129157" y="181958"/>
                </a:lnTo>
                <a:close/>
                <a:moveTo>
                  <a:pt x="1100690" y="188678"/>
                </a:moveTo>
                <a:lnTo>
                  <a:pt x="1107559" y="184976"/>
                </a:lnTo>
                <a:lnTo>
                  <a:pt x="1085960" y="194607"/>
                </a:lnTo>
                <a:close/>
                <a:moveTo>
                  <a:pt x="1114427" y="179700"/>
                </a:moveTo>
                <a:lnTo>
                  <a:pt x="1107559" y="184976"/>
                </a:lnTo>
                <a:lnTo>
                  <a:pt x="1129157" y="181958"/>
                </a:lnTo>
                <a:close/>
                <a:moveTo>
                  <a:pt x="1092829" y="187592"/>
                </a:moveTo>
                <a:lnTo>
                  <a:pt x="1085960" y="194607"/>
                </a:lnTo>
                <a:lnTo>
                  <a:pt x="1107559" y="184976"/>
                </a:lnTo>
                <a:close/>
                <a:moveTo>
                  <a:pt x="1092829" y="187592"/>
                </a:moveTo>
                <a:lnTo>
                  <a:pt x="1107559" y="184976"/>
                </a:lnTo>
                <a:lnTo>
                  <a:pt x="1099698" y="182520"/>
                </a:lnTo>
                <a:close/>
                <a:moveTo>
                  <a:pt x="1071230" y="201284"/>
                </a:moveTo>
                <a:lnTo>
                  <a:pt x="1064362" y="205071"/>
                </a:lnTo>
                <a:lnTo>
                  <a:pt x="1085960" y="194607"/>
                </a:lnTo>
                <a:close/>
                <a:moveTo>
                  <a:pt x="1071230" y="201284"/>
                </a:moveTo>
                <a:lnTo>
                  <a:pt x="1056501" y="202759"/>
                </a:lnTo>
                <a:lnTo>
                  <a:pt x="1064362" y="205071"/>
                </a:lnTo>
                <a:close/>
                <a:moveTo>
                  <a:pt x="1049632" y="207818"/>
                </a:moveTo>
                <a:lnTo>
                  <a:pt x="1042763" y="215399"/>
                </a:lnTo>
                <a:lnTo>
                  <a:pt x="1064362" y="205071"/>
                </a:lnTo>
                <a:close/>
                <a:moveTo>
                  <a:pt x="1049632" y="207818"/>
                </a:moveTo>
                <a:lnTo>
                  <a:pt x="1034902" y="226493"/>
                </a:lnTo>
                <a:lnTo>
                  <a:pt x="1042763" y="215399"/>
                </a:lnTo>
                <a:close/>
                <a:moveTo>
                  <a:pt x="1049632" y="207818"/>
                </a:moveTo>
                <a:lnTo>
                  <a:pt x="1064362" y="205071"/>
                </a:lnTo>
                <a:lnTo>
                  <a:pt x="1056501" y="202759"/>
                </a:lnTo>
                <a:close/>
                <a:moveTo>
                  <a:pt x="1028033" y="221756"/>
                </a:moveTo>
                <a:lnTo>
                  <a:pt x="1013304" y="230184"/>
                </a:lnTo>
                <a:lnTo>
                  <a:pt x="1021165" y="228841"/>
                </a:lnTo>
                <a:close/>
                <a:moveTo>
                  <a:pt x="1028033" y="221756"/>
                </a:moveTo>
                <a:lnTo>
                  <a:pt x="1034902" y="226493"/>
                </a:lnTo>
                <a:lnTo>
                  <a:pt x="1013304" y="230184"/>
                </a:lnTo>
                <a:close/>
                <a:moveTo>
                  <a:pt x="1028033" y="221756"/>
                </a:moveTo>
                <a:lnTo>
                  <a:pt x="1042763" y="215399"/>
                </a:lnTo>
                <a:lnTo>
                  <a:pt x="1034902" y="226493"/>
                </a:lnTo>
                <a:close/>
                <a:moveTo>
                  <a:pt x="643151" y="235274"/>
                </a:moveTo>
                <a:lnTo>
                  <a:pt x="650020" y="234844"/>
                </a:lnTo>
                <a:lnTo>
                  <a:pt x="628421" y="231064"/>
                </a:lnTo>
                <a:close/>
                <a:moveTo>
                  <a:pt x="635290" y="225675"/>
                </a:moveTo>
                <a:lnTo>
                  <a:pt x="628421" y="231064"/>
                </a:lnTo>
                <a:lnTo>
                  <a:pt x="650020" y="234844"/>
                </a:lnTo>
                <a:close/>
                <a:moveTo>
                  <a:pt x="635290" y="225675"/>
                </a:moveTo>
                <a:lnTo>
                  <a:pt x="620560" y="221283"/>
                </a:lnTo>
                <a:lnTo>
                  <a:pt x="628421" y="231064"/>
                </a:lnTo>
                <a:close/>
                <a:moveTo>
                  <a:pt x="613691" y="226681"/>
                </a:moveTo>
                <a:lnTo>
                  <a:pt x="598962" y="221204"/>
                </a:lnTo>
                <a:lnTo>
                  <a:pt x="606823" y="231643"/>
                </a:lnTo>
                <a:close/>
                <a:moveTo>
                  <a:pt x="613691" y="226681"/>
                </a:moveTo>
                <a:lnTo>
                  <a:pt x="620560" y="221283"/>
                </a:lnTo>
                <a:lnTo>
                  <a:pt x="598962" y="221204"/>
                </a:lnTo>
                <a:close/>
                <a:moveTo>
                  <a:pt x="613691" y="226681"/>
                </a:moveTo>
                <a:lnTo>
                  <a:pt x="628421" y="231064"/>
                </a:lnTo>
                <a:lnTo>
                  <a:pt x="620560" y="221283"/>
                </a:lnTo>
                <a:close/>
                <a:moveTo>
                  <a:pt x="592093" y="226392"/>
                </a:moveTo>
                <a:lnTo>
                  <a:pt x="598962" y="221204"/>
                </a:lnTo>
                <a:lnTo>
                  <a:pt x="577363" y="220333"/>
                </a:lnTo>
                <a:close/>
                <a:moveTo>
                  <a:pt x="605830" y="216380"/>
                </a:moveTo>
                <a:lnTo>
                  <a:pt x="598962" y="221204"/>
                </a:lnTo>
                <a:lnTo>
                  <a:pt x="620560" y="221283"/>
                </a:lnTo>
                <a:close/>
                <a:moveTo>
                  <a:pt x="584232" y="215362"/>
                </a:moveTo>
                <a:lnTo>
                  <a:pt x="577363" y="220333"/>
                </a:lnTo>
                <a:lnTo>
                  <a:pt x="598962" y="221204"/>
                </a:lnTo>
                <a:close/>
                <a:moveTo>
                  <a:pt x="584232" y="215362"/>
                </a:moveTo>
                <a:lnTo>
                  <a:pt x="569502" y="207610"/>
                </a:lnTo>
                <a:lnTo>
                  <a:pt x="577363" y="220333"/>
                </a:lnTo>
                <a:close/>
                <a:moveTo>
                  <a:pt x="584232" y="215362"/>
                </a:moveTo>
                <a:lnTo>
                  <a:pt x="598962" y="221204"/>
                </a:lnTo>
                <a:lnTo>
                  <a:pt x="591100" y="210048"/>
                </a:lnTo>
                <a:close/>
                <a:moveTo>
                  <a:pt x="562633" y="213712"/>
                </a:moveTo>
                <a:lnTo>
                  <a:pt x="547903" y="203546"/>
                </a:lnTo>
                <a:lnTo>
                  <a:pt x="555765" y="217851"/>
                </a:lnTo>
                <a:close/>
                <a:moveTo>
                  <a:pt x="562633" y="213712"/>
                </a:moveTo>
                <a:lnTo>
                  <a:pt x="569502" y="207610"/>
                </a:lnTo>
                <a:lnTo>
                  <a:pt x="547903" y="203546"/>
                </a:lnTo>
                <a:close/>
                <a:moveTo>
                  <a:pt x="562633" y="213712"/>
                </a:moveTo>
                <a:lnTo>
                  <a:pt x="577363" y="220333"/>
                </a:lnTo>
                <a:lnTo>
                  <a:pt x="569502" y="207610"/>
                </a:lnTo>
                <a:close/>
                <a:moveTo>
                  <a:pt x="554772" y="198449"/>
                </a:moveTo>
                <a:lnTo>
                  <a:pt x="547903" y="203546"/>
                </a:lnTo>
                <a:lnTo>
                  <a:pt x="569502" y="207610"/>
                </a:lnTo>
                <a:close/>
                <a:moveTo>
                  <a:pt x="533173" y="192373"/>
                </a:moveTo>
                <a:lnTo>
                  <a:pt x="526305" y="198394"/>
                </a:lnTo>
                <a:lnTo>
                  <a:pt x="547903" y="203546"/>
                </a:lnTo>
                <a:close/>
                <a:moveTo>
                  <a:pt x="533173" y="192373"/>
                </a:moveTo>
                <a:lnTo>
                  <a:pt x="518444" y="182396"/>
                </a:lnTo>
                <a:lnTo>
                  <a:pt x="526305" y="198394"/>
                </a:lnTo>
                <a:close/>
                <a:moveTo>
                  <a:pt x="511575" y="187200"/>
                </a:moveTo>
                <a:lnTo>
                  <a:pt x="518444" y="182396"/>
                </a:lnTo>
                <a:lnTo>
                  <a:pt x="496845" y="177576"/>
                </a:lnTo>
                <a:close/>
                <a:moveTo>
                  <a:pt x="452656" y="145753"/>
                </a:moveTo>
                <a:lnTo>
                  <a:pt x="445787" y="152948"/>
                </a:lnTo>
                <a:lnTo>
                  <a:pt x="467385" y="156863"/>
                </a:lnTo>
                <a:close/>
                <a:moveTo>
                  <a:pt x="452656" y="145753"/>
                </a:moveTo>
                <a:lnTo>
                  <a:pt x="437926" y="135118"/>
                </a:lnTo>
                <a:lnTo>
                  <a:pt x="445787" y="152948"/>
                </a:lnTo>
                <a:close/>
                <a:moveTo>
                  <a:pt x="452656" y="145753"/>
                </a:moveTo>
                <a:lnTo>
                  <a:pt x="459524" y="140508"/>
                </a:lnTo>
                <a:lnTo>
                  <a:pt x="437926" y="135118"/>
                </a:lnTo>
                <a:close/>
                <a:moveTo>
                  <a:pt x="431057" y="142358"/>
                </a:moveTo>
                <a:lnTo>
                  <a:pt x="437926" y="135118"/>
                </a:lnTo>
                <a:lnTo>
                  <a:pt x="416327" y="131584"/>
                </a:lnTo>
                <a:close/>
                <a:moveTo>
                  <a:pt x="444794" y="128271"/>
                </a:moveTo>
                <a:lnTo>
                  <a:pt x="437926" y="135118"/>
                </a:lnTo>
                <a:lnTo>
                  <a:pt x="459524" y="140508"/>
                </a:lnTo>
                <a:close/>
                <a:moveTo>
                  <a:pt x="423196" y="124089"/>
                </a:moveTo>
                <a:lnTo>
                  <a:pt x="416327" y="131584"/>
                </a:lnTo>
                <a:lnTo>
                  <a:pt x="437926" y="135118"/>
                </a:lnTo>
                <a:close/>
                <a:moveTo>
                  <a:pt x="423196" y="124089"/>
                </a:moveTo>
                <a:lnTo>
                  <a:pt x="408466" y="115925"/>
                </a:lnTo>
                <a:lnTo>
                  <a:pt x="416327" y="131584"/>
                </a:lnTo>
                <a:close/>
                <a:moveTo>
                  <a:pt x="423196" y="124089"/>
                </a:moveTo>
                <a:lnTo>
                  <a:pt x="430064" y="119716"/>
                </a:lnTo>
                <a:lnTo>
                  <a:pt x="408466" y="115925"/>
                </a:lnTo>
                <a:close/>
                <a:moveTo>
                  <a:pt x="423196" y="124089"/>
                </a:moveTo>
                <a:lnTo>
                  <a:pt x="437926" y="135118"/>
                </a:lnTo>
                <a:lnTo>
                  <a:pt x="430064" y="119716"/>
                </a:lnTo>
                <a:close/>
                <a:moveTo>
                  <a:pt x="401597" y="120222"/>
                </a:moveTo>
                <a:lnTo>
                  <a:pt x="408466" y="115925"/>
                </a:lnTo>
                <a:lnTo>
                  <a:pt x="386867" y="111597"/>
                </a:lnTo>
                <a:close/>
                <a:moveTo>
                  <a:pt x="401597" y="120222"/>
                </a:moveTo>
                <a:lnTo>
                  <a:pt x="416327" y="131584"/>
                </a:lnTo>
                <a:lnTo>
                  <a:pt x="408466" y="115925"/>
                </a:lnTo>
                <a:close/>
                <a:moveTo>
                  <a:pt x="262160" y="25060"/>
                </a:moveTo>
                <a:lnTo>
                  <a:pt x="247430" y="28407"/>
                </a:lnTo>
                <a:lnTo>
                  <a:pt x="255291" y="29683"/>
                </a:lnTo>
                <a:close/>
                <a:moveTo>
                  <a:pt x="262160" y="25060"/>
                </a:moveTo>
                <a:lnTo>
                  <a:pt x="269028" y="24584"/>
                </a:lnTo>
                <a:lnTo>
                  <a:pt x="247430" y="28407"/>
                </a:lnTo>
                <a:close/>
                <a:moveTo>
                  <a:pt x="240561" y="31817"/>
                </a:moveTo>
                <a:lnTo>
                  <a:pt x="247430" y="28407"/>
                </a:lnTo>
                <a:lnTo>
                  <a:pt x="225831" y="37697"/>
                </a:lnTo>
                <a:close/>
                <a:moveTo>
                  <a:pt x="218963" y="42371"/>
                </a:moveTo>
                <a:lnTo>
                  <a:pt x="225831" y="37697"/>
                </a:lnTo>
                <a:lnTo>
                  <a:pt x="204233" y="44734"/>
                </a:lnTo>
                <a:close/>
                <a:moveTo>
                  <a:pt x="232700" y="33244"/>
                </a:moveTo>
                <a:lnTo>
                  <a:pt x="225831" y="37697"/>
                </a:lnTo>
                <a:lnTo>
                  <a:pt x="247430" y="28407"/>
                </a:lnTo>
                <a:close/>
                <a:moveTo>
                  <a:pt x="211102" y="43357"/>
                </a:moveTo>
                <a:lnTo>
                  <a:pt x="204233" y="44734"/>
                </a:lnTo>
                <a:lnTo>
                  <a:pt x="225831" y="37697"/>
                </a:lnTo>
                <a:close/>
                <a:moveTo>
                  <a:pt x="14730" y="3435"/>
                </a:moveTo>
                <a:lnTo>
                  <a:pt x="21599" y="1078"/>
                </a:lnTo>
                <a:lnTo>
                  <a:pt x="0" y="3888"/>
                </a:lnTo>
                <a:close/>
                <a:moveTo>
                  <a:pt x="14730" y="3435"/>
                </a:moveTo>
                <a:lnTo>
                  <a:pt x="29460" y="6285"/>
                </a:lnTo>
                <a:lnTo>
                  <a:pt x="21599" y="1078"/>
                </a:lnTo>
                <a:close/>
                <a:moveTo>
                  <a:pt x="6869" y="0"/>
                </a:moveTo>
                <a:lnTo>
                  <a:pt x="0" y="3888"/>
                </a:lnTo>
                <a:lnTo>
                  <a:pt x="21599" y="1078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03" name="PANEL_01-slope-4-225_897">
            <a:extLst>
              <a:ext uri="{FF2B5EF4-FFF2-40B4-BE49-F238E27FC236}">
                <a16:creationId xmlns:a16="http://schemas.microsoft.com/office/drawing/2014/main" id="{825C2D60-D319-4901-8592-37E01FC8BB45}"/>
              </a:ext>
            </a:extLst>
          </p:cNvPr>
          <p:cNvSpPr>
            <a:spLocks/>
          </p:cNvSpPr>
          <p:nvPr/>
        </p:nvSpPr>
        <p:spPr>
          <a:xfrm>
            <a:off x="1982381" y="803054"/>
            <a:ext cx="762487" cy="113559"/>
          </a:xfrm>
          <a:custGeom>
            <a:pathLst>
              <a:path w="516458" h="76918">
                <a:moveTo>
                  <a:pt x="501729" y="61449"/>
                </a:moveTo>
                <a:lnTo>
                  <a:pt x="494860" y="70886"/>
                </a:lnTo>
                <a:lnTo>
                  <a:pt x="516458" y="61278"/>
                </a:lnTo>
                <a:close/>
                <a:moveTo>
                  <a:pt x="501729" y="61449"/>
                </a:moveTo>
                <a:lnTo>
                  <a:pt x="486999" y="58761"/>
                </a:lnTo>
                <a:lnTo>
                  <a:pt x="494860" y="70886"/>
                </a:lnTo>
                <a:close/>
                <a:moveTo>
                  <a:pt x="501729" y="61449"/>
                </a:moveTo>
                <a:lnTo>
                  <a:pt x="508597" y="50934"/>
                </a:lnTo>
                <a:lnTo>
                  <a:pt x="486999" y="58761"/>
                </a:lnTo>
                <a:close/>
                <a:moveTo>
                  <a:pt x="501729" y="61449"/>
                </a:moveTo>
                <a:lnTo>
                  <a:pt x="516458" y="61278"/>
                </a:lnTo>
                <a:lnTo>
                  <a:pt x="508597" y="50934"/>
                </a:lnTo>
                <a:close/>
                <a:moveTo>
                  <a:pt x="480130" y="69605"/>
                </a:moveTo>
                <a:lnTo>
                  <a:pt x="473261" y="76918"/>
                </a:lnTo>
                <a:lnTo>
                  <a:pt x="494860" y="70886"/>
                </a:lnTo>
                <a:close/>
                <a:moveTo>
                  <a:pt x="480130" y="69605"/>
                </a:moveTo>
                <a:lnTo>
                  <a:pt x="465400" y="61588"/>
                </a:lnTo>
                <a:lnTo>
                  <a:pt x="473261" y="76918"/>
                </a:lnTo>
                <a:close/>
                <a:moveTo>
                  <a:pt x="480130" y="69605"/>
                </a:moveTo>
                <a:lnTo>
                  <a:pt x="486999" y="58761"/>
                </a:lnTo>
                <a:lnTo>
                  <a:pt x="465400" y="61588"/>
                </a:lnTo>
                <a:close/>
                <a:moveTo>
                  <a:pt x="480130" y="69605"/>
                </a:moveTo>
                <a:lnTo>
                  <a:pt x="494860" y="70886"/>
                </a:lnTo>
                <a:lnTo>
                  <a:pt x="486999" y="58761"/>
                </a:lnTo>
                <a:close/>
                <a:moveTo>
                  <a:pt x="458532" y="70505"/>
                </a:moveTo>
                <a:lnTo>
                  <a:pt x="473261" y="76918"/>
                </a:lnTo>
                <a:lnTo>
                  <a:pt x="465400" y="61588"/>
                </a:lnTo>
                <a:close/>
                <a:moveTo>
                  <a:pt x="472269" y="53628"/>
                </a:moveTo>
                <a:lnTo>
                  <a:pt x="465400" y="61588"/>
                </a:lnTo>
                <a:lnTo>
                  <a:pt x="486999" y="58761"/>
                </a:lnTo>
                <a:close/>
                <a:moveTo>
                  <a:pt x="429072" y="49243"/>
                </a:moveTo>
                <a:lnTo>
                  <a:pt x="414342" y="42701"/>
                </a:lnTo>
                <a:lnTo>
                  <a:pt x="422203" y="59172"/>
                </a:lnTo>
                <a:close/>
                <a:moveTo>
                  <a:pt x="407473" y="51208"/>
                </a:moveTo>
                <a:lnTo>
                  <a:pt x="414342" y="42701"/>
                </a:lnTo>
                <a:lnTo>
                  <a:pt x="392743" y="48354"/>
                </a:lnTo>
                <a:close/>
                <a:moveTo>
                  <a:pt x="421211" y="33459"/>
                </a:moveTo>
                <a:lnTo>
                  <a:pt x="414342" y="42701"/>
                </a:lnTo>
                <a:lnTo>
                  <a:pt x="435941" y="42376"/>
                </a:lnTo>
                <a:close/>
                <a:moveTo>
                  <a:pt x="421211" y="33459"/>
                </a:moveTo>
                <a:lnTo>
                  <a:pt x="406481" y="26892"/>
                </a:lnTo>
                <a:lnTo>
                  <a:pt x="414342" y="42701"/>
                </a:lnTo>
                <a:close/>
                <a:moveTo>
                  <a:pt x="399612" y="36893"/>
                </a:moveTo>
                <a:lnTo>
                  <a:pt x="392743" y="48354"/>
                </a:lnTo>
                <a:lnTo>
                  <a:pt x="414342" y="42701"/>
                </a:lnTo>
                <a:close/>
                <a:moveTo>
                  <a:pt x="399612" y="36893"/>
                </a:moveTo>
                <a:lnTo>
                  <a:pt x="384882" y="33074"/>
                </a:lnTo>
                <a:lnTo>
                  <a:pt x="392743" y="48354"/>
                </a:lnTo>
                <a:close/>
                <a:moveTo>
                  <a:pt x="399612" y="36893"/>
                </a:moveTo>
                <a:lnTo>
                  <a:pt x="414342" y="42701"/>
                </a:lnTo>
                <a:lnTo>
                  <a:pt x="406481" y="26892"/>
                </a:lnTo>
                <a:close/>
                <a:moveTo>
                  <a:pt x="378014" y="45354"/>
                </a:moveTo>
                <a:lnTo>
                  <a:pt x="371145" y="55542"/>
                </a:lnTo>
                <a:lnTo>
                  <a:pt x="392743" y="48354"/>
                </a:lnTo>
                <a:close/>
                <a:moveTo>
                  <a:pt x="378014" y="45354"/>
                </a:moveTo>
                <a:lnTo>
                  <a:pt x="363284" y="40556"/>
                </a:lnTo>
                <a:lnTo>
                  <a:pt x="371145" y="55542"/>
                </a:lnTo>
                <a:close/>
                <a:moveTo>
                  <a:pt x="378014" y="45354"/>
                </a:moveTo>
                <a:lnTo>
                  <a:pt x="384882" y="33074"/>
                </a:lnTo>
                <a:lnTo>
                  <a:pt x="363284" y="40556"/>
                </a:lnTo>
                <a:close/>
                <a:moveTo>
                  <a:pt x="378014" y="45354"/>
                </a:moveTo>
                <a:lnTo>
                  <a:pt x="392743" y="48354"/>
                </a:lnTo>
                <a:lnTo>
                  <a:pt x="384882" y="33074"/>
                </a:lnTo>
                <a:close/>
                <a:moveTo>
                  <a:pt x="356415" y="51871"/>
                </a:moveTo>
                <a:lnTo>
                  <a:pt x="363284" y="40556"/>
                </a:lnTo>
                <a:lnTo>
                  <a:pt x="341685" y="45190"/>
                </a:lnTo>
                <a:close/>
                <a:moveTo>
                  <a:pt x="356415" y="51871"/>
                </a:moveTo>
                <a:lnTo>
                  <a:pt x="371145" y="55542"/>
                </a:lnTo>
                <a:lnTo>
                  <a:pt x="363284" y="40556"/>
                </a:lnTo>
                <a:close/>
                <a:moveTo>
                  <a:pt x="348554" y="35920"/>
                </a:moveTo>
                <a:lnTo>
                  <a:pt x="341685" y="45190"/>
                </a:lnTo>
                <a:lnTo>
                  <a:pt x="363284" y="40556"/>
                </a:lnTo>
                <a:close/>
                <a:moveTo>
                  <a:pt x="348554" y="35920"/>
                </a:moveTo>
                <a:lnTo>
                  <a:pt x="333824" y="28982"/>
                </a:lnTo>
                <a:lnTo>
                  <a:pt x="341685" y="45190"/>
                </a:lnTo>
                <a:close/>
                <a:moveTo>
                  <a:pt x="326955" y="40177"/>
                </a:moveTo>
                <a:lnTo>
                  <a:pt x="333824" y="28982"/>
                </a:lnTo>
                <a:lnTo>
                  <a:pt x="312226" y="31400"/>
                </a:lnTo>
                <a:close/>
                <a:moveTo>
                  <a:pt x="326955" y="40177"/>
                </a:moveTo>
                <a:lnTo>
                  <a:pt x="341685" y="45190"/>
                </a:lnTo>
                <a:lnTo>
                  <a:pt x="333824" y="28982"/>
                </a:lnTo>
                <a:close/>
                <a:moveTo>
                  <a:pt x="224839" y="5556"/>
                </a:moveTo>
                <a:lnTo>
                  <a:pt x="217970" y="14230"/>
                </a:lnTo>
                <a:lnTo>
                  <a:pt x="239569" y="12847"/>
                </a:lnTo>
                <a:close/>
                <a:moveTo>
                  <a:pt x="224839" y="5556"/>
                </a:moveTo>
                <a:lnTo>
                  <a:pt x="210109" y="4722"/>
                </a:lnTo>
                <a:lnTo>
                  <a:pt x="217970" y="14230"/>
                </a:lnTo>
                <a:close/>
                <a:moveTo>
                  <a:pt x="224839" y="5556"/>
                </a:moveTo>
                <a:lnTo>
                  <a:pt x="231708" y="0"/>
                </a:lnTo>
                <a:lnTo>
                  <a:pt x="210109" y="4722"/>
                </a:lnTo>
                <a:close/>
                <a:moveTo>
                  <a:pt x="101124" y="14436"/>
                </a:moveTo>
                <a:lnTo>
                  <a:pt x="86394" y="19711"/>
                </a:lnTo>
                <a:lnTo>
                  <a:pt x="94255" y="21451"/>
                </a:lnTo>
                <a:close/>
                <a:moveTo>
                  <a:pt x="79525" y="28128"/>
                </a:moveTo>
                <a:lnTo>
                  <a:pt x="94255" y="21451"/>
                </a:lnTo>
                <a:lnTo>
                  <a:pt x="86394" y="19711"/>
                </a:lnTo>
                <a:close/>
                <a:moveTo>
                  <a:pt x="14730" y="63943"/>
                </a:moveTo>
                <a:lnTo>
                  <a:pt x="0" y="60718"/>
                </a:lnTo>
                <a:lnTo>
                  <a:pt x="7861" y="70858"/>
                </a:lnTo>
                <a:close/>
                <a:moveTo>
                  <a:pt x="14730" y="63943"/>
                </a:moveTo>
                <a:lnTo>
                  <a:pt x="21599" y="57028"/>
                </a:lnTo>
                <a:lnTo>
                  <a:pt x="0" y="60718"/>
                </a:lnTo>
                <a:close/>
                <a:moveTo>
                  <a:pt x="14730" y="63943"/>
                </a:moveTo>
                <a:lnTo>
                  <a:pt x="29460" y="55685"/>
                </a:lnTo>
                <a:lnTo>
                  <a:pt x="21599" y="57028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04" name="PANEL_01-water-4-230_898">
            <a:extLst>
              <a:ext uri="{FF2B5EF4-FFF2-40B4-BE49-F238E27FC236}">
                <a16:creationId xmlns:a16="http://schemas.microsoft.com/office/drawing/2014/main" id="{8D7AEB5F-E1C3-4EE5-B51C-8CC42C66EA9E}"/>
              </a:ext>
            </a:extLst>
          </p:cNvPr>
          <p:cNvSpPr>
            <a:spLocks/>
          </p:cNvSpPr>
          <p:nvPr/>
        </p:nvSpPr>
        <p:spPr>
          <a:xfrm>
            <a:off x="1477926" y="880478"/>
            <a:ext cx="516062" cy="29940"/>
          </a:xfrm>
          <a:custGeom>
            <a:pathLst>
              <a:path w="349546" h="20280">
                <a:moveTo>
                  <a:pt x="334817" y="15191"/>
                </a:moveTo>
                <a:lnTo>
                  <a:pt x="341685" y="8276"/>
                </a:lnTo>
                <a:lnTo>
                  <a:pt x="320087" y="11967"/>
                </a:lnTo>
                <a:close/>
                <a:moveTo>
                  <a:pt x="334817" y="15191"/>
                </a:moveTo>
                <a:lnTo>
                  <a:pt x="349546" y="18416"/>
                </a:lnTo>
                <a:lnTo>
                  <a:pt x="341685" y="8276"/>
                </a:lnTo>
                <a:close/>
                <a:moveTo>
                  <a:pt x="326955" y="5051"/>
                </a:moveTo>
                <a:lnTo>
                  <a:pt x="320087" y="11967"/>
                </a:lnTo>
                <a:lnTo>
                  <a:pt x="341685" y="8276"/>
                </a:lnTo>
                <a:close/>
                <a:moveTo>
                  <a:pt x="326955" y="5051"/>
                </a:moveTo>
                <a:lnTo>
                  <a:pt x="312226" y="1827"/>
                </a:lnTo>
                <a:lnTo>
                  <a:pt x="320087" y="11967"/>
                </a:lnTo>
                <a:close/>
                <a:moveTo>
                  <a:pt x="305357" y="8742"/>
                </a:moveTo>
                <a:lnTo>
                  <a:pt x="298488" y="15657"/>
                </a:lnTo>
                <a:lnTo>
                  <a:pt x="320087" y="11967"/>
                </a:lnTo>
                <a:close/>
                <a:moveTo>
                  <a:pt x="305357" y="8742"/>
                </a:moveTo>
                <a:lnTo>
                  <a:pt x="290627" y="5517"/>
                </a:lnTo>
                <a:lnTo>
                  <a:pt x="298488" y="15657"/>
                </a:lnTo>
                <a:close/>
                <a:moveTo>
                  <a:pt x="305357" y="8742"/>
                </a:moveTo>
                <a:lnTo>
                  <a:pt x="320087" y="11967"/>
                </a:lnTo>
                <a:lnTo>
                  <a:pt x="312226" y="1827"/>
                </a:lnTo>
                <a:close/>
                <a:moveTo>
                  <a:pt x="283758" y="12433"/>
                </a:moveTo>
                <a:lnTo>
                  <a:pt x="269028" y="9208"/>
                </a:lnTo>
                <a:lnTo>
                  <a:pt x="276890" y="19348"/>
                </a:lnTo>
                <a:close/>
                <a:moveTo>
                  <a:pt x="283758" y="12433"/>
                </a:moveTo>
                <a:lnTo>
                  <a:pt x="290627" y="5517"/>
                </a:lnTo>
                <a:lnTo>
                  <a:pt x="269028" y="9208"/>
                </a:lnTo>
                <a:close/>
                <a:moveTo>
                  <a:pt x="283758" y="12433"/>
                </a:moveTo>
                <a:lnTo>
                  <a:pt x="298488" y="15657"/>
                </a:lnTo>
                <a:lnTo>
                  <a:pt x="290627" y="5517"/>
                </a:lnTo>
                <a:close/>
                <a:moveTo>
                  <a:pt x="262160" y="16123"/>
                </a:moveTo>
                <a:lnTo>
                  <a:pt x="269028" y="9208"/>
                </a:lnTo>
                <a:lnTo>
                  <a:pt x="247430" y="12899"/>
                </a:lnTo>
                <a:close/>
                <a:moveTo>
                  <a:pt x="262160" y="16123"/>
                </a:moveTo>
                <a:lnTo>
                  <a:pt x="276890" y="19348"/>
                </a:lnTo>
                <a:lnTo>
                  <a:pt x="269028" y="9208"/>
                </a:lnTo>
                <a:close/>
                <a:moveTo>
                  <a:pt x="275897" y="2293"/>
                </a:moveTo>
                <a:lnTo>
                  <a:pt x="269028" y="9208"/>
                </a:lnTo>
                <a:lnTo>
                  <a:pt x="290627" y="5517"/>
                </a:lnTo>
                <a:close/>
                <a:moveTo>
                  <a:pt x="254299" y="5983"/>
                </a:moveTo>
                <a:lnTo>
                  <a:pt x="247430" y="12899"/>
                </a:lnTo>
                <a:lnTo>
                  <a:pt x="269028" y="9208"/>
                </a:lnTo>
                <a:close/>
                <a:moveTo>
                  <a:pt x="254299" y="5983"/>
                </a:moveTo>
                <a:lnTo>
                  <a:pt x="239569" y="2759"/>
                </a:lnTo>
                <a:lnTo>
                  <a:pt x="247430" y="12899"/>
                </a:lnTo>
                <a:close/>
                <a:moveTo>
                  <a:pt x="232700" y="9674"/>
                </a:moveTo>
                <a:lnTo>
                  <a:pt x="225831" y="16589"/>
                </a:lnTo>
                <a:lnTo>
                  <a:pt x="247430" y="12899"/>
                </a:lnTo>
                <a:close/>
                <a:moveTo>
                  <a:pt x="232700" y="9674"/>
                </a:moveTo>
                <a:lnTo>
                  <a:pt x="217970" y="6449"/>
                </a:lnTo>
                <a:lnTo>
                  <a:pt x="225831" y="16589"/>
                </a:lnTo>
                <a:close/>
                <a:moveTo>
                  <a:pt x="232700" y="9674"/>
                </a:moveTo>
                <a:lnTo>
                  <a:pt x="239569" y="2759"/>
                </a:lnTo>
                <a:lnTo>
                  <a:pt x="217970" y="6449"/>
                </a:lnTo>
                <a:close/>
                <a:moveTo>
                  <a:pt x="232700" y="9674"/>
                </a:moveTo>
                <a:lnTo>
                  <a:pt x="247430" y="12899"/>
                </a:lnTo>
                <a:lnTo>
                  <a:pt x="239569" y="2759"/>
                </a:lnTo>
                <a:close/>
                <a:moveTo>
                  <a:pt x="211102" y="13365"/>
                </a:moveTo>
                <a:lnTo>
                  <a:pt x="196372" y="10140"/>
                </a:lnTo>
                <a:lnTo>
                  <a:pt x="204233" y="20280"/>
                </a:lnTo>
                <a:close/>
                <a:moveTo>
                  <a:pt x="211102" y="13365"/>
                </a:moveTo>
                <a:lnTo>
                  <a:pt x="217970" y="6449"/>
                </a:lnTo>
                <a:lnTo>
                  <a:pt x="196372" y="10140"/>
                </a:lnTo>
                <a:close/>
                <a:moveTo>
                  <a:pt x="211102" y="13365"/>
                </a:moveTo>
                <a:lnTo>
                  <a:pt x="225831" y="16589"/>
                </a:lnTo>
                <a:lnTo>
                  <a:pt x="217970" y="6449"/>
                </a:lnTo>
                <a:close/>
                <a:moveTo>
                  <a:pt x="189503" y="17055"/>
                </a:moveTo>
                <a:lnTo>
                  <a:pt x="196372" y="10140"/>
                </a:lnTo>
                <a:lnTo>
                  <a:pt x="174773" y="13831"/>
                </a:lnTo>
                <a:close/>
                <a:moveTo>
                  <a:pt x="203240" y="3225"/>
                </a:moveTo>
                <a:lnTo>
                  <a:pt x="196372" y="10140"/>
                </a:lnTo>
                <a:lnTo>
                  <a:pt x="217970" y="6449"/>
                </a:lnTo>
                <a:close/>
                <a:moveTo>
                  <a:pt x="181642" y="6915"/>
                </a:moveTo>
                <a:lnTo>
                  <a:pt x="174773" y="13831"/>
                </a:lnTo>
                <a:lnTo>
                  <a:pt x="196372" y="10140"/>
                </a:lnTo>
                <a:close/>
                <a:moveTo>
                  <a:pt x="181642" y="6915"/>
                </a:moveTo>
                <a:lnTo>
                  <a:pt x="166912" y="3691"/>
                </a:lnTo>
                <a:lnTo>
                  <a:pt x="174773" y="13831"/>
                </a:lnTo>
                <a:close/>
                <a:moveTo>
                  <a:pt x="181642" y="6915"/>
                </a:moveTo>
                <a:lnTo>
                  <a:pt x="196372" y="10140"/>
                </a:lnTo>
                <a:lnTo>
                  <a:pt x="188511" y="0"/>
                </a:lnTo>
                <a:close/>
                <a:moveTo>
                  <a:pt x="160043" y="10606"/>
                </a:moveTo>
                <a:lnTo>
                  <a:pt x="153175" y="17521"/>
                </a:lnTo>
                <a:lnTo>
                  <a:pt x="174773" y="13831"/>
                </a:lnTo>
                <a:close/>
                <a:moveTo>
                  <a:pt x="160043" y="10606"/>
                </a:moveTo>
                <a:lnTo>
                  <a:pt x="145314" y="7381"/>
                </a:lnTo>
                <a:lnTo>
                  <a:pt x="153175" y="17521"/>
                </a:lnTo>
                <a:close/>
                <a:moveTo>
                  <a:pt x="160043" y="10606"/>
                </a:moveTo>
                <a:lnTo>
                  <a:pt x="166912" y="3691"/>
                </a:lnTo>
                <a:lnTo>
                  <a:pt x="145314" y="7381"/>
                </a:lnTo>
                <a:close/>
                <a:moveTo>
                  <a:pt x="160043" y="10606"/>
                </a:moveTo>
                <a:lnTo>
                  <a:pt x="174773" y="13831"/>
                </a:lnTo>
                <a:lnTo>
                  <a:pt x="166912" y="3691"/>
                </a:lnTo>
                <a:close/>
                <a:moveTo>
                  <a:pt x="138445" y="14296"/>
                </a:moveTo>
                <a:lnTo>
                  <a:pt x="145314" y="7381"/>
                </a:lnTo>
                <a:lnTo>
                  <a:pt x="123715" y="11072"/>
                </a:lnTo>
                <a:close/>
                <a:moveTo>
                  <a:pt x="138445" y="14296"/>
                </a:moveTo>
                <a:lnTo>
                  <a:pt x="153175" y="17521"/>
                </a:lnTo>
                <a:lnTo>
                  <a:pt x="145314" y="7381"/>
                </a:lnTo>
                <a:close/>
                <a:moveTo>
                  <a:pt x="116846" y="17987"/>
                </a:moveTo>
                <a:lnTo>
                  <a:pt x="123715" y="11072"/>
                </a:lnTo>
                <a:lnTo>
                  <a:pt x="102116" y="14762"/>
                </a:lnTo>
                <a:close/>
                <a:moveTo>
                  <a:pt x="130584" y="4157"/>
                </a:moveTo>
                <a:lnTo>
                  <a:pt x="123715" y="11072"/>
                </a:lnTo>
                <a:lnTo>
                  <a:pt x="145314" y="7381"/>
                </a:lnTo>
                <a:close/>
                <a:moveTo>
                  <a:pt x="108985" y="7847"/>
                </a:moveTo>
                <a:lnTo>
                  <a:pt x="102116" y="14762"/>
                </a:lnTo>
                <a:lnTo>
                  <a:pt x="123715" y="11072"/>
                </a:lnTo>
                <a:close/>
                <a:moveTo>
                  <a:pt x="108985" y="7847"/>
                </a:moveTo>
                <a:lnTo>
                  <a:pt x="94255" y="4623"/>
                </a:lnTo>
                <a:lnTo>
                  <a:pt x="102116" y="14762"/>
                </a:lnTo>
                <a:close/>
                <a:moveTo>
                  <a:pt x="108985" y="7847"/>
                </a:moveTo>
                <a:lnTo>
                  <a:pt x="123715" y="11072"/>
                </a:lnTo>
                <a:lnTo>
                  <a:pt x="115854" y="932"/>
                </a:lnTo>
                <a:close/>
                <a:moveTo>
                  <a:pt x="87387" y="11538"/>
                </a:moveTo>
                <a:lnTo>
                  <a:pt x="80518" y="18453"/>
                </a:lnTo>
                <a:lnTo>
                  <a:pt x="102116" y="14762"/>
                </a:lnTo>
                <a:close/>
                <a:moveTo>
                  <a:pt x="87387" y="11538"/>
                </a:moveTo>
                <a:lnTo>
                  <a:pt x="72657" y="8313"/>
                </a:lnTo>
                <a:lnTo>
                  <a:pt x="80518" y="18453"/>
                </a:lnTo>
                <a:close/>
                <a:moveTo>
                  <a:pt x="87387" y="11538"/>
                </a:moveTo>
                <a:lnTo>
                  <a:pt x="94255" y="4623"/>
                </a:lnTo>
                <a:lnTo>
                  <a:pt x="72657" y="8313"/>
                </a:lnTo>
                <a:close/>
                <a:moveTo>
                  <a:pt x="87387" y="11538"/>
                </a:moveTo>
                <a:lnTo>
                  <a:pt x="102116" y="14762"/>
                </a:lnTo>
                <a:lnTo>
                  <a:pt x="94255" y="4623"/>
                </a:lnTo>
                <a:close/>
                <a:moveTo>
                  <a:pt x="65788" y="15228"/>
                </a:moveTo>
                <a:lnTo>
                  <a:pt x="72657" y="8313"/>
                </a:lnTo>
                <a:lnTo>
                  <a:pt x="51058" y="12004"/>
                </a:lnTo>
                <a:close/>
                <a:moveTo>
                  <a:pt x="65788" y="15228"/>
                </a:moveTo>
                <a:lnTo>
                  <a:pt x="80518" y="18453"/>
                </a:lnTo>
                <a:lnTo>
                  <a:pt x="72657" y="8313"/>
                </a:lnTo>
                <a:close/>
                <a:moveTo>
                  <a:pt x="57927" y="5089"/>
                </a:moveTo>
                <a:lnTo>
                  <a:pt x="51058" y="12004"/>
                </a:lnTo>
                <a:lnTo>
                  <a:pt x="72657" y="8313"/>
                </a:lnTo>
                <a:close/>
                <a:moveTo>
                  <a:pt x="57927" y="5089"/>
                </a:moveTo>
                <a:lnTo>
                  <a:pt x="43197" y="1864"/>
                </a:lnTo>
                <a:lnTo>
                  <a:pt x="51058" y="12004"/>
                </a:lnTo>
                <a:close/>
                <a:moveTo>
                  <a:pt x="36328" y="8779"/>
                </a:moveTo>
                <a:lnTo>
                  <a:pt x="29460" y="15694"/>
                </a:lnTo>
                <a:lnTo>
                  <a:pt x="51058" y="12004"/>
                </a:lnTo>
                <a:close/>
                <a:moveTo>
                  <a:pt x="36328" y="8779"/>
                </a:moveTo>
                <a:lnTo>
                  <a:pt x="21599" y="5555"/>
                </a:lnTo>
                <a:lnTo>
                  <a:pt x="29460" y="15694"/>
                </a:lnTo>
                <a:close/>
                <a:moveTo>
                  <a:pt x="36328" y="8779"/>
                </a:moveTo>
                <a:lnTo>
                  <a:pt x="51058" y="12004"/>
                </a:lnTo>
                <a:lnTo>
                  <a:pt x="43197" y="1864"/>
                </a:lnTo>
                <a:close/>
                <a:moveTo>
                  <a:pt x="14730" y="12470"/>
                </a:moveTo>
                <a:lnTo>
                  <a:pt x="0" y="9245"/>
                </a:lnTo>
                <a:lnTo>
                  <a:pt x="7861" y="19385"/>
                </a:lnTo>
                <a:close/>
                <a:moveTo>
                  <a:pt x="14730" y="12470"/>
                </a:moveTo>
                <a:lnTo>
                  <a:pt x="21599" y="5555"/>
                </a:lnTo>
                <a:lnTo>
                  <a:pt x="0" y="9245"/>
                </a:lnTo>
                <a:close/>
                <a:moveTo>
                  <a:pt x="14730" y="12470"/>
                </a:moveTo>
                <a:lnTo>
                  <a:pt x="29460" y="15694"/>
                </a:lnTo>
                <a:lnTo>
                  <a:pt x="21599" y="5555"/>
                </a:lnTo>
                <a:close/>
                <a:moveTo>
                  <a:pt x="6869" y="2330"/>
                </a:moveTo>
                <a:lnTo>
                  <a:pt x="0" y="9245"/>
                </a:lnTo>
                <a:lnTo>
                  <a:pt x="21599" y="5555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605" name="PANEL_01-slope-5-210_899">
            <a:extLst>
              <a:ext uri="{FF2B5EF4-FFF2-40B4-BE49-F238E27FC236}">
                <a16:creationId xmlns:a16="http://schemas.microsoft.com/office/drawing/2014/main" id="{6BAFB1E5-726B-4012-8DF5-095AA9219AAA}"/>
              </a:ext>
            </a:extLst>
          </p:cNvPr>
          <p:cNvSpPr>
            <a:spLocks/>
          </p:cNvSpPr>
          <p:nvPr/>
        </p:nvSpPr>
        <p:spPr>
          <a:xfrm>
            <a:off x="658875" y="561882"/>
            <a:ext cx="129016" cy="49634"/>
          </a:xfrm>
          <a:custGeom>
            <a:pathLst>
              <a:path w="87387" h="33619">
                <a:moveTo>
                  <a:pt x="80518" y="32470"/>
                </a:moveTo>
                <a:lnTo>
                  <a:pt x="87387" y="33619"/>
                </a:lnTo>
                <a:lnTo>
                  <a:pt x="65788" y="25016"/>
                </a:lnTo>
                <a:close/>
                <a:moveTo>
                  <a:pt x="72657" y="28401"/>
                </a:moveTo>
                <a:lnTo>
                  <a:pt x="65788" y="25016"/>
                </a:lnTo>
                <a:lnTo>
                  <a:pt x="87387" y="33619"/>
                </a:lnTo>
                <a:close/>
                <a:moveTo>
                  <a:pt x="72657" y="28401"/>
                </a:moveTo>
                <a:lnTo>
                  <a:pt x="57927" y="21011"/>
                </a:lnTo>
                <a:lnTo>
                  <a:pt x="65788" y="25016"/>
                </a:lnTo>
                <a:close/>
                <a:moveTo>
                  <a:pt x="51058" y="17390"/>
                </a:moveTo>
                <a:lnTo>
                  <a:pt x="57927" y="21011"/>
                </a:lnTo>
                <a:lnTo>
                  <a:pt x="36328" y="11575"/>
                </a:lnTo>
                <a:close/>
                <a:moveTo>
                  <a:pt x="51058" y="17390"/>
                </a:moveTo>
                <a:lnTo>
                  <a:pt x="65788" y="25016"/>
                </a:lnTo>
                <a:lnTo>
                  <a:pt x="57927" y="21011"/>
                </a:lnTo>
                <a:close/>
                <a:moveTo>
                  <a:pt x="43197" y="14011"/>
                </a:moveTo>
                <a:lnTo>
                  <a:pt x="36328" y="11575"/>
                </a:lnTo>
                <a:lnTo>
                  <a:pt x="57927" y="21011"/>
                </a:lnTo>
                <a:close/>
                <a:moveTo>
                  <a:pt x="21599" y="6224"/>
                </a:moveTo>
                <a:lnTo>
                  <a:pt x="14730" y="4252"/>
                </a:lnTo>
                <a:lnTo>
                  <a:pt x="36328" y="11575"/>
                </a:lnTo>
                <a:close/>
                <a:moveTo>
                  <a:pt x="21599" y="6224"/>
                </a:moveTo>
                <a:lnTo>
                  <a:pt x="6869" y="2306"/>
                </a:lnTo>
                <a:lnTo>
                  <a:pt x="14730" y="4252"/>
                </a:lnTo>
                <a:close/>
                <a:moveTo>
                  <a:pt x="21599" y="6224"/>
                </a:moveTo>
                <a:lnTo>
                  <a:pt x="36328" y="11575"/>
                </a:lnTo>
                <a:lnTo>
                  <a:pt x="28467" y="8938"/>
                </a:lnTo>
                <a:close/>
                <a:moveTo>
                  <a:pt x="0" y="0"/>
                </a:moveTo>
                <a:lnTo>
                  <a:pt x="14730" y="4252"/>
                </a:lnTo>
                <a:lnTo>
                  <a:pt x="6869" y="2306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606" name="PANEL_01-slope-5-215_900">
            <a:extLst>
              <a:ext uri="{FF2B5EF4-FFF2-40B4-BE49-F238E27FC236}">
                <a16:creationId xmlns:a16="http://schemas.microsoft.com/office/drawing/2014/main" id="{820F048B-D50D-43A5-A03C-045B9FC3237F}"/>
              </a:ext>
            </a:extLst>
          </p:cNvPr>
          <p:cNvSpPr>
            <a:spLocks/>
          </p:cNvSpPr>
          <p:nvPr/>
        </p:nvSpPr>
        <p:spPr>
          <a:xfrm>
            <a:off x="529859" y="556683"/>
            <a:ext cx="959673" cy="352414"/>
          </a:xfrm>
          <a:custGeom>
            <a:pathLst>
              <a:path w="650020" h="238702">
                <a:moveTo>
                  <a:pt x="635290" y="228993"/>
                </a:moveTo>
                <a:lnTo>
                  <a:pt x="650020" y="238702"/>
                </a:lnTo>
                <a:lnTo>
                  <a:pt x="642159" y="228563"/>
                </a:lnTo>
                <a:close/>
                <a:moveTo>
                  <a:pt x="541035" y="215892"/>
                </a:moveTo>
                <a:lnTo>
                  <a:pt x="547903" y="211569"/>
                </a:lnTo>
                <a:lnTo>
                  <a:pt x="526305" y="206952"/>
                </a:lnTo>
                <a:close/>
                <a:moveTo>
                  <a:pt x="533173" y="203372"/>
                </a:moveTo>
                <a:lnTo>
                  <a:pt x="526305" y="206952"/>
                </a:lnTo>
                <a:lnTo>
                  <a:pt x="547903" y="211569"/>
                </a:lnTo>
                <a:close/>
                <a:moveTo>
                  <a:pt x="533173" y="203372"/>
                </a:moveTo>
                <a:lnTo>
                  <a:pt x="518444" y="192113"/>
                </a:lnTo>
                <a:lnTo>
                  <a:pt x="526305" y="206952"/>
                </a:lnTo>
                <a:close/>
                <a:moveTo>
                  <a:pt x="511575" y="198071"/>
                </a:moveTo>
                <a:lnTo>
                  <a:pt x="518444" y="192113"/>
                </a:lnTo>
                <a:lnTo>
                  <a:pt x="496845" y="187164"/>
                </a:lnTo>
                <a:close/>
                <a:moveTo>
                  <a:pt x="482115" y="178084"/>
                </a:moveTo>
                <a:lnTo>
                  <a:pt x="475247" y="181323"/>
                </a:lnTo>
                <a:lnTo>
                  <a:pt x="496845" y="187164"/>
                </a:lnTo>
                <a:close/>
                <a:moveTo>
                  <a:pt x="482115" y="178084"/>
                </a:moveTo>
                <a:lnTo>
                  <a:pt x="467385" y="166940"/>
                </a:lnTo>
                <a:lnTo>
                  <a:pt x="475247" y="181323"/>
                </a:lnTo>
                <a:close/>
                <a:moveTo>
                  <a:pt x="372138" y="109781"/>
                </a:moveTo>
                <a:lnTo>
                  <a:pt x="357408" y="99396"/>
                </a:lnTo>
                <a:lnTo>
                  <a:pt x="365269" y="116363"/>
                </a:lnTo>
                <a:close/>
                <a:moveTo>
                  <a:pt x="372138" y="109781"/>
                </a:moveTo>
                <a:lnTo>
                  <a:pt x="379006" y="105316"/>
                </a:lnTo>
                <a:lnTo>
                  <a:pt x="357408" y="99396"/>
                </a:lnTo>
                <a:close/>
                <a:moveTo>
                  <a:pt x="372138" y="109781"/>
                </a:moveTo>
                <a:lnTo>
                  <a:pt x="386867" y="121530"/>
                </a:lnTo>
                <a:lnTo>
                  <a:pt x="379006" y="105316"/>
                </a:lnTo>
                <a:close/>
                <a:moveTo>
                  <a:pt x="350539" y="104320"/>
                </a:moveTo>
                <a:lnTo>
                  <a:pt x="357408" y="99396"/>
                </a:lnTo>
                <a:lnTo>
                  <a:pt x="335809" y="91265"/>
                </a:lnTo>
                <a:close/>
                <a:moveTo>
                  <a:pt x="342678" y="87784"/>
                </a:moveTo>
                <a:lnTo>
                  <a:pt x="335809" y="91265"/>
                </a:lnTo>
                <a:lnTo>
                  <a:pt x="357408" y="99396"/>
                </a:lnTo>
                <a:close/>
                <a:moveTo>
                  <a:pt x="342678" y="87784"/>
                </a:moveTo>
                <a:lnTo>
                  <a:pt x="327948" y="74288"/>
                </a:lnTo>
                <a:lnTo>
                  <a:pt x="335809" y="91265"/>
                </a:lnTo>
                <a:close/>
                <a:moveTo>
                  <a:pt x="342678" y="87784"/>
                </a:moveTo>
                <a:lnTo>
                  <a:pt x="349546" y="84467"/>
                </a:lnTo>
                <a:lnTo>
                  <a:pt x="327948" y="74288"/>
                </a:lnTo>
                <a:close/>
                <a:moveTo>
                  <a:pt x="342678" y="87784"/>
                </a:moveTo>
                <a:lnTo>
                  <a:pt x="357408" y="99396"/>
                </a:lnTo>
                <a:lnTo>
                  <a:pt x="349546" y="84467"/>
                </a:lnTo>
                <a:close/>
                <a:moveTo>
                  <a:pt x="321079" y="78752"/>
                </a:moveTo>
                <a:lnTo>
                  <a:pt x="327948" y="74288"/>
                </a:lnTo>
                <a:lnTo>
                  <a:pt x="306349" y="63316"/>
                </a:lnTo>
                <a:close/>
                <a:moveTo>
                  <a:pt x="321079" y="78752"/>
                </a:moveTo>
                <a:lnTo>
                  <a:pt x="335809" y="91265"/>
                </a:lnTo>
                <a:lnTo>
                  <a:pt x="327948" y="74288"/>
                </a:lnTo>
                <a:close/>
                <a:moveTo>
                  <a:pt x="313218" y="59008"/>
                </a:moveTo>
                <a:lnTo>
                  <a:pt x="306349" y="63316"/>
                </a:lnTo>
                <a:lnTo>
                  <a:pt x="327948" y="74288"/>
                </a:lnTo>
                <a:close/>
                <a:moveTo>
                  <a:pt x="313218" y="59008"/>
                </a:moveTo>
                <a:lnTo>
                  <a:pt x="298488" y="45317"/>
                </a:lnTo>
                <a:lnTo>
                  <a:pt x="306349" y="63316"/>
                </a:lnTo>
                <a:close/>
                <a:moveTo>
                  <a:pt x="313218" y="59008"/>
                </a:moveTo>
                <a:lnTo>
                  <a:pt x="320087" y="56832"/>
                </a:lnTo>
                <a:lnTo>
                  <a:pt x="298488" y="45317"/>
                </a:lnTo>
                <a:close/>
                <a:moveTo>
                  <a:pt x="313218" y="59008"/>
                </a:moveTo>
                <a:lnTo>
                  <a:pt x="327948" y="74288"/>
                </a:lnTo>
                <a:lnTo>
                  <a:pt x="320087" y="56832"/>
                </a:lnTo>
                <a:close/>
                <a:moveTo>
                  <a:pt x="291620" y="49040"/>
                </a:moveTo>
                <a:lnTo>
                  <a:pt x="298488" y="45317"/>
                </a:lnTo>
                <a:lnTo>
                  <a:pt x="276890" y="36191"/>
                </a:lnTo>
                <a:close/>
                <a:moveTo>
                  <a:pt x="291620" y="49040"/>
                </a:moveTo>
                <a:lnTo>
                  <a:pt x="306349" y="63316"/>
                </a:lnTo>
                <a:lnTo>
                  <a:pt x="298488" y="45317"/>
                </a:lnTo>
                <a:close/>
                <a:moveTo>
                  <a:pt x="283758" y="31385"/>
                </a:moveTo>
                <a:lnTo>
                  <a:pt x="276890" y="36191"/>
                </a:lnTo>
                <a:lnTo>
                  <a:pt x="298488" y="45317"/>
                </a:lnTo>
                <a:close/>
                <a:moveTo>
                  <a:pt x="283758" y="31385"/>
                </a:moveTo>
                <a:lnTo>
                  <a:pt x="269028" y="24239"/>
                </a:lnTo>
                <a:lnTo>
                  <a:pt x="276890" y="36191"/>
                </a:lnTo>
                <a:close/>
                <a:moveTo>
                  <a:pt x="283758" y="31385"/>
                </a:moveTo>
                <a:lnTo>
                  <a:pt x="298488" y="45317"/>
                </a:lnTo>
                <a:lnTo>
                  <a:pt x="290627" y="31231"/>
                </a:lnTo>
                <a:close/>
                <a:moveTo>
                  <a:pt x="262160" y="25006"/>
                </a:moveTo>
                <a:lnTo>
                  <a:pt x="269028" y="24239"/>
                </a:lnTo>
                <a:lnTo>
                  <a:pt x="247430" y="23401"/>
                </a:lnTo>
                <a:close/>
                <a:moveTo>
                  <a:pt x="262160" y="25006"/>
                </a:moveTo>
                <a:lnTo>
                  <a:pt x="276890" y="36191"/>
                </a:lnTo>
                <a:lnTo>
                  <a:pt x="269028" y="24239"/>
                </a:lnTo>
                <a:close/>
                <a:moveTo>
                  <a:pt x="189503" y="41691"/>
                </a:moveTo>
                <a:lnTo>
                  <a:pt x="174773" y="37139"/>
                </a:lnTo>
                <a:lnTo>
                  <a:pt x="182634" y="39363"/>
                </a:lnTo>
                <a:close/>
                <a:moveTo>
                  <a:pt x="189503" y="41691"/>
                </a:moveTo>
                <a:lnTo>
                  <a:pt x="196372" y="38452"/>
                </a:lnTo>
                <a:lnTo>
                  <a:pt x="174773" y="37139"/>
                </a:lnTo>
                <a:close/>
                <a:moveTo>
                  <a:pt x="87387" y="3521"/>
                </a:moveTo>
                <a:lnTo>
                  <a:pt x="94255" y="5827"/>
                </a:lnTo>
                <a:lnTo>
                  <a:pt x="72657" y="4178"/>
                </a:lnTo>
                <a:close/>
                <a:moveTo>
                  <a:pt x="65788" y="6007"/>
                </a:moveTo>
                <a:lnTo>
                  <a:pt x="72657" y="4178"/>
                </a:lnTo>
                <a:lnTo>
                  <a:pt x="51058" y="6310"/>
                </a:lnTo>
                <a:close/>
                <a:moveTo>
                  <a:pt x="79525" y="2725"/>
                </a:moveTo>
                <a:lnTo>
                  <a:pt x="72657" y="4178"/>
                </a:lnTo>
                <a:lnTo>
                  <a:pt x="94255" y="5827"/>
                </a:lnTo>
                <a:close/>
                <a:moveTo>
                  <a:pt x="57927" y="4459"/>
                </a:moveTo>
                <a:lnTo>
                  <a:pt x="51058" y="6310"/>
                </a:lnTo>
                <a:lnTo>
                  <a:pt x="72657" y="4178"/>
                </a:lnTo>
                <a:close/>
                <a:moveTo>
                  <a:pt x="57927" y="4459"/>
                </a:moveTo>
                <a:lnTo>
                  <a:pt x="43197" y="1712"/>
                </a:lnTo>
                <a:lnTo>
                  <a:pt x="51058" y="6310"/>
                </a:lnTo>
                <a:close/>
                <a:moveTo>
                  <a:pt x="36328" y="4554"/>
                </a:moveTo>
                <a:lnTo>
                  <a:pt x="21599" y="4"/>
                </a:lnTo>
                <a:lnTo>
                  <a:pt x="29460" y="5786"/>
                </a:lnTo>
                <a:close/>
                <a:moveTo>
                  <a:pt x="36328" y="4554"/>
                </a:moveTo>
                <a:lnTo>
                  <a:pt x="43197" y="1712"/>
                </a:lnTo>
                <a:lnTo>
                  <a:pt x="21599" y="4"/>
                </a:lnTo>
                <a:close/>
                <a:moveTo>
                  <a:pt x="36328" y="4554"/>
                </a:moveTo>
                <a:lnTo>
                  <a:pt x="51058" y="6310"/>
                </a:lnTo>
                <a:lnTo>
                  <a:pt x="43197" y="1712"/>
                </a:lnTo>
                <a:close/>
                <a:moveTo>
                  <a:pt x="14730" y="966"/>
                </a:moveTo>
                <a:lnTo>
                  <a:pt x="21599" y="4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07" name="PANEL_01-slope-5-220_901">
            <a:extLst>
              <a:ext uri="{FF2B5EF4-FFF2-40B4-BE49-F238E27FC236}">
                <a16:creationId xmlns:a16="http://schemas.microsoft.com/office/drawing/2014/main" id="{86096665-ED34-44D2-965B-A6B7FE384863}"/>
              </a:ext>
            </a:extLst>
          </p:cNvPr>
          <p:cNvSpPr>
            <a:spLocks/>
          </p:cNvSpPr>
          <p:nvPr/>
        </p:nvSpPr>
        <p:spPr>
          <a:xfrm>
            <a:off x="518253" y="552482"/>
            <a:ext cx="2162841" cy="364721"/>
          </a:xfrm>
          <a:custGeom>
            <a:pathLst>
              <a:path w="1464967" h="247038">
                <a:moveTo>
                  <a:pt x="1450237" y="240226"/>
                </a:moveTo>
                <a:lnTo>
                  <a:pt x="1443368" y="247038"/>
                </a:lnTo>
                <a:lnTo>
                  <a:pt x="1464967" y="246639"/>
                </a:lnTo>
                <a:close/>
                <a:moveTo>
                  <a:pt x="1450237" y="240226"/>
                </a:moveTo>
                <a:lnTo>
                  <a:pt x="1435507" y="229706"/>
                </a:lnTo>
                <a:lnTo>
                  <a:pt x="1443368" y="247038"/>
                </a:lnTo>
                <a:close/>
                <a:moveTo>
                  <a:pt x="1428638" y="237300"/>
                </a:moveTo>
                <a:lnTo>
                  <a:pt x="1421769" y="246527"/>
                </a:lnTo>
                <a:lnTo>
                  <a:pt x="1443368" y="247038"/>
                </a:lnTo>
                <a:close/>
                <a:moveTo>
                  <a:pt x="1428638" y="237300"/>
                </a:moveTo>
                <a:lnTo>
                  <a:pt x="1435507" y="229706"/>
                </a:lnTo>
                <a:lnTo>
                  <a:pt x="1413908" y="228893"/>
                </a:lnTo>
                <a:close/>
                <a:moveTo>
                  <a:pt x="1428638" y="237300"/>
                </a:moveTo>
                <a:lnTo>
                  <a:pt x="1443368" y="247038"/>
                </a:lnTo>
                <a:lnTo>
                  <a:pt x="1435507" y="229706"/>
                </a:lnTo>
                <a:close/>
                <a:moveTo>
                  <a:pt x="1420777" y="218964"/>
                </a:moveTo>
                <a:lnTo>
                  <a:pt x="1413908" y="228893"/>
                </a:lnTo>
                <a:lnTo>
                  <a:pt x="1435507" y="229706"/>
                </a:lnTo>
                <a:close/>
                <a:moveTo>
                  <a:pt x="1355981" y="234705"/>
                </a:moveTo>
                <a:lnTo>
                  <a:pt x="1341252" y="227877"/>
                </a:lnTo>
                <a:lnTo>
                  <a:pt x="1349113" y="240200"/>
                </a:lnTo>
                <a:close/>
                <a:moveTo>
                  <a:pt x="1334383" y="232700"/>
                </a:moveTo>
                <a:lnTo>
                  <a:pt x="1341252" y="227877"/>
                </a:lnTo>
                <a:lnTo>
                  <a:pt x="1319653" y="226726"/>
                </a:lnTo>
                <a:close/>
                <a:moveTo>
                  <a:pt x="1348120" y="221592"/>
                </a:moveTo>
                <a:lnTo>
                  <a:pt x="1333390" y="214911"/>
                </a:lnTo>
                <a:lnTo>
                  <a:pt x="1341252" y="227877"/>
                </a:lnTo>
                <a:close/>
                <a:moveTo>
                  <a:pt x="1326522" y="222513"/>
                </a:moveTo>
                <a:lnTo>
                  <a:pt x="1319653" y="226726"/>
                </a:lnTo>
                <a:lnTo>
                  <a:pt x="1341252" y="227877"/>
                </a:lnTo>
                <a:close/>
                <a:moveTo>
                  <a:pt x="1326522" y="222513"/>
                </a:moveTo>
                <a:lnTo>
                  <a:pt x="1311792" y="215079"/>
                </a:lnTo>
                <a:lnTo>
                  <a:pt x="1319653" y="226726"/>
                </a:lnTo>
                <a:close/>
                <a:moveTo>
                  <a:pt x="1326522" y="222513"/>
                </a:moveTo>
                <a:lnTo>
                  <a:pt x="1333390" y="214911"/>
                </a:lnTo>
                <a:lnTo>
                  <a:pt x="1311792" y="215079"/>
                </a:lnTo>
                <a:close/>
                <a:moveTo>
                  <a:pt x="1326522" y="222513"/>
                </a:moveTo>
                <a:lnTo>
                  <a:pt x="1341252" y="227877"/>
                </a:lnTo>
                <a:lnTo>
                  <a:pt x="1333390" y="214911"/>
                </a:lnTo>
                <a:close/>
                <a:moveTo>
                  <a:pt x="1304923" y="219293"/>
                </a:moveTo>
                <a:lnTo>
                  <a:pt x="1311792" y="215079"/>
                </a:lnTo>
                <a:lnTo>
                  <a:pt x="1290193" y="213199"/>
                </a:lnTo>
                <a:close/>
                <a:moveTo>
                  <a:pt x="1304923" y="219293"/>
                </a:moveTo>
                <a:lnTo>
                  <a:pt x="1319653" y="226726"/>
                </a:lnTo>
                <a:lnTo>
                  <a:pt x="1311792" y="215079"/>
                </a:lnTo>
                <a:close/>
                <a:moveTo>
                  <a:pt x="1297062" y="208613"/>
                </a:moveTo>
                <a:lnTo>
                  <a:pt x="1290193" y="213199"/>
                </a:lnTo>
                <a:lnTo>
                  <a:pt x="1311792" y="215079"/>
                </a:lnTo>
                <a:close/>
                <a:moveTo>
                  <a:pt x="1297062" y="208613"/>
                </a:moveTo>
                <a:lnTo>
                  <a:pt x="1282332" y="200842"/>
                </a:lnTo>
                <a:lnTo>
                  <a:pt x="1290193" y="213199"/>
                </a:lnTo>
                <a:close/>
                <a:moveTo>
                  <a:pt x="1275463" y="205785"/>
                </a:moveTo>
                <a:lnTo>
                  <a:pt x="1268595" y="213743"/>
                </a:lnTo>
                <a:lnTo>
                  <a:pt x="1290193" y="213199"/>
                </a:lnTo>
                <a:close/>
                <a:moveTo>
                  <a:pt x="1275463" y="205785"/>
                </a:moveTo>
                <a:lnTo>
                  <a:pt x="1260734" y="199290"/>
                </a:lnTo>
                <a:lnTo>
                  <a:pt x="1268595" y="213743"/>
                </a:lnTo>
                <a:close/>
                <a:moveTo>
                  <a:pt x="1275463" y="205785"/>
                </a:moveTo>
                <a:lnTo>
                  <a:pt x="1282332" y="200842"/>
                </a:lnTo>
                <a:lnTo>
                  <a:pt x="1260734" y="199290"/>
                </a:lnTo>
                <a:close/>
                <a:moveTo>
                  <a:pt x="1275463" y="205785"/>
                </a:moveTo>
                <a:lnTo>
                  <a:pt x="1290193" y="213199"/>
                </a:lnTo>
                <a:lnTo>
                  <a:pt x="1282332" y="200842"/>
                </a:lnTo>
                <a:close/>
                <a:moveTo>
                  <a:pt x="1253865" y="205909"/>
                </a:moveTo>
                <a:lnTo>
                  <a:pt x="1260734" y="199290"/>
                </a:lnTo>
                <a:lnTo>
                  <a:pt x="1239135" y="198409"/>
                </a:lnTo>
                <a:close/>
                <a:moveTo>
                  <a:pt x="1253865" y="205909"/>
                </a:moveTo>
                <a:lnTo>
                  <a:pt x="1268595" y="213743"/>
                </a:lnTo>
                <a:lnTo>
                  <a:pt x="1260734" y="199290"/>
                </a:lnTo>
                <a:close/>
                <a:moveTo>
                  <a:pt x="1246004" y="190711"/>
                </a:moveTo>
                <a:lnTo>
                  <a:pt x="1239135" y="198409"/>
                </a:lnTo>
                <a:lnTo>
                  <a:pt x="1260734" y="199290"/>
                </a:lnTo>
                <a:close/>
                <a:moveTo>
                  <a:pt x="1246004" y="190711"/>
                </a:moveTo>
                <a:lnTo>
                  <a:pt x="1231274" y="182568"/>
                </a:lnTo>
                <a:lnTo>
                  <a:pt x="1239135" y="198409"/>
                </a:lnTo>
                <a:close/>
                <a:moveTo>
                  <a:pt x="1224405" y="189591"/>
                </a:moveTo>
                <a:lnTo>
                  <a:pt x="1217537" y="198516"/>
                </a:lnTo>
                <a:lnTo>
                  <a:pt x="1239135" y="198409"/>
                </a:lnTo>
                <a:close/>
                <a:moveTo>
                  <a:pt x="1224405" y="189591"/>
                </a:moveTo>
                <a:lnTo>
                  <a:pt x="1231274" y="182568"/>
                </a:lnTo>
                <a:lnTo>
                  <a:pt x="1209675" y="183951"/>
                </a:lnTo>
                <a:close/>
                <a:moveTo>
                  <a:pt x="1224405" y="189591"/>
                </a:moveTo>
                <a:lnTo>
                  <a:pt x="1239135" y="198409"/>
                </a:lnTo>
                <a:lnTo>
                  <a:pt x="1231274" y="182568"/>
                </a:lnTo>
                <a:close/>
                <a:moveTo>
                  <a:pt x="1202807" y="191069"/>
                </a:moveTo>
                <a:lnTo>
                  <a:pt x="1209675" y="183951"/>
                </a:lnTo>
                <a:lnTo>
                  <a:pt x="1188077" y="185967"/>
                </a:lnTo>
                <a:close/>
                <a:moveTo>
                  <a:pt x="1202807" y="191069"/>
                </a:moveTo>
                <a:lnTo>
                  <a:pt x="1217537" y="198516"/>
                </a:lnTo>
                <a:lnTo>
                  <a:pt x="1209675" y="183951"/>
                </a:lnTo>
                <a:close/>
                <a:moveTo>
                  <a:pt x="1194945" y="179869"/>
                </a:moveTo>
                <a:lnTo>
                  <a:pt x="1188077" y="185967"/>
                </a:lnTo>
                <a:lnTo>
                  <a:pt x="1209675" y="183951"/>
                </a:lnTo>
                <a:close/>
                <a:moveTo>
                  <a:pt x="1194945" y="179869"/>
                </a:moveTo>
                <a:lnTo>
                  <a:pt x="1180216" y="179466"/>
                </a:lnTo>
                <a:lnTo>
                  <a:pt x="1188077" y="185967"/>
                </a:lnTo>
                <a:close/>
                <a:moveTo>
                  <a:pt x="1173347" y="182842"/>
                </a:moveTo>
                <a:lnTo>
                  <a:pt x="1166478" y="186653"/>
                </a:lnTo>
                <a:lnTo>
                  <a:pt x="1188077" y="185967"/>
                </a:lnTo>
                <a:close/>
                <a:moveTo>
                  <a:pt x="1173347" y="182842"/>
                </a:moveTo>
                <a:lnTo>
                  <a:pt x="1158617" y="182150"/>
                </a:lnTo>
                <a:lnTo>
                  <a:pt x="1166478" y="186653"/>
                </a:lnTo>
                <a:close/>
                <a:moveTo>
                  <a:pt x="1173347" y="182842"/>
                </a:moveTo>
                <a:lnTo>
                  <a:pt x="1188077" y="185967"/>
                </a:lnTo>
                <a:lnTo>
                  <a:pt x="1180216" y="179466"/>
                </a:lnTo>
                <a:close/>
                <a:moveTo>
                  <a:pt x="1151748" y="184361"/>
                </a:moveTo>
                <a:lnTo>
                  <a:pt x="1137019" y="182761"/>
                </a:lnTo>
                <a:lnTo>
                  <a:pt x="1144880" y="187138"/>
                </a:lnTo>
                <a:close/>
                <a:moveTo>
                  <a:pt x="1151748" y="184361"/>
                </a:moveTo>
                <a:lnTo>
                  <a:pt x="1158617" y="182150"/>
                </a:lnTo>
                <a:lnTo>
                  <a:pt x="1137019" y="182761"/>
                </a:lnTo>
                <a:close/>
                <a:moveTo>
                  <a:pt x="1151748" y="184361"/>
                </a:moveTo>
                <a:lnTo>
                  <a:pt x="1166478" y="186653"/>
                </a:lnTo>
                <a:lnTo>
                  <a:pt x="1158617" y="182150"/>
                </a:lnTo>
                <a:close/>
                <a:moveTo>
                  <a:pt x="1130150" y="184575"/>
                </a:moveTo>
                <a:lnTo>
                  <a:pt x="1137019" y="182761"/>
                </a:lnTo>
                <a:lnTo>
                  <a:pt x="1115420" y="184464"/>
                </a:lnTo>
                <a:close/>
                <a:moveTo>
                  <a:pt x="1122289" y="180499"/>
                </a:moveTo>
                <a:lnTo>
                  <a:pt x="1115420" y="184464"/>
                </a:lnTo>
                <a:lnTo>
                  <a:pt x="1137019" y="182761"/>
                </a:lnTo>
                <a:close/>
                <a:moveTo>
                  <a:pt x="1122289" y="180499"/>
                </a:moveTo>
                <a:lnTo>
                  <a:pt x="1107559" y="181541"/>
                </a:lnTo>
                <a:lnTo>
                  <a:pt x="1115420" y="184464"/>
                </a:lnTo>
                <a:close/>
                <a:moveTo>
                  <a:pt x="1100690" y="185243"/>
                </a:moveTo>
                <a:lnTo>
                  <a:pt x="1093822" y="192261"/>
                </a:lnTo>
                <a:lnTo>
                  <a:pt x="1115420" y="184464"/>
                </a:lnTo>
                <a:close/>
                <a:moveTo>
                  <a:pt x="1100690" y="185243"/>
                </a:moveTo>
                <a:lnTo>
                  <a:pt x="1085960" y="191172"/>
                </a:lnTo>
                <a:lnTo>
                  <a:pt x="1093822" y="192261"/>
                </a:lnTo>
                <a:close/>
                <a:moveTo>
                  <a:pt x="1100690" y="185243"/>
                </a:moveTo>
                <a:lnTo>
                  <a:pt x="1115420" y="184464"/>
                </a:lnTo>
                <a:lnTo>
                  <a:pt x="1107559" y="181541"/>
                </a:lnTo>
                <a:close/>
                <a:moveTo>
                  <a:pt x="1079092" y="197439"/>
                </a:moveTo>
                <a:lnTo>
                  <a:pt x="1072223" y="203371"/>
                </a:lnTo>
                <a:lnTo>
                  <a:pt x="1093822" y="192261"/>
                </a:lnTo>
                <a:close/>
                <a:moveTo>
                  <a:pt x="1079092" y="197439"/>
                </a:moveTo>
                <a:lnTo>
                  <a:pt x="1064362" y="201636"/>
                </a:lnTo>
                <a:lnTo>
                  <a:pt x="1072223" y="203371"/>
                </a:lnTo>
                <a:close/>
                <a:moveTo>
                  <a:pt x="1079092" y="197439"/>
                </a:moveTo>
                <a:lnTo>
                  <a:pt x="1085960" y="191172"/>
                </a:lnTo>
                <a:lnTo>
                  <a:pt x="1064362" y="201636"/>
                </a:lnTo>
                <a:close/>
                <a:moveTo>
                  <a:pt x="1079092" y="197439"/>
                </a:moveTo>
                <a:lnTo>
                  <a:pt x="1093822" y="192261"/>
                </a:lnTo>
                <a:lnTo>
                  <a:pt x="1085960" y="191172"/>
                </a:lnTo>
                <a:close/>
                <a:moveTo>
                  <a:pt x="1057493" y="206873"/>
                </a:moveTo>
                <a:lnTo>
                  <a:pt x="1064362" y="201636"/>
                </a:lnTo>
                <a:lnTo>
                  <a:pt x="1042763" y="211964"/>
                </a:lnTo>
                <a:close/>
                <a:moveTo>
                  <a:pt x="1057493" y="206873"/>
                </a:moveTo>
                <a:lnTo>
                  <a:pt x="1072223" y="203371"/>
                </a:lnTo>
                <a:lnTo>
                  <a:pt x="1064362" y="201636"/>
                </a:lnTo>
                <a:close/>
                <a:moveTo>
                  <a:pt x="1035895" y="218279"/>
                </a:moveTo>
                <a:lnTo>
                  <a:pt x="1042763" y="211964"/>
                </a:lnTo>
                <a:lnTo>
                  <a:pt x="1021165" y="225406"/>
                </a:lnTo>
                <a:close/>
                <a:moveTo>
                  <a:pt x="1028033" y="218321"/>
                </a:moveTo>
                <a:lnTo>
                  <a:pt x="1021165" y="225406"/>
                </a:lnTo>
                <a:lnTo>
                  <a:pt x="1042763" y="211964"/>
                </a:lnTo>
                <a:close/>
                <a:moveTo>
                  <a:pt x="651012" y="242979"/>
                </a:moveTo>
                <a:lnTo>
                  <a:pt x="657881" y="241548"/>
                </a:lnTo>
                <a:lnTo>
                  <a:pt x="636283" y="239008"/>
                </a:lnTo>
                <a:close/>
                <a:moveTo>
                  <a:pt x="643151" y="231839"/>
                </a:moveTo>
                <a:lnTo>
                  <a:pt x="636283" y="239008"/>
                </a:lnTo>
                <a:lnTo>
                  <a:pt x="657881" y="241548"/>
                </a:lnTo>
                <a:close/>
                <a:moveTo>
                  <a:pt x="643151" y="231839"/>
                </a:moveTo>
                <a:lnTo>
                  <a:pt x="628421" y="227628"/>
                </a:lnTo>
                <a:lnTo>
                  <a:pt x="636283" y="239008"/>
                </a:lnTo>
                <a:close/>
                <a:moveTo>
                  <a:pt x="621553" y="233189"/>
                </a:moveTo>
                <a:lnTo>
                  <a:pt x="606823" y="228208"/>
                </a:lnTo>
                <a:lnTo>
                  <a:pt x="614684" y="239891"/>
                </a:lnTo>
                <a:close/>
                <a:moveTo>
                  <a:pt x="621553" y="233189"/>
                </a:moveTo>
                <a:lnTo>
                  <a:pt x="628421" y="227628"/>
                </a:lnTo>
                <a:lnTo>
                  <a:pt x="606823" y="228208"/>
                </a:lnTo>
                <a:close/>
                <a:moveTo>
                  <a:pt x="621553" y="233189"/>
                </a:moveTo>
                <a:lnTo>
                  <a:pt x="636283" y="239008"/>
                </a:lnTo>
                <a:lnTo>
                  <a:pt x="628421" y="227628"/>
                </a:lnTo>
                <a:close/>
                <a:moveTo>
                  <a:pt x="599954" y="233440"/>
                </a:moveTo>
                <a:lnTo>
                  <a:pt x="606823" y="228208"/>
                </a:lnTo>
                <a:lnTo>
                  <a:pt x="585224" y="227925"/>
                </a:lnTo>
                <a:close/>
                <a:moveTo>
                  <a:pt x="613691" y="223245"/>
                </a:moveTo>
                <a:lnTo>
                  <a:pt x="606823" y="228208"/>
                </a:lnTo>
                <a:lnTo>
                  <a:pt x="628421" y="227628"/>
                </a:lnTo>
                <a:close/>
                <a:moveTo>
                  <a:pt x="592093" y="222956"/>
                </a:moveTo>
                <a:lnTo>
                  <a:pt x="585224" y="227925"/>
                </a:lnTo>
                <a:lnTo>
                  <a:pt x="606823" y="228208"/>
                </a:lnTo>
                <a:close/>
                <a:moveTo>
                  <a:pt x="592093" y="222956"/>
                </a:moveTo>
                <a:lnTo>
                  <a:pt x="577363" y="216897"/>
                </a:lnTo>
                <a:lnTo>
                  <a:pt x="585224" y="227925"/>
                </a:lnTo>
                <a:close/>
                <a:moveTo>
                  <a:pt x="592093" y="222956"/>
                </a:moveTo>
                <a:lnTo>
                  <a:pt x="606823" y="228208"/>
                </a:lnTo>
                <a:lnTo>
                  <a:pt x="598962" y="217768"/>
                </a:lnTo>
                <a:close/>
                <a:moveTo>
                  <a:pt x="570494" y="222429"/>
                </a:moveTo>
                <a:lnTo>
                  <a:pt x="555765" y="214415"/>
                </a:lnTo>
                <a:lnTo>
                  <a:pt x="563626" y="225787"/>
                </a:lnTo>
                <a:close/>
                <a:moveTo>
                  <a:pt x="570494" y="222429"/>
                </a:moveTo>
                <a:lnTo>
                  <a:pt x="577363" y="216897"/>
                </a:lnTo>
                <a:lnTo>
                  <a:pt x="555765" y="214415"/>
                </a:lnTo>
                <a:close/>
                <a:moveTo>
                  <a:pt x="570494" y="222429"/>
                </a:moveTo>
                <a:lnTo>
                  <a:pt x="585224" y="227925"/>
                </a:lnTo>
                <a:lnTo>
                  <a:pt x="577363" y="216897"/>
                </a:lnTo>
                <a:close/>
                <a:moveTo>
                  <a:pt x="562633" y="210276"/>
                </a:moveTo>
                <a:lnTo>
                  <a:pt x="555765" y="214415"/>
                </a:lnTo>
                <a:lnTo>
                  <a:pt x="577363" y="216897"/>
                </a:lnTo>
                <a:close/>
                <a:moveTo>
                  <a:pt x="541035" y="206217"/>
                </a:moveTo>
                <a:lnTo>
                  <a:pt x="547903" y="200111"/>
                </a:lnTo>
                <a:lnTo>
                  <a:pt x="526305" y="194959"/>
                </a:lnTo>
                <a:close/>
                <a:moveTo>
                  <a:pt x="541035" y="206217"/>
                </a:moveTo>
                <a:lnTo>
                  <a:pt x="555765" y="214415"/>
                </a:lnTo>
                <a:lnTo>
                  <a:pt x="547903" y="200111"/>
                </a:lnTo>
                <a:close/>
                <a:moveTo>
                  <a:pt x="519436" y="200916"/>
                </a:moveTo>
                <a:lnTo>
                  <a:pt x="534166" y="209798"/>
                </a:lnTo>
                <a:lnTo>
                  <a:pt x="526305" y="194959"/>
                </a:lnTo>
                <a:close/>
                <a:moveTo>
                  <a:pt x="511575" y="183765"/>
                </a:moveTo>
                <a:lnTo>
                  <a:pt x="504706" y="190010"/>
                </a:lnTo>
                <a:lnTo>
                  <a:pt x="526305" y="194959"/>
                </a:lnTo>
                <a:close/>
                <a:moveTo>
                  <a:pt x="511575" y="183765"/>
                </a:moveTo>
                <a:lnTo>
                  <a:pt x="496845" y="174140"/>
                </a:lnTo>
                <a:lnTo>
                  <a:pt x="504706" y="190010"/>
                </a:lnTo>
                <a:close/>
                <a:moveTo>
                  <a:pt x="489976" y="180930"/>
                </a:moveTo>
                <a:lnTo>
                  <a:pt x="496845" y="174140"/>
                </a:lnTo>
                <a:lnTo>
                  <a:pt x="475247" y="169786"/>
                </a:lnTo>
                <a:close/>
                <a:moveTo>
                  <a:pt x="489976" y="180930"/>
                </a:moveTo>
                <a:lnTo>
                  <a:pt x="504706" y="190010"/>
                </a:lnTo>
                <a:lnTo>
                  <a:pt x="496845" y="174140"/>
                </a:lnTo>
                <a:close/>
                <a:moveTo>
                  <a:pt x="482115" y="163033"/>
                </a:moveTo>
                <a:lnTo>
                  <a:pt x="475247" y="169786"/>
                </a:lnTo>
                <a:lnTo>
                  <a:pt x="496845" y="174140"/>
                </a:lnTo>
                <a:close/>
                <a:moveTo>
                  <a:pt x="482115" y="163033"/>
                </a:moveTo>
                <a:lnTo>
                  <a:pt x="467385" y="153428"/>
                </a:lnTo>
                <a:lnTo>
                  <a:pt x="475247" y="169786"/>
                </a:lnTo>
                <a:close/>
                <a:moveTo>
                  <a:pt x="460517" y="159815"/>
                </a:moveTo>
                <a:lnTo>
                  <a:pt x="453648" y="165319"/>
                </a:lnTo>
                <a:lnTo>
                  <a:pt x="475247" y="169786"/>
                </a:lnTo>
                <a:close/>
                <a:moveTo>
                  <a:pt x="460517" y="159815"/>
                </a:moveTo>
                <a:lnTo>
                  <a:pt x="445787" y="149512"/>
                </a:lnTo>
                <a:lnTo>
                  <a:pt x="453648" y="165319"/>
                </a:lnTo>
                <a:close/>
                <a:moveTo>
                  <a:pt x="460517" y="159815"/>
                </a:moveTo>
                <a:lnTo>
                  <a:pt x="467385" y="153428"/>
                </a:lnTo>
                <a:lnTo>
                  <a:pt x="445787" y="149512"/>
                </a:lnTo>
                <a:close/>
                <a:moveTo>
                  <a:pt x="460517" y="159815"/>
                </a:moveTo>
                <a:lnTo>
                  <a:pt x="475247" y="169786"/>
                </a:lnTo>
                <a:lnTo>
                  <a:pt x="467385" y="153428"/>
                </a:lnTo>
                <a:close/>
                <a:moveTo>
                  <a:pt x="438918" y="156993"/>
                </a:moveTo>
                <a:lnTo>
                  <a:pt x="445787" y="149512"/>
                </a:lnTo>
                <a:lnTo>
                  <a:pt x="424188" y="146784"/>
                </a:lnTo>
                <a:close/>
                <a:moveTo>
                  <a:pt x="438918" y="156993"/>
                </a:moveTo>
                <a:lnTo>
                  <a:pt x="453648" y="165319"/>
                </a:lnTo>
                <a:lnTo>
                  <a:pt x="445787" y="149512"/>
                </a:lnTo>
                <a:close/>
                <a:moveTo>
                  <a:pt x="431057" y="138923"/>
                </a:moveTo>
                <a:lnTo>
                  <a:pt x="424188" y="146784"/>
                </a:lnTo>
                <a:lnTo>
                  <a:pt x="445787" y="149512"/>
                </a:lnTo>
                <a:close/>
                <a:moveTo>
                  <a:pt x="431057" y="138923"/>
                </a:moveTo>
                <a:lnTo>
                  <a:pt x="416327" y="128148"/>
                </a:lnTo>
                <a:lnTo>
                  <a:pt x="424188" y="146784"/>
                </a:lnTo>
                <a:close/>
                <a:moveTo>
                  <a:pt x="431057" y="138923"/>
                </a:moveTo>
                <a:lnTo>
                  <a:pt x="445787" y="149512"/>
                </a:lnTo>
                <a:lnTo>
                  <a:pt x="437926" y="131683"/>
                </a:lnTo>
                <a:close/>
                <a:moveTo>
                  <a:pt x="409458" y="136230"/>
                </a:moveTo>
                <a:lnTo>
                  <a:pt x="394729" y="124376"/>
                </a:lnTo>
                <a:lnTo>
                  <a:pt x="402590" y="142123"/>
                </a:lnTo>
                <a:close/>
                <a:moveTo>
                  <a:pt x="409458" y="136230"/>
                </a:moveTo>
                <a:lnTo>
                  <a:pt x="416327" y="128148"/>
                </a:lnTo>
                <a:lnTo>
                  <a:pt x="394729" y="124376"/>
                </a:lnTo>
                <a:close/>
                <a:moveTo>
                  <a:pt x="409458" y="136230"/>
                </a:moveTo>
                <a:lnTo>
                  <a:pt x="424188" y="146784"/>
                </a:lnTo>
                <a:lnTo>
                  <a:pt x="416327" y="128148"/>
                </a:lnTo>
                <a:close/>
                <a:moveTo>
                  <a:pt x="401597" y="116787"/>
                </a:moveTo>
                <a:lnTo>
                  <a:pt x="394729" y="124376"/>
                </a:lnTo>
                <a:lnTo>
                  <a:pt x="416327" y="128148"/>
                </a:lnTo>
                <a:close/>
                <a:moveTo>
                  <a:pt x="401597" y="116787"/>
                </a:moveTo>
                <a:lnTo>
                  <a:pt x="386867" y="108162"/>
                </a:lnTo>
                <a:lnTo>
                  <a:pt x="394729" y="124376"/>
                </a:lnTo>
                <a:close/>
                <a:moveTo>
                  <a:pt x="379999" y="112627"/>
                </a:moveTo>
                <a:lnTo>
                  <a:pt x="373130" y="119209"/>
                </a:lnTo>
                <a:lnTo>
                  <a:pt x="394729" y="124376"/>
                </a:lnTo>
                <a:close/>
                <a:moveTo>
                  <a:pt x="262160" y="21625"/>
                </a:moveTo>
                <a:lnTo>
                  <a:pt x="255291" y="26247"/>
                </a:lnTo>
                <a:lnTo>
                  <a:pt x="276890" y="27085"/>
                </a:lnTo>
                <a:close/>
                <a:moveTo>
                  <a:pt x="240561" y="28382"/>
                </a:moveTo>
                <a:lnTo>
                  <a:pt x="233693" y="33003"/>
                </a:lnTo>
                <a:lnTo>
                  <a:pt x="255291" y="26247"/>
                </a:lnTo>
                <a:close/>
                <a:moveTo>
                  <a:pt x="240561" y="28382"/>
                </a:moveTo>
                <a:lnTo>
                  <a:pt x="225831" y="34262"/>
                </a:lnTo>
                <a:lnTo>
                  <a:pt x="233693" y="33003"/>
                </a:lnTo>
                <a:close/>
                <a:moveTo>
                  <a:pt x="240561" y="28382"/>
                </a:moveTo>
                <a:lnTo>
                  <a:pt x="255291" y="26247"/>
                </a:lnTo>
                <a:lnTo>
                  <a:pt x="247430" y="24972"/>
                </a:lnTo>
                <a:close/>
                <a:moveTo>
                  <a:pt x="218963" y="38936"/>
                </a:moveTo>
                <a:lnTo>
                  <a:pt x="212094" y="41554"/>
                </a:lnTo>
                <a:lnTo>
                  <a:pt x="233693" y="33003"/>
                </a:lnTo>
                <a:close/>
                <a:moveTo>
                  <a:pt x="218963" y="38936"/>
                </a:moveTo>
                <a:lnTo>
                  <a:pt x="204233" y="41298"/>
                </a:lnTo>
                <a:lnTo>
                  <a:pt x="212094" y="41554"/>
                </a:lnTo>
                <a:close/>
                <a:moveTo>
                  <a:pt x="218963" y="38936"/>
                </a:moveTo>
                <a:lnTo>
                  <a:pt x="233693" y="33003"/>
                </a:lnTo>
                <a:lnTo>
                  <a:pt x="225831" y="34262"/>
                </a:lnTo>
                <a:close/>
                <a:moveTo>
                  <a:pt x="197364" y="44537"/>
                </a:moveTo>
                <a:lnTo>
                  <a:pt x="212094" y="41554"/>
                </a:lnTo>
                <a:lnTo>
                  <a:pt x="204233" y="41298"/>
                </a:lnTo>
                <a:close/>
                <a:moveTo>
                  <a:pt x="14730" y="0"/>
                </a:moveTo>
                <a:lnTo>
                  <a:pt x="7861" y="2846"/>
                </a:lnTo>
                <a:lnTo>
                  <a:pt x="29460" y="2850"/>
                </a:lnTo>
                <a:close/>
                <a:moveTo>
                  <a:pt x="14730" y="0"/>
                </a:moveTo>
                <a:lnTo>
                  <a:pt x="0" y="453"/>
                </a:lnTo>
                <a:lnTo>
                  <a:pt x="7861" y="2846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08" name="PANEL_01-slope-5-225_902">
            <a:extLst>
              <a:ext uri="{FF2B5EF4-FFF2-40B4-BE49-F238E27FC236}">
                <a16:creationId xmlns:a16="http://schemas.microsoft.com/office/drawing/2014/main" id="{26DFA34E-032D-4B7F-BB87-2BB0057EEC4D}"/>
              </a:ext>
            </a:extLst>
          </p:cNvPr>
          <p:cNvSpPr>
            <a:spLocks/>
          </p:cNvSpPr>
          <p:nvPr/>
        </p:nvSpPr>
        <p:spPr>
          <a:xfrm>
            <a:off x="1962100" y="824064"/>
            <a:ext cx="794373" cy="112679"/>
          </a:xfrm>
          <a:custGeom>
            <a:pathLst>
              <a:path w="538057" h="76321">
                <a:moveTo>
                  <a:pt x="531188" y="70795"/>
                </a:moveTo>
                <a:lnTo>
                  <a:pt x="538057" y="59005"/>
                </a:lnTo>
                <a:lnTo>
                  <a:pt x="516458" y="68596"/>
                </a:lnTo>
                <a:close/>
                <a:moveTo>
                  <a:pt x="523327" y="56784"/>
                </a:moveTo>
                <a:lnTo>
                  <a:pt x="516458" y="68596"/>
                </a:lnTo>
                <a:lnTo>
                  <a:pt x="538057" y="59005"/>
                </a:lnTo>
                <a:close/>
                <a:moveTo>
                  <a:pt x="523327" y="56784"/>
                </a:moveTo>
                <a:lnTo>
                  <a:pt x="508597" y="56656"/>
                </a:lnTo>
                <a:lnTo>
                  <a:pt x="516458" y="68596"/>
                </a:lnTo>
                <a:close/>
                <a:moveTo>
                  <a:pt x="523327" y="56784"/>
                </a:moveTo>
                <a:lnTo>
                  <a:pt x="530196" y="47047"/>
                </a:lnTo>
                <a:lnTo>
                  <a:pt x="508597" y="56656"/>
                </a:lnTo>
                <a:close/>
                <a:moveTo>
                  <a:pt x="523327" y="56784"/>
                </a:moveTo>
                <a:lnTo>
                  <a:pt x="538057" y="59005"/>
                </a:lnTo>
                <a:lnTo>
                  <a:pt x="530196" y="47047"/>
                </a:lnTo>
                <a:close/>
                <a:moveTo>
                  <a:pt x="501729" y="67244"/>
                </a:moveTo>
                <a:lnTo>
                  <a:pt x="494860" y="76321"/>
                </a:lnTo>
                <a:lnTo>
                  <a:pt x="516458" y="68596"/>
                </a:lnTo>
                <a:close/>
                <a:moveTo>
                  <a:pt x="501729" y="67244"/>
                </a:moveTo>
                <a:lnTo>
                  <a:pt x="486999" y="62687"/>
                </a:lnTo>
                <a:lnTo>
                  <a:pt x="494860" y="76321"/>
                </a:lnTo>
                <a:close/>
                <a:moveTo>
                  <a:pt x="501729" y="67244"/>
                </a:moveTo>
                <a:lnTo>
                  <a:pt x="508597" y="56656"/>
                </a:lnTo>
                <a:lnTo>
                  <a:pt x="486999" y="62687"/>
                </a:lnTo>
                <a:close/>
                <a:moveTo>
                  <a:pt x="501729" y="67244"/>
                </a:moveTo>
                <a:lnTo>
                  <a:pt x="516458" y="68596"/>
                </a:lnTo>
                <a:lnTo>
                  <a:pt x="508597" y="56656"/>
                </a:lnTo>
                <a:close/>
                <a:moveTo>
                  <a:pt x="480130" y="71854"/>
                </a:moveTo>
                <a:lnTo>
                  <a:pt x="486999" y="62687"/>
                </a:lnTo>
                <a:lnTo>
                  <a:pt x="465400" y="63086"/>
                </a:lnTo>
                <a:close/>
                <a:moveTo>
                  <a:pt x="480130" y="71854"/>
                </a:moveTo>
                <a:lnTo>
                  <a:pt x="494860" y="76321"/>
                </a:lnTo>
                <a:lnTo>
                  <a:pt x="486999" y="62687"/>
                </a:lnTo>
                <a:close/>
                <a:moveTo>
                  <a:pt x="450670" y="53349"/>
                </a:moveTo>
                <a:lnTo>
                  <a:pt x="435941" y="44942"/>
                </a:lnTo>
                <a:lnTo>
                  <a:pt x="443802" y="62575"/>
                </a:lnTo>
                <a:close/>
                <a:moveTo>
                  <a:pt x="429072" y="54429"/>
                </a:moveTo>
                <a:lnTo>
                  <a:pt x="435941" y="44942"/>
                </a:lnTo>
                <a:lnTo>
                  <a:pt x="414342" y="49431"/>
                </a:lnTo>
                <a:close/>
                <a:moveTo>
                  <a:pt x="429072" y="54429"/>
                </a:moveTo>
                <a:lnTo>
                  <a:pt x="443802" y="62575"/>
                </a:lnTo>
                <a:lnTo>
                  <a:pt x="435941" y="44942"/>
                </a:lnTo>
                <a:close/>
                <a:moveTo>
                  <a:pt x="421211" y="36978"/>
                </a:moveTo>
                <a:lnTo>
                  <a:pt x="414342" y="49431"/>
                </a:lnTo>
                <a:lnTo>
                  <a:pt x="435941" y="44942"/>
                </a:lnTo>
                <a:close/>
                <a:moveTo>
                  <a:pt x="421211" y="36978"/>
                </a:moveTo>
                <a:lnTo>
                  <a:pt x="406481" y="34123"/>
                </a:lnTo>
                <a:lnTo>
                  <a:pt x="414342" y="49431"/>
                </a:lnTo>
                <a:close/>
                <a:moveTo>
                  <a:pt x="421211" y="36978"/>
                </a:moveTo>
                <a:lnTo>
                  <a:pt x="435941" y="44942"/>
                </a:lnTo>
                <a:lnTo>
                  <a:pt x="428079" y="28470"/>
                </a:lnTo>
                <a:close/>
                <a:moveTo>
                  <a:pt x="399612" y="45728"/>
                </a:moveTo>
                <a:lnTo>
                  <a:pt x="392743" y="55248"/>
                </a:lnTo>
                <a:lnTo>
                  <a:pt x="414342" y="49431"/>
                </a:lnTo>
                <a:close/>
                <a:moveTo>
                  <a:pt x="399612" y="45728"/>
                </a:moveTo>
                <a:lnTo>
                  <a:pt x="384882" y="41312"/>
                </a:lnTo>
                <a:lnTo>
                  <a:pt x="392743" y="55248"/>
                </a:lnTo>
                <a:close/>
                <a:moveTo>
                  <a:pt x="399612" y="45728"/>
                </a:moveTo>
                <a:lnTo>
                  <a:pt x="406481" y="34123"/>
                </a:lnTo>
                <a:lnTo>
                  <a:pt x="384882" y="41312"/>
                </a:lnTo>
                <a:close/>
                <a:moveTo>
                  <a:pt x="399612" y="45728"/>
                </a:moveTo>
                <a:lnTo>
                  <a:pt x="414342" y="49431"/>
                </a:lnTo>
                <a:lnTo>
                  <a:pt x="406481" y="34123"/>
                </a:lnTo>
                <a:close/>
                <a:moveTo>
                  <a:pt x="378014" y="50753"/>
                </a:moveTo>
                <a:lnTo>
                  <a:pt x="384882" y="41312"/>
                </a:lnTo>
                <a:lnTo>
                  <a:pt x="363284" y="43926"/>
                </a:lnTo>
                <a:close/>
                <a:moveTo>
                  <a:pt x="378014" y="50753"/>
                </a:moveTo>
                <a:lnTo>
                  <a:pt x="392743" y="55248"/>
                </a:lnTo>
                <a:lnTo>
                  <a:pt x="384882" y="41312"/>
                </a:lnTo>
                <a:close/>
                <a:moveTo>
                  <a:pt x="370152" y="37641"/>
                </a:moveTo>
                <a:lnTo>
                  <a:pt x="363284" y="43926"/>
                </a:lnTo>
                <a:lnTo>
                  <a:pt x="384882" y="41312"/>
                </a:lnTo>
                <a:close/>
                <a:moveTo>
                  <a:pt x="246437" y="5639"/>
                </a:moveTo>
                <a:lnTo>
                  <a:pt x="231708" y="0"/>
                </a:lnTo>
                <a:lnTo>
                  <a:pt x="239569" y="14564"/>
                </a:lnTo>
                <a:close/>
                <a:moveTo>
                  <a:pt x="79525" y="22921"/>
                </a:moveTo>
                <a:lnTo>
                  <a:pt x="64796" y="28012"/>
                </a:lnTo>
                <a:lnTo>
                  <a:pt x="72657" y="30879"/>
                </a:lnTo>
                <a:close/>
                <a:moveTo>
                  <a:pt x="57927" y="34328"/>
                </a:moveTo>
                <a:lnTo>
                  <a:pt x="43197" y="41454"/>
                </a:lnTo>
                <a:lnTo>
                  <a:pt x="51058" y="43383"/>
                </a:lnTo>
                <a:close/>
                <a:moveTo>
                  <a:pt x="57927" y="34328"/>
                </a:moveTo>
                <a:lnTo>
                  <a:pt x="72657" y="30879"/>
                </a:lnTo>
                <a:lnTo>
                  <a:pt x="64796" y="28012"/>
                </a:lnTo>
                <a:close/>
                <a:moveTo>
                  <a:pt x="36328" y="47407"/>
                </a:moveTo>
                <a:lnTo>
                  <a:pt x="21599" y="56628"/>
                </a:lnTo>
                <a:lnTo>
                  <a:pt x="29460" y="66767"/>
                </a:lnTo>
                <a:close/>
                <a:moveTo>
                  <a:pt x="36328" y="47407"/>
                </a:moveTo>
                <a:lnTo>
                  <a:pt x="43197" y="41454"/>
                </a:lnTo>
                <a:lnTo>
                  <a:pt x="21599" y="56628"/>
                </a:lnTo>
                <a:close/>
                <a:moveTo>
                  <a:pt x="36328" y="47407"/>
                </a:moveTo>
                <a:lnTo>
                  <a:pt x="51058" y="43383"/>
                </a:lnTo>
                <a:lnTo>
                  <a:pt x="43197" y="41454"/>
                </a:lnTo>
                <a:close/>
                <a:moveTo>
                  <a:pt x="14730" y="63543"/>
                </a:moveTo>
                <a:lnTo>
                  <a:pt x="21599" y="56628"/>
                </a:lnTo>
                <a:lnTo>
                  <a:pt x="0" y="60318"/>
                </a:lnTo>
                <a:close/>
                <a:moveTo>
                  <a:pt x="14730" y="63543"/>
                </a:moveTo>
                <a:lnTo>
                  <a:pt x="29460" y="66767"/>
                </a:lnTo>
                <a:lnTo>
                  <a:pt x="21599" y="56628"/>
                </a:lnTo>
                <a:close/>
                <a:moveTo>
                  <a:pt x="28467" y="49712"/>
                </a:moveTo>
                <a:lnTo>
                  <a:pt x="21599" y="56628"/>
                </a:lnTo>
                <a:lnTo>
                  <a:pt x="43197" y="41454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09" name="PANEL_01-water-5-230_903">
            <a:extLst>
              <a:ext uri="{FF2B5EF4-FFF2-40B4-BE49-F238E27FC236}">
                <a16:creationId xmlns:a16="http://schemas.microsoft.com/office/drawing/2014/main" id="{A01E62B2-240B-4C15-B6C2-E61FCCCB96BC}"/>
              </a:ext>
            </a:extLst>
          </p:cNvPr>
          <p:cNvSpPr>
            <a:spLocks/>
          </p:cNvSpPr>
          <p:nvPr/>
        </p:nvSpPr>
        <p:spPr>
          <a:xfrm>
            <a:off x="1489532" y="895449"/>
            <a:ext cx="504455" cy="29940"/>
          </a:xfrm>
          <a:custGeom>
            <a:pathLst>
              <a:path w="341685" h="20280">
                <a:moveTo>
                  <a:pt x="326955" y="5051"/>
                </a:moveTo>
                <a:lnTo>
                  <a:pt x="320087" y="11967"/>
                </a:lnTo>
                <a:lnTo>
                  <a:pt x="341685" y="8276"/>
                </a:lnTo>
                <a:close/>
                <a:moveTo>
                  <a:pt x="326955" y="5051"/>
                </a:moveTo>
                <a:lnTo>
                  <a:pt x="312226" y="1827"/>
                </a:lnTo>
                <a:lnTo>
                  <a:pt x="320087" y="11967"/>
                </a:lnTo>
                <a:close/>
                <a:moveTo>
                  <a:pt x="305357" y="8742"/>
                </a:moveTo>
                <a:lnTo>
                  <a:pt x="298488" y="15657"/>
                </a:lnTo>
                <a:lnTo>
                  <a:pt x="320087" y="11967"/>
                </a:lnTo>
                <a:close/>
                <a:moveTo>
                  <a:pt x="305357" y="8742"/>
                </a:moveTo>
                <a:lnTo>
                  <a:pt x="290627" y="5517"/>
                </a:lnTo>
                <a:lnTo>
                  <a:pt x="298488" y="15657"/>
                </a:lnTo>
                <a:close/>
                <a:moveTo>
                  <a:pt x="305357" y="8742"/>
                </a:moveTo>
                <a:lnTo>
                  <a:pt x="312226" y="1827"/>
                </a:lnTo>
                <a:lnTo>
                  <a:pt x="290627" y="5517"/>
                </a:lnTo>
                <a:close/>
                <a:moveTo>
                  <a:pt x="305357" y="8742"/>
                </a:moveTo>
                <a:lnTo>
                  <a:pt x="320087" y="11967"/>
                </a:lnTo>
                <a:lnTo>
                  <a:pt x="312226" y="1827"/>
                </a:lnTo>
                <a:close/>
                <a:moveTo>
                  <a:pt x="283758" y="12433"/>
                </a:moveTo>
                <a:lnTo>
                  <a:pt x="269028" y="9208"/>
                </a:lnTo>
                <a:lnTo>
                  <a:pt x="276890" y="19348"/>
                </a:lnTo>
                <a:close/>
                <a:moveTo>
                  <a:pt x="283758" y="12433"/>
                </a:moveTo>
                <a:lnTo>
                  <a:pt x="290627" y="5517"/>
                </a:lnTo>
                <a:lnTo>
                  <a:pt x="269028" y="9208"/>
                </a:lnTo>
                <a:close/>
                <a:moveTo>
                  <a:pt x="283758" y="12433"/>
                </a:moveTo>
                <a:lnTo>
                  <a:pt x="298488" y="15657"/>
                </a:lnTo>
                <a:lnTo>
                  <a:pt x="290627" y="5517"/>
                </a:lnTo>
                <a:close/>
                <a:moveTo>
                  <a:pt x="262160" y="16123"/>
                </a:moveTo>
                <a:lnTo>
                  <a:pt x="269028" y="9208"/>
                </a:lnTo>
                <a:lnTo>
                  <a:pt x="247430" y="12899"/>
                </a:lnTo>
                <a:close/>
                <a:moveTo>
                  <a:pt x="275897" y="2293"/>
                </a:moveTo>
                <a:lnTo>
                  <a:pt x="269028" y="9208"/>
                </a:lnTo>
                <a:lnTo>
                  <a:pt x="290627" y="5517"/>
                </a:lnTo>
                <a:close/>
                <a:moveTo>
                  <a:pt x="254299" y="5983"/>
                </a:moveTo>
                <a:lnTo>
                  <a:pt x="247430" y="12899"/>
                </a:lnTo>
                <a:lnTo>
                  <a:pt x="269028" y="9208"/>
                </a:lnTo>
                <a:close/>
                <a:moveTo>
                  <a:pt x="254299" y="5983"/>
                </a:moveTo>
                <a:lnTo>
                  <a:pt x="239569" y="2759"/>
                </a:lnTo>
                <a:lnTo>
                  <a:pt x="247430" y="12899"/>
                </a:lnTo>
                <a:close/>
                <a:moveTo>
                  <a:pt x="232700" y="9674"/>
                </a:moveTo>
                <a:lnTo>
                  <a:pt x="225831" y="16589"/>
                </a:lnTo>
                <a:lnTo>
                  <a:pt x="247430" y="12899"/>
                </a:lnTo>
                <a:close/>
                <a:moveTo>
                  <a:pt x="232700" y="9674"/>
                </a:moveTo>
                <a:lnTo>
                  <a:pt x="217970" y="6449"/>
                </a:lnTo>
                <a:lnTo>
                  <a:pt x="225831" y="16589"/>
                </a:lnTo>
                <a:close/>
                <a:moveTo>
                  <a:pt x="232700" y="9674"/>
                </a:moveTo>
                <a:lnTo>
                  <a:pt x="239569" y="2759"/>
                </a:lnTo>
                <a:lnTo>
                  <a:pt x="217970" y="6449"/>
                </a:lnTo>
                <a:close/>
                <a:moveTo>
                  <a:pt x="232700" y="9674"/>
                </a:moveTo>
                <a:lnTo>
                  <a:pt x="247430" y="12899"/>
                </a:lnTo>
                <a:lnTo>
                  <a:pt x="239569" y="2759"/>
                </a:lnTo>
                <a:close/>
                <a:moveTo>
                  <a:pt x="211102" y="13365"/>
                </a:moveTo>
                <a:lnTo>
                  <a:pt x="196372" y="10140"/>
                </a:lnTo>
                <a:lnTo>
                  <a:pt x="204233" y="20280"/>
                </a:lnTo>
                <a:close/>
                <a:moveTo>
                  <a:pt x="211102" y="13365"/>
                </a:moveTo>
                <a:lnTo>
                  <a:pt x="217970" y="6449"/>
                </a:lnTo>
                <a:lnTo>
                  <a:pt x="196372" y="10140"/>
                </a:lnTo>
                <a:close/>
                <a:moveTo>
                  <a:pt x="211102" y="13365"/>
                </a:moveTo>
                <a:lnTo>
                  <a:pt x="225831" y="16589"/>
                </a:lnTo>
                <a:lnTo>
                  <a:pt x="217970" y="6449"/>
                </a:lnTo>
                <a:close/>
                <a:moveTo>
                  <a:pt x="189503" y="17055"/>
                </a:moveTo>
                <a:lnTo>
                  <a:pt x="196372" y="10140"/>
                </a:lnTo>
                <a:lnTo>
                  <a:pt x="174773" y="13831"/>
                </a:lnTo>
                <a:close/>
                <a:moveTo>
                  <a:pt x="203240" y="3225"/>
                </a:moveTo>
                <a:lnTo>
                  <a:pt x="196372" y="10140"/>
                </a:lnTo>
                <a:lnTo>
                  <a:pt x="217970" y="6449"/>
                </a:lnTo>
                <a:close/>
                <a:moveTo>
                  <a:pt x="181642" y="6915"/>
                </a:moveTo>
                <a:lnTo>
                  <a:pt x="174773" y="13831"/>
                </a:lnTo>
                <a:lnTo>
                  <a:pt x="196372" y="10140"/>
                </a:lnTo>
                <a:close/>
                <a:moveTo>
                  <a:pt x="181642" y="6915"/>
                </a:moveTo>
                <a:lnTo>
                  <a:pt x="166912" y="3691"/>
                </a:lnTo>
                <a:lnTo>
                  <a:pt x="174773" y="13831"/>
                </a:lnTo>
                <a:close/>
                <a:moveTo>
                  <a:pt x="181642" y="6915"/>
                </a:moveTo>
                <a:lnTo>
                  <a:pt x="196372" y="10140"/>
                </a:lnTo>
                <a:lnTo>
                  <a:pt x="188511" y="0"/>
                </a:lnTo>
                <a:close/>
                <a:moveTo>
                  <a:pt x="160043" y="10606"/>
                </a:moveTo>
                <a:lnTo>
                  <a:pt x="153175" y="17521"/>
                </a:lnTo>
                <a:lnTo>
                  <a:pt x="174773" y="13831"/>
                </a:lnTo>
                <a:close/>
                <a:moveTo>
                  <a:pt x="160043" y="10606"/>
                </a:moveTo>
                <a:lnTo>
                  <a:pt x="145314" y="7381"/>
                </a:lnTo>
                <a:lnTo>
                  <a:pt x="153175" y="17521"/>
                </a:lnTo>
                <a:close/>
                <a:moveTo>
                  <a:pt x="160043" y="10606"/>
                </a:moveTo>
                <a:lnTo>
                  <a:pt x="166912" y="3691"/>
                </a:lnTo>
                <a:lnTo>
                  <a:pt x="145314" y="7381"/>
                </a:lnTo>
                <a:close/>
                <a:moveTo>
                  <a:pt x="160043" y="10606"/>
                </a:moveTo>
                <a:lnTo>
                  <a:pt x="174773" y="13831"/>
                </a:lnTo>
                <a:lnTo>
                  <a:pt x="166912" y="3691"/>
                </a:lnTo>
                <a:close/>
                <a:moveTo>
                  <a:pt x="138445" y="14296"/>
                </a:moveTo>
                <a:lnTo>
                  <a:pt x="145314" y="7381"/>
                </a:lnTo>
                <a:lnTo>
                  <a:pt x="123715" y="11072"/>
                </a:lnTo>
                <a:close/>
                <a:moveTo>
                  <a:pt x="138445" y="14296"/>
                </a:moveTo>
                <a:lnTo>
                  <a:pt x="153175" y="17521"/>
                </a:lnTo>
                <a:lnTo>
                  <a:pt x="145314" y="7381"/>
                </a:lnTo>
                <a:close/>
                <a:moveTo>
                  <a:pt x="116846" y="17987"/>
                </a:moveTo>
                <a:lnTo>
                  <a:pt x="123715" y="11072"/>
                </a:lnTo>
                <a:lnTo>
                  <a:pt x="102116" y="14762"/>
                </a:lnTo>
                <a:close/>
                <a:moveTo>
                  <a:pt x="130584" y="4157"/>
                </a:moveTo>
                <a:lnTo>
                  <a:pt x="123715" y="11072"/>
                </a:lnTo>
                <a:lnTo>
                  <a:pt x="145314" y="7381"/>
                </a:lnTo>
                <a:close/>
                <a:moveTo>
                  <a:pt x="130584" y="4157"/>
                </a:moveTo>
                <a:lnTo>
                  <a:pt x="115854" y="932"/>
                </a:lnTo>
                <a:lnTo>
                  <a:pt x="123715" y="11072"/>
                </a:lnTo>
                <a:close/>
                <a:moveTo>
                  <a:pt x="108985" y="7847"/>
                </a:moveTo>
                <a:lnTo>
                  <a:pt x="102116" y="14762"/>
                </a:lnTo>
                <a:lnTo>
                  <a:pt x="123715" y="11072"/>
                </a:lnTo>
                <a:close/>
                <a:moveTo>
                  <a:pt x="108985" y="7847"/>
                </a:moveTo>
                <a:lnTo>
                  <a:pt x="94255" y="4623"/>
                </a:lnTo>
                <a:lnTo>
                  <a:pt x="102116" y="14762"/>
                </a:lnTo>
                <a:close/>
                <a:moveTo>
                  <a:pt x="108985" y="7847"/>
                </a:moveTo>
                <a:lnTo>
                  <a:pt x="123715" y="11072"/>
                </a:lnTo>
                <a:lnTo>
                  <a:pt x="115854" y="932"/>
                </a:lnTo>
                <a:close/>
                <a:moveTo>
                  <a:pt x="87387" y="11538"/>
                </a:moveTo>
                <a:lnTo>
                  <a:pt x="72657" y="8313"/>
                </a:lnTo>
                <a:lnTo>
                  <a:pt x="80518" y="18453"/>
                </a:lnTo>
                <a:close/>
                <a:moveTo>
                  <a:pt x="87387" y="11538"/>
                </a:moveTo>
                <a:lnTo>
                  <a:pt x="94255" y="4623"/>
                </a:lnTo>
                <a:lnTo>
                  <a:pt x="72657" y="8313"/>
                </a:lnTo>
                <a:close/>
                <a:moveTo>
                  <a:pt x="87387" y="11538"/>
                </a:moveTo>
                <a:lnTo>
                  <a:pt x="102116" y="14762"/>
                </a:lnTo>
                <a:lnTo>
                  <a:pt x="94255" y="4623"/>
                </a:lnTo>
                <a:close/>
                <a:moveTo>
                  <a:pt x="65788" y="15228"/>
                </a:moveTo>
                <a:lnTo>
                  <a:pt x="72657" y="8313"/>
                </a:lnTo>
                <a:lnTo>
                  <a:pt x="51058" y="12004"/>
                </a:lnTo>
                <a:close/>
                <a:moveTo>
                  <a:pt x="65788" y="15228"/>
                </a:moveTo>
                <a:lnTo>
                  <a:pt x="80518" y="18453"/>
                </a:lnTo>
                <a:lnTo>
                  <a:pt x="72657" y="8313"/>
                </a:lnTo>
                <a:close/>
                <a:moveTo>
                  <a:pt x="57927" y="5089"/>
                </a:moveTo>
                <a:lnTo>
                  <a:pt x="51058" y="12004"/>
                </a:lnTo>
                <a:lnTo>
                  <a:pt x="72657" y="8313"/>
                </a:lnTo>
                <a:close/>
                <a:moveTo>
                  <a:pt x="57927" y="5089"/>
                </a:moveTo>
                <a:lnTo>
                  <a:pt x="43197" y="1864"/>
                </a:lnTo>
                <a:lnTo>
                  <a:pt x="51058" y="12004"/>
                </a:lnTo>
                <a:close/>
                <a:moveTo>
                  <a:pt x="36328" y="8779"/>
                </a:moveTo>
                <a:lnTo>
                  <a:pt x="29460" y="15694"/>
                </a:lnTo>
                <a:lnTo>
                  <a:pt x="51058" y="12004"/>
                </a:lnTo>
                <a:close/>
                <a:moveTo>
                  <a:pt x="36328" y="8779"/>
                </a:moveTo>
                <a:lnTo>
                  <a:pt x="21599" y="5555"/>
                </a:lnTo>
                <a:lnTo>
                  <a:pt x="29460" y="15694"/>
                </a:lnTo>
                <a:close/>
                <a:moveTo>
                  <a:pt x="36328" y="8779"/>
                </a:moveTo>
                <a:lnTo>
                  <a:pt x="43197" y="1864"/>
                </a:lnTo>
                <a:lnTo>
                  <a:pt x="21599" y="5555"/>
                </a:lnTo>
                <a:close/>
                <a:moveTo>
                  <a:pt x="36328" y="8779"/>
                </a:moveTo>
                <a:lnTo>
                  <a:pt x="51058" y="12004"/>
                </a:lnTo>
                <a:lnTo>
                  <a:pt x="43197" y="1864"/>
                </a:lnTo>
                <a:close/>
                <a:moveTo>
                  <a:pt x="14730" y="12470"/>
                </a:moveTo>
                <a:lnTo>
                  <a:pt x="0" y="9245"/>
                </a:lnTo>
                <a:lnTo>
                  <a:pt x="7861" y="19385"/>
                </a:lnTo>
                <a:close/>
                <a:moveTo>
                  <a:pt x="14730" y="12470"/>
                </a:moveTo>
                <a:lnTo>
                  <a:pt x="21599" y="5555"/>
                </a:lnTo>
                <a:lnTo>
                  <a:pt x="0" y="9245"/>
                </a:lnTo>
                <a:close/>
                <a:moveTo>
                  <a:pt x="14730" y="12470"/>
                </a:moveTo>
                <a:lnTo>
                  <a:pt x="29460" y="15694"/>
                </a:lnTo>
                <a:lnTo>
                  <a:pt x="21599" y="5555"/>
                </a:lnTo>
                <a:close/>
                <a:moveTo>
                  <a:pt x="6869" y="2330"/>
                </a:moveTo>
                <a:lnTo>
                  <a:pt x="0" y="9245"/>
                </a:lnTo>
                <a:lnTo>
                  <a:pt x="21599" y="5555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610" name="PANEL_01-slope-6-210_904">
            <a:extLst>
              <a:ext uri="{FF2B5EF4-FFF2-40B4-BE49-F238E27FC236}">
                <a16:creationId xmlns:a16="http://schemas.microsoft.com/office/drawing/2014/main" id="{77BF43A4-C6BF-4A4A-A28B-6D03BE275487}"/>
              </a:ext>
            </a:extLst>
          </p:cNvPr>
          <p:cNvSpPr>
            <a:spLocks/>
          </p:cNvSpPr>
          <p:nvPr/>
        </p:nvSpPr>
        <p:spPr>
          <a:xfrm>
            <a:off x="680622" y="568159"/>
            <a:ext cx="323271" cy="106662"/>
          </a:xfrm>
          <a:custGeom>
            <a:pathLst>
              <a:path w="218963" h="72246">
                <a:moveTo>
                  <a:pt x="218963" y="70979"/>
                </a:moveTo>
                <a:lnTo>
                  <a:pt x="204233" y="55543"/>
                </a:lnTo>
                <a:lnTo>
                  <a:pt x="212094" y="72246"/>
                </a:lnTo>
                <a:close/>
                <a:moveTo>
                  <a:pt x="65788" y="28218"/>
                </a:moveTo>
                <a:lnTo>
                  <a:pt x="58919" y="24001"/>
                </a:lnTo>
                <a:lnTo>
                  <a:pt x="80518" y="31590"/>
                </a:lnTo>
                <a:close/>
                <a:moveTo>
                  <a:pt x="65788" y="28218"/>
                </a:moveTo>
                <a:lnTo>
                  <a:pt x="51058" y="20764"/>
                </a:lnTo>
                <a:lnTo>
                  <a:pt x="58919" y="24001"/>
                </a:lnTo>
                <a:close/>
                <a:moveTo>
                  <a:pt x="65788" y="28218"/>
                </a:moveTo>
                <a:lnTo>
                  <a:pt x="80518" y="31590"/>
                </a:lnTo>
                <a:lnTo>
                  <a:pt x="72657" y="29366"/>
                </a:lnTo>
                <a:close/>
                <a:moveTo>
                  <a:pt x="44190" y="17550"/>
                </a:moveTo>
                <a:lnTo>
                  <a:pt x="51058" y="20764"/>
                </a:lnTo>
                <a:lnTo>
                  <a:pt x="29460" y="10819"/>
                </a:lnTo>
                <a:close/>
                <a:moveTo>
                  <a:pt x="44190" y="17550"/>
                </a:moveTo>
                <a:lnTo>
                  <a:pt x="58919" y="24001"/>
                </a:lnTo>
                <a:lnTo>
                  <a:pt x="51058" y="20764"/>
                </a:lnTo>
                <a:close/>
                <a:moveTo>
                  <a:pt x="36328" y="13137"/>
                </a:moveTo>
                <a:lnTo>
                  <a:pt x="29460" y="10819"/>
                </a:lnTo>
                <a:lnTo>
                  <a:pt x="51058" y="20764"/>
                </a:lnTo>
                <a:close/>
                <a:moveTo>
                  <a:pt x="36328" y="13137"/>
                </a:moveTo>
                <a:lnTo>
                  <a:pt x="21599" y="7323"/>
                </a:lnTo>
                <a:lnTo>
                  <a:pt x="29460" y="10819"/>
                </a:lnTo>
                <a:close/>
                <a:moveTo>
                  <a:pt x="14730" y="4424"/>
                </a:moveTo>
                <a:lnTo>
                  <a:pt x="0" y="0"/>
                </a:lnTo>
                <a:lnTo>
                  <a:pt x="7861" y="2950"/>
                </a:lnTo>
                <a:close/>
                <a:moveTo>
                  <a:pt x="14730" y="4424"/>
                </a:moveTo>
                <a:lnTo>
                  <a:pt x="21599" y="7323"/>
                </a:lnTo>
                <a:lnTo>
                  <a:pt x="0" y="0"/>
                </a:lnTo>
                <a:close/>
                <a:moveTo>
                  <a:pt x="14730" y="4424"/>
                </a:moveTo>
                <a:lnTo>
                  <a:pt x="29460" y="10819"/>
                </a:lnTo>
                <a:lnTo>
                  <a:pt x="21599" y="7323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611" name="PANEL_01-slope-6-215_905">
            <a:extLst>
              <a:ext uri="{FF2B5EF4-FFF2-40B4-BE49-F238E27FC236}">
                <a16:creationId xmlns:a16="http://schemas.microsoft.com/office/drawing/2014/main" id="{443932B8-09ED-4DD6-BF64-7D59EA56661C}"/>
              </a:ext>
            </a:extLst>
          </p:cNvPr>
          <p:cNvSpPr>
            <a:spLocks/>
          </p:cNvSpPr>
          <p:nvPr/>
        </p:nvSpPr>
        <p:spPr>
          <a:xfrm>
            <a:off x="529859" y="556683"/>
            <a:ext cx="820517" cy="334047"/>
          </a:xfrm>
          <a:custGeom>
            <a:pathLst>
              <a:path w="555765" h="226262">
                <a:moveTo>
                  <a:pt x="548896" y="226262"/>
                </a:moveTo>
                <a:lnTo>
                  <a:pt x="555765" y="222941"/>
                </a:lnTo>
                <a:lnTo>
                  <a:pt x="534166" y="218572"/>
                </a:lnTo>
                <a:close/>
                <a:moveTo>
                  <a:pt x="541035" y="215892"/>
                </a:moveTo>
                <a:lnTo>
                  <a:pt x="534166" y="218572"/>
                </a:lnTo>
                <a:lnTo>
                  <a:pt x="555765" y="222941"/>
                </a:lnTo>
                <a:close/>
                <a:moveTo>
                  <a:pt x="541035" y="215892"/>
                </a:moveTo>
                <a:lnTo>
                  <a:pt x="526305" y="206952"/>
                </a:lnTo>
                <a:lnTo>
                  <a:pt x="534166" y="218572"/>
                </a:lnTo>
                <a:close/>
                <a:moveTo>
                  <a:pt x="519436" y="210475"/>
                </a:moveTo>
                <a:lnTo>
                  <a:pt x="526305" y="206952"/>
                </a:lnTo>
                <a:lnTo>
                  <a:pt x="504706" y="200692"/>
                </a:lnTo>
                <a:close/>
                <a:moveTo>
                  <a:pt x="519436" y="210475"/>
                </a:moveTo>
                <a:lnTo>
                  <a:pt x="534166" y="218572"/>
                </a:lnTo>
                <a:lnTo>
                  <a:pt x="526305" y="206952"/>
                </a:lnTo>
                <a:close/>
                <a:moveTo>
                  <a:pt x="511575" y="198071"/>
                </a:moveTo>
                <a:lnTo>
                  <a:pt x="504706" y="200692"/>
                </a:lnTo>
                <a:lnTo>
                  <a:pt x="526305" y="206952"/>
                </a:lnTo>
                <a:close/>
                <a:moveTo>
                  <a:pt x="511575" y="198071"/>
                </a:moveTo>
                <a:lnTo>
                  <a:pt x="496845" y="187164"/>
                </a:lnTo>
                <a:lnTo>
                  <a:pt x="504706" y="200692"/>
                </a:lnTo>
                <a:close/>
                <a:moveTo>
                  <a:pt x="489976" y="191583"/>
                </a:moveTo>
                <a:lnTo>
                  <a:pt x="483108" y="192758"/>
                </a:lnTo>
                <a:lnTo>
                  <a:pt x="504706" y="200692"/>
                </a:lnTo>
                <a:close/>
                <a:moveTo>
                  <a:pt x="489976" y="191583"/>
                </a:moveTo>
                <a:lnTo>
                  <a:pt x="475247" y="181323"/>
                </a:lnTo>
                <a:lnTo>
                  <a:pt x="483108" y="192758"/>
                </a:lnTo>
                <a:close/>
                <a:moveTo>
                  <a:pt x="489976" y="191583"/>
                </a:moveTo>
                <a:lnTo>
                  <a:pt x="496845" y="187164"/>
                </a:lnTo>
                <a:lnTo>
                  <a:pt x="475247" y="181323"/>
                </a:lnTo>
                <a:close/>
                <a:moveTo>
                  <a:pt x="489976" y="191583"/>
                </a:moveTo>
                <a:lnTo>
                  <a:pt x="504706" y="200692"/>
                </a:lnTo>
                <a:lnTo>
                  <a:pt x="496845" y="187164"/>
                </a:lnTo>
                <a:close/>
                <a:moveTo>
                  <a:pt x="460517" y="172520"/>
                </a:moveTo>
                <a:lnTo>
                  <a:pt x="453648" y="174090"/>
                </a:lnTo>
                <a:lnTo>
                  <a:pt x="475247" y="181323"/>
                </a:lnTo>
                <a:close/>
                <a:moveTo>
                  <a:pt x="460517" y="172520"/>
                </a:moveTo>
                <a:lnTo>
                  <a:pt x="445787" y="162473"/>
                </a:lnTo>
                <a:lnTo>
                  <a:pt x="453648" y="174090"/>
                </a:lnTo>
                <a:close/>
                <a:moveTo>
                  <a:pt x="460517" y="172520"/>
                </a:moveTo>
                <a:lnTo>
                  <a:pt x="475247" y="181323"/>
                </a:lnTo>
                <a:lnTo>
                  <a:pt x="467385" y="166940"/>
                </a:lnTo>
                <a:close/>
                <a:moveTo>
                  <a:pt x="438918" y="166257"/>
                </a:moveTo>
                <a:lnTo>
                  <a:pt x="445787" y="162473"/>
                </a:lnTo>
                <a:lnTo>
                  <a:pt x="424188" y="158038"/>
                </a:lnTo>
                <a:close/>
                <a:moveTo>
                  <a:pt x="438918" y="166257"/>
                </a:moveTo>
                <a:lnTo>
                  <a:pt x="453648" y="174090"/>
                </a:lnTo>
                <a:lnTo>
                  <a:pt x="445787" y="162473"/>
                </a:lnTo>
                <a:close/>
                <a:moveTo>
                  <a:pt x="431057" y="154147"/>
                </a:moveTo>
                <a:lnTo>
                  <a:pt x="424188" y="158038"/>
                </a:lnTo>
                <a:lnTo>
                  <a:pt x="445787" y="162473"/>
                </a:lnTo>
                <a:close/>
                <a:moveTo>
                  <a:pt x="409458" y="152145"/>
                </a:moveTo>
                <a:lnTo>
                  <a:pt x="402590" y="150765"/>
                </a:lnTo>
                <a:lnTo>
                  <a:pt x="424188" y="158038"/>
                </a:lnTo>
                <a:close/>
                <a:moveTo>
                  <a:pt x="409458" y="152145"/>
                </a:moveTo>
                <a:lnTo>
                  <a:pt x="394729" y="139277"/>
                </a:lnTo>
                <a:lnTo>
                  <a:pt x="402590" y="150765"/>
                </a:lnTo>
                <a:close/>
                <a:moveTo>
                  <a:pt x="379999" y="129014"/>
                </a:moveTo>
                <a:lnTo>
                  <a:pt x="373130" y="131055"/>
                </a:lnTo>
                <a:lnTo>
                  <a:pt x="394729" y="139277"/>
                </a:lnTo>
                <a:close/>
                <a:moveTo>
                  <a:pt x="379999" y="129014"/>
                </a:moveTo>
                <a:lnTo>
                  <a:pt x="365269" y="116363"/>
                </a:lnTo>
                <a:lnTo>
                  <a:pt x="373130" y="131055"/>
                </a:lnTo>
                <a:close/>
                <a:moveTo>
                  <a:pt x="358400" y="122336"/>
                </a:moveTo>
                <a:lnTo>
                  <a:pt x="365269" y="116363"/>
                </a:lnTo>
                <a:lnTo>
                  <a:pt x="343670" y="107253"/>
                </a:lnTo>
                <a:close/>
                <a:moveTo>
                  <a:pt x="358400" y="122336"/>
                </a:moveTo>
                <a:lnTo>
                  <a:pt x="373130" y="131055"/>
                </a:lnTo>
                <a:lnTo>
                  <a:pt x="365269" y="116363"/>
                </a:lnTo>
                <a:close/>
                <a:moveTo>
                  <a:pt x="350539" y="104320"/>
                </a:moveTo>
                <a:lnTo>
                  <a:pt x="343670" y="107253"/>
                </a:lnTo>
                <a:lnTo>
                  <a:pt x="365269" y="116363"/>
                </a:lnTo>
                <a:close/>
                <a:moveTo>
                  <a:pt x="350539" y="104320"/>
                </a:moveTo>
                <a:lnTo>
                  <a:pt x="335809" y="91265"/>
                </a:lnTo>
                <a:lnTo>
                  <a:pt x="343670" y="107253"/>
                </a:lnTo>
                <a:close/>
                <a:moveTo>
                  <a:pt x="350539" y="104320"/>
                </a:moveTo>
                <a:lnTo>
                  <a:pt x="365269" y="116363"/>
                </a:lnTo>
                <a:lnTo>
                  <a:pt x="357408" y="99396"/>
                </a:lnTo>
                <a:close/>
                <a:moveTo>
                  <a:pt x="328941" y="94204"/>
                </a:moveTo>
                <a:lnTo>
                  <a:pt x="335809" y="91265"/>
                </a:lnTo>
                <a:lnTo>
                  <a:pt x="314211" y="80019"/>
                </a:lnTo>
                <a:close/>
                <a:moveTo>
                  <a:pt x="328941" y="94204"/>
                </a:moveTo>
                <a:lnTo>
                  <a:pt x="343670" y="107253"/>
                </a:lnTo>
                <a:lnTo>
                  <a:pt x="335809" y="91265"/>
                </a:lnTo>
                <a:close/>
                <a:moveTo>
                  <a:pt x="321079" y="78752"/>
                </a:moveTo>
                <a:lnTo>
                  <a:pt x="314211" y="80019"/>
                </a:lnTo>
                <a:lnTo>
                  <a:pt x="335809" y="91265"/>
                </a:lnTo>
                <a:close/>
                <a:moveTo>
                  <a:pt x="299481" y="66465"/>
                </a:moveTo>
                <a:lnTo>
                  <a:pt x="306349" y="63316"/>
                </a:lnTo>
                <a:lnTo>
                  <a:pt x="284751" y="51998"/>
                </a:lnTo>
                <a:close/>
                <a:moveTo>
                  <a:pt x="299481" y="66465"/>
                </a:moveTo>
                <a:lnTo>
                  <a:pt x="314211" y="80019"/>
                </a:lnTo>
                <a:lnTo>
                  <a:pt x="306349" y="63316"/>
                </a:lnTo>
                <a:close/>
                <a:moveTo>
                  <a:pt x="291620" y="49040"/>
                </a:moveTo>
                <a:lnTo>
                  <a:pt x="284751" y="51998"/>
                </a:lnTo>
                <a:lnTo>
                  <a:pt x="306349" y="63316"/>
                </a:lnTo>
                <a:close/>
                <a:moveTo>
                  <a:pt x="291620" y="49040"/>
                </a:moveTo>
                <a:lnTo>
                  <a:pt x="276890" y="36191"/>
                </a:lnTo>
                <a:lnTo>
                  <a:pt x="284751" y="51998"/>
                </a:lnTo>
                <a:close/>
                <a:moveTo>
                  <a:pt x="270021" y="39333"/>
                </a:moveTo>
                <a:lnTo>
                  <a:pt x="276890" y="36191"/>
                </a:lnTo>
                <a:lnTo>
                  <a:pt x="255291" y="30216"/>
                </a:lnTo>
                <a:close/>
                <a:moveTo>
                  <a:pt x="270021" y="39333"/>
                </a:moveTo>
                <a:lnTo>
                  <a:pt x="284751" y="51998"/>
                </a:lnTo>
                <a:lnTo>
                  <a:pt x="276890" y="36191"/>
                </a:lnTo>
                <a:close/>
                <a:moveTo>
                  <a:pt x="262160" y="25006"/>
                </a:moveTo>
                <a:lnTo>
                  <a:pt x="255291" y="30216"/>
                </a:lnTo>
                <a:lnTo>
                  <a:pt x="276890" y="36191"/>
                </a:lnTo>
                <a:close/>
                <a:moveTo>
                  <a:pt x="197364" y="42334"/>
                </a:moveTo>
                <a:lnTo>
                  <a:pt x="204233" y="38708"/>
                </a:lnTo>
                <a:lnTo>
                  <a:pt x="182634" y="39363"/>
                </a:lnTo>
                <a:close/>
                <a:moveTo>
                  <a:pt x="189503" y="41691"/>
                </a:moveTo>
                <a:lnTo>
                  <a:pt x="182634" y="39363"/>
                </a:lnTo>
                <a:lnTo>
                  <a:pt x="204233" y="38708"/>
                </a:lnTo>
                <a:close/>
                <a:moveTo>
                  <a:pt x="95248" y="5630"/>
                </a:moveTo>
                <a:lnTo>
                  <a:pt x="102116" y="7773"/>
                </a:lnTo>
                <a:lnTo>
                  <a:pt x="80518" y="5466"/>
                </a:lnTo>
                <a:close/>
                <a:moveTo>
                  <a:pt x="87387" y="3521"/>
                </a:moveTo>
                <a:lnTo>
                  <a:pt x="80518" y="5466"/>
                </a:lnTo>
                <a:lnTo>
                  <a:pt x="102116" y="7773"/>
                </a:lnTo>
                <a:close/>
                <a:moveTo>
                  <a:pt x="87387" y="3521"/>
                </a:moveTo>
                <a:lnTo>
                  <a:pt x="72657" y="4178"/>
                </a:lnTo>
                <a:lnTo>
                  <a:pt x="80518" y="5466"/>
                </a:lnTo>
                <a:close/>
                <a:moveTo>
                  <a:pt x="65788" y="6007"/>
                </a:moveTo>
                <a:lnTo>
                  <a:pt x="80518" y="5466"/>
                </a:lnTo>
                <a:lnTo>
                  <a:pt x="72657" y="4178"/>
                </a:lnTo>
                <a:close/>
                <a:moveTo>
                  <a:pt x="44190" y="10221"/>
                </a:moveTo>
                <a:lnTo>
                  <a:pt x="29460" y="5786"/>
                </a:lnTo>
                <a:lnTo>
                  <a:pt x="37321" y="10605"/>
                </a:lnTo>
                <a:close/>
                <a:moveTo>
                  <a:pt x="22591" y="7403"/>
                </a:moveTo>
                <a:lnTo>
                  <a:pt x="29460" y="5786"/>
                </a:lnTo>
                <a:lnTo>
                  <a:pt x="7861" y="3844"/>
                </a:lnTo>
                <a:close/>
                <a:moveTo>
                  <a:pt x="36328" y="4554"/>
                </a:moveTo>
                <a:lnTo>
                  <a:pt x="29460" y="5786"/>
                </a:lnTo>
                <a:lnTo>
                  <a:pt x="51058" y="6310"/>
                </a:lnTo>
                <a:close/>
                <a:moveTo>
                  <a:pt x="14730" y="966"/>
                </a:moveTo>
                <a:lnTo>
                  <a:pt x="7861" y="3844"/>
                </a:lnTo>
                <a:lnTo>
                  <a:pt x="29460" y="5786"/>
                </a:lnTo>
                <a:close/>
                <a:moveTo>
                  <a:pt x="14730" y="966"/>
                </a:moveTo>
                <a:lnTo>
                  <a:pt x="0" y="0"/>
                </a:lnTo>
                <a:lnTo>
                  <a:pt x="7861" y="3844"/>
                </a:lnTo>
                <a:close/>
                <a:moveTo>
                  <a:pt x="14730" y="966"/>
                </a:moveTo>
                <a:lnTo>
                  <a:pt x="29460" y="5786"/>
                </a:lnTo>
                <a:lnTo>
                  <a:pt x="21599" y="4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12" name="PANEL_01-slope-6-220_906">
            <a:extLst>
              <a:ext uri="{FF2B5EF4-FFF2-40B4-BE49-F238E27FC236}">
                <a16:creationId xmlns:a16="http://schemas.microsoft.com/office/drawing/2014/main" id="{3B273F34-CCA1-4292-88E9-7EF0CFB10490}"/>
              </a:ext>
            </a:extLst>
          </p:cNvPr>
          <p:cNvSpPr>
            <a:spLocks/>
          </p:cNvSpPr>
          <p:nvPr/>
        </p:nvSpPr>
        <p:spPr>
          <a:xfrm>
            <a:off x="573352" y="564752"/>
            <a:ext cx="2097600" cy="388675"/>
          </a:xfrm>
          <a:custGeom>
            <a:pathLst>
              <a:path w="1420777" h="263263">
                <a:moveTo>
                  <a:pt x="1407040" y="263263"/>
                </a:moveTo>
                <a:lnTo>
                  <a:pt x="1413908" y="254882"/>
                </a:lnTo>
                <a:lnTo>
                  <a:pt x="1392310" y="254965"/>
                </a:lnTo>
                <a:close/>
                <a:moveTo>
                  <a:pt x="1420777" y="247494"/>
                </a:moveTo>
                <a:lnTo>
                  <a:pt x="1406047" y="238726"/>
                </a:lnTo>
                <a:lnTo>
                  <a:pt x="1413908" y="254882"/>
                </a:lnTo>
                <a:close/>
                <a:moveTo>
                  <a:pt x="1399178" y="246508"/>
                </a:moveTo>
                <a:lnTo>
                  <a:pt x="1392310" y="254965"/>
                </a:lnTo>
                <a:lnTo>
                  <a:pt x="1413908" y="254882"/>
                </a:lnTo>
                <a:close/>
                <a:moveTo>
                  <a:pt x="1399178" y="246508"/>
                </a:moveTo>
                <a:lnTo>
                  <a:pt x="1384449" y="238215"/>
                </a:lnTo>
                <a:lnTo>
                  <a:pt x="1392310" y="254965"/>
                </a:lnTo>
                <a:close/>
                <a:moveTo>
                  <a:pt x="1399178" y="246508"/>
                </a:moveTo>
                <a:lnTo>
                  <a:pt x="1406047" y="238726"/>
                </a:lnTo>
                <a:lnTo>
                  <a:pt x="1384449" y="238215"/>
                </a:lnTo>
                <a:close/>
                <a:moveTo>
                  <a:pt x="1399178" y="246508"/>
                </a:moveTo>
                <a:lnTo>
                  <a:pt x="1413908" y="254882"/>
                </a:lnTo>
                <a:lnTo>
                  <a:pt x="1406047" y="238726"/>
                </a:lnTo>
                <a:close/>
                <a:moveTo>
                  <a:pt x="1326522" y="239561"/>
                </a:moveTo>
                <a:lnTo>
                  <a:pt x="1311792" y="231888"/>
                </a:lnTo>
                <a:lnTo>
                  <a:pt x="1319653" y="246120"/>
                </a:lnTo>
                <a:close/>
                <a:moveTo>
                  <a:pt x="1326522" y="239561"/>
                </a:moveTo>
                <a:lnTo>
                  <a:pt x="1333390" y="230888"/>
                </a:lnTo>
                <a:lnTo>
                  <a:pt x="1311792" y="231888"/>
                </a:lnTo>
                <a:close/>
                <a:moveTo>
                  <a:pt x="1304923" y="237211"/>
                </a:moveTo>
                <a:lnTo>
                  <a:pt x="1311792" y="231888"/>
                </a:lnTo>
                <a:lnTo>
                  <a:pt x="1290193" y="231043"/>
                </a:lnTo>
                <a:close/>
                <a:moveTo>
                  <a:pt x="1318660" y="226393"/>
                </a:moveTo>
                <a:lnTo>
                  <a:pt x="1311792" y="231888"/>
                </a:lnTo>
                <a:lnTo>
                  <a:pt x="1333390" y="230888"/>
                </a:lnTo>
                <a:close/>
                <a:moveTo>
                  <a:pt x="1297062" y="224388"/>
                </a:moveTo>
                <a:lnTo>
                  <a:pt x="1290193" y="231043"/>
                </a:lnTo>
                <a:lnTo>
                  <a:pt x="1311792" y="231888"/>
                </a:lnTo>
                <a:close/>
                <a:moveTo>
                  <a:pt x="1297062" y="224388"/>
                </a:moveTo>
                <a:lnTo>
                  <a:pt x="1282332" y="218414"/>
                </a:lnTo>
                <a:lnTo>
                  <a:pt x="1290193" y="231043"/>
                </a:lnTo>
                <a:close/>
                <a:moveTo>
                  <a:pt x="1297062" y="224388"/>
                </a:moveTo>
                <a:lnTo>
                  <a:pt x="1311792" y="231888"/>
                </a:lnTo>
                <a:lnTo>
                  <a:pt x="1303931" y="219566"/>
                </a:lnTo>
                <a:close/>
                <a:moveTo>
                  <a:pt x="1275463" y="224087"/>
                </a:moveTo>
                <a:lnTo>
                  <a:pt x="1282332" y="218414"/>
                </a:lnTo>
                <a:lnTo>
                  <a:pt x="1260734" y="218582"/>
                </a:lnTo>
                <a:close/>
                <a:moveTo>
                  <a:pt x="1275463" y="224087"/>
                </a:moveTo>
                <a:lnTo>
                  <a:pt x="1290193" y="231043"/>
                </a:lnTo>
                <a:lnTo>
                  <a:pt x="1282332" y="218414"/>
                </a:lnTo>
                <a:close/>
                <a:moveTo>
                  <a:pt x="1267602" y="210982"/>
                </a:moveTo>
                <a:lnTo>
                  <a:pt x="1260734" y="218582"/>
                </a:lnTo>
                <a:lnTo>
                  <a:pt x="1282332" y="218414"/>
                </a:lnTo>
                <a:close/>
                <a:moveTo>
                  <a:pt x="1267602" y="210982"/>
                </a:moveTo>
                <a:lnTo>
                  <a:pt x="1252872" y="204888"/>
                </a:lnTo>
                <a:lnTo>
                  <a:pt x="1260734" y="218582"/>
                </a:lnTo>
                <a:close/>
                <a:moveTo>
                  <a:pt x="1246004" y="210794"/>
                </a:moveTo>
                <a:lnTo>
                  <a:pt x="1252872" y="204888"/>
                </a:lnTo>
                <a:lnTo>
                  <a:pt x="1231274" y="205431"/>
                </a:lnTo>
                <a:close/>
                <a:moveTo>
                  <a:pt x="1246004" y="210794"/>
                </a:moveTo>
                <a:lnTo>
                  <a:pt x="1260734" y="218582"/>
                </a:lnTo>
                <a:lnTo>
                  <a:pt x="1252872" y="204888"/>
                </a:lnTo>
                <a:close/>
                <a:moveTo>
                  <a:pt x="1224405" y="215861"/>
                </a:moveTo>
                <a:lnTo>
                  <a:pt x="1209675" y="207494"/>
                </a:lnTo>
                <a:lnTo>
                  <a:pt x="1217537" y="221968"/>
                </a:lnTo>
                <a:close/>
                <a:moveTo>
                  <a:pt x="1202807" y="217404"/>
                </a:moveTo>
                <a:lnTo>
                  <a:pt x="1209675" y="207494"/>
                </a:lnTo>
                <a:lnTo>
                  <a:pt x="1188077" y="207146"/>
                </a:lnTo>
                <a:close/>
                <a:moveTo>
                  <a:pt x="1194945" y="199114"/>
                </a:moveTo>
                <a:lnTo>
                  <a:pt x="1188077" y="207146"/>
                </a:lnTo>
                <a:lnTo>
                  <a:pt x="1209675" y="207494"/>
                </a:lnTo>
                <a:close/>
                <a:moveTo>
                  <a:pt x="1194945" y="199114"/>
                </a:moveTo>
                <a:lnTo>
                  <a:pt x="1180216" y="190204"/>
                </a:lnTo>
                <a:lnTo>
                  <a:pt x="1188077" y="207146"/>
                </a:lnTo>
                <a:close/>
                <a:moveTo>
                  <a:pt x="1194945" y="199114"/>
                </a:moveTo>
                <a:lnTo>
                  <a:pt x="1201814" y="190098"/>
                </a:lnTo>
                <a:lnTo>
                  <a:pt x="1180216" y="190204"/>
                </a:lnTo>
                <a:close/>
                <a:moveTo>
                  <a:pt x="1194945" y="199114"/>
                </a:moveTo>
                <a:lnTo>
                  <a:pt x="1209675" y="207494"/>
                </a:lnTo>
                <a:lnTo>
                  <a:pt x="1201814" y="190098"/>
                </a:lnTo>
                <a:close/>
                <a:moveTo>
                  <a:pt x="1173347" y="197666"/>
                </a:moveTo>
                <a:lnTo>
                  <a:pt x="1180216" y="190204"/>
                </a:lnTo>
                <a:lnTo>
                  <a:pt x="1158617" y="189277"/>
                </a:lnTo>
                <a:close/>
                <a:moveTo>
                  <a:pt x="1173347" y="197666"/>
                </a:moveTo>
                <a:lnTo>
                  <a:pt x="1188077" y="207146"/>
                </a:lnTo>
                <a:lnTo>
                  <a:pt x="1180216" y="190204"/>
                </a:lnTo>
                <a:close/>
                <a:moveTo>
                  <a:pt x="1165486" y="182757"/>
                </a:moveTo>
                <a:lnTo>
                  <a:pt x="1158617" y="189277"/>
                </a:lnTo>
                <a:lnTo>
                  <a:pt x="1180216" y="190204"/>
                </a:lnTo>
                <a:close/>
                <a:moveTo>
                  <a:pt x="1165486" y="182757"/>
                </a:moveTo>
                <a:lnTo>
                  <a:pt x="1150756" y="177656"/>
                </a:lnTo>
                <a:lnTo>
                  <a:pt x="1158617" y="189277"/>
                </a:lnTo>
                <a:close/>
                <a:moveTo>
                  <a:pt x="1143887" y="181777"/>
                </a:moveTo>
                <a:lnTo>
                  <a:pt x="1137019" y="188023"/>
                </a:lnTo>
                <a:lnTo>
                  <a:pt x="1158617" y="189277"/>
                </a:lnTo>
                <a:close/>
                <a:moveTo>
                  <a:pt x="1143887" y="181777"/>
                </a:moveTo>
                <a:lnTo>
                  <a:pt x="1129157" y="178342"/>
                </a:lnTo>
                <a:lnTo>
                  <a:pt x="1137019" y="188023"/>
                </a:lnTo>
                <a:close/>
                <a:moveTo>
                  <a:pt x="1143887" y="181777"/>
                </a:moveTo>
                <a:lnTo>
                  <a:pt x="1150756" y="177656"/>
                </a:lnTo>
                <a:lnTo>
                  <a:pt x="1129157" y="178342"/>
                </a:lnTo>
                <a:close/>
                <a:moveTo>
                  <a:pt x="1143887" y="181777"/>
                </a:moveTo>
                <a:lnTo>
                  <a:pt x="1158617" y="189277"/>
                </a:lnTo>
                <a:lnTo>
                  <a:pt x="1150756" y="177656"/>
                </a:lnTo>
                <a:close/>
                <a:moveTo>
                  <a:pt x="1122289" y="181011"/>
                </a:moveTo>
                <a:lnTo>
                  <a:pt x="1129157" y="178342"/>
                </a:lnTo>
                <a:lnTo>
                  <a:pt x="1107559" y="178827"/>
                </a:lnTo>
                <a:close/>
                <a:moveTo>
                  <a:pt x="1122289" y="181011"/>
                </a:moveTo>
                <a:lnTo>
                  <a:pt x="1137019" y="188023"/>
                </a:lnTo>
                <a:lnTo>
                  <a:pt x="1129157" y="178342"/>
                </a:lnTo>
                <a:close/>
                <a:moveTo>
                  <a:pt x="1114427" y="176049"/>
                </a:moveTo>
                <a:lnTo>
                  <a:pt x="1107559" y="178827"/>
                </a:lnTo>
                <a:lnTo>
                  <a:pt x="1129157" y="178342"/>
                </a:lnTo>
                <a:close/>
                <a:moveTo>
                  <a:pt x="1092829" y="176264"/>
                </a:moveTo>
                <a:lnTo>
                  <a:pt x="1085960" y="180100"/>
                </a:lnTo>
                <a:lnTo>
                  <a:pt x="1107559" y="178827"/>
                </a:lnTo>
                <a:close/>
                <a:moveTo>
                  <a:pt x="1092829" y="176264"/>
                </a:moveTo>
                <a:lnTo>
                  <a:pt x="1078099" y="176153"/>
                </a:lnTo>
                <a:lnTo>
                  <a:pt x="1085960" y="180100"/>
                </a:lnTo>
                <a:close/>
                <a:moveTo>
                  <a:pt x="1092829" y="176264"/>
                </a:moveTo>
                <a:lnTo>
                  <a:pt x="1107559" y="178827"/>
                </a:lnTo>
                <a:lnTo>
                  <a:pt x="1099698" y="174449"/>
                </a:lnTo>
                <a:close/>
                <a:moveTo>
                  <a:pt x="1071230" y="179229"/>
                </a:moveTo>
                <a:lnTo>
                  <a:pt x="1078099" y="176153"/>
                </a:lnTo>
                <a:lnTo>
                  <a:pt x="1056501" y="183949"/>
                </a:lnTo>
                <a:close/>
                <a:moveTo>
                  <a:pt x="1071230" y="179229"/>
                </a:moveTo>
                <a:lnTo>
                  <a:pt x="1085960" y="180100"/>
                </a:lnTo>
                <a:lnTo>
                  <a:pt x="1078099" y="176153"/>
                </a:lnTo>
                <a:close/>
                <a:moveTo>
                  <a:pt x="613691" y="234668"/>
                </a:moveTo>
                <a:lnTo>
                  <a:pt x="628421" y="243377"/>
                </a:lnTo>
                <a:lnTo>
                  <a:pt x="620560" y="233237"/>
                </a:lnTo>
                <a:close/>
                <a:moveTo>
                  <a:pt x="592093" y="239713"/>
                </a:moveTo>
                <a:lnTo>
                  <a:pt x="585224" y="244342"/>
                </a:lnTo>
                <a:lnTo>
                  <a:pt x="606823" y="247067"/>
                </a:lnTo>
                <a:close/>
                <a:moveTo>
                  <a:pt x="592093" y="239713"/>
                </a:moveTo>
                <a:lnTo>
                  <a:pt x="577363" y="231580"/>
                </a:lnTo>
                <a:lnTo>
                  <a:pt x="585224" y="244342"/>
                </a:lnTo>
                <a:close/>
                <a:moveTo>
                  <a:pt x="592093" y="239713"/>
                </a:moveTo>
                <a:lnTo>
                  <a:pt x="598962" y="230696"/>
                </a:lnTo>
                <a:lnTo>
                  <a:pt x="577363" y="231580"/>
                </a:lnTo>
                <a:close/>
                <a:moveTo>
                  <a:pt x="592093" y="239713"/>
                </a:moveTo>
                <a:lnTo>
                  <a:pt x="606823" y="247067"/>
                </a:lnTo>
                <a:lnTo>
                  <a:pt x="598962" y="230696"/>
                </a:lnTo>
                <a:close/>
                <a:moveTo>
                  <a:pt x="570494" y="236600"/>
                </a:moveTo>
                <a:lnTo>
                  <a:pt x="577363" y="231580"/>
                </a:lnTo>
                <a:lnTo>
                  <a:pt x="555765" y="230544"/>
                </a:lnTo>
                <a:close/>
                <a:moveTo>
                  <a:pt x="584232" y="224878"/>
                </a:moveTo>
                <a:lnTo>
                  <a:pt x="577363" y="231580"/>
                </a:lnTo>
                <a:lnTo>
                  <a:pt x="598962" y="230696"/>
                </a:lnTo>
                <a:close/>
                <a:moveTo>
                  <a:pt x="562633" y="225129"/>
                </a:moveTo>
                <a:lnTo>
                  <a:pt x="555765" y="230544"/>
                </a:lnTo>
                <a:lnTo>
                  <a:pt x="577363" y="231580"/>
                </a:lnTo>
                <a:close/>
                <a:moveTo>
                  <a:pt x="562633" y="225129"/>
                </a:moveTo>
                <a:lnTo>
                  <a:pt x="547903" y="219613"/>
                </a:lnTo>
                <a:lnTo>
                  <a:pt x="555765" y="230544"/>
                </a:lnTo>
                <a:close/>
                <a:moveTo>
                  <a:pt x="562633" y="225129"/>
                </a:moveTo>
                <a:lnTo>
                  <a:pt x="577363" y="231580"/>
                </a:lnTo>
                <a:lnTo>
                  <a:pt x="569502" y="219896"/>
                </a:lnTo>
                <a:close/>
                <a:moveTo>
                  <a:pt x="541035" y="224562"/>
                </a:moveTo>
                <a:lnTo>
                  <a:pt x="526305" y="217476"/>
                </a:lnTo>
                <a:lnTo>
                  <a:pt x="534166" y="228872"/>
                </a:lnTo>
                <a:close/>
                <a:moveTo>
                  <a:pt x="541035" y="224562"/>
                </a:moveTo>
                <a:lnTo>
                  <a:pt x="547903" y="219613"/>
                </a:lnTo>
                <a:lnTo>
                  <a:pt x="526305" y="217476"/>
                </a:lnTo>
                <a:close/>
                <a:moveTo>
                  <a:pt x="541035" y="224562"/>
                </a:moveTo>
                <a:lnTo>
                  <a:pt x="555765" y="230544"/>
                </a:lnTo>
                <a:lnTo>
                  <a:pt x="547903" y="219613"/>
                </a:lnTo>
                <a:close/>
                <a:moveTo>
                  <a:pt x="533173" y="214118"/>
                </a:moveTo>
                <a:lnTo>
                  <a:pt x="526305" y="217476"/>
                </a:lnTo>
                <a:lnTo>
                  <a:pt x="547903" y="219613"/>
                </a:lnTo>
                <a:close/>
                <a:moveTo>
                  <a:pt x="511575" y="210426"/>
                </a:moveTo>
                <a:lnTo>
                  <a:pt x="526305" y="217476"/>
                </a:lnTo>
                <a:lnTo>
                  <a:pt x="518444" y="206104"/>
                </a:lnTo>
                <a:close/>
                <a:moveTo>
                  <a:pt x="431057" y="167054"/>
                </a:moveTo>
                <a:lnTo>
                  <a:pt x="437926" y="161474"/>
                </a:lnTo>
                <a:lnTo>
                  <a:pt x="416327" y="157008"/>
                </a:lnTo>
                <a:close/>
                <a:moveTo>
                  <a:pt x="401597" y="148682"/>
                </a:moveTo>
                <a:lnTo>
                  <a:pt x="386867" y="138473"/>
                </a:lnTo>
                <a:lnTo>
                  <a:pt x="394729" y="152573"/>
                </a:lnTo>
                <a:close/>
                <a:moveTo>
                  <a:pt x="379999" y="146680"/>
                </a:moveTo>
                <a:lnTo>
                  <a:pt x="386867" y="138473"/>
                </a:lnTo>
                <a:lnTo>
                  <a:pt x="365269" y="133811"/>
                </a:lnTo>
                <a:close/>
                <a:moveTo>
                  <a:pt x="379999" y="146680"/>
                </a:moveTo>
                <a:lnTo>
                  <a:pt x="394729" y="152573"/>
                </a:lnTo>
                <a:lnTo>
                  <a:pt x="386867" y="138473"/>
                </a:lnTo>
                <a:close/>
                <a:moveTo>
                  <a:pt x="372138" y="127919"/>
                </a:moveTo>
                <a:lnTo>
                  <a:pt x="365269" y="133811"/>
                </a:lnTo>
                <a:lnTo>
                  <a:pt x="386867" y="138473"/>
                </a:lnTo>
                <a:close/>
                <a:moveTo>
                  <a:pt x="350539" y="123549"/>
                </a:moveTo>
                <a:lnTo>
                  <a:pt x="357408" y="116065"/>
                </a:lnTo>
                <a:lnTo>
                  <a:pt x="335809" y="110897"/>
                </a:lnTo>
                <a:close/>
                <a:moveTo>
                  <a:pt x="350539" y="123549"/>
                </a:moveTo>
                <a:lnTo>
                  <a:pt x="365269" y="133811"/>
                </a:lnTo>
                <a:lnTo>
                  <a:pt x="357408" y="116065"/>
                </a:lnTo>
                <a:close/>
                <a:moveTo>
                  <a:pt x="232700" y="19540"/>
                </a:moveTo>
                <a:lnTo>
                  <a:pt x="217970" y="17936"/>
                </a:lnTo>
                <a:lnTo>
                  <a:pt x="225831" y="24750"/>
                </a:lnTo>
                <a:close/>
                <a:moveTo>
                  <a:pt x="211102" y="18819"/>
                </a:moveTo>
                <a:lnTo>
                  <a:pt x="204233" y="26351"/>
                </a:lnTo>
                <a:lnTo>
                  <a:pt x="225831" y="24750"/>
                </a:lnTo>
                <a:close/>
                <a:moveTo>
                  <a:pt x="211102" y="18819"/>
                </a:moveTo>
                <a:lnTo>
                  <a:pt x="196372" y="24691"/>
                </a:lnTo>
                <a:lnTo>
                  <a:pt x="204233" y="26351"/>
                </a:lnTo>
                <a:close/>
                <a:moveTo>
                  <a:pt x="211102" y="18819"/>
                </a:moveTo>
                <a:lnTo>
                  <a:pt x="217970" y="17936"/>
                </a:lnTo>
                <a:lnTo>
                  <a:pt x="196372" y="24691"/>
                </a:lnTo>
                <a:close/>
                <a:moveTo>
                  <a:pt x="211102" y="18819"/>
                </a:moveTo>
                <a:lnTo>
                  <a:pt x="225831" y="24750"/>
                </a:lnTo>
                <a:lnTo>
                  <a:pt x="217970" y="17936"/>
                </a:lnTo>
                <a:close/>
                <a:moveTo>
                  <a:pt x="189503" y="29251"/>
                </a:moveTo>
                <a:lnTo>
                  <a:pt x="174773" y="33242"/>
                </a:lnTo>
                <a:lnTo>
                  <a:pt x="182634" y="33114"/>
                </a:lnTo>
                <a:close/>
                <a:moveTo>
                  <a:pt x="189503" y="29251"/>
                </a:moveTo>
                <a:lnTo>
                  <a:pt x="196372" y="24691"/>
                </a:lnTo>
                <a:lnTo>
                  <a:pt x="174773" y="33242"/>
                </a:lnTo>
                <a:close/>
                <a:moveTo>
                  <a:pt x="189503" y="29251"/>
                </a:moveTo>
                <a:lnTo>
                  <a:pt x="204233" y="26351"/>
                </a:lnTo>
                <a:lnTo>
                  <a:pt x="196372" y="24691"/>
                </a:lnTo>
                <a:close/>
                <a:moveTo>
                  <a:pt x="167905" y="36868"/>
                </a:moveTo>
                <a:lnTo>
                  <a:pt x="182634" y="33114"/>
                </a:lnTo>
                <a:lnTo>
                  <a:pt x="174773" y="33242"/>
                </a:lnTo>
                <a:close/>
                <a:moveTo>
                  <a:pt x="36328" y="542"/>
                </a:moveTo>
                <a:lnTo>
                  <a:pt x="29460" y="3617"/>
                </a:lnTo>
                <a:lnTo>
                  <a:pt x="51058" y="0"/>
                </a:lnTo>
                <a:close/>
                <a:moveTo>
                  <a:pt x="36328" y="542"/>
                </a:moveTo>
                <a:lnTo>
                  <a:pt x="21599" y="845"/>
                </a:lnTo>
                <a:lnTo>
                  <a:pt x="29460" y="3617"/>
                </a:lnTo>
                <a:close/>
                <a:moveTo>
                  <a:pt x="14730" y="4755"/>
                </a:moveTo>
                <a:lnTo>
                  <a:pt x="21599" y="845"/>
                </a:lnTo>
                <a:lnTo>
                  <a:pt x="0" y="320"/>
                </a:lnTo>
                <a:close/>
                <a:moveTo>
                  <a:pt x="14730" y="4755"/>
                </a:moveTo>
                <a:lnTo>
                  <a:pt x="29460" y="3617"/>
                </a:lnTo>
                <a:lnTo>
                  <a:pt x="21599" y="845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13" name="PANEL_01-slope-6-225_907">
            <a:extLst>
              <a:ext uri="{FF2B5EF4-FFF2-40B4-BE49-F238E27FC236}">
                <a16:creationId xmlns:a16="http://schemas.microsoft.com/office/drawing/2014/main" id="{3281DA47-00F9-4847-A3D0-141D885BC20E}"/>
              </a:ext>
            </a:extLst>
          </p:cNvPr>
          <p:cNvSpPr>
            <a:spLocks/>
          </p:cNvSpPr>
          <p:nvPr/>
        </p:nvSpPr>
        <p:spPr>
          <a:xfrm>
            <a:off x="1457644" y="829362"/>
            <a:ext cx="1310435" cy="133486"/>
          </a:xfrm>
          <a:custGeom>
            <a:pathLst>
              <a:path w="887603" h="90414">
                <a:moveTo>
                  <a:pt x="880735" y="82407"/>
                </a:moveTo>
                <a:lnTo>
                  <a:pt x="887603" y="70211"/>
                </a:lnTo>
                <a:lnTo>
                  <a:pt x="866005" y="78723"/>
                </a:lnTo>
                <a:close/>
                <a:moveTo>
                  <a:pt x="872874" y="67206"/>
                </a:moveTo>
                <a:lnTo>
                  <a:pt x="866005" y="78723"/>
                </a:lnTo>
                <a:lnTo>
                  <a:pt x="887603" y="70211"/>
                </a:lnTo>
                <a:close/>
                <a:moveTo>
                  <a:pt x="872874" y="67206"/>
                </a:moveTo>
                <a:lnTo>
                  <a:pt x="858144" y="65008"/>
                </a:lnTo>
                <a:lnTo>
                  <a:pt x="866005" y="78723"/>
                </a:lnTo>
                <a:close/>
                <a:moveTo>
                  <a:pt x="872874" y="67206"/>
                </a:moveTo>
                <a:lnTo>
                  <a:pt x="887603" y="70211"/>
                </a:lnTo>
                <a:lnTo>
                  <a:pt x="879742" y="55416"/>
                </a:lnTo>
                <a:close/>
                <a:moveTo>
                  <a:pt x="851275" y="75973"/>
                </a:moveTo>
                <a:lnTo>
                  <a:pt x="844406" y="86046"/>
                </a:lnTo>
                <a:lnTo>
                  <a:pt x="866005" y="78723"/>
                </a:lnTo>
                <a:close/>
                <a:moveTo>
                  <a:pt x="851275" y="75973"/>
                </a:moveTo>
                <a:lnTo>
                  <a:pt x="836545" y="72732"/>
                </a:lnTo>
                <a:lnTo>
                  <a:pt x="844406" y="86046"/>
                </a:lnTo>
                <a:close/>
                <a:moveTo>
                  <a:pt x="851275" y="75973"/>
                </a:moveTo>
                <a:lnTo>
                  <a:pt x="858144" y="65008"/>
                </a:lnTo>
                <a:lnTo>
                  <a:pt x="836545" y="72732"/>
                </a:lnTo>
                <a:close/>
                <a:moveTo>
                  <a:pt x="851275" y="75973"/>
                </a:moveTo>
                <a:lnTo>
                  <a:pt x="866005" y="78723"/>
                </a:lnTo>
                <a:lnTo>
                  <a:pt x="858144" y="65008"/>
                </a:lnTo>
                <a:close/>
                <a:moveTo>
                  <a:pt x="829677" y="83034"/>
                </a:moveTo>
                <a:lnTo>
                  <a:pt x="814947" y="75653"/>
                </a:lnTo>
                <a:lnTo>
                  <a:pt x="822808" y="90414"/>
                </a:lnTo>
                <a:close/>
                <a:moveTo>
                  <a:pt x="829677" y="83034"/>
                </a:moveTo>
                <a:lnTo>
                  <a:pt x="836545" y="72732"/>
                </a:lnTo>
                <a:lnTo>
                  <a:pt x="814947" y="75653"/>
                </a:lnTo>
                <a:close/>
                <a:moveTo>
                  <a:pt x="829677" y="83034"/>
                </a:moveTo>
                <a:lnTo>
                  <a:pt x="844406" y="86046"/>
                </a:lnTo>
                <a:lnTo>
                  <a:pt x="836545" y="72732"/>
                </a:lnTo>
                <a:close/>
                <a:moveTo>
                  <a:pt x="821815" y="68266"/>
                </a:moveTo>
                <a:lnTo>
                  <a:pt x="814947" y="75653"/>
                </a:lnTo>
                <a:lnTo>
                  <a:pt x="836545" y="72732"/>
                </a:lnTo>
                <a:close/>
                <a:moveTo>
                  <a:pt x="778618" y="68067"/>
                </a:moveTo>
                <a:lnTo>
                  <a:pt x="785487" y="58987"/>
                </a:lnTo>
                <a:lnTo>
                  <a:pt x="763888" y="62055"/>
                </a:lnTo>
                <a:close/>
                <a:moveTo>
                  <a:pt x="778618" y="68067"/>
                </a:moveTo>
                <a:lnTo>
                  <a:pt x="793348" y="75736"/>
                </a:lnTo>
                <a:lnTo>
                  <a:pt x="785487" y="58987"/>
                </a:lnTo>
                <a:close/>
                <a:moveTo>
                  <a:pt x="757020" y="72312"/>
                </a:moveTo>
                <a:lnTo>
                  <a:pt x="763888" y="62055"/>
                </a:lnTo>
                <a:lnTo>
                  <a:pt x="742290" y="66209"/>
                </a:lnTo>
                <a:close/>
                <a:moveTo>
                  <a:pt x="770757" y="50840"/>
                </a:moveTo>
                <a:lnTo>
                  <a:pt x="763888" y="62055"/>
                </a:lnTo>
                <a:lnTo>
                  <a:pt x="785487" y="58987"/>
                </a:lnTo>
                <a:close/>
                <a:moveTo>
                  <a:pt x="770757" y="50840"/>
                </a:moveTo>
                <a:lnTo>
                  <a:pt x="756027" y="45842"/>
                </a:lnTo>
                <a:lnTo>
                  <a:pt x="763888" y="62055"/>
                </a:lnTo>
                <a:close/>
                <a:moveTo>
                  <a:pt x="749159" y="57002"/>
                </a:moveTo>
                <a:lnTo>
                  <a:pt x="742290" y="66209"/>
                </a:lnTo>
                <a:lnTo>
                  <a:pt x="763888" y="62055"/>
                </a:lnTo>
                <a:close/>
                <a:moveTo>
                  <a:pt x="749159" y="57002"/>
                </a:moveTo>
                <a:lnTo>
                  <a:pt x="734429" y="51659"/>
                </a:lnTo>
                <a:lnTo>
                  <a:pt x="742290" y="66209"/>
                </a:lnTo>
                <a:close/>
                <a:moveTo>
                  <a:pt x="749159" y="57002"/>
                </a:moveTo>
                <a:lnTo>
                  <a:pt x="756027" y="45842"/>
                </a:lnTo>
                <a:lnTo>
                  <a:pt x="734429" y="51659"/>
                </a:lnTo>
                <a:close/>
                <a:moveTo>
                  <a:pt x="749159" y="57002"/>
                </a:moveTo>
                <a:lnTo>
                  <a:pt x="763888" y="62055"/>
                </a:lnTo>
                <a:lnTo>
                  <a:pt x="756027" y="45842"/>
                </a:lnTo>
                <a:close/>
                <a:moveTo>
                  <a:pt x="727560" y="60332"/>
                </a:moveTo>
                <a:lnTo>
                  <a:pt x="742290" y="66209"/>
                </a:lnTo>
                <a:lnTo>
                  <a:pt x="734429" y="51659"/>
                </a:lnTo>
                <a:close/>
                <a:moveTo>
                  <a:pt x="676502" y="44858"/>
                </a:moveTo>
                <a:lnTo>
                  <a:pt x="661772" y="39353"/>
                </a:lnTo>
                <a:lnTo>
                  <a:pt x="669633" y="54906"/>
                </a:lnTo>
                <a:close/>
                <a:moveTo>
                  <a:pt x="654903" y="49237"/>
                </a:moveTo>
                <a:lnTo>
                  <a:pt x="661772" y="39353"/>
                </a:lnTo>
                <a:lnTo>
                  <a:pt x="640173" y="41804"/>
                </a:lnTo>
                <a:close/>
                <a:moveTo>
                  <a:pt x="647042" y="31565"/>
                </a:moveTo>
                <a:lnTo>
                  <a:pt x="640173" y="41804"/>
                </a:lnTo>
                <a:lnTo>
                  <a:pt x="661772" y="39353"/>
                </a:lnTo>
                <a:close/>
                <a:moveTo>
                  <a:pt x="647042" y="31565"/>
                </a:moveTo>
                <a:lnTo>
                  <a:pt x="632312" y="26203"/>
                </a:lnTo>
                <a:lnTo>
                  <a:pt x="640173" y="41804"/>
                </a:lnTo>
                <a:close/>
                <a:moveTo>
                  <a:pt x="625444" y="36632"/>
                </a:moveTo>
                <a:lnTo>
                  <a:pt x="632312" y="26203"/>
                </a:lnTo>
                <a:lnTo>
                  <a:pt x="610714" y="28265"/>
                </a:lnTo>
                <a:close/>
                <a:moveTo>
                  <a:pt x="625444" y="36632"/>
                </a:moveTo>
                <a:lnTo>
                  <a:pt x="640173" y="41804"/>
                </a:lnTo>
                <a:lnTo>
                  <a:pt x="632312" y="26203"/>
                </a:lnTo>
                <a:close/>
                <a:moveTo>
                  <a:pt x="617582" y="18368"/>
                </a:moveTo>
                <a:lnTo>
                  <a:pt x="610714" y="28265"/>
                </a:lnTo>
                <a:lnTo>
                  <a:pt x="632312" y="26203"/>
                </a:lnTo>
                <a:close/>
                <a:moveTo>
                  <a:pt x="617582" y="18368"/>
                </a:moveTo>
                <a:lnTo>
                  <a:pt x="602853" y="10869"/>
                </a:lnTo>
                <a:lnTo>
                  <a:pt x="610714" y="28265"/>
                </a:lnTo>
                <a:close/>
                <a:moveTo>
                  <a:pt x="472269" y="0"/>
                </a:moveTo>
                <a:lnTo>
                  <a:pt x="457539" y="4721"/>
                </a:lnTo>
                <a:lnTo>
                  <a:pt x="465400" y="7243"/>
                </a:lnTo>
                <a:close/>
                <a:moveTo>
                  <a:pt x="450670" y="11281"/>
                </a:moveTo>
                <a:lnTo>
                  <a:pt x="435941" y="15830"/>
                </a:lnTo>
                <a:lnTo>
                  <a:pt x="443802" y="19476"/>
                </a:lnTo>
                <a:close/>
                <a:moveTo>
                  <a:pt x="450670" y="11281"/>
                </a:moveTo>
                <a:lnTo>
                  <a:pt x="457539" y="4721"/>
                </a:lnTo>
                <a:lnTo>
                  <a:pt x="435941" y="15830"/>
                </a:lnTo>
                <a:close/>
                <a:moveTo>
                  <a:pt x="450670" y="11281"/>
                </a:moveTo>
                <a:lnTo>
                  <a:pt x="465400" y="7243"/>
                </a:lnTo>
                <a:lnTo>
                  <a:pt x="457539" y="4721"/>
                </a:lnTo>
                <a:close/>
                <a:moveTo>
                  <a:pt x="429072" y="22809"/>
                </a:moveTo>
                <a:lnTo>
                  <a:pt x="435941" y="15830"/>
                </a:lnTo>
                <a:lnTo>
                  <a:pt x="414342" y="27290"/>
                </a:lnTo>
                <a:close/>
                <a:moveTo>
                  <a:pt x="429072" y="22809"/>
                </a:moveTo>
                <a:lnTo>
                  <a:pt x="443802" y="19476"/>
                </a:lnTo>
                <a:lnTo>
                  <a:pt x="435941" y="15830"/>
                </a:lnTo>
                <a:close/>
                <a:moveTo>
                  <a:pt x="407473" y="36280"/>
                </a:moveTo>
                <a:lnTo>
                  <a:pt x="414342" y="27290"/>
                </a:lnTo>
                <a:lnTo>
                  <a:pt x="392743" y="39794"/>
                </a:lnTo>
                <a:close/>
                <a:moveTo>
                  <a:pt x="385875" y="48338"/>
                </a:moveTo>
                <a:lnTo>
                  <a:pt x="392743" y="39794"/>
                </a:lnTo>
                <a:lnTo>
                  <a:pt x="371145" y="63179"/>
                </a:lnTo>
                <a:close/>
                <a:moveTo>
                  <a:pt x="421211" y="19333"/>
                </a:moveTo>
                <a:lnTo>
                  <a:pt x="414342" y="27290"/>
                </a:lnTo>
                <a:lnTo>
                  <a:pt x="435941" y="15830"/>
                </a:lnTo>
                <a:close/>
                <a:moveTo>
                  <a:pt x="399612" y="30739"/>
                </a:moveTo>
                <a:lnTo>
                  <a:pt x="392743" y="39794"/>
                </a:lnTo>
                <a:lnTo>
                  <a:pt x="414342" y="27290"/>
                </a:lnTo>
                <a:close/>
                <a:moveTo>
                  <a:pt x="356415" y="59954"/>
                </a:moveTo>
                <a:lnTo>
                  <a:pt x="349546" y="66869"/>
                </a:lnTo>
                <a:lnTo>
                  <a:pt x="371145" y="63179"/>
                </a:lnTo>
                <a:close/>
                <a:moveTo>
                  <a:pt x="356415" y="59954"/>
                </a:moveTo>
                <a:lnTo>
                  <a:pt x="341685" y="56730"/>
                </a:lnTo>
                <a:lnTo>
                  <a:pt x="349546" y="66869"/>
                </a:lnTo>
                <a:close/>
                <a:moveTo>
                  <a:pt x="14730" y="55439"/>
                </a:moveTo>
                <a:lnTo>
                  <a:pt x="7861" y="67839"/>
                </a:lnTo>
                <a:lnTo>
                  <a:pt x="29460" y="64148"/>
                </a:lnTo>
                <a:close/>
                <a:moveTo>
                  <a:pt x="14730" y="55439"/>
                </a:moveTo>
                <a:lnTo>
                  <a:pt x="0" y="51468"/>
                </a:lnTo>
                <a:lnTo>
                  <a:pt x="7861" y="67839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14" name="PANEL_01-slope-6-230_908">
            <a:extLst>
              <a:ext uri="{FF2B5EF4-FFF2-40B4-BE49-F238E27FC236}">
                <a16:creationId xmlns:a16="http://schemas.microsoft.com/office/drawing/2014/main" id="{15F4C340-D824-408C-922E-4A927009AA93}"/>
              </a:ext>
            </a:extLst>
          </p:cNvPr>
          <p:cNvSpPr>
            <a:spLocks/>
          </p:cNvSpPr>
          <p:nvPr/>
        </p:nvSpPr>
        <p:spPr>
          <a:xfrm>
            <a:off x="2005594" y="888113"/>
            <a:ext cx="31888" cy="49495"/>
          </a:xfrm>
          <a:custGeom>
            <a:pathLst>
              <a:path w="21599" h="33525">
                <a:moveTo>
                  <a:pt x="14730" y="8544"/>
                </a:moveTo>
                <a:lnTo>
                  <a:pt x="0" y="23385"/>
                </a:lnTo>
                <a:lnTo>
                  <a:pt x="7861" y="33525"/>
                </a:lnTo>
                <a:close/>
                <a:moveTo>
                  <a:pt x="6869" y="4025"/>
                </a:moveTo>
                <a:lnTo>
                  <a:pt x="0" y="23385"/>
                </a:lnTo>
                <a:lnTo>
                  <a:pt x="21599" y="0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615" name="PANEL_01-water-6-230_909">
            <a:extLst>
              <a:ext uri="{FF2B5EF4-FFF2-40B4-BE49-F238E27FC236}">
                <a16:creationId xmlns:a16="http://schemas.microsoft.com/office/drawing/2014/main" id="{A3E1E025-299D-45B4-985C-D4FE92642E6F}"/>
              </a:ext>
            </a:extLst>
          </p:cNvPr>
          <p:cNvSpPr>
            <a:spLocks/>
          </p:cNvSpPr>
          <p:nvPr/>
        </p:nvSpPr>
        <p:spPr>
          <a:xfrm>
            <a:off x="1469251" y="909043"/>
            <a:ext cx="547950" cy="29996"/>
          </a:xfrm>
          <a:custGeom>
            <a:pathLst>
              <a:path w="371145" h="20317">
                <a:moveTo>
                  <a:pt x="356415" y="16123"/>
                </a:moveTo>
                <a:lnTo>
                  <a:pt x="363284" y="9208"/>
                </a:lnTo>
                <a:lnTo>
                  <a:pt x="341685" y="12899"/>
                </a:lnTo>
                <a:close/>
                <a:moveTo>
                  <a:pt x="356415" y="16123"/>
                </a:moveTo>
                <a:lnTo>
                  <a:pt x="371145" y="19348"/>
                </a:lnTo>
                <a:lnTo>
                  <a:pt x="363284" y="9208"/>
                </a:lnTo>
                <a:close/>
                <a:moveTo>
                  <a:pt x="326955" y="9674"/>
                </a:moveTo>
                <a:lnTo>
                  <a:pt x="320087" y="16589"/>
                </a:lnTo>
                <a:lnTo>
                  <a:pt x="341685" y="12899"/>
                </a:lnTo>
                <a:close/>
                <a:moveTo>
                  <a:pt x="326955" y="9674"/>
                </a:moveTo>
                <a:lnTo>
                  <a:pt x="312226" y="6449"/>
                </a:lnTo>
                <a:lnTo>
                  <a:pt x="320087" y="16589"/>
                </a:lnTo>
                <a:close/>
                <a:moveTo>
                  <a:pt x="326955" y="9674"/>
                </a:moveTo>
                <a:lnTo>
                  <a:pt x="333824" y="2759"/>
                </a:lnTo>
                <a:lnTo>
                  <a:pt x="312226" y="6449"/>
                </a:lnTo>
                <a:close/>
                <a:moveTo>
                  <a:pt x="326955" y="9674"/>
                </a:moveTo>
                <a:lnTo>
                  <a:pt x="341685" y="12899"/>
                </a:lnTo>
                <a:lnTo>
                  <a:pt x="333824" y="2759"/>
                </a:lnTo>
                <a:close/>
                <a:moveTo>
                  <a:pt x="305357" y="13365"/>
                </a:moveTo>
                <a:lnTo>
                  <a:pt x="290627" y="10140"/>
                </a:lnTo>
                <a:lnTo>
                  <a:pt x="298488" y="20280"/>
                </a:lnTo>
                <a:close/>
                <a:moveTo>
                  <a:pt x="305357" y="13365"/>
                </a:moveTo>
                <a:lnTo>
                  <a:pt x="312226" y="6449"/>
                </a:lnTo>
                <a:lnTo>
                  <a:pt x="290627" y="10140"/>
                </a:lnTo>
                <a:close/>
                <a:moveTo>
                  <a:pt x="305357" y="13365"/>
                </a:moveTo>
                <a:lnTo>
                  <a:pt x="320087" y="16589"/>
                </a:lnTo>
                <a:lnTo>
                  <a:pt x="312226" y="6449"/>
                </a:lnTo>
                <a:close/>
                <a:moveTo>
                  <a:pt x="283758" y="17055"/>
                </a:moveTo>
                <a:lnTo>
                  <a:pt x="290627" y="10140"/>
                </a:lnTo>
                <a:lnTo>
                  <a:pt x="269028" y="13831"/>
                </a:lnTo>
                <a:close/>
                <a:moveTo>
                  <a:pt x="297496" y="3225"/>
                </a:moveTo>
                <a:lnTo>
                  <a:pt x="290627" y="10140"/>
                </a:lnTo>
                <a:lnTo>
                  <a:pt x="312226" y="6449"/>
                </a:lnTo>
                <a:close/>
                <a:moveTo>
                  <a:pt x="275897" y="6915"/>
                </a:moveTo>
                <a:lnTo>
                  <a:pt x="269028" y="13831"/>
                </a:lnTo>
                <a:lnTo>
                  <a:pt x="290627" y="10140"/>
                </a:lnTo>
                <a:close/>
                <a:moveTo>
                  <a:pt x="275897" y="6915"/>
                </a:moveTo>
                <a:lnTo>
                  <a:pt x="261167" y="3691"/>
                </a:lnTo>
                <a:lnTo>
                  <a:pt x="269028" y="13831"/>
                </a:lnTo>
                <a:close/>
                <a:moveTo>
                  <a:pt x="275897" y="6915"/>
                </a:moveTo>
                <a:lnTo>
                  <a:pt x="290627" y="10140"/>
                </a:lnTo>
                <a:lnTo>
                  <a:pt x="282766" y="0"/>
                </a:lnTo>
                <a:close/>
                <a:moveTo>
                  <a:pt x="254299" y="10606"/>
                </a:moveTo>
                <a:lnTo>
                  <a:pt x="247430" y="17521"/>
                </a:lnTo>
                <a:lnTo>
                  <a:pt x="269028" y="13831"/>
                </a:lnTo>
                <a:close/>
                <a:moveTo>
                  <a:pt x="254299" y="10606"/>
                </a:moveTo>
                <a:lnTo>
                  <a:pt x="239569" y="7381"/>
                </a:lnTo>
                <a:lnTo>
                  <a:pt x="247430" y="17521"/>
                </a:lnTo>
                <a:close/>
                <a:moveTo>
                  <a:pt x="254299" y="10606"/>
                </a:moveTo>
                <a:lnTo>
                  <a:pt x="261167" y="3691"/>
                </a:lnTo>
                <a:lnTo>
                  <a:pt x="239569" y="7381"/>
                </a:lnTo>
                <a:close/>
                <a:moveTo>
                  <a:pt x="254299" y="10606"/>
                </a:moveTo>
                <a:lnTo>
                  <a:pt x="269028" y="13831"/>
                </a:lnTo>
                <a:lnTo>
                  <a:pt x="261167" y="3691"/>
                </a:lnTo>
                <a:close/>
                <a:moveTo>
                  <a:pt x="232700" y="14296"/>
                </a:moveTo>
                <a:lnTo>
                  <a:pt x="239569" y="7381"/>
                </a:lnTo>
                <a:lnTo>
                  <a:pt x="217970" y="11072"/>
                </a:lnTo>
                <a:close/>
                <a:moveTo>
                  <a:pt x="232700" y="14296"/>
                </a:moveTo>
                <a:lnTo>
                  <a:pt x="247430" y="17521"/>
                </a:lnTo>
                <a:lnTo>
                  <a:pt x="239569" y="7381"/>
                </a:lnTo>
                <a:close/>
                <a:moveTo>
                  <a:pt x="211102" y="17987"/>
                </a:moveTo>
                <a:lnTo>
                  <a:pt x="217970" y="11072"/>
                </a:lnTo>
                <a:lnTo>
                  <a:pt x="196372" y="14762"/>
                </a:lnTo>
                <a:close/>
                <a:moveTo>
                  <a:pt x="224839" y="4157"/>
                </a:moveTo>
                <a:lnTo>
                  <a:pt x="217970" y="11072"/>
                </a:lnTo>
                <a:lnTo>
                  <a:pt x="239569" y="7381"/>
                </a:lnTo>
                <a:close/>
                <a:moveTo>
                  <a:pt x="203240" y="7847"/>
                </a:moveTo>
                <a:lnTo>
                  <a:pt x="196372" y="14762"/>
                </a:lnTo>
                <a:lnTo>
                  <a:pt x="217970" y="11072"/>
                </a:lnTo>
                <a:close/>
                <a:moveTo>
                  <a:pt x="203240" y="7847"/>
                </a:moveTo>
                <a:lnTo>
                  <a:pt x="188511" y="4623"/>
                </a:lnTo>
                <a:lnTo>
                  <a:pt x="196372" y="14762"/>
                </a:lnTo>
                <a:close/>
                <a:moveTo>
                  <a:pt x="203240" y="7847"/>
                </a:moveTo>
                <a:lnTo>
                  <a:pt x="217970" y="11072"/>
                </a:lnTo>
                <a:lnTo>
                  <a:pt x="210109" y="932"/>
                </a:lnTo>
                <a:close/>
                <a:moveTo>
                  <a:pt x="181642" y="11538"/>
                </a:moveTo>
                <a:lnTo>
                  <a:pt x="174773" y="18453"/>
                </a:lnTo>
                <a:lnTo>
                  <a:pt x="196372" y="14762"/>
                </a:lnTo>
                <a:close/>
                <a:moveTo>
                  <a:pt x="181642" y="11538"/>
                </a:moveTo>
                <a:lnTo>
                  <a:pt x="166912" y="8313"/>
                </a:lnTo>
                <a:lnTo>
                  <a:pt x="174773" y="18453"/>
                </a:lnTo>
                <a:close/>
                <a:moveTo>
                  <a:pt x="181642" y="11538"/>
                </a:moveTo>
                <a:lnTo>
                  <a:pt x="188511" y="4623"/>
                </a:lnTo>
                <a:lnTo>
                  <a:pt x="166912" y="8313"/>
                </a:lnTo>
                <a:close/>
                <a:moveTo>
                  <a:pt x="181642" y="11538"/>
                </a:moveTo>
                <a:lnTo>
                  <a:pt x="196372" y="14762"/>
                </a:lnTo>
                <a:lnTo>
                  <a:pt x="188511" y="4623"/>
                </a:lnTo>
                <a:close/>
                <a:moveTo>
                  <a:pt x="160043" y="15228"/>
                </a:moveTo>
                <a:lnTo>
                  <a:pt x="166912" y="8313"/>
                </a:lnTo>
                <a:lnTo>
                  <a:pt x="145314" y="12004"/>
                </a:lnTo>
                <a:close/>
                <a:moveTo>
                  <a:pt x="160043" y="15228"/>
                </a:moveTo>
                <a:lnTo>
                  <a:pt x="174773" y="18453"/>
                </a:lnTo>
                <a:lnTo>
                  <a:pt x="166912" y="8313"/>
                </a:lnTo>
                <a:close/>
                <a:moveTo>
                  <a:pt x="152182" y="5089"/>
                </a:moveTo>
                <a:lnTo>
                  <a:pt x="145314" y="12004"/>
                </a:lnTo>
                <a:lnTo>
                  <a:pt x="166912" y="8313"/>
                </a:lnTo>
                <a:close/>
                <a:moveTo>
                  <a:pt x="152182" y="5089"/>
                </a:moveTo>
                <a:lnTo>
                  <a:pt x="137452" y="1864"/>
                </a:lnTo>
                <a:lnTo>
                  <a:pt x="145314" y="12004"/>
                </a:lnTo>
                <a:close/>
                <a:moveTo>
                  <a:pt x="130584" y="8779"/>
                </a:moveTo>
                <a:lnTo>
                  <a:pt x="123715" y="15694"/>
                </a:lnTo>
                <a:lnTo>
                  <a:pt x="145314" y="12004"/>
                </a:lnTo>
                <a:close/>
                <a:moveTo>
                  <a:pt x="130584" y="8779"/>
                </a:moveTo>
                <a:lnTo>
                  <a:pt x="115854" y="5555"/>
                </a:lnTo>
                <a:lnTo>
                  <a:pt x="123715" y="15694"/>
                </a:lnTo>
                <a:close/>
                <a:moveTo>
                  <a:pt x="130584" y="8779"/>
                </a:moveTo>
                <a:lnTo>
                  <a:pt x="145314" y="12004"/>
                </a:lnTo>
                <a:lnTo>
                  <a:pt x="137452" y="1864"/>
                </a:lnTo>
                <a:close/>
                <a:moveTo>
                  <a:pt x="108985" y="12470"/>
                </a:moveTo>
                <a:lnTo>
                  <a:pt x="94255" y="9245"/>
                </a:lnTo>
                <a:lnTo>
                  <a:pt x="102116" y="19385"/>
                </a:lnTo>
                <a:close/>
                <a:moveTo>
                  <a:pt x="108985" y="12470"/>
                </a:moveTo>
                <a:lnTo>
                  <a:pt x="115854" y="5555"/>
                </a:lnTo>
                <a:lnTo>
                  <a:pt x="94255" y="9245"/>
                </a:lnTo>
                <a:close/>
                <a:moveTo>
                  <a:pt x="108985" y="12470"/>
                </a:moveTo>
                <a:lnTo>
                  <a:pt x="123715" y="15694"/>
                </a:lnTo>
                <a:lnTo>
                  <a:pt x="115854" y="5555"/>
                </a:lnTo>
                <a:close/>
                <a:moveTo>
                  <a:pt x="87387" y="16160"/>
                </a:moveTo>
                <a:lnTo>
                  <a:pt x="94255" y="9245"/>
                </a:lnTo>
                <a:lnTo>
                  <a:pt x="72657" y="12936"/>
                </a:lnTo>
                <a:close/>
                <a:moveTo>
                  <a:pt x="87387" y="16160"/>
                </a:moveTo>
                <a:lnTo>
                  <a:pt x="102116" y="19385"/>
                </a:lnTo>
                <a:lnTo>
                  <a:pt x="94255" y="9245"/>
                </a:lnTo>
                <a:close/>
                <a:moveTo>
                  <a:pt x="101124" y="2330"/>
                </a:moveTo>
                <a:lnTo>
                  <a:pt x="94255" y="9245"/>
                </a:lnTo>
                <a:lnTo>
                  <a:pt x="115854" y="5555"/>
                </a:lnTo>
                <a:close/>
                <a:moveTo>
                  <a:pt x="79525" y="6021"/>
                </a:moveTo>
                <a:lnTo>
                  <a:pt x="72657" y="12936"/>
                </a:lnTo>
                <a:lnTo>
                  <a:pt x="94255" y="9245"/>
                </a:lnTo>
                <a:close/>
                <a:moveTo>
                  <a:pt x="79525" y="6021"/>
                </a:moveTo>
                <a:lnTo>
                  <a:pt x="64796" y="2796"/>
                </a:lnTo>
                <a:lnTo>
                  <a:pt x="72657" y="12936"/>
                </a:lnTo>
                <a:close/>
                <a:moveTo>
                  <a:pt x="57927" y="9711"/>
                </a:moveTo>
                <a:lnTo>
                  <a:pt x="51058" y="16626"/>
                </a:lnTo>
                <a:lnTo>
                  <a:pt x="72657" y="12936"/>
                </a:lnTo>
                <a:close/>
                <a:moveTo>
                  <a:pt x="57927" y="9711"/>
                </a:moveTo>
                <a:lnTo>
                  <a:pt x="43197" y="6487"/>
                </a:lnTo>
                <a:lnTo>
                  <a:pt x="51058" y="16626"/>
                </a:lnTo>
                <a:close/>
                <a:moveTo>
                  <a:pt x="57927" y="9711"/>
                </a:moveTo>
                <a:lnTo>
                  <a:pt x="64796" y="2796"/>
                </a:lnTo>
                <a:lnTo>
                  <a:pt x="43197" y="6487"/>
                </a:lnTo>
                <a:close/>
                <a:moveTo>
                  <a:pt x="57927" y="9711"/>
                </a:moveTo>
                <a:lnTo>
                  <a:pt x="72657" y="12936"/>
                </a:lnTo>
                <a:lnTo>
                  <a:pt x="64796" y="2796"/>
                </a:lnTo>
                <a:close/>
                <a:moveTo>
                  <a:pt x="36328" y="13402"/>
                </a:moveTo>
                <a:lnTo>
                  <a:pt x="21599" y="10177"/>
                </a:lnTo>
                <a:lnTo>
                  <a:pt x="29460" y="20317"/>
                </a:lnTo>
                <a:close/>
                <a:moveTo>
                  <a:pt x="36328" y="13402"/>
                </a:moveTo>
                <a:lnTo>
                  <a:pt x="43197" y="6487"/>
                </a:lnTo>
                <a:lnTo>
                  <a:pt x="21599" y="10177"/>
                </a:lnTo>
                <a:close/>
                <a:moveTo>
                  <a:pt x="36328" y="13402"/>
                </a:moveTo>
                <a:lnTo>
                  <a:pt x="51058" y="16626"/>
                </a:lnTo>
                <a:lnTo>
                  <a:pt x="43197" y="6487"/>
                </a:lnTo>
                <a:close/>
                <a:moveTo>
                  <a:pt x="14730" y="17092"/>
                </a:moveTo>
                <a:lnTo>
                  <a:pt x="21599" y="10177"/>
                </a:lnTo>
                <a:lnTo>
                  <a:pt x="0" y="13868"/>
                </a:lnTo>
                <a:close/>
                <a:moveTo>
                  <a:pt x="28467" y="3262"/>
                </a:moveTo>
                <a:lnTo>
                  <a:pt x="21599" y="10177"/>
                </a:lnTo>
                <a:lnTo>
                  <a:pt x="43197" y="6487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616" name="PANEL_01-slope-7-210_910">
            <a:extLst>
              <a:ext uri="{FF2B5EF4-FFF2-40B4-BE49-F238E27FC236}">
                <a16:creationId xmlns:a16="http://schemas.microsoft.com/office/drawing/2014/main" id="{B26BBA5C-E55E-4B1B-BC0E-5CCB18811BDC}"/>
              </a:ext>
            </a:extLst>
          </p:cNvPr>
          <p:cNvSpPr>
            <a:spLocks/>
          </p:cNvSpPr>
          <p:nvPr/>
        </p:nvSpPr>
        <p:spPr>
          <a:xfrm>
            <a:off x="670481" y="564996"/>
            <a:ext cx="475498" cy="227325"/>
          </a:xfrm>
          <a:custGeom>
            <a:pathLst>
              <a:path w="322072" h="153975">
                <a:moveTo>
                  <a:pt x="322072" y="153975"/>
                </a:moveTo>
                <a:lnTo>
                  <a:pt x="307342" y="145135"/>
                </a:lnTo>
                <a:lnTo>
                  <a:pt x="315203" y="152314"/>
                </a:lnTo>
                <a:close/>
                <a:moveTo>
                  <a:pt x="292612" y="136933"/>
                </a:moveTo>
                <a:lnTo>
                  <a:pt x="285743" y="133760"/>
                </a:lnTo>
                <a:lnTo>
                  <a:pt x="307342" y="145135"/>
                </a:lnTo>
                <a:close/>
                <a:moveTo>
                  <a:pt x="292612" y="136933"/>
                </a:moveTo>
                <a:lnTo>
                  <a:pt x="277882" y="125425"/>
                </a:lnTo>
                <a:lnTo>
                  <a:pt x="285743" y="133760"/>
                </a:lnTo>
                <a:close/>
                <a:moveTo>
                  <a:pt x="271014" y="124678"/>
                </a:moveTo>
                <a:lnTo>
                  <a:pt x="277882" y="125425"/>
                </a:lnTo>
                <a:lnTo>
                  <a:pt x="256284" y="113882"/>
                </a:lnTo>
                <a:close/>
                <a:moveTo>
                  <a:pt x="271014" y="124678"/>
                </a:moveTo>
                <a:lnTo>
                  <a:pt x="285743" y="133760"/>
                </a:lnTo>
                <a:lnTo>
                  <a:pt x="277882" y="125425"/>
                </a:lnTo>
                <a:close/>
                <a:moveTo>
                  <a:pt x="263152" y="116706"/>
                </a:moveTo>
                <a:lnTo>
                  <a:pt x="256284" y="113882"/>
                </a:lnTo>
                <a:lnTo>
                  <a:pt x="277882" y="125425"/>
                </a:lnTo>
                <a:close/>
                <a:moveTo>
                  <a:pt x="263152" y="116706"/>
                </a:moveTo>
                <a:lnTo>
                  <a:pt x="248423" y="101623"/>
                </a:lnTo>
                <a:lnTo>
                  <a:pt x="256284" y="113882"/>
                </a:lnTo>
                <a:close/>
                <a:moveTo>
                  <a:pt x="241554" y="102521"/>
                </a:moveTo>
                <a:lnTo>
                  <a:pt x="248423" y="101623"/>
                </a:lnTo>
                <a:lnTo>
                  <a:pt x="226824" y="88909"/>
                </a:lnTo>
                <a:close/>
                <a:moveTo>
                  <a:pt x="241554" y="102521"/>
                </a:moveTo>
                <a:lnTo>
                  <a:pt x="256284" y="113882"/>
                </a:lnTo>
                <a:lnTo>
                  <a:pt x="248423" y="101623"/>
                </a:lnTo>
                <a:close/>
                <a:moveTo>
                  <a:pt x="233693" y="88574"/>
                </a:moveTo>
                <a:lnTo>
                  <a:pt x="226824" y="88909"/>
                </a:lnTo>
                <a:lnTo>
                  <a:pt x="248423" y="101623"/>
                </a:lnTo>
                <a:close/>
                <a:moveTo>
                  <a:pt x="233693" y="88574"/>
                </a:moveTo>
                <a:lnTo>
                  <a:pt x="218963" y="74388"/>
                </a:lnTo>
                <a:lnTo>
                  <a:pt x="226824" y="88909"/>
                </a:lnTo>
                <a:close/>
                <a:moveTo>
                  <a:pt x="212094" y="75023"/>
                </a:moveTo>
                <a:lnTo>
                  <a:pt x="218963" y="74388"/>
                </a:lnTo>
                <a:lnTo>
                  <a:pt x="197364" y="60665"/>
                </a:lnTo>
                <a:close/>
                <a:moveTo>
                  <a:pt x="212094" y="75023"/>
                </a:moveTo>
                <a:lnTo>
                  <a:pt x="226824" y="88909"/>
                </a:lnTo>
                <a:lnTo>
                  <a:pt x="218963" y="74388"/>
                </a:lnTo>
                <a:close/>
                <a:moveTo>
                  <a:pt x="204233" y="60835"/>
                </a:moveTo>
                <a:lnTo>
                  <a:pt x="197364" y="60665"/>
                </a:lnTo>
                <a:lnTo>
                  <a:pt x="218963" y="74388"/>
                </a:lnTo>
                <a:close/>
                <a:moveTo>
                  <a:pt x="204233" y="60835"/>
                </a:moveTo>
                <a:lnTo>
                  <a:pt x="189503" y="46368"/>
                </a:lnTo>
                <a:lnTo>
                  <a:pt x="197364" y="60665"/>
                </a:lnTo>
                <a:close/>
                <a:moveTo>
                  <a:pt x="182634" y="47525"/>
                </a:moveTo>
                <a:lnTo>
                  <a:pt x="189503" y="46368"/>
                </a:lnTo>
                <a:lnTo>
                  <a:pt x="167905" y="35880"/>
                </a:lnTo>
                <a:close/>
                <a:moveTo>
                  <a:pt x="182634" y="47525"/>
                </a:moveTo>
                <a:lnTo>
                  <a:pt x="197364" y="60665"/>
                </a:lnTo>
                <a:lnTo>
                  <a:pt x="189503" y="46368"/>
                </a:lnTo>
                <a:close/>
                <a:moveTo>
                  <a:pt x="80518" y="31804"/>
                </a:moveTo>
                <a:lnTo>
                  <a:pt x="65788" y="26144"/>
                </a:lnTo>
                <a:lnTo>
                  <a:pt x="73649" y="28194"/>
                </a:lnTo>
                <a:close/>
                <a:moveTo>
                  <a:pt x="80518" y="31804"/>
                </a:moveTo>
                <a:lnTo>
                  <a:pt x="87387" y="33732"/>
                </a:lnTo>
                <a:lnTo>
                  <a:pt x="65788" y="26144"/>
                </a:lnTo>
                <a:close/>
                <a:moveTo>
                  <a:pt x="80518" y="31804"/>
                </a:moveTo>
                <a:lnTo>
                  <a:pt x="95248" y="34090"/>
                </a:lnTo>
                <a:lnTo>
                  <a:pt x="87387" y="33732"/>
                </a:lnTo>
                <a:close/>
                <a:moveTo>
                  <a:pt x="58919" y="22719"/>
                </a:moveTo>
                <a:lnTo>
                  <a:pt x="65788" y="26144"/>
                </a:lnTo>
                <a:lnTo>
                  <a:pt x="44190" y="16435"/>
                </a:lnTo>
                <a:close/>
                <a:moveTo>
                  <a:pt x="51058" y="19693"/>
                </a:moveTo>
                <a:lnTo>
                  <a:pt x="44190" y="16435"/>
                </a:lnTo>
                <a:lnTo>
                  <a:pt x="65788" y="26144"/>
                </a:lnTo>
                <a:close/>
                <a:moveTo>
                  <a:pt x="51058" y="19693"/>
                </a:moveTo>
                <a:lnTo>
                  <a:pt x="36328" y="12962"/>
                </a:lnTo>
                <a:lnTo>
                  <a:pt x="44190" y="16435"/>
                </a:lnTo>
                <a:close/>
                <a:moveTo>
                  <a:pt x="29460" y="10307"/>
                </a:moveTo>
                <a:lnTo>
                  <a:pt x="36328" y="12962"/>
                </a:lnTo>
                <a:lnTo>
                  <a:pt x="14730" y="5093"/>
                </a:lnTo>
                <a:close/>
                <a:moveTo>
                  <a:pt x="29460" y="10307"/>
                </a:moveTo>
                <a:lnTo>
                  <a:pt x="44190" y="16435"/>
                </a:lnTo>
                <a:lnTo>
                  <a:pt x="36328" y="12962"/>
                </a:lnTo>
                <a:close/>
                <a:moveTo>
                  <a:pt x="21599" y="6567"/>
                </a:moveTo>
                <a:lnTo>
                  <a:pt x="14730" y="5093"/>
                </a:lnTo>
                <a:lnTo>
                  <a:pt x="36328" y="12962"/>
                </a:lnTo>
                <a:close/>
                <a:moveTo>
                  <a:pt x="0" y="0"/>
                </a:moveTo>
                <a:lnTo>
                  <a:pt x="14730" y="5093"/>
                </a:lnTo>
                <a:lnTo>
                  <a:pt x="6869" y="2143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617" name="PANEL_01-slope-7-215_911">
            <a:extLst>
              <a:ext uri="{FF2B5EF4-FFF2-40B4-BE49-F238E27FC236}">
                <a16:creationId xmlns:a16="http://schemas.microsoft.com/office/drawing/2014/main" id="{18817F3A-9499-4FC1-9B1D-0B15A74EF6F4}"/>
              </a:ext>
            </a:extLst>
          </p:cNvPr>
          <p:cNvSpPr>
            <a:spLocks/>
          </p:cNvSpPr>
          <p:nvPr/>
        </p:nvSpPr>
        <p:spPr>
          <a:xfrm>
            <a:off x="541466" y="562359"/>
            <a:ext cx="907505" cy="387578"/>
          </a:xfrm>
          <a:custGeom>
            <a:pathLst>
              <a:path w="614684" h="262520">
                <a:moveTo>
                  <a:pt x="599954" y="249723"/>
                </a:moveTo>
                <a:lnTo>
                  <a:pt x="614684" y="262520"/>
                </a:lnTo>
                <a:lnTo>
                  <a:pt x="606823" y="245964"/>
                </a:lnTo>
                <a:close/>
                <a:moveTo>
                  <a:pt x="541035" y="222418"/>
                </a:moveTo>
                <a:lnTo>
                  <a:pt x="555765" y="230494"/>
                </a:lnTo>
                <a:lnTo>
                  <a:pt x="547903" y="219098"/>
                </a:lnTo>
                <a:close/>
                <a:moveTo>
                  <a:pt x="519436" y="217816"/>
                </a:moveTo>
                <a:lnTo>
                  <a:pt x="526305" y="214728"/>
                </a:lnTo>
                <a:lnTo>
                  <a:pt x="504706" y="208842"/>
                </a:lnTo>
                <a:close/>
                <a:moveTo>
                  <a:pt x="519436" y="217816"/>
                </a:moveTo>
                <a:lnTo>
                  <a:pt x="534166" y="227104"/>
                </a:lnTo>
                <a:lnTo>
                  <a:pt x="526305" y="214728"/>
                </a:lnTo>
                <a:close/>
                <a:moveTo>
                  <a:pt x="511575" y="206631"/>
                </a:moveTo>
                <a:lnTo>
                  <a:pt x="504706" y="208842"/>
                </a:lnTo>
                <a:lnTo>
                  <a:pt x="526305" y="214728"/>
                </a:lnTo>
                <a:close/>
                <a:moveTo>
                  <a:pt x="511575" y="206631"/>
                </a:moveTo>
                <a:lnTo>
                  <a:pt x="496845" y="196848"/>
                </a:lnTo>
                <a:lnTo>
                  <a:pt x="504706" y="208842"/>
                </a:lnTo>
                <a:close/>
                <a:moveTo>
                  <a:pt x="489976" y="198796"/>
                </a:moveTo>
                <a:lnTo>
                  <a:pt x="483108" y="201667"/>
                </a:lnTo>
                <a:lnTo>
                  <a:pt x="504706" y="208842"/>
                </a:lnTo>
                <a:close/>
                <a:moveTo>
                  <a:pt x="489976" y="198796"/>
                </a:moveTo>
                <a:lnTo>
                  <a:pt x="475247" y="188914"/>
                </a:lnTo>
                <a:lnTo>
                  <a:pt x="483108" y="201667"/>
                </a:lnTo>
                <a:close/>
                <a:moveTo>
                  <a:pt x="489976" y="198796"/>
                </a:moveTo>
                <a:lnTo>
                  <a:pt x="496845" y="196848"/>
                </a:lnTo>
                <a:lnTo>
                  <a:pt x="475247" y="188914"/>
                </a:lnTo>
                <a:close/>
                <a:moveTo>
                  <a:pt x="489976" y="198796"/>
                </a:moveTo>
                <a:lnTo>
                  <a:pt x="504706" y="208842"/>
                </a:lnTo>
                <a:lnTo>
                  <a:pt x="496845" y="196848"/>
                </a:lnTo>
                <a:close/>
                <a:moveTo>
                  <a:pt x="460517" y="179263"/>
                </a:moveTo>
                <a:lnTo>
                  <a:pt x="453648" y="180392"/>
                </a:lnTo>
                <a:lnTo>
                  <a:pt x="475247" y="188914"/>
                </a:lnTo>
                <a:close/>
                <a:moveTo>
                  <a:pt x="460517" y="179263"/>
                </a:moveTo>
                <a:lnTo>
                  <a:pt x="445787" y="170247"/>
                </a:lnTo>
                <a:lnTo>
                  <a:pt x="453648" y="180392"/>
                </a:lnTo>
                <a:close/>
                <a:moveTo>
                  <a:pt x="460517" y="179263"/>
                </a:moveTo>
                <a:lnTo>
                  <a:pt x="467385" y="177480"/>
                </a:lnTo>
                <a:lnTo>
                  <a:pt x="445787" y="170247"/>
                </a:lnTo>
                <a:close/>
                <a:moveTo>
                  <a:pt x="460517" y="179263"/>
                </a:moveTo>
                <a:lnTo>
                  <a:pt x="475247" y="188914"/>
                </a:lnTo>
                <a:lnTo>
                  <a:pt x="467385" y="177480"/>
                </a:lnTo>
                <a:close/>
                <a:moveTo>
                  <a:pt x="438918" y="170635"/>
                </a:moveTo>
                <a:lnTo>
                  <a:pt x="445787" y="170247"/>
                </a:lnTo>
                <a:lnTo>
                  <a:pt x="424188" y="162678"/>
                </a:lnTo>
                <a:close/>
                <a:moveTo>
                  <a:pt x="438918" y="170635"/>
                </a:moveTo>
                <a:lnTo>
                  <a:pt x="453648" y="180392"/>
                </a:lnTo>
                <a:lnTo>
                  <a:pt x="445787" y="170247"/>
                </a:lnTo>
                <a:close/>
                <a:moveTo>
                  <a:pt x="431057" y="162413"/>
                </a:moveTo>
                <a:lnTo>
                  <a:pt x="424188" y="162678"/>
                </a:lnTo>
                <a:lnTo>
                  <a:pt x="445787" y="170247"/>
                </a:lnTo>
                <a:close/>
                <a:moveTo>
                  <a:pt x="431057" y="162413"/>
                </a:moveTo>
                <a:lnTo>
                  <a:pt x="416327" y="154195"/>
                </a:lnTo>
                <a:lnTo>
                  <a:pt x="424188" y="162678"/>
                </a:lnTo>
                <a:close/>
                <a:moveTo>
                  <a:pt x="409458" y="155761"/>
                </a:moveTo>
                <a:lnTo>
                  <a:pt x="416327" y="154195"/>
                </a:lnTo>
                <a:lnTo>
                  <a:pt x="394729" y="146921"/>
                </a:lnTo>
                <a:close/>
                <a:moveTo>
                  <a:pt x="409458" y="155761"/>
                </a:moveTo>
                <a:lnTo>
                  <a:pt x="424188" y="162678"/>
                </a:lnTo>
                <a:lnTo>
                  <a:pt x="416327" y="154195"/>
                </a:lnTo>
                <a:close/>
                <a:moveTo>
                  <a:pt x="379999" y="138719"/>
                </a:moveTo>
                <a:lnTo>
                  <a:pt x="386867" y="135433"/>
                </a:lnTo>
                <a:lnTo>
                  <a:pt x="365269" y="127212"/>
                </a:lnTo>
                <a:close/>
                <a:moveTo>
                  <a:pt x="379999" y="138719"/>
                </a:moveTo>
                <a:lnTo>
                  <a:pt x="394729" y="146921"/>
                </a:lnTo>
                <a:lnTo>
                  <a:pt x="386867" y="135433"/>
                </a:lnTo>
                <a:close/>
                <a:moveTo>
                  <a:pt x="262160" y="35490"/>
                </a:moveTo>
                <a:lnTo>
                  <a:pt x="255291" y="37666"/>
                </a:lnTo>
                <a:lnTo>
                  <a:pt x="276890" y="48155"/>
                </a:lnTo>
                <a:close/>
                <a:moveTo>
                  <a:pt x="262160" y="35490"/>
                </a:moveTo>
                <a:lnTo>
                  <a:pt x="247430" y="26372"/>
                </a:lnTo>
                <a:lnTo>
                  <a:pt x="255291" y="37666"/>
                </a:lnTo>
                <a:close/>
                <a:moveTo>
                  <a:pt x="240561" y="28396"/>
                </a:moveTo>
                <a:lnTo>
                  <a:pt x="233693" y="33094"/>
                </a:lnTo>
                <a:lnTo>
                  <a:pt x="255291" y="37666"/>
                </a:lnTo>
                <a:close/>
                <a:moveTo>
                  <a:pt x="240561" y="28396"/>
                </a:moveTo>
                <a:lnTo>
                  <a:pt x="255291" y="37666"/>
                </a:lnTo>
                <a:lnTo>
                  <a:pt x="247430" y="26372"/>
                </a:lnTo>
                <a:close/>
                <a:moveTo>
                  <a:pt x="197364" y="37395"/>
                </a:moveTo>
                <a:lnTo>
                  <a:pt x="204233" y="34736"/>
                </a:lnTo>
                <a:lnTo>
                  <a:pt x="182634" y="35876"/>
                </a:lnTo>
                <a:close/>
                <a:moveTo>
                  <a:pt x="189503" y="38490"/>
                </a:moveTo>
                <a:lnTo>
                  <a:pt x="182634" y="35876"/>
                </a:lnTo>
                <a:lnTo>
                  <a:pt x="204233" y="34736"/>
                </a:lnTo>
                <a:close/>
                <a:moveTo>
                  <a:pt x="189503" y="38490"/>
                </a:moveTo>
                <a:lnTo>
                  <a:pt x="174773" y="35519"/>
                </a:lnTo>
                <a:lnTo>
                  <a:pt x="182634" y="35876"/>
                </a:lnTo>
                <a:close/>
                <a:moveTo>
                  <a:pt x="87387" y="1786"/>
                </a:moveTo>
                <a:lnTo>
                  <a:pt x="80518" y="3394"/>
                </a:lnTo>
                <a:lnTo>
                  <a:pt x="102116" y="6880"/>
                </a:lnTo>
                <a:close/>
                <a:moveTo>
                  <a:pt x="87387" y="1786"/>
                </a:moveTo>
                <a:lnTo>
                  <a:pt x="72657" y="1622"/>
                </a:lnTo>
                <a:lnTo>
                  <a:pt x="80518" y="3394"/>
                </a:lnTo>
                <a:close/>
                <a:moveTo>
                  <a:pt x="65788" y="2861"/>
                </a:moveTo>
                <a:lnTo>
                  <a:pt x="72657" y="1622"/>
                </a:lnTo>
                <a:lnTo>
                  <a:pt x="51058" y="5239"/>
                </a:lnTo>
                <a:close/>
                <a:moveTo>
                  <a:pt x="65788" y="2861"/>
                </a:moveTo>
                <a:lnTo>
                  <a:pt x="80518" y="3394"/>
                </a:lnTo>
                <a:lnTo>
                  <a:pt x="72657" y="1622"/>
                </a:lnTo>
                <a:close/>
                <a:moveTo>
                  <a:pt x="36328" y="6377"/>
                </a:moveTo>
                <a:lnTo>
                  <a:pt x="29460" y="6761"/>
                </a:lnTo>
                <a:lnTo>
                  <a:pt x="51058" y="5239"/>
                </a:lnTo>
                <a:close/>
                <a:moveTo>
                  <a:pt x="14730" y="3560"/>
                </a:moveTo>
                <a:lnTo>
                  <a:pt x="7861" y="3896"/>
                </a:lnTo>
                <a:lnTo>
                  <a:pt x="29460" y="6761"/>
                </a:lnTo>
                <a:close/>
                <a:moveTo>
                  <a:pt x="14730" y="3560"/>
                </a:moveTo>
                <a:lnTo>
                  <a:pt x="0" y="0"/>
                </a:lnTo>
                <a:lnTo>
                  <a:pt x="7861" y="3896"/>
                </a:lnTo>
                <a:close/>
                <a:moveTo>
                  <a:pt x="14730" y="3560"/>
                </a:moveTo>
                <a:lnTo>
                  <a:pt x="29460" y="6761"/>
                </a:lnTo>
                <a:lnTo>
                  <a:pt x="21599" y="1942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18" name="PANEL_01-slope-7-220_912">
            <a:extLst>
              <a:ext uri="{FF2B5EF4-FFF2-40B4-BE49-F238E27FC236}">
                <a16:creationId xmlns:a16="http://schemas.microsoft.com/office/drawing/2014/main" id="{BEE9F026-72AC-418D-97EC-2A4A6EA5A42E}"/>
              </a:ext>
            </a:extLst>
          </p:cNvPr>
          <p:cNvSpPr>
            <a:spLocks/>
          </p:cNvSpPr>
          <p:nvPr/>
        </p:nvSpPr>
        <p:spPr>
          <a:xfrm>
            <a:off x="584959" y="566583"/>
            <a:ext cx="2087459" cy="408520"/>
          </a:xfrm>
          <a:custGeom>
            <a:pathLst>
              <a:path w="1413908" h="276704">
                <a:moveTo>
                  <a:pt x="1407040" y="276704"/>
                </a:moveTo>
                <a:lnTo>
                  <a:pt x="1413908" y="268404"/>
                </a:lnTo>
                <a:lnTo>
                  <a:pt x="1392310" y="268991"/>
                </a:lnTo>
                <a:close/>
                <a:moveTo>
                  <a:pt x="1399178" y="262024"/>
                </a:moveTo>
                <a:lnTo>
                  <a:pt x="1392310" y="268991"/>
                </a:lnTo>
                <a:lnTo>
                  <a:pt x="1413908" y="268404"/>
                </a:lnTo>
                <a:close/>
                <a:moveTo>
                  <a:pt x="1399178" y="262024"/>
                </a:moveTo>
                <a:lnTo>
                  <a:pt x="1384449" y="253726"/>
                </a:lnTo>
                <a:lnTo>
                  <a:pt x="1392310" y="268991"/>
                </a:lnTo>
                <a:close/>
                <a:moveTo>
                  <a:pt x="1377580" y="261554"/>
                </a:moveTo>
                <a:lnTo>
                  <a:pt x="1392310" y="268991"/>
                </a:lnTo>
                <a:lnTo>
                  <a:pt x="1384449" y="253726"/>
                </a:lnTo>
                <a:close/>
                <a:moveTo>
                  <a:pt x="1326522" y="253178"/>
                </a:moveTo>
                <a:lnTo>
                  <a:pt x="1311792" y="244881"/>
                </a:lnTo>
                <a:lnTo>
                  <a:pt x="1319653" y="261135"/>
                </a:lnTo>
                <a:close/>
                <a:moveTo>
                  <a:pt x="1304923" y="252051"/>
                </a:moveTo>
                <a:lnTo>
                  <a:pt x="1311792" y="244881"/>
                </a:lnTo>
                <a:lnTo>
                  <a:pt x="1290193" y="244915"/>
                </a:lnTo>
                <a:close/>
                <a:moveTo>
                  <a:pt x="1304923" y="252051"/>
                </a:moveTo>
                <a:lnTo>
                  <a:pt x="1319653" y="261135"/>
                </a:lnTo>
                <a:lnTo>
                  <a:pt x="1311792" y="244881"/>
                </a:lnTo>
                <a:close/>
                <a:moveTo>
                  <a:pt x="1318660" y="238322"/>
                </a:moveTo>
                <a:lnTo>
                  <a:pt x="1311792" y="244881"/>
                </a:lnTo>
                <a:lnTo>
                  <a:pt x="1333390" y="244198"/>
                </a:lnTo>
                <a:close/>
                <a:moveTo>
                  <a:pt x="1297062" y="235972"/>
                </a:moveTo>
                <a:lnTo>
                  <a:pt x="1290193" y="244915"/>
                </a:lnTo>
                <a:lnTo>
                  <a:pt x="1311792" y="244881"/>
                </a:lnTo>
                <a:close/>
                <a:moveTo>
                  <a:pt x="1297062" y="235972"/>
                </a:moveTo>
                <a:lnTo>
                  <a:pt x="1311792" y="244881"/>
                </a:lnTo>
                <a:lnTo>
                  <a:pt x="1303931" y="230650"/>
                </a:lnTo>
                <a:close/>
                <a:moveTo>
                  <a:pt x="1246004" y="227227"/>
                </a:moveTo>
                <a:lnTo>
                  <a:pt x="1231274" y="219794"/>
                </a:lnTo>
                <a:lnTo>
                  <a:pt x="1239135" y="234765"/>
                </a:lnTo>
                <a:close/>
                <a:moveTo>
                  <a:pt x="1224405" y="227772"/>
                </a:moveTo>
                <a:lnTo>
                  <a:pt x="1217537" y="231248"/>
                </a:lnTo>
                <a:lnTo>
                  <a:pt x="1239135" y="234765"/>
                </a:lnTo>
                <a:close/>
                <a:moveTo>
                  <a:pt x="1224405" y="227772"/>
                </a:moveTo>
                <a:lnTo>
                  <a:pt x="1209675" y="220729"/>
                </a:lnTo>
                <a:lnTo>
                  <a:pt x="1217537" y="231248"/>
                </a:lnTo>
                <a:close/>
                <a:moveTo>
                  <a:pt x="1224405" y="227772"/>
                </a:moveTo>
                <a:lnTo>
                  <a:pt x="1231274" y="219794"/>
                </a:lnTo>
                <a:lnTo>
                  <a:pt x="1209675" y="220729"/>
                </a:lnTo>
                <a:close/>
                <a:moveTo>
                  <a:pt x="1224405" y="227772"/>
                </a:moveTo>
                <a:lnTo>
                  <a:pt x="1239135" y="234765"/>
                </a:lnTo>
                <a:lnTo>
                  <a:pt x="1231274" y="219794"/>
                </a:lnTo>
                <a:close/>
                <a:moveTo>
                  <a:pt x="1202807" y="224359"/>
                </a:moveTo>
                <a:lnTo>
                  <a:pt x="1209675" y="220729"/>
                </a:lnTo>
                <a:lnTo>
                  <a:pt x="1188077" y="218784"/>
                </a:lnTo>
                <a:close/>
                <a:moveTo>
                  <a:pt x="1216544" y="214622"/>
                </a:moveTo>
                <a:lnTo>
                  <a:pt x="1209675" y="220729"/>
                </a:lnTo>
                <a:lnTo>
                  <a:pt x="1231274" y="219794"/>
                </a:lnTo>
                <a:close/>
                <a:moveTo>
                  <a:pt x="1194945" y="216165"/>
                </a:moveTo>
                <a:lnTo>
                  <a:pt x="1188077" y="218784"/>
                </a:lnTo>
                <a:lnTo>
                  <a:pt x="1209675" y="220729"/>
                </a:lnTo>
                <a:close/>
                <a:moveTo>
                  <a:pt x="1194945" y="216165"/>
                </a:moveTo>
                <a:lnTo>
                  <a:pt x="1180216" y="205907"/>
                </a:lnTo>
                <a:lnTo>
                  <a:pt x="1188077" y="218784"/>
                </a:lnTo>
                <a:close/>
                <a:moveTo>
                  <a:pt x="1173347" y="213161"/>
                </a:moveTo>
                <a:lnTo>
                  <a:pt x="1158617" y="203513"/>
                </a:lnTo>
                <a:lnTo>
                  <a:pt x="1166478" y="216450"/>
                </a:lnTo>
                <a:close/>
                <a:moveTo>
                  <a:pt x="1173347" y="213161"/>
                </a:moveTo>
                <a:lnTo>
                  <a:pt x="1180216" y="205907"/>
                </a:lnTo>
                <a:lnTo>
                  <a:pt x="1158617" y="203513"/>
                </a:lnTo>
                <a:close/>
                <a:moveTo>
                  <a:pt x="1173347" y="213161"/>
                </a:moveTo>
                <a:lnTo>
                  <a:pt x="1188077" y="218784"/>
                </a:lnTo>
                <a:lnTo>
                  <a:pt x="1180216" y="205907"/>
                </a:lnTo>
                <a:close/>
                <a:moveTo>
                  <a:pt x="1151748" y="210795"/>
                </a:moveTo>
                <a:lnTo>
                  <a:pt x="1158617" y="203513"/>
                </a:lnTo>
                <a:lnTo>
                  <a:pt x="1137019" y="201805"/>
                </a:lnTo>
                <a:close/>
                <a:moveTo>
                  <a:pt x="1165486" y="196428"/>
                </a:moveTo>
                <a:lnTo>
                  <a:pt x="1158617" y="203513"/>
                </a:lnTo>
                <a:lnTo>
                  <a:pt x="1180216" y="205907"/>
                </a:lnTo>
                <a:close/>
                <a:moveTo>
                  <a:pt x="1165486" y="196428"/>
                </a:moveTo>
                <a:lnTo>
                  <a:pt x="1150756" y="188038"/>
                </a:lnTo>
                <a:lnTo>
                  <a:pt x="1158617" y="203513"/>
                </a:lnTo>
                <a:close/>
                <a:moveTo>
                  <a:pt x="1143887" y="193669"/>
                </a:moveTo>
                <a:lnTo>
                  <a:pt x="1137019" y="201805"/>
                </a:lnTo>
                <a:lnTo>
                  <a:pt x="1158617" y="203513"/>
                </a:lnTo>
                <a:close/>
                <a:moveTo>
                  <a:pt x="1143887" y="193669"/>
                </a:moveTo>
                <a:lnTo>
                  <a:pt x="1129157" y="186784"/>
                </a:lnTo>
                <a:lnTo>
                  <a:pt x="1137019" y="201805"/>
                </a:lnTo>
                <a:close/>
                <a:moveTo>
                  <a:pt x="1143887" y="193669"/>
                </a:moveTo>
                <a:lnTo>
                  <a:pt x="1150756" y="188038"/>
                </a:lnTo>
                <a:lnTo>
                  <a:pt x="1129157" y="186784"/>
                </a:lnTo>
                <a:close/>
                <a:moveTo>
                  <a:pt x="1143887" y="193669"/>
                </a:moveTo>
                <a:lnTo>
                  <a:pt x="1158617" y="203513"/>
                </a:lnTo>
                <a:lnTo>
                  <a:pt x="1150756" y="188038"/>
                </a:lnTo>
                <a:close/>
                <a:moveTo>
                  <a:pt x="1122289" y="193156"/>
                </a:moveTo>
                <a:lnTo>
                  <a:pt x="1129157" y="186784"/>
                </a:lnTo>
                <a:lnTo>
                  <a:pt x="1107559" y="186630"/>
                </a:lnTo>
                <a:close/>
                <a:moveTo>
                  <a:pt x="1122289" y="193156"/>
                </a:moveTo>
                <a:lnTo>
                  <a:pt x="1137019" y="201805"/>
                </a:lnTo>
                <a:lnTo>
                  <a:pt x="1129157" y="186784"/>
                </a:lnTo>
                <a:close/>
                <a:moveTo>
                  <a:pt x="1114427" y="179772"/>
                </a:moveTo>
                <a:lnTo>
                  <a:pt x="1107559" y="186630"/>
                </a:lnTo>
                <a:lnTo>
                  <a:pt x="1129157" y="186784"/>
                </a:lnTo>
                <a:close/>
                <a:moveTo>
                  <a:pt x="1114427" y="179772"/>
                </a:moveTo>
                <a:lnTo>
                  <a:pt x="1099698" y="177588"/>
                </a:lnTo>
                <a:lnTo>
                  <a:pt x="1107559" y="186630"/>
                </a:lnTo>
                <a:close/>
                <a:moveTo>
                  <a:pt x="1092829" y="180745"/>
                </a:moveTo>
                <a:lnTo>
                  <a:pt x="1085960" y="186513"/>
                </a:lnTo>
                <a:lnTo>
                  <a:pt x="1107559" y="186630"/>
                </a:lnTo>
                <a:close/>
                <a:moveTo>
                  <a:pt x="1092829" y="180745"/>
                </a:moveTo>
                <a:lnTo>
                  <a:pt x="1078099" y="178861"/>
                </a:lnTo>
                <a:lnTo>
                  <a:pt x="1085960" y="186513"/>
                </a:lnTo>
                <a:close/>
                <a:moveTo>
                  <a:pt x="1092829" y="180745"/>
                </a:moveTo>
                <a:lnTo>
                  <a:pt x="1099698" y="177588"/>
                </a:lnTo>
                <a:lnTo>
                  <a:pt x="1078099" y="178861"/>
                </a:lnTo>
                <a:close/>
                <a:moveTo>
                  <a:pt x="1092829" y="180745"/>
                </a:moveTo>
                <a:lnTo>
                  <a:pt x="1107559" y="186630"/>
                </a:lnTo>
                <a:lnTo>
                  <a:pt x="1099698" y="177588"/>
                </a:lnTo>
                <a:close/>
                <a:moveTo>
                  <a:pt x="1071230" y="181685"/>
                </a:moveTo>
                <a:lnTo>
                  <a:pt x="1078099" y="178861"/>
                </a:lnTo>
                <a:lnTo>
                  <a:pt x="1056501" y="185233"/>
                </a:lnTo>
                <a:close/>
                <a:moveTo>
                  <a:pt x="1071230" y="181685"/>
                </a:moveTo>
                <a:lnTo>
                  <a:pt x="1085960" y="186513"/>
                </a:lnTo>
                <a:lnTo>
                  <a:pt x="1078099" y="178861"/>
                </a:lnTo>
                <a:close/>
                <a:moveTo>
                  <a:pt x="1063369" y="177990"/>
                </a:moveTo>
                <a:lnTo>
                  <a:pt x="1056501" y="185233"/>
                </a:lnTo>
                <a:lnTo>
                  <a:pt x="1078099" y="178861"/>
                </a:lnTo>
                <a:close/>
                <a:moveTo>
                  <a:pt x="592093" y="251716"/>
                </a:moveTo>
                <a:lnTo>
                  <a:pt x="585224" y="259659"/>
                </a:lnTo>
                <a:lnTo>
                  <a:pt x="606823" y="255968"/>
                </a:lnTo>
                <a:close/>
                <a:moveTo>
                  <a:pt x="592093" y="251716"/>
                </a:moveTo>
                <a:lnTo>
                  <a:pt x="577363" y="243103"/>
                </a:lnTo>
                <a:lnTo>
                  <a:pt x="585224" y="259659"/>
                </a:lnTo>
                <a:close/>
                <a:moveTo>
                  <a:pt x="592093" y="251716"/>
                </a:moveTo>
                <a:lnTo>
                  <a:pt x="598962" y="245828"/>
                </a:lnTo>
                <a:lnTo>
                  <a:pt x="577363" y="243103"/>
                </a:lnTo>
                <a:close/>
                <a:moveTo>
                  <a:pt x="592093" y="251716"/>
                </a:moveTo>
                <a:lnTo>
                  <a:pt x="606823" y="255968"/>
                </a:lnTo>
                <a:lnTo>
                  <a:pt x="598962" y="245828"/>
                </a:lnTo>
                <a:close/>
                <a:moveTo>
                  <a:pt x="570494" y="246862"/>
                </a:moveTo>
                <a:lnTo>
                  <a:pt x="577363" y="243103"/>
                </a:lnTo>
                <a:lnTo>
                  <a:pt x="555765" y="241190"/>
                </a:lnTo>
                <a:close/>
                <a:moveTo>
                  <a:pt x="562633" y="235361"/>
                </a:moveTo>
                <a:lnTo>
                  <a:pt x="555765" y="241190"/>
                </a:lnTo>
                <a:lnTo>
                  <a:pt x="577363" y="243103"/>
                </a:lnTo>
                <a:close/>
                <a:moveTo>
                  <a:pt x="562633" y="235361"/>
                </a:moveTo>
                <a:lnTo>
                  <a:pt x="547903" y="229305"/>
                </a:lnTo>
                <a:lnTo>
                  <a:pt x="555765" y="241190"/>
                </a:lnTo>
                <a:close/>
                <a:moveTo>
                  <a:pt x="562633" y="235361"/>
                </a:moveTo>
                <a:lnTo>
                  <a:pt x="577363" y="243103"/>
                </a:lnTo>
                <a:lnTo>
                  <a:pt x="569502" y="230341"/>
                </a:lnTo>
                <a:close/>
                <a:moveTo>
                  <a:pt x="541035" y="234644"/>
                </a:moveTo>
                <a:lnTo>
                  <a:pt x="526305" y="227633"/>
                </a:lnTo>
                <a:lnTo>
                  <a:pt x="534166" y="240973"/>
                </a:lnTo>
                <a:close/>
                <a:moveTo>
                  <a:pt x="541035" y="234644"/>
                </a:moveTo>
                <a:lnTo>
                  <a:pt x="547903" y="229305"/>
                </a:lnTo>
                <a:lnTo>
                  <a:pt x="526305" y="227633"/>
                </a:lnTo>
                <a:close/>
                <a:moveTo>
                  <a:pt x="541035" y="234644"/>
                </a:moveTo>
                <a:lnTo>
                  <a:pt x="555765" y="241190"/>
                </a:lnTo>
                <a:lnTo>
                  <a:pt x="547903" y="229305"/>
                </a:lnTo>
                <a:close/>
                <a:moveTo>
                  <a:pt x="519436" y="233008"/>
                </a:moveTo>
                <a:lnTo>
                  <a:pt x="526305" y="227633"/>
                </a:lnTo>
                <a:lnTo>
                  <a:pt x="504706" y="224243"/>
                </a:lnTo>
                <a:close/>
                <a:moveTo>
                  <a:pt x="533173" y="223323"/>
                </a:moveTo>
                <a:lnTo>
                  <a:pt x="526305" y="227633"/>
                </a:lnTo>
                <a:lnTo>
                  <a:pt x="547903" y="229305"/>
                </a:lnTo>
                <a:close/>
                <a:moveTo>
                  <a:pt x="511575" y="219557"/>
                </a:moveTo>
                <a:lnTo>
                  <a:pt x="504706" y="224243"/>
                </a:lnTo>
                <a:lnTo>
                  <a:pt x="526305" y="227633"/>
                </a:lnTo>
                <a:close/>
                <a:moveTo>
                  <a:pt x="511575" y="219557"/>
                </a:moveTo>
                <a:lnTo>
                  <a:pt x="496845" y="211868"/>
                </a:lnTo>
                <a:lnTo>
                  <a:pt x="504706" y="224243"/>
                </a:lnTo>
                <a:close/>
                <a:moveTo>
                  <a:pt x="211102" y="25535"/>
                </a:moveTo>
                <a:lnTo>
                  <a:pt x="196372" y="25113"/>
                </a:lnTo>
                <a:lnTo>
                  <a:pt x="204233" y="30233"/>
                </a:lnTo>
                <a:close/>
                <a:moveTo>
                  <a:pt x="211102" y="25535"/>
                </a:moveTo>
                <a:lnTo>
                  <a:pt x="217970" y="23511"/>
                </a:lnTo>
                <a:lnTo>
                  <a:pt x="196372" y="25113"/>
                </a:lnTo>
                <a:close/>
                <a:moveTo>
                  <a:pt x="189503" y="29322"/>
                </a:moveTo>
                <a:lnTo>
                  <a:pt x="196372" y="25113"/>
                </a:lnTo>
                <a:lnTo>
                  <a:pt x="174773" y="31875"/>
                </a:lnTo>
                <a:close/>
                <a:moveTo>
                  <a:pt x="189503" y="29322"/>
                </a:moveTo>
                <a:lnTo>
                  <a:pt x="204233" y="30233"/>
                </a:lnTo>
                <a:lnTo>
                  <a:pt x="196372" y="25113"/>
                </a:lnTo>
                <a:close/>
                <a:moveTo>
                  <a:pt x="181642" y="28013"/>
                </a:moveTo>
                <a:lnTo>
                  <a:pt x="174773" y="31875"/>
                </a:lnTo>
                <a:lnTo>
                  <a:pt x="196372" y="25113"/>
                </a:lnTo>
                <a:close/>
                <a:moveTo>
                  <a:pt x="36328" y="0"/>
                </a:moveTo>
                <a:lnTo>
                  <a:pt x="21599" y="2378"/>
                </a:lnTo>
                <a:lnTo>
                  <a:pt x="29460" y="3501"/>
                </a:lnTo>
                <a:close/>
                <a:moveTo>
                  <a:pt x="14730" y="6694"/>
                </a:moveTo>
                <a:lnTo>
                  <a:pt x="21599" y="2378"/>
                </a:lnTo>
                <a:lnTo>
                  <a:pt x="0" y="3900"/>
                </a:lnTo>
                <a:close/>
                <a:moveTo>
                  <a:pt x="14730" y="6694"/>
                </a:moveTo>
                <a:lnTo>
                  <a:pt x="29460" y="3501"/>
                </a:lnTo>
                <a:lnTo>
                  <a:pt x="21599" y="2378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19" name="PANEL_01-slope-7-225_913">
            <a:extLst>
              <a:ext uri="{FF2B5EF4-FFF2-40B4-BE49-F238E27FC236}">
                <a16:creationId xmlns:a16="http://schemas.microsoft.com/office/drawing/2014/main" id="{ACCD9B8A-21B3-474A-9226-43DCEEEE6744}"/>
              </a:ext>
            </a:extLst>
          </p:cNvPr>
          <p:cNvSpPr>
            <a:spLocks/>
          </p:cNvSpPr>
          <p:nvPr/>
        </p:nvSpPr>
        <p:spPr>
          <a:xfrm>
            <a:off x="1985312" y="834818"/>
            <a:ext cx="794373" cy="148134"/>
          </a:xfrm>
          <a:custGeom>
            <a:pathLst>
              <a:path w="538057" h="100336">
                <a:moveTo>
                  <a:pt x="531188" y="91798"/>
                </a:moveTo>
                <a:lnTo>
                  <a:pt x="538057" y="81251"/>
                </a:lnTo>
                <a:lnTo>
                  <a:pt x="516458" y="88497"/>
                </a:lnTo>
                <a:close/>
                <a:moveTo>
                  <a:pt x="523327" y="78712"/>
                </a:moveTo>
                <a:lnTo>
                  <a:pt x="516458" y="88497"/>
                </a:lnTo>
                <a:lnTo>
                  <a:pt x="538057" y="81251"/>
                </a:lnTo>
                <a:close/>
                <a:moveTo>
                  <a:pt x="523327" y="78712"/>
                </a:moveTo>
                <a:lnTo>
                  <a:pt x="508597" y="75027"/>
                </a:lnTo>
                <a:lnTo>
                  <a:pt x="516458" y="88497"/>
                </a:lnTo>
                <a:close/>
                <a:moveTo>
                  <a:pt x="523327" y="78712"/>
                </a:moveTo>
                <a:lnTo>
                  <a:pt x="538057" y="81251"/>
                </a:lnTo>
                <a:lnTo>
                  <a:pt x="530196" y="66515"/>
                </a:lnTo>
                <a:close/>
                <a:moveTo>
                  <a:pt x="501729" y="85609"/>
                </a:moveTo>
                <a:lnTo>
                  <a:pt x="494860" y="95077"/>
                </a:lnTo>
                <a:lnTo>
                  <a:pt x="516458" y="88497"/>
                </a:lnTo>
                <a:close/>
                <a:moveTo>
                  <a:pt x="501729" y="85609"/>
                </a:moveTo>
                <a:lnTo>
                  <a:pt x="486999" y="82351"/>
                </a:lnTo>
                <a:lnTo>
                  <a:pt x="494860" y="95077"/>
                </a:lnTo>
                <a:close/>
                <a:moveTo>
                  <a:pt x="501729" y="85609"/>
                </a:moveTo>
                <a:lnTo>
                  <a:pt x="508597" y="75027"/>
                </a:lnTo>
                <a:lnTo>
                  <a:pt x="486999" y="82351"/>
                </a:lnTo>
                <a:close/>
                <a:moveTo>
                  <a:pt x="501729" y="85609"/>
                </a:moveTo>
                <a:lnTo>
                  <a:pt x="516458" y="88497"/>
                </a:lnTo>
                <a:lnTo>
                  <a:pt x="508597" y="75027"/>
                </a:lnTo>
                <a:close/>
                <a:moveTo>
                  <a:pt x="480130" y="92179"/>
                </a:moveTo>
                <a:lnTo>
                  <a:pt x="465400" y="86719"/>
                </a:lnTo>
                <a:lnTo>
                  <a:pt x="473261" y="100336"/>
                </a:lnTo>
                <a:close/>
                <a:moveTo>
                  <a:pt x="480130" y="92179"/>
                </a:moveTo>
                <a:lnTo>
                  <a:pt x="486999" y="82351"/>
                </a:lnTo>
                <a:lnTo>
                  <a:pt x="465400" y="86719"/>
                </a:lnTo>
                <a:close/>
                <a:moveTo>
                  <a:pt x="480130" y="92179"/>
                </a:moveTo>
                <a:lnTo>
                  <a:pt x="494860" y="95077"/>
                </a:lnTo>
                <a:lnTo>
                  <a:pt x="486999" y="82351"/>
                </a:lnTo>
                <a:close/>
                <a:moveTo>
                  <a:pt x="472269" y="79339"/>
                </a:moveTo>
                <a:lnTo>
                  <a:pt x="465400" y="86719"/>
                </a:lnTo>
                <a:lnTo>
                  <a:pt x="486999" y="82351"/>
                </a:lnTo>
                <a:close/>
                <a:moveTo>
                  <a:pt x="450670" y="80339"/>
                </a:moveTo>
                <a:lnTo>
                  <a:pt x="465400" y="86719"/>
                </a:lnTo>
                <a:lnTo>
                  <a:pt x="457539" y="71958"/>
                </a:lnTo>
                <a:close/>
                <a:moveTo>
                  <a:pt x="429072" y="79869"/>
                </a:moveTo>
                <a:lnTo>
                  <a:pt x="414342" y="74094"/>
                </a:lnTo>
                <a:lnTo>
                  <a:pt x="422203" y="88780"/>
                </a:lnTo>
                <a:close/>
                <a:moveTo>
                  <a:pt x="429072" y="79869"/>
                </a:moveTo>
                <a:lnTo>
                  <a:pt x="435941" y="72041"/>
                </a:lnTo>
                <a:lnTo>
                  <a:pt x="414342" y="74094"/>
                </a:lnTo>
                <a:close/>
                <a:moveTo>
                  <a:pt x="407473" y="83516"/>
                </a:moveTo>
                <a:lnTo>
                  <a:pt x="414342" y="74094"/>
                </a:lnTo>
                <a:lnTo>
                  <a:pt x="392743" y="77749"/>
                </a:lnTo>
                <a:close/>
                <a:moveTo>
                  <a:pt x="421211" y="64372"/>
                </a:moveTo>
                <a:lnTo>
                  <a:pt x="414342" y="74094"/>
                </a:lnTo>
                <a:lnTo>
                  <a:pt x="435941" y="72041"/>
                </a:lnTo>
                <a:close/>
                <a:moveTo>
                  <a:pt x="421211" y="64372"/>
                </a:moveTo>
                <a:lnTo>
                  <a:pt x="406481" y="58360"/>
                </a:lnTo>
                <a:lnTo>
                  <a:pt x="414342" y="74094"/>
                </a:lnTo>
                <a:close/>
                <a:moveTo>
                  <a:pt x="399612" y="68617"/>
                </a:moveTo>
                <a:lnTo>
                  <a:pt x="392743" y="77749"/>
                </a:lnTo>
                <a:lnTo>
                  <a:pt x="414342" y="74094"/>
                </a:lnTo>
                <a:close/>
                <a:moveTo>
                  <a:pt x="399612" y="68617"/>
                </a:moveTo>
                <a:lnTo>
                  <a:pt x="384882" y="62513"/>
                </a:lnTo>
                <a:lnTo>
                  <a:pt x="392743" y="77749"/>
                </a:lnTo>
                <a:close/>
                <a:moveTo>
                  <a:pt x="399612" y="68617"/>
                </a:moveTo>
                <a:lnTo>
                  <a:pt x="414342" y="74094"/>
                </a:lnTo>
                <a:lnTo>
                  <a:pt x="406481" y="58360"/>
                </a:lnTo>
                <a:close/>
                <a:moveTo>
                  <a:pt x="378014" y="71493"/>
                </a:moveTo>
                <a:lnTo>
                  <a:pt x="371145" y="79450"/>
                </a:lnTo>
                <a:lnTo>
                  <a:pt x="392743" y="77749"/>
                </a:lnTo>
                <a:close/>
                <a:moveTo>
                  <a:pt x="378014" y="71493"/>
                </a:moveTo>
                <a:lnTo>
                  <a:pt x="384882" y="62513"/>
                </a:lnTo>
                <a:lnTo>
                  <a:pt x="363284" y="63195"/>
                </a:lnTo>
                <a:close/>
                <a:moveTo>
                  <a:pt x="378014" y="71493"/>
                </a:moveTo>
                <a:lnTo>
                  <a:pt x="392743" y="77749"/>
                </a:lnTo>
                <a:lnTo>
                  <a:pt x="384882" y="62513"/>
                </a:lnTo>
                <a:close/>
                <a:moveTo>
                  <a:pt x="348554" y="54287"/>
                </a:moveTo>
                <a:lnTo>
                  <a:pt x="333824" y="48119"/>
                </a:lnTo>
                <a:lnTo>
                  <a:pt x="341685" y="63230"/>
                </a:lnTo>
                <a:close/>
                <a:moveTo>
                  <a:pt x="326955" y="55562"/>
                </a:moveTo>
                <a:lnTo>
                  <a:pt x="312226" y="51210"/>
                </a:lnTo>
                <a:lnTo>
                  <a:pt x="320087" y="66771"/>
                </a:lnTo>
                <a:close/>
                <a:moveTo>
                  <a:pt x="326955" y="55562"/>
                </a:moveTo>
                <a:lnTo>
                  <a:pt x="333824" y="48119"/>
                </a:lnTo>
                <a:lnTo>
                  <a:pt x="312226" y="51210"/>
                </a:lnTo>
                <a:close/>
                <a:moveTo>
                  <a:pt x="326955" y="55562"/>
                </a:moveTo>
                <a:lnTo>
                  <a:pt x="341685" y="63230"/>
                </a:lnTo>
                <a:lnTo>
                  <a:pt x="333824" y="48119"/>
                </a:lnTo>
                <a:close/>
                <a:moveTo>
                  <a:pt x="305357" y="62574"/>
                </a:moveTo>
                <a:lnTo>
                  <a:pt x="312226" y="51210"/>
                </a:lnTo>
                <a:lnTo>
                  <a:pt x="290627" y="53080"/>
                </a:lnTo>
                <a:close/>
                <a:moveTo>
                  <a:pt x="305357" y="62574"/>
                </a:moveTo>
                <a:lnTo>
                  <a:pt x="320087" y="66771"/>
                </a:lnTo>
                <a:lnTo>
                  <a:pt x="312226" y="51210"/>
                </a:lnTo>
                <a:close/>
                <a:moveTo>
                  <a:pt x="319094" y="41163"/>
                </a:moveTo>
                <a:lnTo>
                  <a:pt x="312226" y="51210"/>
                </a:lnTo>
                <a:lnTo>
                  <a:pt x="333824" y="48119"/>
                </a:lnTo>
                <a:close/>
                <a:moveTo>
                  <a:pt x="297496" y="45542"/>
                </a:moveTo>
                <a:lnTo>
                  <a:pt x="290627" y="53080"/>
                </a:lnTo>
                <a:lnTo>
                  <a:pt x="312226" y="51210"/>
                </a:lnTo>
                <a:close/>
                <a:moveTo>
                  <a:pt x="297496" y="45542"/>
                </a:moveTo>
                <a:lnTo>
                  <a:pt x="312226" y="51210"/>
                </a:lnTo>
                <a:lnTo>
                  <a:pt x="304364" y="35658"/>
                </a:lnTo>
                <a:close/>
                <a:moveTo>
                  <a:pt x="246437" y="34480"/>
                </a:moveTo>
                <a:lnTo>
                  <a:pt x="261167" y="39044"/>
                </a:lnTo>
                <a:lnTo>
                  <a:pt x="253306" y="24570"/>
                </a:lnTo>
                <a:close/>
                <a:moveTo>
                  <a:pt x="122722" y="0"/>
                </a:moveTo>
                <a:lnTo>
                  <a:pt x="107993" y="3548"/>
                </a:lnTo>
                <a:lnTo>
                  <a:pt x="115854" y="9008"/>
                </a:lnTo>
                <a:close/>
                <a:moveTo>
                  <a:pt x="101124" y="10300"/>
                </a:moveTo>
                <a:lnTo>
                  <a:pt x="107993" y="3548"/>
                </a:lnTo>
                <a:lnTo>
                  <a:pt x="86394" y="15780"/>
                </a:lnTo>
                <a:close/>
                <a:moveTo>
                  <a:pt x="79525" y="26121"/>
                </a:moveTo>
                <a:lnTo>
                  <a:pt x="86394" y="15780"/>
                </a:lnTo>
                <a:lnTo>
                  <a:pt x="64796" y="29256"/>
                </a:lnTo>
                <a:close/>
                <a:moveTo>
                  <a:pt x="57927" y="39202"/>
                </a:moveTo>
                <a:lnTo>
                  <a:pt x="64796" y="29256"/>
                </a:lnTo>
                <a:lnTo>
                  <a:pt x="43197" y="42651"/>
                </a:lnTo>
                <a:close/>
                <a:moveTo>
                  <a:pt x="36328" y="54174"/>
                </a:moveTo>
                <a:lnTo>
                  <a:pt x="43197" y="42651"/>
                </a:lnTo>
                <a:lnTo>
                  <a:pt x="21599" y="69623"/>
                </a:lnTo>
                <a:close/>
                <a:moveTo>
                  <a:pt x="14730" y="76539"/>
                </a:moveTo>
                <a:lnTo>
                  <a:pt x="21599" y="69623"/>
                </a:lnTo>
                <a:lnTo>
                  <a:pt x="0" y="73314"/>
                </a:lnTo>
                <a:close/>
                <a:moveTo>
                  <a:pt x="93263" y="7585"/>
                </a:moveTo>
                <a:lnTo>
                  <a:pt x="86394" y="15780"/>
                </a:lnTo>
                <a:lnTo>
                  <a:pt x="107993" y="3548"/>
                </a:lnTo>
                <a:close/>
                <a:moveTo>
                  <a:pt x="71664" y="19114"/>
                </a:moveTo>
                <a:lnTo>
                  <a:pt x="64796" y="29256"/>
                </a:lnTo>
                <a:lnTo>
                  <a:pt x="86394" y="15780"/>
                </a:lnTo>
                <a:close/>
                <a:moveTo>
                  <a:pt x="71664" y="19114"/>
                </a:moveTo>
                <a:lnTo>
                  <a:pt x="56934" y="23595"/>
                </a:lnTo>
                <a:lnTo>
                  <a:pt x="64796" y="29256"/>
                </a:lnTo>
                <a:close/>
                <a:moveTo>
                  <a:pt x="50066" y="32585"/>
                </a:moveTo>
                <a:lnTo>
                  <a:pt x="43197" y="42651"/>
                </a:lnTo>
                <a:lnTo>
                  <a:pt x="64796" y="29256"/>
                </a:lnTo>
                <a:close/>
                <a:moveTo>
                  <a:pt x="50066" y="32585"/>
                </a:moveTo>
                <a:lnTo>
                  <a:pt x="35336" y="36099"/>
                </a:lnTo>
                <a:lnTo>
                  <a:pt x="43197" y="42651"/>
                </a:lnTo>
                <a:close/>
                <a:moveTo>
                  <a:pt x="50066" y="32585"/>
                </a:moveTo>
                <a:lnTo>
                  <a:pt x="64796" y="29256"/>
                </a:lnTo>
                <a:lnTo>
                  <a:pt x="56934" y="23595"/>
                </a:lnTo>
                <a:close/>
                <a:moveTo>
                  <a:pt x="28467" y="44643"/>
                </a:moveTo>
                <a:lnTo>
                  <a:pt x="43197" y="42651"/>
                </a:lnTo>
                <a:lnTo>
                  <a:pt x="35336" y="36099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20" name="PANEL_01-slope-7-230_914">
            <a:extLst>
              <a:ext uri="{FF2B5EF4-FFF2-40B4-BE49-F238E27FC236}">
                <a16:creationId xmlns:a16="http://schemas.microsoft.com/office/drawing/2014/main" id="{25A9CEDE-219B-408C-A45C-C960A00B5725}"/>
              </a:ext>
            </a:extLst>
          </p:cNvPr>
          <p:cNvSpPr>
            <a:spLocks/>
          </p:cNvSpPr>
          <p:nvPr/>
        </p:nvSpPr>
        <p:spPr>
          <a:xfrm>
            <a:off x="2017200" y="897787"/>
            <a:ext cx="31888" cy="39821"/>
          </a:xfrm>
          <a:custGeom>
            <a:pathLst>
              <a:path w="21599" h="26972">
                <a:moveTo>
                  <a:pt x="6869" y="1992"/>
                </a:moveTo>
                <a:lnTo>
                  <a:pt x="0" y="26972"/>
                </a:lnTo>
                <a:lnTo>
                  <a:pt x="21599" y="0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621" name="PANEL_01-water-7-230_915">
            <a:extLst>
              <a:ext uri="{FF2B5EF4-FFF2-40B4-BE49-F238E27FC236}">
                <a16:creationId xmlns:a16="http://schemas.microsoft.com/office/drawing/2014/main" id="{4476FC97-9EE9-4134-9A54-0BAE49D5222E}"/>
              </a:ext>
            </a:extLst>
          </p:cNvPr>
          <p:cNvSpPr>
            <a:spLocks/>
          </p:cNvSpPr>
          <p:nvPr/>
        </p:nvSpPr>
        <p:spPr>
          <a:xfrm>
            <a:off x="1469251" y="924013"/>
            <a:ext cx="547950" cy="29996"/>
          </a:xfrm>
          <a:custGeom>
            <a:pathLst>
              <a:path w="371145" h="20317">
                <a:moveTo>
                  <a:pt x="356415" y="5983"/>
                </a:moveTo>
                <a:lnTo>
                  <a:pt x="349546" y="12899"/>
                </a:lnTo>
                <a:lnTo>
                  <a:pt x="371145" y="9208"/>
                </a:lnTo>
                <a:close/>
                <a:moveTo>
                  <a:pt x="356415" y="5983"/>
                </a:moveTo>
                <a:lnTo>
                  <a:pt x="341685" y="2759"/>
                </a:lnTo>
                <a:lnTo>
                  <a:pt x="349546" y="12899"/>
                </a:lnTo>
                <a:close/>
                <a:moveTo>
                  <a:pt x="334817" y="9674"/>
                </a:moveTo>
                <a:lnTo>
                  <a:pt x="327948" y="16589"/>
                </a:lnTo>
                <a:lnTo>
                  <a:pt x="349546" y="12899"/>
                </a:lnTo>
                <a:close/>
                <a:moveTo>
                  <a:pt x="334817" y="9674"/>
                </a:moveTo>
                <a:lnTo>
                  <a:pt x="320087" y="6449"/>
                </a:lnTo>
                <a:lnTo>
                  <a:pt x="327948" y="16589"/>
                </a:lnTo>
                <a:close/>
                <a:moveTo>
                  <a:pt x="334817" y="9674"/>
                </a:moveTo>
                <a:lnTo>
                  <a:pt x="341685" y="2759"/>
                </a:lnTo>
                <a:lnTo>
                  <a:pt x="320087" y="6449"/>
                </a:lnTo>
                <a:close/>
                <a:moveTo>
                  <a:pt x="334817" y="9674"/>
                </a:moveTo>
                <a:lnTo>
                  <a:pt x="349546" y="12899"/>
                </a:lnTo>
                <a:lnTo>
                  <a:pt x="341685" y="2759"/>
                </a:lnTo>
                <a:close/>
                <a:moveTo>
                  <a:pt x="313218" y="13365"/>
                </a:moveTo>
                <a:lnTo>
                  <a:pt x="298488" y="10140"/>
                </a:lnTo>
                <a:lnTo>
                  <a:pt x="306349" y="20280"/>
                </a:lnTo>
                <a:close/>
                <a:moveTo>
                  <a:pt x="313218" y="13365"/>
                </a:moveTo>
                <a:lnTo>
                  <a:pt x="320087" y="6449"/>
                </a:lnTo>
                <a:lnTo>
                  <a:pt x="298488" y="10140"/>
                </a:lnTo>
                <a:close/>
                <a:moveTo>
                  <a:pt x="313218" y="13365"/>
                </a:moveTo>
                <a:lnTo>
                  <a:pt x="327948" y="16589"/>
                </a:lnTo>
                <a:lnTo>
                  <a:pt x="320087" y="6449"/>
                </a:lnTo>
                <a:close/>
                <a:moveTo>
                  <a:pt x="291620" y="17055"/>
                </a:moveTo>
                <a:lnTo>
                  <a:pt x="298488" y="10140"/>
                </a:lnTo>
                <a:lnTo>
                  <a:pt x="276890" y="13831"/>
                </a:lnTo>
                <a:close/>
                <a:moveTo>
                  <a:pt x="305357" y="3225"/>
                </a:moveTo>
                <a:lnTo>
                  <a:pt x="298488" y="10140"/>
                </a:lnTo>
                <a:lnTo>
                  <a:pt x="320087" y="6449"/>
                </a:lnTo>
                <a:close/>
                <a:moveTo>
                  <a:pt x="283758" y="6915"/>
                </a:moveTo>
                <a:lnTo>
                  <a:pt x="276890" y="13831"/>
                </a:lnTo>
                <a:lnTo>
                  <a:pt x="298488" y="10140"/>
                </a:lnTo>
                <a:close/>
                <a:moveTo>
                  <a:pt x="283758" y="6915"/>
                </a:moveTo>
                <a:lnTo>
                  <a:pt x="269028" y="3691"/>
                </a:lnTo>
                <a:lnTo>
                  <a:pt x="276890" y="13831"/>
                </a:lnTo>
                <a:close/>
                <a:moveTo>
                  <a:pt x="283758" y="6915"/>
                </a:moveTo>
                <a:lnTo>
                  <a:pt x="298488" y="10140"/>
                </a:lnTo>
                <a:lnTo>
                  <a:pt x="290627" y="0"/>
                </a:lnTo>
                <a:close/>
                <a:moveTo>
                  <a:pt x="262160" y="10606"/>
                </a:moveTo>
                <a:lnTo>
                  <a:pt x="255291" y="17521"/>
                </a:lnTo>
                <a:lnTo>
                  <a:pt x="276890" y="13831"/>
                </a:lnTo>
                <a:close/>
                <a:moveTo>
                  <a:pt x="262160" y="10606"/>
                </a:moveTo>
                <a:lnTo>
                  <a:pt x="247430" y="7381"/>
                </a:lnTo>
                <a:lnTo>
                  <a:pt x="255291" y="17521"/>
                </a:lnTo>
                <a:close/>
                <a:moveTo>
                  <a:pt x="262160" y="10606"/>
                </a:moveTo>
                <a:lnTo>
                  <a:pt x="269028" y="3691"/>
                </a:lnTo>
                <a:lnTo>
                  <a:pt x="247430" y="7381"/>
                </a:lnTo>
                <a:close/>
                <a:moveTo>
                  <a:pt x="262160" y="10606"/>
                </a:moveTo>
                <a:lnTo>
                  <a:pt x="276890" y="13831"/>
                </a:lnTo>
                <a:lnTo>
                  <a:pt x="269028" y="3691"/>
                </a:lnTo>
                <a:close/>
                <a:moveTo>
                  <a:pt x="240561" y="14296"/>
                </a:moveTo>
                <a:lnTo>
                  <a:pt x="247430" y="7381"/>
                </a:lnTo>
                <a:lnTo>
                  <a:pt x="225831" y="11072"/>
                </a:lnTo>
                <a:close/>
                <a:moveTo>
                  <a:pt x="240561" y="14296"/>
                </a:moveTo>
                <a:lnTo>
                  <a:pt x="255291" y="17521"/>
                </a:lnTo>
                <a:lnTo>
                  <a:pt x="247430" y="7381"/>
                </a:lnTo>
                <a:close/>
                <a:moveTo>
                  <a:pt x="218963" y="17987"/>
                </a:moveTo>
                <a:lnTo>
                  <a:pt x="225831" y="11072"/>
                </a:lnTo>
                <a:lnTo>
                  <a:pt x="204233" y="14762"/>
                </a:lnTo>
                <a:close/>
                <a:moveTo>
                  <a:pt x="232700" y="4157"/>
                </a:moveTo>
                <a:lnTo>
                  <a:pt x="225831" y="11072"/>
                </a:lnTo>
                <a:lnTo>
                  <a:pt x="247430" y="7381"/>
                </a:lnTo>
                <a:close/>
                <a:moveTo>
                  <a:pt x="232700" y="4157"/>
                </a:moveTo>
                <a:lnTo>
                  <a:pt x="217970" y="932"/>
                </a:lnTo>
                <a:lnTo>
                  <a:pt x="225831" y="11072"/>
                </a:lnTo>
                <a:close/>
                <a:moveTo>
                  <a:pt x="211102" y="7847"/>
                </a:moveTo>
                <a:lnTo>
                  <a:pt x="204233" y="14762"/>
                </a:lnTo>
                <a:lnTo>
                  <a:pt x="225831" y="11072"/>
                </a:lnTo>
                <a:close/>
                <a:moveTo>
                  <a:pt x="211102" y="7847"/>
                </a:moveTo>
                <a:lnTo>
                  <a:pt x="196372" y="4623"/>
                </a:lnTo>
                <a:lnTo>
                  <a:pt x="204233" y="14762"/>
                </a:lnTo>
                <a:close/>
                <a:moveTo>
                  <a:pt x="211102" y="7847"/>
                </a:moveTo>
                <a:lnTo>
                  <a:pt x="225831" y="11072"/>
                </a:lnTo>
                <a:lnTo>
                  <a:pt x="217970" y="932"/>
                </a:lnTo>
                <a:close/>
                <a:moveTo>
                  <a:pt x="189503" y="11538"/>
                </a:moveTo>
                <a:lnTo>
                  <a:pt x="182634" y="18453"/>
                </a:lnTo>
                <a:lnTo>
                  <a:pt x="204233" y="14762"/>
                </a:lnTo>
                <a:close/>
                <a:moveTo>
                  <a:pt x="189503" y="11538"/>
                </a:moveTo>
                <a:lnTo>
                  <a:pt x="174773" y="8313"/>
                </a:lnTo>
                <a:lnTo>
                  <a:pt x="182634" y="18453"/>
                </a:lnTo>
                <a:close/>
                <a:moveTo>
                  <a:pt x="189503" y="11538"/>
                </a:moveTo>
                <a:lnTo>
                  <a:pt x="196372" y="4623"/>
                </a:lnTo>
                <a:lnTo>
                  <a:pt x="174773" y="8313"/>
                </a:lnTo>
                <a:close/>
                <a:moveTo>
                  <a:pt x="189503" y="11538"/>
                </a:moveTo>
                <a:lnTo>
                  <a:pt x="204233" y="14762"/>
                </a:lnTo>
                <a:lnTo>
                  <a:pt x="196372" y="4623"/>
                </a:lnTo>
                <a:close/>
                <a:moveTo>
                  <a:pt x="167905" y="15228"/>
                </a:moveTo>
                <a:lnTo>
                  <a:pt x="174773" y="8313"/>
                </a:lnTo>
                <a:lnTo>
                  <a:pt x="153175" y="12004"/>
                </a:lnTo>
                <a:close/>
                <a:moveTo>
                  <a:pt x="167905" y="15228"/>
                </a:moveTo>
                <a:lnTo>
                  <a:pt x="182634" y="18453"/>
                </a:lnTo>
                <a:lnTo>
                  <a:pt x="174773" y="8313"/>
                </a:lnTo>
                <a:close/>
                <a:moveTo>
                  <a:pt x="160043" y="5089"/>
                </a:moveTo>
                <a:lnTo>
                  <a:pt x="153175" y="12004"/>
                </a:lnTo>
                <a:lnTo>
                  <a:pt x="174773" y="8313"/>
                </a:lnTo>
                <a:close/>
                <a:moveTo>
                  <a:pt x="160043" y="5089"/>
                </a:moveTo>
                <a:lnTo>
                  <a:pt x="145314" y="1864"/>
                </a:lnTo>
                <a:lnTo>
                  <a:pt x="153175" y="12004"/>
                </a:lnTo>
                <a:close/>
                <a:moveTo>
                  <a:pt x="138445" y="8779"/>
                </a:moveTo>
                <a:lnTo>
                  <a:pt x="131576" y="15694"/>
                </a:lnTo>
                <a:lnTo>
                  <a:pt x="153175" y="12004"/>
                </a:lnTo>
                <a:close/>
                <a:moveTo>
                  <a:pt x="138445" y="8779"/>
                </a:moveTo>
                <a:lnTo>
                  <a:pt x="123715" y="5555"/>
                </a:lnTo>
                <a:lnTo>
                  <a:pt x="131576" y="15694"/>
                </a:lnTo>
                <a:close/>
                <a:moveTo>
                  <a:pt x="138445" y="8779"/>
                </a:moveTo>
                <a:lnTo>
                  <a:pt x="145314" y="1864"/>
                </a:lnTo>
                <a:lnTo>
                  <a:pt x="123715" y="5555"/>
                </a:lnTo>
                <a:close/>
                <a:moveTo>
                  <a:pt x="138445" y="8779"/>
                </a:moveTo>
                <a:lnTo>
                  <a:pt x="153175" y="12004"/>
                </a:lnTo>
                <a:lnTo>
                  <a:pt x="145314" y="1864"/>
                </a:lnTo>
                <a:close/>
                <a:moveTo>
                  <a:pt x="116846" y="12470"/>
                </a:moveTo>
                <a:lnTo>
                  <a:pt x="102116" y="9245"/>
                </a:lnTo>
                <a:lnTo>
                  <a:pt x="109978" y="19385"/>
                </a:lnTo>
                <a:close/>
                <a:moveTo>
                  <a:pt x="116846" y="12470"/>
                </a:moveTo>
                <a:lnTo>
                  <a:pt x="123715" y="5555"/>
                </a:lnTo>
                <a:lnTo>
                  <a:pt x="102116" y="9245"/>
                </a:lnTo>
                <a:close/>
                <a:moveTo>
                  <a:pt x="116846" y="12470"/>
                </a:moveTo>
                <a:lnTo>
                  <a:pt x="131576" y="15694"/>
                </a:lnTo>
                <a:lnTo>
                  <a:pt x="123715" y="5555"/>
                </a:lnTo>
                <a:close/>
                <a:moveTo>
                  <a:pt x="95248" y="16160"/>
                </a:moveTo>
                <a:lnTo>
                  <a:pt x="102116" y="9245"/>
                </a:lnTo>
                <a:lnTo>
                  <a:pt x="80518" y="12936"/>
                </a:lnTo>
                <a:close/>
                <a:moveTo>
                  <a:pt x="95248" y="16160"/>
                </a:moveTo>
                <a:lnTo>
                  <a:pt x="109978" y="19385"/>
                </a:lnTo>
                <a:lnTo>
                  <a:pt x="102116" y="9245"/>
                </a:lnTo>
                <a:close/>
                <a:moveTo>
                  <a:pt x="108985" y="2330"/>
                </a:moveTo>
                <a:lnTo>
                  <a:pt x="102116" y="9245"/>
                </a:lnTo>
                <a:lnTo>
                  <a:pt x="123715" y="5555"/>
                </a:lnTo>
                <a:close/>
                <a:moveTo>
                  <a:pt x="87387" y="6021"/>
                </a:moveTo>
                <a:lnTo>
                  <a:pt x="80518" y="12936"/>
                </a:lnTo>
                <a:lnTo>
                  <a:pt x="102116" y="9245"/>
                </a:lnTo>
                <a:close/>
                <a:moveTo>
                  <a:pt x="87387" y="6021"/>
                </a:moveTo>
                <a:lnTo>
                  <a:pt x="72657" y="2796"/>
                </a:lnTo>
                <a:lnTo>
                  <a:pt x="80518" y="12936"/>
                </a:lnTo>
                <a:close/>
                <a:moveTo>
                  <a:pt x="65788" y="9711"/>
                </a:moveTo>
                <a:lnTo>
                  <a:pt x="58919" y="16626"/>
                </a:lnTo>
                <a:lnTo>
                  <a:pt x="80518" y="12936"/>
                </a:lnTo>
                <a:close/>
                <a:moveTo>
                  <a:pt x="65788" y="9711"/>
                </a:moveTo>
                <a:lnTo>
                  <a:pt x="51058" y="6487"/>
                </a:lnTo>
                <a:lnTo>
                  <a:pt x="58919" y="16626"/>
                </a:lnTo>
                <a:close/>
                <a:moveTo>
                  <a:pt x="65788" y="9711"/>
                </a:moveTo>
                <a:lnTo>
                  <a:pt x="72657" y="2796"/>
                </a:lnTo>
                <a:lnTo>
                  <a:pt x="51058" y="6487"/>
                </a:lnTo>
                <a:close/>
                <a:moveTo>
                  <a:pt x="65788" y="9711"/>
                </a:moveTo>
                <a:lnTo>
                  <a:pt x="80518" y="12936"/>
                </a:lnTo>
                <a:lnTo>
                  <a:pt x="72657" y="2796"/>
                </a:lnTo>
                <a:close/>
                <a:moveTo>
                  <a:pt x="44190" y="13402"/>
                </a:moveTo>
                <a:lnTo>
                  <a:pt x="29460" y="10177"/>
                </a:lnTo>
                <a:lnTo>
                  <a:pt x="37321" y="20317"/>
                </a:lnTo>
                <a:close/>
                <a:moveTo>
                  <a:pt x="44190" y="13402"/>
                </a:moveTo>
                <a:lnTo>
                  <a:pt x="51058" y="6487"/>
                </a:lnTo>
                <a:lnTo>
                  <a:pt x="29460" y="10177"/>
                </a:lnTo>
                <a:close/>
                <a:moveTo>
                  <a:pt x="44190" y="13402"/>
                </a:moveTo>
                <a:lnTo>
                  <a:pt x="58919" y="16626"/>
                </a:lnTo>
                <a:lnTo>
                  <a:pt x="51058" y="6487"/>
                </a:lnTo>
                <a:close/>
                <a:moveTo>
                  <a:pt x="22591" y="17092"/>
                </a:moveTo>
                <a:lnTo>
                  <a:pt x="29460" y="10177"/>
                </a:lnTo>
                <a:lnTo>
                  <a:pt x="7861" y="13868"/>
                </a:lnTo>
                <a:close/>
                <a:moveTo>
                  <a:pt x="36328" y="3262"/>
                </a:moveTo>
                <a:lnTo>
                  <a:pt x="29460" y="10177"/>
                </a:lnTo>
                <a:lnTo>
                  <a:pt x="51058" y="6487"/>
                </a:lnTo>
                <a:close/>
                <a:moveTo>
                  <a:pt x="14730" y="6952"/>
                </a:moveTo>
                <a:lnTo>
                  <a:pt x="7861" y="13868"/>
                </a:lnTo>
                <a:lnTo>
                  <a:pt x="29460" y="10177"/>
                </a:lnTo>
                <a:close/>
                <a:moveTo>
                  <a:pt x="14730" y="6952"/>
                </a:moveTo>
                <a:lnTo>
                  <a:pt x="0" y="3728"/>
                </a:lnTo>
                <a:lnTo>
                  <a:pt x="7861" y="13868"/>
                </a:lnTo>
                <a:close/>
                <a:moveTo>
                  <a:pt x="14730" y="6952"/>
                </a:moveTo>
                <a:lnTo>
                  <a:pt x="29460" y="10177"/>
                </a:lnTo>
                <a:lnTo>
                  <a:pt x="21599" y="37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622" name="PANEL_01-slope-8-210_916">
            <a:extLst>
              <a:ext uri="{FF2B5EF4-FFF2-40B4-BE49-F238E27FC236}">
                <a16:creationId xmlns:a16="http://schemas.microsoft.com/office/drawing/2014/main" id="{D6DFB725-0CC7-4453-B0D5-77592C28CAAF}"/>
              </a:ext>
            </a:extLst>
          </p:cNvPr>
          <p:cNvSpPr>
            <a:spLocks/>
          </p:cNvSpPr>
          <p:nvPr/>
        </p:nvSpPr>
        <p:spPr>
          <a:xfrm>
            <a:off x="682086" y="570163"/>
            <a:ext cx="485640" cy="232370"/>
          </a:xfrm>
          <a:custGeom>
            <a:pathLst>
              <a:path w="328941" h="157392">
                <a:moveTo>
                  <a:pt x="314211" y="150475"/>
                </a:moveTo>
                <a:lnTo>
                  <a:pt x="307342" y="148814"/>
                </a:lnTo>
                <a:lnTo>
                  <a:pt x="328941" y="157392"/>
                </a:lnTo>
                <a:close/>
                <a:moveTo>
                  <a:pt x="292612" y="139617"/>
                </a:moveTo>
                <a:lnTo>
                  <a:pt x="285743" y="139078"/>
                </a:lnTo>
                <a:lnTo>
                  <a:pt x="307342" y="148814"/>
                </a:lnTo>
                <a:close/>
                <a:moveTo>
                  <a:pt x="292612" y="139617"/>
                </a:moveTo>
                <a:lnTo>
                  <a:pt x="277882" y="130260"/>
                </a:lnTo>
                <a:lnTo>
                  <a:pt x="285743" y="139078"/>
                </a:lnTo>
                <a:close/>
                <a:moveTo>
                  <a:pt x="292612" y="139617"/>
                </a:moveTo>
                <a:lnTo>
                  <a:pt x="299481" y="141635"/>
                </a:lnTo>
                <a:lnTo>
                  <a:pt x="277882" y="130260"/>
                </a:lnTo>
                <a:close/>
                <a:moveTo>
                  <a:pt x="292612" y="139617"/>
                </a:moveTo>
                <a:lnTo>
                  <a:pt x="307342" y="148814"/>
                </a:lnTo>
                <a:lnTo>
                  <a:pt x="299481" y="141635"/>
                </a:lnTo>
                <a:close/>
                <a:moveTo>
                  <a:pt x="271014" y="126813"/>
                </a:moveTo>
                <a:lnTo>
                  <a:pt x="277882" y="130260"/>
                </a:lnTo>
                <a:lnTo>
                  <a:pt x="256284" y="118223"/>
                </a:lnTo>
                <a:close/>
                <a:moveTo>
                  <a:pt x="263152" y="121178"/>
                </a:moveTo>
                <a:lnTo>
                  <a:pt x="256284" y="118223"/>
                </a:lnTo>
                <a:lnTo>
                  <a:pt x="277882" y="130260"/>
                </a:lnTo>
                <a:close/>
                <a:moveTo>
                  <a:pt x="263152" y="121178"/>
                </a:moveTo>
                <a:lnTo>
                  <a:pt x="248423" y="110383"/>
                </a:lnTo>
                <a:lnTo>
                  <a:pt x="256284" y="118223"/>
                </a:lnTo>
                <a:close/>
                <a:moveTo>
                  <a:pt x="241554" y="108125"/>
                </a:moveTo>
                <a:lnTo>
                  <a:pt x="248423" y="110383"/>
                </a:lnTo>
                <a:lnTo>
                  <a:pt x="226824" y="97960"/>
                </a:lnTo>
                <a:close/>
                <a:moveTo>
                  <a:pt x="241554" y="108125"/>
                </a:moveTo>
                <a:lnTo>
                  <a:pt x="256284" y="118223"/>
                </a:lnTo>
                <a:lnTo>
                  <a:pt x="248423" y="110383"/>
                </a:lnTo>
                <a:close/>
                <a:moveTo>
                  <a:pt x="233693" y="99021"/>
                </a:moveTo>
                <a:lnTo>
                  <a:pt x="226824" y="97960"/>
                </a:lnTo>
                <a:lnTo>
                  <a:pt x="248423" y="110383"/>
                </a:lnTo>
                <a:close/>
                <a:moveTo>
                  <a:pt x="233693" y="99021"/>
                </a:moveTo>
                <a:lnTo>
                  <a:pt x="218963" y="85409"/>
                </a:lnTo>
                <a:lnTo>
                  <a:pt x="226824" y="97960"/>
                </a:lnTo>
                <a:close/>
                <a:moveTo>
                  <a:pt x="212094" y="86017"/>
                </a:moveTo>
                <a:lnTo>
                  <a:pt x="218963" y="85409"/>
                </a:lnTo>
                <a:lnTo>
                  <a:pt x="197364" y="70791"/>
                </a:lnTo>
                <a:close/>
                <a:moveTo>
                  <a:pt x="212094" y="86017"/>
                </a:moveTo>
                <a:lnTo>
                  <a:pt x="226824" y="97960"/>
                </a:lnTo>
                <a:lnTo>
                  <a:pt x="218963" y="85409"/>
                </a:lnTo>
                <a:close/>
                <a:moveTo>
                  <a:pt x="204233" y="71523"/>
                </a:moveTo>
                <a:lnTo>
                  <a:pt x="197364" y="70791"/>
                </a:lnTo>
                <a:lnTo>
                  <a:pt x="218963" y="85409"/>
                </a:lnTo>
                <a:close/>
                <a:moveTo>
                  <a:pt x="204233" y="71523"/>
                </a:moveTo>
                <a:lnTo>
                  <a:pt x="189503" y="57165"/>
                </a:lnTo>
                <a:lnTo>
                  <a:pt x="197364" y="70791"/>
                </a:lnTo>
                <a:close/>
                <a:moveTo>
                  <a:pt x="182634" y="55776"/>
                </a:moveTo>
                <a:lnTo>
                  <a:pt x="189503" y="57165"/>
                </a:lnTo>
                <a:lnTo>
                  <a:pt x="167905" y="43699"/>
                </a:lnTo>
                <a:close/>
                <a:moveTo>
                  <a:pt x="182634" y="55776"/>
                </a:moveTo>
                <a:lnTo>
                  <a:pt x="197364" y="70791"/>
                </a:lnTo>
                <a:lnTo>
                  <a:pt x="189503" y="57165"/>
                </a:lnTo>
                <a:close/>
                <a:moveTo>
                  <a:pt x="174773" y="44025"/>
                </a:moveTo>
                <a:lnTo>
                  <a:pt x="167905" y="43699"/>
                </a:lnTo>
                <a:lnTo>
                  <a:pt x="189503" y="57165"/>
                </a:lnTo>
                <a:close/>
                <a:moveTo>
                  <a:pt x="174773" y="44025"/>
                </a:moveTo>
                <a:lnTo>
                  <a:pt x="160043" y="32380"/>
                </a:lnTo>
                <a:lnTo>
                  <a:pt x="167905" y="43699"/>
                </a:lnTo>
                <a:close/>
                <a:moveTo>
                  <a:pt x="153175" y="32180"/>
                </a:moveTo>
                <a:lnTo>
                  <a:pt x="167905" y="43699"/>
                </a:lnTo>
                <a:lnTo>
                  <a:pt x="160043" y="32380"/>
                </a:lnTo>
                <a:close/>
                <a:moveTo>
                  <a:pt x="80518" y="28742"/>
                </a:moveTo>
                <a:lnTo>
                  <a:pt x="87387" y="30590"/>
                </a:lnTo>
                <a:lnTo>
                  <a:pt x="65788" y="24694"/>
                </a:lnTo>
                <a:close/>
                <a:moveTo>
                  <a:pt x="72657" y="28304"/>
                </a:moveTo>
                <a:lnTo>
                  <a:pt x="65788" y="24694"/>
                </a:lnTo>
                <a:lnTo>
                  <a:pt x="87387" y="30590"/>
                </a:lnTo>
                <a:close/>
                <a:moveTo>
                  <a:pt x="51058" y="19219"/>
                </a:moveTo>
                <a:lnTo>
                  <a:pt x="44190" y="16914"/>
                </a:lnTo>
                <a:lnTo>
                  <a:pt x="65788" y="24694"/>
                </a:lnTo>
                <a:close/>
                <a:moveTo>
                  <a:pt x="51058" y="19219"/>
                </a:moveTo>
                <a:lnTo>
                  <a:pt x="36328" y="12936"/>
                </a:lnTo>
                <a:lnTo>
                  <a:pt x="44190" y="16914"/>
                </a:lnTo>
                <a:close/>
                <a:moveTo>
                  <a:pt x="51058" y="19219"/>
                </a:moveTo>
                <a:lnTo>
                  <a:pt x="65788" y="24694"/>
                </a:lnTo>
                <a:lnTo>
                  <a:pt x="57927" y="22644"/>
                </a:lnTo>
                <a:close/>
                <a:moveTo>
                  <a:pt x="29460" y="9524"/>
                </a:moveTo>
                <a:lnTo>
                  <a:pt x="36328" y="12936"/>
                </a:lnTo>
                <a:lnTo>
                  <a:pt x="14730" y="5135"/>
                </a:lnTo>
                <a:close/>
                <a:moveTo>
                  <a:pt x="29460" y="9524"/>
                </a:moveTo>
                <a:lnTo>
                  <a:pt x="44190" y="16914"/>
                </a:lnTo>
                <a:lnTo>
                  <a:pt x="36328" y="12936"/>
                </a:lnTo>
                <a:close/>
                <a:moveTo>
                  <a:pt x="21599" y="6807"/>
                </a:moveTo>
                <a:lnTo>
                  <a:pt x="14730" y="5135"/>
                </a:lnTo>
                <a:lnTo>
                  <a:pt x="36328" y="12936"/>
                </a:lnTo>
                <a:close/>
                <a:moveTo>
                  <a:pt x="21599" y="6807"/>
                </a:moveTo>
                <a:lnTo>
                  <a:pt x="6869" y="1594"/>
                </a:lnTo>
                <a:lnTo>
                  <a:pt x="14730" y="5135"/>
                </a:lnTo>
                <a:close/>
                <a:moveTo>
                  <a:pt x="0" y="0"/>
                </a:moveTo>
                <a:lnTo>
                  <a:pt x="14730" y="5135"/>
                </a:lnTo>
                <a:lnTo>
                  <a:pt x="6869" y="1594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623" name="PANEL_01-slope-8-215_917">
            <a:extLst>
              <a:ext uri="{FF2B5EF4-FFF2-40B4-BE49-F238E27FC236}">
                <a16:creationId xmlns:a16="http://schemas.microsoft.com/office/drawing/2014/main" id="{EDF5E4F2-29A0-475E-88EF-A68F485612C4}"/>
              </a:ext>
            </a:extLst>
          </p:cNvPr>
          <p:cNvSpPr>
            <a:spLocks/>
          </p:cNvSpPr>
          <p:nvPr/>
        </p:nvSpPr>
        <p:spPr>
          <a:xfrm>
            <a:off x="553072" y="567369"/>
            <a:ext cx="1872922" cy="397538"/>
          </a:xfrm>
          <a:custGeom>
            <a:pathLst>
              <a:path w="1268595" h="269266">
                <a:moveTo>
                  <a:pt x="1253865" y="239269"/>
                </a:moveTo>
                <a:lnTo>
                  <a:pt x="1246996" y="241235"/>
                </a:lnTo>
                <a:lnTo>
                  <a:pt x="1268595" y="247524"/>
                </a:lnTo>
                <a:close/>
                <a:moveTo>
                  <a:pt x="1253865" y="239269"/>
                </a:moveTo>
                <a:lnTo>
                  <a:pt x="1239135" y="230715"/>
                </a:lnTo>
                <a:lnTo>
                  <a:pt x="1246996" y="241235"/>
                </a:lnTo>
                <a:close/>
                <a:moveTo>
                  <a:pt x="1232266" y="232528"/>
                </a:moveTo>
                <a:lnTo>
                  <a:pt x="1239135" y="230715"/>
                </a:lnTo>
                <a:lnTo>
                  <a:pt x="1217537" y="226455"/>
                </a:lnTo>
                <a:close/>
                <a:moveTo>
                  <a:pt x="1224405" y="223826"/>
                </a:moveTo>
                <a:lnTo>
                  <a:pt x="1217537" y="226455"/>
                </a:lnTo>
                <a:lnTo>
                  <a:pt x="1239135" y="230715"/>
                </a:lnTo>
                <a:close/>
                <a:moveTo>
                  <a:pt x="1224405" y="223826"/>
                </a:moveTo>
                <a:lnTo>
                  <a:pt x="1209675" y="218251"/>
                </a:lnTo>
                <a:lnTo>
                  <a:pt x="1217537" y="226455"/>
                </a:lnTo>
                <a:close/>
                <a:moveTo>
                  <a:pt x="1202807" y="220917"/>
                </a:moveTo>
                <a:lnTo>
                  <a:pt x="1217537" y="226455"/>
                </a:lnTo>
                <a:lnTo>
                  <a:pt x="1209675" y="218251"/>
                </a:lnTo>
                <a:close/>
                <a:moveTo>
                  <a:pt x="599954" y="257572"/>
                </a:moveTo>
                <a:lnTo>
                  <a:pt x="606823" y="259126"/>
                </a:lnTo>
                <a:lnTo>
                  <a:pt x="585224" y="252866"/>
                </a:lnTo>
                <a:close/>
                <a:moveTo>
                  <a:pt x="599954" y="257572"/>
                </a:moveTo>
                <a:lnTo>
                  <a:pt x="614684" y="269266"/>
                </a:lnTo>
                <a:lnTo>
                  <a:pt x="606823" y="259126"/>
                </a:lnTo>
                <a:close/>
                <a:moveTo>
                  <a:pt x="511575" y="214422"/>
                </a:moveTo>
                <a:lnTo>
                  <a:pt x="496845" y="205448"/>
                </a:lnTo>
                <a:lnTo>
                  <a:pt x="504706" y="219338"/>
                </a:lnTo>
                <a:close/>
                <a:moveTo>
                  <a:pt x="489976" y="208729"/>
                </a:moveTo>
                <a:lnTo>
                  <a:pt x="475247" y="198273"/>
                </a:lnTo>
                <a:lnTo>
                  <a:pt x="483108" y="214878"/>
                </a:lnTo>
                <a:close/>
                <a:moveTo>
                  <a:pt x="489976" y="208729"/>
                </a:moveTo>
                <a:lnTo>
                  <a:pt x="496845" y="205448"/>
                </a:lnTo>
                <a:lnTo>
                  <a:pt x="475247" y="198273"/>
                </a:lnTo>
                <a:close/>
                <a:moveTo>
                  <a:pt x="489976" y="208729"/>
                </a:moveTo>
                <a:lnTo>
                  <a:pt x="504706" y="219338"/>
                </a:lnTo>
                <a:lnTo>
                  <a:pt x="496845" y="205448"/>
                </a:lnTo>
                <a:close/>
                <a:moveTo>
                  <a:pt x="468378" y="202498"/>
                </a:moveTo>
                <a:lnTo>
                  <a:pt x="475247" y="198273"/>
                </a:lnTo>
                <a:lnTo>
                  <a:pt x="453648" y="191127"/>
                </a:lnTo>
                <a:close/>
                <a:moveTo>
                  <a:pt x="468378" y="202498"/>
                </a:moveTo>
                <a:lnTo>
                  <a:pt x="483108" y="214878"/>
                </a:lnTo>
                <a:lnTo>
                  <a:pt x="475247" y="198273"/>
                </a:lnTo>
                <a:close/>
                <a:moveTo>
                  <a:pt x="460517" y="186464"/>
                </a:moveTo>
                <a:lnTo>
                  <a:pt x="453648" y="191127"/>
                </a:lnTo>
                <a:lnTo>
                  <a:pt x="475247" y="198273"/>
                </a:lnTo>
                <a:close/>
                <a:moveTo>
                  <a:pt x="460517" y="186464"/>
                </a:moveTo>
                <a:lnTo>
                  <a:pt x="445787" y="176998"/>
                </a:lnTo>
                <a:lnTo>
                  <a:pt x="453648" y="191127"/>
                </a:lnTo>
                <a:close/>
                <a:moveTo>
                  <a:pt x="460517" y="186464"/>
                </a:moveTo>
                <a:lnTo>
                  <a:pt x="467385" y="185520"/>
                </a:lnTo>
                <a:lnTo>
                  <a:pt x="445787" y="176998"/>
                </a:lnTo>
                <a:close/>
                <a:moveTo>
                  <a:pt x="460517" y="186464"/>
                </a:moveTo>
                <a:lnTo>
                  <a:pt x="475247" y="198273"/>
                </a:lnTo>
                <a:lnTo>
                  <a:pt x="467385" y="185520"/>
                </a:lnTo>
                <a:close/>
                <a:moveTo>
                  <a:pt x="438918" y="178417"/>
                </a:moveTo>
                <a:lnTo>
                  <a:pt x="445787" y="176998"/>
                </a:lnTo>
                <a:lnTo>
                  <a:pt x="424188" y="169176"/>
                </a:lnTo>
                <a:close/>
                <a:moveTo>
                  <a:pt x="438918" y="178417"/>
                </a:moveTo>
                <a:lnTo>
                  <a:pt x="453648" y="191127"/>
                </a:lnTo>
                <a:lnTo>
                  <a:pt x="445787" y="176998"/>
                </a:lnTo>
                <a:close/>
                <a:moveTo>
                  <a:pt x="431057" y="167241"/>
                </a:moveTo>
                <a:lnTo>
                  <a:pt x="424188" y="169176"/>
                </a:lnTo>
                <a:lnTo>
                  <a:pt x="445787" y="176998"/>
                </a:lnTo>
                <a:close/>
                <a:moveTo>
                  <a:pt x="431057" y="167241"/>
                </a:moveTo>
                <a:lnTo>
                  <a:pt x="416327" y="159284"/>
                </a:lnTo>
                <a:lnTo>
                  <a:pt x="424188" y="169176"/>
                </a:lnTo>
                <a:close/>
                <a:moveTo>
                  <a:pt x="409458" y="158508"/>
                </a:moveTo>
                <a:lnTo>
                  <a:pt x="416327" y="159284"/>
                </a:lnTo>
                <a:lnTo>
                  <a:pt x="394729" y="150706"/>
                </a:lnTo>
                <a:close/>
                <a:moveTo>
                  <a:pt x="409458" y="158508"/>
                </a:moveTo>
                <a:lnTo>
                  <a:pt x="424188" y="169176"/>
                </a:lnTo>
                <a:lnTo>
                  <a:pt x="416327" y="159284"/>
                </a:lnTo>
                <a:close/>
                <a:moveTo>
                  <a:pt x="240561" y="34073"/>
                </a:moveTo>
                <a:lnTo>
                  <a:pt x="233693" y="37022"/>
                </a:lnTo>
                <a:lnTo>
                  <a:pt x="255291" y="45592"/>
                </a:lnTo>
                <a:close/>
                <a:moveTo>
                  <a:pt x="240561" y="34073"/>
                </a:moveTo>
                <a:lnTo>
                  <a:pt x="225831" y="29700"/>
                </a:lnTo>
                <a:lnTo>
                  <a:pt x="233693" y="37022"/>
                </a:lnTo>
                <a:close/>
                <a:moveTo>
                  <a:pt x="240561" y="34073"/>
                </a:moveTo>
                <a:lnTo>
                  <a:pt x="247430" y="34272"/>
                </a:lnTo>
                <a:lnTo>
                  <a:pt x="225831" y="29700"/>
                </a:lnTo>
                <a:close/>
                <a:moveTo>
                  <a:pt x="189503" y="34001"/>
                </a:moveTo>
                <a:lnTo>
                  <a:pt x="182634" y="33813"/>
                </a:lnTo>
                <a:lnTo>
                  <a:pt x="204233" y="32044"/>
                </a:lnTo>
                <a:close/>
                <a:moveTo>
                  <a:pt x="189503" y="34001"/>
                </a:moveTo>
                <a:lnTo>
                  <a:pt x="174773" y="32482"/>
                </a:lnTo>
                <a:lnTo>
                  <a:pt x="182634" y="33813"/>
                </a:lnTo>
                <a:close/>
                <a:moveTo>
                  <a:pt x="167905" y="30635"/>
                </a:moveTo>
                <a:lnTo>
                  <a:pt x="182634" y="33813"/>
                </a:lnTo>
                <a:lnTo>
                  <a:pt x="174773" y="32482"/>
                </a:lnTo>
                <a:close/>
                <a:moveTo>
                  <a:pt x="87387" y="1892"/>
                </a:moveTo>
                <a:lnTo>
                  <a:pt x="80518" y="2860"/>
                </a:lnTo>
                <a:lnTo>
                  <a:pt x="102116" y="7028"/>
                </a:lnTo>
                <a:close/>
                <a:moveTo>
                  <a:pt x="87387" y="1892"/>
                </a:moveTo>
                <a:lnTo>
                  <a:pt x="72657" y="0"/>
                </a:lnTo>
                <a:lnTo>
                  <a:pt x="80518" y="2860"/>
                </a:lnTo>
                <a:close/>
                <a:moveTo>
                  <a:pt x="87387" y="1892"/>
                </a:moveTo>
                <a:lnTo>
                  <a:pt x="94255" y="3486"/>
                </a:lnTo>
                <a:lnTo>
                  <a:pt x="72657" y="0"/>
                </a:lnTo>
                <a:close/>
                <a:moveTo>
                  <a:pt x="65788" y="248"/>
                </a:moveTo>
                <a:lnTo>
                  <a:pt x="72657" y="0"/>
                </a:lnTo>
                <a:lnTo>
                  <a:pt x="51058" y="2968"/>
                </a:lnTo>
                <a:close/>
                <a:moveTo>
                  <a:pt x="65788" y="248"/>
                </a:moveTo>
                <a:lnTo>
                  <a:pt x="80518" y="2860"/>
                </a:lnTo>
                <a:lnTo>
                  <a:pt x="72657" y="0"/>
                </a:lnTo>
                <a:close/>
                <a:moveTo>
                  <a:pt x="44190" y="5994"/>
                </a:moveTo>
                <a:lnTo>
                  <a:pt x="51058" y="2968"/>
                </a:lnTo>
                <a:lnTo>
                  <a:pt x="29460" y="5296"/>
                </a:lnTo>
                <a:close/>
                <a:moveTo>
                  <a:pt x="36328" y="6161"/>
                </a:moveTo>
                <a:lnTo>
                  <a:pt x="29460" y="5296"/>
                </a:lnTo>
                <a:lnTo>
                  <a:pt x="51058" y="2968"/>
                </a:lnTo>
                <a:close/>
                <a:moveTo>
                  <a:pt x="36328" y="6161"/>
                </a:moveTo>
                <a:lnTo>
                  <a:pt x="21599" y="3367"/>
                </a:lnTo>
                <a:lnTo>
                  <a:pt x="29460" y="5296"/>
                </a:lnTo>
                <a:close/>
                <a:moveTo>
                  <a:pt x="14730" y="4159"/>
                </a:moveTo>
                <a:lnTo>
                  <a:pt x="0" y="503"/>
                </a:lnTo>
                <a:lnTo>
                  <a:pt x="7861" y="2561"/>
                </a:lnTo>
                <a:close/>
                <a:moveTo>
                  <a:pt x="14730" y="4159"/>
                </a:moveTo>
                <a:lnTo>
                  <a:pt x="21599" y="3367"/>
                </a:lnTo>
                <a:lnTo>
                  <a:pt x="0" y="503"/>
                </a:lnTo>
                <a:close/>
                <a:moveTo>
                  <a:pt x="14730" y="4159"/>
                </a:moveTo>
                <a:lnTo>
                  <a:pt x="29460" y="5296"/>
                </a:lnTo>
                <a:lnTo>
                  <a:pt x="21599" y="3367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24" name="PANEL_01-slope-8-220_918">
            <a:extLst>
              <a:ext uri="{FF2B5EF4-FFF2-40B4-BE49-F238E27FC236}">
                <a16:creationId xmlns:a16="http://schemas.microsoft.com/office/drawing/2014/main" id="{99136875-F770-4403-BEEE-E00F0BA7C6E4}"/>
              </a:ext>
            </a:extLst>
          </p:cNvPr>
          <p:cNvSpPr>
            <a:spLocks/>
          </p:cNvSpPr>
          <p:nvPr/>
        </p:nvSpPr>
        <p:spPr>
          <a:xfrm>
            <a:off x="628453" y="566583"/>
            <a:ext cx="2162841" cy="418745"/>
          </a:xfrm>
          <a:custGeom>
            <a:pathLst>
              <a:path w="1464967" h="283631">
                <a:moveTo>
                  <a:pt x="1458098" y="277506"/>
                </a:moveTo>
                <a:lnTo>
                  <a:pt x="1464967" y="272021"/>
                </a:lnTo>
                <a:lnTo>
                  <a:pt x="1443368" y="278668"/>
                </a:lnTo>
                <a:close/>
                <a:moveTo>
                  <a:pt x="1377580" y="276704"/>
                </a:moveTo>
                <a:lnTo>
                  <a:pt x="1362850" y="268991"/>
                </a:lnTo>
                <a:lnTo>
                  <a:pt x="1370711" y="283631"/>
                </a:lnTo>
                <a:close/>
                <a:moveTo>
                  <a:pt x="1355981" y="275683"/>
                </a:moveTo>
                <a:lnTo>
                  <a:pt x="1370711" y="283631"/>
                </a:lnTo>
                <a:lnTo>
                  <a:pt x="1362850" y="268991"/>
                </a:lnTo>
                <a:close/>
                <a:moveTo>
                  <a:pt x="1253865" y="254392"/>
                </a:moveTo>
                <a:lnTo>
                  <a:pt x="1246996" y="262861"/>
                </a:lnTo>
                <a:lnTo>
                  <a:pt x="1268595" y="262147"/>
                </a:lnTo>
                <a:close/>
                <a:moveTo>
                  <a:pt x="1232266" y="257925"/>
                </a:moveTo>
                <a:lnTo>
                  <a:pt x="1239135" y="248456"/>
                </a:lnTo>
                <a:lnTo>
                  <a:pt x="1217537" y="248057"/>
                </a:lnTo>
                <a:close/>
                <a:moveTo>
                  <a:pt x="1224405" y="244259"/>
                </a:moveTo>
                <a:lnTo>
                  <a:pt x="1217537" y="248057"/>
                </a:lnTo>
                <a:lnTo>
                  <a:pt x="1239135" y="248456"/>
                </a:lnTo>
                <a:close/>
                <a:moveTo>
                  <a:pt x="1224405" y="244259"/>
                </a:moveTo>
                <a:lnTo>
                  <a:pt x="1209675" y="234765"/>
                </a:lnTo>
                <a:lnTo>
                  <a:pt x="1217537" y="248057"/>
                </a:lnTo>
                <a:close/>
                <a:moveTo>
                  <a:pt x="1202807" y="239802"/>
                </a:moveTo>
                <a:lnTo>
                  <a:pt x="1209675" y="234765"/>
                </a:lnTo>
                <a:lnTo>
                  <a:pt x="1188077" y="231248"/>
                </a:lnTo>
                <a:close/>
                <a:moveTo>
                  <a:pt x="1202807" y="239802"/>
                </a:moveTo>
                <a:lnTo>
                  <a:pt x="1217537" y="248057"/>
                </a:lnTo>
                <a:lnTo>
                  <a:pt x="1209675" y="234765"/>
                </a:lnTo>
                <a:close/>
                <a:moveTo>
                  <a:pt x="1173347" y="224359"/>
                </a:moveTo>
                <a:lnTo>
                  <a:pt x="1188077" y="231248"/>
                </a:lnTo>
                <a:lnTo>
                  <a:pt x="1180216" y="220729"/>
                </a:lnTo>
                <a:close/>
                <a:moveTo>
                  <a:pt x="1151748" y="221450"/>
                </a:moveTo>
                <a:lnTo>
                  <a:pt x="1137019" y="216450"/>
                </a:lnTo>
                <a:lnTo>
                  <a:pt x="1144880" y="224800"/>
                </a:lnTo>
                <a:close/>
                <a:moveTo>
                  <a:pt x="1151748" y="221450"/>
                </a:moveTo>
                <a:lnTo>
                  <a:pt x="1158617" y="218784"/>
                </a:lnTo>
                <a:lnTo>
                  <a:pt x="1137019" y="216450"/>
                </a:lnTo>
                <a:close/>
                <a:moveTo>
                  <a:pt x="1130150" y="220394"/>
                </a:moveTo>
                <a:lnTo>
                  <a:pt x="1137019" y="216450"/>
                </a:lnTo>
                <a:lnTo>
                  <a:pt x="1115420" y="214764"/>
                </a:lnTo>
                <a:close/>
                <a:moveTo>
                  <a:pt x="1143887" y="213161"/>
                </a:moveTo>
                <a:lnTo>
                  <a:pt x="1137019" y="216450"/>
                </a:lnTo>
                <a:lnTo>
                  <a:pt x="1158617" y="218784"/>
                </a:lnTo>
                <a:close/>
                <a:moveTo>
                  <a:pt x="1122289" y="210795"/>
                </a:moveTo>
                <a:lnTo>
                  <a:pt x="1115420" y="214764"/>
                </a:lnTo>
                <a:lnTo>
                  <a:pt x="1137019" y="216450"/>
                </a:lnTo>
                <a:close/>
                <a:moveTo>
                  <a:pt x="1122289" y="210795"/>
                </a:moveTo>
                <a:lnTo>
                  <a:pt x="1107559" y="201805"/>
                </a:lnTo>
                <a:lnTo>
                  <a:pt x="1115420" y="214764"/>
                </a:lnTo>
                <a:close/>
                <a:moveTo>
                  <a:pt x="1122289" y="210795"/>
                </a:moveTo>
                <a:lnTo>
                  <a:pt x="1137019" y="216450"/>
                </a:lnTo>
                <a:lnTo>
                  <a:pt x="1129157" y="203513"/>
                </a:lnTo>
                <a:close/>
                <a:moveTo>
                  <a:pt x="1100690" y="209601"/>
                </a:moveTo>
                <a:lnTo>
                  <a:pt x="1107559" y="201805"/>
                </a:lnTo>
                <a:lnTo>
                  <a:pt x="1085960" y="200282"/>
                </a:lnTo>
                <a:close/>
                <a:moveTo>
                  <a:pt x="1100690" y="209601"/>
                </a:moveTo>
                <a:lnTo>
                  <a:pt x="1115420" y="214764"/>
                </a:lnTo>
                <a:lnTo>
                  <a:pt x="1107559" y="201805"/>
                </a:lnTo>
                <a:close/>
                <a:moveTo>
                  <a:pt x="1092829" y="193156"/>
                </a:moveTo>
                <a:lnTo>
                  <a:pt x="1085960" y="200282"/>
                </a:lnTo>
                <a:lnTo>
                  <a:pt x="1107559" y="201805"/>
                </a:lnTo>
                <a:close/>
                <a:moveTo>
                  <a:pt x="1092829" y="193156"/>
                </a:moveTo>
                <a:lnTo>
                  <a:pt x="1078099" y="186630"/>
                </a:lnTo>
                <a:lnTo>
                  <a:pt x="1085960" y="200282"/>
                </a:lnTo>
                <a:close/>
                <a:moveTo>
                  <a:pt x="1071230" y="192845"/>
                </a:moveTo>
                <a:lnTo>
                  <a:pt x="1064362" y="198015"/>
                </a:lnTo>
                <a:lnTo>
                  <a:pt x="1085960" y="200282"/>
                </a:lnTo>
                <a:close/>
                <a:moveTo>
                  <a:pt x="1071230" y="192845"/>
                </a:moveTo>
                <a:lnTo>
                  <a:pt x="1056501" y="186513"/>
                </a:lnTo>
                <a:lnTo>
                  <a:pt x="1064362" y="198015"/>
                </a:lnTo>
                <a:close/>
                <a:moveTo>
                  <a:pt x="1071230" y="192845"/>
                </a:moveTo>
                <a:lnTo>
                  <a:pt x="1078099" y="186630"/>
                </a:lnTo>
                <a:lnTo>
                  <a:pt x="1056501" y="186513"/>
                </a:lnTo>
                <a:close/>
                <a:moveTo>
                  <a:pt x="1071230" y="192845"/>
                </a:moveTo>
                <a:lnTo>
                  <a:pt x="1085960" y="200282"/>
                </a:lnTo>
                <a:lnTo>
                  <a:pt x="1078099" y="186630"/>
                </a:lnTo>
                <a:close/>
                <a:moveTo>
                  <a:pt x="1049632" y="190778"/>
                </a:moveTo>
                <a:lnTo>
                  <a:pt x="1056501" y="186513"/>
                </a:lnTo>
                <a:lnTo>
                  <a:pt x="1034902" y="190694"/>
                </a:lnTo>
                <a:close/>
                <a:moveTo>
                  <a:pt x="1049632" y="190778"/>
                </a:moveTo>
                <a:lnTo>
                  <a:pt x="1064362" y="198015"/>
                </a:lnTo>
                <a:lnTo>
                  <a:pt x="1056501" y="186513"/>
                </a:lnTo>
                <a:close/>
                <a:moveTo>
                  <a:pt x="541035" y="246862"/>
                </a:moveTo>
                <a:lnTo>
                  <a:pt x="534166" y="253399"/>
                </a:lnTo>
                <a:lnTo>
                  <a:pt x="555765" y="259659"/>
                </a:lnTo>
                <a:close/>
                <a:moveTo>
                  <a:pt x="541035" y="246862"/>
                </a:moveTo>
                <a:lnTo>
                  <a:pt x="526305" y="241190"/>
                </a:lnTo>
                <a:lnTo>
                  <a:pt x="534166" y="253399"/>
                </a:lnTo>
                <a:close/>
                <a:moveTo>
                  <a:pt x="519436" y="247891"/>
                </a:moveTo>
                <a:lnTo>
                  <a:pt x="512568" y="254747"/>
                </a:lnTo>
                <a:lnTo>
                  <a:pt x="534166" y="253399"/>
                </a:lnTo>
                <a:close/>
                <a:moveTo>
                  <a:pt x="519436" y="247891"/>
                </a:moveTo>
                <a:lnTo>
                  <a:pt x="504706" y="240973"/>
                </a:lnTo>
                <a:lnTo>
                  <a:pt x="512568" y="254747"/>
                </a:lnTo>
                <a:close/>
                <a:moveTo>
                  <a:pt x="519436" y="247891"/>
                </a:moveTo>
                <a:lnTo>
                  <a:pt x="526305" y="241190"/>
                </a:lnTo>
                <a:lnTo>
                  <a:pt x="504706" y="240973"/>
                </a:lnTo>
                <a:close/>
                <a:moveTo>
                  <a:pt x="519436" y="247891"/>
                </a:moveTo>
                <a:lnTo>
                  <a:pt x="534166" y="253399"/>
                </a:lnTo>
                <a:lnTo>
                  <a:pt x="526305" y="241190"/>
                </a:lnTo>
                <a:close/>
                <a:moveTo>
                  <a:pt x="497838" y="248348"/>
                </a:moveTo>
                <a:lnTo>
                  <a:pt x="504706" y="240973"/>
                </a:lnTo>
                <a:lnTo>
                  <a:pt x="483108" y="239310"/>
                </a:lnTo>
                <a:close/>
                <a:moveTo>
                  <a:pt x="497838" y="248348"/>
                </a:moveTo>
                <a:lnTo>
                  <a:pt x="512568" y="254747"/>
                </a:lnTo>
                <a:lnTo>
                  <a:pt x="504706" y="240973"/>
                </a:lnTo>
                <a:close/>
                <a:moveTo>
                  <a:pt x="511575" y="234644"/>
                </a:moveTo>
                <a:lnTo>
                  <a:pt x="504706" y="240973"/>
                </a:lnTo>
                <a:lnTo>
                  <a:pt x="526305" y="241190"/>
                </a:lnTo>
                <a:close/>
                <a:moveTo>
                  <a:pt x="489976" y="233008"/>
                </a:moveTo>
                <a:lnTo>
                  <a:pt x="483108" y="239310"/>
                </a:lnTo>
                <a:lnTo>
                  <a:pt x="504706" y="240973"/>
                </a:lnTo>
                <a:close/>
                <a:moveTo>
                  <a:pt x="489976" y="233008"/>
                </a:moveTo>
                <a:lnTo>
                  <a:pt x="475247" y="224243"/>
                </a:lnTo>
                <a:lnTo>
                  <a:pt x="483108" y="239310"/>
                </a:lnTo>
                <a:close/>
                <a:moveTo>
                  <a:pt x="489976" y="233008"/>
                </a:moveTo>
                <a:lnTo>
                  <a:pt x="504706" y="240973"/>
                </a:lnTo>
                <a:lnTo>
                  <a:pt x="496845" y="227633"/>
                </a:lnTo>
                <a:close/>
                <a:moveTo>
                  <a:pt x="468378" y="229453"/>
                </a:moveTo>
                <a:lnTo>
                  <a:pt x="475247" y="224243"/>
                </a:lnTo>
                <a:lnTo>
                  <a:pt x="453648" y="219871"/>
                </a:lnTo>
                <a:close/>
                <a:moveTo>
                  <a:pt x="468378" y="229453"/>
                </a:moveTo>
                <a:lnTo>
                  <a:pt x="483108" y="239310"/>
                </a:lnTo>
                <a:lnTo>
                  <a:pt x="475247" y="224243"/>
                </a:lnTo>
                <a:close/>
                <a:moveTo>
                  <a:pt x="460517" y="214955"/>
                </a:moveTo>
                <a:lnTo>
                  <a:pt x="453648" y="219871"/>
                </a:lnTo>
                <a:lnTo>
                  <a:pt x="475247" y="224243"/>
                </a:lnTo>
                <a:close/>
                <a:moveTo>
                  <a:pt x="438918" y="209262"/>
                </a:moveTo>
                <a:lnTo>
                  <a:pt x="432050" y="215411"/>
                </a:lnTo>
                <a:lnTo>
                  <a:pt x="453648" y="219871"/>
                </a:lnTo>
                <a:close/>
                <a:moveTo>
                  <a:pt x="167905" y="31468"/>
                </a:moveTo>
                <a:lnTo>
                  <a:pt x="174773" y="30233"/>
                </a:lnTo>
                <a:lnTo>
                  <a:pt x="153175" y="32577"/>
                </a:lnTo>
                <a:close/>
                <a:moveTo>
                  <a:pt x="160043" y="29322"/>
                </a:moveTo>
                <a:lnTo>
                  <a:pt x="153175" y="32577"/>
                </a:lnTo>
                <a:lnTo>
                  <a:pt x="174773" y="30233"/>
                </a:lnTo>
                <a:close/>
                <a:moveTo>
                  <a:pt x="160043" y="29322"/>
                </a:moveTo>
                <a:lnTo>
                  <a:pt x="145314" y="31875"/>
                </a:lnTo>
                <a:lnTo>
                  <a:pt x="153175" y="32577"/>
                </a:lnTo>
                <a:close/>
                <a:moveTo>
                  <a:pt x="138445" y="34534"/>
                </a:moveTo>
                <a:lnTo>
                  <a:pt x="153175" y="32577"/>
                </a:lnTo>
                <a:lnTo>
                  <a:pt x="145314" y="31875"/>
                </a:lnTo>
                <a:close/>
                <a:moveTo>
                  <a:pt x="6869" y="0"/>
                </a:moveTo>
                <a:lnTo>
                  <a:pt x="0" y="3501"/>
                </a:lnTo>
                <a:lnTo>
                  <a:pt x="21599" y="533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25" name="PANEL_01-slope-8-225_919">
            <a:extLst>
              <a:ext uri="{FF2B5EF4-FFF2-40B4-BE49-F238E27FC236}">
                <a16:creationId xmlns:a16="http://schemas.microsoft.com/office/drawing/2014/main" id="{6C186795-FB20-4EA5-86F5-27FF64C52968}"/>
              </a:ext>
            </a:extLst>
          </p:cNvPr>
          <p:cNvSpPr>
            <a:spLocks/>
          </p:cNvSpPr>
          <p:nvPr/>
        </p:nvSpPr>
        <p:spPr>
          <a:xfrm>
            <a:off x="1985312" y="834818"/>
            <a:ext cx="805980" cy="164106"/>
          </a:xfrm>
          <a:custGeom>
            <a:pathLst>
              <a:path w="545918" h="111155">
                <a:moveTo>
                  <a:pt x="531188" y="91798"/>
                </a:moveTo>
                <a:lnTo>
                  <a:pt x="524320" y="96983"/>
                </a:lnTo>
                <a:lnTo>
                  <a:pt x="545918" y="90336"/>
                </a:lnTo>
                <a:close/>
                <a:moveTo>
                  <a:pt x="531188" y="91798"/>
                </a:moveTo>
                <a:lnTo>
                  <a:pt x="516458" y="88497"/>
                </a:lnTo>
                <a:lnTo>
                  <a:pt x="524320" y="96983"/>
                </a:lnTo>
                <a:close/>
                <a:moveTo>
                  <a:pt x="531188" y="91798"/>
                </a:moveTo>
                <a:lnTo>
                  <a:pt x="545918" y="90336"/>
                </a:lnTo>
                <a:lnTo>
                  <a:pt x="538057" y="81251"/>
                </a:lnTo>
                <a:close/>
                <a:moveTo>
                  <a:pt x="509590" y="97868"/>
                </a:moveTo>
                <a:lnTo>
                  <a:pt x="502721" y="103961"/>
                </a:lnTo>
                <a:lnTo>
                  <a:pt x="524320" y="96983"/>
                </a:lnTo>
                <a:close/>
                <a:moveTo>
                  <a:pt x="509590" y="97868"/>
                </a:moveTo>
                <a:lnTo>
                  <a:pt x="494860" y="95077"/>
                </a:lnTo>
                <a:lnTo>
                  <a:pt x="502721" y="103961"/>
                </a:lnTo>
                <a:close/>
                <a:moveTo>
                  <a:pt x="509590" y="97868"/>
                </a:moveTo>
                <a:lnTo>
                  <a:pt x="516458" y="88497"/>
                </a:lnTo>
                <a:lnTo>
                  <a:pt x="494860" y="95077"/>
                </a:lnTo>
                <a:close/>
                <a:moveTo>
                  <a:pt x="509590" y="97868"/>
                </a:moveTo>
                <a:lnTo>
                  <a:pt x="524320" y="96983"/>
                </a:lnTo>
                <a:lnTo>
                  <a:pt x="516458" y="88497"/>
                </a:lnTo>
                <a:close/>
                <a:moveTo>
                  <a:pt x="487991" y="104651"/>
                </a:moveTo>
                <a:lnTo>
                  <a:pt x="473261" y="100336"/>
                </a:lnTo>
                <a:lnTo>
                  <a:pt x="481123" y="111155"/>
                </a:lnTo>
                <a:close/>
                <a:moveTo>
                  <a:pt x="487991" y="104651"/>
                </a:moveTo>
                <a:lnTo>
                  <a:pt x="494860" y="95077"/>
                </a:lnTo>
                <a:lnTo>
                  <a:pt x="473261" y="100336"/>
                </a:lnTo>
                <a:close/>
                <a:moveTo>
                  <a:pt x="487991" y="104651"/>
                </a:moveTo>
                <a:lnTo>
                  <a:pt x="502721" y="103961"/>
                </a:lnTo>
                <a:lnTo>
                  <a:pt x="494860" y="95077"/>
                </a:lnTo>
                <a:close/>
                <a:moveTo>
                  <a:pt x="466393" y="109496"/>
                </a:moveTo>
                <a:lnTo>
                  <a:pt x="473261" y="100336"/>
                </a:lnTo>
                <a:lnTo>
                  <a:pt x="451663" y="101946"/>
                </a:lnTo>
                <a:close/>
                <a:moveTo>
                  <a:pt x="466393" y="109496"/>
                </a:moveTo>
                <a:lnTo>
                  <a:pt x="481123" y="111155"/>
                </a:lnTo>
                <a:lnTo>
                  <a:pt x="473261" y="100336"/>
                </a:lnTo>
                <a:close/>
                <a:moveTo>
                  <a:pt x="480130" y="92179"/>
                </a:moveTo>
                <a:lnTo>
                  <a:pt x="473261" y="100336"/>
                </a:lnTo>
                <a:lnTo>
                  <a:pt x="494860" y="95077"/>
                </a:lnTo>
                <a:close/>
                <a:moveTo>
                  <a:pt x="458532" y="95019"/>
                </a:moveTo>
                <a:lnTo>
                  <a:pt x="451663" y="101946"/>
                </a:lnTo>
                <a:lnTo>
                  <a:pt x="473261" y="100336"/>
                </a:lnTo>
                <a:close/>
                <a:moveTo>
                  <a:pt x="458532" y="95019"/>
                </a:moveTo>
                <a:lnTo>
                  <a:pt x="473261" y="100336"/>
                </a:lnTo>
                <a:lnTo>
                  <a:pt x="465400" y="86719"/>
                </a:lnTo>
                <a:close/>
                <a:moveTo>
                  <a:pt x="436933" y="93998"/>
                </a:moveTo>
                <a:lnTo>
                  <a:pt x="430064" y="103026"/>
                </a:lnTo>
                <a:lnTo>
                  <a:pt x="451663" y="101946"/>
                </a:lnTo>
                <a:close/>
                <a:moveTo>
                  <a:pt x="436933" y="93998"/>
                </a:moveTo>
                <a:lnTo>
                  <a:pt x="422203" y="88780"/>
                </a:lnTo>
                <a:lnTo>
                  <a:pt x="430064" y="103026"/>
                </a:lnTo>
                <a:close/>
                <a:moveTo>
                  <a:pt x="436933" y="93998"/>
                </a:moveTo>
                <a:lnTo>
                  <a:pt x="443802" y="87306"/>
                </a:lnTo>
                <a:lnTo>
                  <a:pt x="422203" y="88780"/>
                </a:lnTo>
                <a:close/>
                <a:moveTo>
                  <a:pt x="415335" y="97736"/>
                </a:moveTo>
                <a:lnTo>
                  <a:pt x="422203" y="88780"/>
                </a:lnTo>
                <a:lnTo>
                  <a:pt x="400605" y="93042"/>
                </a:lnTo>
                <a:close/>
                <a:moveTo>
                  <a:pt x="415335" y="97736"/>
                </a:moveTo>
                <a:lnTo>
                  <a:pt x="430064" y="103026"/>
                </a:lnTo>
                <a:lnTo>
                  <a:pt x="422203" y="88780"/>
                </a:lnTo>
                <a:close/>
                <a:moveTo>
                  <a:pt x="429072" y="79869"/>
                </a:moveTo>
                <a:lnTo>
                  <a:pt x="422203" y="88780"/>
                </a:lnTo>
                <a:lnTo>
                  <a:pt x="443802" y="87306"/>
                </a:lnTo>
                <a:close/>
                <a:moveTo>
                  <a:pt x="407473" y="83516"/>
                </a:moveTo>
                <a:lnTo>
                  <a:pt x="400605" y="93042"/>
                </a:lnTo>
                <a:lnTo>
                  <a:pt x="422203" y="88780"/>
                </a:lnTo>
                <a:close/>
                <a:moveTo>
                  <a:pt x="407473" y="83516"/>
                </a:moveTo>
                <a:lnTo>
                  <a:pt x="392743" y="77749"/>
                </a:lnTo>
                <a:lnTo>
                  <a:pt x="400605" y="93042"/>
                </a:lnTo>
                <a:close/>
                <a:moveTo>
                  <a:pt x="407473" y="83516"/>
                </a:moveTo>
                <a:lnTo>
                  <a:pt x="422203" y="88780"/>
                </a:lnTo>
                <a:lnTo>
                  <a:pt x="414342" y="74094"/>
                </a:lnTo>
                <a:close/>
                <a:moveTo>
                  <a:pt x="385875" y="87368"/>
                </a:moveTo>
                <a:lnTo>
                  <a:pt x="379006" y="96411"/>
                </a:lnTo>
                <a:lnTo>
                  <a:pt x="400605" y="93042"/>
                </a:lnTo>
                <a:close/>
                <a:moveTo>
                  <a:pt x="385875" y="87368"/>
                </a:moveTo>
                <a:lnTo>
                  <a:pt x="371145" y="79450"/>
                </a:lnTo>
                <a:lnTo>
                  <a:pt x="379006" y="96411"/>
                </a:lnTo>
                <a:close/>
                <a:moveTo>
                  <a:pt x="385875" y="87368"/>
                </a:moveTo>
                <a:lnTo>
                  <a:pt x="392743" y="77749"/>
                </a:lnTo>
                <a:lnTo>
                  <a:pt x="371145" y="79450"/>
                </a:lnTo>
                <a:close/>
                <a:moveTo>
                  <a:pt x="385875" y="87368"/>
                </a:moveTo>
                <a:lnTo>
                  <a:pt x="400605" y="93042"/>
                </a:lnTo>
                <a:lnTo>
                  <a:pt x="392743" y="77749"/>
                </a:lnTo>
                <a:close/>
                <a:moveTo>
                  <a:pt x="364276" y="88574"/>
                </a:moveTo>
                <a:lnTo>
                  <a:pt x="371145" y="79450"/>
                </a:lnTo>
                <a:lnTo>
                  <a:pt x="349546" y="80462"/>
                </a:lnTo>
                <a:close/>
                <a:moveTo>
                  <a:pt x="364276" y="88574"/>
                </a:moveTo>
                <a:lnTo>
                  <a:pt x="379006" y="96411"/>
                </a:lnTo>
                <a:lnTo>
                  <a:pt x="371145" y="79450"/>
                </a:lnTo>
                <a:close/>
                <a:moveTo>
                  <a:pt x="356415" y="70365"/>
                </a:moveTo>
                <a:lnTo>
                  <a:pt x="349546" y="80462"/>
                </a:lnTo>
                <a:lnTo>
                  <a:pt x="371145" y="79450"/>
                </a:lnTo>
                <a:close/>
                <a:moveTo>
                  <a:pt x="356415" y="70365"/>
                </a:moveTo>
                <a:lnTo>
                  <a:pt x="341685" y="63230"/>
                </a:lnTo>
                <a:lnTo>
                  <a:pt x="349546" y="80462"/>
                </a:lnTo>
                <a:close/>
                <a:moveTo>
                  <a:pt x="334817" y="72707"/>
                </a:moveTo>
                <a:lnTo>
                  <a:pt x="320087" y="66771"/>
                </a:lnTo>
                <a:lnTo>
                  <a:pt x="327948" y="81176"/>
                </a:lnTo>
                <a:close/>
                <a:moveTo>
                  <a:pt x="334817" y="72707"/>
                </a:moveTo>
                <a:lnTo>
                  <a:pt x="341685" y="63230"/>
                </a:lnTo>
                <a:lnTo>
                  <a:pt x="320087" y="66771"/>
                </a:lnTo>
                <a:close/>
                <a:moveTo>
                  <a:pt x="334817" y="72707"/>
                </a:moveTo>
                <a:lnTo>
                  <a:pt x="349546" y="80462"/>
                </a:lnTo>
                <a:lnTo>
                  <a:pt x="341685" y="63230"/>
                </a:lnTo>
                <a:close/>
                <a:moveTo>
                  <a:pt x="313218" y="76240"/>
                </a:moveTo>
                <a:lnTo>
                  <a:pt x="327948" y="81176"/>
                </a:lnTo>
                <a:lnTo>
                  <a:pt x="320087" y="66771"/>
                </a:lnTo>
                <a:close/>
                <a:moveTo>
                  <a:pt x="326955" y="55562"/>
                </a:moveTo>
                <a:lnTo>
                  <a:pt x="320087" y="66771"/>
                </a:lnTo>
                <a:lnTo>
                  <a:pt x="341685" y="63230"/>
                </a:lnTo>
                <a:close/>
                <a:moveTo>
                  <a:pt x="108985" y="16641"/>
                </a:moveTo>
                <a:lnTo>
                  <a:pt x="115854" y="9008"/>
                </a:lnTo>
                <a:lnTo>
                  <a:pt x="94255" y="21217"/>
                </a:lnTo>
                <a:close/>
                <a:moveTo>
                  <a:pt x="87387" y="31808"/>
                </a:moveTo>
                <a:lnTo>
                  <a:pt x="94255" y="21217"/>
                </a:lnTo>
                <a:lnTo>
                  <a:pt x="72657" y="35823"/>
                </a:lnTo>
                <a:close/>
                <a:moveTo>
                  <a:pt x="65788" y="46161"/>
                </a:moveTo>
                <a:lnTo>
                  <a:pt x="72657" y="35823"/>
                </a:lnTo>
                <a:lnTo>
                  <a:pt x="51058" y="49778"/>
                </a:lnTo>
                <a:close/>
                <a:moveTo>
                  <a:pt x="122722" y="0"/>
                </a:moveTo>
                <a:lnTo>
                  <a:pt x="115854" y="9008"/>
                </a:lnTo>
                <a:lnTo>
                  <a:pt x="137452" y="4828"/>
                </a:lnTo>
                <a:close/>
                <a:moveTo>
                  <a:pt x="101124" y="10300"/>
                </a:moveTo>
                <a:lnTo>
                  <a:pt x="94255" y="21217"/>
                </a:lnTo>
                <a:lnTo>
                  <a:pt x="115854" y="9008"/>
                </a:lnTo>
                <a:close/>
                <a:moveTo>
                  <a:pt x="101124" y="10300"/>
                </a:moveTo>
                <a:lnTo>
                  <a:pt x="86394" y="15780"/>
                </a:lnTo>
                <a:lnTo>
                  <a:pt x="94255" y="21217"/>
                </a:lnTo>
                <a:close/>
                <a:moveTo>
                  <a:pt x="101124" y="10300"/>
                </a:moveTo>
                <a:lnTo>
                  <a:pt x="115854" y="9008"/>
                </a:lnTo>
                <a:lnTo>
                  <a:pt x="107993" y="3548"/>
                </a:lnTo>
                <a:close/>
                <a:moveTo>
                  <a:pt x="79525" y="26121"/>
                </a:moveTo>
                <a:lnTo>
                  <a:pt x="72657" y="35823"/>
                </a:lnTo>
                <a:lnTo>
                  <a:pt x="94255" y="21217"/>
                </a:lnTo>
                <a:close/>
                <a:moveTo>
                  <a:pt x="79525" y="26121"/>
                </a:moveTo>
                <a:lnTo>
                  <a:pt x="64796" y="29256"/>
                </a:lnTo>
                <a:lnTo>
                  <a:pt x="72657" y="35823"/>
                </a:lnTo>
                <a:close/>
                <a:moveTo>
                  <a:pt x="79525" y="26121"/>
                </a:moveTo>
                <a:lnTo>
                  <a:pt x="94255" y="21217"/>
                </a:lnTo>
                <a:lnTo>
                  <a:pt x="86394" y="15780"/>
                </a:lnTo>
                <a:close/>
                <a:moveTo>
                  <a:pt x="57927" y="39202"/>
                </a:moveTo>
                <a:lnTo>
                  <a:pt x="51058" y="49778"/>
                </a:lnTo>
                <a:lnTo>
                  <a:pt x="72657" y="35823"/>
                </a:lnTo>
                <a:close/>
                <a:moveTo>
                  <a:pt x="57927" y="39202"/>
                </a:moveTo>
                <a:lnTo>
                  <a:pt x="43197" y="42651"/>
                </a:lnTo>
                <a:lnTo>
                  <a:pt x="51058" y="49778"/>
                </a:lnTo>
                <a:close/>
                <a:moveTo>
                  <a:pt x="57927" y="39202"/>
                </a:moveTo>
                <a:lnTo>
                  <a:pt x="72657" y="35823"/>
                </a:lnTo>
                <a:lnTo>
                  <a:pt x="64796" y="29256"/>
                </a:lnTo>
                <a:close/>
                <a:moveTo>
                  <a:pt x="36328" y="54174"/>
                </a:moveTo>
                <a:lnTo>
                  <a:pt x="29460" y="67212"/>
                </a:lnTo>
                <a:lnTo>
                  <a:pt x="51058" y="49778"/>
                </a:lnTo>
                <a:close/>
                <a:moveTo>
                  <a:pt x="36328" y="54174"/>
                </a:moveTo>
                <a:lnTo>
                  <a:pt x="21599" y="69623"/>
                </a:lnTo>
                <a:lnTo>
                  <a:pt x="29460" y="67212"/>
                </a:lnTo>
                <a:close/>
                <a:moveTo>
                  <a:pt x="36328" y="54174"/>
                </a:moveTo>
                <a:lnTo>
                  <a:pt x="51058" y="49778"/>
                </a:lnTo>
                <a:lnTo>
                  <a:pt x="43197" y="42651"/>
                </a:lnTo>
                <a:close/>
                <a:moveTo>
                  <a:pt x="14730" y="76539"/>
                </a:moveTo>
                <a:lnTo>
                  <a:pt x="7861" y="83454"/>
                </a:lnTo>
                <a:lnTo>
                  <a:pt x="29460" y="67212"/>
                </a:lnTo>
                <a:close/>
                <a:moveTo>
                  <a:pt x="14730" y="76539"/>
                </a:moveTo>
                <a:lnTo>
                  <a:pt x="0" y="73314"/>
                </a:lnTo>
                <a:lnTo>
                  <a:pt x="7861" y="83454"/>
                </a:lnTo>
                <a:close/>
                <a:moveTo>
                  <a:pt x="14730" y="76539"/>
                </a:moveTo>
                <a:lnTo>
                  <a:pt x="29460" y="67212"/>
                </a:lnTo>
                <a:lnTo>
                  <a:pt x="21599" y="69623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26" name="PANEL_01-water-8-230_920">
            <a:extLst>
              <a:ext uri="{FF2B5EF4-FFF2-40B4-BE49-F238E27FC236}">
                <a16:creationId xmlns:a16="http://schemas.microsoft.com/office/drawing/2014/main" id="{147CF023-CCA7-44A6-BD1A-BB42F934DF16}"/>
              </a:ext>
            </a:extLst>
          </p:cNvPr>
          <p:cNvSpPr>
            <a:spLocks/>
          </p:cNvSpPr>
          <p:nvPr/>
        </p:nvSpPr>
        <p:spPr>
          <a:xfrm>
            <a:off x="1448969" y="938984"/>
            <a:ext cx="547950" cy="29996"/>
          </a:xfrm>
          <a:custGeom>
            <a:pathLst>
              <a:path w="371145" h="20317">
                <a:moveTo>
                  <a:pt x="356415" y="9674"/>
                </a:moveTo>
                <a:lnTo>
                  <a:pt x="349546" y="16589"/>
                </a:lnTo>
                <a:lnTo>
                  <a:pt x="371145" y="12899"/>
                </a:lnTo>
                <a:close/>
                <a:moveTo>
                  <a:pt x="356415" y="9674"/>
                </a:moveTo>
                <a:lnTo>
                  <a:pt x="341685" y="6449"/>
                </a:lnTo>
                <a:lnTo>
                  <a:pt x="349546" y="16589"/>
                </a:lnTo>
                <a:close/>
                <a:moveTo>
                  <a:pt x="356415" y="9674"/>
                </a:moveTo>
                <a:lnTo>
                  <a:pt x="363284" y="2759"/>
                </a:lnTo>
                <a:lnTo>
                  <a:pt x="341685" y="6449"/>
                </a:lnTo>
                <a:close/>
                <a:moveTo>
                  <a:pt x="356415" y="9674"/>
                </a:moveTo>
                <a:lnTo>
                  <a:pt x="371145" y="12899"/>
                </a:lnTo>
                <a:lnTo>
                  <a:pt x="363284" y="2759"/>
                </a:lnTo>
                <a:close/>
                <a:moveTo>
                  <a:pt x="334817" y="13365"/>
                </a:moveTo>
                <a:lnTo>
                  <a:pt x="320087" y="10140"/>
                </a:lnTo>
                <a:lnTo>
                  <a:pt x="327948" y="20280"/>
                </a:lnTo>
                <a:close/>
                <a:moveTo>
                  <a:pt x="334817" y="13365"/>
                </a:moveTo>
                <a:lnTo>
                  <a:pt x="341685" y="6449"/>
                </a:lnTo>
                <a:lnTo>
                  <a:pt x="320087" y="10140"/>
                </a:lnTo>
                <a:close/>
                <a:moveTo>
                  <a:pt x="334817" y="13365"/>
                </a:moveTo>
                <a:lnTo>
                  <a:pt x="349546" y="16589"/>
                </a:lnTo>
                <a:lnTo>
                  <a:pt x="341685" y="6449"/>
                </a:lnTo>
                <a:close/>
                <a:moveTo>
                  <a:pt x="313218" y="17055"/>
                </a:moveTo>
                <a:lnTo>
                  <a:pt x="320087" y="10140"/>
                </a:lnTo>
                <a:lnTo>
                  <a:pt x="298488" y="13831"/>
                </a:lnTo>
                <a:close/>
                <a:moveTo>
                  <a:pt x="326955" y="3225"/>
                </a:moveTo>
                <a:lnTo>
                  <a:pt x="320087" y="10140"/>
                </a:lnTo>
                <a:lnTo>
                  <a:pt x="341685" y="6449"/>
                </a:lnTo>
                <a:close/>
                <a:moveTo>
                  <a:pt x="305357" y="6915"/>
                </a:moveTo>
                <a:lnTo>
                  <a:pt x="298488" y="13831"/>
                </a:lnTo>
                <a:lnTo>
                  <a:pt x="320087" y="10140"/>
                </a:lnTo>
                <a:close/>
                <a:moveTo>
                  <a:pt x="305357" y="6915"/>
                </a:moveTo>
                <a:lnTo>
                  <a:pt x="290627" y="3691"/>
                </a:lnTo>
                <a:lnTo>
                  <a:pt x="298488" y="13831"/>
                </a:lnTo>
                <a:close/>
                <a:moveTo>
                  <a:pt x="305357" y="6915"/>
                </a:moveTo>
                <a:lnTo>
                  <a:pt x="320087" y="10140"/>
                </a:lnTo>
                <a:lnTo>
                  <a:pt x="312226" y="0"/>
                </a:lnTo>
                <a:close/>
                <a:moveTo>
                  <a:pt x="283758" y="10606"/>
                </a:moveTo>
                <a:lnTo>
                  <a:pt x="276890" y="17521"/>
                </a:lnTo>
                <a:lnTo>
                  <a:pt x="298488" y="13831"/>
                </a:lnTo>
                <a:close/>
                <a:moveTo>
                  <a:pt x="283758" y="10606"/>
                </a:moveTo>
                <a:lnTo>
                  <a:pt x="269028" y="7381"/>
                </a:lnTo>
                <a:lnTo>
                  <a:pt x="276890" y="17521"/>
                </a:lnTo>
                <a:close/>
                <a:moveTo>
                  <a:pt x="283758" y="10606"/>
                </a:moveTo>
                <a:lnTo>
                  <a:pt x="290627" y="3691"/>
                </a:lnTo>
                <a:lnTo>
                  <a:pt x="269028" y="7381"/>
                </a:lnTo>
                <a:close/>
                <a:moveTo>
                  <a:pt x="283758" y="10606"/>
                </a:moveTo>
                <a:lnTo>
                  <a:pt x="298488" y="13831"/>
                </a:lnTo>
                <a:lnTo>
                  <a:pt x="290627" y="3691"/>
                </a:lnTo>
                <a:close/>
                <a:moveTo>
                  <a:pt x="262160" y="14296"/>
                </a:moveTo>
                <a:lnTo>
                  <a:pt x="269028" y="7381"/>
                </a:lnTo>
                <a:lnTo>
                  <a:pt x="247430" y="11072"/>
                </a:lnTo>
                <a:close/>
                <a:moveTo>
                  <a:pt x="262160" y="14296"/>
                </a:moveTo>
                <a:lnTo>
                  <a:pt x="276890" y="17521"/>
                </a:lnTo>
                <a:lnTo>
                  <a:pt x="269028" y="7381"/>
                </a:lnTo>
                <a:close/>
                <a:moveTo>
                  <a:pt x="240561" y="17987"/>
                </a:moveTo>
                <a:lnTo>
                  <a:pt x="247430" y="11072"/>
                </a:lnTo>
                <a:lnTo>
                  <a:pt x="225831" y="14762"/>
                </a:lnTo>
                <a:close/>
                <a:moveTo>
                  <a:pt x="254299" y="4157"/>
                </a:moveTo>
                <a:lnTo>
                  <a:pt x="247430" y="11072"/>
                </a:lnTo>
                <a:lnTo>
                  <a:pt x="269028" y="7381"/>
                </a:lnTo>
                <a:close/>
                <a:moveTo>
                  <a:pt x="254299" y="4157"/>
                </a:moveTo>
                <a:lnTo>
                  <a:pt x="239569" y="932"/>
                </a:lnTo>
                <a:lnTo>
                  <a:pt x="247430" y="11072"/>
                </a:lnTo>
                <a:close/>
                <a:moveTo>
                  <a:pt x="232700" y="7847"/>
                </a:moveTo>
                <a:lnTo>
                  <a:pt x="225831" y="14762"/>
                </a:lnTo>
                <a:lnTo>
                  <a:pt x="247430" y="11072"/>
                </a:lnTo>
                <a:close/>
                <a:moveTo>
                  <a:pt x="232700" y="7847"/>
                </a:moveTo>
                <a:lnTo>
                  <a:pt x="217970" y="4623"/>
                </a:lnTo>
                <a:lnTo>
                  <a:pt x="225831" y="14762"/>
                </a:lnTo>
                <a:close/>
                <a:moveTo>
                  <a:pt x="232700" y="7847"/>
                </a:moveTo>
                <a:lnTo>
                  <a:pt x="247430" y="11072"/>
                </a:lnTo>
                <a:lnTo>
                  <a:pt x="239569" y="932"/>
                </a:lnTo>
                <a:close/>
                <a:moveTo>
                  <a:pt x="211102" y="11538"/>
                </a:moveTo>
                <a:lnTo>
                  <a:pt x="196372" y="8313"/>
                </a:lnTo>
                <a:lnTo>
                  <a:pt x="204233" y="18453"/>
                </a:lnTo>
                <a:close/>
                <a:moveTo>
                  <a:pt x="211102" y="11538"/>
                </a:moveTo>
                <a:lnTo>
                  <a:pt x="217970" y="4623"/>
                </a:lnTo>
                <a:lnTo>
                  <a:pt x="196372" y="8313"/>
                </a:lnTo>
                <a:close/>
                <a:moveTo>
                  <a:pt x="211102" y="11538"/>
                </a:moveTo>
                <a:lnTo>
                  <a:pt x="225831" y="14762"/>
                </a:lnTo>
                <a:lnTo>
                  <a:pt x="217970" y="4623"/>
                </a:lnTo>
                <a:close/>
                <a:moveTo>
                  <a:pt x="189503" y="15228"/>
                </a:moveTo>
                <a:lnTo>
                  <a:pt x="196372" y="8313"/>
                </a:lnTo>
                <a:lnTo>
                  <a:pt x="174773" y="12004"/>
                </a:lnTo>
                <a:close/>
                <a:moveTo>
                  <a:pt x="189503" y="15228"/>
                </a:moveTo>
                <a:lnTo>
                  <a:pt x="204233" y="18453"/>
                </a:lnTo>
                <a:lnTo>
                  <a:pt x="196372" y="8313"/>
                </a:lnTo>
                <a:close/>
                <a:moveTo>
                  <a:pt x="181642" y="5089"/>
                </a:moveTo>
                <a:lnTo>
                  <a:pt x="174773" y="12004"/>
                </a:lnTo>
                <a:lnTo>
                  <a:pt x="196372" y="8313"/>
                </a:lnTo>
                <a:close/>
                <a:moveTo>
                  <a:pt x="181642" y="5089"/>
                </a:moveTo>
                <a:lnTo>
                  <a:pt x="166912" y="1864"/>
                </a:lnTo>
                <a:lnTo>
                  <a:pt x="174773" y="12004"/>
                </a:lnTo>
                <a:close/>
                <a:moveTo>
                  <a:pt x="160043" y="8779"/>
                </a:moveTo>
                <a:lnTo>
                  <a:pt x="153175" y="15694"/>
                </a:lnTo>
                <a:lnTo>
                  <a:pt x="174773" y="12004"/>
                </a:lnTo>
                <a:close/>
                <a:moveTo>
                  <a:pt x="160043" y="8779"/>
                </a:moveTo>
                <a:lnTo>
                  <a:pt x="145314" y="5555"/>
                </a:lnTo>
                <a:lnTo>
                  <a:pt x="153175" y="15694"/>
                </a:lnTo>
                <a:close/>
                <a:moveTo>
                  <a:pt x="160043" y="8779"/>
                </a:moveTo>
                <a:lnTo>
                  <a:pt x="166912" y="1864"/>
                </a:lnTo>
                <a:lnTo>
                  <a:pt x="145314" y="5555"/>
                </a:lnTo>
                <a:close/>
                <a:moveTo>
                  <a:pt x="160043" y="8779"/>
                </a:moveTo>
                <a:lnTo>
                  <a:pt x="174773" y="12004"/>
                </a:lnTo>
                <a:lnTo>
                  <a:pt x="166912" y="1864"/>
                </a:lnTo>
                <a:close/>
                <a:moveTo>
                  <a:pt x="138445" y="12470"/>
                </a:moveTo>
                <a:lnTo>
                  <a:pt x="123715" y="9245"/>
                </a:lnTo>
                <a:lnTo>
                  <a:pt x="131576" y="19385"/>
                </a:lnTo>
                <a:close/>
                <a:moveTo>
                  <a:pt x="138445" y="12470"/>
                </a:moveTo>
                <a:lnTo>
                  <a:pt x="145314" y="5555"/>
                </a:lnTo>
                <a:lnTo>
                  <a:pt x="123715" y="9245"/>
                </a:lnTo>
                <a:close/>
                <a:moveTo>
                  <a:pt x="138445" y="12470"/>
                </a:moveTo>
                <a:lnTo>
                  <a:pt x="153175" y="15694"/>
                </a:lnTo>
                <a:lnTo>
                  <a:pt x="145314" y="5555"/>
                </a:lnTo>
                <a:close/>
                <a:moveTo>
                  <a:pt x="116846" y="16160"/>
                </a:moveTo>
                <a:lnTo>
                  <a:pt x="123715" y="9245"/>
                </a:lnTo>
                <a:lnTo>
                  <a:pt x="102116" y="12936"/>
                </a:lnTo>
                <a:close/>
                <a:moveTo>
                  <a:pt x="130584" y="2330"/>
                </a:moveTo>
                <a:lnTo>
                  <a:pt x="123715" y="9245"/>
                </a:lnTo>
                <a:lnTo>
                  <a:pt x="145314" y="5555"/>
                </a:lnTo>
                <a:close/>
                <a:moveTo>
                  <a:pt x="108985" y="6021"/>
                </a:moveTo>
                <a:lnTo>
                  <a:pt x="102116" y="12936"/>
                </a:lnTo>
                <a:lnTo>
                  <a:pt x="123715" y="9245"/>
                </a:lnTo>
                <a:close/>
                <a:moveTo>
                  <a:pt x="108985" y="6021"/>
                </a:moveTo>
                <a:lnTo>
                  <a:pt x="94255" y="2796"/>
                </a:lnTo>
                <a:lnTo>
                  <a:pt x="102116" y="12936"/>
                </a:lnTo>
                <a:close/>
                <a:moveTo>
                  <a:pt x="87387" y="9711"/>
                </a:moveTo>
                <a:lnTo>
                  <a:pt x="80518" y="16626"/>
                </a:lnTo>
                <a:lnTo>
                  <a:pt x="102116" y="12936"/>
                </a:lnTo>
                <a:close/>
                <a:moveTo>
                  <a:pt x="87387" y="9711"/>
                </a:moveTo>
                <a:lnTo>
                  <a:pt x="72657" y="6487"/>
                </a:lnTo>
                <a:lnTo>
                  <a:pt x="80518" y="16626"/>
                </a:lnTo>
                <a:close/>
                <a:moveTo>
                  <a:pt x="87387" y="9711"/>
                </a:moveTo>
                <a:lnTo>
                  <a:pt x="94255" y="2796"/>
                </a:lnTo>
                <a:lnTo>
                  <a:pt x="72657" y="6487"/>
                </a:lnTo>
                <a:close/>
                <a:moveTo>
                  <a:pt x="87387" y="9711"/>
                </a:moveTo>
                <a:lnTo>
                  <a:pt x="102116" y="12936"/>
                </a:lnTo>
                <a:lnTo>
                  <a:pt x="94255" y="2796"/>
                </a:lnTo>
                <a:close/>
                <a:moveTo>
                  <a:pt x="65788" y="13402"/>
                </a:moveTo>
                <a:lnTo>
                  <a:pt x="51058" y="10177"/>
                </a:lnTo>
                <a:lnTo>
                  <a:pt x="58919" y="20317"/>
                </a:lnTo>
                <a:close/>
                <a:moveTo>
                  <a:pt x="65788" y="13402"/>
                </a:moveTo>
                <a:lnTo>
                  <a:pt x="72657" y="6487"/>
                </a:lnTo>
                <a:lnTo>
                  <a:pt x="51058" y="10177"/>
                </a:lnTo>
                <a:close/>
                <a:moveTo>
                  <a:pt x="65788" y="13402"/>
                </a:moveTo>
                <a:lnTo>
                  <a:pt x="80518" y="16626"/>
                </a:lnTo>
                <a:lnTo>
                  <a:pt x="72657" y="6487"/>
                </a:lnTo>
                <a:close/>
                <a:moveTo>
                  <a:pt x="44190" y="17092"/>
                </a:moveTo>
                <a:lnTo>
                  <a:pt x="51058" y="10177"/>
                </a:lnTo>
                <a:lnTo>
                  <a:pt x="29460" y="13868"/>
                </a:lnTo>
                <a:close/>
                <a:moveTo>
                  <a:pt x="57927" y="3262"/>
                </a:moveTo>
                <a:lnTo>
                  <a:pt x="51058" y="10177"/>
                </a:lnTo>
                <a:lnTo>
                  <a:pt x="72657" y="6487"/>
                </a:lnTo>
                <a:close/>
                <a:moveTo>
                  <a:pt x="36328" y="6952"/>
                </a:moveTo>
                <a:lnTo>
                  <a:pt x="29460" y="13868"/>
                </a:lnTo>
                <a:lnTo>
                  <a:pt x="51058" y="10177"/>
                </a:lnTo>
                <a:close/>
                <a:moveTo>
                  <a:pt x="36328" y="6952"/>
                </a:moveTo>
                <a:lnTo>
                  <a:pt x="21599" y="3728"/>
                </a:lnTo>
                <a:lnTo>
                  <a:pt x="29460" y="13868"/>
                </a:lnTo>
                <a:close/>
                <a:moveTo>
                  <a:pt x="36328" y="6952"/>
                </a:moveTo>
                <a:lnTo>
                  <a:pt x="51058" y="10177"/>
                </a:lnTo>
                <a:lnTo>
                  <a:pt x="43197" y="37"/>
                </a:lnTo>
                <a:close/>
                <a:moveTo>
                  <a:pt x="14730" y="10643"/>
                </a:moveTo>
                <a:lnTo>
                  <a:pt x="7861" y="17558"/>
                </a:lnTo>
                <a:lnTo>
                  <a:pt x="29460" y="13868"/>
                </a:lnTo>
                <a:close/>
                <a:moveTo>
                  <a:pt x="14730" y="10643"/>
                </a:moveTo>
                <a:lnTo>
                  <a:pt x="0" y="7418"/>
                </a:lnTo>
                <a:lnTo>
                  <a:pt x="7861" y="17558"/>
                </a:lnTo>
                <a:close/>
                <a:moveTo>
                  <a:pt x="14730" y="10643"/>
                </a:moveTo>
                <a:lnTo>
                  <a:pt x="21599" y="3728"/>
                </a:lnTo>
                <a:lnTo>
                  <a:pt x="0" y="7418"/>
                </a:lnTo>
                <a:close/>
                <a:moveTo>
                  <a:pt x="14730" y="10643"/>
                </a:moveTo>
                <a:lnTo>
                  <a:pt x="29460" y="13868"/>
                </a:lnTo>
                <a:lnTo>
                  <a:pt x="21599" y="3728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627" name="PANEL_01-slope-9-210_921">
            <a:extLst>
              <a:ext uri="{FF2B5EF4-FFF2-40B4-BE49-F238E27FC236}">
                <a16:creationId xmlns:a16="http://schemas.microsoft.com/office/drawing/2014/main" id="{D5BD814C-92DE-4D4D-8E96-704834D4B839}"/>
              </a:ext>
            </a:extLst>
          </p:cNvPr>
          <p:cNvSpPr>
            <a:spLocks/>
          </p:cNvSpPr>
          <p:nvPr/>
        </p:nvSpPr>
        <p:spPr>
          <a:xfrm>
            <a:off x="747327" y="595134"/>
            <a:ext cx="356624" cy="180360"/>
          </a:xfrm>
          <a:custGeom>
            <a:pathLst>
              <a:path w="241554" h="122164">
                <a:moveTo>
                  <a:pt x="226824" y="109899"/>
                </a:moveTo>
                <a:lnTo>
                  <a:pt x="241554" y="122164"/>
                </a:lnTo>
                <a:lnTo>
                  <a:pt x="233693" y="113346"/>
                </a:lnTo>
                <a:close/>
                <a:moveTo>
                  <a:pt x="205226" y="99860"/>
                </a:moveTo>
                <a:lnTo>
                  <a:pt x="212094" y="101309"/>
                </a:lnTo>
                <a:lnTo>
                  <a:pt x="190496" y="91300"/>
                </a:lnTo>
                <a:close/>
                <a:moveTo>
                  <a:pt x="205226" y="99860"/>
                </a:moveTo>
                <a:lnTo>
                  <a:pt x="219955" y="112900"/>
                </a:lnTo>
                <a:lnTo>
                  <a:pt x="212094" y="101309"/>
                </a:lnTo>
                <a:close/>
                <a:moveTo>
                  <a:pt x="197364" y="91210"/>
                </a:moveTo>
                <a:lnTo>
                  <a:pt x="190496" y="91300"/>
                </a:lnTo>
                <a:lnTo>
                  <a:pt x="212094" y="101309"/>
                </a:lnTo>
                <a:close/>
                <a:moveTo>
                  <a:pt x="197364" y="91210"/>
                </a:moveTo>
                <a:lnTo>
                  <a:pt x="182634" y="81046"/>
                </a:lnTo>
                <a:lnTo>
                  <a:pt x="190496" y="91300"/>
                </a:lnTo>
                <a:close/>
                <a:moveTo>
                  <a:pt x="175766" y="81764"/>
                </a:moveTo>
                <a:lnTo>
                  <a:pt x="182634" y="81046"/>
                </a:lnTo>
                <a:lnTo>
                  <a:pt x="161036" y="68005"/>
                </a:lnTo>
                <a:close/>
                <a:moveTo>
                  <a:pt x="175766" y="81764"/>
                </a:moveTo>
                <a:lnTo>
                  <a:pt x="190496" y="91300"/>
                </a:lnTo>
                <a:lnTo>
                  <a:pt x="182634" y="81046"/>
                </a:lnTo>
                <a:close/>
                <a:moveTo>
                  <a:pt x="167905" y="69103"/>
                </a:moveTo>
                <a:lnTo>
                  <a:pt x="161036" y="68005"/>
                </a:lnTo>
                <a:lnTo>
                  <a:pt x="182634" y="81046"/>
                </a:lnTo>
                <a:close/>
                <a:moveTo>
                  <a:pt x="167905" y="69103"/>
                </a:moveTo>
                <a:lnTo>
                  <a:pt x="153175" y="53877"/>
                </a:lnTo>
                <a:lnTo>
                  <a:pt x="161036" y="68005"/>
                </a:lnTo>
                <a:close/>
                <a:moveTo>
                  <a:pt x="146306" y="52934"/>
                </a:moveTo>
                <a:lnTo>
                  <a:pt x="153175" y="53877"/>
                </a:lnTo>
                <a:lnTo>
                  <a:pt x="131576" y="39671"/>
                </a:lnTo>
                <a:close/>
                <a:moveTo>
                  <a:pt x="146306" y="52934"/>
                </a:moveTo>
                <a:lnTo>
                  <a:pt x="161036" y="68005"/>
                </a:lnTo>
                <a:lnTo>
                  <a:pt x="153175" y="53877"/>
                </a:lnTo>
                <a:close/>
                <a:moveTo>
                  <a:pt x="138445" y="38862"/>
                </a:moveTo>
                <a:lnTo>
                  <a:pt x="131576" y="39671"/>
                </a:lnTo>
                <a:lnTo>
                  <a:pt x="153175" y="53877"/>
                </a:lnTo>
                <a:close/>
                <a:moveTo>
                  <a:pt x="138445" y="38862"/>
                </a:moveTo>
                <a:lnTo>
                  <a:pt x="123715" y="26785"/>
                </a:lnTo>
                <a:lnTo>
                  <a:pt x="131576" y="39671"/>
                </a:lnTo>
                <a:close/>
                <a:moveTo>
                  <a:pt x="116846" y="25901"/>
                </a:moveTo>
                <a:lnTo>
                  <a:pt x="131576" y="39671"/>
                </a:lnTo>
                <a:lnTo>
                  <a:pt x="123715" y="26785"/>
                </a:lnTo>
                <a:close/>
                <a:moveTo>
                  <a:pt x="14730" y="5598"/>
                </a:moveTo>
                <a:lnTo>
                  <a:pt x="21599" y="7780"/>
                </a:lnTo>
                <a:lnTo>
                  <a:pt x="0" y="0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628" name="PANEL_01-slope-9-215_922">
            <a:extLst>
              <a:ext uri="{FF2B5EF4-FFF2-40B4-BE49-F238E27FC236}">
                <a16:creationId xmlns:a16="http://schemas.microsoft.com/office/drawing/2014/main" id="{DEBC6DEE-E6AD-4E86-AE39-B492D45B7C82}"/>
              </a:ext>
            </a:extLst>
          </p:cNvPr>
          <p:cNvSpPr>
            <a:spLocks/>
          </p:cNvSpPr>
          <p:nvPr/>
        </p:nvSpPr>
        <p:spPr>
          <a:xfrm>
            <a:off x="564677" y="567736"/>
            <a:ext cx="1904809" cy="412140"/>
          </a:xfrm>
          <a:custGeom>
            <a:pathLst>
              <a:path w="1290193" h="279157">
                <a:moveTo>
                  <a:pt x="1283325" y="266457"/>
                </a:moveTo>
                <a:lnTo>
                  <a:pt x="1290193" y="262080"/>
                </a:lnTo>
                <a:lnTo>
                  <a:pt x="1268595" y="257963"/>
                </a:lnTo>
                <a:close/>
                <a:moveTo>
                  <a:pt x="1275463" y="257144"/>
                </a:moveTo>
                <a:lnTo>
                  <a:pt x="1268595" y="257963"/>
                </a:lnTo>
                <a:lnTo>
                  <a:pt x="1290193" y="262080"/>
                </a:lnTo>
                <a:close/>
                <a:moveTo>
                  <a:pt x="1275463" y="257144"/>
                </a:moveTo>
                <a:lnTo>
                  <a:pt x="1260734" y="247276"/>
                </a:lnTo>
                <a:lnTo>
                  <a:pt x="1268595" y="257963"/>
                </a:lnTo>
                <a:close/>
                <a:moveTo>
                  <a:pt x="1253865" y="249460"/>
                </a:moveTo>
                <a:lnTo>
                  <a:pt x="1239135" y="240986"/>
                </a:lnTo>
                <a:lnTo>
                  <a:pt x="1246996" y="252019"/>
                </a:lnTo>
                <a:close/>
                <a:moveTo>
                  <a:pt x="1253865" y="249460"/>
                </a:moveTo>
                <a:lnTo>
                  <a:pt x="1260734" y="247276"/>
                </a:lnTo>
                <a:lnTo>
                  <a:pt x="1239135" y="240986"/>
                </a:lnTo>
                <a:close/>
                <a:moveTo>
                  <a:pt x="1253865" y="249460"/>
                </a:moveTo>
                <a:lnTo>
                  <a:pt x="1268595" y="257963"/>
                </a:lnTo>
                <a:lnTo>
                  <a:pt x="1260734" y="247276"/>
                </a:lnTo>
                <a:close/>
                <a:moveTo>
                  <a:pt x="1232266" y="243185"/>
                </a:moveTo>
                <a:lnTo>
                  <a:pt x="1239135" y="240986"/>
                </a:lnTo>
                <a:lnTo>
                  <a:pt x="1217537" y="236472"/>
                </a:lnTo>
                <a:close/>
                <a:moveTo>
                  <a:pt x="1224405" y="232280"/>
                </a:moveTo>
                <a:lnTo>
                  <a:pt x="1217537" y="236472"/>
                </a:lnTo>
                <a:lnTo>
                  <a:pt x="1239135" y="240986"/>
                </a:lnTo>
                <a:close/>
                <a:moveTo>
                  <a:pt x="1224405" y="232280"/>
                </a:moveTo>
                <a:lnTo>
                  <a:pt x="1239135" y="240986"/>
                </a:lnTo>
                <a:lnTo>
                  <a:pt x="1231274" y="230467"/>
                </a:lnTo>
                <a:close/>
                <a:moveTo>
                  <a:pt x="1202807" y="228299"/>
                </a:moveTo>
                <a:lnTo>
                  <a:pt x="1209675" y="226206"/>
                </a:lnTo>
                <a:lnTo>
                  <a:pt x="1188077" y="224018"/>
                </a:lnTo>
                <a:close/>
                <a:moveTo>
                  <a:pt x="1202807" y="228299"/>
                </a:moveTo>
                <a:lnTo>
                  <a:pt x="1217537" y="236472"/>
                </a:lnTo>
                <a:lnTo>
                  <a:pt x="1209675" y="226206"/>
                </a:lnTo>
                <a:close/>
                <a:moveTo>
                  <a:pt x="1194945" y="220669"/>
                </a:moveTo>
                <a:lnTo>
                  <a:pt x="1188077" y="224018"/>
                </a:lnTo>
                <a:lnTo>
                  <a:pt x="1209675" y="226206"/>
                </a:lnTo>
                <a:close/>
                <a:moveTo>
                  <a:pt x="1151748" y="217486"/>
                </a:moveTo>
                <a:lnTo>
                  <a:pt x="1158617" y="213983"/>
                </a:lnTo>
                <a:lnTo>
                  <a:pt x="1137019" y="211057"/>
                </a:lnTo>
                <a:close/>
                <a:moveTo>
                  <a:pt x="1143887" y="208820"/>
                </a:moveTo>
                <a:lnTo>
                  <a:pt x="1129157" y="199501"/>
                </a:lnTo>
                <a:lnTo>
                  <a:pt x="1137019" y="211057"/>
                </a:lnTo>
                <a:close/>
                <a:moveTo>
                  <a:pt x="599954" y="267484"/>
                </a:moveTo>
                <a:lnTo>
                  <a:pt x="606823" y="269018"/>
                </a:lnTo>
                <a:lnTo>
                  <a:pt x="585224" y="264004"/>
                </a:lnTo>
                <a:close/>
                <a:moveTo>
                  <a:pt x="599954" y="267484"/>
                </a:moveTo>
                <a:lnTo>
                  <a:pt x="614684" y="279157"/>
                </a:lnTo>
                <a:lnTo>
                  <a:pt x="606823" y="269018"/>
                </a:lnTo>
                <a:close/>
                <a:moveTo>
                  <a:pt x="409458" y="172288"/>
                </a:moveTo>
                <a:lnTo>
                  <a:pt x="416327" y="168928"/>
                </a:lnTo>
                <a:lnTo>
                  <a:pt x="394729" y="162101"/>
                </a:lnTo>
                <a:close/>
                <a:moveTo>
                  <a:pt x="409458" y="172288"/>
                </a:moveTo>
                <a:lnTo>
                  <a:pt x="424188" y="185420"/>
                </a:lnTo>
                <a:lnTo>
                  <a:pt x="416327" y="168928"/>
                </a:lnTo>
                <a:close/>
                <a:moveTo>
                  <a:pt x="401597" y="158260"/>
                </a:moveTo>
                <a:lnTo>
                  <a:pt x="394729" y="162101"/>
                </a:lnTo>
                <a:lnTo>
                  <a:pt x="416327" y="168928"/>
                </a:lnTo>
                <a:close/>
                <a:moveTo>
                  <a:pt x="401597" y="158260"/>
                </a:moveTo>
                <a:lnTo>
                  <a:pt x="386867" y="150458"/>
                </a:lnTo>
                <a:lnTo>
                  <a:pt x="394729" y="162101"/>
                </a:lnTo>
                <a:close/>
                <a:moveTo>
                  <a:pt x="379999" y="150192"/>
                </a:moveTo>
                <a:lnTo>
                  <a:pt x="373130" y="156390"/>
                </a:lnTo>
                <a:lnTo>
                  <a:pt x="394729" y="162101"/>
                </a:lnTo>
                <a:close/>
                <a:moveTo>
                  <a:pt x="379999" y="150192"/>
                </a:moveTo>
                <a:lnTo>
                  <a:pt x="365269" y="140722"/>
                </a:lnTo>
                <a:lnTo>
                  <a:pt x="373130" y="156390"/>
                </a:lnTo>
                <a:close/>
                <a:moveTo>
                  <a:pt x="379999" y="150192"/>
                </a:moveTo>
                <a:lnTo>
                  <a:pt x="386867" y="150458"/>
                </a:lnTo>
                <a:lnTo>
                  <a:pt x="365269" y="140722"/>
                </a:lnTo>
                <a:close/>
                <a:moveTo>
                  <a:pt x="379999" y="150192"/>
                </a:moveTo>
                <a:lnTo>
                  <a:pt x="394729" y="162101"/>
                </a:lnTo>
                <a:lnTo>
                  <a:pt x="386867" y="150458"/>
                </a:lnTo>
                <a:close/>
                <a:moveTo>
                  <a:pt x="358400" y="142977"/>
                </a:moveTo>
                <a:lnTo>
                  <a:pt x="365269" y="140722"/>
                </a:lnTo>
                <a:lnTo>
                  <a:pt x="343670" y="131458"/>
                </a:lnTo>
                <a:close/>
                <a:moveTo>
                  <a:pt x="358400" y="142977"/>
                </a:moveTo>
                <a:lnTo>
                  <a:pt x="373130" y="156390"/>
                </a:lnTo>
                <a:lnTo>
                  <a:pt x="365269" y="140722"/>
                </a:lnTo>
                <a:close/>
                <a:moveTo>
                  <a:pt x="350539" y="128458"/>
                </a:moveTo>
                <a:lnTo>
                  <a:pt x="343670" y="131458"/>
                </a:lnTo>
                <a:lnTo>
                  <a:pt x="365269" y="140722"/>
                </a:lnTo>
                <a:close/>
                <a:moveTo>
                  <a:pt x="350539" y="128458"/>
                </a:moveTo>
                <a:lnTo>
                  <a:pt x="335809" y="119867"/>
                </a:lnTo>
                <a:lnTo>
                  <a:pt x="343670" y="131458"/>
                </a:lnTo>
                <a:close/>
                <a:moveTo>
                  <a:pt x="240561" y="44459"/>
                </a:moveTo>
                <a:lnTo>
                  <a:pt x="233693" y="49191"/>
                </a:lnTo>
                <a:lnTo>
                  <a:pt x="255291" y="58229"/>
                </a:lnTo>
                <a:close/>
                <a:moveTo>
                  <a:pt x="240561" y="44459"/>
                </a:moveTo>
                <a:lnTo>
                  <a:pt x="225831" y="36774"/>
                </a:lnTo>
                <a:lnTo>
                  <a:pt x="233693" y="49191"/>
                </a:lnTo>
                <a:close/>
                <a:moveTo>
                  <a:pt x="240561" y="44459"/>
                </a:moveTo>
                <a:lnTo>
                  <a:pt x="247430" y="45343"/>
                </a:lnTo>
                <a:lnTo>
                  <a:pt x="225831" y="36774"/>
                </a:lnTo>
                <a:close/>
                <a:moveTo>
                  <a:pt x="211102" y="30687"/>
                </a:moveTo>
                <a:lnTo>
                  <a:pt x="225831" y="36774"/>
                </a:lnTo>
                <a:lnTo>
                  <a:pt x="217970" y="29452"/>
                </a:lnTo>
                <a:close/>
                <a:moveTo>
                  <a:pt x="160043" y="30387"/>
                </a:moveTo>
                <a:lnTo>
                  <a:pt x="153175" y="31853"/>
                </a:lnTo>
                <a:lnTo>
                  <a:pt x="174773" y="33565"/>
                </a:lnTo>
                <a:close/>
                <a:moveTo>
                  <a:pt x="160043" y="30387"/>
                </a:moveTo>
                <a:lnTo>
                  <a:pt x="145314" y="26339"/>
                </a:lnTo>
                <a:lnTo>
                  <a:pt x="153175" y="31853"/>
                </a:lnTo>
                <a:close/>
                <a:moveTo>
                  <a:pt x="138445" y="24157"/>
                </a:moveTo>
                <a:lnTo>
                  <a:pt x="131576" y="28611"/>
                </a:lnTo>
                <a:lnTo>
                  <a:pt x="153175" y="31853"/>
                </a:lnTo>
                <a:close/>
                <a:moveTo>
                  <a:pt x="138445" y="24157"/>
                </a:moveTo>
                <a:lnTo>
                  <a:pt x="123715" y="18558"/>
                </a:lnTo>
                <a:lnTo>
                  <a:pt x="131576" y="28611"/>
                </a:lnTo>
                <a:close/>
                <a:moveTo>
                  <a:pt x="138445" y="24157"/>
                </a:moveTo>
                <a:lnTo>
                  <a:pt x="153175" y="31853"/>
                </a:lnTo>
                <a:lnTo>
                  <a:pt x="145314" y="26339"/>
                </a:lnTo>
                <a:close/>
                <a:moveTo>
                  <a:pt x="116846" y="18046"/>
                </a:moveTo>
                <a:lnTo>
                  <a:pt x="123715" y="18558"/>
                </a:lnTo>
                <a:lnTo>
                  <a:pt x="102116" y="12782"/>
                </a:lnTo>
                <a:close/>
                <a:moveTo>
                  <a:pt x="116846" y="18046"/>
                </a:moveTo>
                <a:lnTo>
                  <a:pt x="131576" y="28611"/>
                </a:lnTo>
                <a:lnTo>
                  <a:pt x="123715" y="18558"/>
                </a:lnTo>
                <a:close/>
                <a:moveTo>
                  <a:pt x="108985" y="11168"/>
                </a:moveTo>
                <a:lnTo>
                  <a:pt x="102116" y="12782"/>
                </a:lnTo>
                <a:lnTo>
                  <a:pt x="123715" y="18558"/>
                </a:lnTo>
                <a:close/>
                <a:moveTo>
                  <a:pt x="108985" y="11168"/>
                </a:moveTo>
                <a:lnTo>
                  <a:pt x="94255" y="6780"/>
                </a:lnTo>
                <a:lnTo>
                  <a:pt x="102116" y="12782"/>
                </a:lnTo>
                <a:close/>
                <a:moveTo>
                  <a:pt x="87387" y="5855"/>
                </a:moveTo>
                <a:lnTo>
                  <a:pt x="72657" y="2612"/>
                </a:lnTo>
                <a:lnTo>
                  <a:pt x="80518" y="9398"/>
                </a:lnTo>
                <a:close/>
                <a:moveTo>
                  <a:pt x="87387" y="5855"/>
                </a:moveTo>
                <a:lnTo>
                  <a:pt x="94255" y="6780"/>
                </a:lnTo>
                <a:lnTo>
                  <a:pt x="72657" y="2612"/>
                </a:lnTo>
                <a:close/>
                <a:moveTo>
                  <a:pt x="87387" y="5855"/>
                </a:moveTo>
                <a:lnTo>
                  <a:pt x="102116" y="12782"/>
                </a:lnTo>
                <a:lnTo>
                  <a:pt x="94255" y="6780"/>
                </a:lnTo>
                <a:close/>
                <a:moveTo>
                  <a:pt x="65788" y="2949"/>
                </a:moveTo>
                <a:lnTo>
                  <a:pt x="72657" y="2612"/>
                </a:lnTo>
                <a:lnTo>
                  <a:pt x="51058" y="3239"/>
                </a:lnTo>
                <a:close/>
                <a:moveTo>
                  <a:pt x="57927" y="0"/>
                </a:moveTo>
                <a:lnTo>
                  <a:pt x="51058" y="3239"/>
                </a:lnTo>
                <a:lnTo>
                  <a:pt x="72657" y="2612"/>
                </a:lnTo>
                <a:close/>
                <a:moveTo>
                  <a:pt x="36328" y="5746"/>
                </a:moveTo>
                <a:lnTo>
                  <a:pt x="29460" y="4238"/>
                </a:lnTo>
                <a:lnTo>
                  <a:pt x="51058" y="3239"/>
                </a:lnTo>
                <a:close/>
                <a:moveTo>
                  <a:pt x="36328" y="5746"/>
                </a:moveTo>
                <a:lnTo>
                  <a:pt x="21599" y="5048"/>
                </a:lnTo>
                <a:lnTo>
                  <a:pt x="29460" y="4238"/>
                </a:lnTo>
                <a:close/>
                <a:moveTo>
                  <a:pt x="14730" y="4621"/>
                </a:moveTo>
                <a:lnTo>
                  <a:pt x="21599" y="5048"/>
                </a:lnTo>
                <a:lnTo>
                  <a:pt x="0" y="2313"/>
                </a:lnTo>
                <a:close/>
                <a:moveTo>
                  <a:pt x="14730" y="4621"/>
                </a:moveTo>
                <a:lnTo>
                  <a:pt x="29460" y="4238"/>
                </a:lnTo>
                <a:lnTo>
                  <a:pt x="21599" y="5048"/>
                </a:lnTo>
                <a:close/>
                <a:moveTo>
                  <a:pt x="6869" y="3911"/>
                </a:moveTo>
                <a:lnTo>
                  <a:pt x="0" y="2313"/>
                </a:lnTo>
                <a:lnTo>
                  <a:pt x="21599" y="5048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29" name="PANEL_01-slope-9-220_923">
            <a:extLst>
              <a:ext uri="{FF2B5EF4-FFF2-40B4-BE49-F238E27FC236}">
                <a16:creationId xmlns:a16="http://schemas.microsoft.com/office/drawing/2014/main" id="{B30BA0F2-3F2B-4616-9A79-DFE3FAFFA35C}"/>
              </a:ext>
            </a:extLst>
          </p:cNvPr>
          <p:cNvSpPr>
            <a:spLocks/>
          </p:cNvSpPr>
          <p:nvPr/>
        </p:nvSpPr>
        <p:spPr>
          <a:xfrm>
            <a:off x="618312" y="567736"/>
            <a:ext cx="2184587" cy="437828"/>
          </a:xfrm>
          <a:custGeom>
            <a:pathLst>
              <a:path w="1479696" h="296556">
                <a:moveTo>
                  <a:pt x="1464967" y="276724"/>
                </a:moveTo>
                <a:lnTo>
                  <a:pt x="1458098" y="281501"/>
                </a:lnTo>
                <a:lnTo>
                  <a:pt x="1479696" y="274723"/>
                </a:lnTo>
                <a:close/>
                <a:moveTo>
                  <a:pt x="1464967" y="276724"/>
                </a:moveTo>
                <a:lnTo>
                  <a:pt x="1450237" y="277887"/>
                </a:lnTo>
                <a:lnTo>
                  <a:pt x="1458098" y="281501"/>
                </a:lnTo>
                <a:close/>
                <a:moveTo>
                  <a:pt x="1464967" y="276724"/>
                </a:moveTo>
                <a:lnTo>
                  <a:pt x="1479696" y="274723"/>
                </a:lnTo>
                <a:lnTo>
                  <a:pt x="1471835" y="271240"/>
                </a:lnTo>
                <a:close/>
                <a:moveTo>
                  <a:pt x="1443368" y="283348"/>
                </a:moveTo>
                <a:lnTo>
                  <a:pt x="1428638" y="284865"/>
                </a:lnTo>
                <a:lnTo>
                  <a:pt x="1436499" y="289171"/>
                </a:lnTo>
                <a:close/>
                <a:moveTo>
                  <a:pt x="1443368" y="283348"/>
                </a:moveTo>
                <a:lnTo>
                  <a:pt x="1450237" y="277887"/>
                </a:lnTo>
                <a:lnTo>
                  <a:pt x="1428638" y="284865"/>
                </a:lnTo>
                <a:close/>
                <a:moveTo>
                  <a:pt x="1443368" y="283348"/>
                </a:moveTo>
                <a:lnTo>
                  <a:pt x="1458098" y="281501"/>
                </a:lnTo>
                <a:lnTo>
                  <a:pt x="1450237" y="277887"/>
                </a:lnTo>
                <a:close/>
                <a:moveTo>
                  <a:pt x="1392310" y="290400"/>
                </a:moveTo>
                <a:lnTo>
                  <a:pt x="1377580" y="282850"/>
                </a:lnTo>
                <a:lnTo>
                  <a:pt x="1385441" y="296556"/>
                </a:lnTo>
                <a:close/>
                <a:moveTo>
                  <a:pt x="1370711" y="290174"/>
                </a:moveTo>
                <a:lnTo>
                  <a:pt x="1385441" y="296556"/>
                </a:lnTo>
                <a:lnTo>
                  <a:pt x="1377580" y="282850"/>
                </a:lnTo>
                <a:close/>
                <a:moveTo>
                  <a:pt x="1298054" y="287059"/>
                </a:moveTo>
                <a:lnTo>
                  <a:pt x="1283325" y="278023"/>
                </a:lnTo>
                <a:lnTo>
                  <a:pt x="1291186" y="292458"/>
                </a:lnTo>
                <a:close/>
                <a:moveTo>
                  <a:pt x="1298054" y="287059"/>
                </a:moveTo>
                <a:lnTo>
                  <a:pt x="1304923" y="277315"/>
                </a:lnTo>
                <a:lnTo>
                  <a:pt x="1283325" y="278023"/>
                </a:lnTo>
                <a:close/>
                <a:moveTo>
                  <a:pt x="1290193" y="269478"/>
                </a:moveTo>
                <a:lnTo>
                  <a:pt x="1283325" y="278023"/>
                </a:lnTo>
                <a:lnTo>
                  <a:pt x="1304923" y="277315"/>
                </a:lnTo>
                <a:close/>
                <a:moveTo>
                  <a:pt x="1290193" y="269478"/>
                </a:moveTo>
                <a:lnTo>
                  <a:pt x="1275463" y="261366"/>
                </a:lnTo>
                <a:lnTo>
                  <a:pt x="1283325" y="278023"/>
                </a:lnTo>
                <a:close/>
                <a:moveTo>
                  <a:pt x="1268595" y="271107"/>
                </a:moveTo>
                <a:lnTo>
                  <a:pt x="1261726" y="275231"/>
                </a:lnTo>
                <a:lnTo>
                  <a:pt x="1283325" y="278023"/>
                </a:lnTo>
                <a:close/>
                <a:moveTo>
                  <a:pt x="1268595" y="271107"/>
                </a:moveTo>
                <a:lnTo>
                  <a:pt x="1253865" y="262080"/>
                </a:lnTo>
                <a:lnTo>
                  <a:pt x="1261726" y="275231"/>
                </a:lnTo>
                <a:close/>
                <a:moveTo>
                  <a:pt x="1268595" y="271107"/>
                </a:moveTo>
                <a:lnTo>
                  <a:pt x="1275463" y="261366"/>
                </a:lnTo>
                <a:lnTo>
                  <a:pt x="1253865" y="262080"/>
                </a:lnTo>
                <a:close/>
                <a:moveTo>
                  <a:pt x="1268595" y="271107"/>
                </a:moveTo>
                <a:lnTo>
                  <a:pt x="1283325" y="278023"/>
                </a:lnTo>
                <a:lnTo>
                  <a:pt x="1275463" y="261366"/>
                </a:lnTo>
                <a:close/>
                <a:moveTo>
                  <a:pt x="1246996" y="266457"/>
                </a:moveTo>
                <a:lnTo>
                  <a:pt x="1261726" y="275231"/>
                </a:lnTo>
                <a:lnTo>
                  <a:pt x="1253865" y="262080"/>
                </a:lnTo>
                <a:close/>
                <a:moveTo>
                  <a:pt x="1188077" y="232280"/>
                </a:moveTo>
                <a:lnTo>
                  <a:pt x="1173347" y="226206"/>
                </a:lnTo>
                <a:lnTo>
                  <a:pt x="1181208" y="236472"/>
                </a:lnTo>
                <a:close/>
                <a:moveTo>
                  <a:pt x="1137019" y="219613"/>
                </a:moveTo>
                <a:lnTo>
                  <a:pt x="1130150" y="222468"/>
                </a:lnTo>
                <a:lnTo>
                  <a:pt x="1151748" y="224018"/>
                </a:lnTo>
                <a:close/>
                <a:moveTo>
                  <a:pt x="1137019" y="219613"/>
                </a:moveTo>
                <a:lnTo>
                  <a:pt x="1122289" y="213983"/>
                </a:lnTo>
                <a:lnTo>
                  <a:pt x="1130150" y="222468"/>
                </a:lnTo>
                <a:close/>
                <a:moveTo>
                  <a:pt x="1137019" y="219613"/>
                </a:moveTo>
                <a:lnTo>
                  <a:pt x="1151748" y="224018"/>
                </a:lnTo>
                <a:lnTo>
                  <a:pt x="1143887" y="215669"/>
                </a:lnTo>
                <a:close/>
                <a:moveTo>
                  <a:pt x="1115420" y="217486"/>
                </a:moveTo>
                <a:lnTo>
                  <a:pt x="1130150" y="222468"/>
                </a:lnTo>
                <a:lnTo>
                  <a:pt x="1122289" y="213983"/>
                </a:lnTo>
                <a:close/>
                <a:moveTo>
                  <a:pt x="1107559" y="208820"/>
                </a:moveTo>
                <a:lnTo>
                  <a:pt x="1100690" y="211057"/>
                </a:lnTo>
                <a:lnTo>
                  <a:pt x="1122289" y="213983"/>
                </a:lnTo>
                <a:close/>
                <a:moveTo>
                  <a:pt x="1085960" y="204745"/>
                </a:moveTo>
                <a:lnTo>
                  <a:pt x="1079092" y="208409"/>
                </a:lnTo>
                <a:lnTo>
                  <a:pt x="1100690" y="211057"/>
                </a:lnTo>
                <a:close/>
                <a:moveTo>
                  <a:pt x="1085960" y="204745"/>
                </a:moveTo>
                <a:lnTo>
                  <a:pt x="1071230" y="197234"/>
                </a:lnTo>
                <a:lnTo>
                  <a:pt x="1079092" y="208409"/>
                </a:lnTo>
                <a:close/>
                <a:moveTo>
                  <a:pt x="1085960" y="204745"/>
                </a:moveTo>
                <a:lnTo>
                  <a:pt x="1092829" y="199501"/>
                </a:lnTo>
                <a:lnTo>
                  <a:pt x="1071230" y="197234"/>
                </a:lnTo>
                <a:close/>
                <a:moveTo>
                  <a:pt x="1085960" y="204745"/>
                </a:moveTo>
                <a:lnTo>
                  <a:pt x="1100690" y="211057"/>
                </a:lnTo>
                <a:lnTo>
                  <a:pt x="1092829" y="199501"/>
                </a:lnTo>
                <a:close/>
                <a:moveTo>
                  <a:pt x="1064362" y="202129"/>
                </a:moveTo>
                <a:lnTo>
                  <a:pt x="1071230" y="197234"/>
                </a:lnTo>
                <a:lnTo>
                  <a:pt x="1049632" y="199518"/>
                </a:lnTo>
                <a:close/>
                <a:moveTo>
                  <a:pt x="1064362" y="202129"/>
                </a:moveTo>
                <a:lnTo>
                  <a:pt x="1079092" y="208409"/>
                </a:lnTo>
                <a:lnTo>
                  <a:pt x="1071230" y="197234"/>
                </a:lnTo>
                <a:close/>
                <a:moveTo>
                  <a:pt x="687341" y="273279"/>
                </a:moveTo>
                <a:lnTo>
                  <a:pt x="694209" y="270844"/>
                </a:lnTo>
                <a:lnTo>
                  <a:pt x="672611" y="274535"/>
                </a:lnTo>
                <a:close/>
                <a:moveTo>
                  <a:pt x="636283" y="275001"/>
                </a:moveTo>
                <a:lnTo>
                  <a:pt x="643151" y="268086"/>
                </a:lnTo>
                <a:lnTo>
                  <a:pt x="621553" y="271776"/>
                </a:lnTo>
                <a:close/>
                <a:moveTo>
                  <a:pt x="636283" y="275001"/>
                </a:moveTo>
                <a:lnTo>
                  <a:pt x="651012" y="278226"/>
                </a:lnTo>
                <a:lnTo>
                  <a:pt x="643151" y="268086"/>
                </a:lnTo>
                <a:close/>
                <a:moveTo>
                  <a:pt x="614684" y="278522"/>
                </a:moveTo>
                <a:lnTo>
                  <a:pt x="621553" y="271776"/>
                </a:lnTo>
                <a:lnTo>
                  <a:pt x="599954" y="275467"/>
                </a:lnTo>
                <a:close/>
                <a:moveTo>
                  <a:pt x="555765" y="257324"/>
                </a:moveTo>
                <a:lnTo>
                  <a:pt x="548896" y="264004"/>
                </a:lnTo>
                <a:lnTo>
                  <a:pt x="570494" y="269018"/>
                </a:lnTo>
                <a:close/>
                <a:moveTo>
                  <a:pt x="555765" y="257324"/>
                </a:moveTo>
                <a:lnTo>
                  <a:pt x="541035" y="252618"/>
                </a:lnTo>
                <a:lnTo>
                  <a:pt x="548896" y="264004"/>
                </a:lnTo>
                <a:close/>
                <a:moveTo>
                  <a:pt x="534166" y="259955"/>
                </a:moveTo>
                <a:lnTo>
                  <a:pt x="527297" y="266231"/>
                </a:lnTo>
                <a:lnTo>
                  <a:pt x="548896" y="264004"/>
                </a:lnTo>
                <a:close/>
                <a:moveTo>
                  <a:pt x="534166" y="259955"/>
                </a:moveTo>
                <a:lnTo>
                  <a:pt x="519436" y="253966"/>
                </a:lnTo>
                <a:lnTo>
                  <a:pt x="527297" y="266231"/>
                </a:lnTo>
                <a:close/>
                <a:moveTo>
                  <a:pt x="534166" y="259955"/>
                </a:moveTo>
                <a:lnTo>
                  <a:pt x="541035" y="252618"/>
                </a:lnTo>
                <a:lnTo>
                  <a:pt x="519436" y="253966"/>
                </a:lnTo>
                <a:close/>
                <a:moveTo>
                  <a:pt x="534166" y="259955"/>
                </a:moveTo>
                <a:lnTo>
                  <a:pt x="548896" y="264004"/>
                </a:lnTo>
                <a:lnTo>
                  <a:pt x="541035" y="252618"/>
                </a:lnTo>
                <a:close/>
                <a:moveTo>
                  <a:pt x="512568" y="261233"/>
                </a:moveTo>
                <a:lnTo>
                  <a:pt x="519436" y="253966"/>
                </a:lnTo>
                <a:lnTo>
                  <a:pt x="497838" y="254022"/>
                </a:lnTo>
                <a:close/>
                <a:moveTo>
                  <a:pt x="512568" y="261233"/>
                </a:moveTo>
                <a:lnTo>
                  <a:pt x="527297" y="266231"/>
                </a:lnTo>
                <a:lnTo>
                  <a:pt x="519436" y="253966"/>
                </a:lnTo>
                <a:close/>
                <a:moveTo>
                  <a:pt x="504706" y="247567"/>
                </a:moveTo>
                <a:lnTo>
                  <a:pt x="497838" y="254022"/>
                </a:lnTo>
                <a:lnTo>
                  <a:pt x="519436" y="253966"/>
                </a:lnTo>
                <a:close/>
                <a:moveTo>
                  <a:pt x="504706" y="247567"/>
                </a:moveTo>
                <a:lnTo>
                  <a:pt x="489976" y="238529"/>
                </a:lnTo>
                <a:lnTo>
                  <a:pt x="497838" y="254022"/>
                </a:lnTo>
                <a:close/>
                <a:moveTo>
                  <a:pt x="483108" y="245649"/>
                </a:moveTo>
                <a:lnTo>
                  <a:pt x="476239" y="253265"/>
                </a:lnTo>
                <a:lnTo>
                  <a:pt x="497838" y="254022"/>
                </a:lnTo>
                <a:close/>
                <a:moveTo>
                  <a:pt x="483108" y="245649"/>
                </a:moveTo>
                <a:lnTo>
                  <a:pt x="468378" y="235819"/>
                </a:lnTo>
                <a:lnTo>
                  <a:pt x="476239" y="253265"/>
                </a:lnTo>
                <a:close/>
                <a:moveTo>
                  <a:pt x="483108" y="245649"/>
                </a:moveTo>
                <a:lnTo>
                  <a:pt x="489976" y="238529"/>
                </a:lnTo>
                <a:lnTo>
                  <a:pt x="468378" y="235819"/>
                </a:lnTo>
                <a:close/>
                <a:moveTo>
                  <a:pt x="483108" y="245649"/>
                </a:moveTo>
                <a:lnTo>
                  <a:pt x="497838" y="254022"/>
                </a:lnTo>
                <a:lnTo>
                  <a:pt x="489976" y="238529"/>
                </a:lnTo>
                <a:close/>
                <a:moveTo>
                  <a:pt x="461509" y="243919"/>
                </a:moveTo>
                <a:lnTo>
                  <a:pt x="468378" y="235819"/>
                </a:lnTo>
                <a:lnTo>
                  <a:pt x="446779" y="233656"/>
                </a:lnTo>
                <a:close/>
                <a:moveTo>
                  <a:pt x="475247" y="228672"/>
                </a:moveTo>
                <a:lnTo>
                  <a:pt x="468378" y="235819"/>
                </a:lnTo>
                <a:lnTo>
                  <a:pt x="489976" y="238529"/>
                </a:lnTo>
                <a:close/>
                <a:moveTo>
                  <a:pt x="475247" y="228672"/>
                </a:moveTo>
                <a:lnTo>
                  <a:pt x="460517" y="219090"/>
                </a:lnTo>
                <a:lnTo>
                  <a:pt x="468378" y="235819"/>
                </a:lnTo>
                <a:close/>
                <a:moveTo>
                  <a:pt x="453648" y="225034"/>
                </a:moveTo>
                <a:lnTo>
                  <a:pt x="446779" y="233656"/>
                </a:lnTo>
                <a:lnTo>
                  <a:pt x="468378" y="235819"/>
                </a:lnTo>
                <a:close/>
                <a:moveTo>
                  <a:pt x="453648" y="225034"/>
                </a:moveTo>
                <a:lnTo>
                  <a:pt x="438918" y="214629"/>
                </a:lnTo>
                <a:lnTo>
                  <a:pt x="446779" y="233656"/>
                </a:lnTo>
                <a:close/>
                <a:moveTo>
                  <a:pt x="453648" y="225034"/>
                </a:moveTo>
                <a:lnTo>
                  <a:pt x="460517" y="219090"/>
                </a:lnTo>
                <a:lnTo>
                  <a:pt x="438918" y="214629"/>
                </a:lnTo>
                <a:close/>
                <a:moveTo>
                  <a:pt x="453648" y="225034"/>
                </a:moveTo>
                <a:lnTo>
                  <a:pt x="468378" y="235819"/>
                </a:lnTo>
                <a:lnTo>
                  <a:pt x="460517" y="219090"/>
                </a:lnTo>
                <a:close/>
                <a:moveTo>
                  <a:pt x="432050" y="222753"/>
                </a:moveTo>
                <a:lnTo>
                  <a:pt x="438918" y="214629"/>
                </a:lnTo>
                <a:lnTo>
                  <a:pt x="417320" y="210410"/>
                </a:lnTo>
                <a:close/>
                <a:moveTo>
                  <a:pt x="432050" y="222753"/>
                </a:moveTo>
                <a:lnTo>
                  <a:pt x="446779" y="233656"/>
                </a:lnTo>
                <a:lnTo>
                  <a:pt x="438918" y="214629"/>
                </a:lnTo>
                <a:close/>
                <a:moveTo>
                  <a:pt x="424188" y="202250"/>
                </a:moveTo>
                <a:lnTo>
                  <a:pt x="417320" y="210410"/>
                </a:lnTo>
                <a:lnTo>
                  <a:pt x="438918" y="214629"/>
                </a:lnTo>
                <a:close/>
                <a:moveTo>
                  <a:pt x="424188" y="202250"/>
                </a:moveTo>
                <a:lnTo>
                  <a:pt x="409458" y="190879"/>
                </a:lnTo>
                <a:lnTo>
                  <a:pt x="417320" y="210410"/>
                </a:lnTo>
                <a:close/>
                <a:moveTo>
                  <a:pt x="402590" y="196879"/>
                </a:moveTo>
                <a:lnTo>
                  <a:pt x="409458" y="190879"/>
                </a:lnTo>
                <a:lnTo>
                  <a:pt x="387860" y="185420"/>
                </a:lnTo>
                <a:close/>
                <a:moveTo>
                  <a:pt x="402590" y="196879"/>
                </a:moveTo>
                <a:lnTo>
                  <a:pt x="417320" y="210410"/>
                </a:lnTo>
                <a:lnTo>
                  <a:pt x="409458" y="190879"/>
                </a:lnTo>
                <a:close/>
                <a:moveTo>
                  <a:pt x="394729" y="178169"/>
                </a:moveTo>
                <a:lnTo>
                  <a:pt x="387860" y="185420"/>
                </a:lnTo>
                <a:lnTo>
                  <a:pt x="409458" y="190879"/>
                </a:lnTo>
                <a:close/>
                <a:moveTo>
                  <a:pt x="394729" y="178169"/>
                </a:moveTo>
                <a:lnTo>
                  <a:pt x="379999" y="168928"/>
                </a:lnTo>
                <a:lnTo>
                  <a:pt x="387860" y="185420"/>
                </a:lnTo>
                <a:close/>
                <a:moveTo>
                  <a:pt x="373130" y="172288"/>
                </a:moveTo>
                <a:lnTo>
                  <a:pt x="366261" y="181520"/>
                </a:lnTo>
                <a:lnTo>
                  <a:pt x="387860" y="185420"/>
                </a:lnTo>
                <a:close/>
                <a:moveTo>
                  <a:pt x="373130" y="172288"/>
                </a:moveTo>
                <a:lnTo>
                  <a:pt x="358400" y="162101"/>
                </a:lnTo>
                <a:lnTo>
                  <a:pt x="366261" y="181520"/>
                </a:lnTo>
                <a:close/>
                <a:moveTo>
                  <a:pt x="182634" y="38124"/>
                </a:moveTo>
                <a:lnTo>
                  <a:pt x="189503" y="36774"/>
                </a:lnTo>
                <a:lnTo>
                  <a:pt x="167905" y="36527"/>
                </a:lnTo>
                <a:close/>
                <a:moveTo>
                  <a:pt x="174773" y="30687"/>
                </a:moveTo>
                <a:lnTo>
                  <a:pt x="167905" y="36527"/>
                </a:lnTo>
                <a:lnTo>
                  <a:pt x="189503" y="36774"/>
                </a:lnTo>
                <a:close/>
                <a:moveTo>
                  <a:pt x="174773" y="30687"/>
                </a:moveTo>
                <a:lnTo>
                  <a:pt x="160043" y="31796"/>
                </a:lnTo>
                <a:lnTo>
                  <a:pt x="167905" y="36527"/>
                </a:lnTo>
                <a:close/>
                <a:moveTo>
                  <a:pt x="153175" y="34202"/>
                </a:moveTo>
                <a:lnTo>
                  <a:pt x="138445" y="33565"/>
                </a:lnTo>
                <a:lnTo>
                  <a:pt x="146306" y="41519"/>
                </a:lnTo>
                <a:close/>
                <a:moveTo>
                  <a:pt x="153175" y="34202"/>
                </a:moveTo>
                <a:lnTo>
                  <a:pt x="160043" y="31796"/>
                </a:lnTo>
                <a:lnTo>
                  <a:pt x="138445" y="33565"/>
                </a:lnTo>
                <a:close/>
                <a:moveTo>
                  <a:pt x="153175" y="34202"/>
                </a:moveTo>
                <a:lnTo>
                  <a:pt x="167905" y="36527"/>
                </a:lnTo>
                <a:lnTo>
                  <a:pt x="160043" y="31796"/>
                </a:lnTo>
                <a:close/>
                <a:moveTo>
                  <a:pt x="131576" y="35916"/>
                </a:moveTo>
                <a:lnTo>
                  <a:pt x="138445" y="33565"/>
                </a:lnTo>
                <a:lnTo>
                  <a:pt x="116846" y="31853"/>
                </a:lnTo>
                <a:close/>
                <a:moveTo>
                  <a:pt x="131576" y="35916"/>
                </a:moveTo>
                <a:lnTo>
                  <a:pt x="146306" y="41519"/>
                </a:lnTo>
                <a:lnTo>
                  <a:pt x="138445" y="33565"/>
                </a:lnTo>
                <a:close/>
                <a:moveTo>
                  <a:pt x="21599" y="0"/>
                </a:moveTo>
                <a:lnTo>
                  <a:pt x="6869" y="2719"/>
                </a:lnTo>
                <a:lnTo>
                  <a:pt x="14730" y="3239"/>
                </a:lnTo>
                <a:close/>
                <a:moveTo>
                  <a:pt x="0" y="5746"/>
                </a:moveTo>
                <a:lnTo>
                  <a:pt x="14730" y="3239"/>
                </a:lnTo>
                <a:lnTo>
                  <a:pt x="6869" y="2719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30" name="PANEL_01-slope-9-225_924">
            <a:extLst>
              <a:ext uri="{FF2B5EF4-FFF2-40B4-BE49-F238E27FC236}">
                <a16:creationId xmlns:a16="http://schemas.microsoft.com/office/drawing/2014/main" id="{36E55705-6E78-4BA7-8866-0A7DCEF413D1}"/>
              </a:ext>
            </a:extLst>
          </p:cNvPr>
          <p:cNvSpPr>
            <a:spLocks/>
          </p:cNvSpPr>
          <p:nvPr/>
        </p:nvSpPr>
        <p:spPr>
          <a:xfrm>
            <a:off x="834315" y="618230"/>
            <a:ext cx="1904809" cy="393153"/>
          </a:xfrm>
          <a:custGeom>
            <a:pathLst>
              <a:path w="1290193" h="266296">
                <a:moveTo>
                  <a:pt x="1275463" y="257582"/>
                </a:moveTo>
                <a:lnTo>
                  <a:pt x="1260734" y="257857"/>
                </a:lnTo>
                <a:lnTo>
                  <a:pt x="1268595" y="264673"/>
                </a:lnTo>
                <a:close/>
                <a:moveTo>
                  <a:pt x="1275463" y="257582"/>
                </a:moveTo>
                <a:lnTo>
                  <a:pt x="1282332" y="250663"/>
                </a:lnTo>
                <a:lnTo>
                  <a:pt x="1260734" y="257857"/>
                </a:lnTo>
                <a:close/>
                <a:moveTo>
                  <a:pt x="1275463" y="257582"/>
                </a:moveTo>
                <a:lnTo>
                  <a:pt x="1290193" y="254968"/>
                </a:lnTo>
                <a:lnTo>
                  <a:pt x="1282332" y="250663"/>
                </a:lnTo>
                <a:close/>
                <a:moveTo>
                  <a:pt x="1253865" y="266296"/>
                </a:moveTo>
                <a:lnTo>
                  <a:pt x="1260734" y="257857"/>
                </a:lnTo>
                <a:lnTo>
                  <a:pt x="1239135" y="262354"/>
                </a:lnTo>
                <a:close/>
                <a:moveTo>
                  <a:pt x="1267602" y="251352"/>
                </a:moveTo>
                <a:lnTo>
                  <a:pt x="1260734" y="257857"/>
                </a:lnTo>
                <a:lnTo>
                  <a:pt x="1282332" y="250663"/>
                </a:lnTo>
                <a:close/>
                <a:moveTo>
                  <a:pt x="1246004" y="256198"/>
                </a:moveTo>
                <a:lnTo>
                  <a:pt x="1239135" y="262354"/>
                </a:lnTo>
                <a:lnTo>
                  <a:pt x="1260734" y="257857"/>
                </a:lnTo>
                <a:close/>
                <a:moveTo>
                  <a:pt x="1224405" y="255972"/>
                </a:moveTo>
                <a:lnTo>
                  <a:pt x="1217537" y="264588"/>
                </a:lnTo>
                <a:lnTo>
                  <a:pt x="1239135" y="262354"/>
                </a:lnTo>
                <a:close/>
                <a:moveTo>
                  <a:pt x="1224405" y="255972"/>
                </a:moveTo>
                <a:lnTo>
                  <a:pt x="1209675" y="249727"/>
                </a:lnTo>
                <a:lnTo>
                  <a:pt x="1217537" y="264588"/>
                </a:lnTo>
                <a:close/>
                <a:moveTo>
                  <a:pt x="1224405" y="255972"/>
                </a:moveTo>
                <a:lnTo>
                  <a:pt x="1231274" y="248647"/>
                </a:lnTo>
                <a:lnTo>
                  <a:pt x="1209675" y="249727"/>
                </a:lnTo>
                <a:close/>
                <a:moveTo>
                  <a:pt x="1202807" y="257801"/>
                </a:moveTo>
                <a:lnTo>
                  <a:pt x="1209675" y="249727"/>
                </a:lnTo>
                <a:lnTo>
                  <a:pt x="1188077" y="254396"/>
                </a:lnTo>
                <a:close/>
                <a:moveTo>
                  <a:pt x="1202807" y="257801"/>
                </a:moveTo>
                <a:lnTo>
                  <a:pt x="1217537" y="264588"/>
                </a:lnTo>
                <a:lnTo>
                  <a:pt x="1209675" y="249727"/>
                </a:lnTo>
                <a:close/>
                <a:moveTo>
                  <a:pt x="1194945" y="244438"/>
                </a:moveTo>
                <a:lnTo>
                  <a:pt x="1188077" y="254396"/>
                </a:lnTo>
                <a:lnTo>
                  <a:pt x="1209675" y="249727"/>
                </a:lnTo>
                <a:close/>
                <a:moveTo>
                  <a:pt x="1194945" y="244438"/>
                </a:moveTo>
                <a:lnTo>
                  <a:pt x="1180216" y="239743"/>
                </a:lnTo>
                <a:lnTo>
                  <a:pt x="1188077" y="254396"/>
                </a:lnTo>
                <a:close/>
                <a:moveTo>
                  <a:pt x="1173347" y="250248"/>
                </a:moveTo>
                <a:lnTo>
                  <a:pt x="1166478" y="258709"/>
                </a:lnTo>
                <a:lnTo>
                  <a:pt x="1188077" y="254396"/>
                </a:lnTo>
                <a:close/>
                <a:moveTo>
                  <a:pt x="1173347" y="250248"/>
                </a:moveTo>
                <a:lnTo>
                  <a:pt x="1158617" y="243113"/>
                </a:lnTo>
                <a:lnTo>
                  <a:pt x="1166478" y="258709"/>
                </a:lnTo>
                <a:close/>
                <a:moveTo>
                  <a:pt x="1173347" y="250248"/>
                </a:moveTo>
                <a:lnTo>
                  <a:pt x="1180216" y="239743"/>
                </a:lnTo>
                <a:lnTo>
                  <a:pt x="1158617" y="243113"/>
                </a:lnTo>
                <a:close/>
                <a:moveTo>
                  <a:pt x="1173347" y="250248"/>
                </a:moveTo>
                <a:lnTo>
                  <a:pt x="1188077" y="254396"/>
                </a:lnTo>
                <a:lnTo>
                  <a:pt x="1180216" y="239743"/>
                </a:lnTo>
                <a:close/>
                <a:moveTo>
                  <a:pt x="1151748" y="252857"/>
                </a:moveTo>
                <a:lnTo>
                  <a:pt x="1166478" y="258709"/>
                </a:lnTo>
                <a:lnTo>
                  <a:pt x="1158617" y="243113"/>
                </a:lnTo>
                <a:close/>
                <a:moveTo>
                  <a:pt x="896457" y="174202"/>
                </a:moveTo>
                <a:lnTo>
                  <a:pt x="903326" y="165316"/>
                </a:lnTo>
                <a:lnTo>
                  <a:pt x="881727" y="176190"/>
                </a:lnTo>
                <a:close/>
                <a:moveTo>
                  <a:pt x="910195" y="155794"/>
                </a:moveTo>
                <a:lnTo>
                  <a:pt x="903326" y="165316"/>
                </a:lnTo>
                <a:lnTo>
                  <a:pt x="924924" y="163031"/>
                </a:lnTo>
                <a:close/>
                <a:moveTo>
                  <a:pt x="910195" y="155794"/>
                </a:moveTo>
                <a:lnTo>
                  <a:pt x="895465" y="155710"/>
                </a:lnTo>
                <a:lnTo>
                  <a:pt x="903326" y="165316"/>
                </a:lnTo>
                <a:close/>
                <a:moveTo>
                  <a:pt x="888596" y="163342"/>
                </a:moveTo>
                <a:lnTo>
                  <a:pt x="881727" y="176190"/>
                </a:lnTo>
                <a:lnTo>
                  <a:pt x="903326" y="165316"/>
                </a:lnTo>
                <a:close/>
                <a:moveTo>
                  <a:pt x="888596" y="163342"/>
                </a:moveTo>
                <a:lnTo>
                  <a:pt x="873866" y="167919"/>
                </a:lnTo>
                <a:lnTo>
                  <a:pt x="881727" y="176190"/>
                </a:lnTo>
                <a:close/>
                <a:moveTo>
                  <a:pt x="888596" y="163342"/>
                </a:moveTo>
                <a:lnTo>
                  <a:pt x="903326" y="165316"/>
                </a:lnTo>
                <a:lnTo>
                  <a:pt x="895465" y="155710"/>
                </a:lnTo>
                <a:close/>
                <a:moveTo>
                  <a:pt x="866998" y="178509"/>
                </a:moveTo>
                <a:lnTo>
                  <a:pt x="852268" y="182525"/>
                </a:lnTo>
                <a:lnTo>
                  <a:pt x="860129" y="190606"/>
                </a:lnTo>
                <a:close/>
                <a:moveTo>
                  <a:pt x="866998" y="178509"/>
                </a:moveTo>
                <a:lnTo>
                  <a:pt x="881727" y="176190"/>
                </a:lnTo>
                <a:lnTo>
                  <a:pt x="873866" y="167919"/>
                </a:lnTo>
                <a:close/>
                <a:moveTo>
                  <a:pt x="845399" y="192862"/>
                </a:moveTo>
                <a:lnTo>
                  <a:pt x="838530" y="204122"/>
                </a:lnTo>
                <a:lnTo>
                  <a:pt x="860129" y="190606"/>
                </a:lnTo>
                <a:close/>
                <a:moveTo>
                  <a:pt x="845399" y="192862"/>
                </a:moveTo>
                <a:lnTo>
                  <a:pt x="830669" y="196480"/>
                </a:lnTo>
                <a:lnTo>
                  <a:pt x="838530" y="204122"/>
                </a:lnTo>
                <a:close/>
                <a:moveTo>
                  <a:pt x="845399" y="192862"/>
                </a:moveTo>
                <a:lnTo>
                  <a:pt x="860129" y="190606"/>
                </a:lnTo>
                <a:lnTo>
                  <a:pt x="852268" y="182525"/>
                </a:lnTo>
                <a:close/>
                <a:moveTo>
                  <a:pt x="823800" y="206278"/>
                </a:moveTo>
                <a:lnTo>
                  <a:pt x="816932" y="218743"/>
                </a:lnTo>
                <a:lnTo>
                  <a:pt x="838530" y="204122"/>
                </a:lnTo>
                <a:close/>
                <a:moveTo>
                  <a:pt x="823800" y="206278"/>
                </a:moveTo>
                <a:lnTo>
                  <a:pt x="809071" y="213913"/>
                </a:lnTo>
                <a:lnTo>
                  <a:pt x="816932" y="218743"/>
                </a:lnTo>
                <a:close/>
                <a:moveTo>
                  <a:pt x="823800" y="206278"/>
                </a:moveTo>
                <a:lnTo>
                  <a:pt x="830669" y="196480"/>
                </a:lnTo>
                <a:lnTo>
                  <a:pt x="809071" y="213913"/>
                </a:lnTo>
                <a:close/>
                <a:moveTo>
                  <a:pt x="823800" y="206278"/>
                </a:moveTo>
                <a:lnTo>
                  <a:pt x="838530" y="204122"/>
                </a:lnTo>
                <a:lnTo>
                  <a:pt x="830669" y="196480"/>
                </a:lnTo>
                <a:close/>
                <a:moveTo>
                  <a:pt x="802202" y="225259"/>
                </a:moveTo>
                <a:lnTo>
                  <a:pt x="795333" y="233481"/>
                </a:lnTo>
                <a:lnTo>
                  <a:pt x="816932" y="218743"/>
                </a:lnTo>
                <a:close/>
                <a:moveTo>
                  <a:pt x="802202" y="225259"/>
                </a:moveTo>
                <a:lnTo>
                  <a:pt x="787472" y="230155"/>
                </a:lnTo>
                <a:lnTo>
                  <a:pt x="795333" y="233481"/>
                </a:lnTo>
                <a:close/>
                <a:moveTo>
                  <a:pt x="802202" y="225259"/>
                </a:moveTo>
                <a:lnTo>
                  <a:pt x="809071" y="213913"/>
                </a:lnTo>
                <a:lnTo>
                  <a:pt x="787472" y="230155"/>
                </a:lnTo>
                <a:close/>
                <a:moveTo>
                  <a:pt x="802202" y="225259"/>
                </a:moveTo>
                <a:lnTo>
                  <a:pt x="816932" y="218743"/>
                </a:lnTo>
                <a:lnTo>
                  <a:pt x="809071" y="213913"/>
                </a:lnTo>
                <a:close/>
                <a:moveTo>
                  <a:pt x="780603" y="237071"/>
                </a:moveTo>
                <a:lnTo>
                  <a:pt x="773735" y="243986"/>
                </a:lnTo>
                <a:lnTo>
                  <a:pt x="795333" y="233481"/>
                </a:lnTo>
                <a:close/>
                <a:moveTo>
                  <a:pt x="780603" y="237071"/>
                </a:moveTo>
                <a:lnTo>
                  <a:pt x="765874" y="233846"/>
                </a:lnTo>
                <a:lnTo>
                  <a:pt x="773735" y="243986"/>
                </a:lnTo>
                <a:close/>
                <a:moveTo>
                  <a:pt x="780603" y="237071"/>
                </a:moveTo>
                <a:lnTo>
                  <a:pt x="787472" y="230155"/>
                </a:lnTo>
                <a:lnTo>
                  <a:pt x="765874" y="233846"/>
                </a:lnTo>
                <a:close/>
                <a:moveTo>
                  <a:pt x="780603" y="237071"/>
                </a:moveTo>
                <a:lnTo>
                  <a:pt x="795333" y="233481"/>
                </a:lnTo>
                <a:lnTo>
                  <a:pt x="787472" y="230155"/>
                </a:lnTo>
                <a:close/>
                <a:moveTo>
                  <a:pt x="6869" y="0"/>
                </a:moveTo>
                <a:lnTo>
                  <a:pt x="0" y="7317"/>
                </a:lnTo>
                <a:lnTo>
                  <a:pt x="21599" y="2325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31" name="PANEL_01-slope-9-230_925">
            <a:extLst>
              <a:ext uri="{FF2B5EF4-FFF2-40B4-BE49-F238E27FC236}">
                <a16:creationId xmlns:a16="http://schemas.microsoft.com/office/drawing/2014/main" id="{44CAA513-318A-4EE8-AB63-CED0356A83BE}"/>
              </a:ext>
            </a:extLst>
          </p:cNvPr>
          <p:cNvSpPr>
            <a:spLocks/>
          </p:cNvSpPr>
          <p:nvPr/>
        </p:nvSpPr>
        <p:spPr>
          <a:xfrm>
            <a:off x="2104186" y="878354"/>
            <a:ext cx="31888" cy="21283"/>
          </a:xfrm>
          <a:custGeom>
            <a:pathLst>
              <a:path w="21599" h="14415">
                <a:moveTo>
                  <a:pt x="14730" y="12518"/>
                </a:moveTo>
                <a:lnTo>
                  <a:pt x="21599" y="0"/>
                </a:lnTo>
                <a:lnTo>
                  <a:pt x="0" y="14415"/>
                </a:lnTo>
                <a:close/>
                <a:moveTo>
                  <a:pt x="6869" y="2319"/>
                </a:moveTo>
                <a:lnTo>
                  <a:pt x="0" y="14415"/>
                </a:lnTo>
                <a:lnTo>
                  <a:pt x="21599" y="0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632" name="PANEL_01-water-9-230_926">
            <a:extLst>
              <a:ext uri="{FF2B5EF4-FFF2-40B4-BE49-F238E27FC236}">
                <a16:creationId xmlns:a16="http://schemas.microsoft.com/office/drawing/2014/main" id="{4FB88770-7CB0-4964-A6DE-95B426B638D5}"/>
              </a:ext>
            </a:extLst>
          </p:cNvPr>
          <p:cNvSpPr>
            <a:spLocks/>
          </p:cNvSpPr>
          <p:nvPr/>
        </p:nvSpPr>
        <p:spPr>
          <a:xfrm>
            <a:off x="1460575" y="952634"/>
            <a:ext cx="516062" cy="29940"/>
          </a:xfrm>
          <a:custGeom>
            <a:pathLst>
              <a:path w="349546" h="20280">
                <a:moveTo>
                  <a:pt x="334817" y="14259"/>
                </a:moveTo>
                <a:lnTo>
                  <a:pt x="341685" y="7344"/>
                </a:lnTo>
                <a:lnTo>
                  <a:pt x="320087" y="11035"/>
                </a:lnTo>
                <a:close/>
                <a:moveTo>
                  <a:pt x="334817" y="14259"/>
                </a:moveTo>
                <a:lnTo>
                  <a:pt x="349546" y="17484"/>
                </a:lnTo>
                <a:lnTo>
                  <a:pt x="341685" y="7344"/>
                </a:lnTo>
                <a:close/>
                <a:moveTo>
                  <a:pt x="313218" y="17950"/>
                </a:moveTo>
                <a:lnTo>
                  <a:pt x="320087" y="11035"/>
                </a:lnTo>
                <a:lnTo>
                  <a:pt x="298488" y="14725"/>
                </a:lnTo>
                <a:close/>
                <a:moveTo>
                  <a:pt x="326955" y="4119"/>
                </a:moveTo>
                <a:lnTo>
                  <a:pt x="320087" y="11035"/>
                </a:lnTo>
                <a:lnTo>
                  <a:pt x="341685" y="7344"/>
                </a:lnTo>
                <a:close/>
                <a:moveTo>
                  <a:pt x="305357" y="7810"/>
                </a:moveTo>
                <a:lnTo>
                  <a:pt x="298488" y="14725"/>
                </a:lnTo>
                <a:lnTo>
                  <a:pt x="320087" y="11035"/>
                </a:lnTo>
                <a:close/>
                <a:moveTo>
                  <a:pt x="305357" y="7810"/>
                </a:moveTo>
                <a:lnTo>
                  <a:pt x="290627" y="4585"/>
                </a:lnTo>
                <a:lnTo>
                  <a:pt x="298488" y="14725"/>
                </a:lnTo>
                <a:close/>
                <a:moveTo>
                  <a:pt x="305357" y="7810"/>
                </a:moveTo>
                <a:lnTo>
                  <a:pt x="320087" y="11035"/>
                </a:lnTo>
                <a:lnTo>
                  <a:pt x="312226" y="895"/>
                </a:lnTo>
                <a:close/>
                <a:moveTo>
                  <a:pt x="283758" y="11501"/>
                </a:moveTo>
                <a:lnTo>
                  <a:pt x="276890" y="18416"/>
                </a:lnTo>
                <a:lnTo>
                  <a:pt x="298488" y="14725"/>
                </a:lnTo>
                <a:close/>
                <a:moveTo>
                  <a:pt x="283758" y="11501"/>
                </a:moveTo>
                <a:lnTo>
                  <a:pt x="269028" y="8276"/>
                </a:lnTo>
                <a:lnTo>
                  <a:pt x="276890" y="18416"/>
                </a:lnTo>
                <a:close/>
                <a:moveTo>
                  <a:pt x="283758" y="11501"/>
                </a:moveTo>
                <a:lnTo>
                  <a:pt x="290627" y="4585"/>
                </a:lnTo>
                <a:lnTo>
                  <a:pt x="269028" y="8276"/>
                </a:lnTo>
                <a:close/>
                <a:moveTo>
                  <a:pt x="283758" y="11501"/>
                </a:moveTo>
                <a:lnTo>
                  <a:pt x="298488" y="14725"/>
                </a:lnTo>
                <a:lnTo>
                  <a:pt x="290627" y="4585"/>
                </a:lnTo>
                <a:close/>
                <a:moveTo>
                  <a:pt x="262160" y="15191"/>
                </a:moveTo>
                <a:lnTo>
                  <a:pt x="269028" y="8276"/>
                </a:lnTo>
                <a:lnTo>
                  <a:pt x="247430" y="11967"/>
                </a:lnTo>
                <a:close/>
                <a:moveTo>
                  <a:pt x="262160" y="15191"/>
                </a:moveTo>
                <a:lnTo>
                  <a:pt x="276890" y="18416"/>
                </a:lnTo>
                <a:lnTo>
                  <a:pt x="269028" y="8276"/>
                </a:lnTo>
                <a:close/>
                <a:moveTo>
                  <a:pt x="254299" y="5051"/>
                </a:moveTo>
                <a:lnTo>
                  <a:pt x="247430" y="11967"/>
                </a:lnTo>
                <a:lnTo>
                  <a:pt x="269028" y="8276"/>
                </a:lnTo>
                <a:close/>
                <a:moveTo>
                  <a:pt x="254299" y="5051"/>
                </a:moveTo>
                <a:lnTo>
                  <a:pt x="239569" y="1827"/>
                </a:lnTo>
                <a:lnTo>
                  <a:pt x="247430" y="11967"/>
                </a:lnTo>
                <a:close/>
                <a:moveTo>
                  <a:pt x="232700" y="8742"/>
                </a:moveTo>
                <a:lnTo>
                  <a:pt x="225831" y="15657"/>
                </a:lnTo>
                <a:lnTo>
                  <a:pt x="247430" y="11967"/>
                </a:lnTo>
                <a:close/>
                <a:moveTo>
                  <a:pt x="232700" y="8742"/>
                </a:moveTo>
                <a:lnTo>
                  <a:pt x="217970" y="5517"/>
                </a:lnTo>
                <a:lnTo>
                  <a:pt x="225831" y="15657"/>
                </a:lnTo>
                <a:close/>
                <a:moveTo>
                  <a:pt x="232700" y="8742"/>
                </a:moveTo>
                <a:lnTo>
                  <a:pt x="247430" y="11967"/>
                </a:lnTo>
                <a:lnTo>
                  <a:pt x="239569" y="1827"/>
                </a:lnTo>
                <a:close/>
                <a:moveTo>
                  <a:pt x="211102" y="12433"/>
                </a:moveTo>
                <a:lnTo>
                  <a:pt x="196372" y="9208"/>
                </a:lnTo>
                <a:lnTo>
                  <a:pt x="204233" y="19348"/>
                </a:lnTo>
                <a:close/>
                <a:moveTo>
                  <a:pt x="211102" y="12433"/>
                </a:moveTo>
                <a:lnTo>
                  <a:pt x="217970" y="5517"/>
                </a:lnTo>
                <a:lnTo>
                  <a:pt x="196372" y="9208"/>
                </a:lnTo>
                <a:close/>
                <a:moveTo>
                  <a:pt x="211102" y="12433"/>
                </a:moveTo>
                <a:lnTo>
                  <a:pt x="225831" y="15657"/>
                </a:lnTo>
                <a:lnTo>
                  <a:pt x="217970" y="5517"/>
                </a:lnTo>
                <a:close/>
                <a:moveTo>
                  <a:pt x="189503" y="16123"/>
                </a:moveTo>
                <a:lnTo>
                  <a:pt x="196372" y="9208"/>
                </a:lnTo>
                <a:lnTo>
                  <a:pt x="174773" y="12899"/>
                </a:lnTo>
                <a:close/>
                <a:moveTo>
                  <a:pt x="189503" y="16123"/>
                </a:moveTo>
                <a:lnTo>
                  <a:pt x="204233" y="19348"/>
                </a:lnTo>
                <a:lnTo>
                  <a:pt x="196372" y="9208"/>
                </a:lnTo>
                <a:close/>
                <a:moveTo>
                  <a:pt x="203240" y="2293"/>
                </a:moveTo>
                <a:lnTo>
                  <a:pt x="196372" y="9208"/>
                </a:lnTo>
                <a:lnTo>
                  <a:pt x="217970" y="5517"/>
                </a:lnTo>
                <a:close/>
                <a:moveTo>
                  <a:pt x="181642" y="5983"/>
                </a:moveTo>
                <a:lnTo>
                  <a:pt x="174773" y="12899"/>
                </a:lnTo>
                <a:lnTo>
                  <a:pt x="196372" y="9208"/>
                </a:lnTo>
                <a:close/>
                <a:moveTo>
                  <a:pt x="181642" y="5983"/>
                </a:moveTo>
                <a:lnTo>
                  <a:pt x="166912" y="2759"/>
                </a:lnTo>
                <a:lnTo>
                  <a:pt x="174773" y="12899"/>
                </a:lnTo>
                <a:close/>
                <a:moveTo>
                  <a:pt x="160043" y="9674"/>
                </a:moveTo>
                <a:lnTo>
                  <a:pt x="153175" y="16589"/>
                </a:lnTo>
                <a:lnTo>
                  <a:pt x="174773" y="12899"/>
                </a:lnTo>
                <a:close/>
                <a:moveTo>
                  <a:pt x="160043" y="9674"/>
                </a:moveTo>
                <a:lnTo>
                  <a:pt x="145314" y="6449"/>
                </a:lnTo>
                <a:lnTo>
                  <a:pt x="153175" y="16589"/>
                </a:lnTo>
                <a:close/>
                <a:moveTo>
                  <a:pt x="160043" y="9674"/>
                </a:moveTo>
                <a:lnTo>
                  <a:pt x="166912" y="2759"/>
                </a:lnTo>
                <a:lnTo>
                  <a:pt x="145314" y="6449"/>
                </a:lnTo>
                <a:close/>
                <a:moveTo>
                  <a:pt x="160043" y="9674"/>
                </a:moveTo>
                <a:lnTo>
                  <a:pt x="174773" y="12899"/>
                </a:lnTo>
                <a:lnTo>
                  <a:pt x="166912" y="2759"/>
                </a:lnTo>
                <a:close/>
                <a:moveTo>
                  <a:pt x="138445" y="13365"/>
                </a:moveTo>
                <a:lnTo>
                  <a:pt x="123715" y="10140"/>
                </a:lnTo>
                <a:lnTo>
                  <a:pt x="131576" y="20280"/>
                </a:lnTo>
                <a:close/>
                <a:moveTo>
                  <a:pt x="138445" y="13365"/>
                </a:moveTo>
                <a:lnTo>
                  <a:pt x="145314" y="6449"/>
                </a:lnTo>
                <a:lnTo>
                  <a:pt x="123715" y="10140"/>
                </a:lnTo>
                <a:close/>
                <a:moveTo>
                  <a:pt x="138445" y="13365"/>
                </a:moveTo>
                <a:lnTo>
                  <a:pt x="153175" y="16589"/>
                </a:lnTo>
                <a:lnTo>
                  <a:pt x="145314" y="6449"/>
                </a:lnTo>
                <a:close/>
                <a:moveTo>
                  <a:pt x="130584" y="3225"/>
                </a:moveTo>
                <a:lnTo>
                  <a:pt x="123715" y="10140"/>
                </a:lnTo>
                <a:lnTo>
                  <a:pt x="145314" y="6449"/>
                </a:lnTo>
                <a:close/>
                <a:moveTo>
                  <a:pt x="108985" y="6915"/>
                </a:moveTo>
                <a:lnTo>
                  <a:pt x="102116" y="13831"/>
                </a:lnTo>
                <a:lnTo>
                  <a:pt x="123715" y="10140"/>
                </a:lnTo>
                <a:close/>
                <a:moveTo>
                  <a:pt x="108985" y="6915"/>
                </a:moveTo>
                <a:lnTo>
                  <a:pt x="94255" y="3691"/>
                </a:lnTo>
                <a:lnTo>
                  <a:pt x="102116" y="13831"/>
                </a:lnTo>
                <a:close/>
                <a:moveTo>
                  <a:pt x="108985" y="6915"/>
                </a:moveTo>
                <a:lnTo>
                  <a:pt x="123715" y="10140"/>
                </a:lnTo>
                <a:lnTo>
                  <a:pt x="115854" y="0"/>
                </a:lnTo>
                <a:close/>
                <a:moveTo>
                  <a:pt x="87387" y="10606"/>
                </a:moveTo>
                <a:lnTo>
                  <a:pt x="80518" y="17521"/>
                </a:lnTo>
                <a:lnTo>
                  <a:pt x="102116" y="13831"/>
                </a:lnTo>
                <a:close/>
                <a:moveTo>
                  <a:pt x="87387" y="10606"/>
                </a:moveTo>
                <a:lnTo>
                  <a:pt x="72657" y="7381"/>
                </a:lnTo>
                <a:lnTo>
                  <a:pt x="80518" y="17521"/>
                </a:lnTo>
                <a:close/>
                <a:moveTo>
                  <a:pt x="87387" y="10606"/>
                </a:moveTo>
                <a:lnTo>
                  <a:pt x="94255" y="3691"/>
                </a:lnTo>
                <a:lnTo>
                  <a:pt x="72657" y="7381"/>
                </a:lnTo>
                <a:close/>
                <a:moveTo>
                  <a:pt x="87387" y="10606"/>
                </a:moveTo>
                <a:lnTo>
                  <a:pt x="102116" y="13831"/>
                </a:lnTo>
                <a:lnTo>
                  <a:pt x="94255" y="3691"/>
                </a:lnTo>
                <a:close/>
                <a:moveTo>
                  <a:pt x="57927" y="4157"/>
                </a:moveTo>
                <a:lnTo>
                  <a:pt x="51058" y="11072"/>
                </a:lnTo>
                <a:lnTo>
                  <a:pt x="72657" y="7381"/>
                </a:lnTo>
                <a:close/>
                <a:moveTo>
                  <a:pt x="36328" y="7847"/>
                </a:moveTo>
                <a:lnTo>
                  <a:pt x="29460" y="14762"/>
                </a:lnTo>
                <a:lnTo>
                  <a:pt x="51058" y="11072"/>
                </a:lnTo>
                <a:close/>
                <a:moveTo>
                  <a:pt x="36328" y="7847"/>
                </a:moveTo>
                <a:lnTo>
                  <a:pt x="21599" y="4623"/>
                </a:lnTo>
                <a:lnTo>
                  <a:pt x="29460" y="14762"/>
                </a:lnTo>
                <a:close/>
                <a:moveTo>
                  <a:pt x="36328" y="7847"/>
                </a:moveTo>
                <a:lnTo>
                  <a:pt x="51058" y="11072"/>
                </a:lnTo>
                <a:lnTo>
                  <a:pt x="43197" y="932"/>
                </a:lnTo>
                <a:close/>
                <a:moveTo>
                  <a:pt x="14730" y="11538"/>
                </a:moveTo>
                <a:lnTo>
                  <a:pt x="7861" y="18453"/>
                </a:lnTo>
                <a:lnTo>
                  <a:pt x="29460" y="14762"/>
                </a:lnTo>
                <a:close/>
                <a:moveTo>
                  <a:pt x="14730" y="11538"/>
                </a:moveTo>
                <a:lnTo>
                  <a:pt x="0" y="8313"/>
                </a:lnTo>
                <a:lnTo>
                  <a:pt x="7861" y="18453"/>
                </a:lnTo>
                <a:close/>
                <a:moveTo>
                  <a:pt x="14730" y="11538"/>
                </a:moveTo>
                <a:lnTo>
                  <a:pt x="21599" y="4623"/>
                </a:lnTo>
                <a:lnTo>
                  <a:pt x="0" y="8313"/>
                </a:lnTo>
                <a:close/>
                <a:moveTo>
                  <a:pt x="14730" y="11538"/>
                </a:moveTo>
                <a:lnTo>
                  <a:pt x="29460" y="14762"/>
                </a:lnTo>
                <a:lnTo>
                  <a:pt x="21599" y="4623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633" name="PANEL_01-slope-10-210_927">
            <a:extLst>
              <a:ext uri="{FF2B5EF4-FFF2-40B4-BE49-F238E27FC236}">
                <a16:creationId xmlns:a16="http://schemas.microsoft.com/office/drawing/2014/main" id="{484A569A-D5A6-4476-88B0-A58951C38CA3}"/>
              </a:ext>
            </a:extLst>
          </p:cNvPr>
          <p:cNvSpPr>
            <a:spLocks/>
          </p:cNvSpPr>
          <p:nvPr/>
        </p:nvSpPr>
        <p:spPr>
          <a:xfrm>
            <a:off x="941583" y="653704"/>
            <a:ext cx="86988" cy="77799"/>
          </a:xfrm>
          <a:custGeom>
            <a:pathLst>
              <a:path w="58919" h="52696">
                <a:moveTo>
                  <a:pt x="52051" y="52696"/>
                </a:moveTo>
                <a:lnTo>
                  <a:pt x="58919" y="51630"/>
                </a:lnTo>
                <a:lnTo>
                  <a:pt x="37321" y="41300"/>
                </a:lnTo>
                <a:close/>
                <a:moveTo>
                  <a:pt x="44190" y="42093"/>
                </a:moveTo>
                <a:lnTo>
                  <a:pt x="37321" y="41300"/>
                </a:lnTo>
                <a:lnTo>
                  <a:pt x="58919" y="51630"/>
                </a:lnTo>
                <a:close/>
                <a:moveTo>
                  <a:pt x="44190" y="42093"/>
                </a:moveTo>
                <a:lnTo>
                  <a:pt x="29460" y="28334"/>
                </a:lnTo>
                <a:lnTo>
                  <a:pt x="37321" y="41300"/>
                </a:lnTo>
                <a:close/>
                <a:moveTo>
                  <a:pt x="22591" y="28547"/>
                </a:moveTo>
                <a:lnTo>
                  <a:pt x="29460" y="28334"/>
                </a:lnTo>
                <a:lnTo>
                  <a:pt x="7861" y="15734"/>
                </a:lnTo>
                <a:close/>
                <a:moveTo>
                  <a:pt x="22591" y="28547"/>
                </a:moveTo>
                <a:lnTo>
                  <a:pt x="37321" y="41300"/>
                </a:lnTo>
                <a:lnTo>
                  <a:pt x="29460" y="28334"/>
                </a:lnTo>
                <a:close/>
                <a:moveTo>
                  <a:pt x="14730" y="13263"/>
                </a:moveTo>
                <a:lnTo>
                  <a:pt x="7861" y="15734"/>
                </a:lnTo>
                <a:lnTo>
                  <a:pt x="29460" y="28334"/>
                </a:lnTo>
                <a:close/>
                <a:moveTo>
                  <a:pt x="14730" y="13263"/>
                </a:moveTo>
                <a:lnTo>
                  <a:pt x="0" y="0"/>
                </a:lnTo>
                <a:lnTo>
                  <a:pt x="7861" y="15734"/>
                </a:lnTo>
                <a:close/>
              </a:path>
            </a:pathLst>
          </a:custGeom>
          <a:solidFill>
            <a:srgbClr val="F6F6F6"/>
          </a:solidFill>
          <a:ln w="1417">
            <a:solidFill>
              <a:srgbClr val="F6F6F6"/>
            </a:solidFill>
            <a:prstDash val="solid"/>
          </a:ln>
        </p:spPr>
      </p:sp>
      <p:sp>
        <p:nvSpPr>
          <p:cNvPr id="634" name="PANEL_01-slope-10-215_928">
            <a:extLst>
              <a:ext uri="{FF2B5EF4-FFF2-40B4-BE49-F238E27FC236}">
                <a16:creationId xmlns:a16="http://schemas.microsoft.com/office/drawing/2014/main" id="{A9FDF5FB-BCDE-4BDF-B4B3-F4A6B5BDAFF9}"/>
              </a:ext>
            </a:extLst>
          </p:cNvPr>
          <p:cNvSpPr>
            <a:spLocks/>
          </p:cNvSpPr>
          <p:nvPr/>
        </p:nvSpPr>
        <p:spPr>
          <a:xfrm>
            <a:off x="564677" y="571151"/>
            <a:ext cx="1916415" cy="408726"/>
          </a:xfrm>
          <a:custGeom>
            <a:pathLst>
              <a:path w="1298054" h="276844">
                <a:moveTo>
                  <a:pt x="1291186" y="276599"/>
                </a:moveTo>
                <a:lnTo>
                  <a:pt x="1298054" y="272918"/>
                </a:lnTo>
                <a:lnTo>
                  <a:pt x="1276456" y="267643"/>
                </a:lnTo>
                <a:close/>
                <a:moveTo>
                  <a:pt x="1283325" y="264144"/>
                </a:moveTo>
                <a:lnTo>
                  <a:pt x="1276456" y="267643"/>
                </a:lnTo>
                <a:lnTo>
                  <a:pt x="1298054" y="272918"/>
                </a:lnTo>
                <a:close/>
                <a:moveTo>
                  <a:pt x="1283325" y="264144"/>
                </a:moveTo>
                <a:lnTo>
                  <a:pt x="1268595" y="255650"/>
                </a:lnTo>
                <a:lnTo>
                  <a:pt x="1276456" y="267643"/>
                </a:lnTo>
                <a:close/>
                <a:moveTo>
                  <a:pt x="1261726" y="256480"/>
                </a:moveTo>
                <a:lnTo>
                  <a:pt x="1268595" y="255650"/>
                </a:lnTo>
                <a:lnTo>
                  <a:pt x="1246996" y="249706"/>
                </a:lnTo>
                <a:close/>
                <a:moveTo>
                  <a:pt x="1261726" y="256480"/>
                </a:moveTo>
                <a:lnTo>
                  <a:pt x="1276456" y="267643"/>
                </a:lnTo>
                <a:lnTo>
                  <a:pt x="1268595" y="255650"/>
                </a:lnTo>
                <a:close/>
                <a:moveTo>
                  <a:pt x="1253865" y="247147"/>
                </a:moveTo>
                <a:lnTo>
                  <a:pt x="1246996" y="249706"/>
                </a:lnTo>
                <a:lnTo>
                  <a:pt x="1268595" y="255650"/>
                </a:lnTo>
                <a:close/>
                <a:moveTo>
                  <a:pt x="1232266" y="240872"/>
                </a:moveTo>
                <a:lnTo>
                  <a:pt x="1246996" y="249706"/>
                </a:lnTo>
                <a:lnTo>
                  <a:pt x="1239135" y="238673"/>
                </a:lnTo>
                <a:close/>
                <a:moveTo>
                  <a:pt x="1159610" y="222968"/>
                </a:moveTo>
                <a:lnTo>
                  <a:pt x="1166478" y="220155"/>
                </a:lnTo>
                <a:lnTo>
                  <a:pt x="1144880" y="216963"/>
                </a:lnTo>
                <a:close/>
                <a:moveTo>
                  <a:pt x="1159610" y="222968"/>
                </a:moveTo>
                <a:lnTo>
                  <a:pt x="1174340" y="230885"/>
                </a:lnTo>
                <a:lnTo>
                  <a:pt x="1166478" y="220155"/>
                </a:lnTo>
                <a:close/>
                <a:moveTo>
                  <a:pt x="1151748" y="215173"/>
                </a:moveTo>
                <a:lnTo>
                  <a:pt x="1144880" y="216963"/>
                </a:lnTo>
                <a:lnTo>
                  <a:pt x="1166478" y="220155"/>
                </a:lnTo>
                <a:close/>
                <a:moveTo>
                  <a:pt x="1151748" y="215173"/>
                </a:moveTo>
                <a:lnTo>
                  <a:pt x="1137019" y="208744"/>
                </a:lnTo>
                <a:lnTo>
                  <a:pt x="1144880" y="216963"/>
                </a:lnTo>
                <a:close/>
                <a:moveTo>
                  <a:pt x="1130150" y="210865"/>
                </a:moveTo>
                <a:lnTo>
                  <a:pt x="1144880" y="216963"/>
                </a:lnTo>
                <a:lnTo>
                  <a:pt x="1137019" y="208744"/>
                </a:lnTo>
                <a:close/>
                <a:moveTo>
                  <a:pt x="680472" y="275773"/>
                </a:moveTo>
                <a:lnTo>
                  <a:pt x="687341" y="275913"/>
                </a:lnTo>
                <a:lnTo>
                  <a:pt x="665742" y="276285"/>
                </a:lnTo>
                <a:close/>
                <a:moveTo>
                  <a:pt x="680472" y="275773"/>
                </a:moveTo>
                <a:lnTo>
                  <a:pt x="695202" y="276075"/>
                </a:lnTo>
                <a:lnTo>
                  <a:pt x="687341" y="275913"/>
                </a:lnTo>
                <a:close/>
                <a:moveTo>
                  <a:pt x="607815" y="274468"/>
                </a:moveTo>
                <a:lnTo>
                  <a:pt x="614684" y="276844"/>
                </a:lnTo>
                <a:lnTo>
                  <a:pt x="593085" y="271894"/>
                </a:lnTo>
                <a:close/>
                <a:moveTo>
                  <a:pt x="358400" y="140664"/>
                </a:moveTo>
                <a:lnTo>
                  <a:pt x="351532" y="147887"/>
                </a:lnTo>
                <a:lnTo>
                  <a:pt x="373130" y="154077"/>
                </a:lnTo>
                <a:close/>
                <a:moveTo>
                  <a:pt x="358400" y="140664"/>
                </a:moveTo>
                <a:lnTo>
                  <a:pt x="343670" y="129145"/>
                </a:lnTo>
                <a:lnTo>
                  <a:pt x="351532" y="147887"/>
                </a:lnTo>
                <a:close/>
                <a:moveTo>
                  <a:pt x="336802" y="133666"/>
                </a:moveTo>
                <a:lnTo>
                  <a:pt x="343670" y="129145"/>
                </a:lnTo>
                <a:lnTo>
                  <a:pt x="322072" y="120630"/>
                </a:lnTo>
                <a:close/>
                <a:moveTo>
                  <a:pt x="336802" y="133666"/>
                </a:moveTo>
                <a:lnTo>
                  <a:pt x="351532" y="147887"/>
                </a:lnTo>
                <a:lnTo>
                  <a:pt x="343670" y="129145"/>
                </a:lnTo>
                <a:close/>
                <a:moveTo>
                  <a:pt x="328941" y="116106"/>
                </a:moveTo>
                <a:lnTo>
                  <a:pt x="322072" y="120630"/>
                </a:lnTo>
                <a:lnTo>
                  <a:pt x="343670" y="129145"/>
                </a:lnTo>
                <a:close/>
                <a:moveTo>
                  <a:pt x="328941" y="116106"/>
                </a:moveTo>
                <a:lnTo>
                  <a:pt x="314211" y="107546"/>
                </a:lnTo>
                <a:lnTo>
                  <a:pt x="322072" y="120630"/>
                </a:lnTo>
                <a:close/>
                <a:moveTo>
                  <a:pt x="307342" y="108613"/>
                </a:moveTo>
                <a:lnTo>
                  <a:pt x="322072" y="120630"/>
                </a:lnTo>
                <a:lnTo>
                  <a:pt x="314211" y="107546"/>
                </a:lnTo>
                <a:close/>
                <a:moveTo>
                  <a:pt x="277882" y="84463"/>
                </a:moveTo>
                <a:lnTo>
                  <a:pt x="271014" y="87665"/>
                </a:lnTo>
                <a:lnTo>
                  <a:pt x="292612" y="97216"/>
                </a:lnTo>
                <a:close/>
                <a:moveTo>
                  <a:pt x="277882" y="84463"/>
                </a:moveTo>
                <a:lnTo>
                  <a:pt x="263152" y="71651"/>
                </a:lnTo>
                <a:lnTo>
                  <a:pt x="271014" y="87665"/>
                </a:lnTo>
                <a:close/>
                <a:moveTo>
                  <a:pt x="248423" y="57232"/>
                </a:moveTo>
                <a:lnTo>
                  <a:pt x="241554" y="65363"/>
                </a:lnTo>
                <a:lnTo>
                  <a:pt x="263152" y="71651"/>
                </a:lnTo>
                <a:close/>
                <a:moveTo>
                  <a:pt x="248423" y="57232"/>
                </a:moveTo>
                <a:lnTo>
                  <a:pt x="255291" y="55916"/>
                </a:lnTo>
                <a:lnTo>
                  <a:pt x="233693" y="46878"/>
                </a:lnTo>
                <a:close/>
                <a:moveTo>
                  <a:pt x="248423" y="57232"/>
                </a:moveTo>
                <a:lnTo>
                  <a:pt x="263152" y="71651"/>
                </a:lnTo>
                <a:lnTo>
                  <a:pt x="255291" y="55916"/>
                </a:lnTo>
                <a:close/>
                <a:moveTo>
                  <a:pt x="218963" y="35811"/>
                </a:moveTo>
                <a:lnTo>
                  <a:pt x="233693" y="46878"/>
                </a:lnTo>
                <a:lnTo>
                  <a:pt x="225831" y="34461"/>
                </a:lnTo>
                <a:close/>
                <a:moveTo>
                  <a:pt x="95248" y="13748"/>
                </a:moveTo>
                <a:lnTo>
                  <a:pt x="102116" y="10469"/>
                </a:lnTo>
                <a:lnTo>
                  <a:pt x="80518" y="7085"/>
                </a:lnTo>
                <a:close/>
                <a:moveTo>
                  <a:pt x="95248" y="13748"/>
                </a:moveTo>
                <a:lnTo>
                  <a:pt x="109978" y="22933"/>
                </a:lnTo>
                <a:lnTo>
                  <a:pt x="102116" y="10469"/>
                </a:lnTo>
                <a:close/>
                <a:moveTo>
                  <a:pt x="87387" y="3542"/>
                </a:moveTo>
                <a:lnTo>
                  <a:pt x="80518" y="7085"/>
                </a:lnTo>
                <a:lnTo>
                  <a:pt x="102116" y="10469"/>
                </a:lnTo>
                <a:close/>
                <a:moveTo>
                  <a:pt x="65788" y="636"/>
                </a:moveTo>
                <a:lnTo>
                  <a:pt x="80518" y="7085"/>
                </a:lnTo>
                <a:lnTo>
                  <a:pt x="72657" y="299"/>
                </a:lnTo>
                <a:close/>
                <a:moveTo>
                  <a:pt x="44190" y="1947"/>
                </a:moveTo>
                <a:lnTo>
                  <a:pt x="29460" y="1925"/>
                </a:lnTo>
                <a:lnTo>
                  <a:pt x="37321" y="2860"/>
                </a:lnTo>
                <a:close/>
                <a:moveTo>
                  <a:pt x="44190" y="1947"/>
                </a:moveTo>
                <a:lnTo>
                  <a:pt x="51058" y="926"/>
                </a:lnTo>
                <a:lnTo>
                  <a:pt x="29460" y="1925"/>
                </a:lnTo>
                <a:close/>
                <a:moveTo>
                  <a:pt x="44190" y="1947"/>
                </a:moveTo>
                <a:lnTo>
                  <a:pt x="58919" y="4925"/>
                </a:lnTo>
                <a:lnTo>
                  <a:pt x="51058" y="926"/>
                </a:lnTo>
                <a:close/>
                <a:moveTo>
                  <a:pt x="22591" y="13"/>
                </a:moveTo>
                <a:lnTo>
                  <a:pt x="29460" y="1925"/>
                </a:lnTo>
                <a:lnTo>
                  <a:pt x="7861" y="470"/>
                </a:lnTo>
                <a:close/>
                <a:moveTo>
                  <a:pt x="14730" y="2308"/>
                </a:moveTo>
                <a:lnTo>
                  <a:pt x="7861" y="470"/>
                </a:lnTo>
                <a:lnTo>
                  <a:pt x="29460" y="1925"/>
                </a:lnTo>
                <a:close/>
                <a:moveTo>
                  <a:pt x="14730" y="2308"/>
                </a:moveTo>
                <a:lnTo>
                  <a:pt x="0" y="0"/>
                </a:lnTo>
                <a:lnTo>
                  <a:pt x="7861" y="47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35" name="PANEL_01-slope-10-220_929">
            <a:extLst>
              <a:ext uri="{FF2B5EF4-FFF2-40B4-BE49-F238E27FC236}">
                <a16:creationId xmlns:a16="http://schemas.microsoft.com/office/drawing/2014/main" id="{6C72A4F4-52F4-4636-AB9A-D943AC08F388}"/>
              </a:ext>
            </a:extLst>
          </p:cNvPr>
          <p:cNvSpPr>
            <a:spLocks/>
          </p:cNvSpPr>
          <p:nvPr/>
        </p:nvSpPr>
        <p:spPr>
          <a:xfrm>
            <a:off x="640058" y="572090"/>
            <a:ext cx="2174445" cy="448727"/>
          </a:xfrm>
          <a:custGeom>
            <a:pathLst>
              <a:path w="1472828" h="303938">
                <a:moveTo>
                  <a:pt x="1458098" y="276699"/>
                </a:moveTo>
                <a:lnTo>
                  <a:pt x="1443368" y="278552"/>
                </a:lnTo>
                <a:lnTo>
                  <a:pt x="1451229" y="282026"/>
                </a:lnTo>
                <a:close/>
                <a:moveTo>
                  <a:pt x="1458098" y="276699"/>
                </a:moveTo>
                <a:lnTo>
                  <a:pt x="1464967" y="271773"/>
                </a:lnTo>
                <a:lnTo>
                  <a:pt x="1443368" y="278552"/>
                </a:lnTo>
                <a:close/>
                <a:moveTo>
                  <a:pt x="1458098" y="276699"/>
                </a:moveTo>
                <a:lnTo>
                  <a:pt x="1472828" y="275320"/>
                </a:lnTo>
                <a:lnTo>
                  <a:pt x="1464967" y="271773"/>
                </a:lnTo>
                <a:close/>
                <a:moveTo>
                  <a:pt x="1436499" y="283333"/>
                </a:moveTo>
                <a:lnTo>
                  <a:pt x="1443368" y="278552"/>
                </a:lnTo>
                <a:lnTo>
                  <a:pt x="1421769" y="286221"/>
                </a:lnTo>
                <a:close/>
                <a:moveTo>
                  <a:pt x="1436499" y="283333"/>
                </a:moveTo>
                <a:lnTo>
                  <a:pt x="1451229" y="282026"/>
                </a:lnTo>
                <a:lnTo>
                  <a:pt x="1443368" y="278552"/>
                </a:lnTo>
                <a:close/>
                <a:moveTo>
                  <a:pt x="1428638" y="280399"/>
                </a:moveTo>
                <a:lnTo>
                  <a:pt x="1421769" y="286221"/>
                </a:lnTo>
                <a:lnTo>
                  <a:pt x="1443368" y="278552"/>
                </a:lnTo>
                <a:close/>
                <a:moveTo>
                  <a:pt x="1291186" y="297886"/>
                </a:moveTo>
                <a:lnTo>
                  <a:pt x="1276456" y="289508"/>
                </a:lnTo>
                <a:lnTo>
                  <a:pt x="1284317" y="303303"/>
                </a:lnTo>
                <a:close/>
                <a:moveTo>
                  <a:pt x="1291186" y="297886"/>
                </a:moveTo>
                <a:lnTo>
                  <a:pt x="1298054" y="289962"/>
                </a:lnTo>
                <a:lnTo>
                  <a:pt x="1276456" y="289508"/>
                </a:lnTo>
                <a:close/>
                <a:moveTo>
                  <a:pt x="1291186" y="297886"/>
                </a:moveTo>
                <a:lnTo>
                  <a:pt x="1305916" y="303938"/>
                </a:lnTo>
                <a:lnTo>
                  <a:pt x="1298054" y="289962"/>
                </a:lnTo>
                <a:close/>
                <a:moveTo>
                  <a:pt x="1269587" y="294539"/>
                </a:moveTo>
                <a:lnTo>
                  <a:pt x="1276456" y="289508"/>
                </a:lnTo>
                <a:lnTo>
                  <a:pt x="1254857" y="286413"/>
                </a:lnTo>
                <a:close/>
                <a:moveTo>
                  <a:pt x="1283325" y="284110"/>
                </a:moveTo>
                <a:lnTo>
                  <a:pt x="1276456" y="289508"/>
                </a:lnTo>
                <a:lnTo>
                  <a:pt x="1298054" y="289962"/>
                </a:lnTo>
                <a:close/>
                <a:moveTo>
                  <a:pt x="1261726" y="281498"/>
                </a:moveTo>
                <a:lnTo>
                  <a:pt x="1254857" y="286413"/>
                </a:lnTo>
                <a:lnTo>
                  <a:pt x="1276456" y="289508"/>
                </a:lnTo>
                <a:close/>
                <a:moveTo>
                  <a:pt x="1261726" y="281498"/>
                </a:moveTo>
                <a:lnTo>
                  <a:pt x="1246996" y="272281"/>
                </a:lnTo>
                <a:lnTo>
                  <a:pt x="1254857" y="286413"/>
                </a:lnTo>
                <a:close/>
                <a:moveTo>
                  <a:pt x="1261726" y="281498"/>
                </a:moveTo>
                <a:lnTo>
                  <a:pt x="1268595" y="275073"/>
                </a:lnTo>
                <a:lnTo>
                  <a:pt x="1246996" y="272281"/>
                </a:lnTo>
                <a:close/>
                <a:moveTo>
                  <a:pt x="1261726" y="281498"/>
                </a:moveTo>
                <a:lnTo>
                  <a:pt x="1276456" y="289508"/>
                </a:lnTo>
                <a:lnTo>
                  <a:pt x="1268595" y="275073"/>
                </a:lnTo>
                <a:close/>
                <a:moveTo>
                  <a:pt x="1240128" y="275963"/>
                </a:moveTo>
                <a:lnTo>
                  <a:pt x="1254857" y="286413"/>
                </a:lnTo>
                <a:lnTo>
                  <a:pt x="1246996" y="272281"/>
                </a:lnTo>
                <a:close/>
                <a:moveTo>
                  <a:pt x="1210668" y="255844"/>
                </a:moveTo>
                <a:lnTo>
                  <a:pt x="1203799" y="263596"/>
                </a:lnTo>
                <a:lnTo>
                  <a:pt x="1225398" y="267006"/>
                </a:lnTo>
                <a:close/>
                <a:moveTo>
                  <a:pt x="1210668" y="255844"/>
                </a:moveTo>
                <a:lnTo>
                  <a:pt x="1195938" y="249069"/>
                </a:lnTo>
                <a:lnTo>
                  <a:pt x="1203799" y="263596"/>
                </a:lnTo>
                <a:close/>
                <a:moveTo>
                  <a:pt x="1189069" y="253687"/>
                </a:moveTo>
                <a:lnTo>
                  <a:pt x="1195938" y="249069"/>
                </a:lnTo>
                <a:lnTo>
                  <a:pt x="1174340" y="247179"/>
                </a:lnTo>
                <a:close/>
                <a:moveTo>
                  <a:pt x="1181208" y="240236"/>
                </a:moveTo>
                <a:lnTo>
                  <a:pt x="1174340" y="247179"/>
                </a:lnTo>
                <a:lnTo>
                  <a:pt x="1195938" y="249069"/>
                </a:lnTo>
                <a:close/>
                <a:moveTo>
                  <a:pt x="1181208" y="240236"/>
                </a:moveTo>
                <a:lnTo>
                  <a:pt x="1166478" y="233522"/>
                </a:lnTo>
                <a:lnTo>
                  <a:pt x="1174340" y="247179"/>
                </a:lnTo>
                <a:close/>
                <a:moveTo>
                  <a:pt x="1159610" y="239174"/>
                </a:moveTo>
                <a:lnTo>
                  <a:pt x="1166478" y="233522"/>
                </a:lnTo>
                <a:lnTo>
                  <a:pt x="1144880" y="231881"/>
                </a:lnTo>
                <a:close/>
                <a:moveTo>
                  <a:pt x="1159610" y="239174"/>
                </a:moveTo>
                <a:lnTo>
                  <a:pt x="1174340" y="247179"/>
                </a:lnTo>
                <a:lnTo>
                  <a:pt x="1166478" y="233522"/>
                </a:lnTo>
                <a:close/>
                <a:moveTo>
                  <a:pt x="1151748" y="225350"/>
                </a:moveTo>
                <a:lnTo>
                  <a:pt x="1144880" y="231881"/>
                </a:lnTo>
                <a:lnTo>
                  <a:pt x="1166478" y="233522"/>
                </a:lnTo>
                <a:close/>
                <a:moveTo>
                  <a:pt x="1151748" y="225350"/>
                </a:moveTo>
                <a:lnTo>
                  <a:pt x="1137019" y="221069"/>
                </a:lnTo>
                <a:lnTo>
                  <a:pt x="1144880" y="231881"/>
                </a:lnTo>
                <a:close/>
                <a:moveTo>
                  <a:pt x="1130150" y="224544"/>
                </a:moveTo>
                <a:lnTo>
                  <a:pt x="1123281" y="230249"/>
                </a:lnTo>
                <a:lnTo>
                  <a:pt x="1144880" y="231881"/>
                </a:lnTo>
                <a:close/>
                <a:moveTo>
                  <a:pt x="1130150" y="224544"/>
                </a:moveTo>
                <a:lnTo>
                  <a:pt x="1115420" y="219519"/>
                </a:lnTo>
                <a:lnTo>
                  <a:pt x="1123281" y="230249"/>
                </a:lnTo>
                <a:close/>
                <a:moveTo>
                  <a:pt x="1130150" y="224544"/>
                </a:moveTo>
                <a:lnTo>
                  <a:pt x="1137019" y="221069"/>
                </a:lnTo>
                <a:lnTo>
                  <a:pt x="1115420" y="219519"/>
                </a:lnTo>
                <a:close/>
                <a:moveTo>
                  <a:pt x="1130150" y="224544"/>
                </a:moveTo>
                <a:lnTo>
                  <a:pt x="1144880" y="231881"/>
                </a:lnTo>
                <a:lnTo>
                  <a:pt x="1137019" y="221069"/>
                </a:lnTo>
                <a:close/>
                <a:moveTo>
                  <a:pt x="1079092" y="210229"/>
                </a:moveTo>
                <a:lnTo>
                  <a:pt x="1072223" y="214811"/>
                </a:lnTo>
                <a:lnTo>
                  <a:pt x="1093822" y="216326"/>
                </a:lnTo>
                <a:close/>
                <a:moveTo>
                  <a:pt x="1079092" y="210229"/>
                </a:moveTo>
                <a:lnTo>
                  <a:pt x="1064362" y="205459"/>
                </a:lnTo>
                <a:lnTo>
                  <a:pt x="1072223" y="214811"/>
                </a:lnTo>
                <a:close/>
                <a:moveTo>
                  <a:pt x="1079092" y="210229"/>
                </a:moveTo>
                <a:lnTo>
                  <a:pt x="1085960" y="208108"/>
                </a:lnTo>
                <a:lnTo>
                  <a:pt x="1064362" y="205459"/>
                </a:lnTo>
                <a:close/>
                <a:moveTo>
                  <a:pt x="1057493" y="210633"/>
                </a:moveTo>
                <a:lnTo>
                  <a:pt x="1072223" y="214811"/>
                </a:lnTo>
                <a:lnTo>
                  <a:pt x="1064362" y="205459"/>
                </a:lnTo>
                <a:close/>
                <a:moveTo>
                  <a:pt x="672611" y="270329"/>
                </a:moveTo>
                <a:lnTo>
                  <a:pt x="665742" y="274040"/>
                </a:lnTo>
                <a:lnTo>
                  <a:pt x="687341" y="278035"/>
                </a:lnTo>
                <a:close/>
                <a:moveTo>
                  <a:pt x="672611" y="270329"/>
                </a:moveTo>
                <a:lnTo>
                  <a:pt x="657881" y="271586"/>
                </a:lnTo>
                <a:lnTo>
                  <a:pt x="665742" y="274040"/>
                </a:lnTo>
                <a:close/>
                <a:moveTo>
                  <a:pt x="672611" y="270329"/>
                </a:moveTo>
                <a:lnTo>
                  <a:pt x="687341" y="278035"/>
                </a:lnTo>
                <a:lnTo>
                  <a:pt x="679480" y="267895"/>
                </a:lnTo>
                <a:close/>
                <a:moveTo>
                  <a:pt x="651012" y="273523"/>
                </a:moveTo>
                <a:lnTo>
                  <a:pt x="636283" y="275276"/>
                </a:lnTo>
                <a:lnTo>
                  <a:pt x="644144" y="275438"/>
                </a:lnTo>
                <a:close/>
                <a:moveTo>
                  <a:pt x="651012" y="273523"/>
                </a:moveTo>
                <a:lnTo>
                  <a:pt x="657881" y="271586"/>
                </a:lnTo>
                <a:lnTo>
                  <a:pt x="636283" y="275276"/>
                </a:lnTo>
                <a:close/>
                <a:moveTo>
                  <a:pt x="651012" y="273523"/>
                </a:moveTo>
                <a:lnTo>
                  <a:pt x="665742" y="274040"/>
                </a:lnTo>
                <a:lnTo>
                  <a:pt x="657881" y="271586"/>
                </a:lnTo>
                <a:close/>
                <a:moveTo>
                  <a:pt x="621553" y="272052"/>
                </a:moveTo>
                <a:lnTo>
                  <a:pt x="614684" y="275649"/>
                </a:lnTo>
                <a:lnTo>
                  <a:pt x="636283" y="275276"/>
                </a:lnTo>
                <a:close/>
                <a:moveTo>
                  <a:pt x="621553" y="272052"/>
                </a:moveTo>
                <a:lnTo>
                  <a:pt x="606823" y="268827"/>
                </a:lnTo>
                <a:lnTo>
                  <a:pt x="614684" y="275649"/>
                </a:lnTo>
                <a:close/>
                <a:moveTo>
                  <a:pt x="599954" y="275573"/>
                </a:moveTo>
                <a:lnTo>
                  <a:pt x="593085" y="277575"/>
                </a:lnTo>
                <a:lnTo>
                  <a:pt x="614684" y="275649"/>
                </a:lnTo>
                <a:close/>
                <a:moveTo>
                  <a:pt x="599954" y="275573"/>
                </a:moveTo>
                <a:lnTo>
                  <a:pt x="585224" y="272517"/>
                </a:lnTo>
                <a:lnTo>
                  <a:pt x="593085" y="277575"/>
                </a:lnTo>
                <a:close/>
                <a:moveTo>
                  <a:pt x="599954" y="275573"/>
                </a:moveTo>
                <a:lnTo>
                  <a:pt x="614684" y="275649"/>
                </a:lnTo>
                <a:lnTo>
                  <a:pt x="606823" y="268827"/>
                </a:lnTo>
                <a:close/>
                <a:moveTo>
                  <a:pt x="578356" y="274615"/>
                </a:moveTo>
                <a:lnTo>
                  <a:pt x="563626" y="276208"/>
                </a:lnTo>
                <a:lnTo>
                  <a:pt x="571487" y="277569"/>
                </a:lnTo>
                <a:close/>
                <a:moveTo>
                  <a:pt x="578356" y="274615"/>
                </a:moveTo>
                <a:lnTo>
                  <a:pt x="585224" y="272517"/>
                </a:lnTo>
                <a:lnTo>
                  <a:pt x="563626" y="276208"/>
                </a:lnTo>
                <a:close/>
                <a:moveTo>
                  <a:pt x="578356" y="274615"/>
                </a:moveTo>
                <a:lnTo>
                  <a:pt x="593085" y="277575"/>
                </a:lnTo>
                <a:lnTo>
                  <a:pt x="585224" y="272517"/>
                </a:lnTo>
                <a:close/>
                <a:moveTo>
                  <a:pt x="548896" y="264534"/>
                </a:moveTo>
                <a:lnTo>
                  <a:pt x="542027" y="271258"/>
                </a:lnTo>
                <a:lnTo>
                  <a:pt x="563626" y="276208"/>
                </a:lnTo>
                <a:close/>
                <a:moveTo>
                  <a:pt x="548896" y="264534"/>
                </a:moveTo>
                <a:lnTo>
                  <a:pt x="534166" y="261055"/>
                </a:lnTo>
                <a:lnTo>
                  <a:pt x="542027" y="271258"/>
                </a:lnTo>
                <a:close/>
                <a:moveTo>
                  <a:pt x="527297" y="268304"/>
                </a:moveTo>
                <a:lnTo>
                  <a:pt x="520429" y="273998"/>
                </a:lnTo>
                <a:lnTo>
                  <a:pt x="542027" y="271258"/>
                </a:lnTo>
                <a:close/>
                <a:moveTo>
                  <a:pt x="527297" y="268304"/>
                </a:moveTo>
                <a:lnTo>
                  <a:pt x="512568" y="263282"/>
                </a:lnTo>
                <a:lnTo>
                  <a:pt x="520429" y="273998"/>
                </a:lnTo>
                <a:close/>
                <a:moveTo>
                  <a:pt x="527297" y="268304"/>
                </a:moveTo>
                <a:lnTo>
                  <a:pt x="534166" y="261055"/>
                </a:lnTo>
                <a:lnTo>
                  <a:pt x="512568" y="263282"/>
                </a:lnTo>
                <a:close/>
                <a:moveTo>
                  <a:pt x="527297" y="268304"/>
                </a:moveTo>
                <a:lnTo>
                  <a:pt x="542027" y="271258"/>
                </a:lnTo>
                <a:lnTo>
                  <a:pt x="534166" y="261055"/>
                </a:lnTo>
                <a:close/>
                <a:moveTo>
                  <a:pt x="505699" y="269533"/>
                </a:moveTo>
                <a:lnTo>
                  <a:pt x="512568" y="263282"/>
                </a:lnTo>
                <a:lnTo>
                  <a:pt x="490969" y="264449"/>
                </a:lnTo>
                <a:close/>
                <a:moveTo>
                  <a:pt x="505699" y="269533"/>
                </a:moveTo>
                <a:lnTo>
                  <a:pt x="520429" y="273998"/>
                </a:lnTo>
                <a:lnTo>
                  <a:pt x="512568" y="263282"/>
                </a:lnTo>
                <a:close/>
                <a:moveTo>
                  <a:pt x="497838" y="258284"/>
                </a:moveTo>
                <a:lnTo>
                  <a:pt x="490969" y="264449"/>
                </a:lnTo>
                <a:lnTo>
                  <a:pt x="512568" y="263282"/>
                </a:lnTo>
                <a:close/>
                <a:moveTo>
                  <a:pt x="497838" y="258284"/>
                </a:moveTo>
                <a:lnTo>
                  <a:pt x="483108" y="251073"/>
                </a:lnTo>
                <a:lnTo>
                  <a:pt x="490969" y="264449"/>
                </a:lnTo>
                <a:close/>
                <a:moveTo>
                  <a:pt x="476239" y="258691"/>
                </a:moveTo>
                <a:lnTo>
                  <a:pt x="469371" y="265269"/>
                </a:lnTo>
                <a:lnTo>
                  <a:pt x="490969" y="264449"/>
                </a:lnTo>
                <a:close/>
                <a:moveTo>
                  <a:pt x="476239" y="258691"/>
                </a:moveTo>
                <a:lnTo>
                  <a:pt x="461509" y="250316"/>
                </a:lnTo>
                <a:lnTo>
                  <a:pt x="469371" y="265269"/>
                </a:lnTo>
                <a:close/>
                <a:moveTo>
                  <a:pt x="476239" y="258691"/>
                </a:moveTo>
                <a:lnTo>
                  <a:pt x="483108" y="251073"/>
                </a:lnTo>
                <a:lnTo>
                  <a:pt x="461509" y="250316"/>
                </a:lnTo>
                <a:close/>
                <a:moveTo>
                  <a:pt x="476239" y="258691"/>
                </a:moveTo>
                <a:lnTo>
                  <a:pt x="490969" y="264449"/>
                </a:lnTo>
                <a:lnTo>
                  <a:pt x="483108" y="251073"/>
                </a:lnTo>
                <a:close/>
                <a:moveTo>
                  <a:pt x="454641" y="258903"/>
                </a:moveTo>
                <a:lnTo>
                  <a:pt x="461509" y="250316"/>
                </a:lnTo>
                <a:lnTo>
                  <a:pt x="439911" y="249682"/>
                </a:lnTo>
                <a:close/>
                <a:moveTo>
                  <a:pt x="454641" y="258903"/>
                </a:moveTo>
                <a:lnTo>
                  <a:pt x="469371" y="265269"/>
                </a:lnTo>
                <a:lnTo>
                  <a:pt x="461509" y="250316"/>
                </a:lnTo>
                <a:close/>
                <a:moveTo>
                  <a:pt x="446779" y="240970"/>
                </a:moveTo>
                <a:lnTo>
                  <a:pt x="439911" y="249682"/>
                </a:lnTo>
                <a:lnTo>
                  <a:pt x="461509" y="250316"/>
                </a:lnTo>
                <a:close/>
                <a:moveTo>
                  <a:pt x="446779" y="240970"/>
                </a:moveTo>
                <a:lnTo>
                  <a:pt x="432050" y="230706"/>
                </a:lnTo>
                <a:lnTo>
                  <a:pt x="439911" y="249682"/>
                </a:lnTo>
                <a:close/>
                <a:moveTo>
                  <a:pt x="446779" y="240970"/>
                </a:moveTo>
                <a:lnTo>
                  <a:pt x="461509" y="250316"/>
                </a:lnTo>
                <a:lnTo>
                  <a:pt x="453648" y="232869"/>
                </a:lnTo>
                <a:close/>
                <a:moveTo>
                  <a:pt x="425181" y="239968"/>
                </a:moveTo>
                <a:lnTo>
                  <a:pt x="418312" y="249381"/>
                </a:lnTo>
                <a:lnTo>
                  <a:pt x="439911" y="249682"/>
                </a:lnTo>
                <a:close/>
                <a:moveTo>
                  <a:pt x="425181" y="239968"/>
                </a:moveTo>
                <a:lnTo>
                  <a:pt x="410451" y="228994"/>
                </a:lnTo>
                <a:lnTo>
                  <a:pt x="418312" y="249381"/>
                </a:lnTo>
                <a:close/>
                <a:moveTo>
                  <a:pt x="425181" y="239968"/>
                </a:moveTo>
                <a:lnTo>
                  <a:pt x="432050" y="230706"/>
                </a:lnTo>
                <a:lnTo>
                  <a:pt x="410451" y="228994"/>
                </a:lnTo>
                <a:close/>
                <a:moveTo>
                  <a:pt x="425181" y="239968"/>
                </a:moveTo>
                <a:lnTo>
                  <a:pt x="439911" y="249682"/>
                </a:lnTo>
                <a:lnTo>
                  <a:pt x="432050" y="230706"/>
                </a:lnTo>
                <a:close/>
                <a:moveTo>
                  <a:pt x="403582" y="239396"/>
                </a:moveTo>
                <a:lnTo>
                  <a:pt x="410451" y="228994"/>
                </a:lnTo>
                <a:lnTo>
                  <a:pt x="388853" y="227883"/>
                </a:lnTo>
                <a:close/>
                <a:moveTo>
                  <a:pt x="417320" y="219803"/>
                </a:moveTo>
                <a:lnTo>
                  <a:pt x="410451" y="228994"/>
                </a:lnTo>
                <a:lnTo>
                  <a:pt x="432050" y="230706"/>
                </a:lnTo>
                <a:close/>
                <a:moveTo>
                  <a:pt x="417320" y="219803"/>
                </a:moveTo>
                <a:lnTo>
                  <a:pt x="402590" y="207461"/>
                </a:lnTo>
                <a:lnTo>
                  <a:pt x="410451" y="228994"/>
                </a:lnTo>
                <a:close/>
                <a:moveTo>
                  <a:pt x="395721" y="216809"/>
                </a:moveTo>
                <a:lnTo>
                  <a:pt x="388853" y="227883"/>
                </a:lnTo>
                <a:lnTo>
                  <a:pt x="410451" y="228994"/>
                </a:lnTo>
                <a:close/>
                <a:moveTo>
                  <a:pt x="395721" y="216809"/>
                </a:moveTo>
                <a:lnTo>
                  <a:pt x="380991" y="204599"/>
                </a:lnTo>
                <a:lnTo>
                  <a:pt x="388853" y="227883"/>
                </a:lnTo>
                <a:close/>
                <a:moveTo>
                  <a:pt x="395721" y="216809"/>
                </a:moveTo>
                <a:lnTo>
                  <a:pt x="402590" y="207461"/>
                </a:lnTo>
                <a:lnTo>
                  <a:pt x="380991" y="204599"/>
                </a:lnTo>
                <a:close/>
                <a:moveTo>
                  <a:pt x="395721" y="216809"/>
                </a:moveTo>
                <a:lnTo>
                  <a:pt x="410451" y="228994"/>
                </a:lnTo>
                <a:lnTo>
                  <a:pt x="402590" y="207461"/>
                </a:lnTo>
                <a:close/>
                <a:moveTo>
                  <a:pt x="374123" y="216264"/>
                </a:moveTo>
                <a:lnTo>
                  <a:pt x="380991" y="204599"/>
                </a:lnTo>
                <a:lnTo>
                  <a:pt x="359393" y="202386"/>
                </a:lnTo>
                <a:close/>
                <a:moveTo>
                  <a:pt x="374123" y="216264"/>
                </a:moveTo>
                <a:lnTo>
                  <a:pt x="388853" y="227883"/>
                </a:lnTo>
                <a:lnTo>
                  <a:pt x="380991" y="204599"/>
                </a:lnTo>
                <a:close/>
                <a:moveTo>
                  <a:pt x="387860" y="193930"/>
                </a:moveTo>
                <a:lnTo>
                  <a:pt x="380991" y="204599"/>
                </a:lnTo>
                <a:lnTo>
                  <a:pt x="402590" y="207461"/>
                </a:lnTo>
                <a:close/>
                <a:moveTo>
                  <a:pt x="387860" y="193930"/>
                </a:moveTo>
                <a:lnTo>
                  <a:pt x="373130" y="182470"/>
                </a:lnTo>
                <a:lnTo>
                  <a:pt x="380991" y="204599"/>
                </a:lnTo>
                <a:close/>
                <a:moveTo>
                  <a:pt x="366261" y="191393"/>
                </a:moveTo>
                <a:lnTo>
                  <a:pt x="359393" y="202386"/>
                </a:lnTo>
                <a:lnTo>
                  <a:pt x="380991" y="204599"/>
                </a:lnTo>
                <a:close/>
                <a:moveTo>
                  <a:pt x="366261" y="191393"/>
                </a:moveTo>
                <a:lnTo>
                  <a:pt x="351532" y="178571"/>
                </a:lnTo>
                <a:lnTo>
                  <a:pt x="359393" y="202386"/>
                </a:lnTo>
                <a:close/>
                <a:moveTo>
                  <a:pt x="366261" y="191393"/>
                </a:moveTo>
                <a:lnTo>
                  <a:pt x="373130" y="182470"/>
                </a:lnTo>
                <a:lnTo>
                  <a:pt x="351532" y="178571"/>
                </a:lnTo>
                <a:close/>
                <a:moveTo>
                  <a:pt x="366261" y="191393"/>
                </a:moveTo>
                <a:lnTo>
                  <a:pt x="380991" y="204599"/>
                </a:lnTo>
                <a:lnTo>
                  <a:pt x="373130" y="182470"/>
                </a:lnTo>
                <a:close/>
                <a:moveTo>
                  <a:pt x="344663" y="188838"/>
                </a:moveTo>
                <a:lnTo>
                  <a:pt x="351532" y="178571"/>
                </a:lnTo>
                <a:lnTo>
                  <a:pt x="329933" y="174921"/>
                </a:lnTo>
                <a:close/>
                <a:moveTo>
                  <a:pt x="344663" y="188838"/>
                </a:moveTo>
                <a:lnTo>
                  <a:pt x="359393" y="202386"/>
                </a:lnTo>
                <a:lnTo>
                  <a:pt x="351532" y="178571"/>
                </a:lnTo>
                <a:close/>
                <a:moveTo>
                  <a:pt x="336802" y="164714"/>
                </a:moveTo>
                <a:lnTo>
                  <a:pt x="329933" y="174921"/>
                </a:lnTo>
                <a:lnTo>
                  <a:pt x="351532" y="178571"/>
                </a:lnTo>
                <a:close/>
                <a:moveTo>
                  <a:pt x="336802" y="164714"/>
                </a:moveTo>
                <a:lnTo>
                  <a:pt x="322072" y="153440"/>
                </a:lnTo>
                <a:lnTo>
                  <a:pt x="329933" y="174921"/>
                </a:lnTo>
                <a:close/>
                <a:moveTo>
                  <a:pt x="336802" y="164714"/>
                </a:moveTo>
                <a:lnTo>
                  <a:pt x="343670" y="159152"/>
                </a:lnTo>
                <a:lnTo>
                  <a:pt x="322072" y="153440"/>
                </a:lnTo>
                <a:close/>
                <a:moveTo>
                  <a:pt x="336802" y="164714"/>
                </a:moveTo>
                <a:lnTo>
                  <a:pt x="351532" y="178571"/>
                </a:lnTo>
                <a:lnTo>
                  <a:pt x="343670" y="159152"/>
                </a:lnTo>
                <a:close/>
                <a:moveTo>
                  <a:pt x="315203" y="161777"/>
                </a:moveTo>
                <a:lnTo>
                  <a:pt x="322072" y="153440"/>
                </a:lnTo>
                <a:lnTo>
                  <a:pt x="300473" y="147250"/>
                </a:lnTo>
                <a:close/>
                <a:moveTo>
                  <a:pt x="315203" y="161777"/>
                </a:moveTo>
                <a:lnTo>
                  <a:pt x="329933" y="174921"/>
                </a:lnTo>
                <a:lnTo>
                  <a:pt x="322072" y="153440"/>
                </a:lnTo>
                <a:close/>
                <a:moveTo>
                  <a:pt x="197364" y="56596"/>
                </a:moveTo>
                <a:lnTo>
                  <a:pt x="182634" y="46241"/>
                </a:lnTo>
                <a:lnTo>
                  <a:pt x="190496" y="64727"/>
                </a:lnTo>
                <a:close/>
                <a:moveTo>
                  <a:pt x="175766" y="51685"/>
                </a:moveTo>
                <a:lnTo>
                  <a:pt x="182634" y="46241"/>
                </a:lnTo>
                <a:lnTo>
                  <a:pt x="161036" y="46387"/>
                </a:lnTo>
                <a:close/>
                <a:moveTo>
                  <a:pt x="175766" y="51685"/>
                </a:moveTo>
                <a:lnTo>
                  <a:pt x="190496" y="64727"/>
                </a:lnTo>
                <a:lnTo>
                  <a:pt x="182634" y="46241"/>
                </a:lnTo>
                <a:close/>
                <a:moveTo>
                  <a:pt x="167905" y="35175"/>
                </a:moveTo>
                <a:lnTo>
                  <a:pt x="161036" y="46387"/>
                </a:lnTo>
                <a:lnTo>
                  <a:pt x="182634" y="46241"/>
                </a:lnTo>
                <a:close/>
                <a:moveTo>
                  <a:pt x="95248" y="34005"/>
                </a:moveTo>
                <a:lnTo>
                  <a:pt x="80518" y="25661"/>
                </a:lnTo>
                <a:lnTo>
                  <a:pt x="88379" y="44385"/>
                </a:lnTo>
                <a:close/>
                <a:moveTo>
                  <a:pt x="95248" y="34005"/>
                </a:moveTo>
                <a:lnTo>
                  <a:pt x="102116" y="28904"/>
                </a:lnTo>
                <a:lnTo>
                  <a:pt x="80518" y="25661"/>
                </a:lnTo>
                <a:close/>
                <a:moveTo>
                  <a:pt x="95248" y="34005"/>
                </a:moveTo>
                <a:lnTo>
                  <a:pt x="109978" y="43356"/>
                </a:lnTo>
                <a:lnTo>
                  <a:pt x="102116" y="28904"/>
                </a:lnTo>
                <a:close/>
                <a:moveTo>
                  <a:pt x="73649" y="32337"/>
                </a:moveTo>
                <a:lnTo>
                  <a:pt x="80518" y="25661"/>
                </a:lnTo>
                <a:lnTo>
                  <a:pt x="58919" y="22297"/>
                </a:lnTo>
                <a:close/>
                <a:moveTo>
                  <a:pt x="73649" y="32337"/>
                </a:moveTo>
                <a:lnTo>
                  <a:pt x="88379" y="44385"/>
                </a:lnTo>
                <a:lnTo>
                  <a:pt x="80518" y="25661"/>
                </a:lnTo>
                <a:close/>
                <a:moveTo>
                  <a:pt x="65788" y="15096"/>
                </a:moveTo>
                <a:lnTo>
                  <a:pt x="58919" y="22297"/>
                </a:lnTo>
                <a:lnTo>
                  <a:pt x="80518" y="25661"/>
                </a:lnTo>
                <a:close/>
                <a:moveTo>
                  <a:pt x="65788" y="15096"/>
                </a:moveTo>
                <a:lnTo>
                  <a:pt x="51058" y="9833"/>
                </a:lnTo>
                <a:lnTo>
                  <a:pt x="58919" y="22297"/>
                </a:lnTo>
                <a:close/>
                <a:moveTo>
                  <a:pt x="44190" y="13112"/>
                </a:moveTo>
                <a:lnTo>
                  <a:pt x="29460" y="6449"/>
                </a:lnTo>
                <a:lnTo>
                  <a:pt x="37321" y="19003"/>
                </a:lnTo>
                <a:close/>
                <a:moveTo>
                  <a:pt x="22591" y="9779"/>
                </a:moveTo>
                <a:lnTo>
                  <a:pt x="29460" y="6449"/>
                </a:lnTo>
                <a:lnTo>
                  <a:pt x="7861" y="4289"/>
                </a:lnTo>
                <a:close/>
                <a:moveTo>
                  <a:pt x="14730" y="0"/>
                </a:moveTo>
                <a:lnTo>
                  <a:pt x="7861" y="4289"/>
                </a:lnTo>
                <a:lnTo>
                  <a:pt x="29460" y="6449"/>
                </a:lnTo>
                <a:close/>
                <a:moveTo>
                  <a:pt x="14730" y="0"/>
                </a:moveTo>
                <a:lnTo>
                  <a:pt x="0" y="289"/>
                </a:lnTo>
                <a:lnTo>
                  <a:pt x="7861" y="4289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36" name="PANEL_01-slope-10-225_930">
            <a:extLst>
              <a:ext uri="{FF2B5EF4-FFF2-40B4-BE49-F238E27FC236}">
                <a16:creationId xmlns:a16="http://schemas.microsoft.com/office/drawing/2014/main" id="{6F5C1FE8-BD07-49DC-8A48-B393140409ED}"/>
              </a:ext>
            </a:extLst>
          </p:cNvPr>
          <p:cNvSpPr>
            <a:spLocks/>
          </p:cNvSpPr>
          <p:nvPr/>
        </p:nvSpPr>
        <p:spPr>
          <a:xfrm>
            <a:off x="770540" y="614763"/>
            <a:ext cx="1990330" cy="423255"/>
          </a:xfrm>
          <a:custGeom>
            <a:pathLst>
              <a:path w="1348120" h="286686">
                <a:moveTo>
                  <a:pt x="1348120" y="254429"/>
                </a:moveTo>
                <a:lnTo>
                  <a:pt x="1333390" y="257317"/>
                </a:lnTo>
                <a:lnTo>
                  <a:pt x="1341252" y="261045"/>
                </a:lnTo>
                <a:close/>
                <a:moveTo>
                  <a:pt x="1326522" y="263414"/>
                </a:moveTo>
                <a:lnTo>
                  <a:pt x="1333390" y="257317"/>
                </a:lnTo>
                <a:lnTo>
                  <a:pt x="1311792" y="267022"/>
                </a:lnTo>
                <a:close/>
                <a:moveTo>
                  <a:pt x="1304923" y="276097"/>
                </a:moveTo>
                <a:lnTo>
                  <a:pt x="1311792" y="267022"/>
                </a:lnTo>
                <a:lnTo>
                  <a:pt x="1290193" y="276156"/>
                </a:lnTo>
                <a:close/>
                <a:moveTo>
                  <a:pt x="1318660" y="259931"/>
                </a:moveTo>
                <a:lnTo>
                  <a:pt x="1311792" y="267022"/>
                </a:lnTo>
                <a:lnTo>
                  <a:pt x="1333390" y="257317"/>
                </a:lnTo>
                <a:close/>
                <a:moveTo>
                  <a:pt x="1297062" y="268645"/>
                </a:moveTo>
                <a:lnTo>
                  <a:pt x="1290193" y="276156"/>
                </a:lnTo>
                <a:lnTo>
                  <a:pt x="1311792" y="267022"/>
                </a:lnTo>
                <a:close/>
                <a:moveTo>
                  <a:pt x="1297062" y="268645"/>
                </a:moveTo>
                <a:lnTo>
                  <a:pt x="1282332" y="264703"/>
                </a:lnTo>
                <a:lnTo>
                  <a:pt x="1290193" y="276156"/>
                </a:lnTo>
                <a:close/>
                <a:moveTo>
                  <a:pt x="1297062" y="268645"/>
                </a:moveTo>
                <a:lnTo>
                  <a:pt x="1311792" y="267022"/>
                </a:lnTo>
                <a:lnTo>
                  <a:pt x="1303931" y="260206"/>
                </a:lnTo>
                <a:close/>
                <a:moveTo>
                  <a:pt x="1275463" y="273299"/>
                </a:moveTo>
                <a:lnTo>
                  <a:pt x="1268595" y="282130"/>
                </a:lnTo>
                <a:lnTo>
                  <a:pt x="1290193" y="276156"/>
                </a:lnTo>
                <a:close/>
                <a:moveTo>
                  <a:pt x="1275463" y="273299"/>
                </a:moveTo>
                <a:lnTo>
                  <a:pt x="1260734" y="266937"/>
                </a:lnTo>
                <a:lnTo>
                  <a:pt x="1268595" y="282130"/>
                </a:lnTo>
                <a:close/>
                <a:moveTo>
                  <a:pt x="1275463" y="273299"/>
                </a:moveTo>
                <a:lnTo>
                  <a:pt x="1282332" y="264703"/>
                </a:lnTo>
                <a:lnTo>
                  <a:pt x="1260734" y="266937"/>
                </a:lnTo>
                <a:close/>
                <a:moveTo>
                  <a:pt x="1275463" y="273299"/>
                </a:moveTo>
                <a:lnTo>
                  <a:pt x="1290193" y="276156"/>
                </a:lnTo>
                <a:lnTo>
                  <a:pt x="1282332" y="264703"/>
                </a:lnTo>
                <a:close/>
                <a:moveTo>
                  <a:pt x="1253865" y="275977"/>
                </a:moveTo>
                <a:lnTo>
                  <a:pt x="1239135" y="271195"/>
                </a:lnTo>
                <a:lnTo>
                  <a:pt x="1246996" y="286686"/>
                </a:lnTo>
                <a:close/>
                <a:moveTo>
                  <a:pt x="1253865" y="275977"/>
                </a:moveTo>
                <a:lnTo>
                  <a:pt x="1260734" y="266937"/>
                </a:lnTo>
                <a:lnTo>
                  <a:pt x="1239135" y="271195"/>
                </a:lnTo>
                <a:close/>
                <a:moveTo>
                  <a:pt x="1253865" y="275977"/>
                </a:moveTo>
                <a:lnTo>
                  <a:pt x="1268595" y="282130"/>
                </a:lnTo>
                <a:lnTo>
                  <a:pt x="1260734" y="266937"/>
                </a:lnTo>
                <a:close/>
                <a:moveTo>
                  <a:pt x="1232266" y="281209"/>
                </a:moveTo>
                <a:lnTo>
                  <a:pt x="1239135" y="271195"/>
                </a:lnTo>
                <a:lnTo>
                  <a:pt x="1217537" y="275034"/>
                </a:lnTo>
                <a:close/>
                <a:moveTo>
                  <a:pt x="1246004" y="260150"/>
                </a:moveTo>
                <a:lnTo>
                  <a:pt x="1239135" y="271195"/>
                </a:lnTo>
                <a:lnTo>
                  <a:pt x="1260734" y="266937"/>
                </a:lnTo>
                <a:close/>
                <a:moveTo>
                  <a:pt x="1246004" y="260150"/>
                </a:moveTo>
                <a:lnTo>
                  <a:pt x="1231274" y="256745"/>
                </a:lnTo>
                <a:lnTo>
                  <a:pt x="1239135" y="271195"/>
                </a:lnTo>
                <a:close/>
                <a:moveTo>
                  <a:pt x="1224405" y="267447"/>
                </a:moveTo>
                <a:lnTo>
                  <a:pt x="1217537" y="275034"/>
                </a:lnTo>
                <a:lnTo>
                  <a:pt x="1239135" y="271195"/>
                </a:lnTo>
                <a:close/>
                <a:moveTo>
                  <a:pt x="1224405" y="267447"/>
                </a:moveTo>
                <a:lnTo>
                  <a:pt x="1209675" y="261058"/>
                </a:lnTo>
                <a:lnTo>
                  <a:pt x="1217537" y="275034"/>
                </a:lnTo>
                <a:close/>
                <a:moveTo>
                  <a:pt x="1224405" y="267447"/>
                </a:moveTo>
                <a:lnTo>
                  <a:pt x="1231274" y="256745"/>
                </a:lnTo>
                <a:lnTo>
                  <a:pt x="1209675" y="261058"/>
                </a:lnTo>
                <a:close/>
                <a:moveTo>
                  <a:pt x="1224405" y="267447"/>
                </a:moveTo>
                <a:lnTo>
                  <a:pt x="1239135" y="271195"/>
                </a:lnTo>
                <a:lnTo>
                  <a:pt x="1231274" y="256745"/>
                </a:lnTo>
                <a:close/>
                <a:moveTo>
                  <a:pt x="969114" y="181729"/>
                </a:moveTo>
                <a:lnTo>
                  <a:pt x="975983" y="176555"/>
                </a:lnTo>
                <a:lnTo>
                  <a:pt x="954384" y="180137"/>
                </a:lnTo>
                <a:close/>
                <a:moveTo>
                  <a:pt x="961253" y="170275"/>
                </a:moveTo>
                <a:lnTo>
                  <a:pt x="954384" y="180137"/>
                </a:lnTo>
                <a:lnTo>
                  <a:pt x="975983" y="176555"/>
                </a:lnTo>
                <a:close/>
                <a:moveTo>
                  <a:pt x="961253" y="170275"/>
                </a:moveTo>
                <a:lnTo>
                  <a:pt x="946523" y="167665"/>
                </a:lnTo>
                <a:lnTo>
                  <a:pt x="954384" y="180137"/>
                </a:lnTo>
                <a:close/>
                <a:moveTo>
                  <a:pt x="939654" y="176550"/>
                </a:moveTo>
                <a:lnTo>
                  <a:pt x="954384" y="180137"/>
                </a:lnTo>
                <a:lnTo>
                  <a:pt x="946523" y="167665"/>
                </a:lnTo>
                <a:close/>
                <a:moveTo>
                  <a:pt x="874859" y="217352"/>
                </a:moveTo>
                <a:lnTo>
                  <a:pt x="881727" y="206471"/>
                </a:lnTo>
                <a:lnTo>
                  <a:pt x="860129" y="221092"/>
                </a:lnTo>
                <a:close/>
                <a:moveTo>
                  <a:pt x="853260" y="230782"/>
                </a:moveTo>
                <a:lnTo>
                  <a:pt x="846392" y="242554"/>
                </a:lnTo>
                <a:lnTo>
                  <a:pt x="867990" y="230112"/>
                </a:lnTo>
                <a:close/>
                <a:moveTo>
                  <a:pt x="853260" y="230782"/>
                </a:moveTo>
                <a:lnTo>
                  <a:pt x="838530" y="235830"/>
                </a:lnTo>
                <a:lnTo>
                  <a:pt x="846392" y="242554"/>
                </a:lnTo>
                <a:close/>
                <a:moveTo>
                  <a:pt x="853260" y="230782"/>
                </a:moveTo>
                <a:lnTo>
                  <a:pt x="860129" y="221092"/>
                </a:lnTo>
                <a:lnTo>
                  <a:pt x="838530" y="235830"/>
                </a:lnTo>
                <a:close/>
                <a:moveTo>
                  <a:pt x="853260" y="230782"/>
                </a:moveTo>
                <a:lnTo>
                  <a:pt x="867990" y="230112"/>
                </a:lnTo>
                <a:lnTo>
                  <a:pt x="860129" y="221092"/>
                </a:lnTo>
                <a:close/>
                <a:moveTo>
                  <a:pt x="831662" y="245509"/>
                </a:moveTo>
                <a:lnTo>
                  <a:pt x="816932" y="246335"/>
                </a:lnTo>
                <a:lnTo>
                  <a:pt x="824793" y="256475"/>
                </a:lnTo>
                <a:close/>
                <a:moveTo>
                  <a:pt x="831662" y="245509"/>
                </a:moveTo>
                <a:lnTo>
                  <a:pt x="838530" y="235830"/>
                </a:lnTo>
                <a:lnTo>
                  <a:pt x="816932" y="246335"/>
                </a:lnTo>
                <a:close/>
                <a:moveTo>
                  <a:pt x="831662" y="245509"/>
                </a:moveTo>
                <a:lnTo>
                  <a:pt x="846392" y="242554"/>
                </a:lnTo>
                <a:lnTo>
                  <a:pt x="838530" y="235830"/>
                </a:lnTo>
                <a:close/>
                <a:moveTo>
                  <a:pt x="79525" y="6271"/>
                </a:moveTo>
                <a:lnTo>
                  <a:pt x="64796" y="4674"/>
                </a:lnTo>
                <a:lnTo>
                  <a:pt x="72657" y="17483"/>
                </a:lnTo>
                <a:close/>
                <a:moveTo>
                  <a:pt x="57927" y="11241"/>
                </a:moveTo>
                <a:lnTo>
                  <a:pt x="51058" y="26442"/>
                </a:lnTo>
                <a:lnTo>
                  <a:pt x="72657" y="17483"/>
                </a:lnTo>
                <a:close/>
                <a:moveTo>
                  <a:pt x="57927" y="11241"/>
                </a:moveTo>
                <a:lnTo>
                  <a:pt x="64796" y="4674"/>
                </a:lnTo>
                <a:lnTo>
                  <a:pt x="43197" y="9666"/>
                </a:lnTo>
                <a:close/>
                <a:moveTo>
                  <a:pt x="57927" y="11241"/>
                </a:moveTo>
                <a:lnTo>
                  <a:pt x="72657" y="17483"/>
                </a:lnTo>
                <a:lnTo>
                  <a:pt x="64796" y="4674"/>
                </a:lnTo>
                <a:close/>
                <a:moveTo>
                  <a:pt x="36328" y="21011"/>
                </a:moveTo>
                <a:lnTo>
                  <a:pt x="21599" y="14452"/>
                </a:lnTo>
                <a:lnTo>
                  <a:pt x="29460" y="36345"/>
                </a:lnTo>
                <a:close/>
                <a:moveTo>
                  <a:pt x="36328" y="21011"/>
                </a:moveTo>
                <a:lnTo>
                  <a:pt x="43197" y="9666"/>
                </a:lnTo>
                <a:lnTo>
                  <a:pt x="21599" y="14452"/>
                </a:lnTo>
                <a:close/>
                <a:moveTo>
                  <a:pt x="36328" y="21011"/>
                </a:moveTo>
                <a:lnTo>
                  <a:pt x="51058" y="26442"/>
                </a:lnTo>
                <a:lnTo>
                  <a:pt x="43197" y="9666"/>
                </a:lnTo>
                <a:close/>
                <a:moveTo>
                  <a:pt x="14730" y="27632"/>
                </a:moveTo>
                <a:lnTo>
                  <a:pt x="21599" y="14452"/>
                </a:lnTo>
                <a:lnTo>
                  <a:pt x="0" y="15481"/>
                </a:lnTo>
                <a:close/>
                <a:moveTo>
                  <a:pt x="28467" y="4063"/>
                </a:moveTo>
                <a:lnTo>
                  <a:pt x="21599" y="14452"/>
                </a:lnTo>
                <a:lnTo>
                  <a:pt x="43197" y="9666"/>
                </a:lnTo>
                <a:close/>
                <a:moveTo>
                  <a:pt x="28467" y="4063"/>
                </a:moveTo>
                <a:lnTo>
                  <a:pt x="13737" y="0"/>
                </a:lnTo>
                <a:lnTo>
                  <a:pt x="21599" y="14452"/>
                </a:lnTo>
                <a:close/>
                <a:moveTo>
                  <a:pt x="6869" y="5101"/>
                </a:moveTo>
                <a:lnTo>
                  <a:pt x="0" y="15481"/>
                </a:lnTo>
                <a:lnTo>
                  <a:pt x="21599" y="14452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37" name="PANEL_01-slope-10-230_931">
            <a:extLst>
              <a:ext uri="{FF2B5EF4-FFF2-40B4-BE49-F238E27FC236}">
                <a16:creationId xmlns:a16="http://schemas.microsoft.com/office/drawing/2014/main" id="{92EC0667-BF23-460B-8388-795331B1DFCA}"/>
              </a:ext>
            </a:extLst>
          </p:cNvPr>
          <p:cNvSpPr>
            <a:spLocks/>
          </p:cNvSpPr>
          <p:nvPr/>
        </p:nvSpPr>
        <p:spPr>
          <a:xfrm>
            <a:off x="834315" y="629034"/>
            <a:ext cx="1345254" cy="325461"/>
          </a:xfrm>
          <a:custGeom>
            <a:pathLst>
              <a:path w="911187" h="220446">
                <a:moveTo>
                  <a:pt x="904318" y="182326"/>
                </a:moveTo>
                <a:lnTo>
                  <a:pt x="911187" y="170471"/>
                </a:lnTo>
                <a:lnTo>
                  <a:pt x="889589" y="181389"/>
                </a:lnTo>
                <a:close/>
                <a:moveTo>
                  <a:pt x="882720" y="194953"/>
                </a:moveTo>
                <a:lnTo>
                  <a:pt x="889589" y="181389"/>
                </a:lnTo>
                <a:lnTo>
                  <a:pt x="867990" y="195176"/>
                </a:lnTo>
                <a:close/>
                <a:moveTo>
                  <a:pt x="896457" y="166884"/>
                </a:moveTo>
                <a:lnTo>
                  <a:pt x="889589" y="181389"/>
                </a:lnTo>
                <a:lnTo>
                  <a:pt x="911187" y="170471"/>
                </a:lnTo>
                <a:close/>
                <a:moveTo>
                  <a:pt x="896457" y="166884"/>
                </a:moveTo>
                <a:lnTo>
                  <a:pt x="881727" y="168873"/>
                </a:lnTo>
                <a:lnTo>
                  <a:pt x="889589" y="181389"/>
                </a:lnTo>
                <a:close/>
                <a:moveTo>
                  <a:pt x="874859" y="181391"/>
                </a:moveTo>
                <a:lnTo>
                  <a:pt x="867990" y="195176"/>
                </a:lnTo>
                <a:lnTo>
                  <a:pt x="889589" y="181389"/>
                </a:lnTo>
                <a:close/>
                <a:moveTo>
                  <a:pt x="874859" y="181391"/>
                </a:moveTo>
                <a:lnTo>
                  <a:pt x="860129" y="183289"/>
                </a:lnTo>
                <a:lnTo>
                  <a:pt x="867990" y="195176"/>
                </a:lnTo>
                <a:close/>
                <a:moveTo>
                  <a:pt x="874859" y="181391"/>
                </a:moveTo>
                <a:lnTo>
                  <a:pt x="889589" y="181389"/>
                </a:lnTo>
                <a:lnTo>
                  <a:pt x="881727" y="168873"/>
                </a:lnTo>
                <a:close/>
                <a:moveTo>
                  <a:pt x="853260" y="195026"/>
                </a:moveTo>
                <a:lnTo>
                  <a:pt x="846392" y="208502"/>
                </a:lnTo>
                <a:lnTo>
                  <a:pt x="867990" y="195176"/>
                </a:lnTo>
                <a:close/>
                <a:moveTo>
                  <a:pt x="853260" y="195026"/>
                </a:moveTo>
                <a:lnTo>
                  <a:pt x="838530" y="196805"/>
                </a:lnTo>
                <a:lnTo>
                  <a:pt x="846392" y="208502"/>
                </a:lnTo>
                <a:close/>
                <a:moveTo>
                  <a:pt x="853260" y="195026"/>
                </a:moveTo>
                <a:lnTo>
                  <a:pt x="860129" y="183289"/>
                </a:lnTo>
                <a:lnTo>
                  <a:pt x="838530" y="196805"/>
                </a:lnTo>
                <a:close/>
                <a:moveTo>
                  <a:pt x="853260" y="195026"/>
                </a:moveTo>
                <a:lnTo>
                  <a:pt x="867990" y="195176"/>
                </a:lnTo>
                <a:lnTo>
                  <a:pt x="860129" y="183289"/>
                </a:lnTo>
                <a:close/>
                <a:moveTo>
                  <a:pt x="831662" y="207686"/>
                </a:moveTo>
                <a:lnTo>
                  <a:pt x="824793" y="220446"/>
                </a:lnTo>
                <a:lnTo>
                  <a:pt x="846392" y="208502"/>
                </a:lnTo>
                <a:close/>
                <a:moveTo>
                  <a:pt x="831662" y="207686"/>
                </a:moveTo>
                <a:lnTo>
                  <a:pt x="816932" y="211426"/>
                </a:lnTo>
                <a:lnTo>
                  <a:pt x="824793" y="220446"/>
                </a:lnTo>
                <a:close/>
                <a:moveTo>
                  <a:pt x="831662" y="207686"/>
                </a:moveTo>
                <a:lnTo>
                  <a:pt x="846392" y="208502"/>
                </a:lnTo>
                <a:lnTo>
                  <a:pt x="838530" y="196805"/>
                </a:lnTo>
                <a:close/>
                <a:moveTo>
                  <a:pt x="14730" y="1575"/>
                </a:moveTo>
                <a:lnTo>
                  <a:pt x="0" y="0"/>
                </a:lnTo>
                <a:lnTo>
                  <a:pt x="7861" y="16776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638" name="PANEL_01-water-10-230_932">
            <a:extLst>
              <a:ext uri="{FF2B5EF4-FFF2-40B4-BE49-F238E27FC236}">
                <a16:creationId xmlns:a16="http://schemas.microsoft.com/office/drawing/2014/main" id="{8FC045DB-8C53-4E62-8D7C-3B6E79E1955C}"/>
              </a:ext>
            </a:extLst>
          </p:cNvPr>
          <p:cNvSpPr>
            <a:spLocks/>
          </p:cNvSpPr>
          <p:nvPr/>
        </p:nvSpPr>
        <p:spPr>
          <a:xfrm>
            <a:off x="1654831" y="968924"/>
            <a:ext cx="333411" cy="28619"/>
          </a:xfrm>
          <a:custGeom>
            <a:pathLst>
              <a:path w="225831" h="19385">
                <a:moveTo>
                  <a:pt x="211102" y="13365"/>
                </a:moveTo>
                <a:lnTo>
                  <a:pt x="217970" y="6449"/>
                </a:lnTo>
                <a:lnTo>
                  <a:pt x="196372" y="10140"/>
                </a:lnTo>
                <a:close/>
                <a:moveTo>
                  <a:pt x="211102" y="13365"/>
                </a:moveTo>
                <a:lnTo>
                  <a:pt x="225831" y="16589"/>
                </a:lnTo>
                <a:lnTo>
                  <a:pt x="217970" y="6449"/>
                </a:lnTo>
                <a:close/>
                <a:moveTo>
                  <a:pt x="189503" y="17055"/>
                </a:moveTo>
                <a:lnTo>
                  <a:pt x="196372" y="10140"/>
                </a:lnTo>
                <a:lnTo>
                  <a:pt x="174773" y="13831"/>
                </a:lnTo>
                <a:close/>
                <a:moveTo>
                  <a:pt x="203240" y="3225"/>
                </a:moveTo>
                <a:lnTo>
                  <a:pt x="196372" y="10140"/>
                </a:lnTo>
                <a:lnTo>
                  <a:pt x="217970" y="6449"/>
                </a:lnTo>
                <a:close/>
                <a:moveTo>
                  <a:pt x="203240" y="3225"/>
                </a:moveTo>
                <a:lnTo>
                  <a:pt x="188511" y="0"/>
                </a:lnTo>
                <a:lnTo>
                  <a:pt x="196372" y="10140"/>
                </a:lnTo>
                <a:close/>
                <a:moveTo>
                  <a:pt x="181642" y="6915"/>
                </a:moveTo>
                <a:lnTo>
                  <a:pt x="174773" y="13831"/>
                </a:lnTo>
                <a:lnTo>
                  <a:pt x="196372" y="10140"/>
                </a:lnTo>
                <a:close/>
                <a:moveTo>
                  <a:pt x="181642" y="6915"/>
                </a:moveTo>
                <a:lnTo>
                  <a:pt x="166912" y="3691"/>
                </a:lnTo>
                <a:lnTo>
                  <a:pt x="174773" y="13831"/>
                </a:lnTo>
                <a:close/>
                <a:moveTo>
                  <a:pt x="181642" y="6915"/>
                </a:moveTo>
                <a:lnTo>
                  <a:pt x="196372" y="10140"/>
                </a:lnTo>
                <a:lnTo>
                  <a:pt x="188511" y="0"/>
                </a:lnTo>
                <a:close/>
                <a:moveTo>
                  <a:pt x="160043" y="10606"/>
                </a:moveTo>
                <a:lnTo>
                  <a:pt x="145314" y="7381"/>
                </a:lnTo>
                <a:lnTo>
                  <a:pt x="153175" y="17521"/>
                </a:lnTo>
                <a:close/>
                <a:moveTo>
                  <a:pt x="160043" y="10606"/>
                </a:moveTo>
                <a:lnTo>
                  <a:pt x="166912" y="3691"/>
                </a:lnTo>
                <a:lnTo>
                  <a:pt x="145314" y="7381"/>
                </a:lnTo>
                <a:close/>
                <a:moveTo>
                  <a:pt x="160043" y="10606"/>
                </a:moveTo>
                <a:lnTo>
                  <a:pt x="174773" y="13831"/>
                </a:lnTo>
                <a:lnTo>
                  <a:pt x="166912" y="3691"/>
                </a:lnTo>
                <a:close/>
                <a:moveTo>
                  <a:pt x="138445" y="14296"/>
                </a:moveTo>
                <a:lnTo>
                  <a:pt x="145314" y="7381"/>
                </a:lnTo>
                <a:lnTo>
                  <a:pt x="123715" y="11072"/>
                </a:lnTo>
                <a:close/>
                <a:moveTo>
                  <a:pt x="138445" y="14296"/>
                </a:moveTo>
                <a:lnTo>
                  <a:pt x="153175" y="17521"/>
                </a:lnTo>
                <a:lnTo>
                  <a:pt x="145314" y="7381"/>
                </a:lnTo>
                <a:close/>
                <a:moveTo>
                  <a:pt x="130584" y="4157"/>
                </a:moveTo>
                <a:lnTo>
                  <a:pt x="123715" y="11072"/>
                </a:lnTo>
                <a:lnTo>
                  <a:pt x="145314" y="7381"/>
                </a:lnTo>
                <a:close/>
                <a:moveTo>
                  <a:pt x="130584" y="4157"/>
                </a:moveTo>
                <a:lnTo>
                  <a:pt x="115854" y="932"/>
                </a:lnTo>
                <a:lnTo>
                  <a:pt x="123715" y="11072"/>
                </a:lnTo>
                <a:close/>
                <a:moveTo>
                  <a:pt x="108985" y="7847"/>
                </a:moveTo>
                <a:lnTo>
                  <a:pt x="102116" y="14762"/>
                </a:lnTo>
                <a:lnTo>
                  <a:pt x="123715" y="11072"/>
                </a:lnTo>
                <a:close/>
                <a:moveTo>
                  <a:pt x="108985" y="7847"/>
                </a:moveTo>
                <a:lnTo>
                  <a:pt x="94255" y="4623"/>
                </a:lnTo>
                <a:lnTo>
                  <a:pt x="102116" y="14762"/>
                </a:lnTo>
                <a:close/>
                <a:moveTo>
                  <a:pt x="108985" y="7847"/>
                </a:moveTo>
                <a:lnTo>
                  <a:pt x="115854" y="932"/>
                </a:lnTo>
                <a:lnTo>
                  <a:pt x="94255" y="4623"/>
                </a:lnTo>
                <a:close/>
                <a:moveTo>
                  <a:pt x="108985" y="7847"/>
                </a:moveTo>
                <a:lnTo>
                  <a:pt x="123715" y="11072"/>
                </a:lnTo>
                <a:lnTo>
                  <a:pt x="115854" y="932"/>
                </a:lnTo>
                <a:close/>
                <a:moveTo>
                  <a:pt x="87387" y="11538"/>
                </a:moveTo>
                <a:lnTo>
                  <a:pt x="72657" y="8313"/>
                </a:lnTo>
                <a:lnTo>
                  <a:pt x="80518" y="18453"/>
                </a:lnTo>
                <a:close/>
                <a:moveTo>
                  <a:pt x="87387" y="11538"/>
                </a:moveTo>
                <a:lnTo>
                  <a:pt x="94255" y="4623"/>
                </a:lnTo>
                <a:lnTo>
                  <a:pt x="72657" y="8313"/>
                </a:lnTo>
                <a:close/>
                <a:moveTo>
                  <a:pt x="87387" y="11538"/>
                </a:moveTo>
                <a:lnTo>
                  <a:pt x="102116" y="14762"/>
                </a:lnTo>
                <a:lnTo>
                  <a:pt x="94255" y="4623"/>
                </a:lnTo>
                <a:close/>
                <a:moveTo>
                  <a:pt x="65788" y="15228"/>
                </a:moveTo>
                <a:lnTo>
                  <a:pt x="72657" y="8313"/>
                </a:lnTo>
                <a:lnTo>
                  <a:pt x="51058" y="12004"/>
                </a:lnTo>
                <a:close/>
                <a:moveTo>
                  <a:pt x="79525" y="1398"/>
                </a:moveTo>
                <a:lnTo>
                  <a:pt x="72657" y="8313"/>
                </a:lnTo>
                <a:lnTo>
                  <a:pt x="94255" y="4623"/>
                </a:lnTo>
                <a:close/>
                <a:moveTo>
                  <a:pt x="57927" y="5089"/>
                </a:moveTo>
                <a:lnTo>
                  <a:pt x="51058" y="12004"/>
                </a:lnTo>
                <a:lnTo>
                  <a:pt x="72657" y="8313"/>
                </a:lnTo>
                <a:close/>
                <a:moveTo>
                  <a:pt x="57927" y="5089"/>
                </a:moveTo>
                <a:lnTo>
                  <a:pt x="43197" y="1864"/>
                </a:lnTo>
                <a:lnTo>
                  <a:pt x="51058" y="12004"/>
                </a:lnTo>
                <a:close/>
                <a:moveTo>
                  <a:pt x="36328" y="8779"/>
                </a:moveTo>
                <a:lnTo>
                  <a:pt x="29460" y="15694"/>
                </a:lnTo>
                <a:lnTo>
                  <a:pt x="51058" y="12004"/>
                </a:lnTo>
                <a:close/>
                <a:moveTo>
                  <a:pt x="36328" y="8779"/>
                </a:moveTo>
                <a:lnTo>
                  <a:pt x="21599" y="5555"/>
                </a:lnTo>
                <a:lnTo>
                  <a:pt x="29460" y="15694"/>
                </a:lnTo>
                <a:close/>
                <a:moveTo>
                  <a:pt x="36328" y="8779"/>
                </a:moveTo>
                <a:lnTo>
                  <a:pt x="43197" y="1864"/>
                </a:lnTo>
                <a:lnTo>
                  <a:pt x="21599" y="5555"/>
                </a:lnTo>
                <a:close/>
                <a:moveTo>
                  <a:pt x="36328" y="8779"/>
                </a:moveTo>
                <a:lnTo>
                  <a:pt x="51058" y="12004"/>
                </a:lnTo>
                <a:lnTo>
                  <a:pt x="43197" y="1864"/>
                </a:lnTo>
                <a:close/>
                <a:moveTo>
                  <a:pt x="14730" y="12470"/>
                </a:moveTo>
                <a:lnTo>
                  <a:pt x="0" y="9245"/>
                </a:lnTo>
                <a:lnTo>
                  <a:pt x="7861" y="19385"/>
                </a:lnTo>
                <a:close/>
                <a:moveTo>
                  <a:pt x="14730" y="12470"/>
                </a:moveTo>
                <a:lnTo>
                  <a:pt x="21599" y="5555"/>
                </a:lnTo>
                <a:lnTo>
                  <a:pt x="0" y="9245"/>
                </a:lnTo>
                <a:close/>
                <a:moveTo>
                  <a:pt x="14730" y="12470"/>
                </a:moveTo>
                <a:lnTo>
                  <a:pt x="29460" y="15694"/>
                </a:lnTo>
                <a:lnTo>
                  <a:pt x="21599" y="5555"/>
                </a:lnTo>
                <a:close/>
                <a:moveTo>
                  <a:pt x="6869" y="2330"/>
                </a:moveTo>
                <a:lnTo>
                  <a:pt x="0" y="9245"/>
                </a:lnTo>
                <a:lnTo>
                  <a:pt x="21599" y="5555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639" name="PANEL_01-slope-11-215_933">
            <a:extLst>
              <a:ext uri="{FF2B5EF4-FFF2-40B4-BE49-F238E27FC236}">
                <a16:creationId xmlns:a16="http://schemas.microsoft.com/office/drawing/2014/main" id="{0F1923DC-E9D9-4FBF-A6EA-B4E62E74EBD3}"/>
              </a:ext>
            </a:extLst>
          </p:cNvPr>
          <p:cNvSpPr>
            <a:spLocks/>
          </p:cNvSpPr>
          <p:nvPr/>
        </p:nvSpPr>
        <p:spPr>
          <a:xfrm>
            <a:off x="576283" y="571171"/>
            <a:ext cx="1690272" cy="426374"/>
          </a:xfrm>
          <a:custGeom>
            <a:pathLst>
              <a:path w="1144880" h="288798">
                <a:moveTo>
                  <a:pt x="1130150" y="218832"/>
                </a:moveTo>
                <a:lnTo>
                  <a:pt x="1144880" y="227196"/>
                </a:lnTo>
                <a:lnTo>
                  <a:pt x="1137019" y="216949"/>
                </a:lnTo>
                <a:close/>
                <a:moveTo>
                  <a:pt x="723669" y="276600"/>
                </a:moveTo>
                <a:lnTo>
                  <a:pt x="716800" y="279980"/>
                </a:lnTo>
                <a:lnTo>
                  <a:pt x="738399" y="288798"/>
                </a:lnTo>
                <a:close/>
                <a:moveTo>
                  <a:pt x="723669" y="276600"/>
                </a:moveTo>
                <a:lnTo>
                  <a:pt x="708939" y="274663"/>
                </a:lnTo>
                <a:lnTo>
                  <a:pt x="716800" y="279980"/>
                </a:lnTo>
                <a:close/>
                <a:moveTo>
                  <a:pt x="723669" y="276600"/>
                </a:moveTo>
                <a:lnTo>
                  <a:pt x="730538" y="278658"/>
                </a:lnTo>
                <a:lnTo>
                  <a:pt x="708939" y="274663"/>
                </a:lnTo>
                <a:close/>
                <a:moveTo>
                  <a:pt x="723669" y="276600"/>
                </a:moveTo>
                <a:lnTo>
                  <a:pt x="738399" y="288798"/>
                </a:lnTo>
                <a:lnTo>
                  <a:pt x="730538" y="278658"/>
                </a:lnTo>
                <a:close/>
                <a:moveTo>
                  <a:pt x="702071" y="276952"/>
                </a:moveTo>
                <a:lnTo>
                  <a:pt x="708939" y="274663"/>
                </a:lnTo>
                <a:lnTo>
                  <a:pt x="687341" y="276061"/>
                </a:lnTo>
                <a:close/>
                <a:moveTo>
                  <a:pt x="702071" y="276952"/>
                </a:moveTo>
                <a:lnTo>
                  <a:pt x="716800" y="279980"/>
                </a:lnTo>
                <a:lnTo>
                  <a:pt x="708939" y="274663"/>
                </a:lnTo>
                <a:close/>
                <a:moveTo>
                  <a:pt x="694209" y="274146"/>
                </a:moveTo>
                <a:lnTo>
                  <a:pt x="687341" y="276061"/>
                </a:lnTo>
                <a:lnTo>
                  <a:pt x="708939" y="274663"/>
                </a:lnTo>
                <a:close/>
                <a:moveTo>
                  <a:pt x="599954" y="274454"/>
                </a:moveTo>
                <a:lnTo>
                  <a:pt x="614684" y="278192"/>
                </a:lnTo>
                <a:lnTo>
                  <a:pt x="606823" y="276831"/>
                </a:lnTo>
                <a:close/>
                <a:moveTo>
                  <a:pt x="366261" y="184977"/>
                </a:moveTo>
                <a:lnTo>
                  <a:pt x="359393" y="190796"/>
                </a:lnTo>
                <a:lnTo>
                  <a:pt x="380991" y="198565"/>
                </a:lnTo>
                <a:close/>
                <a:moveTo>
                  <a:pt x="366261" y="184977"/>
                </a:moveTo>
                <a:lnTo>
                  <a:pt x="351532" y="169330"/>
                </a:lnTo>
                <a:lnTo>
                  <a:pt x="359393" y="190796"/>
                </a:lnTo>
                <a:close/>
                <a:moveTo>
                  <a:pt x="358400" y="162400"/>
                </a:moveTo>
                <a:lnTo>
                  <a:pt x="343670" y="147873"/>
                </a:lnTo>
                <a:lnTo>
                  <a:pt x="351532" y="169330"/>
                </a:lnTo>
                <a:close/>
                <a:moveTo>
                  <a:pt x="336802" y="154790"/>
                </a:moveTo>
                <a:lnTo>
                  <a:pt x="329933" y="160252"/>
                </a:lnTo>
                <a:lnTo>
                  <a:pt x="351532" y="169330"/>
                </a:lnTo>
                <a:close/>
                <a:moveTo>
                  <a:pt x="336802" y="154790"/>
                </a:moveTo>
                <a:lnTo>
                  <a:pt x="322072" y="139430"/>
                </a:lnTo>
                <a:lnTo>
                  <a:pt x="329933" y="160252"/>
                </a:lnTo>
                <a:close/>
                <a:moveTo>
                  <a:pt x="336802" y="154790"/>
                </a:moveTo>
                <a:lnTo>
                  <a:pt x="343670" y="147873"/>
                </a:lnTo>
                <a:lnTo>
                  <a:pt x="322072" y="139430"/>
                </a:lnTo>
                <a:close/>
                <a:moveTo>
                  <a:pt x="336802" y="154790"/>
                </a:moveTo>
                <a:lnTo>
                  <a:pt x="351532" y="169330"/>
                </a:lnTo>
                <a:lnTo>
                  <a:pt x="343670" y="147873"/>
                </a:lnTo>
                <a:close/>
                <a:moveTo>
                  <a:pt x="328941" y="133652"/>
                </a:moveTo>
                <a:lnTo>
                  <a:pt x="322072" y="139430"/>
                </a:lnTo>
                <a:lnTo>
                  <a:pt x="343670" y="147873"/>
                </a:lnTo>
                <a:close/>
                <a:moveTo>
                  <a:pt x="328941" y="133652"/>
                </a:moveTo>
                <a:lnTo>
                  <a:pt x="314211" y="120616"/>
                </a:lnTo>
                <a:lnTo>
                  <a:pt x="322072" y="139430"/>
                </a:lnTo>
                <a:close/>
                <a:moveTo>
                  <a:pt x="307342" y="124121"/>
                </a:moveTo>
                <a:lnTo>
                  <a:pt x="300473" y="128810"/>
                </a:lnTo>
                <a:lnTo>
                  <a:pt x="322072" y="139430"/>
                </a:lnTo>
                <a:close/>
                <a:moveTo>
                  <a:pt x="307342" y="124121"/>
                </a:moveTo>
                <a:lnTo>
                  <a:pt x="292612" y="110660"/>
                </a:lnTo>
                <a:lnTo>
                  <a:pt x="300473" y="128810"/>
                </a:lnTo>
                <a:close/>
                <a:moveTo>
                  <a:pt x="307342" y="124121"/>
                </a:moveTo>
                <a:lnTo>
                  <a:pt x="314211" y="120616"/>
                </a:lnTo>
                <a:lnTo>
                  <a:pt x="292612" y="110660"/>
                </a:lnTo>
                <a:close/>
                <a:moveTo>
                  <a:pt x="307342" y="124121"/>
                </a:moveTo>
                <a:lnTo>
                  <a:pt x="322072" y="139430"/>
                </a:lnTo>
                <a:lnTo>
                  <a:pt x="314211" y="120616"/>
                </a:lnTo>
                <a:close/>
                <a:moveTo>
                  <a:pt x="299481" y="108599"/>
                </a:moveTo>
                <a:lnTo>
                  <a:pt x="292612" y="110660"/>
                </a:lnTo>
                <a:lnTo>
                  <a:pt x="314211" y="120616"/>
                </a:lnTo>
                <a:close/>
                <a:moveTo>
                  <a:pt x="299481" y="108599"/>
                </a:moveTo>
                <a:lnTo>
                  <a:pt x="284751" y="97203"/>
                </a:lnTo>
                <a:lnTo>
                  <a:pt x="292612" y="110660"/>
                </a:lnTo>
                <a:close/>
                <a:moveTo>
                  <a:pt x="277882" y="97766"/>
                </a:moveTo>
                <a:lnTo>
                  <a:pt x="271014" y="102858"/>
                </a:lnTo>
                <a:lnTo>
                  <a:pt x="292612" y="110660"/>
                </a:lnTo>
                <a:close/>
                <a:moveTo>
                  <a:pt x="277882" y="97766"/>
                </a:moveTo>
                <a:lnTo>
                  <a:pt x="263152" y="87652"/>
                </a:lnTo>
                <a:lnTo>
                  <a:pt x="271014" y="102858"/>
                </a:lnTo>
                <a:close/>
                <a:moveTo>
                  <a:pt x="277882" y="97766"/>
                </a:moveTo>
                <a:lnTo>
                  <a:pt x="284751" y="97203"/>
                </a:lnTo>
                <a:lnTo>
                  <a:pt x="263152" y="87652"/>
                </a:lnTo>
                <a:close/>
                <a:moveTo>
                  <a:pt x="277882" y="97766"/>
                </a:moveTo>
                <a:lnTo>
                  <a:pt x="292612" y="110660"/>
                </a:lnTo>
                <a:lnTo>
                  <a:pt x="284751" y="97203"/>
                </a:lnTo>
                <a:close/>
                <a:moveTo>
                  <a:pt x="248423" y="75714"/>
                </a:moveTo>
                <a:lnTo>
                  <a:pt x="255291" y="71637"/>
                </a:lnTo>
                <a:lnTo>
                  <a:pt x="233693" y="65350"/>
                </a:lnTo>
                <a:close/>
                <a:moveTo>
                  <a:pt x="248423" y="75714"/>
                </a:moveTo>
                <a:lnTo>
                  <a:pt x="263152" y="87652"/>
                </a:lnTo>
                <a:lnTo>
                  <a:pt x="255291" y="71637"/>
                </a:lnTo>
                <a:close/>
                <a:moveTo>
                  <a:pt x="44190" y="6689"/>
                </a:moveTo>
                <a:lnTo>
                  <a:pt x="51058" y="4912"/>
                </a:lnTo>
                <a:lnTo>
                  <a:pt x="29460" y="2847"/>
                </a:lnTo>
                <a:close/>
                <a:moveTo>
                  <a:pt x="44190" y="6689"/>
                </a:moveTo>
                <a:lnTo>
                  <a:pt x="58919" y="16048"/>
                </a:lnTo>
                <a:lnTo>
                  <a:pt x="51058" y="4912"/>
                </a:lnTo>
                <a:close/>
                <a:moveTo>
                  <a:pt x="36328" y="1933"/>
                </a:moveTo>
                <a:lnTo>
                  <a:pt x="29460" y="2847"/>
                </a:lnTo>
                <a:lnTo>
                  <a:pt x="51058" y="4912"/>
                </a:lnTo>
                <a:close/>
                <a:moveTo>
                  <a:pt x="14730" y="0"/>
                </a:moveTo>
                <a:lnTo>
                  <a:pt x="7861" y="1748"/>
                </a:lnTo>
                <a:lnTo>
                  <a:pt x="29460" y="2847"/>
                </a:lnTo>
                <a:close/>
                <a:moveTo>
                  <a:pt x="14730" y="0"/>
                </a:moveTo>
                <a:lnTo>
                  <a:pt x="0" y="457"/>
                </a:lnTo>
                <a:lnTo>
                  <a:pt x="7861" y="1748"/>
                </a:lnTo>
                <a:close/>
                <a:moveTo>
                  <a:pt x="14730" y="0"/>
                </a:moveTo>
                <a:lnTo>
                  <a:pt x="29460" y="2847"/>
                </a:lnTo>
                <a:lnTo>
                  <a:pt x="21599" y="1912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40" name="PANEL_01-slope-11-220_934">
            <a:extLst>
              <a:ext uri="{FF2B5EF4-FFF2-40B4-BE49-F238E27FC236}">
                <a16:creationId xmlns:a16="http://schemas.microsoft.com/office/drawing/2014/main" id="{C6E5E792-24D8-419E-9BFD-176DAC791AB2}"/>
              </a:ext>
            </a:extLst>
          </p:cNvPr>
          <p:cNvSpPr>
            <a:spLocks/>
          </p:cNvSpPr>
          <p:nvPr/>
        </p:nvSpPr>
        <p:spPr>
          <a:xfrm>
            <a:off x="651664" y="578422"/>
            <a:ext cx="2174445" cy="464087"/>
          </a:xfrm>
          <a:custGeom>
            <a:pathLst>
              <a:path w="1472828" h="314342">
                <a:moveTo>
                  <a:pt x="1458098" y="276671"/>
                </a:moveTo>
                <a:lnTo>
                  <a:pt x="1443368" y="277737"/>
                </a:lnTo>
                <a:lnTo>
                  <a:pt x="1451229" y="282781"/>
                </a:lnTo>
                <a:close/>
                <a:moveTo>
                  <a:pt x="1458098" y="276671"/>
                </a:moveTo>
                <a:lnTo>
                  <a:pt x="1464967" y="271031"/>
                </a:lnTo>
                <a:lnTo>
                  <a:pt x="1443368" y="277737"/>
                </a:lnTo>
                <a:close/>
                <a:moveTo>
                  <a:pt x="1458098" y="276671"/>
                </a:moveTo>
                <a:lnTo>
                  <a:pt x="1472828" y="276946"/>
                </a:lnTo>
                <a:lnTo>
                  <a:pt x="1464967" y="271031"/>
                </a:lnTo>
                <a:close/>
                <a:moveTo>
                  <a:pt x="1436499" y="282825"/>
                </a:moveTo>
                <a:lnTo>
                  <a:pt x="1443368" y="277737"/>
                </a:lnTo>
                <a:lnTo>
                  <a:pt x="1421769" y="285660"/>
                </a:lnTo>
                <a:close/>
                <a:moveTo>
                  <a:pt x="1450237" y="272410"/>
                </a:moveTo>
                <a:lnTo>
                  <a:pt x="1443368" y="277737"/>
                </a:lnTo>
                <a:lnTo>
                  <a:pt x="1464967" y="271031"/>
                </a:lnTo>
                <a:close/>
                <a:moveTo>
                  <a:pt x="1291186" y="307115"/>
                </a:moveTo>
                <a:lnTo>
                  <a:pt x="1284317" y="314180"/>
                </a:lnTo>
                <a:lnTo>
                  <a:pt x="1305916" y="314342"/>
                </a:lnTo>
                <a:close/>
                <a:moveTo>
                  <a:pt x="1291186" y="307115"/>
                </a:moveTo>
                <a:lnTo>
                  <a:pt x="1276456" y="299014"/>
                </a:lnTo>
                <a:lnTo>
                  <a:pt x="1284317" y="314180"/>
                </a:lnTo>
                <a:close/>
                <a:moveTo>
                  <a:pt x="1291186" y="307115"/>
                </a:moveTo>
                <a:lnTo>
                  <a:pt x="1298054" y="299649"/>
                </a:lnTo>
                <a:lnTo>
                  <a:pt x="1276456" y="299014"/>
                </a:lnTo>
                <a:close/>
                <a:moveTo>
                  <a:pt x="1291186" y="307115"/>
                </a:moveTo>
                <a:lnTo>
                  <a:pt x="1305916" y="314342"/>
                </a:lnTo>
                <a:lnTo>
                  <a:pt x="1298054" y="299649"/>
                </a:lnTo>
                <a:close/>
                <a:moveTo>
                  <a:pt x="1269587" y="305096"/>
                </a:moveTo>
                <a:lnTo>
                  <a:pt x="1276456" y="299014"/>
                </a:lnTo>
                <a:lnTo>
                  <a:pt x="1254857" y="298056"/>
                </a:lnTo>
                <a:close/>
                <a:moveTo>
                  <a:pt x="1283325" y="293597"/>
                </a:moveTo>
                <a:lnTo>
                  <a:pt x="1276456" y="299014"/>
                </a:lnTo>
                <a:lnTo>
                  <a:pt x="1298054" y="299649"/>
                </a:lnTo>
                <a:close/>
                <a:moveTo>
                  <a:pt x="1261726" y="290250"/>
                </a:moveTo>
                <a:lnTo>
                  <a:pt x="1254857" y="298056"/>
                </a:lnTo>
                <a:lnTo>
                  <a:pt x="1276456" y="299014"/>
                </a:lnTo>
                <a:close/>
                <a:moveTo>
                  <a:pt x="1261726" y="290250"/>
                </a:moveTo>
                <a:lnTo>
                  <a:pt x="1246996" y="282124"/>
                </a:lnTo>
                <a:lnTo>
                  <a:pt x="1254857" y="298056"/>
                </a:lnTo>
                <a:close/>
                <a:moveTo>
                  <a:pt x="1261726" y="290250"/>
                </a:moveTo>
                <a:lnTo>
                  <a:pt x="1276456" y="299014"/>
                </a:lnTo>
                <a:lnTo>
                  <a:pt x="1268595" y="285219"/>
                </a:lnTo>
                <a:close/>
                <a:moveTo>
                  <a:pt x="1240128" y="289363"/>
                </a:moveTo>
                <a:lnTo>
                  <a:pt x="1225398" y="279762"/>
                </a:lnTo>
                <a:lnTo>
                  <a:pt x="1233259" y="298593"/>
                </a:lnTo>
                <a:close/>
                <a:moveTo>
                  <a:pt x="1240128" y="289363"/>
                </a:moveTo>
                <a:lnTo>
                  <a:pt x="1246996" y="282124"/>
                </a:lnTo>
                <a:lnTo>
                  <a:pt x="1225398" y="279762"/>
                </a:lnTo>
                <a:close/>
                <a:moveTo>
                  <a:pt x="1240128" y="289363"/>
                </a:moveTo>
                <a:lnTo>
                  <a:pt x="1254857" y="298056"/>
                </a:lnTo>
                <a:lnTo>
                  <a:pt x="1246996" y="282124"/>
                </a:lnTo>
                <a:close/>
                <a:moveTo>
                  <a:pt x="1232266" y="271674"/>
                </a:moveTo>
                <a:lnTo>
                  <a:pt x="1225398" y="279762"/>
                </a:lnTo>
                <a:lnTo>
                  <a:pt x="1246996" y="282124"/>
                </a:lnTo>
                <a:close/>
                <a:moveTo>
                  <a:pt x="1232266" y="271674"/>
                </a:moveTo>
                <a:lnTo>
                  <a:pt x="1217537" y="262717"/>
                </a:lnTo>
                <a:lnTo>
                  <a:pt x="1225398" y="279762"/>
                </a:lnTo>
                <a:close/>
                <a:moveTo>
                  <a:pt x="1210668" y="268422"/>
                </a:moveTo>
                <a:lnTo>
                  <a:pt x="1203799" y="277905"/>
                </a:lnTo>
                <a:lnTo>
                  <a:pt x="1225398" y="279762"/>
                </a:lnTo>
                <a:close/>
                <a:moveTo>
                  <a:pt x="1210668" y="268422"/>
                </a:moveTo>
                <a:lnTo>
                  <a:pt x="1195938" y="259307"/>
                </a:lnTo>
                <a:lnTo>
                  <a:pt x="1203799" y="277905"/>
                </a:lnTo>
                <a:close/>
                <a:moveTo>
                  <a:pt x="1210668" y="268422"/>
                </a:moveTo>
                <a:lnTo>
                  <a:pt x="1217537" y="262717"/>
                </a:lnTo>
                <a:lnTo>
                  <a:pt x="1195938" y="259307"/>
                </a:lnTo>
                <a:close/>
                <a:moveTo>
                  <a:pt x="1210668" y="268422"/>
                </a:moveTo>
                <a:lnTo>
                  <a:pt x="1225398" y="279762"/>
                </a:lnTo>
                <a:lnTo>
                  <a:pt x="1217537" y="262717"/>
                </a:lnTo>
                <a:close/>
                <a:moveTo>
                  <a:pt x="1189069" y="267854"/>
                </a:moveTo>
                <a:lnTo>
                  <a:pt x="1195938" y="259307"/>
                </a:lnTo>
                <a:lnTo>
                  <a:pt x="1174340" y="258846"/>
                </a:lnTo>
                <a:close/>
                <a:moveTo>
                  <a:pt x="1189069" y="267854"/>
                </a:moveTo>
                <a:lnTo>
                  <a:pt x="1203799" y="277905"/>
                </a:lnTo>
                <a:lnTo>
                  <a:pt x="1195938" y="259307"/>
                </a:lnTo>
                <a:close/>
                <a:moveTo>
                  <a:pt x="1181208" y="249398"/>
                </a:moveTo>
                <a:lnTo>
                  <a:pt x="1174340" y="258846"/>
                </a:lnTo>
                <a:lnTo>
                  <a:pt x="1195938" y="259307"/>
                </a:lnTo>
                <a:close/>
                <a:moveTo>
                  <a:pt x="1181208" y="249398"/>
                </a:moveTo>
                <a:lnTo>
                  <a:pt x="1166478" y="242890"/>
                </a:lnTo>
                <a:lnTo>
                  <a:pt x="1174340" y="258846"/>
                </a:lnTo>
                <a:close/>
                <a:moveTo>
                  <a:pt x="1181208" y="249398"/>
                </a:moveTo>
                <a:lnTo>
                  <a:pt x="1195938" y="259307"/>
                </a:lnTo>
                <a:lnTo>
                  <a:pt x="1188077" y="244780"/>
                </a:lnTo>
                <a:close/>
                <a:moveTo>
                  <a:pt x="1159610" y="251329"/>
                </a:moveTo>
                <a:lnTo>
                  <a:pt x="1144880" y="242519"/>
                </a:lnTo>
                <a:lnTo>
                  <a:pt x="1152741" y="257186"/>
                </a:lnTo>
                <a:close/>
                <a:moveTo>
                  <a:pt x="1159610" y="251329"/>
                </a:moveTo>
                <a:lnTo>
                  <a:pt x="1166478" y="242890"/>
                </a:lnTo>
                <a:lnTo>
                  <a:pt x="1144880" y="242519"/>
                </a:lnTo>
                <a:close/>
                <a:moveTo>
                  <a:pt x="1159610" y="251329"/>
                </a:moveTo>
                <a:lnTo>
                  <a:pt x="1174340" y="258846"/>
                </a:lnTo>
                <a:lnTo>
                  <a:pt x="1166478" y="242890"/>
                </a:lnTo>
                <a:close/>
                <a:moveTo>
                  <a:pt x="1138011" y="249695"/>
                </a:moveTo>
                <a:lnTo>
                  <a:pt x="1144880" y="242519"/>
                </a:lnTo>
                <a:lnTo>
                  <a:pt x="1123281" y="239949"/>
                </a:lnTo>
                <a:close/>
                <a:moveTo>
                  <a:pt x="1151748" y="234885"/>
                </a:moveTo>
                <a:lnTo>
                  <a:pt x="1144880" y="242519"/>
                </a:lnTo>
                <a:lnTo>
                  <a:pt x="1166478" y="242890"/>
                </a:lnTo>
                <a:close/>
                <a:moveTo>
                  <a:pt x="1151748" y="234885"/>
                </a:moveTo>
                <a:lnTo>
                  <a:pt x="1137019" y="227592"/>
                </a:lnTo>
                <a:lnTo>
                  <a:pt x="1144880" y="242519"/>
                </a:lnTo>
                <a:close/>
                <a:moveTo>
                  <a:pt x="1130150" y="234168"/>
                </a:moveTo>
                <a:lnTo>
                  <a:pt x="1123281" y="239949"/>
                </a:lnTo>
                <a:lnTo>
                  <a:pt x="1144880" y="242519"/>
                </a:lnTo>
                <a:close/>
                <a:moveTo>
                  <a:pt x="1130150" y="234168"/>
                </a:moveTo>
                <a:lnTo>
                  <a:pt x="1115420" y="225960"/>
                </a:lnTo>
                <a:lnTo>
                  <a:pt x="1123281" y="239949"/>
                </a:lnTo>
                <a:close/>
                <a:moveTo>
                  <a:pt x="1130150" y="234168"/>
                </a:moveTo>
                <a:lnTo>
                  <a:pt x="1137019" y="227592"/>
                </a:lnTo>
                <a:lnTo>
                  <a:pt x="1115420" y="225960"/>
                </a:lnTo>
                <a:close/>
                <a:moveTo>
                  <a:pt x="1130150" y="234168"/>
                </a:moveTo>
                <a:lnTo>
                  <a:pt x="1144880" y="242519"/>
                </a:lnTo>
                <a:lnTo>
                  <a:pt x="1137019" y="227592"/>
                </a:lnTo>
                <a:close/>
                <a:moveTo>
                  <a:pt x="1108551" y="231375"/>
                </a:moveTo>
                <a:lnTo>
                  <a:pt x="1115420" y="225960"/>
                </a:lnTo>
                <a:lnTo>
                  <a:pt x="1093822" y="222284"/>
                </a:lnTo>
                <a:close/>
                <a:moveTo>
                  <a:pt x="1108551" y="231375"/>
                </a:moveTo>
                <a:lnTo>
                  <a:pt x="1123281" y="239949"/>
                </a:lnTo>
                <a:lnTo>
                  <a:pt x="1115420" y="225960"/>
                </a:lnTo>
                <a:close/>
                <a:moveTo>
                  <a:pt x="1100690" y="218043"/>
                </a:moveTo>
                <a:lnTo>
                  <a:pt x="1093822" y="222284"/>
                </a:lnTo>
                <a:lnTo>
                  <a:pt x="1115420" y="225960"/>
                </a:lnTo>
                <a:close/>
                <a:moveTo>
                  <a:pt x="1100690" y="218043"/>
                </a:moveTo>
                <a:lnTo>
                  <a:pt x="1085960" y="212037"/>
                </a:lnTo>
                <a:lnTo>
                  <a:pt x="1093822" y="222284"/>
                </a:lnTo>
                <a:close/>
                <a:moveTo>
                  <a:pt x="1079092" y="213920"/>
                </a:moveTo>
                <a:lnTo>
                  <a:pt x="1072223" y="220690"/>
                </a:lnTo>
                <a:lnTo>
                  <a:pt x="1093822" y="222284"/>
                </a:lnTo>
                <a:close/>
                <a:moveTo>
                  <a:pt x="1079092" y="213920"/>
                </a:moveTo>
                <a:lnTo>
                  <a:pt x="1064362" y="210522"/>
                </a:lnTo>
                <a:lnTo>
                  <a:pt x="1072223" y="220690"/>
                </a:lnTo>
                <a:close/>
                <a:moveTo>
                  <a:pt x="1079092" y="213920"/>
                </a:moveTo>
                <a:lnTo>
                  <a:pt x="1085960" y="212037"/>
                </a:lnTo>
                <a:lnTo>
                  <a:pt x="1064362" y="210522"/>
                </a:lnTo>
                <a:close/>
                <a:moveTo>
                  <a:pt x="1057493" y="215886"/>
                </a:moveTo>
                <a:lnTo>
                  <a:pt x="1072223" y="220690"/>
                </a:lnTo>
                <a:lnTo>
                  <a:pt x="1064362" y="210522"/>
                </a:lnTo>
                <a:close/>
                <a:moveTo>
                  <a:pt x="629414" y="272475"/>
                </a:moveTo>
                <a:lnTo>
                  <a:pt x="636283" y="271149"/>
                </a:lnTo>
                <a:lnTo>
                  <a:pt x="614684" y="274028"/>
                </a:lnTo>
                <a:close/>
                <a:moveTo>
                  <a:pt x="621553" y="270848"/>
                </a:moveTo>
                <a:lnTo>
                  <a:pt x="614684" y="274028"/>
                </a:lnTo>
                <a:lnTo>
                  <a:pt x="636283" y="271149"/>
                </a:lnTo>
                <a:close/>
                <a:moveTo>
                  <a:pt x="621553" y="270848"/>
                </a:moveTo>
                <a:lnTo>
                  <a:pt x="606823" y="271360"/>
                </a:lnTo>
                <a:lnTo>
                  <a:pt x="614684" y="274028"/>
                </a:lnTo>
                <a:close/>
                <a:moveTo>
                  <a:pt x="599954" y="275544"/>
                </a:moveTo>
                <a:lnTo>
                  <a:pt x="593085" y="277646"/>
                </a:lnTo>
                <a:lnTo>
                  <a:pt x="614684" y="274028"/>
                </a:lnTo>
                <a:close/>
                <a:moveTo>
                  <a:pt x="599954" y="275544"/>
                </a:moveTo>
                <a:lnTo>
                  <a:pt x="585224" y="273286"/>
                </a:lnTo>
                <a:lnTo>
                  <a:pt x="593085" y="277646"/>
                </a:lnTo>
                <a:close/>
                <a:moveTo>
                  <a:pt x="599954" y="275544"/>
                </a:moveTo>
                <a:lnTo>
                  <a:pt x="606823" y="271360"/>
                </a:lnTo>
                <a:lnTo>
                  <a:pt x="585224" y="273286"/>
                </a:lnTo>
                <a:close/>
                <a:moveTo>
                  <a:pt x="599954" y="275544"/>
                </a:moveTo>
                <a:lnTo>
                  <a:pt x="614684" y="274028"/>
                </a:lnTo>
                <a:lnTo>
                  <a:pt x="606823" y="271360"/>
                </a:lnTo>
                <a:close/>
                <a:moveTo>
                  <a:pt x="578356" y="275990"/>
                </a:moveTo>
                <a:lnTo>
                  <a:pt x="585224" y="273286"/>
                </a:lnTo>
                <a:lnTo>
                  <a:pt x="563626" y="273280"/>
                </a:lnTo>
                <a:close/>
                <a:moveTo>
                  <a:pt x="578356" y="275990"/>
                </a:moveTo>
                <a:lnTo>
                  <a:pt x="593085" y="277646"/>
                </a:lnTo>
                <a:lnTo>
                  <a:pt x="585224" y="273286"/>
                </a:lnTo>
                <a:close/>
                <a:moveTo>
                  <a:pt x="570494" y="270326"/>
                </a:moveTo>
                <a:lnTo>
                  <a:pt x="563626" y="273280"/>
                </a:lnTo>
                <a:lnTo>
                  <a:pt x="585224" y="273286"/>
                </a:lnTo>
                <a:close/>
                <a:moveTo>
                  <a:pt x="548896" y="269542"/>
                </a:moveTo>
                <a:lnTo>
                  <a:pt x="542027" y="275668"/>
                </a:lnTo>
                <a:lnTo>
                  <a:pt x="563626" y="273280"/>
                </a:lnTo>
                <a:close/>
                <a:moveTo>
                  <a:pt x="548896" y="269542"/>
                </a:moveTo>
                <a:lnTo>
                  <a:pt x="534166" y="266969"/>
                </a:lnTo>
                <a:lnTo>
                  <a:pt x="542027" y="275668"/>
                </a:lnTo>
                <a:close/>
                <a:moveTo>
                  <a:pt x="527297" y="274073"/>
                </a:moveTo>
                <a:lnTo>
                  <a:pt x="512568" y="269709"/>
                </a:lnTo>
                <a:lnTo>
                  <a:pt x="520429" y="279267"/>
                </a:lnTo>
                <a:close/>
                <a:moveTo>
                  <a:pt x="527297" y="274073"/>
                </a:moveTo>
                <a:lnTo>
                  <a:pt x="534166" y="266969"/>
                </a:lnTo>
                <a:lnTo>
                  <a:pt x="512568" y="269709"/>
                </a:lnTo>
                <a:close/>
                <a:moveTo>
                  <a:pt x="527297" y="274073"/>
                </a:moveTo>
                <a:lnTo>
                  <a:pt x="542027" y="275668"/>
                </a:lnTo>
                <a:lnTo>
                  <a:pt x="534166" y="266969"/>
                </a:lnTo>
                <a:close/>
                <a:moveTo>
                  <a:pt x="505699" y="275501"/>
                </a:moveTo>
                <a:lnTo>
                  <a:pt x="512568" y="269709"/>
                </a:lnTo>
                <a:lnTo>
                  <a:pt x="490969" y="271211"/>
                </a:lnTo>
                <a:close/>
                <a:moveTo>
                  <a:pt x="505699" y="275501"/>
                </a:moveTo>
                <a:lnTo>
                  <a:pt x="520429" y="279267"/>
                </a:lnTo>
                <a:lnTo>
                  <a:pt x="512568" y="269709"/>
                </a:lnTo>
                <a:close/>
                <a:moveTo>
                  <a:pt x="497838" y="265244"/>
                </a:moveTo>
                <a:lnTo>
                  <a:pt x="490969" y="271211"/>
                </a:lnTo>
                <a:lnTo>
                  <a:pt x="512568" y="269709"/>
                </a:lnTo>
                <a:close/>
                <a:moveTo>
                  <a:pt x="497838" y="265244"/>
                </a:moveTo>
                <a:lnTo>
                  <a:pt x="483108" y="260160"/>
                </a:lnTo>
                <a:lnTo>
                  <a:pt x="490969" y="271211"/>
                </a:lnTo>
                <a:close/>
                <a:moveTo>
                  <a:pt x="476239" y="266999"/>
                </a:moveTo>
                <a:lnTo>
                  <a:pt x="469371" y="272215"/>
                </a:lnTo>
                <a:lnTo>
                  <a:pt x="490969" y="271211"/>
                </a:lnTo>
                <a:close/>
                <a:moveTo>
                  <a:pt x="476239" y="266999"/>
                </a:moveTo>
                <a:lnTo>
                  <a:pt x="461509" y="260980"/>
                </a:lnTo>
                <a:lnTo>
                  <a:pt x="469371" y="272215"/>
                </a:lnTo>
                <a:close/>
                <a:moveTo>
                  <a:pt x="476239" y="266999"/>
                </a:moveTo>
                <a:lnTo>
                  <a:pt x="483108" y="260160"/>
                </a:lnTo>
                <a:lnTo>
                  <a:pt x="461509" y="260980"/>
                </a:lnTo>
                <a:close/>
                <a:moveTo>
                  <a:pt x="476239" y="266999"/>
                </a:moveTo>
                <a:lnTo>
                  <a:pt x="490969" y="271211"/>
                </a:lnTo>
                <a:lnTo>
                  <a:pt x="483108" y="260160"/>
                </a:lnTo>
                <a:close/>
                <a:moveTo>
                  <a:pt x="454641" y="267905"/>
                </a:moveTo>
                <a:lnTo>
                  <a:pt x="461509" y="260980"/>
                </a:lnTo>
                <a:lnTo>
                  <a:pt x="439911" y="261280"/>
                </a:lnTo>
                <a:close/>
                <a:moveTo>
                  <a:pt x="454641" y="267905"/>
                </a:moveTo>
                <a:lnTo>
                  <a:pt x="469371" y="272215"/>
                </a:lnTo>
                <a:lnTo>
                  <a:pt x="461509" y="260980"/>
                </a:lnTo>
                <a:close/>
                <a:moveTo>
                  <a:pt x="446779" y="254614"/>
                </a:moveTo>
                <a:lnTo>
                  <a:pt x="439911" y="261280"/>
                </a:lnTo>
                <a:lnTo>
                  <a:pt x="461509" y="260980"/>
                </a:lnTo>
                <a:close/>
                <a:moveTo>
                  <a:pt x="446779" y="254614"/>
                </a:moveTo>
                <a:lnTo>
                  <a:pt x="432050" y="245393"/>
                </a:lnTo>
                <a:lnTo>
                  <a:pt x="439911" y="261280"/>
                </a:lnTo>
                <a:close/>
                <a:moveTo>
                  <a:pt x="425181" y="254599"/>
                </a:moveTo>
                <a:lnTo>
                  <a:pt x="418312" y="261050"/>
                </a:lnTo>
                <a:lnTo>
                  <a:pt x="439911" y="261280"/>
                </a:lnTo>
                <a:close/>
                <a:moveTo>
                  <a:pt x="425181" y="254599"/>
                </a:moveTo>
                <a:lnTo>
                  <a:pt x="410451" y="245092"/>
                </a:lnTo>
                <a:lnTo>
                  <a:pt x="418312" y="261050"/>
                </a:lnTo>
                <a:close/>
                <a:moveTo>
                  <a:pt x="425181" y="254599"/>
                </a:moveTo>
                <a:lnTo>
                  <a:pt x="432050" y="245393"/>
                </a:lnTo>
                <a:lnTo>
                  <a:pt x="410451" y="245092"/>
                </a:lnTo>
                <a:close/>
                <a:moveTo>
                  <a:pt x="425181" y="254599"/>
                </a:moveTo>
                <a:lnTo>
                  <a:pt x="439911" y="261280"/>
                </a:lnTo>
                <a:lnTo>
                  <a:pt x="432050" y="245393"/>
                </a:lnTo>
                <a:close/>
                <a:moveTo>
                  <a:pt x="403582" y="254985"/>
                </a:moveTo>
                <a:lnTo>
                  <a:pt x="410451" y="245092"/>
                </a:lnTo>
                <a:lnTo>
                  <a:pt x="388853" y="244718"/>
                </a:lnTo>
                <a:close/>
                <a:moveTo>
                  <a:pt x="403582" y="254985"/>
                </a:moveTo>
                <a:lnTo>
                  <a:pt x="418312" y="261050"/>
                </a:lnTo>
                <a:lnTo>
                  <a:pt x="410451" y="245092"/>
                </a:lnTo>
                <a:close/>
                <a:moveTo>
                  <a:pt x="395721" y="235107"/>
                </a:moveTo>
                <a:lnTo>
                  <a:pt x="388853" y="244718"/>
                </a:lnTo>
                <a:lnTo>
                  <a:pt x="410451" y="245092"/>
                </a:lnTo>
                <a:close/>
                <a:moveTo>
                  <a:pt x="395721" y="235107"/>
                </a:moveTo>
                <a:lnTo>
                  <a:pt x="380991" y="223594"/>
                </a:lnTo>
                <a:lnTo>
                  <a:pt x="388853" y="244718"/>
                </a:lnTo>
                <a:close/>
                <a:moveTo>
                  <a:pt x="395721" y="235107"/>
                </a:moveTo>
                <a:lnTo>
                  <a:pt x="410451" y="245092"/>
                </a:lnTo>
                <a:lnTo>
                  <a:pt x="402590" y="224705"/>
                </a:lnTo>
                <a:close/>
                <a:moveTo>
                  <a:pt x="374123" y="234775"/>
                </a:moveTo>
                <a:lnTo>
                  <a:pt x="367254" y="242758"/>
                </a:lnTo>
                <a:lnTo>
                  <a:pt x="388853" y="244718"/>
                </a:lnTo>
                <a:close/>
                <a:moveTo>
                  <a:pt x="374123" y="234775"/>
                </a:moveTo>
                <a:lnTo>
                  <a:pt x="359393" y="221560"/>
                </a:lnTo>
                <a:lnTo>
                  <a:pt x="367254" y="242758"/>
                </a:lnTo>
                <a:close/>
                <a:moveTo>
                  <a:pt x="374123" y="234775"/>
                </a:moveTo>
                <a:lnTo>
                  <a:pt x="380991" y="223594"/>
                </a:lnTo>
                <a:lnTo>
                  <a:pt x="359393" y="221560"/>
                </a:lnTo>
                <a:close/>
                <a:moveTo>
                  <a:pt x="374123" y="234775"/>
                </a:moveTo>
                <a:lnTo>
                  <a:pt x="388853" y="244718"/>
                </a:lnTo>
                <a:lnTo>
                  <a:pt x="380991" y="223594"/>
                </a:lnTo>
                <a:close/>
                <a:moveTo>
                  <a:pt x="366261" y="211975"/>
                </a:moveTo>
                <a:lnTo>
                  <a:pt x="359393" y="221560"/>
                </a:lnTo>
                <a:lnTo>
                  <a:pt x="380991" y="223594"/>
                </a:lnTo>
                <a:close/>
                <a:moveTo>
                  <a:pt x="366261" y="211975"/>
                </a:moveTo>
                <a:lnTo>
                  <a:pt x="351532" y="198097"/>
                </a:lnTo>
                <a:lnTo>
                  <a:pt x="359393" y="221560"/>
                </a:lnTo>
                <a:close/>
                <a:moveTo>
                  <a:pt x="344663" y="208760"/>
                </a:moveTo>
                <a:lnTo>
                  <a:pt x="337794" y="215962"/>
                </a:lnTo>
                <a:lnTo>
                  <a:pt x="359393" y="221560"/>
                </a:lnTo>
                <a:close/>
                <a:moveTo>
                  <a:pt x="344663" y="208760"/>
                </a:moveTo>
                <a:lnTo>
                  <a:pt x="329933" y="193653"/>
                </a:lnTo>
                <a:lnTo>
                  <a:pt x="337794" y="215962"/>
                </a:lnTo>
                <a:close/>
                <a:moveTo>
                  <a:pt x="344663" y="208760"/>
                </a:moveTo>
                <a:lnTo>
                  <a:pt x="351532" y="198097"/>
                </a:lnTo>
                <a:lnTo>
                  <a:pt x="329933" y="193653"/>
                </a:lnTo>
                <a:close/>
                <a:moveTo>
                  <a:pt x="344663" y="208760"/>
                </a:moveTo>
                <a:lnTo>
                  <a:pt x="359393" y="221560"/>
                </a:lnTo>
                <a:lnTo>
                  <a:pt x="351532" y="198097"/>
                </a:lnTo>
                <a:close/>
                <a:moveTo>
                  <a:pt x="336802" y="184549"/>
                </a:moveTo>
                <a:lnTo>
                  <a:pt x="329933" y="193653"/>
                </a:lnTo>
                <a:lnTo>
                  <a:pt x="351532" y="198097"/>
                </a:lnTo>
                <a:close/>
                <a:moveTo>
                  <a:pt x="336802" y="184549"/>
                </a:moveTo>
                <a:lnTo>
                  <a:pt x="322072" y="170632"/>
                </a:lnTo>
                <a:lnTo>
                  <a:pt x="329933" y="193653"/>
                </a:lnTo>
                <a:close/>
                <a:moveTo>
                  <a:pt x="315203" y="180065"/>
                </a:moveTo>
                <a:lnTo>
                  <a:pt x="322072" y="170632"/>
                </a:lnTo>
                <a:lnTo>
                  <a:pt x="300473" y="164419"/>
                </a:lnTo>
                <a:close/>
                <a:moveTo>
                  <a:pt x="315203" y="180065"/>
                </a:moveTo>
                <a:lnTo>
                  <a:pt x="329933" y="193653"/>
                </a:lnTo>
                <a:lnTo>
                  <a:pt x="322072" y="170632"/>
                </a:lnTo>
                <a:close/>
                <a:moveTo>
                  <a:pt x="307342" y="157488"/>
                </a:moveTo>
                <a:lnTo>
                  <a:pt x="300473" y="164419"/>
                </a:lnTo>
                <a:lnTo>
                  <a:pt x="322072" y="170632"/>
                </a:lnTo>
                <a:close/>
                <a:moveTo>
                  <a:pt x="205226" y="87766"/>
                </a:moveTo>
                <a:lnTo>
                  <a:pt x="212094" y="82740"/>
                </a:lnTo>
                <a:lnTo>
                  <a:pt x="190496" y="80919"/>
                </a:lnTo>
                <a:close/>
                <a:moveTo>
                  <a:pt x="197364" y="70802"/>
                </a:moveTo>
                <a:lnTo>
                  <a:pt x="190496" y="80919"/>
                </a:lnTo>
                <a:lnTo>
                  <a:pt x="212094" y="82740"/>
                </a:lnTo>
                <a:close/>
                <a:moveTo>
                  <a:pt x="197364" y="70802"/>
                </a:moveTo>
                <a:lnTo>
                  <a:pt x="182634" y="60438"/>
                </a:lnTo>
                <a:lnTo>
                  <a:pt x="190496" y="80919"/>
                </a:lnTo>
                <a:close/>
                <a:moveTo>
                  <a:pt x="103109" y="77478"/>
                </a:moveTo>
                <a:lnTo>
                  <a:pt x="88379" y="63705"/>
                </a:lnTo>
                <a:lnTo>
                  <a:pt x="96240" y="88324"/>
                </a:lnTo>
                <a:close/>
                <a:moveTo>
                  <a:pt x="95248" y="52247"/>
                </a:moveTo>
                <a:lnTo>
                  <a:pt x="80518" y="40096"/>
                </a:lnTo>
                <a:lnTo>
                  <a:pt x="88379" y="63705"/>
                </a:lnTo>
                <a:close/>
                <a:moveTo>
                  <a:pt x="73649" y="50374"/>
                </a:moveTo>
                <a:lnTo>
                  <a:pt x="66781" y="59289"/>
                </a:lnTo>
                <a:lnTo>
                  <a:pt x="88379" y="63705"/>
                </a:lnTo>
                <a:close/>
                <a:moveTo>
                  <a:pt x="73649" y="50374"/>
                </a:moveTo>
                <a:lnTo>
                  <a:pt x="58919" y="36675"/>
                </a:lnTo>
                <a:lnTo>
                  <a:pt x="66781" y="59289"/>
                </a:lnTo>
                <a:close/>
                <a:moveTo>
                  <a:pt x="73649" y="50374"/>
                </a:moveTo>
                <a:lnTo>
                  <a:pt x="80518" y="40096"/>
                </a:lnTo>
                <a:lnTo>
                  <a:pt x="58919" y="36675"/>
                </a:lnTo>
                <a:close/>
                <a:moveTo>
                  <a:pt x="73649" y="50374"/>
                </a:moveTo>
                <a:lnTo>
                  <a:pt x="88379" y="63705"/>
                </a:lnTo>
                <a:lnTo>
                  <a:pt x="80518" y="40096"/>
                </a:lnTo>
                <a:close/>
                <a:moveTo>
                  <a:pt x="65788" y="28048"/>
                </a:moveTo>
                <a:lnTo>
                  <a:pt x="58919" y="36675"/>
                </a:lnTo>
                <a:lnTo>
                  <a:pt x="80518" y="40096"/>
                </a:lnTo>
                <a:close/>
                <a:moveTo>
                  <a:pt x="65788" y="28048"/>
                </a:moveTo>
                <a:lnTo>
                  <a:pt x="51058" y="18008"/>
                </a:lnTo>
                <a:lnTo>
                  <a:pt x="58919" y="36675"/>
                </a:lnTo>
                <a:close/>
                <a:moveTo>
                  <a:pt x="44190" y="24352"/>
                </a:moveTo>
                <a:lnTo>
                  <a:pt x="37321" y="32281"/>
                </a:lnTo>
                <a:lnTo>
                  <a:pt x="58919" y="36675"/>
                </a:lnTo>
                <a:close/>
                <a:moveTo>
                  <a:pt x="44190" y="24352"/>
                </a:moveTo>
                <a:lnTo>
                  <a:pt x="29460" y="14714"/>
                </a:lnTo>
                <a:lnTo>
                  <a:pt x="37321" y="32281"/>
                </a:lnTo>
                <a:close/>
                <a:moveTo>
                  <a:pt x="44190" y="24352"/>
                </a:moveTo>
                <a:lnTo>
                  <a:pt x="51058" y="18008"/>
                </a:lnTo>
                <a:lnTo>
                  <a:pt x="29460" y="14714"/>
                </a:lnTo>
                <a:close/>
                <a:moveTo>
                  <a:pt x="44190" y="24352"/>
                </a:moveTo>
                <a:lnTo>
                  <a:pt x="58919" y="36675"/>
                </a:lnTo>
                <a:lnTo>
                  <a:pt x="51058" y="18008"/>
                </a:lnTo>
                <a:close/>
                <a:moveTo>
                  <a:pt x="22591" y="20190"/>
                </a:moveTo>
                <a:lnTo>
                  <a:pt x="29460" y="14714"/>
                </a:lnTo>
                <a:lnTo>
                  <a:pt x="7861" y="11136"/>
                </a:lnTo>
                <a:close/>
                <a:moveTo>
                  <a:pt x="36328" y="8823"/>
                </a:moveTo>
                <a:lnTo>
                  <a:pt x="29460" y="14714"/>
                </a:lnTo>
                <a:lnTo>
                  <a:pt x="51058" y="18008"/>
                </a:lnTo>
                <a:close/>
                <a:moveTo>
                  <a:pt x="14730" y="5490"/>
                </a:moveTo>
                <a:lnTo>
                  <a:pt x="7861" y="11136"/>
                </a:lnTo>
                <a:lnTo>
                  <a:pt x="29460" y="14714"/>
                </a:lnTo>
                <a:close/>
                <a:moveTo>
                  <a:pt x="14730" y="5490"/>
                </a:moveTo>
                <a:lnTo>
                  <a:pt x="0" y="0"/>
                </a:lnTo>
                <a:lnTo>
                  <a:pt x="7861" y="11136"/>
                </a:lnTo>
                <a:close/>
                <a:moveTo>
                  <a:pt x="14730" y="5490"/>
                </a:moveTo>
                <a:lnTo>
                  <a:pt x="29460" y="14714"/>
                </a:lnTo>
                <a:lnTo>
                  <a:pt x="21599" y="216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41" name="PANEL_01-slope-11-225_935">
            <a:extLst>
              <a:ext uri="{FF2B5EF4-FFF2-40B4-BE49-F238E27FC236}">
                <a16:creationId xmlns:a16="http://schemas.microsoft.com/office/drawing/2014/main" id="{086F22B1-BB45-4D9D-81C7-F9955281F3A8}"/>
              </a:ext>
            </a:extLst>
          </p:cNvPr>
          <p:cNvSpPr>
            <a:spLocks/>
          </p:cNvSpPr>
          <p:nvPr/>
        </p:nvSpPr>
        <p:spPr>
          <a:xfrm>
            <a:off x="782145" y="636099"/>
            <a:ext cx="2000472" cy="420566"/>
          </a:xfrm>
          <a:custGeom>
            <a:pathLst>
              <a:path w="1354989" h="284864">
                <a:moveTo>
                  <a:pt x="1326522" y="253675"/>
                </a:moveTo>
                <a:lnTo>
                  <a:pt x="1333390" y="246593"/>
                </a:lnTo>
                <a:lnTo>
                  <a:pt x="1311792" y="257442"/>
                </a:lnTo>
                <a:close/>
                <a:moveTo>
                  <a:pt x="1340259" y="239977"/>
                </a:moveTo>
                <a:lnTo>
                  <a:pt x="1333390" y="246593"/>
                </a:lnTo>
                <a:lnTo>
                  <a:pt x="1354989" y="238671"/>
                </a:lnTo>
                <a:close/>
                <a:moveTo>
                  <a:pt x="1318660" y="248962"/>
                </a:moveTo>
                <a:lnTo>
                  <a:pt x="1311792" y="257442"/>
                </a:lnTo>
                <a:lnTo>
                  <a:pt x="1333390" y="246593"/>
                </a:lnTo>
                <a:close/>
                <a:moveTo>
                  <a:pt x="1318660" y="248962"/>
                </a:moveTo>
                <a:lnTo>
                  <a:pt x="1303931" y="252570"/>
                </a:lnTo>
                <a:lnTo>
                  <a:pt x="1311792" y="257442"/>
                </a:lnTo>
                <a:close/>
                <a:moveTo>
                  <a:pt x="1318660" y="248962"/>
                </a:moveTo>
                <a:lnTo>
                  <a:pt x="1333390" y="246593"/>
                </a:lnTo>
                <a:lnTo>
                  <a:pt x="1325529" y="242866"/>
                </a:lnTo>
                <a:close/>
                <a:moveTo>
                  <a:pt x="1297062" y="261646"/>
                </a:moveTo>
                <a:lnTo>
                  <a:pt x="1290193" y="268708"/>
                </a:lnTo>
                <a:lnTo>
                  <a:pt x="1311792" y="257442"/>
                </a:lnTo>
                <a:close/>
                <a:moveTo>
                  <a:pt x="1297062" y="261646"/>
                </a:moveTo>
                <a:lnTo>
                  <a:pt x="1282332" y="261705"/>
                </a:lnTo>
                <a:lnTo>
                  <a:pt x="1290193" y="268708"/>
                </a:lnTo>
                <a:close/>
                <a:moveTo>
                  <a:pt x="1297062" y="261646"/>
                </a:moveTo>
                <a:lnTo>
                  <a:pt x="1311792" y="257442"/>
                </a:lnTo>
                <a:lnTo>
                  <a:pt x="1303931" y="252570"/>
                </a:lnTo>
                <a:close/>
                <a:moveTo>
                  <a:pt x="1275463" y="272131"/>
                </a:moveTo>
                <a:lnTo>
                  <a:pt x="1268595" y="277793"/>
                </a:lnTo>
                <a:lnTo>
                  <a:pt x="1290193" y="268708"/>
                </a:lnTo>
                <a:close/>
                <a:moveTo>
                  <a:pt x="1275463" y="272131"/>
                </a:moveTo>
                <a:lnTo>
                  <a:pt x="1260734" y="267679"/>
                </a:lnTo>
                <a:lnTo>
                  <a:pt x="1268595" y="277793"/>
                </a:lnTo>
                <a:close/>
                <a:moveTo>
                  <a:pt x="1275463" y="272131"/>
                </a:moveTo>
                <a:lnTo>
                  <a:pt x="1282332" y="261705"/>
                </a:lnTo>
                <a:lnTo>
                  <a:pt x="1260734" y="267679"/>
                </a:lnTo>
                <a:close/>
                <a:moveTo>
                  <a:pt x="1275463" y="272131"/>
                </a:moveTo>
                <a:lnTo>
                  <a:pt x="1290193" y="268708"/>
                </a:lnTo>
                <a:lnTo>
                  <a:pt x="1282332" y="261705"/>
                </a:lnTo>
                <a:close/>
                <a:moveTo>
                  <a:pt x="1253865" y="278211"/>
                </a:moveTo>
                <a:lnTo>
                  <a:pt x="1239135" y="272234"/>
                </a:lnTo>
                <a:lnTo>
                  <a:pt x="1246996" y="284864"/>
                </a:lnTo>
                <a:close/>
                <a:moveTo>
                  <a:pt x="1253865" y="278211"/>
                </a:moveTo>
                <a:lnTo>
                  <a:pt x="1260734" y="267679"/>
                </a:lnTo>
                <a:lnTo>
                  <a:pt x="1239135" y="272234"/>
                </a:lnTo>
                <a:close/>
                <a:moveTo>
                  <a:pt x="1253865" y="278211"/>
                </a:moveTo>
                <a:lnTo>
                  <a:pt x="1268595" y="277793"/>
                </a:lnTo>
                <a:lnTo>
                  <a:pt x="1260734" y="267679"/>
                </a:lnTo>
                <a:close/>
                <a:moveTo>
                  <a:pt x="1232266" y="282443"/>
                </a:moveTo>
                <a:lnTo>
                  <a:pt x="1239135" y="272234"/>
                </a:lnTo>
                <a:lnTo>
                  <a:pt x="1217537" y="275275"/>
                </a:lnTo>
                <a:close/>
                <a:moveTo>
                  <a:pt x="1246004" y="261525"/>
                </a:moveTo>
                <a:lnTo>
                  <a:pt x="1239135" y="272234"/>
                </a:lnTo>
                <a:lnTo>
                  <a:pt x="1260734" y="267679"/>
                </a:lnTo>
                <a:close/>
                <a:moveTo>
                  <a:pt x="1224405" y="266757"/>
                </a:moveTo>
                <a:lnTo>
                  <a:pt x="1217537" y="275275"/>
                </a:lnTo>
                <a:lnTo>
                  <a:pt x="1239135" y="272234"/>
                </a:lnTo>
                <a:close/>
                <a:moveTo>
                  <a:pt x="1224405" y="266757"/>
                </a:moveTo>
                <a:lnTo>
                  <a:pt x="1209675" y="260583"/>
                </a:lnTo>
                <a:lnTo>
                  <a:pt x="1217537" y="275275"/>
                </a:lnTo>
                <a:close/>
                <a:moveTo>
                  <a:pt x="1224405" y="266757"/>
                </a:moveTo>
                <a:lnTo>
                  <a:pt x="1239135" y="272234"/>
                </a:lnTo>
                <a:lnTo>
                  <a:pt x="1231274" y="256744"/>
                </a:lnTo>
                <a:close/>
                <a:moveTo>
                  <a:pt x="969114" y="176819"/>
                </a:moveTo>
                <a:lnTo>
                  <a:pt x="975983" y="171456"/>
                </a:lnTo>
                <a:lnTo>
                  <a:pt x="954384" y="177836"/>
                </a:lnTo>
                <a:close/>
                <a:moveTo>
                  <a:pt x="961253" y="167277"/>
                </a:moveTo>
                <a:lnTo>
                  <a:pt x="954384" y="177836"/>
                </a:lnTo>
                <a:lnTo>
                  <a:pt x="975983" y="171456"/>
                </a:lnTo>
                <a:close/>
                <a:moveTo>
                  <a:pt x="961253" y="167277"/>
                </a:moveTo>
                <a:lnTo>
                  <a:pt x="946523" y="165685"/>
                </a:lnTo>
                <a:lnTo>
                  <a:pt x="954384" y="177836"/>
                </a:lnTo>
                <a:close/>
                <a:moveTo>
                  <a:pt x="939654" y="177541"/>
                </a:moveTo>
                <a:lnTo>
                  <a:pt x="954384" y="177836"/>
                </a:lnTo>
                <a:lnTo>
                  <a:pt x="946523" y="165685"/>
                </a:lnTo>
                <a:close/>
                <a:moveTo>
                  <a:pt x="853260" y="226235"/>
                </a:moveTo>
                <a:lnTo>
                  <a:pt x="846392" y="237664"/>
                </a:lnTo>
                <a:lnTo>
                  <a:pt x="867990" y="228651"/>
                </a:lnTo>
                <a:close/>
                <a:moveTo>
                  <a:pt x="853260" y="226235"/>
                </a:moveTo>
                <a:lnTo>
                  <a:pt x="838530" y="228103"/>
                </a:lnTo>
                <a:lnTo>
                  <a:pt x="846392" y="237664"/>
                </a:lnTo>
                <a:close/>
                <a:moveTo>
                  <a:pt x="853260" y="226235"/>
                </a:moveTo>
                <a:lnTo>
                  <a:pt x="860129" y="215661"/>
                </a:lnTo>
                <a:lnTo>
                  <a:pt x="838530" y="228103"/>
                </a:lnTo>
                <a:close/>
                <a:moveTo>
                  <a:pt x="853260" y="226235"/>
                </a:moveTo>
                <a:lnTo>
                  <a:pt x="867990" y="228651"/>
                </a:lnTo>
                <a:lnTo>
                  <a:pt x="860129" y="215661"/>
                </a:lnTo>
                <a:close/>
                <a:moveTo>
                  <a:pt x="831662" y="238787"/>
                </a:moveTo>
                <a:lnTo>
                  <a:pt x="816932" y="242023"/>
                </a:lnTo>
                <a:lnTo>
                  <a:pt x="824793" y="252163"/>
                </a:lnTo>
                <a:close/>
                <a:moveTo>
                  <a:pt x="831662" y="238787"/>
                </a:moveTo>
                <a:lnTo>
                  <a:pt x="838530" y="228103"/>
                </a:lnTo>
                <a:lnTo>
                  <a:pt x="816932" y="242023"/>
                </a:lnTo>
                <a:close/>
                <a:moveTo>
                  <a:pt x="831662" y="238787"/>
                </a:moveTo>
                <a:lnTo>
                  <a:pt x="846392" y="237664"/>
                </a:lnTo>
                <a:lnTo>
                  <a:pt x="838530" y="228103"/>
                </a:lnTo>
                <a:close/>
                <a:moveTo>
                  <a:pt x="823800" y="231058"/>
                </a:moveTo>
                <a:lnTo>
                  <a:pt x="816932" y="242023"/>
                </a:lnTo>
                <a:lnTo>
                  <a:pt x="838530" y="228103"/>
                </a:lnTo>
                <a:close/>
                <a:moveTo>
                  <a:pt x="87387" y="32180"/>
                </a:moveTo>
                <a:lnTo>
                  <a:pt x="72657" y="23293"/>
                </a:lnTo>
                <a:lnTo>
                  <a:pt x="80518" y="46318"/>
                </a:lnTo>
                <a:close/>
                <a:moveTo>
                  <a:pt x="87387" y="32180"/>
                </a:moveTo>
                <a:lnTo>
                  <a:pt x="94255" y="21371"/>
                </a:lnTo>
                <a:lnTo>
                  <a:pt x="72657" y="23293"/>
                </a:lnTo>
                <a:close/>
                <a:moveTo>
                  <a:pt x="87387" y="32180"/>
                </a:moveTo>
                <a:lnTo>
                  <a:pt x="102116" y="41853"/>
                </a:lnTo>
                <a:lnTo>
                  <a:pt x="94255" y="21371"/>
                </a:lnTo>
                <a:close/>
                <a:moveTo>
                  <a:pt x="79525" y="8329"/>
                </a:moveTo>
                <a:lnTo>
                  <a:pt x="72657" y="23293"/>
                </a:lnTo>
                <a:lnTo>
                  <a:pt x="94255" y="21371"/>
                </a:lnTo>
                <a:close/>
                <a:moveTo>
                  <a:pt x="79525" y="8329"/>
                </a:moveTo>
                <a:lnTo>
                  <a:pt x="64796" y="3032"/>
                </a:lnTo>
                <a:lnTo>
                  <a:pt x="72657" y="23293"/>
                </a:lnTo>
                <a:close/>
                <a:moveTo>
                  <a:pt x="57927" y="15189"/>
                </a:moveTo>
                <a:lnTo>
                  <a:pt x="72657" y="23293"/>
                </a:lnTo>
                <a:lnTo>
                  <a:pt x="64796" y="3032"/>
                </a:lnTo>
                <a:close/>
                <a:moveTo>
                  <a:pt x="14730" y="38412"/>
                </a:moveTo>
                <a:lnTo>
                  <a:pt x="21599" y="21894"/>
                </a:lnTo>
                <a:lnTo>
                  <a:pt x="0" y="24638"/>
                </a:lnTo>
                <a:close/>
                <a:moveTo>
                  <a:pt x="14730" y="38412"/>
                </a:moveTo>
                <a:lnTo>
                  <a:pt x="29460" y="44957"/>
                </a:lnTo>
                <a:lnTo>
                  <a:pt x="21599" y="21894"/>
                </a:lnTo>
                <a:close/>
                <a:moveTo>
                  <a:pt x="6869" y="13180"/>
                </a:moveTo>
                <a:lnTo>
                  <a:pt x="0" y="24638"/>
                </a:lnTo>
                <a:lnTo>
                  <a:pt x="21599" y="21894"/>
                </a:lnTo>
                <a:close/>
                <a:moveTo>
                  <a:pt x="6869" y="13180"/>
                </a:moveTo>
                <a:lnTo>
                  <a:pt x="21599" y="21894"/>
                </a:lnTo>
                <a:lnTo>
                  <a:pt x="13737" y="0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42" name="PANEL_01-slope-11-230_936">
            <a:extLst>
              <a:ext uri="{FF2B5EF4-FFF2-40B4-BE49-F238E27FC236}">
                <a16:creationId xmlns:a16="http://schemas.microsoft.com/office/drawing/2014/main" id="{45CC45D6-F1BB-4CAD-91D3-045025FCFE97}"/>
              </a:ext>
            </a:extLst>
          </p:cNvPr>
          <p:cNvSpPr>
            <a:spLocks/>
          </p:cNvSpPr>
          <p:nvPr/>
        </p:nvSpPr>
        <p:spPr>
          <a:xfrm>
            <a:off x="814033" y="640575"/>
            <a:ext cx="1377141" cy="333098"/>
          </a:xfrm>
          <a:custGeom>
            <a:pathLst>
              <a:path w="932786" h="225619">
                <a:moveTo>
                  <a:pt x="925917" y="186675"/>
                </a:moveTo>
                <a:lnTo>
                  <a:pt x="932786" y="174804"/>
                </a:lnTo>
                <a:lnTo>
                  <a:pt x="911187" y="187086"/>
                </a:lnTo>
                <a:close/>
                <a:moveTo>
                  <a:pt x="904318" y="200026"/>
                </a:moveTo>
                <a:lnTo>
                  <a:pt x="911187" y="187086"/>
                </a:lnTo>
                <a:lnTo>
                  <a:pt x="889589" y="200757"/>
                </a:lnTo>
                <a:close/>
                <a:moveTo>
                  <a:pt x="882720" y="214349"/>
                </a:moveTo>
                <a:lnTo>
                  <a:pt x="889589" y="200757"/>
                </a:lnTo>
                <a:lnTo>
                  <a:pt x="867990" y="214703"/>
                </a:lnTo>
                <a:close/>
                <a:moveTo>
                  <a:pt x="918056" y="174509"/>
                </a:moveTo>
                <a:lnTo>
                  <a:pt x="911187" y="187086"/>
                </a:lnTo>
                <a:lnTo>
                  <a:pt x="932786" y="174804"/>
                </a:lnTo>
                <a:close/>
                <a:moveTo>
                  <a:pt x="918056" y="174509"/>
                </a:moveTo>
                <a:lnTo>
                  <a:pt x="903326" y="173572"/>
                </a:lnTo>
                <a:lnTo>
                  <a:pt x="911187" y="187086"/>
                </a:lnTo>
                <a:close/>
                <a:moveTo>
                  <a:pt x="896457" y="187136"/>
                </a:moveTo>
                <a:lnTo>
                  <a:pt x="889589" y="200757"/>
                </a:lnTo>
                <a:lnTo>
                  <a:pt x="911187" y="187086"/>
                </a:lnTo>
                <a:close/>
                <a:moveTo>
                  <a:pt x="896457" y="187136"/>
                </a:moveTo>
                <a:lnTo>
                  <a:pt x="881727" y="187359"/>
                </a:lnTo>
                <a:lnTo>
                  <a:pt x="889589" y="200757"/>
                </a:lnTo>
                <a:close/>
                <a:moveTo>
                  <a:pt x="896457" y="187136"/>
                </a:moveTo>
                <a:lnTo>
                  <a:pt x="911187" y="187086"/>
                </a:lnTo>
                <a:lnTo>
                  <a:pt x="903326" y="173572"/>
                </a:lnTo>
                <a:close/>
                <a:moveTo>
                  <a:pt x="874859" y="201517"/>
                </a:moveTo>
                <a:lnTo>
                  <a:pt x="867990" y="214703"/>
                </a:lnTo>
                <a:lnTo>
                  <a:pt x="889589" y="200757"/>
                </a:lnTo>
                <a:close/>
                <a:moveTo>
                  <a:pt x="874859" y="201517"/>
                </a:moveTo>
                <a:lnTo>
                  <a:pt x="860129" y="200685"/>
                </a:lnTo>
                <a:lnTo>
                  <a:pt x="867990" y="214703"/>
                </a:lnTo>
                <a:close/>
                <a:moveTo>
                  <a:pt x="874859" y="201517"/>
                </a:moveTo>
                <a:lnTo>
                  <a:pt x="881727" y="187359"/>
                </a:lnTo>
                <a:lnTo>
                  <a:pt x="860129" y="200685"/>
                </a:lnTo>
                <a:close/>
                <a:moveTo>
                  <a:pt x="874859" y="201517"/>
                </a:moveTo>
                <a:lnTo>
                  <a:pt x="889589" y="200757"/>
                </a:lnTo>
                <a:lnTo>
                  <a:pt x="881727" y="187359"/>
                </a:lnTo>
                <a:close/>
                <a:moveTo>
                  <a:pt x="853260" y="214145"/>
                </a:moveTo>
                <a:lnTo>
                  <a:pt x="846392" y="225619"/>
                </a:lnTo>
                <a:lnTo>
                  <a:pt x="867990" y="214703"/>
                </a:lnTo>
                <a:close/>
                <a:moveTo>
                  <a:pt x="853260" y="214145"/>
                </a:moveTo>
                <a:lnTo>
                  <a:pt x="838530" y="212629"/>
                </a:lnTo>
                <a:lnTo>
                  <a:pt x="846392" y="225619"/>
                </a:lnTo>
                <a:close/>
                <a:moveTo>
                  <a:pt x="853260" y="214145"/>
                </a:moveTo>
                <a:lnTo>
                  <a:pt x="860129" y="200685"/>
                </a:lnTo>
                <a:lnTo>
                  <a:pt x="838530" y="212629"/>
                </a:lnTo>
                <a:close/>
                <a:moveTo>
                  <a:pt x="853260" y="214145"/>
                </a:moveTo>
                <a:lnTo>
                  <a:pt x="867990" y="214703"/>
                </a:lnTo>
                <a:lnTo>
                  <a:pt x="860129" y="200685"/>
                </a:lnTo>
                <a:close/>
                <a:moveTo>
                  <a:pt x="44190" y="34442"/>
                </a:moveTo>
                <a:lnTo>
                  <a:pt x="51058" y="20261"/>
                </a:lnTo>
                <a:lnTo>
                  <a:pt x="29460" y="30024"/>
                </a:lnTo>
                <a:close/>
                <a:moveTo>
                  <a:pt x="36328" y="12157"/>
                </a:moveTo>
                <a:lnTo>
                  <a:pt x="29460" y="30024"/>
                </a:lnTo>
                <a:lnTo>
                  <a:pt x="51058" y="20261"/>
                </a:lnTo>
                <a:close/>
                <a:moveTo>
                  <a:pt x="36328" y="12157"/>
                </a:moveTo>
                <a:lnTo>
                  <a:pt x="21599" y="8959"/>
                </a:lnTo>
                <a:lnTo>
                  <a:pt x="29460" y="30024"/>
                </a:lnTo>
                <a:close/>
                <a:moveTo>
                  <a:pt x="36328" y="12157"/>
                </a:moveTo>
                <a:lnTo>
                  <a:pt x="43197" y="0"/>
                </a:lnTo>
                <a:lnTo>
                  <a:pt x="21599" y="8959"/>
                </a:lnTo>
                <a:close/>
                <a:moveTo>
                  <a:pt x="14730" y="26391"/>
                </a:moveTo>
                <a:lnTo>
                  <a:pt x="7861" y="41926"/>
                </a:lnTo>
                <a:lnTo>
                  <a:pt x="29460" y="30024"/>
                </a:lnTo>
                <a:close/>
                <a:moveTo>
                  <a:pt x="14730" y="26391"/>
                </a:moveTo>
                <a:lnTo>
                  <a:pt x="0" y="18862"/>
                </a:lnTo>
                <a:lnTo>
                  <a:pt x="7861" y="41926"/>
                </a:lnTo>
                <a:close/>
                <a:moveTo>
                  <a:pt x="14730" y="26391"/>
                </a:moveTo>
                <a:lnTo>
                  <a:pt x="21599" y="8959"/>
                </a:lnTo>
                <a:lnTo>
                  <a:pt x="0" y="18862"/>
                </a:lnTo>
                <a:close/>
                <a:moveTo>
                  <a:pt x="14730" y="26391"/>
                </a:moveTo>
                <a:lnTo>
                  <a:pt x="29460" y="30024"/>
                </a:lnTo>
                <a:lnTo>
                  <a:pt x="21599" y="8959"/>
                </a:lnTo>
                <a:close/>
                <a:moveTo>
                  <a:pt x="6869" y="3528"/>
                </a:moveTo>
                <a:lnTo>
                  <a:pt x="0" y="18862"/>
                </a:lnTo>
                <a:lnTo>
                  <a:pt x="21599" y="8959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643" name="PANEL_01-water-11-230_937">
            <a:extLst>
              <a:ext uri="{FF2B5EF4-FFF2-40B4-BE49-F238E27FC236}">
                <a16:creationId xmlns:a16="http://schemas.microsoft.com/office/drawing/2014/main" id="{73BA5AEE-89B2-48F1-B00A-9F2C0414A7D1}"/>
              </a:ext>
            </a:extLst>
          </p:cNvPr>
          <p:cNvSpPr>
            <a:spLocks/>
          </p:cNvSpPr>
          <p:nvPr/>
        </p:nvSpPr>
        <p:spPr>
          <a:xfrm>
            <a:off x="1666437" y="981197"/>
            <a:ext cx="333411" cy="29940"/>
          </a:xfrm>
          <a:custGeom>
            <a:pathLst>
              <a:path w="225831" h="20280">
                <a:moveTo>
                  <a:pt x="211102" y="15191"/>
                </a:moveTo>
                <a:lnTo>
                  <a:pt x="217970" y="8276"/>
                </a:lnTo>
                <a:lnTo>
                  <a:pt x="196372" y="11967"/>
                </a:lnTo>
                <a:close/>
                <a:moveTo>
                  <a:pt x="211102" y="15191"/>
                </a:moveTo>
                <a:lnTo>
                  <a:pt x="225831" y="18416"/>
                </a:lnTo>
                <a:lnTo>
                  <a:pt x="217970" y="8276"/>
                </a:lnTo>
                <a:close/>
                <a:moveTo>
                  <a:pt x="203240" y="5051"/>
                </a:moveTo>
                <a:lnTo>
                  <a:pt x="196372" y="11967"/>
                </a:lnTo>
                <a:lnTo>
                  <a:pt x="217970" y="8276"/>
                </a:lnTo>
                <a:close/>
                <a:moveTo>
                  <a:pt x="203240" y="5051"/>
                </a:moveTo>
                <a:lnTo>
                  <a:pt x="188511" y="1827"/>
                </a:lnTo>
                <a:lnTo>
                  <a:pt x="196372" y="11967"/>
                </a:lnTo>
                <a:close/>
                <a:moveTo>
                  <a:pt x="181642" y="8742"/>
                </a:moveTo>
                <a:lnTo>
                  <a:pt x="174773" y="15657"/>
                </a:lnTo>
                <a:lnTo>
                  <a:pt x="196372" y="11967"/>
                </a:lnTo>
                <a:close/>
                <a:moveTo>
                  <a:pt x="181642" y="8742"/>
                </a:moveTo>
                <a:lnTo>
                  <a:pt x="166912" y="5517"/>
                </a:lnTo>
                <a:lnTo>
                  <a:pt x="174773" y="15657"/>
                </a:lnTo>
                <a:close/>
                <a:moveTo>
                  <a:pt x="181642" y="8742"/>
                </a:moveTo>
                <a:lnTo>
                  <a:pt x="196372" y="11967"/>
                </a:lnTo>
                <a:lnTo>
                  <a:pt x="188511" y="1827"/>
                </a:lnTo>
                <a:close/>
                <a:moveTo>
                  <a:pt x="160043" y="12433"/>
                </a:moveTo>
                <a:lnTo>
                  <a:pt x="145314" y="9208"/>
                </a:lnTo>
                <a:lnTo>
                  <a:pt x="153175" y="19348"/>
                </a:lnTo>
                <a:close/>
                <a:moveTo>
                  <a:pt x="160043" y="12433"/>
                </a:moveTo>
                <a:lnTo>
                  <a:pt x="166912" y="5517"/>
                </a:lnTo>
                <a:lnTo>
                  <a:pt x="145314" y="9208"/>
                </a:lnTo>
                <a:close/>
                <a:moveTo>
                  <a:pt x="160043" y="12433"/>
                </a:moveTo>
                <a:lnTo>
                  <a:pt x="174773" y="15657"/>
                </a:lnTo>
                <a:lnTo>
                  <a:pt x="166912" y="5517"/>
                </a:lnTo>
                <a:close/>
                <a:moveTo>
                  <a:pt x="138445" y="16123"/>
                </a:moveTo>
                <a:lnTo>
                  <a:pt x="145314" y="9208"/>
                </a:lnTo>
                <a:lnTo>
                  <a:pt x="123715" y="12899"/>
                </a:lnTo>
                <a:close/>
                <a:moveTo>
                  <a:pt x="138445" y="16123"/>
                </a:moveTo>
                <a:lnTo>
                  <a:pt x="153175" y="19348"/>
                </a:lnTo>
                <a:lnTo>
                  <a:pt x="145314" y="9208"/>
                </a:lnTo>
                <a:close/>
                <a:moveTo>
                  <a:pt x="152182" y="2293"/>
                </a:moveTo>
                <a:lnTo>
                  <a:pt x="145314" y="9208"/>
                </a:lnTo>
                <a:lnTo>
                  <a:pt x="166912" y="5517"/>
                </a:lnTo>
                <a:close/>
                <a:moveTo>
                  <a:pt x="130584" y="5983"/>
                </a:moveTo>
                <a:lnTo>
                  <a:pt x="123715" y="12899"/>
                </a:lnTo>
                <a:lnTo>
                  <a:pt x="145314" y="9208"/>
                </a:lnTo>
                <a:close/>
                <a:moveTo>
                  <a:pt x="130584" y="5983"/>
                </a:moveTo>
                <a:lnTo>
                  <a:pt x="115854" y="2759"/>
                </a:lnTo>
                <a:lnTo>
                  <a:pt x="123715" y="12899"/>
                </a:lnTo>
                <a:close/>
                <a:moveTo>
                  <a:pt x="108985" y="9674"/>
                </a:moveTo>
                <a:lnTo>
                  <a:pt x="102116" y="16589"/>
                </a:lnTo>
                <a:lnTo>
                  <a:pt x="123715" y="12899"/>
                </a:lnTo>
                <a:close/>
                <a:moveTo>
                  <a:pt x="108985" y="9674"/>
                </a:moveTo>
                <a:lnTo>
                  <a:pt x="94255" y="6449"/>
                </a:lnTo>
                <a:lnTo>
                  <a:pt x="102116" y="16589"/>
                </a:lnTo>
                <a:close/>
                <a:moveTo>
                  <a:pt x="108985" y="9674"/>
                </a:moveTo>
                <a:lnTo>
                  <a:pt x="115854" y="2759"/>
                </a:lnTo>
                <a:lnTo>
                  <a:pt x="94255" y="6449"/>
                </a:lnTo>
                <a:close/>
                <a:moveTo>
                  <a:pt x="108985" y="9674"/>
                </a:moveTo>
                <a:lnTo>
                  <a:pt x="123715" y="12899"/>
                </a:lnTo>
                <a:lnTo>
                  <a:pt x="115854" y="2759"/>
                </a:lnTo>
                <a:close/>
                <a:moveTo>
                  <a:pt x="87387" y="13365"/>
                </a:moveTo>
                <a:lnTo>
                  <a:pt x="72657" y="10140"/>
                </a:lnTo>
                <a:lnTo>
                  <a:pt x="80518" y="20280"/>
                </a:lnTo>
                <a:close/>
                <a:moveTo>
                  <a:pt x="87387" y="13365"/>
                </a:moveTo>
                <a:lnTo>
                  <a:pt x="94255" y="6449"/>
                </a:lnTo>
                <a:lnTo>
                  <a:pt x="72657" y="10140"/>
                </a:lnTo>
                <a:close/>
                <a:moveTo>
                  <a:pt x="87387" y="13365"/>
                </a:moveTo>
                <a:lnTo>
                  <a:pt x="102116" y="16589"/>
                </a:lnTo>
                <a:lnTo>
                  <a:pt x="94255" y="6449"/>
                </a:lnTo>
                <a:close/>
                <a:moveTo>
                  <a:pt x="65788" y="17055"/>
                </a:moveTo>
                <a:lnTo>
                  <a:pt x="72657" y="10140"/>
                </a:lnTo>
                <a:lnTo>
                  <a:pt x="51058" y="13831"/>
                </a:lnTo>
                <a:close/>
                <a:moveTo>
                  <a:pt x="79525" y="3225"/>
                </a:moveTo>
                <a:lnTo>
                  <a:pt x="72657" y="10140"/>
                </a:lnTo>
                <a:lnTo>
                  <a:pt x="94255" y="6449"/>
                </a:lnTo>
                <a:close/>
                <a:moveTo>
                  <a:pt x="57927" y="6915"/>
                </a:moveTo>
                <a:lnTo>
                  <a:pt x="51058" y="13831"/>
                </a:lnTo>
                <a:lnTo>
                  <a:pt x="72657" y="10140"/>
                </a:lnTo>
                <a:close/>
                <a:moveTo>
                  <a:pt x="57927" y="6915"/>
                </a:moveTo>
                <a:lnTo>
                  <a:pt x="43197" y="3691"/>
                </a:lnTo>
                <a:lnTo>
                  <a:pt x="51058" y="13831"/>
                </a:lnTo>
                <a:close/>
                <a:moveTo>
                  <a:pt x="57927" y="6915"/>
                </a:moveTo>
                <a:lnTo>
                  <a:pt x="72657" y="10140"/>
                </a:lnTo>
                <a:lnTo>
                  <a:pt x="64796" y="0"/>
                </a:lnTo>
                <a:close/>
                <a:moveTo>
                  <a:pt x="36328" y="10606"/>
                </a:moveTo>
                <a:lnTo>
                  <a:pt x="29460" y="17521"/>
                </a:lnTo>
                <a:lnTo>
                  <a:pt x="51058" y="13831"/>
                </a:lnTo>
                <a:close/>
                <a:moveTo>
                  <a:pt x="36328" y="10606"/>
                </a:moveTo>
                <a:lnTo>
                  <a:pt x="21599" y="7381"/>
                </a:lnTo>
                <a:lnTo>
                  <a:pt x="29460" y="17521"/>
                </a:lnTo>
                <a:close/>
                <a:moveTo>
                  <a:pt x="36328" y="10606"/>
                </a:moveTo>
                <a:lnTo>
                  <a:pt x="43197" y="3691"/>
                </a:lnTo>
                <a:lnTo>
                  <a:pt x="21599" y="7381"/>
                </a:lnTo>
                <a:close/>
                <a:moveTo>
                  <a:pt x="36328" y="10606"/>
                </a:moveTo>
                <a:lnTo>
                  <a:pt x="51058" y="13831"/>
                </a:lnTo>
                <a:lnTo>
                  <a:pt x="43197" y="3691"/>
                </a:lnTo>
                <a:close/>
                <a:moveTo>
                  <a:pt x="14730" y="14296"/>
                </a:moveTo>
                <a:lnTo>
                  <a:pt x="21599" y="7381"/>
                </a:lnTo>
                <a:lnTo>
                  <a:pt x="0" y="11072"/>
                </a:lnTo>
                <a:close/>
                <a:moveTo>
                  <a:pt x="14730" y="14296"/>
                </a:moveTo>
                <a:lnTo>
                  <a:pt x="29460" y="17521"/>
                </a:lnTo>
                <a:lnTo>
                  <a:pt x="21599" y="7381"/>
                </a:lnTo>
                <a:close/>
                <a:moveTo>
                  <a:pt x="6869" y="4157"/>
                </a:moveTo>
                <a:lnTo>
                  <a:pt x="0" y="11072"/>
                </a:lnTo>
                <a:lnTo>
                  <a:pt x="21599" y="7381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644" name="PANEL_01-slope-12-215_938">
            <a:extLst>
              <a:ext uri="{FF2B5EF4-FFF2-40B4-BE49-F238E27FC236}">
                <a16:creationId xmlns:a16="http://schemas.microsoft.com/office/drawing/2014/main" id="{050BD13E-BBE9-401B-BAFC-35DB76703F9D}"/>
              </a:ext>
            </a:extLst>
          </p:cNvPr>
          <p:cNvSpPr>
            <a:spLocks/>
          </p:cNvSpPr>
          <p:nvPr/>
        </p:nvSpPr>
        <p:spPr>
          <a:xfrm>
            <a:off x="587890" y="573752"/>
            <a:ext cx="1787400" cy="438763"/>
          </a:xfrm>
          <a:custGeom>
            <a:pathLst>
              <a:path w="1210668" h="297189">
                <a:moveTo>
                  <a:pt x="1210668" y="269965"/>
                </a:moveTo>
                <a:lnTo>
                  <a:pt x="1195938" y="260350"/>
                </a:lnTo>
                <a:lnTo>
                  <a:pt x="1203799" y="273255"/>
                </a:lnTo>
                <a:close/>
                <a:moveTo>
                  <a:pt x="1189069" y="264084"/>
                </a:moveTo>
                <a:lnTo>
                  <a:pt x="1195938" y="260350"/>
                </a:lnTo>
                <a:lnTo>
                  <a:pt x="1174340" y="255832"/>
                </a:lnTo>
                <a:close/>
                <a:moveTo>
                  <a:pt x="1181208" y="252858"/>
                </a:moveTo>
                <a:lnTo>
                  <a:pt x="1174340" y="255832"/>
                </a:lnTo>
                <a:lnTo>
                  <a:pt x="1195938" y="260350"/>
                </a:lnTo>
                <a:close/>
                <a:moveTo>
                  <a:pt x="1181208" y="252858"/>
                </a:moveTo>
                <a:lnTo>
                  <a:pt x="1166478" y="243112"/>
                </a:lnTo>
                <a:lnTo>
                  <a:pt x="1174340" y="255832"/>
                </a:lnTo>
                <a:close/>
                <a:moveTo>
                  <a:pt x="1159610" y="247721"/>
                </a:moveTo>
                <a:lnTo>
                  <a:pt x="1166478" y="243112"/>
                </a:lnTo>
                <a:lnTo>
                  <a:pt x="1144880" y="238087"/>
                </a:lnTo>
                <a:close/>
                <a:moveTo>
                  <a:pt x="1159610" y="247721"/>
                </a:moveTo>
                <a:lnTo>
                  <a:pt x="1174340" y="255832"/>
                </a:lnTo>
                <a:lnTo>
                  <a:pt x="1166478" y="243112"/>
                </a:lnTo>
                <a:close/>
                <a:moveTo>
                  <a:pt x="1151748" y="234538"/>
                </a:moveTo>
                <a:lnTo>
                  <a:pt x="1144880" y="238087"/>
                </a:lnTo>
                <a:lnTo>
                  <a:pt x="1166478" y="243112"/>
                </a:lnTo>
                <a:close/>
                <a:moveTo>
                  <a:pt x="1151748" y="234538"/>
                </a:moveTo>
                <a:lnTo>
                  <a:pt x="1137019" y="225448"/>
                </a:lnTo>
                <a:lnTo>
                  <a:pt x="1144880" y="238087"/>
                </a:lnTo>
                <a:close/>
                <a:moveTo>
                  <a:pt x="1130150" y="228963"/>
                </a:moveTo>
                <a:lnTo>
                  <a:pt x="1144880" y="238087"/>
                </a:lnTo>
                <a:lnTo>
                  <a:pt x="1137019" y="225448"/>
                </a:lnTo>
                <a:close/>
                <a:moveTo>
                  <a:pt x="723669" y="283373"/>
                </a:moveTo>
                <a:lnTo>
                  <a:pt x="716800" y="287187"/>
                </a:lnTo>
                <a:lnTo>
                  <a:pt x="738399" y="297189"/>
                </a:lnTo>
                <a:close/>
                <a:moveTo>
                  <a:pt x="723669" y="283373"/>
                </a:moveTo>
                <a:lnTo>
                  <a:pt x="708939" y="278232"/>
                </a:lnTo>
                <a:lnTo>
                  <a:pt x="716800" y="287187"/>
                </a:lnTo>
                <a:close/>
                <a:moveTo>
                  <a:pt x="723669" y="283373"/>
                </a:moveTo>
                <a:lnTo>
                  <a:pt x="730538" y="287049"/>
                </a:lnTo>
                <a:lnTo>
                  <a:pt x="708939" y="278232"/>
                </a:lnTo>
                <a:close/>
                <a:moveTo>
                  <a:pt x="723669" y="283373"/>
                </a:moveTo>
                <a:lnTo>
                  <a:pt x="738399" y="297189"/>
                </a:lnTo>
                <a:lnTo>
                  <a:pt x="730538" y="287049"/>
                </a:lnTo>
                <a:close/>
                <a:moveTo>
                  <a:pt x="702071" y="279500"/>
                </a:moveTo>
                <a:lnTo>
                  <a:pt x="708939" y="278232"/>
                </a:lnTo>
                <a:lnTo>
                  <a:pt x="687341" y="277282"/>
                </a:lnTo>
                <a:close/>
                <a:moveTo>
                  <a:pt x="702071" y="279500"/>
                </a:moveTo>
                <a:lnTo>
                  <a:pt x="716800" y="287187"/>
                </a:lnTo>
                <a:lnTo>
                  <a:pt x="708939" y="278232"/>
                </a:lnTo>
                <a:close/>
                <a:moveTo>
                  <a:pt x="694209" y="275204"/>
                </a:moveTo>
                <a:lnTo>
                  <a:pt x="687341" y="277282"/>
                </a:lnTo>
                <a:lnTo>
                  <a:pt x="708939" y="278232"/>
                </a:lnTo>
                <a:close/>
                <a:moveTo>
                  <a:pt x="694209" y="275204"/>
                </a:moveTo>
                <a:lnTo>
                  <a:pt x="679480" y="274313"/>
                </a:lnTo>
                <a:lnTo>
                  <a:pt x="687341" y="277282"/>
                </a:lnTo>
                <a:close/>
                <a:moveTo>
                  <a:pt x="672611" y="275638"/>
                </a:moveTo>
                <a:lnTo>
                  <a:pt x="687341" y="277282"/>
                </a:lnTo>
                <a:lnTo>
                  <a:pt x="679480" y="274313"/>
                </a:lnTo>
                <a:close/>
                <a:moveTo>
                  <a:pt x="395721" y="233893"/>
                </a:moveTo>
                <a:lnTo>
                  <a:pt x="380991" y="219126"/>
                </a:lnTo>
                <a:lnTo>
                  <a:pt x="388853" y="240837"/>
                </a:lnTo>
                <a:close/>
                <a:moveTo>
                  <a:pt x="374123" y="226284"/>
                </a:moveTo>
                <a:lnTo>
                  <a:pt x="380991" y="219126"/>
                </a:lnTo>
                <a:lnTo>
                  <a:pt x="359393" y="211172"/>
                </a:lnTo>
                <a:close/>
                <a:moveTo>
                  <a:pt x="374123" y="226284"/>
                </a:moveTo>
                <a:lnTo>
                  <a:pt x="388853" y="240837"/>
                </a:lnTo>
                <a:lnTo>
                  <a:pt x="380991" y="219126"/>
                </a:lnTo>
                <a:close/>
                <a:moveTo>
                  <a:pt x="366261" y="204402"/>
                </a:moveTo>
                <a:lnTo>
                  <a:pt x="359393" y="211172"/>
                </a:lnTo>
                <a:lnTo>
                  <a:pt x="380991" y="219126"/>
                </a:lnTo>
                <a:close/>
                <a:moveTo>
                  <a:pt x="366261" y="204402"/>
                </a:moveTo>
                <a:lnTo>
                  <a:pt x="351532" y="189048"/>
                </a:lnTo>
                <a:lnTo>
                  <a:pt x="359393" y="211172"/>
                </a:lnTo>
                <a:close/>
                <a:moveTo>
                  <a:pt x="366261" y="204402"/>
                </a:moveTo>
                <a:lnTo>
                  <a:pt x="373130" y="196817"/>
                </a:lnTo>
                <a:lnTo>
                  <a:pt x="351532" y="189048"/>
                </a:lnTo>
                <a:close/>
                <a:moveTo>
                  <a:pt x="366261" y="204402"/>
                </a:moveTo>
                <a:lnTo>
                  <a:pt x="380991" y="219126"/>
                </a:lnTo>
                <a:lnTo>
                  <a:pt x="373130" y="196817"/>
                </a:lnTo>
                <a:close/>
                <a:moveTo>
                  <a:pt x="344663" y="195153"/>
                </a:moveTo>
                <a:lnTo>
                  <a:pt x="351532" y="189048"/>
                </a:lnTo>
                <a:lnTo>
                  <a:pt x="329933" y="179687"/>
                </a:lnTo>
                <a:close/>
                <a:moveTo>
                  <a:pt x="344663" y="195153"/>
                </a:moveTo>
                <a:lnTo>
                  <a:pt x="359393" y="211172"/>
                </a:lnTo>
                <a:lnTo>
                  <a:pt x="351532" y="189048"/>
                </a:lnTo>
                <a:close/>
                <a:moveTo>
                  <a:pt x="336802" y="173407"/>
                </a:moveTo>
                <a:lnTo>
                  <a:pt x="329933" y="179687"/>
                </a:lnTo>
                <a:lnTo>
                  <a:pt x="351532" y="189048"/>
                </a:lnTo>
                <a:close/>
                <a:moveTo>
                  <a:pt x="336802" y="173407"/>
                </a:moveTo>
                <a:lnTo>
                  <a:pt x="322072" y="158503"/>
                </a:lnTo>
                <a:lnTo>
                  <a:pt x="329933" y="179687"/>
                </a:lnTo>
                <a:close/>
                <a:moveTo>
                  <a:pt x="336802" y="173407"/>
                </a:moveTo>
                <a:lnTo>
                  <a:pt x="343670" y="167582"/>
                </a:lnTo>
                <a:lnTo>
                  <a:pt x="322072" y="158503"/>
                </a:lnTo>
                <a:close/>
                <a:moveTo>
                  <a:pt x="336802" y="173407"/>
                </a:moveTo>
                <a:lnTo>
                  <a:pt x="351532" y="189048"/>
                </a:lnTo>
                <a:lnTo>
                  <a:pt x="343670" y="167582"/>
                </a:lnTo>
                <a:close/>
                <a:moveTo>
                  <a:pt x="315203" y="164154"/>
                </a:moveTo>
                <a:lnTo>
                  <a:pt x="322072" y="158503"/>
                </a:lnTo>
                <a:lnTo>
                  <a:pt x="300473" y="149155"/>
                </a:lnTo>
                <a:close/>
                <a:moveTo>
                  <a:pt x="315203" y="164154"/>
                </a:moveTo>
                <a:lnTo>
                  <a:pt x="329933" y="179687"/>
                </a:lnTo>
                <a:lnTo>
                  <a:pt x="322072" y="158503"/>
                </a:lnTo>
                <a:close/>
                <a:moveTo>
                  <a:pt x="307342" y="143410"/>
                </a:moveTo>
                <a:lnTo>
                  <a:pt x="300473" y="149155"/>
                </a:lnTo>
                <a:lnTo>
                  <a:pt x="322072" y="158503"/>
                </a:lnTo>
                <a:close/>
                <a:moveTo>
                  <a:pt x="307342" y="143410"/>
                </a:moveTo>
                <a:lnTo>
                  <a:pt x="292612" y="127062"/>
                </a:lnTo>
                <a:lnTo>
                  <a:pt x="300473" y="149155"/>
                </a:lnTo>
                <a:close/>
                <a:moveTo>
                  <a:pt x="307342" y="143410"/>
                </a:moveTo>
                <a:lnTo>
                  <a:pt x="314211" y="137682"/>
                </a:lnTo>
                <a:lnTo>
                  <a:pt x="292612" y="127062"/>
                </a:lnTo>
                <a:close/>
                <a:moveTo>
                  <a:pt x="307342" y="143410"/>
                </a:moveTo>
                <a:lnTo>
                  <a:pt x="322072" y="158503"/>
                </a:lnTo>
                <a:lnTo>
                  <a:pt x="314211" y="137682"/>
                </a:lnTo>
                <a:close/>
                <a:moveTo>
                  <a:pt x="285743" y="132060"/>
                </a:moveTo>
                <a:lnTo>
                  <a:pt x="292612" y="127062"/>
                </a:lnTo>
                <a:lnTo>
                  <a:pt x="271014" y="119522"/>
                </a:lnTo>
                <a:close/>
                <a:moveTo>
                  <a:pt x="285743" y="132060"/>
                </a:moveTo>
                <a:lnTo>
                  <a:pt x="300473" y="149155"/>
                </a:lnTo>
                <a:lnTo>
                  <a:pt x="292612" y="127062"/>
                </a:lnTo>
                <a:close/>
                <a:moveTo>
                  <a:pt x="277882" y="110406"/>
                </a:moveTo>
                <a:lnTo>
                  <a:pt x="271014" y="119522"/>
                </a:lnTo>
                <a:lnTo>
                  <a:pt x="292612" y="127062"/>
                </a:lnTo>
                <a:close/>
                <a:moveTo>
                  <a:pt x="277882" y="110406"/>
                </a:moveTo>
                <a:lnTo>
                  <a:pt x="284751" y="108912"/>
                </a:lnTo>
                <a:lnTo>
                  <a:pt x="263152" y="101110"/>
                </a:lnTo>
                <a:close/>
                <a:moveTo>
                  <a:pt x="277882" y="110406"/>
                </a:moveTo>
                <a:lnTo>
                  <a:pt x="292612" y="127062"/>
                </a:lnTo>
                <a:lnTo>
                  <a:pt x="284751" y="108912"/>
                </a:lnTo>
                <a:close/>
                <a:moveTo>
                  <a:pt x="14730" y="1015"/>
                </a:moveTo>
                <a:lnTo>
                  <a:pt x="21599" y="1098"/>
                </a:lnTo>
                <a:lnTo>
                  <a:pt x="0" y="0"/>
                </a:lnTo>
                <a:close/>
                <a:moveTo>
                  <a:pt x="14730" y="1015"/>
                </a:moveTo>
                <a:lnTo>
                  <a:pt x="29460" y="10513"/>
                </a:lnTo>
                <a:lnTo>
                  <a:pt x="21599" y="1098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45" name="PANEL_01-slope-12-220_939">
            <a:extLst>
              <a:ext uri="{FF2B5EF4-FFF2-40B4-BE49-F238E27FC236}">
                <a16:creationId xmlns:a16="http://schemas.microsoft.com/office/drawing/2014/main" id="{5CF04A4A-DD5E-4890-AE4B-314DAA3F54BD}"/>
              </a:ext>
            </a:extLst>
          </p:cNvPr>
          <p:cNvSpPr>
            <a:spLocks/>
          </p:cNvSpPr>
          <p:nvPr/>
        </p:nvSpPr>
        <p:spPr>
          <a:xfrm>
            <a:off x="587890" y="573752"/>
            <a:ext cx="2206334" cy="492255"/>
          </a:xfrm>
          <a:custGeom>
            <a:pathLst>
              <a:path w="1494426" h="333421">
                <a:moveTo>
                  <a:pt x="1479696" y="285989"/>
                </a:moveTo>
                <a:lnTo>
                  <a:pt x="1494426" y="285945"/>
                </a:lnTo>
                <a:lnTo>
                  <a:pt x="1486565" y="280901"/>
                </a:lnTo>
                <a:close/>
                <a:moveTo>
                  <a:pt x="1414901" y="317796"/>
                </a:moveTo>
                <a:lnTo>
                  <a:pt x="1400171" y="320023"/>
                </a:lnTo>
                <a:lnTo>
                  <a:pt x="1408032" y="322432"/>
                </a:lnTo>
                <a:close/>
                <a:moveTo>
                  <a:pt x="1393302" y="327495"/>
                </a:moveTo>
                <a:lnTo>
                  <a:pt x="1378572" y="327094"/>
                </a:lnTo>
                <a:lnTo>
                  <a:pt x="1386434" y="331612"/>
                </a:lnTo>
                <a:close/>
                <a:moveTo>
                  <a:pt x="1342244" y="326083"/>
                </a:moveTo>
                <a:lnTo>
                  <a:pt x="1327514" y="317343"/>
                </a:lnTo>
                <a:lnTo>
                  <a:pt x="1335375" y="333421"/>
                </a:lnTo>
                <a:close/>
                <a:moveTo>
                  <a:pt x="1342244" y="326083"/>
                </a:moveTo>
                <a:lnTo>
                  <a:pt x="1349113" y="317505"/>
                </a:lnTo>
                <a:lnTo>
                  <a:pt x="1327514" y="317343"/>
                </a:lnTo>
                <a:close/>
                <a:moveTo>
                  <a:pt x="1320646" y="324753"/>
                </a:moveTo>
                <a:lnTo>
                  <a:pt x="1327514" y="317343"/>
                </a:lnTo>
                <a:lnTo>
                  <a:pt x="1305916" y="317853"/>
                </a:lnTo>
                <a:close/>
                <a:moveTo>
                  <a:pt x="1320646" y="324753"/>
                </a:moveTo>
                <a:lnTo>
                  <a:pt x="1335375" y="333421"/>
                </a:lnTo>
                <a:lnTo>
                  <a:pt x="1327514" y="317343"/>
                </a:lnTo>
                <a:close/>
                <a:moveTo>
                  <a:pt x="1312784" y="308259"/>
                </a:moveTo>
                <a:lnTo>
                  <a:pt x="1305916" y="317853"/>
                </a:lnTo>
                <a:lnTo>
                  <a:pt x="1327514" y="317343"/>
                </a:lnTo>
                <a:close/>
                <a:moveTo>
                  <a:pt x="1312784" y="308259"/>
                </a:moveTo>
                <a:lnTo>
                  <a:pt x="1327514" y="317343"/>
                </a:lnTo>
                <a:lnTo>
                  <a:pt x="1319653" y="302178"/>
                </a:lnTo>
                <a:close/>
                <a:moveTo>
                  <a:pt x="1291186" y="310678"/>
                </a:moveTo>
                <a:lnTo>
                  <a:pt x="1276456" y="301757"/>
                </a:lnTo>
                <a:lnTo>
                  <a:pt x="1284317" y="319273"/>
                </a:lnTo>
                <a:close/>
                <a:moveTo>
                  <a:pt x="1291186" y="310678"/>
                </a:moveTo>
                <a:lnTo>
                  <a:pt x="1298054" y="301219"/>
                </a:lnTo>
                <a:lnTo>
                  <a:pt x="1276456" y="301757"/>
                </a:lnTo>
                <a:close/>
                <a:moveTo>
                  <a:pt x="1269587" y="311071"/>
                </a:moveTo>
                <a:lnTo>
                  <a:pt x="1276456" y="301757"/>
                </a:lnTo>
                <a:lnTo>
                  <a:pt x="1254857" y="299344"/>
                </a:lnTo>
                <a:close/>
                <a:moveTo>
                  <a:pt x="1269587" y="311071"/>
                </a:moveTo>
                <a:lnTo>
                  <a:pt x="1284317" y="319273"/>
                </a:lnTo>
                <a:lnTo>
                  <a:pt x="1276456" y="301757"/>
                </a:lnTo>
                <a:close/>
                <a:moveTo>
                  <a:pt x="1283325" y="292527"/>
                </a:moveTo>
                <a:lnTo>
                  <a:pt x="1276456" y="301757"/>
                </a:lnTo>
                <a:lnTo>
                  <a:pt x="1298054" y="301219"/>
                </a:lnTo>
                <a:close/>
                <a:moveTo>
                  <a:pt x="1261726" y="292751"/>
                </a:moveTo>
                <a:lnTo>
                  <a:pt x="1254857" y="299344"/>
                </a:lnTo>
                <a:lnTo>
                  <a:pt x="1276456" y="301757"/>
                </a:lnTo>
                <a:close/>
                <a:moveTo>
                  <a:pt x="1261726" y="292751"/>
                </a:moveTo>
                <a:lnTo>
                  <a:pt x="1246996" y="281069"/>
                </a:lnTo>
                <a:lnTo>
                  <a:pt x="1254857" y="299344"/>
                </a:lnTo>
                <a:close/>
                <a:moveTo>
                  <a:pt x="1261726" y="292751"/>
                </a:moveTo>
                <a:lnTo>
                  <a:pt x="1268595" y="282925"/>
                </a:lnTo>
                <a:lnTo>
                  <a:pt x="1246996" y="281069"/>
                </a:lnTo>
                <a:close/>
                <a:moveTo>
                  <a:pt x="1261726" y="292751"/>
                </a:moveTo>
                <a:lnTo>
                  <a:pt x="1276456" y="301757"/>
                </a:lnTo>
                <a:lnTo>
                  <a:pt x="1268595" y="282925"/>
                </a:lnTo>
                <a:close/>
                <a:moveTo>
                  <a:pt x="1240128" y="288921"/>
                </a:moveTo>
                <a:lnTo>
                  <a:pt x="1246996" y="281069"/>
                </a:lnTo>
                <a:lnTo>
                  <a:pt x="1225398" y="278164"/>
                </a:lnTo>
                <a:close/>
                <a:moveTo>
                  <a:pt x="1240128" y="288921"/>
                </a:moveTo>
                <a:lnTo>
                  <a:pt x="1254857" y="299344"/>
                </a:lnTo>
                <a:lnTo>
                  <a:pt x="1246996" y="281069"/>
                </a:lnTo>
                <a:close/>
                <a:moveTo>
                  <a:pt x="1232266" y="271017"/>
                </a:moveTo>
                <a:lnTo>
                  <a:pt x="1225398" y="278164"/>
                </a:lnTo>
                <a:lnTo>
                  <a:pt x="1246996" y="281069"/>
                </a:lnTo>
                <a:close/>
                <a:moveTo>
                  <a:pt x="1232266" y="271017"/>
                </a:moveTo>
                <a:lnTo>
                  <a:pt x="1217537" y="262009"/>
                </a:lnTo>
                <a:lnTo>
                  <a:pt x="1225398" y="278164"/>
                </a:lnTo>
                <a:close/>
                <a:moveTo>
                  <a:pt x="1210668" y="269965"/>
                </a:moveTo>
                <a:lnTo>
                  <a:pt x="1203799" y="273255"/>
                </a:lnTo>
                <a:lnTo>
                  <a:pt x="1225398" y="278164"/>
                </a:lnTo>
                <a:close/>
                <a:moveTo>
                  <a:pt x="1210668" y="269965"/>
                </a:moveTo>
                <a:lnTo>
                  <a:pt x="1217537" y="262009"/>
                </a:lnTo>
                <a:lnTo>
                  <a:pt x="1195938" y="260350"/>
                </a:lnTo>
                <a:close/>
                <a:moveTo>
                  <a:pt x="1210668" y="269965"/>
                </a:moveTo>
                <a:lnTo>
                  <a:pt x="1225398" y="278164"/>
                </a:lnTo>
                <a:lnTo>
                  <a:pt x="1217537" y="262009"/>
                </a:lnTo>
                <a:close/>
                <a:moveTo>
                  <a:pt x="1202807" y="254492"/>
                </a:moveTo>
                <a:lnTo>
                  <a:pt x="1195938" y="260350"/>
                </a:lnTo>
                <a:lnTo>
                  <a:pt x="1217537" y="262009"/>
                </a:lnTo>
                <a:close/>
                <a:moveTo>
                  <a:pt x="1181208" y="252858"/>
                </a:moveTo>
                <a:lnTo>
                  <a:pt x="1195938" y="260350"/>
                </a:lnTo>
                <a:lnTo>
                  <a:pt x="1188077" y="245682"/>
                </a:lnTo>
                <a:close/>
                <a:moveTo>
                  <a:pt x="1130150" y="228963"/>
                </a:moveTo>
                <a:lnTo>
                  <a:pt x="1123281" y="235407"/>
                </a:lnTo>
                <a:lnTo>
                  <a:pt x="1144880" y="238087"/>
                </a:lnTo>
                <a:close/>
                <a:moveTo>
                  <a:pt x="1130150" y="228963"/>
                </a:moveTo>
                <a:lnTo>
                  <a:pt x="1115420" y="223853"/>
                </a:lnTo>
                <a:lnTo>
                  <a:pt x="1123281" y="235407"/>
                </a:lnTo>
                <a:close/>
                <a:moveTo>
                  <a:pt x="1130150" y="228963"/>
                </a:moveTo>
                <a:lnTo>
                  <a:pt x="1137019" y="225448"/>
                </a:lnTo>
                <a:lnTo>
                  <a:pt x="1115420" y="223853"/>
                </a:lnTo>
                <a:close/>
                <a:moveTo>
                  <a:pt x="949501" y="296827"/>
                </a:moveTo>
                <a:lnTo>
                  <a:pt x="956369" y="294393"/>
                </a:lnTo>
                <a:lnTo>
                  <a:pt x="934771" y="298084"/>
                </a:lnTo>
                <a:close/>
                <a:moveTo>
                  <a:pt x="753129" y="297451"/>
                </a:moveTo>
                <a:lnTo>
                  <a:pt x="759998" y="293498"/>
                </a:lnTo>
                <a:lnTo>
                  <a:pt x="738399" y="297189"/>
                </a:lnTo>
                <a:close/>
                <a:moveTo>
                  <a:pt x="753129" y="297451"/>
                </a:moveTo>
                <a:lnTo>
                  <a:pt x="767859" y="303638"/>
                </a:lnTo>
                <a:lnTo>
                  <a:pt x="759998" y="293498"/>
                </a:lnTo>
                <a:close/>
                <a:moveTo>
                  <a:pt x="672611" y="275638"/>
                </a:moveTo>
                <a:lnTo>
                  <a:pt x="665742" y="279876"/>
                </a:lnTo>
                <a:lnTo>
                  <a:pt x="687341" y="277282"/>
                </a:lnTo>
                <a:close/>
                <a:moveTo>
                  <a:pt x="672611" y="275638"/>
                </a:moveTo>
                <a:lnTo>
                  <a:pt x="657881" y="277191"/>
                </a:lnTo>
                <a:lnTo>
                  <a:pt x="665742" y="279876"/>
                </a:lnTo>
                <a:close/>
                <a:moveTo>
                  <a:pt x="651012" y="280406"/>
                </a:moveTo>
                <a:lnTo>
                  <a:pt x="636283" y="280810"/>
                </a:lnTo>
                <a:lnTo>
                  <a:pt x="644144" y="285901"/>
                </a:lnTo>
                <a:close/>
                <a:moveTo>
                  <a:pt x="651012" y="280406"/>
                </a:moveTo>
                <a:lnTo>
                  <a:pt x="657881" y="277191"/>
                </a:lnTo>
                <a:lnTo>
                  <a:pt x="636283" y="280810"/>
                </a:lnTo>
                <a:close/>
                <a:moveTo>
                  <a:pt x="651012" y="280406"/>
                </a:moveTo>
                <a:lnTo>
                  <a:pt x="665742" y="279876"/>
                </a:lnTo>
                <a:lnTo>
                  <a:pt x="657881" y="277191"/>
                </a:lnTo>
                <a:close/>
                <a:moveTo>
                  <a:pt x="629414" y="284972"/>
                </a:moveTo>
                <a:lnTo>
                  <a:pt x="636283" y="280810"/>
                </a:lnTo>
                <a:lnTo>
                  <a:pt x="614684" y="283721"/>
                </a:lnTo>
                <a:close/>
                <a:moveTo>
                  <a:pt x="621553" y="279153"/>
                </a:moveTo>
                <a:lnTo>
                  <a:pt x="614684" y="283721"/>
                </a:lnTo>
                <a:lnTo>
                  <a:pt x="636283" y="280810"/>
                </a:lnTo>
                <a:close/>
                <a:moveTo>
                  <a:pt x="621553" y="279153"/>
                </a:moveTo>
                <a:lnTo>
                  <a:pt x="606823" y="276443"/>
                </a:lnTo>
                <a:lnTo>
                  <a:pt x="614684" y="283721"/>
                </a:lnTo>
                <a:close/>
                <a:moveTo>
                  <a:pt x="599954" y="280425"/>
                </a:moveTo>
                <a:lnTo>
                  <a:pt x="593085" y="287467"/>
                </a:lnTo>
                <a:lnTo>
                  <a:pt x="614684" y="283721"/>
                </a:lnTo>
                <a:close/>
                <a:moveTo>
                  <a:pt x="599954" y="280425"/>
                </a:moveTo>
                <a:lnTo>
                  <a:pt x="606823" y="276443"/>
                </a:lnTo>
                <a:lnTo>
                  <a:pt x="585224" y="278832"/>
                </a:lnTo>
                <a:close/>
                <a:moveTo>
                  <a:pt x="599954" y="280425"/>
                </a:moveTo>
                <a:lnTo>
                  <a:pt x="614684" y="283721"/>
                </a:lnTo>
                <a:lnTo>
                  <a:pt x="606823" y="276443"/>
                </a:lnTo>
                <a:close/>
                <a:moveTo>
                  <a:pt x="578356" y="284958"/>
                </a:moveTo>
                <a:lnTo>
                  <a:pt x="585224" y="278832"/>
                </a:lnTo>
                <a:lnTo>
                  <a:pt x="563626" y="282431"/>
                </a:lnTo>
                <a:close/>
                <a:moveTo>
                  <a:pt x="578356" y="284958"/>
                </a:moveTo>
                <a:lnTo>
                  <a:pt x="593085" y="287467"/>
                </a:lnTo>
                <a:lnTo>
                  <a:pt x="585224" y="278832"/>
                </a:lnTo>
                <a:close/>
                <a:moveTo>
                  <a:pt x="556757" y="288863"/>
                </a:moveTo>
                <a:lnTo>
                  <a:pt x="563626" y="282431"/>
                </a:lnTo>
                <a:lnTo>
                  <a:pt x="542027" y="284560"/>
                </a:lnTo>
                <a:close/>
                <a:moveTo>
                  <a:pt x="570494" y="277237"/>
                </a:moveTo>
                <a:lnTo>
                  <a:pt x="563626" y="282431"/>
                </a:lnTo>
                <a:lnTo>
                  <a:pt x="585224" y="278832"/>
                </a:lnTo>
                <a:close/>
                <a:moveTo>
                  <a:pt x="548896" y="278665"/>
                </a:moveTo>
                <a:lnTo>
                  <a:pt x="542027" y="284560"/>
                </a:lnTo>
                <a:lnTo>
                  <a:pt x="563626" y="282431"/>
                </a:lnTo>
                <a:close/>
                <a:moveTo>
                  <a:pt x="548896" y="278665"/>
                </a:moveTo>
                <a:lnTo>
                  <a:pt x="534166" y="274374"/>
                </a:lnTo>
                <a:lnTo>
                  <a:pt x="542027" y="284560"/>
                </a:lnTo>
                <a:close/>
                <a:moveTo>
                  <a:pt x="527297" y="280263"/>
                </a:moveTo>
                <a:lnTo>
                  <a:pt x="520429" y="285205"/>
                </a:lnTo>
                <a:lnTo>
                  <a:pt x="542027" y="284560"/>
                </a:lnTo>
                <a:close/>
                <a:moveTo>
                  <a:pt x="527297" y="280263"/>
                </a:moveTo>
                <a:lnTo>
                  <a:pt x="512568" y="275378"/>
                </a:lnTo>
                <a:lnTo>
                  <a:pt x="520429" y="285205"/>
                </a:lnTo>
                <a:close/>
                <a:moveTo>
                  <a:pt x="527297" y="280263"/>
                </a:moveTo>
                <a:lnTo>
                  <a:pt x="534166" y="274374"/>
                </a:lnTo>
                <a:lnTo>
                  <a:pt x="512568" y="275378"/>
                </a:lnTo>
                <a:close/>
                <a:moveTo>
                  <a:pt x="527297" y="280263"/>
                </a:moveTo>
                <a:lnTo>
                  <a:pt x="542027" y="284560"/>
                </a:lnTo>
                <a:lnTo>
                  <a:pt x="534166" y="274374"/>
                </a:lnTo>
                <a:close/>
                <a:moveTo>
                  <a:pt x="505699" y="280021"/>
                </a:moveTo>
                <a:lnTo>
                  <a:pt x="512568" y="275378"/>
                </a:lnTo>
                <a:lnTo>
                  <a:pt x="490969" y="275146"/>
                </a:lnTo>
                <a:close/>
                <a:moveTo>
                  <a:pt x="505699" y="280021"/>
                </a:moveTo>
                <a:lnTo>
                  <a:pt x="520429" y="285205"/>
                </a:lnTo>
                <a:lnTo>
                  <a:pt x="512568" y="275378"/>
                </a:lnTo>
                <a:close/>
                <a:moveTo>
                  <a:pt x="497838" y="271068"/>
                </a:moveTo>
                <a:lnTo>
                  <a:pt x="490969" y="275146"/>
                </a:lnTo>
                <a:lnTo>
                  <a:pt x="512568" y="275378"/>
                </a:lnTo>
                <a:close/>
                <a:moveTo>
                  <a:pt x="497838" y="271068"/>
                </a:moveTo>
                <a:lnTo>
                  <a:pt x="483108" y="264444"/>
                </a:lnTo>
                <a:lnTo>
                  <a:pt x="490969" y="275146"/>
                </a:lnTo>
                <a:close/>
                <a:moveTo>
                  <a:pt x="476239" y="271167"/>
                </a:moveTo>
                <a:lnTo>
                  <a:pt x="469371" y="273832"/>
                </a:lnTo>
                <a:lnTo>
                  <a:pt x="490969" y="275146"/>
                </a:lnTo>
                <a:close/>
                <a:moveTo>
                  <a:pt x="476239" y="271167"/>
                </a:moveTo>
                <a:lnTo>
                  <a:pt x="461509" y="264213"/>
                </a:lnTo>
                <a:lnTo>
                  <a:pt x="469371" y="273832"/>
                </a:lnTo>
                <a:close/>
                <a:moveTo>
                  <a:pt x="476239" y="271167"/>
                </a:moveTo>
                <a:lnTo>
                  <a:pt x="483108" y="264444"/>
                </a:lnTo>
                <a:lnTo>
                  <a:pt x="461509" y="264213"/>
                </a:lnTo>
                <a:close/>
                <a:moveTo>
                  <a:pt x="476239" y="271167"/>
                </a:moveTo>
                <a:lnTo>
                  <a:pt x="490969" y="275146"/>
                </a:lnTo>
                <a:lnTo>
                  <a:pt x="483108" y="264444"/>
                </a:lnTo>
                <a:close/>
                <a:moveTo>
                  <a:pt x="454641" y="269774"/>
                </a:moveTo>
                <a:lnTo>
                  <a:pt x="461509" y="264213"/>
                </a:lnTo>
                <a:lnTo>
                  <a:pt x="439911" y="263244"/>
                </a:lnTo>
                <a:close/>
                <a:moveTo>
                  <a:pt x="454641" y="269774"/>
                </a:moveTo>
                <a:lnTo>
                  <a:pt x="469371" y="273832"/>
                </a:lnTo>
                <a:lnTo>
                  <a:pt x="461509" y="264213"/>
                </a:lnTo>
                <a:close/>
                <a:moveTo>
                  <a:pt x="446779" y="258148"/>
                </a:moveTo>
                <a:lnTo>
                  <a:pt x="439911" y="263244"/>
                </a:lnTo>
                <a:lnTo>
                  <a:pt x="461509" y="264213"/>
                </a:lnTo>
                <a:close/>
                <a:moveTo>
                  <a:pt x="446779" y="258148"/>
                </a:moveTo>
                <a:lnTo>
                  <a:pt x="432050" y="247881"/>
                </a:lnTo>
                <a:lnTo>
                  <a:pt x="439911" y="263244"/>
                </a:lnTo>
                <a:close/>
                <a:moveTo>
                  <a:pt x="425181" y="257168"/>
                </a:moveTo>
                <a:lnTo>
                  <a:pt x="418312" y="261682"/>
                </a:lnTo>
                <a:lnTo>
                  <a:pt x="439911" y="263244"/>
                </a:lnTo>
                <a:close/>
                <a:moveTo>
                  <a:pt x="425181" y="257168"/>
                </a:moveTo>
                <a:lnTo>
                  <a:pt x="410451" y="245922"/>
                </a:lnTo>
                <a:lnTo>
                  <a:pt x="418312" y="261682"/>
                </a:lnTo>
                <a:close/>
                <a:moveTo>
                  <a:pt x="425181" y="257168"/>
                </a:moveTo>
                <a:lnTo>
                  <a:pt x="432050" y="247881"/>
                </a:lnTo>
                <a:lnTo>
                  <a:pt x="410451" y="245922"/>
                </a:lnTo>
                <a:close/>
                <a:moveTo>
                  <a:pt x="425181" y="257168"/>
                </a:moveTo>
                <a:lnTo>
                  <a:pt x="439911" y="263244"/>
                </a:lnTo>
                <a:lnTo>
                  <a:pt x="432050" y="247881"/>
                </a:lnTo>
                <a:close/>
                <a:moveTo>
                  <a:pt x="403582" y="254687"/>
                </a:moveTo>
                <a:lnTo>
                  <a:pt x="410451" y="245922"/>
                </a:lnTo>
                <a:lnTo>
                  <a:pt x="388853" y="240837"/>
                </a:lnTo>
                <a:close/>
                <a:moveTo>
                  <a:pt x="403582" y="254687"/>
                </a:moveTo>
                <a:lnTo>
                  <a:pt x="418312" y="261682"/>
                </a:lnTo>
                <a:lnTo>
                  <a:pt x="410451" y="245922"/>
                </a:lnTo>
                <a:close/>
                <a:moveTo>
                  <a:pt x="395721" y="233893"/>
                </a:moveTo>
                <a:lnTo>
                  <a:pt x="388853" y="240837"/>
                </a:lnTo>
                <a:lnTo>
                  <a:pt x="410451" y="245922"/>
                </a:lnTo>
                <a:close/>
                <a:moveTo>
                  <a:pt x="395721" y="233893"/>
                </a:moveTo>
                <a:lnTo>
                  <a:pt x="402590" y="224724"/>
                </a:lnTo>
                <a:lnTo>
                  <a:pt x="380991" y="219126"/>
                </a:lnTo>
                <a:close/>
                <a:moveTo>
                  <a:pt x="395721" y="233893"/>
                </a:moveTo>
                <a:lnTo>
                  <a:pt x="410451" y="245922"/>
                </a:lnTo>
                <a:lnTo>
                  <a:pt x="402590" y="224724"/>
                </a:lnTo>
                <a:close/>
                <a:moveTo>
                  <a:pt x="277882" y="110406"/>
                </a:moveTo>
                <a:lnTo>
                  <a:pt x="263152" y="101110"/>
                </a:lnTo>
                <a:lnTo>
                  <a:pt x="271014" y="119522"/>
                </a:lnTo>
                <a:close/>
                <a:moveTo>
                  <a:pt x="256284" y="107088"/>
                </a:moveTo>
                <a:lnTo>
                  <a:pt x="271014" y="119522"/>
                </a:lnTo>
                <a:lnTo>
                  <a:pt x="263152" y="101110"/>
                </a:lnTo>
                <a:close/>
                <a:moveTo>
                  <a:pt x="248423" y="90929"/>
                </a:moveTo>
                <a:lnTo>
                  <a:pt x="263152" y="101110"/>
                </a:lnTo>
                <a:lnTo>
                  <a:pt x="255291" y="85903"/>
                </a:lnTo>
                <a:close/>
                <a:moveTo>
                  <a:pt x="132569" y="103338"/>
                </a:moveTo>
                <a:lnTo>
                  <a:pt x="139437" y="91487"/>
                </a:lnTo>
                <a:lnTo>
                  <a:pt x="117839" y="87417"/>
                </a:lnTo>
                <a:close/>
                <a:moveTo>
                  <a:pt x="132569" y="103338"/>
                </a:moveTo>
                <a:lnTo>
                  <a:pt x="147299" y="115472"/>
                </a:lnTo>
                <a:lnTo>
                  <a:pt x="139437" y="91487"/>
                </a:lnTo>
                <a:close/>
                <a:moveTo>
                  <a:pt x="124708" y="77883"/>
                </a:moveTo>
                <a:lnTo>
                  <a:pt x="117839" y="87417"/>
                </a:lnTo>
                <a:lnTo>
                  <a:pt x="139437" y="91487"/>
                </a:lnTo>
                <a:close/>
                <a:moveTo>
                  <a:pt x="124708" y="77883"/>
                </a:moveTo>
                <a:lnTo>
                  <a:pt x="109978" y="62453"/>
                </a:lnTo>
                <a:lnTo>
                  <a:pt x="117839" y="87417"/>
                </a:lnTo>
                <a:close/>
                <a:moveTo>
                  <a:pt x="124708" y="77883"/>
                </a:moveTo>
                <a:lnTo>
                  <a:pt x="131576" y="66868"/>
                </a:lnTo>
                <a:lnTo>
                  <a:pt x="109978" y="62453"/>
                </a:lnTo>
                <a:close/>
                <a:moveTo>
                  <a:pt x="124708" y="77883"/>
                </a:moveTo>
                <a:lnTo>
                  <a:pt x="139437" y="91487"/>
                </a:lnTo>
                <a:lnTo>
                  <a:pt x="131576" y="66868"/>
                </a:lnTo>
                <a:close/>
                <a:moveTo>
                  <a:pt x="103109" y="71299"/>
                </a:moveTo>
                <a:lnTo>
                  <a:pt x="109978" y="62453"/>
                </a:lnTo>
                <a:lnTo>
                  <a:pt x="88379" y="57764"/>
                </a:lnTo>
                <a:close/>
                <a:moveTo>
                  <a:pt x="103109" y="71299"/>
                </a:moveTo>
                <a:lnTo>
                  <a:pt x="117839" y="87417"/>
                </a:lnTo>
                <a:lnTo>
                  <a:pt x="109978" y="62453"/>
                </a:lnTo>
                <a:close/>
                <a:moveTo>
                  <a:pt x="95248" y="47092"/>
                </a:moveTo>
                <a:lnTo>
                  <a:pt x="88379" y="57764"/>
                </a:lnTo>
                <a:lnTo>
                  <a:pt x="109978" y="62453"/>
                </a:lnTo>
                <a:close/>
                <a:moveTo>
                  <a:pt x="95248" y="47092"/>
                </a:moveTo>
                <a:lnTo>
                  <a:pt x="80518" y="35444"/>
                </a:lnTo>
                <a:lnTo>
                  <a:pt x="88379" y="57764"/>
                </a:lnTo>
                <a:close/>
                <a:moveTo>
                  <a:pt x="95248" y="47092"/>
                </a:moveTo>
                <a:lnTo>
                  <a:pt x="102116" y="39839"/>
                </a:lnTo>
                <a:lnTo>
                  <a:pt x="80518" y="35444"/>
                </a:lnTo>
                <a:close/>
                <a:moveTo>
                  <a:pt x="95248" y="47092"/>
                </a:moveTo>
                <a:lnTo>
                  <a:pt x="109978" y="62453"/>
                </a:lnTo>
                <a:lnTo>
                  <a:pt x="102116" y="39839"/>
                </a:lnTo>
                <a:close/>
                <a:moveTo>
                  <a:pt x="73649" y="43817"/>
                </a:moveTo>
                <a:lnTo>
                  <a:pt x="80518" y="35444"/>
                </a:lnTo>
                <a:lnTo>
                  <a:pt x="58919" y="32293"/>
                </a:lnTo>
                <a:close/>
                <a:moveTo>
                  <a:pt x="73649" y="43817"/>
                </a:moveTo>
                <a:lnTo>
                  <a:pt x="88379" y="57764"/>
                </a:lnTo>
                <a:lnTo>
                  <a:pt x="80518" y="35444"/>
                </a:lnTo>
                <a:close/>
                <a:moveTo>
                  <a:pt x="65788" y="23353"/>
                </a:moveTo>
                <a:lnTo>
                  <a:pt x="58919" y="32293"/>
                </a:lnTo>
                <a:lnTo>
                  <a:pt x="80518" y="35444"/>
                </a:lnTo>
                <a:close/>
                <a:moveTo>
                  <a:pt x="65788" y="23353"/>
                </a:moveTo>
                <a:lnTo>
                  <a:pt x="51058" y="14300"/>
                </a:lnTo>
                <a:lnTo>
                  <a:pt x="58919" y="32293"/>
                </a:lnTo>
                <a:close/>
                <a:moveTo>
                  <a:pt x="65788" y="23353"/>
                </a:moveTo>
                <a:lnTo>
                  <a:pt x="80518" y="35444"/>
                </a:lnTo>
                <a:lnTo>
                  <a:pt x="72657" y="17877"/>
                </a:lnTo>
                <a:close/>
                <a:moveTo>
                  <a:pt x="44190" y="20252"/>
                </a:moveTo>
                <a:lnTo>
                  <a:pt x="29460" y="10513"/>
                </a:lnTo>
                <a:lnTo>
                  <a:pt x="37321" y="28544"/>
                </a:lnTo>
                <a:close/>
                <a:moveTo>
                  <a:pt x="44190" y="20252"/>
                </a:moveTo>
                <a:lnTo>
                  <a:pt x="51058" y="14300"/>
                </a:lnTo>
                <a:lnTo>
                  <a:pt x="29460" y="10513"/>
                </a:lnTo>
                <a:close/>
                <a:moveTo>
                  <a:pt x="44190" y="20252"/>
                </a:moveTo>
                <a:lnTo>
                  <a:pt x="58919" y="32293"/>
                </a:lnTo>
                <a:lnTo>
                  <a:pt x="51058" y="14300"/>
                </a:lnTo>
                <a:close/>
                <a:moveTo>
                  <a:pt x="36328" y="4941"/>
                </a:moveTo>
                <a:lnTo>
                  <a:pt x="29460" y="10513"/>
                </a:lnTo>
                <a:lnTo>
                  <a:pt x="51058" y="14300"/>
                </a:lnTo>
                <a:close/>
                <a:moveTo>
                  <a:pt x="36328" y="4941"/>
                </a:moveTo>
                <a:lnTo>
                  <a:pt x="21599" y="1098"/>
                </a:lnTo>
                <a:lnTo>
                  <a:pt x="29460" y="10513"/>
                </a:lnTo>
                <a:close/>
                <a:moveTo>
                  <a:pt x="14730" y="1015"/>
                </a:moveTo>
                <a:lnTo>
                  <a:pt x="7861" y="7588"/>
                </a:lnTo>
                <a:lnTo>
                  <a:pt x="29460" y="10513"/>
                </a:lnTo>
                <a:close/>
                <a:moveTo>
                  <a:pt x="14730" y="1015"/>
                </a:moveTo>
                <a:lnTo>
                  <a:pt x="0" y="0"/>
                </a:lnTo>
                <a:lnTo>
                  <a:pt x="7861" y="7588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46" name="PANEL_01-slope-12-225_940">
            <a:extLst>
              <a:ext uri="{FF2B5EF4-FFF2-40B4-BE49-F238E27FC236}">
                <a16:creationId xmlns:a16="http://schemas.microsoft.com/office/drawing/2014/main" id="{D0859C85-37FB-425A-8C1F-67D9A9079F1B}"/>
              </a:ext>
            </a:extLst>
          </p:cNvPr>
          <p:cNvSpPr>
            <a:spLocks/>
          </p:cNvSpPr>
          <p:nvPr/>
        </p:nvSpPr>
        <p:spPr>
          <a:xfrm>
            <a:off x="793751" y="670489"/>
            <a:ext cx="2043965" cy="398982"/>
          </a:xfrm>
          <a:custGeom>
            <a:pathLst>
              <a:path w="1384449" h="270245">
                <a:moveTo>
                  <a:pt x="1369719" y="220713"/>
                </a:moveTo>
                <a:lnTo>
                  <a:pt x="1376587" y="214586"/>
                </a:lnTo>
                <a:lnTo>
                  <a:pt x="1354989" y="220422"/>
                </a:lnTo>
                <a:close/>
                <a:moveTo>
                  <a:pt x="1369719" y="220713"/>
                </a:moveTo>
                <a:lnTo>
                  <a:pt x="1384449" y="223815"/>
                </a:lnTo>
                <a:lnTo>
                  <a:pt x="1376587" y="214586"/>
                </a:lnTo>
                <a:close/>
                <a:moveTo>
                  <a:pt x="1348120" y="226197"/>
                </a:moveTo>
                <a:lnTo>
                  <a:pt x="1354989" y="220422"/>
                </a:lnTo>
                <a:lnTo>
                  <a:pt x="1333390" y="228121"/>
                </a:lnTo>
                <a:close/>
                <a:moveTo>
                  <a:pt x="1361857" y="214311"/>
                </a:moveTo>
                <a:lnTo>
                  <a:pt x="1354989" y="220422"/>
                </a:lnTo>
                <a:lnTo>
                  <a:pt x="1376587" y="214586"/>
                </a:lnTo>
                <a:close/>
                <a:moveTo>
                  <a:pt x="1340259" y="220465"/>
                </a:moveTo>
                <a:lnTo>
                  <a:pt x="1333390" y="228121"/>
                </a:lnTo>
                <a:lnTo>
                  <a:pt x="1354989" y="220422"/>
                </a:lnTo>
                <a:close/>
                <a:moveTo>
                  <a:pt x="1340259" y="220465"/>
                </a:moveTo>
                <a:lnTo>
                  <a:pt x="1325529" y="223300"/>
                </a:lnTo>
                <a:lnTo>
                  <a:pt x="1333390" y="228121"/>
                </a:lnTo>
                <a:close/>
                <a:moveTo>
                  <a:pt x="1318660" y="230382"/>
                </a:moveTo>
                <a:lnTo>
                  <a:pt x="1311792" y="238229"/>
                </a:lnTo>
                <a:lnTo>
                  <a:pt x="1333390" y="228121"/>
                </a:lnTo>
                <a:close/>
                <a:moveTo>
                  <a:pt x="1318660" y="230382"/>
                </a:moveTo>
                <a:lnTo>
                  <a:pt x="1303931" y="234149"/>
                </a:lnTo>
                <a:lnTo>
                  <a:pt x="1311792" y="238229"/>
                </a:lnTo>
                <a:close/>
                <a:moveTo>
                  <a:pt x="1318660" y="230382"/>
                </a:moveTo>
                <a:lnTo>
                  <a:pt x="1333390" y="228121"/>
                </a:lnTo>
                <a:lnTo>
                  <a:pt x="1325529" y="223300"/>
                </a:lnTo>
                <a:close/>
                <a:moveTo>
                  <a:pt x="1297062" y="242194"/>
                </a:moveTo>
                <a:lnTo>
                  <a:pt x="1290193" y="248070"/>
                </a:lnTo>
                <a:lnTo>
                  <a:pt x="1311792" y="238229"/>
                </a:lnTo>
                <a:close/>
                <a:moveTo>
                  <a:pt x="1297062" y="242194"/>
                </a:moveTo>
                <a:lnTo>
                  <a:pt x="1282332" y="245415"/>
                </a:lnTo>
                <a:lnTo>
                  <a:pt x="1290193" y="248070"/>
                </a:lnTo>
                <a:close/>
                <a:moveTo>
                  <a:pt x="1297062" y="242194"/>
                </a:moveTo>
                <a:lnTo>
                  <a:pt x="1303931" y="234149"/>
                </a:lnTo>
                <a:lnTo>
                  <a:pt x="1282332" y="245415"/>
                </a:lnTo>
                <a:close/>
                <a:moveTo>
                  <a:pt x="1297062" y="242194"/>
                </a:moveTo>
                <a:lnTo>
                  <a:pt x="1311792" y="238229"/>
                </a:lnTo>
                <a:lnTo>
                  <a:pt x="1303931" y="234149"/>
                </a:lnTo>
                <a:close/>
                <a:moveTo>
                  <a:pt x="1275463" y="252273"/>
                </a:moveTo>
                <a:lnTo>
                  <a:pt x="1282332" y="245415"/>
                </a:lnTo>
                <a:lnTo>
                  <a:pt x="1260734" y="254500"/>
                </a:lnTo>
                <a:close/>
                <a:moveTo>
                  <a:pt x="1275463" y="252273"/>
                </a:moveTo>
                <a:lnTo>
                  <a:pt x="1290193" y="248070"/>
                </a:lnTo>
                <a:lnTo>
                  <a:pt x="1282332" y="245415"/>
                </a:lnTo>
                <a:close/>
                <a:moveTo>
                  <a:pt x="1253865" y="261972"/>
                </a:moveTo>
                <a:lnTo>
                  <a:pt x="1260734" y="254500"/>
                </a:lnTo>
                <a:lnTo>
                  <a:pt x="1239135" y="261571"/>
                </a:lnTo>
                <a:close/>
                <a:moveTo>
                  <a:pt x="1253865" y="261972"/>
                </a:moveTo>
                <a:lnTo>
                  <a:pt x="1268595" y="256909"/>
                </a:lnTo>
                <a:lnTo>
                  <a:pt x="1260734" y="254500"/>
                </a:lnTo>
                <a:close/>
                <a:moveTo>
                  <a:pt x="1232266" y="270245"/>
                </a:moveTo>
                <a:lnTo>
                  <a:pt x="1239135" y="261571"/>
                </a:lnTo>
                <a:lnTo>
                  <a:pt x="1217537" y="266392"/>
                </a:lnTo>
                <a:close/>
                <a:moveTo>
                  <a:pt x="1246004" y="254918"/>
                </a:moveTo>
                <a:lnTo>
                  <a:pt x="1239135" y="261571"/>
                </a:lnTo>
                <a:lnTo>
                  <a:pt x="1260734" y="254500"/>
                </a:lnTo>
                <a:close/>
                <a:moveTo>
                  <a:pt x="1224405" y="259150"/>
                </a:moveTo>
                <a:lnTo>
                  <a:pt x="1217537" y="266392"/>
                </a:lnTo>
                <a:lnTo>
                  <a:pt x="1239135" y="261571"/>
                </a:lnTo>
                <a:close/>
                <a:moveTo>
                  <a:pt x="1224405" y="259150"/>
                </a:moveTo>
                <a:lnTo>
                  <a:pt x="1209675" y="251982"/>
                </a:lnTo>
                <a:lnTo>
                  <a:pt x="1217537" y="266392"/>
                </a:lnTo>
                <a:close/>
                <a:moveTo>
                  <a:pt x="1224405" y="259150"/>
                </a:moveTo>
                <a:lnTo>
                  <a:pt x="1239135" y="261571"/>
                </a:lnTo>
                <a:lnTo>
                  <a:pt x="1231274" y="248941"/>
                </a:lnTo>
                <a:close/>
                <a:moveTo>
                  <a:pt x="1202807" y="260560"/>
                </a:moveTo>
                <a:lnTo>
                  <a:pt x="1195938" y="267898"/>
                </a:lnTo>
                <a:lnTo>
                  <a:pt x="1217537" y="266392"/>
                </a:lnTo>
                <a:close/>
                <a:moveTo>
                  <a:pt x="1202807" y="260560"/>
                </a:moveTo>
                <a:lnTo>
                  <a:pt x="1217537" y="266392"/>
                </a:lnTo>
                <a:lnTo>
                  <a:pt x="1209675" y="251982"/>
                </a:lnTo>
                <a:close/>
                <a:moveTo>
                  <a:pt x="1173347" y="242736"/>
                </a:moveTo>
                <a:lnTo>
                  <a:pt x="1158617" y="235696"/>
                </a:lnTo>
                <a:lnTo>
                  <a:pt x="1166478" y="252329"/>
                </a:lnTo>
                <a:close/>
                <a:moveTo>
                  <a:pt x="1151748" y="245155"/>
                </a:moveTo>
                <a:lnTo>
                  <a:pt x="1144880" y="253750"/>
                </a:lnTo>
                <a:lnTo>
                  <a:pt x="1166478" y="252329"/>
                </a:lnTo>
                <a:close/>
                <a:moveTo>
                  <a:pt x="1151748" y="245155"/>
                </a:moveTo>
                <a:lnTo>
                  <a:pt x="1166478" y="252329"/>
                </a:lnTo>
                <a:lnTo>
                  <a:pt x="1158617" y="235696"/>
                </a:lnTo>
                <a:close/>
                <a:moveTo>
                  <a:pt x="969114" y="164794"/>
                </a:moveTo>
                <a:lnTo>
                  <a:pt x="975983" y="158330"/>
                </a:lnTo>
                <a:lnTo>
                  <a:pt x="954384" y="166177"/>
                </a:lnTo>
                <a:close/>
                <a:moveTo>
                  <a:pt x="969114" y="164794"/>
                </a:moveTo>
                <a:lnTo>
                  <a:pt x="983844" y="169884"/>
                </a:lnTo>
                <a:lnTo>
                  <a:pt x="975983" y="158330"/>
                </a:lnTo>
                <a:close/>
                <a:moveTo>
                  <a:pt x="961253" y="153526"/>
                </a:moveTo>
                <a:lnTo>
                  <a:pt x="954384" y="166177"/>
                </a:lnTo>
                <a:lnTo>
                  <a:pt x="975983" y="158330"/>
                </a:lnTo>
                <a:close/>
                <a:moveTo>
                  <a:pt x="961253" y="153526"/>
                </a:moveTo>
                <a:lnTo>
                  <a:pt x="946523" y="154543"/>
                </a:lnTo>
                <a:lnTo>
                  <a:pt x="954384" y="166177"/>
                </a:lnTo>
                <a:close/>
                <a:moveTo>
                  <a:pt x="874859" y="208542"/>
                </a:moveTo>
                <a:lnTo>
                  <a:pt x="867990" y="218134"/>
                </a:lnTo>
                <a:lnTo>
                  <a:pt x="889589" y="207272"/>
                </a:lnTo>
                <a:close/>
                <a:moveTo>
                  <a:pt x="874859" y="208542"/>
                </a:moveTo>
                <a:lnTo>
                  <a:pt x="860129" y="205358"/>
                </a:lnTo>
                <a:lnTo>
                  <a:pt x="867990" y="218134"/>
                </a:lnTo>
                <a:close/>
                <a:moveTo>
                  <a:pt x="853260" y="216064"/>
                </a:moveTo>
                <a:lnTo>
                  <a:pt x="846392" y="224000"/>
                </a:lnTo>
                <a:lnTo>
                  <a:pt x="867990" y="218134"/>
                </a:lnTo>
                <a:close/>
                <a:moveTo>
                  <a:pt x="853260" y="216064"/>
                </a:moveTo>
                <a:lnTo>
                  <a:pt x="838530" y="214371"/>
                </a:lnTo>
                <a:lnTo>
                  <a:pt x="846392" y="224000"/>
                </a:lnTo>
                <a:close/>
                <a:moveTo>
                  <a:pt x="853260" y="216064"/>
                </a:moveTo>
                <a:lnTo>
                  <a:pt x="860129" y="205358"/>
                </a:lnTo>
                <a:lnTo>
                  <a:pt x="838530" y="214371"/>
                </a:lnTo>
                <a:close/>
                <a:moveTo>
                  <a:pt x="853260" y="216064"/>
                </a:moveTo>
                <a:lnTo>
                  <a:pt x="867990" y="218134"/>
                </a:lnTo>
                <a:lnTo>
                  <a:pt x="860129" y="205358"/>
                </a:lnTo>
                <a:close/>
                <a:moveTo>
                  <a:pt x="831662" y="222985"/>
                </a:moveTo>
                <a:lnTo>
                  <a:pt x="816932" y="228870"/>
                </a:lnTo>
                <a:lnTo>
                  <a:pt x="824793" y="229525"/>
                </a:lnTo>
                <a:close/>
                <a:moveTo>
                  <a:pt x="831662" y="222985"/>
                </a:moveTo>
                <a:lnTo>
                  <a:pt x="838530" y="214371"/>
                </a:lnTo>
                <a:lnTo>
                  <a:pt x="816932" y="228870"/>
                </a:lnTo>
                <a:close/>
                <a:moveTo>
                  <a:pt x="831662" y="222985"/>
                </a:moveTo>
                <a:lnTo>
                  <a:pt x="846392" y="224000"/>
                </a:lnTo>
                <a:lnTo>
                  <a:pt x="838530" y="214371"/>
                </a:lnTo>
                <a:close/>
                <a:moveTo>
                  <a:pt x="823800" y="215494"/>
                </a:moveTo>
                <a:lnTo>
                  <a:pt x="816932" y="228870"/>
                </a:lnTo>
                <a:lnTo>
                  <a:pt x="838530" y="214371"/>
                </a:lnTo>
                <a:close/>
                <a:moveTo>
                  <a:pt x="460517" y="214902"/>
                </a:moveTo>
                <a:lnTo>
                  <a:pt x="445787" y="213308"/>
                </a:lnTo>
                <a:lnTo>
                  <a:pt x="453648" y="221943"/>
                </a:lnTo>
                <a:close/>
                <a:moveTo>
                  <a:pt x="438918" y="219435"/>
                </a:moveTo>
                <a:lnTo>
                  <a:pt x="424188" y="216908"/>
                </a:lnTo>
                <a:lnTo>
                  <a:pt x="432050" y="226229"/>
                </a:lnTo>
                <a:close/>
                <a:moveTo>
                  <a:pt x="116846" y="41565"/>
                </a:moveTo>
                <a:lnTo>
                  <a:pt x="123715" y="35587"/>
                </a:lnTo>
                <a:lnTo>
                  <a:pt x="102116" y="36822"/>
                </a:lnTo>
                <a:close/>
                <a:moveTo>
                  <a:pt x="108985" y="25406"/>
                </a:moveTo>
                <a:lnTo>
                  <a:pt x="102116" y="36822"/>
                </a:lnTo>
                <a:lnTo>
                  <a:pt x="123715" y="35587"/>
                </a:lnTo>
                <a:close/>
                <a:moveTo>
                  <a:pt x="108985" y="25406"/>
                </a:moveTo>
                <a:lnTo>
                  <a:pt x="94255" y="18559"/>
                </a:lnTo>
                <a:lnTo>
                  <a:pt x="102116" y="36822"/>
                </a:lnTo>
                <a:close/>
                <a:moveTo>
                  <a:pt x="87387" y="31503"/>
                </a:moveTo>
                <a:lnTo>
                  <a:pt x="80518" y="44535"/>
                </a:lnTo>
                <a:lnTo>
                  <a:pt x="102116" y="36822"/>
                </a:lnTo>
                <a:close/>
                <a:moveTo>
                  <a:pt x="87387" y="31503"/>
                </a:moveTo>
                <a:lnTo>
                  <a:pt x="72657" y="23025"/>
                </a:lnTo>
                <a:lnTo>
                  <a:pt x="80518" y="44535"/>
                </a:lnTo>
                <a:close/>
                <a:moveTo>
                  <a:pt x="87387" y="31503"/>
                </a:moveTo>
                <a:lnTo>
                  <a:pt x="94255" y="18559"/>
                </a:lnTo>
                <a:lnTo>
                  <a:pt x="72657" y="23025"/>
                </a:lnTo>
                <a:close/>
                <a:moveTo>
                  <a:pt x="87387" y="31503"/>
                </a:moveTo>
                <a:lnTo>
                  <a:pt x="102116" y="36822"/>
                </a:lnTo>
                <a:lnTo>
                  <a:pt x="94255" y="18559"/>
                </a:lnTo>
                <a:close/>
                <a:moveTo>
                  <a:pt x="65788" y="37529"/>
                </a:moveTo>
                <a:lnTo>
                  <a:pt x="80518" y="44535"/>
                </a:lnTo>
                <a:lnTo>
                  <a:pt x="72657" y="23025"/>
                </a:lnTo>
                <a:close/>
                <a:moveTo>
                  <a:pt x="22591" y="60709"/>
                </a:moveTo>
                <a:lnTo>
                  <a:pt x="29460" y="43377"/>
                </a:lnTo>
                <a:lnTo>
                  <a:pt x="7861" y="49949"/>
                </a:lnTo>
                <a:close/>
                <a:moveTo>
                  <a:pt x="79525" y="8887"/>
                </a:moveTo>
                <a:lnTo>
                  <a:pt x="72657" y="23025"/>
                </a:lnTo>
                <a:lnTo>
                  <a:pt x="94255" y="18559"/>
                </a:lnTo>
                <a:close/>
                <a:moveTo>
                  <a:pt x="57927" y="14181"/>
                </a:moveTo>
                <a:lnTo>
                  <a:pt x="51058" y="31487"/>
                </a:lnTo>
                <a:lnTo>
                  <a:pt x="72657" y="23025"/>
                </a:lnTo>
                <a:close/>
                <a:moveTo>
                  <a:pt x="57927" y="14181"/>
                </a:moveTo>
                <a:lnTo>
                  <a:pt x="72657" y="23025"/>
                </a:lnTo>
                <a:lnTo>
                  <a:pt x="64796" y="0"/>
                </a:lnTo>
                <a:close/>
                <a:moveTo>
                  <a:pt x="14730" y="38563"/>
                </a:moveTo>
                <a:lnTo>
                  <a:pt x="7861" y="49949"/>
                </a:lnTo>
                <a:lnTo>
                  <a:pt x="29460" y="43377"/>
                </a:lnTo>
                <a:close/>
                <a:moveTo>
                  <a:pt x="14730" y="38563"/>
                </a:moveTo>
                <a:lnTo>
                  <a:pt x="0" y="25964"/>
                </a:lnTo>
                <a:lnTo>
                  <a:pt x="7861" y="49949"/>
                </a:lnTo>
                <a:close/>
                <a:moveTo>
                  <a:pt x="14730" y="38563"/>
                </a:moveTo>
                <a:lnTo>
                  <a:pt x="21599" y="21664"/>
                </a:lnTo>
                <a:lnTo>
                  <a:pt x="0" y="25964"/>
                </a:lnTo>
                <a:close/>
                <a:moveTo>
                  <a:pt x="6869" y="15118"/>
                </a:moveTo>
                <a:lnTo>
                  <a:pt x="0" y="25964"/>
                </a:lnTo>
                <a:lnTo>
                  <a:pt x="21599" y="21664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47" name="PANEL_01-slope-12-230_941">
            <a:extLst>
              <a:ext uri="{FF2B5EF4-FFF2-40B4-BE49-F238E27FC236}">
                <a16:creationId xmlns:a16="http://schemas.microsoft.com/office/drawing/2014/main" id="{4CB4AE4C-F070-4BC0-A3C2-0267BE613215}"/>
              </a:ext>
            </a:extLst>
          </p:cNvPr>
          <p:cNvSpPr>
            <a:spLocks/>
          </p:cNvSpPr>
          <p:nvPr/>
        </p:nvSpPr>
        <p:spPr>
          <a:xfrm>
            <a:off x="815498" y="684902"/>
            <a:ext cx="1387283" cy="293472"/>
          </a:xfrm>
          <a:custGeom>
            <a:pathLst>
              <a:path w="939654" h="198779">
                <a:moveTo>
                  <a:pt x="932786" y="170210"/>
                </a:moveTo>
                <a:lnTo>
                  <a:pt x="939654" y="156413"/>
                </a:lnTo>
                <a:lnTo>
                  <a:pt x="918056" y="170453"/>
                </a:lnTo>
                <a:close/>
                <a:moveTo>
                  <a:pt x="911187" y="184949"/>
                </a:moveTo>
                <a:lnTo>
                  <a:pt x="918056" y="170453"/>
                </a:lnTo>
                <a:lnTo>
                  <a:pt x="896457" y="183914"/>
                </a:lnTo>
                <a:close/>
                <a:moveTo>
                  <a:pt x="889589" y="196381"/>
                </a:moveTo>
                <a:lnTo>
                  <a:pt x="896457" y="183914"/>
                </a:lnTo>
                <a:lnTo>
                  <a:pt x="874859" y="197509"/>
                </a:lnTo>
                <a:close/>
                <a:moveTo>
                  <a:pt x="924924" y="156650"/>
                </a:moveTo>
                <a:lnTo>
                  <a:pt x="918056" y="170453"/>
                </a:lnTo>
                <a:lnTo>
                  <a:pt x="939654" y="156413"/>
                </a:lnTo>
                <a:close/>
                <a:moveTo>
                  <a:pt x="924924" y="156650"/>
                </a:moveTo>
                <a:lnTo>
                  <a:pt x="910195" y="157062"/>
                </a:lnTo>
                <a:lnTo>
                  <a:pt x="918056" y="170453"/>
                </a:lnTo>
                <a:close/>
                <a:moveTo>
                  <a:pt x="924924" y="156650"/>
                </a:moveTo>
                <a:lnTo>
                  <a:pt x="939654" y="156413"/>
                </a:lnTo>
                <a:lnTo>
                  <a:pt x="931793" y="144780"/>
                </a:lnTo>
                <a:close/>
                <a:moveTo>
                  <a:pt x="903326" y="170002"/>
                </a:moveTo>
                <a:lnTo>
                  <a:pt x="896457" y="183914"/>
                </a:lnTo>
                <a:lnTo>
                  <a:pt x="918056" y="170453"/>
                </a:lnTo>
                <a:close/>
                <a:moveTo>
                  <a:pt x="903326" y="170002"/>
                </a:moveTo>
                <a:lnTo>
                  <a:pt x="888596" y="170733"/>
                </a:lnTo>
                <a:lnTo>
                  <a:pt x="896457" y="183914"/>
                </a:lnTo>
                <a:close/>
                <a:moveTo>
                  <a:pt x="903326" y="170002"/>
                </a:moveTo>
                <a:lnTo>
                  <a:pt x="918056" y="170453"/>
                </a:lnTo>
                <a:lnTo>
                  <a:pt x="910195" y="157062"/>
                </a:lnTo>
                <a:close/>
                <a:moveTo>
                  <a:pt x="881727" y="184325"/>
                </a:moveTo>
                <a:lnTo>
                  <a:pt x="874859" y="197509"/>
                </a:lnTo>
                <a:lnTo>
                  <a:pt x="896457" y="183914"/>
                </a:lnTo>
                <a:close/>
                <a:moveTo>
                  <a:pt x="881727" y="184325"/>
                </a:moveTo>
                <a:lnTo>
                  <a:pt x="866998" y="184679"/>
                </a:lnTo>
                <a:lnTo>
                  <a:pt x="874859" y="197509"/>
                </a:lnTo>
                <a:close/>
                <a:moveTo>
                  <a:pt x="881727" y="184325"/>
                </a:moveTo>
                <a:lnTo>
                  <a:pt x="896457" y="183914"/>
                </a:lnTo>
                <a:lnTo>
                  <a:pt x="888596" y="170733"/>
                </a:lnTo>
                <a:close/>
                <a:moveTo>
                  <a:pt x="860129" y="198779"/>
                </a:moveTo>
                <a:lnTo>
                  <a:pt x="866998" y="184679"/>
                </a:lnTo>
                <a:lnTo>
                  <a:pt x="845399" y="195595"/>
                </a:lnTo>
                <a:close/>
                <a:moveTo>
                  <a:pt x="860129" y="198779"/>
                </a:moveTo>
                <a:lnTo>
                  <a:pt x="874859" y="197509"/>
                </a:lnTo>
                <a:lnTo>
                  <a:pt x="866998" y="184679"/>
                </a:lnTo>
                <a:close/>
                <a:moveTo>
                  <a:pt x="51058" y="27766"/>
                </a:moveTo>
                <a:lnTo>
                  <a:pt x="36328" y="21723"/>
                </a:lnTo>
                <a:lnTo>
                  <a:pt x="44190" y="44097"/>
                </a:lnTo>
                <a:close/>
                <a:moveTo>
                  <a:pt x="51058" y="27766"/>
                </a:moveTo>
                <a:lnTo>
                  <a:pt x="57927" y="13262"/>
                </a:lnTo>
                <a:lnTo>
                  <a:pt x="36328" y="21723"/>
                </a:lnTo>
                <a:close/>
                <a:moveTo>
                  <a:pt x="29460" y="37628"/>
                </a:moveTo>
                <a:lnTo>
                  <a:pt x="36328" y="21723"/>
                </a:lnTo>
                <a:lnTo>
                  <a:pt x="14730" y="33614"/>
                </a:lnTo>
                <a:close/>
                <a:moveTo>
                  <a:pt x="29460" y="37628"/>
                </a:moveTo>
                <a:lnTo>
                  <a:pt x="44190" y="44097"/>
                </a:lnTo>
                <a:lnTo>
                  <a:pt x="36328" y="21723"/>
                </a:lnTo>
                <a:close/>
                <a:moveTo>
                  <a:pt x="43197" y="4418"/>
                </a:moveTo>
                <a:lnTo>
                  <a:pt x="28467" y="0"/>
                </a:lnTo>
                <a:lnTo>
                  <a:pt x="36328" y="21723"/>
                </a:lnTo>
                <a:close/>
                <a:moveTo>
                  <a:pt x="21599" y="17083"/>
                </a:moveTo>
                <a:lnTo>
                  <a:pt x="14730" y="33614"/>
                </a:lnTo>
                <a:lnTo>
                  <a:pt x="36328" y="21723"/>
                </a:lnTo>
                <a:close/>
                <a:moveTo>
                  <a:pt x="21599" y="17083"/>
                </a:moveTo>
                <a:lnTo>
                  <a:pt x="6869" y="11901"/>
                </a:lnTo>
                <a:lnTo>
                  <a:pt x="14730" y="33614"/>
                </a:lnTo>
                <a:close/>
                <a:moveTo>
                  <a:pt x="21599" y="17083"/>
                </a:moveTo>
                <a:lnTo>
                  <a:pt x="28467" y="0"/>
                </a:lnTo>
                <a:lnTo>
                  <a:pt x="6869" y="11901"/>
                </a:lnTo>
                <a:close/>
                <a:moveTo>
                  <a:pt x="21599" y="17083"/>
                </a:moveTo>
                <a:lnTo>
                  <a:pt x="36328" y="21723"/>
                </a:lnTo>
                <a:lnTo>
                  <a:pt x="28467" y="0"/>
                </a:lnTo>
                <a:close/>
                <a:moveTo>
                  <a:pt x="0" y="28800"/>
                </a:moveTo>
                <a:lnTo>
                  <a:pt x="14730" y="33614"/>
                </a:lnTo>
                <a:lnTo>
                  <a:pt x="6869" y="11901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648" name="PANEL_01-water-12-230_942">
            <a:extLst>
              <a:ext uri="{FF2B5EF4-FFF2-40B4-BE49-F238E27FC236}">
                <a16:creationId xmlns:a16="http://schemas.microsoft.com/office/drawing/2014/main" id="{F1278C7D-06BE-447A-A47F-C8CFEC9117EA}"/>
              </a:ext>
            </a:extLst>
          </p:cNvPr>
          <p:cNvSpPr>
            <a:spLocks/>
          </p:cNvSpPr>
          <p:nvPr/>
        </p:nvSpPr>
        <p:spPr>
          <a:xfrm>
            <a:off x="1666437" y="996168"/>
            <a:ext cx="333411" cy="29940"/>
          </a:xfrm>
          <a:custGeom>
            <a:pathLst>
              <a:path w="225831" h="20280">
                <a:moveTo>
                  <a:pt x="211102" y="5051"/>
                </a:moveTo>
                <a:lnTo>
                  <a:pt x="204233" y="11967"/>
                </a:lnTo>
                <a:lnTo>
                  <a:pt x="225831" y="8276"/>
                </a:lnTo>
                <a:close/>
                <a:moveTo>
                  <a:pt x="211102" y="5051"/>
                </a:moveTo>
                <a:lnTo>
                  <a:pt x="196372" y="1827"/>
                </a:lnTo>
                <a:lnTo>
                  <a:pt x="204233" y="11967"/>
                </a:lnTo>
                <a:close/>
                <a:moveTo>
                  <a:pt x="189503" y="8742"/>
                </a:moveTo>
                <a:lnTo>
                  <a:pt x="182634" y="15657"/>
                </a:lnTo>
                <a:lnTo>
                  <a:pt x="204233" y="11967"/>
                </a:lnTo>
                <a:close/>
                <a:moveTo>
                  <a:pt x="189503" y="8742"/>
                </a:moveTo>
                <a:lnTo>
                  <a:pt x="174773" y="5517"/>
                </a:lnTo>
                <a:lnTo>
                  <a:pt x="182634" y="15657"/>
                </a:lnTo>
                <a:close/>
                <a:moveTo>
                  <a:pt x="189503" y="8742"/>
                </a:moveTo>
                <a:lnTo>
                  <a:pt x="196372" y="1827"/>
                </a:lnTo>
                <a:lnTo>
                  <a:pt x="174773" y="5517"/>
                </a:lnTo>
                <a:close/>
                <a:moveTo>
                  <a:pt x="189503" y="8742"/>
                </a:moveTo>
                <a:lnTo>
                  <a:pt x="204233" y="11967"/>
                </a:lnTo>
                <a:lnTo>
                  <a:pt x="196372" y="1827"/>
                </a:lnTo>
                <a:close/>
                <a:moveTo>
                  <a:pt x="167905" y="12433"/>
                </a:moveTo>
                <a:lnTo>
                  <a:pt x="153175" y="9208"/>
                </a:lnTo>
                <a:lnTo>
                  <a:pt x="161036" y="19348"/>
                </a:lnTo>
                <a:close/>
                <a:moveTo>
                  <a:pt x="167905" y="12433"/>
                </a:moveTo>
                <a:lnTo>
                  <a:pt x="174773" y="5517"/>
                </a:lnTo>
                <a:lnTo>
                  <a:pt x="153175" y="9208"/>
                </a:lnTo>
                <a:close/>
                <a:moveTo>
                  <a:pt x="167905" y="12433"/>
                </a:moveTo>
                <a:lnTo>
                  <a:pt x="182634" y="15657"/>
                </a:lnTo>
                <a:lnTo>
                  <a:pt x="174773" y="5517"/>
                </a:lnTo>
                <a:close/>
                <a:moveTo>
                  <a:pt x="146306" y="16123"/>
                </a:moveTo>
                <a:lnTo>
                  <a:pt x="153175" y="9208"/>
                </a:lnTo>
                <a:lnTo>
                  <a:pt x="131576" y="12899"/>
                </a:lnTo>
                <a:close/>
                <a:moveTo>
                  <a:pt x="146306" y="16123"/>
                </a:moveTo>
                <a:lnTo>
                  <a:pt x="161036" y="19348"/>
                </a:lnTo>
                <a:lnTo>
                  <a:pt x="153175" y="9208"/>
                </a:lnTo>
                <a:close/>
                <a:moveTo>
                  <a:pt x="160043" y="2293"/>
                </a:moveTo>
                <a:lnTo>
                  <a:pt x="153175" y="9208"/>
                </a:lnTo>
                <a:lnTo>
                  <a:pt x="174773" y="5517"/>
                </a:lnTo>
                <a:close/>
                <a:moveTo>
                  <a:pt x="138445" y="5983"/>
                </a:moveTo>
                <a:lnTo>
                  <a:pt x="131576" y="12899"/>
                </a:lnTo>
                <a:lnTo>
                  <a:pt x="153175" y="9208"/>
                </a:lnTo>
                <a:close/>
                <a:moveTo>
                  <a:pt x="138445" y="5983"/>
                </a:moveTo>
                <a:lnTo>
                  <a:pt x="123715" y="2759"/>
                </a:lnTo>
                <a:lnTo>
                  <a:pt x="131576" y="12899"/>
                </a:lnTo>
                <a:close/>
                <a:moveTo>
                  <a:pt x="116846" y="9674"/>
                </a:moveTo>
                <a:lnTo>
                  <a:pt x="109978" y="16589"/>
                </a:lnTo>
                <a:lnTo>
                  <a:pt x="131576" y="12899"/>
                </a:lnTo>
                <a:close/>
                <a:moveTo>
                  <a:pt x="116846" y="9674"/>
                </a:moveTo>
                <a:lnTo>
                  <a:pt x="102116" y="6449"/>
                </a:lnTo>
                <a:lnTo>
                  <a:pt x="109978" y="16589"/>
                </a:lnTo>
                <a:close/>
                <a:moveTo>
                  <a:pt x="116846" y="9674"/>
                </a:moveTo>
                <a:lnTo>
                  <a:pt x="123715" y="2759"/>
                </a:lnTo>
                <a:lnTo>
                  <a:pt x="102116" y="6449"/>
                </a:lnTo>
                <a:close/>
                <a:moveTo>
                  <a:pt x="116846" y="9674"/>
                </a:moveTo>
                <a:lnTo>
                  <a:pt x="131576" y="12899"/>
                </a:lnTo>
                <a:lnTo>
                  <a:pt x="123715" y="2759"/>
                </a:lnTo>
                <a:close/>
                <a:moveTo>
                  <a:pt x="95248" y="13365"/>
                </a:moveTo>
                <a:lnTo>
                  <a:pt x="80518" y="10140"/>
                </a:lnTo>
                <a:lnTo>
                  <a:pt x="88379" y="20280"/>
                </a:lnTo>
                <a:close/>
                <a:moveTo>
                  <a:pt x="95248" y="13365"/>
                </a:moveTo>
                <a:lnTo>
                  <a:pt x="102116" y="6449"/>
                </a:lnTo>
                <a:lnTo>
                  <a:pt x="80518" y="10140"/>
                </a:lnTo>
                <a:close/>
                <a:moveTo>
                  <a:pt x="95248" y="13365"/>
                </a:moveTo>
                <a:lnTo>
                  <a:pt x="109978" y="16589"/>
                </a:lnTo>
                <a:lnTo>
                  <a:pt x="102116" y="6449"/>
                </a:lnTo>
                <a:close/>
                <a:moveTo>
                  <a:pt x="73649" y="17055"/>
                </a:moveTo>
                <a:lnTo>
                  <a:pt x="80518" y="10140"/>
                </a:lnTo>
                <a:lnTo>
                  <a:pt x="58919" y="13831"/>
                </a:lnTo>
                <a:close/>
                <a:moveTo>
                  <a:pt x="87387" y="3225"/>
                </a:moveTo>
                <a:lnTo>
                  <a:pt x="80518" y="10140"/>
                </a:lnTo>
                <a:lnTo>
                  <a:pt x="102116" y="6449"/>
                </a:lnTo>
                <a:close/>
                <a:moveTo>
                  <a:pt x="65788" y="6915"/>
                </a:moveTo>
                <a:lnTo>
                  <a:pt x="58919" y="13831"/>
                </a:lnTo>
                <a:lnTo>
                  <a:pt x="80518" y="10140"/>
                </a:lnTo>
                <a:close/>
                <a:moveTo>
                  <a:pt x="65788" y="6915"/>
                </a:moveTo>
                <a:lnTo>
                  <a:pt x="51058" y="3691"/>
                </a:lnTo>
                <a:lnTo>
                  <a:pt x="58919" y="13831"/>
                </a:lnTo>
                <a:close/>
                <a:moveTo>
                  <a:pt x="65788" y="6915"/>
                </a:moveTo>
                <a:lnTo>
                  <a:pt x="80518" y="10140"/>
                </a:lnTo>
                <a:lnTo>
                  <a:pt x="72657" y="0"/>
                </a:lnTo>
                <a:close/>
                <a:moveTo>
                  <a:pt x="44190" y="10606"/>
                </a:moveTo>
                <a:lnTo>
                  <a:pt x="37321" y="17521"/>
                </a:lnTo>
                <a:lnTo>
                  <a:pt x="58919" y="13831"/>
                </a:lnTo>
                <a:close/>
                <a:moveTo>
                  <a:pt x="44190" y="10606"/>
                </a:moveTo>
                <a:lnTo>
                  <a:pt x="29460" y="7381"/>
                </a:lnTo>
                <a:lnTo>
                  <a:pt x="37321" y="17521"/>
                </a:lnTo>
                <a:close/>
                <a:moveTo>
                  <a:pt x="44190" y="10606"/>
                </a:moveTo>
                <a:lnTo>
                  <a:pt x="51058" y="3691"/>
                </a:lnTo>
                <a:lnTo>
                  <a:pt x="29460" y="7381"/>
                </a:lnTo>
                <a:close/>
                <a:moveTo>
                  <a:pt x="44190" y="10606"/>
                </a:moveTo>
                <a:lnTo>
                  <a:pt x="58919" y="13831"/>
                </a:lnTo>
                <a:lnTo>
                  <a:pt x="51058" y="3691"/>
                </a:lnTo>
                <a:close/>
                <a:moveTo>
                  <a:pt x="14730" y="4157"/>
                </a:moveTo>
                <a:lnTo>
                  <a:pt x="7861" y="11072"/>
                </a:lnTo>
                <a:lnTo>
                  <a:pt x="29460" y="7381"/>
                </a:lnTo>
                <a:close/>
                <a:moveTo>
                  <a:pt x="14730" y="4157"/>
                </a:moveTo>
                <a:lnTo>
                  <a:pt x="0" y="932"/>
                </a:lnTo>
                <a:lnTo>
                  <a:pt x="7861" y="11072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649" name="PANEL_01-slope-13-215_943">
            <a:extLst>
              <a:ext uri="{FF2B5EF4-FFF2-40B4-BE49-F238E27FC236}">
                <a16:creationId xmlns:a16="http://schemas.microsoft.com/office/drawing/2014/main" id="{E3C606B4-37BC-4B6A-9593-777CD5829917}"/>
              </a:ext>
            </a:extLst>
          </p:cNvPr>
          <p:cNvSpPr>
            <a:spLocks/>
          </p:cNvSpPr>
          <p:nvPr/>
        </p:nvSpPr>
        <p:spPr>
          <a:xfrm>
            <a:off x="1021360" y="793960"/>
            <a:ext cx="1430776" cy="246879"/>
          </a:xfrm>
          <a:custGeom>
            <a:pathLst>
              <a:path w="969114" h="167220">
                <a:moveTo>
                  <a:pt x="954384" y="155476"/>
                </a:moveTo>
                <a:lnTo>
                  <a:pt x="939654" y="144469"/>
                </a:lnTo>
                <a:lnTo>
                  <a:pt x="947515" y="161341"/>
                </a:lnTo>
                <a:close/>
                <a:moveTo>
                  <a:pt x="954384" y="155476"/>
                </a:moveTo>
                <a:lnTo>
                  <a:pt x="961253" y="150188"/>
                </a:lnTo>
                <a:lnTo>
                  <a:pt x="939654" y="144469"/>
                </a:lnTo>
                <a:close/>
                <a:moveTo>
                  <a:pt x="954384" y="155476"/>
                </a:moveTo>
                <a:lnTo>
                  <a:pt x="969114" y="167220"/>
                </a:lnTo>
                <a:lnTo>
                  <a:pt x="961253" y="150188"/>
                </a:lnTo>
                <a:close/>
                <a:moveTo>
                  <a:pt x="924924" y="133596"/>
                </a:moveTo>
                <a:lnTo>
                  <a:pt x="918056" y="138892"/>
                </a:lnTo>
                <a:lnTo>
                  <a:pt x="939654" y="144469"/>
                </a:lnTo>
                <a:close/>
                <a:moveTo>
                  <a:pt x="924924" y="133596"/>
                </a:moveTo>
                <a:lnTo>
                  <a:pt x="931793" y="129008"/>
                </a:lnTo>
                <a:lnTo>
                  <a:pt x="910195" y="124099"/>
                </a:lnTo>
                <a:close/>
                <a:moveTo>
                  <a:pt x="924924" y="133596"/>
                </a:moveTo>
                <a:lnTo>
                  <a:pt x="939654" y="144469"/>
                </a:lnTo>
                <a:lnTo>
                  <a:pt x="931793" y="129008"/>
                </a:lnTo>
                <a:close/>
                <a:moveTo>
                  <a:pt x="903326" y="127062"/>
                </a:moveTo>
                <a:lnTo>
                  <a:pt x="910195" y="124099"/>
                </a:lnTo>
                <a:lnTo>
                  <a:pt x="888596" y="119171"/>
                </a:lnTo>
                <a:close/>
                <a:moveTo>
                  <a:pt x="903326" y="127062"/>
                </a:moveTo>
                <a:lnTo>
                  <a:pt x="918056" y="138892"/>
                </a:lnTo>
                <a:lnTo>
                  <a:pt x="910195" y="124099"/>
                </a:lnTo>
                <a:close/>
                <a:moveTo>
                  <a:pt x="895465" y="114929"/>
                </a:moveTo>
                <a:lnTo>
                  <a:pt x="888596" y="119171"/>
                </a:lnTo>
                <a:lnTo>
                  <a:pt x="910195" y="124099"/>
                </a:lnTo>
                <a:close/>
                <a:moveTo>
                  <a:pt x="895465" y="114929"/>
                </a:moveTo>
                <a:lnTo>
                  <a:pt x="880735" y="106677"/>
                </a:lnTo>
                <a:lnTo>
                  <a:pt x="888596" y="119171"/>
                </a:lnTo>
                <a:close/>
                <a:moveTo>
                  <a:pt x="895465" y="114929"/>
                </a:moveTo>
                <a:lnTo>
                  <a:pt x="910195" y="124099"/>
                </a:lnTo>
                <a:lnTo>
                  <a:pt x="902333" y="111195"/>
                </a:lnTo>
                <a:close/>
                <a:moveTo>
                  <a:pt x="873866" y="109509"/>
                </a:moveTo>
                <a:lnTo>
                  <a:pt x="880735" y="106677"/>
                </a:lnTo>
                <a:lnTo>
                  <a:pt x="859136" y="101810"/>
                </a:lnTo>
                <a:close/>
                <a:moveTo>
                  <a:pt x="873866" y="109509"/>
                </a:moveTo>
                <a:lnTo>
                  <a:pt x="888596" y="119171"/>
                </a:lnTo>
                <a:lnTo>
                  <a:pt x="880735" y="106677"/>
                </a:lnTo>
                <a:close/>
                <a:moveTo>
                  <a:pt x="866005" y="98565"/>
                </a:moveTo>
                <a:lnTo>
                  <a:pt x="859136" y="101810"/>
                </a:lnTo>
                <a:lnTo>
                  <a:pt x="880735" y="106677"/>
                </a:lnTo>
                <a:close/>
                <a:moveTo>
                  <a:pt x="866005" y="98565"/>
                </a:moveTo>
                <a:lnTo>
                  <a:pt x="851275" y="88932"/>
                </a:lnTo>
                <a:lnTo>
                  <a:pt x="859136" y="101810"/>
                </a:lnTo>
                <a:close/>
                <a:moveTo>
                  <a:pt x="844406" y="91971"/>
                </a:moveTo>
                <a:lnTo>
                  <a:pt x="859136" y="101810"/>
                </a:lnTo>
                <a:lnTo>
                  <a:pt x="851275" y="88932"/>
                </a:lnTo>
                <a:close/>
                <a:moveTo>
                  <a:pt x="437926" y="146495"/>
                </a:moveTo>
                <a:lnTo>
                  <a:pt x="423196" y="138032"/>
                </a:lnTo>
                <a:lnTo>
                  <a:pt x="431057" y="150897"/>
                </a:lnTo>
                <a:close/>
                <a:moveTo>
                  <a:pt x="437926" y="146495"/>
                </a:moveTo>
                <a:lnTo>
                  <a:pt x="444794" y="148034"/>
                </a:lnTo>
                <a:lnTo>
                  <a:pt x="423196" y="138032"/>
                </a:lnTo>
                <a:close/>
                <a:moveTo>
                  <a:pt x="437926" y="146495"/>
                </a:moveTo>
                <a:lnTo>
                  <a:pt x="452656" y="153841"/>
                </a:lnTo>
                <a:lnTo>
                  <a:pt x="444794" y="148034"/>
                </a:lnTo>
                <a:close/>
                <a:moveTo>
                  <a:pt x="416327" y="141070"/>
                </a:moveTo>
                <a:lnTo>
                  <a:pt x="423196" y="138032"/>
                </a:lnTo>
                <a:lnTo>
                  <a:pt x="401597" y="134579"/>
                </a:lnTo>
                <a:close/>
                <a:moveTo>
                  <a:pt x="416327" y="141070"/>
                </a:moveTo>
                <a:lnTo>
                  <a:pt x="431057" y="150897"/>
                </a:lnTo>
                <a:lnTo>
                  <a:pt x="423196" y="138032"/>
                </a:lnTo>
                <a:close/>
                <a:moveTo>
                  <a:pt x="408466" y="130345"/>
                </a:moveTo>
                <a:lnTo>
                  <a:pt x="401597" y="134579"/>
                </a:lnTo>
                <a:lnTo>
                  <a:pt x="423196" y="138032"/>
                </a:lnTo>
                <a:close/>
                <a:moveTo>
                  <a:pt x="168897" y="126903"/>
                </a:moveTo>
                <a:lnTo>
                  <a:pt x="175766" y="124677"/>
                </a:lnTo>
                <a:lnTo>
                  <a:pt x="154167" y="122258"/>
                </a:lnTo>
                <a:close/>
                <a:moveTo>
                  <a:pt x="168897" y="126903"/>
                </a:moveTo>
                <a:lnTo>
                  <a:pt x="183627" y="132722"/>
                </a:lnTo>
                <a:lnTo>
                  <a:pt x="175766" y="124677"/>
                </a:lnTo>
                <a:close/>
                <a:moveTo>
                  <a:pt x="161036" y="120618"/>
                </a:moveTo>
                <a:lnTo>
                  <a:pt x="154167" y="122258"/>
                </a:lnTo>
                <a:lnTo>
                  <a:pt x="175766" y="124677"/>
                </a:lnTo>
                <a:close/>
                <a:moveTo>
                  <a:pt x="161036" y="120618"/>
                </a:moveTo>
                <a:lnTo>
                  <a:pt x="146306" y="114089"/>
                </a:lnTo>
                <a:lnTo>
                  <a:pt x="154167" y="122258"/>
                </a:lnTo>
                <a:close/>
                <a:moveTo>
                  <a:pt x="139437" y="118731"/>
                </a:moveTo>
                <a:lnTo>
                  <a:pt x="132569" y="119833"/>
                </a:lnTo>
                <a:lnTo>
                  <a:pt x="154167" y="122258"/>
                </a:lnTo>
                <a:close/>
                <a:moveTo>
                  <a:pt x="139437" y="118731"/>
                </a:moveTo>
                <a:lnTo>
                  <a:pt x="124708" y="112527"/>
                </a:lnTo>
                <a:lnTo>
                  <a:pt x="132569" y="119833"/>
                </a:lnTo>
                <a:close/>
                <a:moveTo>
                  <a:pt x="109978" y="105532"/>
                </a:moveTo>
                <a:lnTo>
                  <a:pt x="95248" y="91682"/>
                </a:lnTo>
                <a:lnTo>
                  <a:pt x="103109" y="109683"/>
                </a:lnTo>
                <a:close/>
                <a:moveTo>
                  <a:pt x="80518" y="77128"/>
                </a:moveTo>
                <a:lnTo>
                  <a:pt x="73649" y="85031"/>
                </a:lnTo>
                <a:lnTo>
                  <a:pt x="95248" y="91682"/>
                </a:lnTo>
                <a:close/>
                <a:moveTo>
                  <a:pt x="80518" y="77128"/>
                </a:moveTo>
                <a:lnTo>
                  <a:pt x="65788" y="62017"/>
                </a:lnTo>
                <a:lnTo>
                  <a:pt x="73649" y="85031"/>
                </a:lnTo>
                <a:close/>
                <a:moveTo>
                  <a:pt x="58919" y="69694"/>
                </a:moveTo>
                <a:lnTo>
                  <a:pt x="44190" y="53667"/>
                </a:lnTo>
                <a:lnTo>
                  <a:pt x="52051" y="78439"/>
                </a:lnTo>
                <a:close/>
                <a:moveTo>
                  <a:pt x="58919" y="69694"/>
                </a:moveTo>
                <a:lnTo>
                  <a:pt x="65788" y="62017"/>
                </a:lnTo>
                <a:lnTo>
                  <a:pt x="44190" y="53667"/>
                </a:lnTo>
                <a:close/>
                <a:moveTo>
                  <a:pt x="58919" y="69694"/>
                </a:moveTo>
                <a:lnTo>
                  <a:pt x="73649" y="85031"/>
                </a:lnTo>
                <a:lnTo>
                  <a:pt x="65788" y="62017"/>
                </a:lnTo>
                <a:close/>
                <a:moveTo>
                  <a:pt x="51058" y="45998"/>
                </a:moveTo>
                <a:lnTo>
                  <a:pt x="44190" y="53667"/>
                </a:lnTo>
                <a:lnTo>
                  <a:pt x="65788" y="62017"/>
                </a:lnTo>
                <a:close/>
                <a:moveTo>
                  <a:pt x="51058" y="45998"/>
                </a:moveTo>
                <a:lnTo>
                  <a:pt x="36328" y="30532"/>
                </a:lnTo>
                <a:lnTo>
                  <a:pt x="44190" y="53667"/>
                </a:lnTo>
                <a:close/>
                <a:moveTo>
                  <a:pt x="29460" y="36879"/>
                </a:moveTo>
                <a:lnTo>
                  <a:pt x="36328" y="30532"/>
                </a:lnTo>
                <a:lnTo>
                  <a:pt x="14730" y="23187"/>
                </a:lnTo>
                <a:close/>
                <a:moveTo>
                  <a:pt x="29460" y="36879"/>
                </a:moveTo>
                <a:lnTo>
                  <a:pt x="44190" y="53667"/>
                </a:lnTo>
                <a:lnTo>
                  <a:pt x="36328" y="30532"/>
                </a:lnTo>
                <a:close/>
                <a:moveTo>
                  <a:pt x="21599" y="14999"/>
                </a:moveTo>
                <a:lnTo>
                  <a:pt x="14730" y="23187"/>
                </a:lnTo>
                <a:lnTo>
                  <a:pt x="36328" y="30532"/>
                </a:lnTo>
                <a:close/>
                <a:moveTo>
                  <a:pt x="21599" y="14999"/>
                </a:moveTo>
                <a:lnTo>
                  <a:pt x="6869" y="0"/>
                </a:lnTo>
                <a:lnTo>
                  <a:pt x="14730" y="23187"/>
                </a:lnTo>
                <a:close/>
                <a:moveTo>
                  <a:pt x="0" y="7842"/>
                </a:moveTo>
                <a:lnTo>
                  <a:pt x="14730" y="23187"/>
                </a:lnTo>
                <a:lnTo>
                  <a:pt x="6869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50" name="PANEL_01-slope-13-220_944">
            <a:extLst>
              <a:ext uri="{FF2B5EF4-FFF2-40B4-BE49-F238E27FC236}">
                <a16:creationId xmlns:a16="http://schemas.microsoft.com/office/drawing/2014/main" id="{0E5FB92B-BB3C-4833-9A34-C0BEE4475602}"/>
              </a:ext>
            </a:extLst>
          </p:cNvPr>
          <p:cNvSpPr>
            <a:spLocks/>
          </p:cNvSpPr>
          <p:nvPr/>
        </p:nvSpPr>
        <p:spPr>
          <a:xfrm>
            <a:off x="599496" y="584953"/>
            <a:ext cx="2120812" cy="501493"/>
          </a:xfrm>
          <a:custGeom>
            <a:pathLst>
              <a:path w="1436499" h="339679">
                <a:moveTo>
                  <a:pt x="1436499" y="302835"/>
                </a:moveTo>
                <a:lnTo>
                  <a:pt x="1421769" y="306005"/>
                </a:lnTo>
                <a:lnTo>
                  <a:pt x="1429631" y="309166"/>
                </a:lnTo>
                <a:close/>
                <a:moveTo>
                  <a:pt x="1414901" y="310848"/>
                </a:moveTo>
                <a:lnTo>
                  <a:pt x="1421769" y="306005"/>
                </a:lnTo>
                <a:lnTo>
                  <a:pt x="1400171" y="314844"/>
                </a:lnTo>
                <a:close/>
                <a:moveTo>
                  <a:pt x="1414901" y="310848"/>
                </a:moveTo>
                <a:lnTo>
                  <a:pt x="1429631" y="309166"/>
                </a:lnTo>
                <a:lnTo>
                  <a:pt x="1421769" y="306005"/>
                </a:lnTo>
                <a:close/>
                <a:moveTo>
                  <a:pt x="1393302" y="318414"/>
                </a:moveTo>
                <a:lnTo>
                  <a:pt x="1400171" y="314844"/>
                </a:lnTo>
                <a:lnTo>
                  <a:pt x="1378572" y="324024"/>
                </a:lnTo>
                <a:close/>
                <a:moveTo>
                  <a:pt x="1371704" y="329596"/>
                </a:moveTo>
                <a:lnTo>
                  <a:pt x="1378572" y="324024"/>
                </a:lnTo>
                <a:lnTo>
                  <a:pt x="1356974" y="333371"/>
                </a:lnTo>
                <a:close/>
                <a:moveTo>
                  <a:pt x="1407040" y="310208"/>
                </a:moveTo>
                <a:lnTo>
                  <a:pt x="1400171" y="314844"/>
                </a:lnTo>
                <a:lnTo>
                  <a:pt x="1421769" y="306005"/>
                </a:lnTo>
                <a:close/>
                <a:moveTo>
                  <a:pt x="1385441" y="319907"/>
                </a:moveTo>
                <a:lnTo>
                  <a:pt x="1378572" y="324024"/>
                </a:lnTo>
                <a:lnTo>
                  <a:pt x="1400171" y="314844"/>
                </a:lnTo>
                <a:close/>
                <a:moveTo>
                  <a:pt x="1363843" y="328180"/>
                </a:moveTo>
                <a:lnTo>
                  <a:pt x="1356974" y="333371"/>
                </a:lnTo>
                <a:lnTo>
                  <a:pt x="1378572" y="324024"/>
                </a:lnTo>
                <a:close/>
                <a:moveTo>
                  <a:pt x="1342244" y="333550"/>
                </a:moveTo>
                <a:lnTo>
                  <a:pt x="1327514" y="325833"/>
                </a:lnTo>
                <a:lnTo>
                  <a:pt x="1335375" y="339679"/>
                </a:lnTo>
                <a:close/>
                <a:moveTo>
                  <a:pt x="1320646" y="334124"/>
                </a:moveTo>
                <a:lnTo>
                  <a:pt x="1327514" y="325833"/>
                </a:lnTo>
                <a:lnTo>
                  <a:pt x="1305916" y="326571"/>
                </a:lnTo>
                <a:close/>
                <a:moveTo>
                  <a:pt x="1291186" y="320132"/>
                </a:moveTo>
                <a:lnTo>
                  <a:pt x="1284317" y="326995"/>
                </a:lnTo>
                <a:lnTo>
                  <a:pt x="1305916" y="326571"/>
                </a:lnTo>
                <a:close/>
                <a:moveTo>
                  <a:pt x="1291186" y="320132"/>
                </a:moveTo>
                <a:lnTo>
                  <a:pt x="1276456" y="311685"/>
                </a:lnTo>
                <a:lnTo>
                  <a:pt x="1284317" y="326995"/>
                </a:lnTo>
                <a:close/>
                <a:moveTo>
                  <a:pt x="1269587" y="320037"/>
                </a:moveTo>
                <a:lnTo>
                  <a:pt x="1276456" y="311685"/>
                </a:lnTo>
                <a:lnTo>
                  <a:pt x="1254857" y="308788"/>
                </a:lnTo>
                <a:close/>
                <a:moveTo>
                  <a:pt x="1269587" y="320037"/>
                </a:moveTo>
                <a:lnTo>
                  <a:pt x="1284317" y="326995"/>
                </a:lnTo>
                <a:lnTo>
                  <a:pt x="1276456" y="311685"/>
                </a:lnTo>
                <a:close/>
                <a:moveTo>
                  <a:pt x="1261726" y="303483"/>
                </a:moveTo>
                <a:lnTo>
                  <a:pt x="1254857" y="308788"/>
                </a:lnTo>
                <a:lnTo>
                  <a:pt x="1276456" y="311685"/>
                </a:lnTo>
                <a:close/>
                <a:moveTo>
                  <a:pt x="1261726" y="303483"/>
                </a:moveTo>
                <a:lnTo>
                  <a:pt x="1246996" y="291756"/>
                </a:lnTo>
                <a:lnTo>
                  <a:pt x="1254857" y="308788"/>
                </a:lnTo>
                <a:close/>
                <a:moveTo>
                  <a:pt x="1232266" y="281333"/>
                </a:moveTo>
                <a:lnTo>
                  <a:pt x="1225398" y="286037"/>
                </a:lnTo>
                <a:lnTo>
                  <a:pt x="1246996" y="291756"/>
                </a:lnTo>
                <a:close/>
                <a:moveTo>
                  <a:pt x="1232266" y="281333"/>
                </a:moveTo>
                <a:lnTo>
                  <a:pt x="1217537" y="270576"/>
                </a:lnTo>
                <a:lnTo>
                  <a:pt x="1225398" y="286037"/>
                </a:lnTo>
                <a:close/>
                <a:moveTo>
                  <a:pt x="1210668" y="275164"/>
                </a:moveTo>
                <a:lnTo>
                  <a:pt x="1195938" y="265667"/>
                </a:lnTo>
                <a:lnTo>
                  <a:pt x="1203799" y="280459"/>
                </a:lnTo>
                <a:close/>
                <a:moveTo>
                  <a:pt x="1130150" y="233538"/>
                </a:moveTo>
                <a:lnTo>
                  <a:pt x="1123281" y="240724"/>
                </a:lnTo>
                <a:lnTo>
                  <a:pt x="1144880" y="243378"/>
                </a:lnTo>
                <a:close/>
                <a:moveTo>
                  <a:pt x="1130150" y="233538"/>
                </a:moveTo>
                <a:lnTo>
                  <a:pt x="1115420" y="227820"/>
                </a:lnTo>
                <a:lnTo>
                  <a:pt x="1123281" y="240724"/>
                </a:lnTo>
                <a:close/>
                <a:moveTo>
                  <a:pt x="1130150" y="233538"/>
                </a:moveTo>
                <a:lnTo>
                  <a:pt x="1137019" y="230499"/>
                </a:lnTo>
                <a:lnTo>
                  <a:pt x="1115420" y="227820"/>
                </a:lnTo>
                <a:close/>
                <a:moveTo>
                  <a:pt x="1108551" y="233635"/>
                </a:moveTo>
                <a:lnTo>
                  <a:pt x="1123281" y="240724"/>
                </a:lnTo>
                <a:lnTo>
                  <a:pt x="1115420" y="227820"/>
                </a:lnTo>
                <a:close/>
                <a:moveTo>
                  <a:pt x="992698" y="285550"/>
                </a:moveTo>
                <a:lnTo>
                  <a:pt x="977968" y="281935"/>
                </a:lnTo>
                <a:lnTo>
                  <a:pt x="985829" y="288840"/>
                </a:lnTo>
                <a:close/>
                <a:moveTo>
                  <a:pt x="971099" y="287270"/>
                </a:moveTo>
                <a:lnTo>
                  <a:pt x="977968" y="281935"/>
                </a:lnTo>
                <a:lnTo>
                  <a:pt x="956369" y="287460"/>
                </a:lnTo>
                <a:close/>
                <a:moveTo>
                  <a:pt x="971099" y="287270"/>
                </a:moveTo>
                <a:lnTo>
                  <a:pt x="985829" y="288840"/>
                </a:lnTo>
                <a:lnTo>
                  <a:pt x="977968" y="281935"/>
                </a:lnTo>
                <a:close/>
                <a:moveTo>
                  <a:pt x="949501" y="292411"/>
                </a:moveTo>
                <a:lnTo>
                  <a:pt x="956369" y="287460"/>
                </a:lnTo>
                <a:lnTo>
                  <a:pt x="934771" y="292888"/>
                </a:lnTo>
                <a:close/>
                <a:moveTo>
                  <a:pt x="941639" y="289240"/>
                </a:moveTo>
                <a:lnTo>
                  <a:pt x="934771" y="292888"/>
                </a:lnTo>
                <a:lnTo>
                  <a:pt x="956369" y="287460"/>
                </a:lnTo>
                <a:close/>
                <a:moveTo>
                  <a:pt x="941639" y="289240"/>
                </a:moveTo>
                <a:lnTo>
                  <a:pt x="926910" y="290496"/>
                </a:lnTo>
                <a:lnTo>
                  <a:pt x="934771" y="292888"/>
                </a:lnTo>
                <a:close/>
                <a:moveTo>
                  <a:pt x="941639" y="289240"/>
                </a:moveTo>
                <a:lnTo>
                  <a:pt x="956369" y="287460"/>
                </a:lnTo>
                <a:lnTo>
                  <a:pt x="948508" y="286805"/>
                </a:lnTo>
                <a:close/>
                <a:moveTo>
                  <a:pt x="920041" y="291188"/>
                </a:moveTo>
                <a:lnTo>
                  <a:pt x="913172" y="298629"/>
                </a:lnTo>
                <a:lnTo>
                  <a:pt x="934771" y="292888"/>
                </a:lnTo>
                <a:close/>
                <a:moveTo>
                  <a:pt x="920041" y="291188"/>
                </a:moveTo>
                <a:lnTo>
                  <a:pt x="926910" y="290496"/>
                </a:lnTo>
                <a:lnTo>
                  <a:pt x="905311" y="294186"/>
                </a:lnTo>
                <a:close/>
                <a:moveTo>
                  <a:pt x="920041" y="291188"/>
                </a:moveTo>
                <a:lnTo>
                  <a:pt x="934771" y="292888"/>
                </a:lnTo>
                <a:lnTo>
                  <a:pt x="926910" y="290496"/>
                </a:lnTo>
                <a:close/>
                <a:moveTo>
                  <a:pt x="898442" y="298714"/>
                </a:moveTo>
                <a:lnTo>
                  <a:pt x="905311" y="294186"/>
                </a:lnTo>
                <a:lnTo>
                  <a:pt x="883713" y="297877"/>
                </a:lnTo>
                <a:close/>
                <a:moveTo>
                  <a:pt x="898442" y="298714"/>
                </a:moveTo>
                <a:lnTo>
                  <a:pt x="913172" y="298629"/>
                </a:lnTo>
                <a:lnTo>
                  <a:pt x="905311" y="294186"/>
                </a:lnTo>
                <a:close/>
                <a:moveTo>
                  <a:pt x="753129" y="301652"/>
                </a:moveTo>
                <a:lnTo>
                  <a:pt x="759998" y="296050"/>
                </a:lnTo>
                <a:lnTo>
                  <a:pt x="738399" y="295409"/>
                </a:lnTo>
                <a:close/>
                <a:moveTo>
                  <a:pt x="753129" y="301652"/>
                </a:moveTo>
                <a:lnTo>
                  <a:pt x="767859" y="306190"/>
                </a:lnTo>
                <a:lnTo>
                  <a:pt x="759998" y="296050"/>
                </a:lnTo>
                <a:close/>
                <a:moveTo>
                  <a:pt x="745268" y="289863"/>
                </a:moveTo>
                <a:lnTo>
                  <a:pt x="738399" y="295409"/>
                </a:lnTo>
                <a:lnTo>
                  <a:pt x="759998" y="296050"/>
                </a:lnTo>
                <a:close/>
                <a:moveTo>
                  <a:pt x="745268" y="289863"/>
                </a:moveTo>
                <a:lnTo>
                  <a:pt x="730538" y="289601"/>
                </a:lnTo>
                <a:lnTo>
                  <a:pt x="738399" y="295409"/>
                </a:lnTo>
                <a:close/>
                <a:moveTo>
                  <a:pt x="723669" y="288063"/>
                </a:moveTo>
                <a:lnTo>
                  <a:pt x="716800" y="292464"/>
                </a:lnTo>
                <a:lnTo>
                  <a:pt x="738399" y="295409"/>
                </a:lnTo>
                <a:close/>
                <a:moveTo>
                  <a:pt x="694209" y="271912"/>
                </a:moveTo>
                <a:lnTo>
                  <a:pt x="679480" y="269694"/>
                </a:lnTo>
                <a:lnTo>
                  <a:pt x="687341" y="276146"/>
                </a:lnTo>
                <a:close/>
                <a:moveTo>
                  <a:pt x="672611" y="271198"/>
                </a:moveTo>
                <a:lnTo>
                  <a:pt x="665742" y="278735"/>
                </a:lnTo>
                <a:lnTo>
                  <a:pt x="687341" y="276146"/>
                </a:lnTo>
                <a:close/>
                <a:moveTo>
                  <a:pt x="672611" y="271198"/>
                </a:moveTo>
                <a:lnTo>
                  <a:pt x="679480" y="269694"/>
                </a:lnTo>
                <a:lnTo>
                  <a:pt x="657881" y="272288"/>
                </a:lnTo>
                <a:close/>
                <a:moveTo>
                  <a:pt x="672611" y="271198"/>
                </a:moveTo>
                <a:lnTo>
                  <a:pt x="687341" y="276146"/>
                </a:lnTo>
                <a:lnTo>
                  <a:pt x="679480" y="269694"/>
                </a:lnTo>
                <a:close/>
                <a:moveTo>
                  <a:pt x="651012" y="277085"/>
                </a:moveTo>
                <a:lnTo>
                  <a:pt x="657881" y="272288"/>
                </a:lnTo>
                <a:lnTo>
                  <a:pt x="636283" y="278313"/>
                </a:lnTo>
                <a:close/>
                <a:moveTo>
                  <a:pt x="643151" y="272819"/>
                </a:moveTo>
                <a:lnTo>
                  <a:pt x="636283" y="278313"/>
                </a:lnTo>
                <a:lnTo>
                  <a:pt x="657881" y="272288"/>
                </a:lnTo>
                <a:close/>
                <a:moveTo>
                  <a:pt x="621553" y="277384"/>
                </a:moveTo>
                <a:lnTo>
                  <a:pt x="636283" y="278313"/>
                </a:lnTo>
                <a:lnTo>
                  <a:pt x="628421" y="273222"/>
                </a:lnTo>
                <a:close/>
                <a:moveTo>
                  <a:pt x="548896" y="281275"/>
                </a:moveTo>
                <a:lnTo>
                  <a:pt x="542027" y="287210"/>
                </a:lnTo>
                <a:lnTo>
                  <a:pt x="563626" y="284164"/>
                </a:lnTo>
                <a:close/>
                <a:moveTo>
                  <a:pt x="548896" y="281275"/>
                </a:moveTo>
                <a:lnTo>
                  <a:pt x="534166" y="276972"/>
                </a:lnTo>
                <a:lnTo>
                  <a:pt x="542027" y="287210"/>
                </a:lnTo>
                <a:close/>
                <a:moveTo>
                  <a:pt x="548896" y="281275"/>
                </a:moveTo>
                <a:lnTo>
                  <a:pt x="563626" y="284164"/>
                </a:lnTo>
                <a:lnTo>
                  <a:pt x="555765" y="274843"/>
                </a:lnTo>
                <a:close/>
                <a:moveTo>
                  <a:pt x="527297" y="282862"/>
                </a:moveTo>
                <a:lnTo>
                  <a:pt x="520429" y="288023"/>
                </a:lnTo>
                <a:lnTo>
                  <a:pt x="542027" y="287210"/>
                </a:lnTo>
                <a:close/>
                <a:moveTo>
                  <a:pt x="527297" y="282862"/>
                </a:moveTo>
                <a:lnTo>
                  <a:pt x="512568" y="277617"/>
                </a:lnTo>
                <a:lnTo>
                  <a:pt x="520429" y="288023"/>
                </a:lnTo>
                <a:close/>
                <a:moveTo>
                  <a:pt x="527297" y="282862"/>
                </a:moveTo>
                <a:lnTo>
                  <a:pt x="534166" y="276972"/>
                </a:lnTo>
                <a:lnTo>
                  <a:pt x="512568" y="277617"/>
                </a:lnTo>
                <a:close/>
                <a:moveTo>
                  <a:pt x="527297" y="282862"/>
                </a:moveTo>
                <a:lnTo>
                  <a:pt x="542027" y="287210"/>
                </a:lnTo>
                <a:lnTo>
                  <a:pt x="534166" y="276972"/>
                </a:lnTo>
                <a:close/>
                <a:moveTo>
                  <a:pt x="505699" y="282498"/>
                </a:moveTo>
                <a:lnTo>
                  <a:pt x="512568" y="277617"/>
                </a:lnTo>
                <a:lnTo>
                  <a:pt x="490969" y="276504"/>
                </a:lnTo>
                <a:close/>
                <a:moveTo>
                  <a:pt x="505699" y="282498"/>
                </a:moveTo>
                <a:lnTo>
                  <a:pt x="520429" y="288023"/>
                </a:lnTo>
                <a:lnTo>
                  <a:pt x="512568" y="277617"/>
                </a:lnTo>
                <a:close/>
                <a:moveTo>
                  <a:pt x="497838" y="272433"/>
                </a:moveTo>
                <a:lnTo>
                  <a:pt x="490969" y="276504"/>
                </a:lnTo>
                <a:lnTo>
                  <a:pt x="512568" y="277617"/>
                </a:lnTo>
                <a:close/>
                <a:moveTo>
                  <a:pt x="497838" y="272433"/>
                </a:moveTo>
                <a:lnTo>
                  <a:pt x="483108" y="267559"/>
                </a:lnTo>
                <a:lnTo>
                  <a:pt x="490969" y="276504"/>
                </a:lnTo>
                <a:close/>
                <a:moveTo>
                  <a:pt x="476239" y="270742"/>
                </a:moveTo>
                <a:lnTo>
                  <a:pt x="469371" y="274289"/>
                </a:lnTo>
                <a:lnTo>
                  <a:pt x="490969" y="276504"/>
                </a:lnTo>
                <a:close/>
                <a:moveTo>
                  <a:pt x="476239" y="270742"/>
                </a:moveTo>
                <a:lnTo>
                  <a:pt x="461509" y="266244"/>
                </a:lnTo>
                <a:lnTo>
                  <a:pt x="469371" y="274289"/>
                </a:lnTo>
                <a:close/>
                <a:moveTo>
                  <a:pt x="476239" y="270742"/>
                </a:moveTo>
                <a:lnTo>
                  <a:pt x="483108" y="267559"/>
                </a:lnTo>
                <a:lnTo>
                  <a:pt x="461509" y="266244"/>
                </a:lnTo>
                <a:close/>
                <a:moveTo>
                  <a:pt x="476239" y="270742"/>
                </a:moveTo>
                <a:lnTo>
                  <a:pt x="490969" y="276504"/>
                </a:lnTo>
                <a:lnTo>
                  <a:pt x="483108" y="267559"/>
                </a:lnTo>
                <a:close/>
                <a:moveTo>
                  <a:pt x="425181" y="260298"/>
                </a:moveTo>
                <a:lnTo>
                  <a:pt x="432050" y="255656"/>
                </a:lnTo>
                <a:lnTo>
                  <a:pt x="410451" y="254094"/>
                </a:lnTo>
                <a:close/>
                <a:moveTo>
                  <a:pt x="425181" y="260298"/>
                </a:moveTo>
                <a:lnTo>
                  <a:pt x="439911" y="263825"/>
                </a:lnTo>
                <a:lnTo>
                  <a:pt x="432050" y="255656"/>
                </a:lnTo>
                <a:close/>
                <a:moveTo>
                  <a:pt x="403582" y="259400"/>
                </a:moveTo>
                <a:lnTo>
                  <a:pt x="410451" y="254094"/>
                </a:lnTo>
                <a:lnTo>
                  <a:pt x="388853" y="251250"/>
                </a:lnTo>
                <a:close/>
                <a:moveTo>
                  <a:pt x="403582" y="259400"/>
                </a:moveTo>
                <a:lnTo>
                  <a:pt x="418312" y="261400"/>
                </a:lnTo>
                <a:lnTo>
                  <a:pt x="410451" y="254094"/>
                </a:lnTo>
                <a:close/>
                <a:moveTo>
                  <a:pt x="395721" y="247099"/>
                </a:moveTo>
                <a:lnTo>
                  <a:pt x="388853" y="251250"/>
                </a:lnTo>
                <a:lnTo>
                  <a:pt x="410451" y="254094"/>
                </a:lnTo>
                <a:close/>
                <a:moveTo>
                  <a:pt x="374123" y="240895"/>
                </a:moveTo>
                <a:lnTo>
                  <a:pt x="367254" y="247451"/>
                </a:lnTo>
                <a:lnTo>
                  <a:pt x="388853" y="251250"/>
                </a:lnTo>
                <a:close/>
                <a:moveTo>
                  <a:pt x="374123" y="240895"/>
                </a:moveTo>
                <a:lnTo>
                  <a:pt x="359393" y="226598"/>
                </a:lnTo>
                <a:lnTo>
                  <a:pt x="367254" y="247451"/>
                </a:lnTo>
                <a:close/>
                <a:moveTo>
                  <a:pt x="374123" y="240895"/>
                </a:moveTo>
                <a:lnTo>
                  <a:pt x="380991" y="233249"/>
                </a:lnTo>
                <a:lnTo>
                  <a:pt x="359393" y="226598"/>
                </a:lnTo>
                <a:close/>
                <a:moveTo>
                  <a:pt x="374123" y="240895"/>
                </a:moveTo>
                <a:lnTo>
                  <a:pt x="388853" y="251250"/>
                </a:lnTo>
                <a:lnTo>
                  <a:pt x="380991" y="233249"/>
                </a:lnTo>
                <a:close/>
                <a:moveTo>
                  <a:pt x="344663" y="211262"/>
                </a:moveTo>
                <a:lnTo>
                  <a:pt x="337794" y="220006"/>
                </a:lnTo>
                <a:lnTo>
                  <a:pt x="359393" y="226598"/>
                </a:lnTo>
                <a:close/>
                <a:moveTo>
                  <a:pt x="315203" y="178446"/>
                </a:moveTo>
                <a:lnTo>
                  <a:pt x="308335" y="189157"/>
                </a:lnTo>
                <a:lnTo>
                  <a:pt x="329933" y="195234"/>
                </a:lnTo>
                <a:close/>
                <a:moveTo>
                  <a:pt x="285743" y="149409"/>
                </a:moveTo>
                <a:lnTo>
                  <a:pt x="292612" y="141567"/>
                </a:lnTo>
                <a:lnTo>
                  <a:pt x="271014" y="135239"/>
                </a:lnTo>
                <a:close/>
                <a:moveTo>
                  <a:pt x="277882" y="124472"/>
                </a:moveTo>
                <a:lnTo>
                  <a:pt x="271014" y="135239"/>
                </a:lnTo>
                <a:lnTo>
                  <a:pt x="292612" y="141567"/>
                </a:lnTo>
                <a:close/>
                <a:moveTo>
                  <a:pt x="277882" y="124472"/>
                </a:moveTo>
                <a:lnTo>
                  <a:pt x="263152" y="111934"/>
                </a:lnTo>
                <a:lnTo>
                  <a:pt x="271014" y="135239"/>
                </a:lnTo>
                <a:close/>
                <a:moveTo>
                  <a:pt x="256284" y="120948"/>
                </a:moveTo>
                <a:lnTo>
                  <a:pt x="271014" y="135239"/>
                </a:lnTo>
                <a:lnTo>
                  <a:pt x="263152" y="111934"/>
                </a:lnTo>
                <a:close/>
                <a:moveTo>
                  <a:pt x="132569" y="120642"/>
                </a:moveTo>
                <a:lnTo>
                  <a:pt x="125700" y="129122"/>
                </a:lnTo>
                <a:lnTo>
                  <a:pt x="147299" y="130745"/>
                </a:lnTo>
                <a:close/>
                <a:moveTo>
                  <a:pt x="132569" y="120642"/>
                </a:moveTo>
                <a:lnTo>
                  <a:pt x="117839" y="105302"/>
                </a:lnTo>
                <a:lnTo>
                  <a:pt x="125700" y="129122"/>
                </a:lnTo>
                <a:close/>
                <a:moveTo>
                  <a:pt x="132569" y="120642"/>
                </a:moveTo>
                <a:lnTo>
                  <a:pt x="139437" y="107884"/>
                </a:lnTo>
                <a:lnTo>
                  <a:pt x="117839" y="105302"/>
                </a:lnTo>
                <a:close/>
                <a:moveTo>
                  <a:pt x="124708" y="95750"/>
                </a:moveTo>
                <a:lnTo>
                  <a:pt x="117839" y="105302"/>
                </a:lnTo>
                <a:lnTo>
                  <a:pt x="139437" y="107884"/>
                </a:lnTo>
                <a:close/>
                <a:moveTo>
                  <a:pt x="124708" y="95750"/>
                </a:moveTo>
                <a:lnTo>
                  <a:pt x="109978" y="79829"/>
                </a:lnTo>
                <a:lnTo>
                  <a:pt x="117839" y="105302"/>
                </a:lnTo>
                <a:close/>
                <a:moveTo>
                  <a:pt x="103109" y="89558"/>
                </a:moveTo>
                <a:lnTo>
                  <a:pt x="96240" y="99849"/>
                </a:lnTo>
                <a:lnTo>
                  <a:pt x="117839" y="105302"/>
                </a:lnTo>
                <a:close/>
                <a:moveTo>
                  <a:pt x="103109" y="89558"/>
                </a:moveTo>
                <a:lnTo>
                  <a:pt x="88379" y="75106"/>
                </a:lnTo>
                <a:lnTo>
                  <a:pt x="96240" y="99849"/>
                </a:lnTo>
                <a:close/>
                <a:moveTo>
                  <a:pt x="103109" y="89558"/>
                </a:moveTo>
                <a:lnTo>
                  <a:pt x="109978" y="79829"/>
                </a:lnTo>
                <a:lnTo>
                  <a:pt x="88379" y="75106"/>
                </a:lnTo>
                <a:close/>
                <a:moveTo>
                  <a:pt x="103109" y="89558"/>
                </a:moveTo>
                <a:lnTo>
                  <a:pt x="117839" y="105302"/>
                </a:lnTo>
                <a:lnTo>
                  <a:pt x="109978" y="79829"/>
                </a:lnTo>
                <a:close/>
                <a:moveTo>
                  <a:pt x="95248" y="63711"/>
                </a:moveTo>
                <a:lnTo>
                  <a:pt x="88379" y="75106"/>
                </a:lnTo>
                <a:lnTo>
                  <a:pt x="109978" y="79829"/>
                </a:lnTo>
                <a:close/>
                <a:moveTo>
                  <a:pt x="95248" y="63711"/>
                </a:moveTo>
                <a:lnTo>
                  <a:pt x="80518" y="50176"/>
                </a:lnTo>
                <a:lnTo>
                  <a:pt x="88379" y="75106"/>
                </a:lnTo>
                <a:close/>
                <a:moveTo>
                  <a:pt x="73649" y="61261"/>
                </a:moveTo>
                <a:lnTo>
                  <a:pt x="66781" y="70810"/>
                </a:lnTo>
                <a:lnTo>
                  <a:pt x="88379" y="75106"/>
                </a:lnTo>
                <a:close/>
                <a:moveTo>
                  <a:pt x="73649" y="61261"/>
                </a:moveTo>
                <a:lnTo>
                  <a:pt x="58919" y="47182"/>
                </a:lnTo>
                <a:lnTo>
                  <a:pt x="66781" y="70810"/>
                </a:lnTo>
                <a:close/>
                <a:moveTo>
                  <a:pt x="73649" y="61261"/>
                </a:moveTo>
                <a:lnTo>
                  <a:pt x="80518" y="50176"/>
                </a:lnTo>
                <a:lnTo>
                  <a:pt x="58919" y="47182"/>
                </a:lnTo>
                <a:close/>
                <a:moveTo>
                  <a:pt x="73649" y="61261"/>
                </a:moveTo>
                <a:lnTo>
                  <a:pt x="88379" y="75106"/>
                </a:lnTo>
                <a:lnTo>
                  <a:pt x="80518" y="50176"/>
                </a:lnTo>
                <a:close/>
                <a:moveTo>
                  <a:pt x="52051" y="57075"/>
                </a:moveTo>
                <a:lnTo>
                  <a:pt x="58919" y="47182"/>
                </a:lnTo>
                <a:lnTo>
                  <a:pt x="37321" y="42411"/>
                </a:lnTo>
                <a:close/>
                <a:moveTo>
                  <a:pt x="52051" y="57075"/>
                </a:moveTo>
                <a:lnTo>
                  <a:pt x="66781" y="70810"/>
                </a:lnTo>
                <a:lnTo>
                  <a:pt x="58919" y="47182"/>
                </a:lnTo>
                <a:close/>
                <a:moveTo>
                  <a:pt x="65788" y="36229"/>
                </a:moveTo>
                <a:lnTo>
                  <a:pt x="58919" y="47182"/>
                </a:lnTo>
                <a:lnTo>
                  <a:pt x="80518" y="50176"/>
                </a:lnTo>
                <a:close/>
                <a:moveTo>
                  <a:pt x="65788" y="36229"/>
                </a:moveTo>
                <a:lnTo>
                  <a:pt x="51058" y="24705"/>
                </a:lnTo>
                <a:lnTo>
                  <a:pt x="58919" y="47182"/>
                </a:lnTo>
                <a:close/>
                <a:moveTo>
                  <a:pt x="44190" y="34165"/>
                </a:moveTo>
                <a:lnTo>
                  <a:pt x="37321" y="42411"/>
                </a:lnTo>
                <a:lnTo>
                  <a:pt x="58919" y="47182"/>
                </a:lnTo>
                <a:close/>
                <a:moveTo>
                  <a:pt x="44190" y="34165"/>
                </a:moveTo>
                <a:lnTo>
                  <a:pt x="29460" y="20956"/>
                </a:lnTo>
                <a:lnTo>
                  <a:pt x="37321" y="42411"/>
                </a:lnTo>
                <a:close/>
                <a:moveTo>
                  <a:pt x="44190" y="34165"/>
                </a:moveTo>
                <a:lnTo>
                  <a:pt x="51058" y="24705"/>
                </a:lnTo>
                <a:lnTo>
                  <a:pt x="29460" y="20956"/>
                </a:lnTo>
                <a:close/>
                <a:moveTo>
                  <a:pt x="44190" y="34165"/>
                </a:moveTo>
                <a:lnTo>
                  <a:pt x="58919" y="47182"/>
                </a:lnTo>
                <a:lnTo>
                  <a:pt x="51058" y="24705"/>
                </a:lnTo>
                <a:close/>
                <a:moveTo>
                  <a:pt x="22591" y="28739"/>
                </a:moveTo>
                <a:lnTo>
                  <a:pt x="29460" y="20956"/>
                </a:lnTo>
                <a:lnTo>
                  <a:pt x="7861" y="15641"/>
                </a:lnTo>
                <a:close/>
                <a:moveTo>
                  <a:pt x="22591" y="28739"/>
                </a:moveTo>
                <a:lnTo>
                  <a:pt x="37321" y="42411"/>
                </a:lnTo>
                <a:lnTo>
                  <a:pt x="29460" y="20956"/>
                </a:lnTo>
                <a:close/>
                <a:moveTo>
                  <a:pt x="36328" y="12664"/>
                </a:moveTo>
                <a:lnTo>
                  <a:pt x="29460" y="20956"/>
                </a:lnTo>
                <a:lnTo>
                  <a:pt x="51058" y="24705"/>
                </a:lnTo>
                <a:close/>
                <a:moveTo>
                  <a:pt x="14730" y="8256"/>
                </a:moveTo>
                <a:lnTo>
                  <a:pt x="7861" y="15641"/>
                </a:lnTo>
                <a:lnTo>
                  <a:pt x="29460" y="20956"/>
                </a:lnTo>
                <a:close/>
                <a:moveTo>
                  <a:pt x="14730" y="8256"/>
                </a:moveTo>
                <a:lnTo>
                  <a:pt x="0" y="0"/>
                </a:lnTo>
                <a:lnTo>
                  <a:pt x="7861" y="15641"/>
                </a:lnTo>
                <a:close/>
                <a:moveTo>
                  <a:pt x="14730" y="8256"/>
                </a:moveTo>
                <a:lnTo>
                  <a:pt x="21599" y="2925"/>
                </a:lnTo>
                <a:lnTo>
                  <a:pt x="0" y="0"/>
                </a:lnTo>
                <a:close/>
                <a:moveTo>
                  <a:pt x="14730" y="8256"/>
                </a:moveTo>
                <a:lnTo>
                  <a:pt x="29460" y="20956"/>
                </a:lnTo>
                <a:lnTo>
                  <a:pt x="21599" y="2925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51" name="PANEL_01-slope-13-225_945">
            <a:extLst>
              <a:ext uri="{FF2B5EF4-FFF2-40B4-BE49-F238E27FC236}">
                <a16:creationId xmlns:a16="http://schemas.microsoft.com/office/drawing/2014/main" id="{9F602E66-F3E9-4862-B465-DA4FD239EC4A}"/>
              </a:ext>
            </a:extLst>
          </p:cNvPr>
          <p:cNvSpPr>
            <a:spLocks/>
          </p:cNvSpPr>
          <p:nvPr/>
        </p:nvSpPr>
        <p:spPr>
          <a:xfrm>
            <a:off x="795218" y="724852"/>
            <a:ext cx="2054106" cy="361596"/>
          </a:xfrm>
          <a:custGeom>
            <a:pathLst>
              <a:path w="1391317" h="244922">
                <a:moveTo>
                  <a:pt x="1376587" y="194013"/>
                </a:moveTo>
                <a:lnTo>
                  <a:pt x="1383456" y="186993"/>
                </a:lnTo>
                <a:lnTo>
                  <a:pt x="1361857" y="191952"/>
                </a:lnTo>
                <a:close/>
                <a:moveTo>
                  <a:pt x="1376587" y="194013"/>
                </a:moveTo>
                <a:lnTo>
                  <a:pt x="1391317" y="200453"/>
                </a:lnTo>
                <a:lnTo>
                  <a:pt x="1383456" y="186993"/>
                </a:lnTo>
                <a:close/>
                <a:moveTo>
                  <a:pt x="1354989" y="200529"/>
                </a:moveTo>
                <a:lnTo>
                  <a:pt x="1361857" y="191952"/>
                </a:lnTo>
                <a:lnTo>
                  <a:pt x="1340259" y="199277"/>
                </a:lnTo>
                <a:close/>
                <a:moveTo>
                  <a:pt x="1368726" y="183891"/>
                </a:moveTo>
                <a:lnTo>
                  <a:pt x="1361857" y="191952"/>
                </a:lnTo>
                <a:lnTo>
                  <a:pt x="1383456" y="186993"/>
                </a:lnTo>
                <a:close/>
                <a:moveTo>
                  <a:pt x="1368726" y="183891"/>
                </a:moveTo>
                <a:lnTo>
                  <a:pt x="1353996" y="183599"/>
                </a:lnTo>
                <a:lnTo>
                  <a:pt x="1361857" y="191952"/>
                </a:lnTo>
                <a:close/>
                <a:moveTo>
                  <a:pt x="1347128" y="189374"/>
                </a:moveTo>
                <a:lnTo>
                  <a:pt x="1340259" y="199277"/>
                </a:lnTo>
                <a:lnTo>
                  <a:pt x="1361857" y="191952"/>
                </a:lnTo>
                <a:close/>
                <a:moveTo>
                  <a:pt x="1347128" y="189374"/>
                </a:moveTo>
                <a:lnTo>
                  <a:pt x="1332398" y="191299"/>
                </a:lnTo>
                <a:lnTo>
                  <a:pt x="1340259" y="199277"/>
                </a:lnTo>
                <a:close/>
                <a:moveTo>
                  <a:pt x="1347128" y="189374"/>
                </a:moveTo>
                <a:lnTo>
                  <a:pt x="1361857" y="191952"/>
                </a:lnTo>
                <a:lnTo>
                  <a:pt x="1353996" y="183599"/>
                </a:lnTo>
                <a:close/>
                <a:moveTo>
                  <a:pt x="1325529" y="198619"/>
                </a:moveTo>
                <a:lnTo>
                  <a:pt x="1318660" y="207386"/>
                </a:lnTo>
                <a:lnTo>
                  <a:pt x="1340259" y="199277"/>
                </a:lnTo>
                <a:close/>
                <a:moveTo>
                  <a:pt x="1325529" y="198619"/>
                </a:moveTo>
                <a:lnTo>
                  <a:pt x="1310799" y="201407"/>
                </a:lnTo>
                <a:lnTo>
                  <a:pt x="1318660" y="207386"/>
                </a:lnTo>
                <a:close/>
                <a:moveTo>
                  <a:pt x="1325529" y="198619"/>
                </a:moveTo>
                <a:lnTo>
                  <a:pt x="1332398" y="191299"/>
                </a:lnTo>
                <a:lnTo>
                  <a:pt x="1310799" y="201407"/>
                </a:lnTo>
                <a:close/>
                <a:moveTo>
                  <a:pt x="1325529" y="198619"/>
                </a:moveTo>
                <a:lnTo>
                  <a:pt x="1340259" y="199277"/>
                </a:lnTo>
                <a:lnTo>
                  <a:pt x="1332398" y="191299"/>
                </a:lnTo>
                <a:close/>
                <a:moveTo>
                  <a:pt x="1303931" y="208078"/>
                </a:moveTo>
                <a:lnTo>
                  <a:pt x="1310799" y="201407"/>
                </a:lnTo>
                <a:lnTo>
                  <a:pt x="1289201" y="211248"/>
                </a:lnTo>
                <a:close/>
                <a:moveTo>
                  <a:pt x="1303931" y="208078"/>
                </a:moveTo>
                <a:lnTo>
                  <a:pt x="1318660" y="207386"/>
                </a:lnTo>
                <a:lnTo>
                  <a:pt x="1310799" y="201407"/>
                </a:lnTo>
                <a:close/>
                <a:moveTo>
                  <a:pt x="1231274" y="233423"/>
                </a:moveTo>
                <a:lnTo>
                  <a:pt x="1216544" y="229570"/>
                </a:lnTo>
                <a:lnTo>
                  <a:pt x="1224405" y="238614"/>
                </a:lnTo>
                <a:close/>
                <a:moveTo>
                  <a:pt x="1231274" y="233423"/>
                </a:moveTo>
                <a:lnTo>
                  <a:pt x="1246004" y="229267"/>
                </a:lnTo>
                <a:lnTo>
                  <a:pt x="1238142" y="224749"/>
                </a:lnTo>
                <a:close/>
                <a:moveTo>
                  <a:pt x="1209675" y="238792"/>
                </a:moveTo>
                <a:lnTo>
                  <a:pt x="1202807" y="244922"/>
                </a:lnTo>
                <a:lnTo>
                  <a:pt x="1224405" y="238614"/>
                </a:lnTo>
                <a:close/>
                <a:moveTo>
                  <a:pt x="1209675" y="238792"/>
                </a:moveTo>
                <a:lnTo>
                  <a:pt x="1216544" y="229570"/>
                </a:lnTo>
                <a:lnTo>
                  <a:pt x="1194945" y="231076"/>
                </a:lnTo>
                <a:close/>
                <a:moveTo>
                  <a:pt x="1209675" y="238792"/>
                </a:moveTo>
                <a:lnTo>
                  <a:pt x="1224405" y="238614"/>
                </a:lnTo>
                <a:lnTo>
                  <a:pt x="1216544" y="229570"/>
                </a:lnTo>
                <a:close/>
                <a:moveTo>
                  <a:pt x="1188077" y="239366"/>
                </a:moveTo>
                <a:lnTo>
                  <a:pt x="1202807" y="244922"/>
                </a:lnTo>
                <a:lnTo>
                  <a:pt x="1194945" y="231076"/>
                </a:lnTo>
                <a:close/>
                <a:moveTo>
                  <a:pt x="1180216" y="222408"/>
                </a:moveTo>
                <a:lnTo>
                  <a:pt x="1173347" y="231814"/>
                </a:lnTo>
                <a:lnTo>
                  <a:pt x="1194945" y="231076"/>
                </a:lnTo>
                <a:close/>
                <a:moveTo>
                  <a:pt x="1180216" y="222408"/>
                </a:moveTo>
                <a:lnTo>
                  <a:pt x="1165486" y="215507"/>
                </a:lnTo>
                <a:lnTo>
                  <a:pt x="1173347" y="231814"/>
                </a:lnTo>
                <a:close/>
                <a:moveTo>
                  <a:pt x="1158617" y="225374"/>
                </a:moveTo>
                <a:lnTo>
                  <a:pt x="1165486" y="215507"/>
                </a:lnTo>
                <a:lnTo>
                  <a:pt x="1143887" y="216928"/>
                </a:lnTo>
                <a:close/>
                <a:moveTo>
                  <a:pt x="1158617" y="225374"/>
                </a:moveTo>
                <a:lnTo>
                  <a:pt x="1173347" y="231814"/>
                </a:lnTo>
                <a:lnTo>
                  <a:pt x="1165486" y="215507"/>
                </a:lnTo>
                <a:close/>
                <a:moveTo>
                  <a:pt x="975983" y="138878"/>
                </a:moveTo>
                <a:lnTo>
                  <a:pt x="982851" y="133062"/>
                </a:lnTo>
                <a:lnTo>
                  <a:pt x="961253" y="140403"/>
                </a:lnTo>
                <a:close/>
                <a:moveTo>
                  <a:pt x="954384" y="151611"/>
                </a:moveTo>
                <a:lnTo>
                  <a:pt x="961253" y="140403"/>
                </a:lnTo>
                <a:lnTo>
                  <a:pt x="939654" y="155019"/>
                </a:lnTo>
                <a:close/>
                <a:moveTo>
                  <a:pt x="932786" y="167424"/>
                </a:moveTo>
                <a:lnTo>
                  <a:pt x="939654" y="155019"/>
                </a:lnTo>
                <a:lnTo>
                  <a:pt x="918056" y="168774"/>
                </a:lnTo>
                <a:close/>
                <a:moveTo>
                  <a:pt x="911187" y="180460"/>
                </a:moveTo>
                <a:lnTo>
                  <a:pt x="918056" y="168774"/>
                </a:lnTo>
                <a:lnTo>
                  <a:pt x="896457" y="181007"/>
                </a:lnTo>
                <a:close/>
                <a:moveTo>
                  <a:pt x="968121" y="127972"/>
                </a:moveTo>
                <a:lnTo>
                  <a:pt x="961253" y="140403"/>
                </a:lnTo>
                <a:lnTo>
                  <a:pt x="982851" y="133062"/>
                </a:lnTo>
                <a:close/>
                <a:moveTo>
                  <a:pt x="968121" y="127972"/>
                </a:moveTo>
                <a:lnTo>
                  <a:pt x="953392" y="129354"/>
                </a:lnTo>
                <a:lnTo>
                  <a:pt x="961253" y="140403"/>
                </a:lnTo>
                <a:close/>
                <a:moveTo>
                  <a:pt x="924924" y="157890"/>
                </a:moveTo>
                <a:lnTo>
                  <a:pt x="918056" y="168774"/>
                </a:lnTo>
                <a:lnTo>
                  <a:pt x="939654" y="155019"/>
                </a:lnTo>
                <a:close/>
                <a:moveTo>
                  <a:pt x="903326" y="169322"/>
                </a:moveTo>
                <a:lnTo>
                  <a:pt x="896457" y="181007"/>
                </a:lnTo>
                <a:lnTo>
                  <a:pt x="918056" y="168774"/>
                </a:lnTo>
                <a:close/>
                <a:moveTo>
                  <a:pt x="881727" y="183494"/>
                </a:moveTo>
                <a:lnTo>
                  <a:pt x="874859" y="190164"/>
                </a:lnTo>
                <a:lnTo>
                  <a:pt x="896457" y="181007"/>
                </a:lnTo>
                <a:close/>
                <a:moveTo>
                  <a:pt x="881727" y="183494"/>
                </a:moveTo>
                <a:lnTo>
                  <a:pt x="866998" y="181312"/>
                </a:lnTo>
                <a:lnTo>
                  <a:pt x="874859" y="190164"/>
                </a:lnTo>
                <a:close/>
                <a:moveTo>
                  <a:pt x="881727" y="183494"/>
                </a:moveTo>
                <a:lnTo>
                  <a:pt x="888596" y="170450"/>
                </a:lnTo>
                <a:lnTo>
                  <a:pt x="866998" y="181312"/>
                </a:lnTo>
                <a:close/>
                <a:moveTo>
                  <a:pt x="881727" y="183494"/>
                </a:moveTo>
                <a:lnTo>
                  <a:pt x="896457" y="181007"/>
                </a:lnTo>
                <a:lnTo>
                  <a:pt x="888596" y="170450"/>
                </a:lnTo>
                <a:close/>
                <a:moveTo>
                  <a:pt x="860129" y="190792"/>
                </a:moveTo>
                <a:lnTo>
                  <a:pt x="866998" y="181312"/>
                </a:lnTo>
                <a:lnTo>
                  <a:pt x="845399" y="187177"/>
                </a:lnTo>
                <a:close/>
                <a:moveTo>
                  <a:pt x="860129" y="190792"/>
                </a:moveTo>
                <a:lnTo>
                  <a:pt x="874859" y="190164"/>
                </a:lnTo>
                <a:lnTo>
                  <a:pt x="866998" y="181312"/>
                </a:lnTo>
                <a:close/>
                <a:moveTo>
                  <a:pt x="830669" y="186163"/>
                </a:moveTo>
                <a:lnTo>
                  <a:pt x="823800" y="192703"/>
                </a:lnTo>
                <a:lnTo>
                  <a:pt x="845399" y="187177"/>
                </a:lnTo>
                <a:close/>
                <a:moveTo>
                  <a:pt x="787472" y="196430"/>
                </a:moveTo>
                <a:lnTo>
                  <a:pt x="772742" y="199429"/>
                </a:lnTo>
                <a:lnTo>
                  <a:pt x="780603" y="203872"/>
                </a:lnTo>
                <a:close/>
                <a:moveTo>
                  <a:pt x="765874" y="203956"/>
                </a:moveTo>
                <a:lnTo>
                  <a:pt x="751144" y="203120"/>
                </a:lnTo>
                <a:lnTo>
                  <a:pt x="759005" y="213259"/>
                </a:lnTo>
                <a:close/>
                <a:moveTo>
                  <a:pt x="671618" y="219678"/>
                </a:moveTo>
                <a:lnTo>
                  <a:pt x="678487" y="204052"/>
                </a:lnTo>
                <a:lnTo>
                  <a:pt x="656888" y="207742"/>
                </a:lnTo>
                <a:close/>
                <a:moveTo>
                  <a:pt x="540042" y="176440"/>
                </a:moveTo>
                <a:lnTo>
                  <a:pt x="525312" y="177530"/>
                </a:lnTo>
                <a:lnTo>
                  <a:pt x="533173" y="183977"/>
                </a:lnTo>
                <a:close/>
                <a:moveTo>
                  <a:pt x="518444" y="182328"/>
                </a:moveTo>
                <a:lnTo>
                  <a:pt x="533173" y="183977"/>
                </a:lnTo>
                <a:lnTo>
                  <a:pt x="525312" y="177530"/>
                </a:lnTo>
                <a:close/>
                <a:moveTo>
                  <a:pt x="496845" y="191207"/>
                </a:moveTo>
                <a:lnTo>
                  <a:pt x="503714" y="183556"/>
                </a:lnTo>
                <a:lnTo>
                  <a:pt x="482115" y="190910"/>
                </a:lnTo>
                <a:close/>
                <a:moveTo>
                  <a:pt x="488984" y="182626"/>
                </a:moveTo>
                <a:lnTo>
                  <a:pt x="482115" y="190910"/>
                </a:lnTo>
                <a:lnTo>
                  <a:pt x="503714" y="183556"/>
                </a:lnTo>
                <a:close/>
                <a:moveTo>
                  <a:pt x="488984" y="182626"/>
                </a:moveTo>
                <a:lnTo>
                  <a:pt x="474254" y="181376"/>
                </a:lnTo>
                <a:lnTo>
                  <a:pt x="482115" y="190910"/>
                </a:lnTo>
                <a:close/>
                <a:moveTo>
                  <a:pt x="467385" y="187989"/>
                </a:moveTo>
                <a:lnTo>
                  <a:pt x="460517" y="196675"/>
                </a:lnTo>
                <a:lnTo>
                  <a:pt x="482115" y="190910"/>
                </a:lnTo>
                <a:close/>
                <a:moveTo>
                  <a:pt x="467385" y="187989"/>
                </a:moveTo>
                <a:lnTo>
                  <a:pt x="452656" y="185121"/>
                </a:lnTo>
                <a:lnTo>
                  <a:pt x="460517" y="196675"/>
                </a:lnTo>
                <a:close/>
                <a:moveTo>
                  <a:pt x="467385" y="187989"/>
                </a:moveTo>
                <a:lnTo>
                  <a:pt x="474254" y="181376"/>
                </a:lnTo>
                <a:lnTo>
                  <a:pt x="452656" y="185121"/>
                </a:lnTo>
                <a:close/>
                <a:moveTo>
                  <a:pt x="467385" y="187989"/>
                </a:moveTo>
                <a:lnTo>
                  <a:pt x="482115" y="190910"/>
                </a:lnTo>
                <a:lnTo>
                  <a:pt x="474254" y="181376"/>
                </a:lnTo>
                <a:close/>
                <a:moveTo>
                  <a:pt x="445787" y="191803"/>
                </a:moveTo>
                <a:lnTo>
                  <a:pt x="431057" y="189407"/>
                </a:lnTo>
                <a:lnTo>
                  <a:pt x="438918" y="200308"/>
                </a:lnTo>
                <a:close/>
                <a:moveTo>
                  <a:pt x="445787" y="191803"/>
                </a:moveTo>
                <a:lnTo>
                  <a:pt x="452656" y="185121"/>
                </a:lnTo>
                <a:lnTo>
                  <a:pt x="431057" y="189407"/>
                </a:lnTo>
                <a:close/>
                <a:moveTo>
                  <a:pt x="445787" y="191803"/>
                </a:moveTo>
                <a:lnTo>
                  <a:pt x="460517" y="196675"/>
                </a:lnTo>
                <a:lnTo>
                  <a:pt x="452656" y="185121"/>
                </a:lnTo>
                <a:close/>
                <a:moveTo>
                  <a:pt x="424188" y="196694"/>
                </a:moveTo>
                <a:lnTo>
                  <a:pt x="431057" y="189407"/>
                </a:lnTo>
                <a:lnTo>
                  <a:pt x="409458" y="192452"/>
                </a:lnTo>
                <a:close/>
                <a:moveTo>
                  <a:pt x="437926" y="182613"/>
                </a:moveTo>
                <a:lnTo>
                  <a:pt x="431057" y="189407"/>
                </a:lnTo>
                <a:lnTo>
                  <a:pt x="452656" y="185121"/>
                </a:lnTo>
                <a:close/>
                <a:moveTo>
                  <a:pt x="123715" y="26191"/>
                </a:moveTo>
                <a:lnTo>
                  <a:pt x="116846" y="40740"/>
                </a:lnTo>
                <a:lnTo>
                  <a:pt x="138445" y="40482"/>
                </a:lnTo>
                <a:close/>
                <a:moveTo>
                  <a:pt x="123715" y="26191"/>
                </a:moveTo>
                <a:lnTo>
                  <a:pt x="108985" y="18506"/>
                </a:lnTo>
                <a:lnTo>
                  <a:pt x="116846" y="40740"/>
                </a:lnTo>
                <a:close/>
                <a:moveTo>
                  <a:pt x="123715" y="26191"/>
                </a:moveTo>
                <a:lnTo>
                  <a:pt x="130584" y="17177"/>
                </a:lnTo>
                <a:lnTo>
                  <a:pt x="108985" y="18506"/>
                </a:lnTo>
                <a:close/>
                <a:moveTo>
                  <a:pt x="102116" y="31097"/>
                </a:moveTo>
                <a:lnTo>
                  <a:pt x="116846" y="40740"/>
                </a:lnTo>
                <a:lnTo>
                  <a:pt x="108985" y="18506"/>
                </a:lnTo>
                <a:close/>
                <a:moveTo>
                  <a:pt x="115854" y="4743"/>
                </a:moveTo>
                <a:lnTo>
                  <a:pt x="108985" y="18506"/>
                </a:lnTo>
                <a:lnTo>
                  <a:pt x="130584" y="17177"/>
                </a:lnTo>
                <a:close/>
                <a:moveTo>
                  <a:pt x="115854" y="4743"/>
                </a:moveTo>
                <a:lnTo>
                  <a:pt x="101124" y="0"/>
                </a:lnTo>
                <a:lnTo>
                  <a:pt x="108985" y="18506"/>
                </a:lnTo>
                <a:close/>
                <a:moveTo>
                  <a:pt x="94255" y="11993"/>
                </a:moveTo>
                <a:lnTo>
                  <a:pt x="101124" y="0"/>
                </a:lnTo>
                <a:lnTo>
                  <a:pt x="79525" y="7712"/>
                </a:lnTo>
                <a:close/>
                <a:moveTo>
                  <a:pt x="94255" y="11993"/>
                </a:moveTo>
                <a:lnTo>
                  <a:pt x="108985" y="18506"/>
                </a:lnTo>
                <a:lnTo>
                  <a:pt x="101124" y="0"/>
                </a:lnTo>
                <a:close/>
                <a:moveTo>
                  <a:pt x="29460" y="45796"/>
                </a:moveTo>
                <a:lnTo>
                  <a:pt x="14730" y="35988"/>
                </a:lnTo>
                <a:lnTo>
                  <a:pt x="22591" y="56691"/>
                </a:lnTo>
                <a:close/>
                <a:moveTo>
                  <a:pt x="29460" y="45796"/>
                </a:moveTo>
                <a:lnTo>
                  <a:pt x="36328" y="28415"/>
                </a:lnTo>
                <a:lnTo>
                  <a:pt x="14730" y="35988"/>
                </a:lnTo>
                <a:close/>
                <a:moveTo>
                  <a:pt x="21599" y="23887"/>
                </a:moveTo>
                <a:lnTo>
                  <a:pt x="14730" y="35988"/>
                </a:lnTo>
                <a:lnTo>
                  <a:pt x="36328" y="28415"/>
                </a:lnTo>
                <a:close/>
                <a:moveTo>
                  <a:pt x="21599" y="23887"/>
                </a:moveTo>
                <a:lnTo>
                  <a:pt x="6869" y="13126"/>
                </a:lnTo>
                <a:lnTo>
                  <a:pt x="14730" y="35988"/>
                </a:lnTo>
                <a:close/>
                <a:moveTo>
                  <a:pt x="0" y="25885"/>
                </a:moveTo>
                <a:lnTo>
                  <a:pt x="14730" y="35988"/>
                </a:lnTo>
                <a:lnTo>
                  <a:pt x="6869" y="13126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52" name="PANEL_01-slope-13-230_946">
            <a:extLst>
              <a:ext uri="{FF2B5EF4-FFF2-40B4-BE49-F238E27FC236}">
                <a16:creationId xmlns:a16="http://schemas.microsoft.com/office/drawing/2014/main" id="{E42940A8-E6F2-45B8-94FC-A09B0ED2D206}"/>
              </a:ext>
            </a:extLst>
          </p:cNvPr>
          <p:cNvSpPr>
            <a:spLocks/>
          </p:cNvSpPr>
          <p:nvPr/>
        </p:nvSpPr>
        <p:spPr>
          <a:xfrm>
            <a:off x="827104" y="725895"/>
            <a:ext cx="1387283" cy="266191"/>
          </a:xfrm>
          <a:custGeom>
            <a:pathLst>
              <a:path w="939654" h="180301">
                <a:moveTo>
                  <a:pt x="924924" y="142444"/>
                </a:moveTo>
                <a:lnTo>
                  <a:pt x="918056" y="154312"/>
                </a:lnTo>
                <a:lnTo>
                  <a:pt x="939654" y="139697"/>
                </a:lnTo>
                <a:close/>
                <a:moveTo>
                  <a:pt x="924924" y="142444"/>
                </a:moveTo>
                <a:lnTo>
                  <a:pt x="910195" y="142687"/>
                </a:lnTo>
                <a:lnTo>
                  <a:pt x="918056" y="154312"/>
                </a:lnTo>
                <a:close/>
                <a:moveTo>
                  <a:pt x="924924" y="142444"/>
                </a:moveTo>
                <a:lnTo>
                  <a:pt x="939654" y="139697"/>
                </a:lnTo>
                <a:lnTo>
                  <a:pt x="931793" y="128648"/>
                </a:lnTo>
                <a:close/>
                <a:moveTo>
                  <a:pt x="903326" y="157183"/>
                </a:moveTo>
                <a:lnTo>
                  <a:pt x="888596" y="156148"/>
                </a:lnTo>
                <a:lnTo>
                  <a:pt x="896457" y="168067"/>
                </a:lnTo>
                <a:close/>
                <a:moveTo>
                  <a:pt x="903326" y="157183"/>
                </a:moveTo>
                <a:lnTo>
                  <a:pt x="918056" y="154312"/>
                </a:lnTo>
                <a:lnTo>
                  <a:pt x="910195" y="142687"/>
                </a:lnTo>
                <a:close/>
                <a:moveTo>
                  <a:pt x="881727" y="168615"/>
                </a:moveTo>
                <a:lnTo>
                  <a:pt x="866998" y="169744"/>
                </a:lnTo>
                <a:lnTo>
                  <a:pt x="874859" y="180301"/>
                </a:lnTo>
                <a:close/>
                <a:moveTo>
                  <a:pt x="881727" y="168615"/>
                </a:moveTo>
                <a:lnTo>
                  <a:pt x="896457" y="168067"/>
                </a:lnTo>
                <a:lnTo>
                  <a:pt x="888596" y="156148"/>
                </a:lnTo>
                <a:close/>
                <a:moveTo>
                  <a:pt x="80518" y="30391"/>
                </a:moveTo>
                <a:lnTo>
                  <a:pt x="87387" y="17799"/>
                </a:lnTo>
                <a:lnTo>
                  <a:pt x="65788" y="26962"/>
                </a:lnTo>
                <a:close/>
                <a:moveTo>
                  <a:pt x="72657" y="11287"/>
                </a:moveTo>
                <a:lnTo>
                  <a:pt x="65788" y="26962"/>
                </a:lnTo>
                <a:lnTo>
                  <a:pt x="87387" y="17799"/>
                </a:lnTo>
                <a:close/>
                <a:moveTo>
                  <a:pt x="72657" y="11287"/>
                </a:moveTo>
                <a:lnTo>
                  <a:pt x="57927" y="7006"/>
                </a:lnTo>
                <a:lnTo>
                  <a:pt x="65788" y="26962"/>
                </a:lnTo>
                <a:close/>
                <a:moveTo>
                  <a:pt x="51058" y="22763"/>
                </a:moveTo>
                <a:lnTo>
                  <a:pt x="44190" y="38496"/>
                </a:lnTo>
                <a:lnTo>
                  <a:pt x="65788" y="26962"/>
                </a:lnTo>
                <a:close/>
                <a:moveTo>
                  <a:pt x="51058" y="22763"/>
                </a:moveTo>
                <a:lnTo>
                  <a:pt x="36328" y="16331"/>
                </a:lnTo>
                <a:lnTo>
                  <a:pt x="44190" y="38496"/>
                </a:lnTo>
                <a:close/>
                <a:moveTo>
                  <a:pt x="51058" y="22763"/>
                </a:moveTo>
                <a:lnTo>
                  <a:pt x="57927" y="7006"/>
                </a:lnTo>
                <a:lnTo>
                  <a:pt x="36328" y="16331"/>
                </a:lnTo>
                <a:close/>
                <a:moveTo>
                  <a:pt x="51058" y="22763"/>
                </a:moveTo>
                <a:lnTo>
                  <a:pt x="65788" y="26962"/>
                </a:lnTo>
                <a:lnTo>
                  <a:pt x="57927" y="7006"/>
                </a:lnTo>
                <a:close/>
                <a:moveTo>
                  <a:pt x="29460" y="32701"/>
                </a:moveTo>
                <a:lnTo>
                  <a:pt x="22591" y="49598"/>
                </a:lnTo>
                <a:lnTo>
                  <a:pt x="44190" y="38496"/>
                </a:lnTo>
                <a:close/>
                <a:moveTo>
                  <a:pt x="29460" y="32701"/>
                </a:moveTo>
                <a:lnTo>
                  <a:pt x="14730" y="27708"/>
                </a:lnTo>
                <a:lnTo>
                  <a:pt x="22591" y="49598"/>
                </a:lnTo>
                <a:close/>
                <a:moveTo>
                  <a:pt x="29460" y="32701"/>
                </a:moveTo>
                <a:lnTo>
                  <a:pt x="36328" y="16331"/>
                </a:lnTo>
                <a:lnTo>
                  <a:pt x="14730" y="27708"/>
                </a:lnTo>
                <a:close/>
                <a:moveTo>
                  <a:pt x="29460" y="32701"/>
                </a:moveTo>
                <a:lnTo>
                  <a:pt x="44190" y="38496"/>
                </a:lnTo>
                <a:lnTo>
                  <a:pt x="36328" y="16331"/>
                </a:lnTo>
                <a:close/>
                <a:moveTo>
                  <a:pt x="7861" y="45090"/>
                </a:moveTo>
                <a:lnTo>
                  <a:pt x="22591" y="49598"/>
                </a:lnTo>
                <a:lnTo>
                  <a:pt x="14730" y="27708"/>
                </a:lnTo>
                <a:close/>
                <a:moveTo>
                  <a:pt x="43197" y="0"/>
                </a:moveTo>
                <a:lnTo>
                  <a:pt x="36328" y="16331"/>
                </a:lnTo>
                <a:lnTo>
                  <a:pt x="57927" y="7006"/>
                </a:lnTo>
                <a:close/>
                <a:moveTo>
                  <a:pt x="21599" y="9862"/>
                </a:moveTo>
                <a:lnTo>
                  <a:pt x="14730" y="27708"/>
                </a:lnTo>
                <a:lnTo>
                  <a:pt x="36328" y="16331"/>
                </a:lnTo>
                <a:close/>
                <a:moveTo>
                  <a:pt x="21599" y="9862"/>
                </a:moveTo>
                <a:lnTo>
                  <a:pt x="6869" y="5849"/>
                </a:lnTo>
                <a:lnTo>
                  <a:pt x="14730" y="27708"/>
                </a:lnTo>
                <a:close/>
                <a:moveTo>
                  <a:pt x="0" y="23181"/>
                </a:moveTo>
                <a:lnTo>
                  <a:pt x="14730" y="27708"/>
                </a:lnTo>
                <a:lnTo>
                  <a:pt x="6869" y="5849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653" name="PANEL_01-water-13-230_947">
            <a:extLst>
              <a:ext uri="{FF2B5EF4-FFF2-40B4-BE49-F238E27FC236}">
                <a16:creationId xmlns:a16="http://schemas.microsoft.com/office/drawing/2014/main" id="{C5591DF6-0A06-4A5D-9B57-E6E61B3C0934}"/>
              </a:ext>
            </a:extLst>
          </p:cNvPr>
          <p:cNvSpPr>
            <a:spLocks/>
          </p:cNvSpPr>
          <p:nvPr/>
        </p:nvSpPr>
        <p:spPr>
          <a:xfrm>
            <a:off x="1721536" y="1011138"/>
            <a:ext cx="214537" cy="29940"/>
          </a:xfrm>
          <a:custGeom>
            <a:pathLst>
              <a:path w="145314" h="20280">
                <a:moveTo>
                  <a:pt x="116846" y="16123"/>
                </a:moveTo>
                <a:lnTo>
                  <a:pt x="123715" y="9208"/>
                </a:lnTo>
                <a:lnTo>
                  <a:pt x="102116" y="12899"/>
                </a:lnTo>
                <a:close/>
                <a:moveTo>
                  <a:pt x="130584" y="2293"/>
                </a:moveTo>
                <a:lnTo>
                  <a:pt x="123715" y="9208"/>
                </a:lnTo>
                <a:lnTo>
                  <a:pt x="145314" y="5517"/>
                </a:lnTo>
                <a:close/>
                <a:moveTo>
                  <a:pt x="108985" y="5983"/>
                </a:moveTo>
                <a:lnTo>
                  <a:pt x="102116" y="12899"/>
                </a:lnTo>
                <a:lnTo>
                  <a:pt x="123715" y="9208"/>
                </a:lnTo>
                <a:close/>
                <a:moveTo>
                  <a:pt x="108985" y="5983"/>
                </a:moveTo>
                <a:lnTo>
                  <a:pt x="94255" y="2759"/>
                </a:lnTo>
                <a:lnTo>
                  <a:pt x="102116" y="12899"/>
                </a:lnTo>
                <a:close/>
                <a:moveTo>
                  <a:pt x="87387" y="9674"/>
                </a:moveTo>
                <a:lnTo>
                  <a:pt x="80518" y="16589"/>
                </a:lnTo>
                <a:lnTo>
                  <a:pt x="102116" y="12899"/>
                </a:lnTo>
                <a:close/>
                <a:moveTo>
                  <a:pt x="87387" y="9674"/>
                </a:moveTo>
                <a:lnTo>
                  <a:pt x="72657" y="6449"/>
                </a:lnTo>
                <a:lnTo>
                  <a:pt x="80518" y="16589"/>
                </a:lnTo>
                <a:close/>
                <a:moveTo>
                  <a:pt x="87387" y="9674"/>
                </a:moveTo>
                <a:lnTo>
                  <a:pt x="94255" y="2759"/>
                </a:lnTo>
                <a:lnTo>
                  <a:pt x="72657" y="6449"/>
                </a:lnTo>
                <a:close/>
                <a:moveTo>
                  <a:pt x="87387" y="9674"/>
                </a:moveTo>
                <a:lnTo>
                  <a:pt x="102116" y="12899"/>
                </a:lnTo>
                <a:lnTo>
                  <a:pt x="94255" y="2759"/>
                </a:lnTo>
                <a:close/>
                <a:moveTo>
                  <a:pt x="65788" y="13365"/>
                </a:moveTo>
                <a:lnTo>
                  <a:pt x="51058" y="10140"/>
                </a:lnTo>
                <a:lnTo>
                  <a:pt x="58919" y="20280"/>
                </a:lnTo>
                <a:close/>
                <a:moveTo>
                  <a:pt x="65788" y="13365"/>
                </a:moveTo>
                <a:lnTo>
                  <a:pt x="72657" y="6449"/>
                </a:lnTo>
                <a:lnTo>
                  <a:pt x="51058" y="10140"/>
                </a:lnTo>
                <a:close/>
                <a:moveTo>
                  <a:pt x="65788" y="13365"/>
                </a:moveTo>
                <a:lnTo>
                  <a:pt x="80518" y="16589"/>
                </a:lnTo>
                <a:lnTo>
                  <a:pt x="72657" y="6449"/>
                </a:lnTo>
                <a:close/>
                <a:moveTo>
                  <a:pt x="57927" y="3225"/>
                </a:moveTo>
                <a:lnTo>
                  <a:pt x="51058" y="10140"/>
                </a:lnTo>
                <a:lnTo>
                  <a:pt x="72657" y="6449"/>
                </a:lnTo>
                <a:close/>
                <a:moveTo>
                  <a:pt x="36328" y="6915"/>
                </a:moveTo>
                <a:lnTo>
                  <a:pt x="29460" y="13831"/>
                </a:lnTo>
                <a:lnTo>
                  <a:pt x="51058" y="10140"/>
                </a:lnTo>
                <a:close/>
                <a:moveTo>
                  <a:pt x="36328" y="6915"/>
                </a:moveTo>
                <a:lnTo>
                  <a:pt x="21599" y="3691"/>
                </a:lnTo>
                <a:lnTo>
                  <a:pt x="29460" y="13831"/>
                </a:lnTo>
                <a:close/>
                <a:moveTo>
                  <a:pt x="36328" y="6915"/>
                </a:moveTo>
                <a:lnTo>
                  <a:pt x="51058" y="10140"/>
                </a:lnTo>
                <a:lnTo>
                  <a:pt x="43197" y="0"/>
                </a:lnTo>
                <a:close/>
                <a:moveTo>
                  <a:pt x="14730" y="10606"/>
                </a:moveTo>
                <a:lnTo>
                  <a:pt x="7861" y="17521"/>
                </a:lnTo>
                <a:lnTo>
                  <a:pt x="29460" y="13831"/>
                </a:lnTo>
                <a:close/>
                <a:moveTo>
                  <a:pt x="14730" y="10606"/>
                </a:moveTo>
                <a:lnTo>
                  <a:pt x="0" y="7381"/>
                </a:lnTo>
                <a:lnTo>
                  <a:pt x="7861" y="17521"/>
                </a:lnTo>
                <a:close/>
                <a:moveTo>
                  <a:pt x="14730" y="10606"/>
                </a:moveTo>
                <a:lnTo>
                  <a:pt x="21599" y="3691"/>
                </a:lnTo>
                <a:lnTo>
                  <a:pt x="0" y="7381"/>
                </a:lnTo>
                <a:close/>
                <a:moveTo>
                  <a:pt x="14730" y="10606"/>
                </a:moveTo>
                <a:lnTo>
                  <a:pt x="29460" y="13831"/>
                </a:lnTo>
                <a:lnTo>
                  <a:pt x="21599" y="3691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654" name="PANEL_01-slope-14-215_948">
            <a:extLst>
              <a:ext uri="{FF2B5EF4-FFF2-40B4-BE49-F238E27FC236}">
                <a16:creationId xmlns:a16="http://schemas.microsoft.com/office/drawing/2014/main" id="{ECA6232F-5A33-41AD-9E2F-DA5928AB19EB}"/>
              </a:ext>
            </a:extLst>
          </p:cNvPr>
          <p:cNvSpPr>
            <a:spLocks/>
          </p:cNvSpPr>
          <p:nvPr/>
        </p:nvSpPr>
        <p:spPr>
          <a:xfrm>
            <a:off x="611102" y="608047"/>
            <a:ext cx="1862781" cy="455212"/>
          </a:xfrm>
          <a:custGeom>
            <a:pathLst>
              <a:path w="1261726" h="308331">
                <a:moveTo>
                  <a:pt x="1261726" y="304395"/>
                </a:moveTo>
                <a:lnTo>
                  <a:pt x="1246996" y="293146"/>
                </a:lnTo>
                <a:lnTo>
                  <a:pt x="1254857" y="308331"/>
                </a:lnTo>
                <a:close/>
                <a:moveTo>
                  <a:pt x="1240128" y="298946"/>
                </a:moveTo>
                <a:lnTo>
                  <a:pt x="1233259" y="303229"/>
                </a:lnTo>
                <a:lnTo>
                  <a:pt x="1254857" y="308331"/>
                </a:lnTo>
                <a:close/>
                <a:moveTo>
                  <a:pt x="1240128" y="298946"/>
                </a:moveTo>
                <a:lnTo>
                  <a:pt x="1225398" y="287267"/>
                </a:lnTo>
                <a:lnTo>
                  <a:pt x="1233259" y="303229"/>
                </a:lnTo>
                <a:close/>
                <a:moveTo>
                  <a:pt x="1240128" y="298946"/>
                </a:moveTo>
                <a:lnTo>
                  <a:pt x="1246996" y="293146"/>
                </a:lnTo>
                <a:lnTo>
                  <a:pt x="1225398" y="287267"/>
                </a:lnTo>
                <a:close/>
                <a:moveTo>
                  <a:pt x="1232266" y="281402"/>
                </a:moveTo>
                <a:lnTo>
                  <a:pt x="1225398" y="287267"/>
                </a:lnTo>
                <a:lnTo>
                  <a:pt x="1246996" y="293146"/>
                </a:lnTo>
                <a:close/>
                <a:moveTo>
                  <a:pt x="1210668" y="274965"/>
                </a:moveTo>
                <a:lnTo>
                  <a:pt x="1217537" y="270395"/>
                </a:lnTo>
                <a:lnTo>
                  <a:pt x="1195938" y="264818"/>
                </a:lnTo>
                <a:close/>
                <a:moveTo>
                  <a:pt x="1210668" y="274965"/>
                </a:moveTo>
                <a:lnTo>
                  <a:pt x="1225398" y="287267"/>
                </a:lnTo>
                <a:lnTo>
                  <a:pt x="1217537" y="270395"/>
                </a:lnTo>
                <a:close/>
                <a:moveTo>
                  <a:pt x="454641" y="261959"/>
                </a:moveTo>
                <a:lnTo>
                  <a:pt x="461509" y="258648"/>
                </a:lnTo>
                <a:lnTo>
                  <a:pt x="439911" y="254808"/>
                </a:lnTo>
                <a:close/>
                <a:moveTo>
                  <a:pt x="454641" y="261959"/>
                </a:moveTo>
                <a:lnTo>
                  <a:pt x="469371" y="268774"/>
                </a:lnTo>
                <a:lnTo>
                  <a:pt x="461509" y="258648"/>
                </a:lnTo>
                <a:close/>
                <a:moveTo>
                  <a:pt x="446779" y="252829"/>
                </a:moveTo>
                <a:lnTo>
                  <a:pt x="439911" y="254808"/>
                </a:lnTo>
                <a:lnTo>
                  <a:pt x="461509" y="258648"/>
                </a:lnTo>
                <a:close/>
                <a:moveTo>
                  <a:pt x="446779" y="252829"/>
                </a:moveTo>
                <a:lnTo>
                  <a:pt x="432050" y="248184"/>
                </a:lnTo>
                <a:lnTo>
                  <a:pt x="439911" y="254808"/>
                </a:lnTo>
                <a:close/>
                <a:moveTo>
                  <a:pt x="425181" y="248704"/>
                </a:moveTo>
                <a:lnTo>
                  <a:pt x="410451" y="245758"/>
                </a:lnTo>
                <a:lnTo>
                  <a:pt x="418312" y="249883"/>
                </a:lnTo>
                <a:close/>
                <a:moveTo>
                  <a:pt x="425181" y="248704"/>
                </a:moveTo>
                <a:lnTo>
                  <a:pt x="432050" y="248184"/>
                </a:lnTo>
                <a:lnTo>
                  <a:pt x="410451" y="245758"/>
                </a:lnTo>
                <a:close/>
                <a:moveTo>
                  <a:pt x="425181" y="248704"/>
                </a:moveTo>
                <a:lnTo>
                  <a:pt x="439911" y="254808"/>
                </a:lnTo>
                <a:lnTo>
                  <a:pt x="432050" y="248184"/>
                </a:lnTo>
                <a:close/>
                <a:moveTo>
                  <a:pt x="403582" y="245914"/>
                </a:moveTo>
                <a:lnTo>
                  <a:pt x="410451" y="245758"/>
                </a:lnTo>
                <a:lnTo>
                  <a:pt x="388853" y="244902"/>
                </a:lnTo>
                <a:close/>
                <a:moveTo>
                  <a:pt x="395721" y="243759"/>
                </a:moveTo>
                <a:lnTo>
                  <a:pt x="388853" y="244902"/>
                </a:lnTo>
                <a:lnTo>
                  <a:pt x="410451" y="245758"/>
                </a:lnTo>
                <a:close/>
                <a:moveTo>
                  <a:pt x="395721" y="243759"/>
                </a:moveTo>
                <a:lnTo>
                  <a:pt x="380991" y="235609"/>
                </a:lnTo>
                <a:lnTo>
                  <a:pt x="388853" y="244902"/>
                </a:lnTo>
                <a:close/>
                <a:moveTo>
                  <a:pt x="315203" y="188022"/>
                </a:moveTo>
                <a:lnTo>
                  <a:pt x="329933" y="204365"/>
                </a:lnTo>
                <a:lnTo>
                  <a:pt x="322072" y="179593"/>
                </a:lnTo>
                <a:close/>
                <a:moveTo>
                  <a:pt x="110970" y="121808"/>
                </a:moveTo>
                <a:lnTo>
                  <a:pt x="117839" y="113481"/>
                </a:lnTo>
                <a:lnTo>
                  <a:pt x="96240" y="106671"/>
                </a:lnTo>
                <a:close/>
                <a:moveTo>
                  <a:pt x="103109" y="99615"/>
                </a:moveTo>
                <a:lnTo>
                  <a:pt x="88379" y="84208"/>
                </a:lnTo>
                <a:lnTo>
                  <a:pt x="96240" y="106671"/>
                </a:lnTo>
                <a:close/>
                <a:moveTo>
                  <a:pt x="81511" y="93045"/>
                </a:moveTo>
                <a:lnTo>
                  <a:pt x="88379" y="84208"/>
                </a:lnTo>
                <a:lnTo>
                  <a:pt x="66781" y="77606"/>
                </a:lnTo>
                <a:close/>
                <a:moveTo>
                  <a:pt x="73649" y="70253"/>
                </a:moveTo>
                <a:lnTo>
                  <a:pt x="58919" y="55168"/>
                </a:lnTo>
                <a:lnTo>
                  <a:pt x="66781" y="77606"/>
                </a:lnTo>
                <a:close/>
                <a:moveTo>
                  <a:pt x="52051" y="63367"/>
                </a:moveTo>
                <a:lnTo>
                  <a:pt x="58919" y="55168"/>
                </a:lnTo>
                <a:lnTo>
                  <a:pt x="37321" y="48339"/>
                </a:lnTo>
                <a:close/>
                <a:moveTo>
                  <a:pt x="52051" y="63367"/>
                </a:moveTo>
                <a:lnTo>
                  <a:pt x="66781" y="77606"/>
                </a:lnTo>
                <a:lnTo>
                  <a:pt x="58919" y="55168"/>
                </a:lnTo>
                <a:close/>
                <a:moveTo>
                  <a:pt x="44190" y="41433"/>
                </a:moveTo>
                <a:lnTo>
                  <a:pt x="29460" y="26770"/>
                </a:lnTo>
                <a:lnTo>
                  <a:pt x="37321" y="48339"/>
                </a:lnTo>
                <a:close/>
                <a:moveTo>
                  <a:pt x="22591" y="34026"/>
                </a:moveTo>
                <a:lnTo>
                  <a:pt x="29460" y="26770"/>
                </a:lnTo>
                <a:lnTo>
                  <a:pt x="7861" y="19672"/>
                </a:lnTo>
                <a:close/>
                <a:moveTo>
                  <a:pt x="22591" y="34026"/>
                </a:moveTo>
                <a:lnTo>
                  <a:pt x="37321" y="48339"/>
                </a:lnTo>
                <a:lnTo>
                  <a:pt x="29460" y="26770"/>
                </a:lnTo>
                <a:close/>
                <a:moveTo>
                  <a:pt x="14730" y="13098"/>
                </a:moveTo>
                <a:lnTo>
                  <a:pt x="7861" y="19672"/>
                </a:lnTo>
                <a:lnTo>
                  <a:pt x="29460" y="26770"/>
                </a:lnTo>
                <a:close/>
                <a:moveTo>
                  <a:pt x="14730" y="13098"/>
                </a:moveTo>
                <a:lnTo>
                  <a:pt x="0" y="0"/>
                </a:lnTo>
                <a:lnTo>
                  <a:pt x="7861" y="19672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55" name="PANEL_01-slope-14-220_949">
            <a:extLst>
              <a:ext uri="{FF2B5EF4-FFF2-40B4-BE49-F238E27FC236}">
                <a16:creationId xmlns:a16="http://schemas.microsoft.com/office/drawing/2014/main" id="{8E05EBEC-9C71-4D34-90EA-D95197D0F465}"/>
              </a:ext>
            </a:extLst>
          </p:cNvPr>
          <p:cNvSpPr>
            <a:spLocks/>
          </p:cNvSpPr>
          <p:nvPr/>
        </p:nvSpPr>
        <p:spPr>
          <a:xfrm>
            <a:off x="666202" y="669218"/>
            <a:ext cx="2043965" cy="439140"/>
          </a:xfrm>
          <a:custGeom>
            <a:pathLst>
              <a:path w="1384449" h="297445">
                <a:moveTo>
                  <a:pt x="1377580" y="256886"/>
                </a:moveTo>
                <a:lnTo>
                  <a:pt x="1384449" y="252091"/>
                </a:lnTo>
                <a:lnTo>
                  <a:pt x="1362850" y="258226"/>
                </a:lnTo>
                <a:close/>
                <a:moveTo>
                  <a:pt x="1369719" y="253773"/>
                </a:moveTo>
                <a:lnTo>
                  <a:pt x="1362850" y="258226"/>
                </a:lnTo>
                <a:lnTo>
                  <a:pt x="1384449" y="252091"/>
                </a:lnTo>
                <a:close/>
                <a:moveTo>
                  <a:pt x="1369719" y="253773"/>
                </a:moveTo>
                <a:lnTo>
                  <a:pt x="1354989" y="257769"/>
                </a:lnTo>
                <a:lnTo>
                  <a:pt x="1362850" y="258226"/>
                </a:lnTo>
                <a:close/>
                <a:moveTo>
                  <a:pt x="1348120" y="261339"/>
                </a:moveTo>
                <a:lnTo>
                  <a:pt x="1341252" y="266690"/>
                </a:lnTo>
                <a:lnTo>
                  <a:pt x="1362850" y="258226"/>
                </a:lnTo>
                <a:close/>
                <a:moveTo>
                  <a:pt x="1348120" y="261339"/>
                </a:moveTo>
                <a:lnTo>
                  <a:pt x="1333390" y="266949"/>
                </a:lnTo>
                <a:lnTo>
                  <a:pt x="1341252" y="266690"/>
                </a:lnTo>
                <a:close/>
                <a:moveTo>
                  <a:pt x="1348120" y="261339"/>
                </a:moveTo>
                <a:lnTo>
                  <a:pt x="1362850" y="258226"/>
                </a:lnTo>
                <a:lnTo>
                  <a:pt x="1354989" y="257769"/>
                </a:lnTo>
                <a:close/>
                <a:moveTo>
                  <a:pt x="1326522" y="272521"/>
                </a:moveTo>
                <a:lnTo>
                  <a:pt x="1319653" y="279243"/>
                </a:lnTo>
                <a:lnTo>
                  <a:pt x="1341252" y="266690"/>
                </a:lnTo>
                <a:close/>
                <a:moveTo>
                  <a:pt x="1326522" y="272521"/>
                </a:moveTo>
                <a:lnTo>
                  <a:pt x="1341252" y="266690"/>
                </a:lnTo>
                <a:lnTo>
                  <a:pt x="1333390" y="266949"/>
                </a:lnTo>
                <a:close/>
                <a:moveTo>
                  <a:pt x="1283325" y="291809"/>
                </a:moveTo>
                <a:lnTo>
                  <a:pt x="1268595" y="284384"/>
                </a:lnTo>
                <a:lnTo>
                  <a:pt x="1276456" y="297445"/>
                </a:lnTo>
                <a:close/>
                <a:moveTo>
                  <a:pt x="1275463" y="277049"/>
                </a:moveTo>
                <a:lnTo>
                  <a:pt x="1260734" y="269496"/>
                </a:lnTo>
                <a:lnTo>
                  <a:pt x="1268595" y="284384"/>
                </a:lnTo>
                <a:close/>
                <a:moveTo>
                  <a:pt x="1253865" y="277789"/>
                </a:moveTo>
                <a:lnTo>
                  <a:pt x="1246996" y="282876"/>
                </a:lnTo>
                <a:lnTo>
                  <a:pt x="1268595" y="284384"/>
                </a:lnTo>
                <a:close/>
                <a:moveTo>
                  <a:pt x="1253865" y="277789"/>
                </a:moveTo>
                <a:lnTo>
                  <a:pt x="1239135" y="269920"/>
                </a:lnTo>
                <a:lnTo>
                  <a:pt x="1246996" y="282876"/>
                </a:lnTo>
                <a:close/>
                <a:moveTo>
                  <a:pt x="1253865" y="277789"/>
                </a:moveTo>
                <a:lnTo>
                  <a:pt x="1260734" y="269496"/>
                </a:lnTo>
                <a:lnTo>
                  <a:pt x="1239135" y="269920"/>
                </a:lnTo>
                <a:close/>
                <a:moveTo>
                  <a:pt x="1253865" y="277789"/>
                </a:moveTo>
                <a:lnTo>
                  <a:pt x="1268595" y="284384"/>
                </a:lnTo>
                <a:lnTo>
                  <a:pt x="1260734" y="269496"/>
                </a:lnTo>
                <a:close/>
                <a:moveTo>
                  <a:pt x="1232266" y="275873"/>
                </a:moveTo>
                <a:lnTo>
                  <a:pt x="1239135" y="269920"/>
                </a:lnTo>
                <a:lnTo>
                  <a:pt x="1217537" y="266897"/>
                </a:lnTo>
                <a:close/>
                <a:moveTo>
                  <a:pt x="1232266" y="275873"/>
                </a:moveTo>
                <a:lnTo>
                  <a:pt x="1246996" y="282876"/>
                </a:lnTo>
                <a:lnTo>
                  <a:pt x="1239135" y="269920"/>
                </a:lnTo>
                <a:close/>
                <a:moveTo>
                  <a:pt x="1224405" y="262962"/>
                </a:moveTo>
                <a:lnTo>
                  <a:pt x="1217537" y="266897"/>
                </a:lnTo>
                <a:lnTo>
                  <a:pt x="1239135" y="269920"/>
                </a:lnTo>
                <a:close/>
                <a:moveTo>
                  <a:pt x="1202807" y="257513"/>
                </a:moveTo>
                <a:lnTo>
                  <a:pt x="1217537" y="266897"/>
                </a:lnTo>
                <a:lnTo>
                  <a:pt x="1209675" y="251713"/>
                </a:lnTo>
                <a:close/>
                <a:moveTo>
                  <a:pt x="1181208" y="252320"/>
                </a:moveTo>
                <a:lnTo>
                  <a:pt x="1188077" y="245833"/>
                </a:lnTo>
                <a:lnTo>
                  <a:pt x="1166478" y="241001"/>
                </a:lnTo>
                <a:close/>
                <a:moveTo>
                  <a:pt x="1173347" y="233532"/>
                </a:moveTo>
                <a:lnTo>
                  <a:pt x="1166478" y="241001"/>
                </a:lnTo>
                <a:lnTo>
                  <a:pt x="1188077" y="245833"/>
                </a:lnTo>
                <a:close/>
                <a:moveTo>
                  <a:pt x="1173347" y="233532"/>
                </a:moveTo>
                <a:lnTo>
                  <a:pt x="1158617" y="223384"/>
                </a:lnTo>
                <a:lnTo>
                  <a:pt x="1166478" y="241001"/>
                </a:lnTo>
                <a:close/>
                <a:moveTo>
                  <a:pt x="1151748" y="230361"/>
                </a:moveTo>
                <a:lnTo>
                  <a:pt x="1158617" y="223384"/>
                </a:lnTo>
                <a:lnTo>
                  <a:pt x="1137019" y="220563"/>
                </a:lnTo>
                <a:close/>
                <a:moveTo>
                  <a:pt x="1151748" y="230361"/>
                </a:moveTo>
                <a:lnTo>
                  <a:pt x="1166478" y="241001"/>
                </a:lnTo>
                <a:lnTo>
                  <a:pt x="1158617" y="223384"/>
                </a:lnTo>
                <a:close/>
                <a:moveTo>
                  <a:pt x="1143887" y="211555"/>
                </a:moveTo>
                <a:lnTo>
                  <a:pt x="1137019" y="220563"/>
                </a:lnTo>
                <a:lnTo>
                  <a:pt x="1158617" y="223384"/>
                </a:lnTo>
                <a:close/>
                <a:moveTo>
                  <a:pt x="1143887" y="211555"/>
                </a:moveTo>
                <a:lnTo>
                  <a:pt x="1129157" y="203663"/>
                </a:lnTo>
                <a:lnTo>
                  <a:pt x="1137019" y="220563"/>
                </a:lnTo>
                <a:close/>
                <a:moveTo>
                  <a:pt x="1122289" y="209676"/>
                </a:moveTo>
                <a:lnTo>
                  <a:pt x="1115420" y="220022"/>
                </a:lnTo>
                <a:lnTo>
                  <a:pt x="1137019" y="220563"/>
                </a:lnTo>
                <a:close/>
                <a:moveTo>
                  <a:pt x="1122289" y="209676"/>
                </a:moveTo>
                <a:lnTo>
                  <a:pt x="1107559" y="201731"/>
                </a:lnTo>
                <a:lnTo>
                  <a:pt x="1115420" y="220022"/>
                </a:lnTo>
                <a:close/>
                <a:moveTo>
                  <a:pt x="1122289" y="209676"/>
                </a:moveTo>
                <a:lnTo>
                  <a:pt x="1129157" y="203663"/>
                </a:lnTo>
                <a:lnTo>
                  <a:pt x="1107559" y="201731"/>
                </a:lnTo>
                <a:close/>
                <a:moveTo>
                  <a:pt x="1122289" y="209676"/>
                </a:moveTo>
                <a:lnTo>
                  <a:pt x="1137019" y="220563"/>
                </a:lnTo>
                <a:lnTo>
                  <a:pt x="1129157" y="203663"/>
                </a:lnTo>
                <a:close/>
                <a:moveTo>
                  <a:pt x="1100690" y="211557"/>
                </a:moveTo>
                <a:lnTo>
                  <a:pt x="1107559" y="201731"/>
                </a:lnTo>
                <a:lnTo>
                  <a:pt x="1085960" y="200189"/>
                </a:lnTo>
                <a:close/>
                <a:moveTo>
                  <a:pt x="1114427" y="194001"/>
                </a:moveTo>
                <a:lnTo>
                  <a:pt x="1107559" y="201731"/>
                </a:lnTo>
                <a:lnTo>
                  <a:pt x="1129157" y="203663"/>
                </a:lnTo>
                <a:close/>
                <a:moveTo>
                  <a:pt x="1114427" y="194001"/>
                </a:moveTo>
                <a:lnTo>
                  <a:pt x="1099698" y="186303"/>
                </a:lnTo>
                <a:lnTo>
                  <a:pt x="1107559" y="201731"/>
                </a:lnTo>
                <a:close/>
                <a:moveTo>
                  <a:pt x="1092829" y="191689"/>
                </a:moveTo>
                <a:lnTo>
                  <a:pt x="1085960" y="200189"/>
                </a:lnTo>
                <a:lnTo>
                  <a:pt x="1107559" y="201731"/>
                </a:lnTo>
                <a:close/>
                <a:moveTo>
                  <a:pt x="1092829" y="191689"/>
                </a:moveTo>
                <a:lnTo>
                  <a:pt x="1078099" y="183650"/>
                </a:lnTo>
                <a:lnTo>
                  <a:pt x="1085960" y="200189"/>
                </a:lnTo>
                <a:close/>
                <a:moveTo>
                  <a:pt x="1092829" y="191689"/>
                </a:moveTo>
                <a:lnTo>
                  <a:pt x="1099698" y="186303"/>
                </a:lnTo>
                <a:lnTo>
                  <a:pt x="1078099" y="183650"/>
                </a:lnTo>
                <a:close/>
                <a:moveTo>
                  <a:pt x="1092829" y="191689"/>
                </a:moveTo>
                <a:lnTo>
                  <a:pt x="1107559" y="201731"/>
                </a:lnTo>
                <a:lnTo>
                  <a:pt x="1099698" y="186303"/>
                </a:lnTo>
                <a:close/>
                <a:moveTo>
                  <a:pt x="1071230" y="189886"/>
                </a:moveTo>
                <a:lnTo>
                  <a:pt x="1085960" y="200189"/>
                </a:lnTo>
                <a:lnTo>
                  <a:pt x="1078099" y="183650"/>
                </a:lnTo>
                <a:close/>
                <a:moveTo>
                  <a:pt x="976975" y="228435"/>
                </a:moveTo>
                <a:lnTo>
                  <a:pt x="970107" y="231838"/>
                </a:lnTo>
                <a:lnTo>
                  <a:pt x="991705" y="225143"/>
                </a:lnTo>
                <a:close/>
                <a:moveTo>
                  <a:pt x="976975" y="228435"/>
                </a:moveTo>
                <a:lnTo>
                  <a:pt x="962245" y="227847"/>
                </a:lnTo>
                <a:lnTo>
                  <a:pt x="970107" y="231838"/>
                </a:lnTo>
                <a:close/>
                <a:moveTo>
                  <a:pt x="955377" y="233301"/>
                </a:moveTo>
                <a:lnTo>
                  <a:pt x="940647" y="231765"/>
                </a:lnTo>
                <a:lnTo>
                  <a:pt x="948508" y="235672"/>
                </a:lnTo>
                <a:close/>
                <a:moveTo>
                  <a:pt x="955377" y="233301"/>
                </a:moveTo>
                <a:lnTo>
                  <a:pt x="962245" y="227847"/>
                </a:lnTo>
                <a:lnTo>
                  <a:pt x="940647" y="231765"/>
                </a:lnTo>
                <a:close/>
                <a:moveTo>
                  <a:pt x="955377" y="233301"/>
                </a:moveTo>
                <a:lnTo>
                  <a:pt x="970107" y="231838"/>
                </a:lnTo>
                <a:lnTo>
                  <a:pt x="962245" y="227847"/>
                </a:lnTo>
                <a:close/>
                <a:moveTo>
                  <a:pt x="933778" y="235089"/>
                </a:moveTo>
                <a:lnTo>
                  <a:pt x="940647" y="231765"/>
                </a:lnTo>
                <a:lnTo>
                  <a:pt x="919048" y="235083"/>
                </a:lnTo>
                <a:close/>
                <a:moveTo>
                  <a:pt x="947515" y="228475"/>
                </a:moveTo>
                <a:lnTo>
                  <a:pt x="940647" y="231765"/>
                </a:lnTo>
                <a:lnTo>
                  <a:pt x="962245" y="227847"/>
                </a:lnTo>
                <a:close/>
                <a:moveTo>
                  <a:pt x="925917" y="230196"/>
                </a:moveTo>
                <a:lnTo>
                  <a:pt x="919048" y="235083"/>
                </a:lnTo>
                <a:lnTo>
                  <a:pt x="940647" y="231765"/>
                </a:lnTo>
                <a:close/>
                <a:moveTo>
                  <a:pt x="925917" y="230196"/>
                </a:moveTo>
                <a:lnTo>
                  <a:pt x="911187" y="230385"/>
                </a:lnTo>
                <a:lnTo>
                  <a:pt x="919048" y="235083"/>
                </a:lnTo>
                <a:close/>
                <a:moveTo>
                  <a:pt x="904318" y="235336"/>
                </a:moveTo>
                <a:lnTo>
                  <a:pt x="897450" y="241087"/>
                </a:lnTo>
                <a:lnTo>
                  <a:pt x="919048" y="235083"/>
                </a:lnTo>
                <a:close/>
                <a:moveTo>
                  <a:pt x="904318" y="235336"/>
                </a:moveTo>
                <a:lnTo>
                  <a:pt x="889589" y="235813"/>
                </a:lnTo>
                <a:lnTo>
                  <a:pt x="897450" y="241087"/>
                </a:lnTo>
                <a:close/>
                <a:moveTo>
                  <a:pt x="904318" y="235336"/>
                </a:moveTo>
                <a:lnTo>
                  <a:pt x="919048" y="235083"/>
                </a:lnTo>
                <a:lnTo>
                  <a:pt x="911187" y="230385"/>
                </a:lnTo>
                <a:close/>
                <a:moveTo>
                  <a:pt x="882720" y="241637"/>
                </a:moveTo>
                <a:lnTo>
                  <a:pt x="889589" y="235813"/>
                </a:lnTo>
                <a:lnTo>
                  <a:pt x="867990" y="241554"/>
                </a:lnTo>
                <a:close/>
                <a:moveTo>
                  <a:pt x="882720" y="241637"/>
                </a:moveTo>
                <a:lnTo>
                  <a:pt x="897450" y="241087"/>
                </a:lnTo>
                <a:lnTo>
                  <a:pt x="889589" y="235813"/>
                </a:lnTo>
                <a:close/>
                <a:moveTo>
                  <a:pt x="715808" y="261685"/>
                </a:moveTo>
                <a:lnTo>
                  <a:pt x="701078" y="252718"/>
                </a:lnTo>
                <a:lnTo>
                  <a:pt x="708939" y="270642"/>
                </a:lnTo>
                <a:close/>
                <a:moveTo>
                  <a:pt x="707947" y="244578"/>
                </a:moveTo>
                <a:lnTo>
                  <a:pt x="693217" y="238334"/>
                </a:lnTo>
                <a:lnTo>
                  <a:pt x="701078" y="252718"/>
                </a:lnTo>
                <a:close/>
                <a:moveTo>
                  <a:pt x="686348" y="244982"/>
                </a:moveTo>
                <a:lnTo>
                  <a:pt x="679480" y="249727"/>
                </a:lnTo>
                <a:lnTo>
                  <a:pt x="701078" y="252718"/>
                </a:lnTo>
                <a:close/>
                <a:moveTo>
                  <a:pt x="686348" y="244982"/>
                </a:moveTo>
                <a:lnTo>
                  <a:pt x="671618" y="235390"/>
                </a:lnTo>
                <a:lnTo>
                  <a:pt x="679480" y="249727"/>
                </a:lnTo>
                <a:close/>
                <a:moveTo>
                  <a:pt x="686348" y="244982"/>
                </a:moveTo>
                <a:lnTo>
                  <a:pt x="693217" y="238334"/>
                </a:lnTo>
                <a:lnTo>
                  <a:pt x="671618" y="235390"/>
                </a:lnTo>
                <a:close/>
                <a:moveTo>
                  <a:pt x="686348" y="244982"/>
                </a:moveTo>
                <a:lnTo>
                  <a:pt x="701078" y="252718"/>
                </a:lnTo>
                <a:lnTo>
                  <a:pt x="693217" y="238334"/>
                </a:lnTo>
                <a:close/>
                <a:moveTo>
                  <a:pt x="664750" y="240026"/>
                </a:moveTo>
                <a:lnTo>
                  <a:pt x="671618" y="235390"/>
                </a:lnTo>
                <a:lnTo>
                  <a:pt x="650020" y="231242"/>
                </a:lnTo>
                <a:close/>
                <a:moveTo>
                  <a:pt x="664750" y="240026"/>
                </a:moveTo>
                <a:lnTo>
                  <a:pt x="679480" y="249727"/>
                </a:lnTo>
                <a:lnTo>
                  <a:pt x="671618" y="235390"/>
                </a:lnTo>
                <a:close/>
                <a:moveTo>
                  <a:pt x="656888" y="225563"/>
                </a:moveTo>
                <a:lnTo>
                  <a:pt x="650020" y="231242"/>
                </a:lnTo>
                <a:lnTo>
                  <a:pt x="671618" y="235390"/>
                </a:lnTo>
                <a:close/>
                <a:moveTo>
                  <a:pt x="656888" y="225563"/>
                </a:moveTo>
                <a:lnTo>
                  <a:pt x="642159" y="219072"/>
                </a:lnTo>
                <a:lnTo>
                  <a:pt x="650020" y="231242"/>
                </a:lnTo>
                <a:close/>
                <a:moveTo>
                  <a:pt x="635290" y="221763"/>
                </a:moveTo>
                <a:lnTo>
                  <a:pt x="642159" y="219072"/>
                </a:lnTo>
                <a:lnTo>
                  <a:pt x="620560" y="221660"/>
                </a:lnTo>
                <a:close/>
                <a:moveTo>
                  <a:pt x="635290" y="221763"/>
                </a:moveTo>
                <a:lnTo>
                  <a:pt x="650020" y="231242"/>
                </a:lnTo>
                <a:lnTo>
                  <a:pt x="642159" y="219072"/>
                </a:lnTo>
                <a:close/>
                <a:moveTo>
                  <a:pt x="519436" y="245327"/>
                </a:moveTo>
                <a:lnTo>
                  <a:pt x="526305" y="237990"/>
                </a:lnTo>
                <a:lnTo>
                  <a:pt x="504706" y="240464"/>
                </a:lnTo>
                <a:close/>
                <a:moveTo>
                  <a:pt x="511575" y="234376"/>
                </a:moveTo>
                <a:lnTo>
                  <a:pt x="504706" y="240464"/>
                </a:lnTo>
                <a:lnTo>
                  <a:pt x="526305" y="237990"/>
                </a:lnTo>
                <a:close/>
                <a:moveTo>
                  <a:pt x="511575" y="234376"/>
                </a:moveTo>
                <a:lnTo>
                  <a:pt x="496845" y="230135"/>
                </a:lnTo>
                <a:lnTo>
                  <a:pt x="504706" y="240464"/>
                </a:lnTo>
                <a:close/>
                <a:moveTo>
                  <a:pt x="489976" y="236177"/>
                </a:moveTo>
                <a:lnTo>
                  <a:pt x="483108" y="240976"/>
                </a:lnTo>
                <a:lnTo>
                  <a:pt x="504706" y="240464"/>
                </a:lnTo>
                <a:close/>
                <a:moveTo>
                  <a:pt x="489976" y="236177"/>
                </a:moveTo>
                <a:lnTo>
                  <a:pt x="475247" y="230949"/>
                </a:lnTo>
                <a:lnTo>
                  <a:pt x="483108" y="240976"/>
                </a:lnTo>
                <a:close/>
                <a:moveTo>
                  <a:pt x="489976" y="236177"/>
                </a:moveTo>
                <a:lnTo>
                  <a:pt x="496845" y="230135"/>
                </a:lnTo>
                <a:lnTo>
                  <a:pt x="475247" y="230949"/>
                </a:lnTo>
                <a:close/>
                <a:moveTo>
                  <a:pt x="489976" y="236177"/>
                </a:moveTo>
                <a:lnTo>
                  <a:pt x="504706" y="240464"/>
                </a:lnTo>
                <a:lnTo>
                  <a:pt x="496845" y="230135"/>
                </a:lnTo>
                <a:close/>
                <a:moveTo>
                  <a:pt x="468378" y="236408"/>
                </a:moveTo>
                <a:lnTo>
                  <a:pt x="475247" y="230949"/>
                </a:lnTo>
                <a:lnTo>
                  <a:pt x="453648" y="229913"/>
                </a:lnTo>
                <a:close/>
                <a:moveTo>
                  <a:pt x="468378" y="236408"/>
                </a:moveTo>
                <a:lnTo>
                  <a:pt x="483108" y="240976"/>
                </a:lnTo>
                <a:lnTo>
                  <a:pt x="475247" y="230949"/>
                </a:lnTo>
                <a:close/>
                <a:moveTo>
                  <a:pt x="460517" y="225423"/>
                </a:moveTo>
                <a:lnTo>
                  <a:pt x="453648" y="229913"/>
                </a:lnTo>
                <a:lnTo>
                  <a:pt x="475247" y="230949"/>
                </a:lnTo>
                <a:close/>
                <a:moveTo>
                  <a:pt x="460517" y="225423"/>
                </a:moveTo>
                <a:lnTo>
                  <a:pt x="445787" y="219430"/>
                </a:lnTo>
                <a:lnTo>
                  <a:pt x="453648" y="229913"/>
                </a:lnTo>
                <a:close/>
                <a:moveTo>
                  <a:pt x="438918" y="223271"/>
                </a:moveTo>
                <a:lnTo>
                  <a:pt x="432050" y="227340"/>
                </a:lnTo>
                <a:lnTo>
                  <a:pt x="453648" y="229913"/>
                </a:lnTo>
                <a:close/>
                <a:moveTo>
                  <a:pt x="438918" y="223271"/>
                </a:moveTo>
                <a:lnTo>
                  <a:pt x="424188" y="217215"/>
                </a:lnTo>
                <a:lnTo>
                  <a:pt x="432050" y="227340"/>
                </a:lnTo>
                <a:close/>
                <a:moveTo>
                  <a:pt x="438918" y="223271"/>
                </a:moveTo>
                <a:lnTo>
                  <a:pt x="445787" y="219430"/>
                </a:lnTo>
                <a:lnTo>
                  <a:pt x="424188" y="217215"/>
                </a:lnTo>
                <a:close/>
                <a:moveTo>
                  <a:pt x="438918" y="223271"/>
                </a:moveTo>
                <a:lnTo>
                  <a:pt x="453648" y="229913"/>
                </a:lnTo>
                <a:lnTo>
                  <a:pt x="445787" y="219430"/>
                </a:lnTo>
                <a:close/>
                <a:moveTo>
                  <a:pt x="336802" y="200531"/>
                </a:moveTo>
                <a:lnTo>
                  <a:pt x="329933" y="203746"/>
                </a:lnTo>
                <a:lnTo>
                  <a:pt x="351532" y="203468"/>
                </a:lnTo>
                <a:close/>
                <a:moveTo>
                  <a:pt x="336802" y="200531"/>
                </a:moveTo>
                <a:lnTo>
                  <a:pt x="322072" y="190376"/>
                </a:lnTo>
                <a:lnTo>
                  <a:pt x="329933" y="203746"/>
                </a:lnTo>
                <a:close/>
                <a:moveTo>
                  <a:pt x="336802" y="200531"/>
                </a:moveTo>
                <a:lnTo>
                  <a:pt x="343670" y="194175"/>
                </a:lnTo>
                <a:lnTo>
                  <a:pt x="322072" y="190376"/>
                </a:lnTo>
                <a:close/>
                <a:moveTo>
                  <a:pt x="336802" y="200531"/>
                </a:moveTo>
                <a:lnTo>
                  <a:pt x="351532" y="203468"/>
                </a:lnTo>
                <a:lnTo>
                  <a:pt x="343670" y="194175"/>
                </a:lnTo>
                <a:close/>
                <a:moveTo>
                  <a:pt x="315203" y="198688"/>
                </a:moveTo>
                <a:lnTo>
                  <a:pt x="322072" y="190376"/>
                </a:lnTo>
                <a:lnTo>
                  <a:pt x="300473" y="186141"/>
                </a:lnTo>
                <a:close/>
                <a:moveTo>
                  <a:pt x="315203" y="198688"/>
                </a:moveTo>
                <a:lnTo>
                  <a:pt x="329933" y="203746"/>
                </a:lnTo>
                <a:lnTo>
                  <a:pt x="322072" y="190376"/>
                </a:lnTo>
                <a:close/>
                <a:moveTo>
                  <a:pt x="307342" y="178466"/>
                </a:moveTo>
                <a:lnTo>
                  <a:pt x="300473" y="186141"/>
                </a:lnTo>
                <a:lnTo>
                  <a:pt x="322072" y="190376"/>
                </a:lnTo>
                <a:close/>
                <a:moveTo>
                  <a:pt x="307342" y="178466"/>
                </a:moveTo>
                <a:lnTo>
                  <a:pt x="292612" y="162931"/>
                </a:lnTo>
                <a:lnTo>
                  <a:pt x="300473" y="186141"/>
                </a:lnTo>
                <a:close/>
                <a:moveTo>
                  <a:pt x="307342" y="178466"/>
                </a:moveTo>
                <a:lnTo>
                  <a:pt x="314211" y="169523"/>
                </a:lnTo>
                <a:lnTo>
                  <a:pt x="292612" y="162931"/>
                </a:lnTo>
                <a:close/>
                <a:moveTo>
                  <a:pt x="307342" y="178466"/>
                </a:moveTo>
                <a:lnTo>
                  <a:pt x="322072" y="190376"/>
                </a:lnTo>
                <a:lnTo>
                  <a:pt x="314211" y="169523"/>
                </a:lnTo>
                <a:close/>
                <a:moveTo>
                  <a:pt x="285743" y="172484"/>
                </a:moveTo>
                <a:lnTo>
                  <a:pt x="292612" y="162931"/>
                </a:lnTo>
                <a:lnTo>
                  <a:pt x="271014" y="157135"/>
                </a:lnTo>
                <a:close/>
                <a:moveTo>
                  <a:pt x="285743" y="172484"/>
                </a:moveTo>
                <a:lnTo>
                  <a:pt x="300473" y="186141"/>
                </a:lnTo>
                <a:lnTo>
                  <a:pt x="292612" y="162931"/>
                </a:lnTo>
                <a:close/>
                <a:moveTo>
                  <a:pt x="277882" y="146588"/>
                </a:moveTo>
                <a:lnTo>
                  <a:pt x="271014" y="157135"/>
                </a:lnTo>
                <a:lnTo>
                  <a:pt x="292612" y="162931"/>
                </a:lnTo>
                <a:close/>
                <a:moveTo>
                  <a:pt x="277882" y="146588"/>
                </a:moveTo>
                <a:lnTo>
                  <a:pt x="263152" y="132082"/>
                </a:lnTo>
                <a:lnTo>
                  <a:pt x="271014" y="157135"/>
                </a:lnTo>
                <a:close/>
                <a:moveTo>
                  <a:pt x="277882" y="146588"/>
                </a:moveTo>
                <a:lnTo>
                  <a:pt x="284751" y="138159"/>
                </a:lnTo>
                <a:lnTo>
                  <a:pt x="263152" y="132082"/>
                </a:lnTo>
                <a:close/>
                <a:moveTo>
                  <a:pt x="256284" y="142846"/>
                </a:moveTo>
                <a:lnTo>
                  <a:pt x="263152" y="132082"/>
                </a:lnTo>
                <a:lnTo>
                  <a:pt x="241554" y="128286"/>
                </a:lnTo>
                <a:close/>
                <a:moveTo>
                  <a:pt x="256284" y="142846"/>
                </a:moveTo>
                <a:lnTo>
                  <a:pt x="271014" y="157135"/>
                </a:lnTo>
                <a:lnTo>
                  <a:pt x="263152" y="132082"/>
                </a:lnTo>
                <a:close/>
                <a:moveTo>
                  <a:pt x="270021" y="121371"/>
                </a:moveTo>
                <a:lnTo>
                  <a:pt x="255291" y="107680"/>
                </a:lnTo>
                <a:lnTo>
                  <a:pt x="263152" y="132082"/>
                </a:lnTo>
                <a:close/>
                <a:moveTo>
                  <a:pt x="248423" y="117522"/>
                </a:moveTo>
                <a:lnTo>
                  <a:pt x="241554" y="128286"/>
                </a:lnTo>
                <a:lnTo>
                  <a:pt x="263152" y="132082"/>
                </a:lnTo>
                <a:close/>
                <a:moveTo>
                  <a:pt x="248423" y="117522"/>
                </a:moveTo>
                <a:lnTo>
                  <a:pt x="233693" y="103360"/>
                </a:lnTo>
                <a:lnTo>
                  <a:pt x="241554" y="128286"/>
                </a:lnTo>
                <a:close/>
                <a:moveTo>
                  <a:pt x="248423" y="117522"/>
                </a:moveTo>
                <a:lnTo>
                  <a:pt x="255291" y="107680"/>
                </a:lnTo>
                <a:lnTo>
                  <a:pt x="233693" y="103360"/>
                </a:lnTo>
                <a:close/>
                <a:moveTo>
                  <a:pt x="248423" y="117522"/>
                </a:moveTo>
                <a:lnTo>
                  <a:pt x="263152" y="132082"/>
                </a:lnTo>
                <a:lnTo>
                  <a:pt x="255291" y="107680"/>
                </a:lnTo>
                <a:close/>
                <a:moveTo>
                  <a:pt x="226824" y="114531"/>
                </a:moveTo>
                <a:lnTo>
                  <a:pt x="233693" y="103360"/>
                </a:lnTo>
                <a:lnTo>
                  <a:pt x="212094" y="102601"/>
                </a:lnTo>
                <a:close/>
                <a:moveTo>
                  <a:pt x="226824" y="114531"/>
                </a:moveTo>
                <a:lnTo>
                  <a:pt x="241554" y="128286"/>
                </a:lnTo>
                <a:lnTo>
                  <a:pt x="233693" y="103360"/>
                </a:lnTo>
                <a:close/>
                <a:moveTo>
                  <a:pt x="240561" y="92335"/>
                </a:moveTo>
                <a:lnTo>
                  <a:pt x="233693" y="103360"/>
                </a:lnTo>
                <a:lnTo>
                  <a:pt x="255291" y="107680"/>
                </a:lnTo>
                <a:close/>
                <a:moveTo>
                  <a:pt x="240561" y="92335"/>
                </a:moveTo>
                <a:lnTo>
                  <a:pt x="225831" y="78164"/>
                </a:lnTo>
                <a:lnTo>
                  <a:pt x="233693" y="103360"/>
                </a:lnTo>
                <a:close/>
                <a:moveTo>
                  <a:pt x="218963" y="89052"/>
                </a:moveTo>
                <a:lnTo>
                  <a:pt x="212094" y="102601"/>
                </a:lnTo>
                <a:lnTo>
                  <a:pt x="233693" y="103360"/>
                </a:lnTo>
                <a:close/>
                <a:moveTo>
                  <a:pt x="218963" y="89052"/>
                </a:moveTo>
                <a:lnTo>
                  <a:pt x="233693" y="103360"/>
                </a:lnTo>
                <a:lnTo>
                  <a:pt x="225831" y="78164"/>
                </a:lnTo>
                <a:close/>
                <a:moveTo>
                  <a:pt x="103109" y="104072"/>
                </a:moveTo>
                <a:lnTo>
                  <a:pt x="109978" y="94374"/>
                </a:lnTo>
                <a:lnTo>
                  <a:pt x="88379" y="91735"/>
                </a:lnTo>
                <a:close/>
                <a:moveTo>
                  <a:pt x="103109" y="104072"/>
                </a:moveTo>
                <a:lnTo>
                  <a:pt x="117839" y="112397"/>
                </a:lnTo>
                <a:lnTo>
                  <a:pt x="109978" y="94374"/>
                </a:lnTo>
                <a:close/>
                <a:moveTo>
                  <a:pt x="95248" y="86066"/>
                </a:moveTo>
                <a:lnTo>
                  <a:pt x="88379" y="91735"/>
                </a:lnTo>
                <a:lnTo>
                  <a:pt x="109978" y="94374"/>
                </a:lnTo>
                <a:close/>
                <a:moveTo>
                  <a:pt x="95248" y="86066"/>
                </a:moveTo>
                <a:lnTo>
                  <a:pt x="80518" y="72048"/>
                </a:lnTo>
                <a:lnTo>
                  <a:pt x="88379" y="91735"/>
                </a:lnTo>
                <a:close/>
                <a:moveTo>
                  <a:pt x="95248" y="86066"/>
                </a:moveTo>
                <a:lnTo>
                  <a:pt x="102116" y="73671"/>
                </a:lnTo>
                <a:lnTo>
                  <a:pt x="80518" y="72048"/>
                </a:lnTo>
                <a:close/>
                <a:moveTo>
                  <a:pt x="73649" y="80374"/>
                </a:moveTo>
                <a:lnTo>
                  <a:pt x="88379" y="91735"/>
                </a:lnTo>
                <a:lnTo>
                  <a:pt x="80518" y="72048"/>
                </a:lnTo>
                <a:close/>
                <a:moveTo>
                  <a:pt x="65788" y="58182"/>
                </a:moveTo>
                <a:lnTo>
                  <a:pt x="58919" y="65238"/>
                </a:lnTo>
                <a:lnTo>
                  <a:pt x="80518" y="72048"/>
                </a:lnTo>
                <a:close/>
                <a:moveTo>
                  <a:pt x="65788" y="58182"/>
                </a:moveTo>
                <a:lnTo>
                  <a:pt x="72657" y="48227"/>
                </a:lnTo>
                <a:lnTo>
                  <a:pt x="51058" y="42774"/>
                </a:lnTo>
                <a:close/>
                <a:moveTo>
                  <a:pt x="65788" y="58182"/>
                </a:moveTo>
                <a:lnTo>
                  <a:pt x="80518" y="72048"/>
                </a:lnTo>
                <a:lnTo>
                  <a:pt x="72657" y="48227"/>
                </a:lnTo>
                <a:close/>
                <a:moveTo>
                  <a:pt x="44190" y="51612"/>
                </a:moveTo>
                <a:lnTo>
                  <a:pt x="58919" y="65238"/>
                </a:lnTo>
                <a:lnTo>
                  <a:pt x="51058" y="42774"/>
                </a:lnTo>
                <a:close/>
                <a:moveTo>
                  <a:pt x="36328" y="28820"/>
                </a:moveTo>
                <a:lnTo>
                  <a:pt x="29460" y="36172"/>
                </a:lnTo>
                <a:lnTo>
                  <a:pt x="51058" y="42774"/>
                </a:lnTo>
                <a:close/>
                <a:moveTo>
                  <a:pt x="36328" y="28820"/>
                </a:moveTo>
                <a:lnTo>
                  <a:pt x="43197" y="18031"/>
                </a:lnTo>
                <a:lnTo>
                  <a:pt x="21599" y="13735"/>
                </a:lnTo>
                <a:close/>
                <a:moveTo>
                  <a:pt x="36328" y="28820"/>
                </a:moveTo>
                <a:lnTo>
                  <a:pt x="51058" y="42774"/>
                </a:lnTo>
                <a:lnTo>
                  <a:pt x="43197" y="18031"/>
                </a:lnTo>
                <a:close/>
                <a:moveTo>
                  <a:pt x="6869" y="0"/>
                </a:moveTo>
                <a:lnTo>
                  <a:pt x="0" y="6905"/>
                </a:lnTo>
                <a:lnTo>
                  <a:pt x="21599" y="13735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56" name="PANEL_01-slope-14-225_950">
            <a:extLst>
              <a:ext uri="{FF2B5EF4-FFF2-40B4-BE49-F238E27FC236}">
                <a16:creationId xmlns:a16="http://schemas.microsoft.com/office/drawing/2014/main" id="{0A1BF66F-BCCF-4C89-AEC6-4C8CA248456E}"/>
              </a:ext>
            </a:extLst>
          </p:cNvPr>
          <p:cNvSpPr>
            <a:spLocks/>
          </p:cNvSpPr>
          <p:nvPr/>
        </p:nvSpPr>
        <p:spPr>
          <a:xfrm>
            <a:off x="806823" y="770763"/>
            <a:ext cx="2054106" cy="329274"/>
          </a:xfrm>
          <a:custGeom>
            <a:pathLst>
              <a:path w="1391317" h="223029">
                <a:moveTo>
                  <a:pt x="1376587" y="177679"/>
                </a:moveTo>
                <a:lnTo>
                  <a:pt x="1361857" y="173467"/>
                </a:lnTo>
                <a:lnTo>
                  <a:pt x="1369719" y="188839"/>
                </a:lnTo>
                <a:close/>
                <a:moveTo>
                  <a:pt x="1376587" y="177679"/>
                </a:moveTo>
                <a:lnTo>
                  <a:pt x="1383456" y="169356"/>
                </a:lnTo>
                <a:lnTo>
                  <a:pt x="1361857" y="173467"/>
                </a:lnTo>
                <a:close/>
                <a:moveTo>
                  <a:pt x="1376587" y="177679"/>
                </a:moveTo>
                <a:lnTo>
                  <a:pt x="1391317" y="185342"/>
                </a:lnTo>
                <a:lnTo>
                  <a:pt x="1383456" y="169356"/>
                </a:lnTo>
                <a:close/>
                <a:moveTo>
                  <a:pt x="1354989" y="183842"/>
                </a:moveTo>
                <a:lnTo>
                  <a:pt x="1361857" y="173467"/>
                </a:lnTo>
                <a:lnTo>
                  <a:pt x="1340259" y="180661"/>
                </a:lnTo>
                <a:close/>
                <a:moveTo>
                  <a:pt x="1368726" y="162915"/>
                </a:moveTo>
                <a:lnTo>
                  <a:pt x="1361857" y="173467"/>
                </a:lnTo>
                <a:lnTo>
                  <a:pt x="1383456" y="169356"/>
                </a:lnTo>
                <a:close/>
                <a:moveTo>
                  <a:pt x="1368726" y="162915"/>
                </a:moveTo>
                <a:lnTo>
                  <a:pt x="1353996" y="160855"/>
                </a:lnTo>
                <a:lnTo>
                  <a:pt x="1361857" y="173467"/>
                </a:lnTo>
                <a:close/>
                <a:moveTo>
                  <a:pt x="1347128" y="169432"/>
                </a:moveTo>
                <a:lnTo>
                  <a:pt x="1340259" y="180661"/>
                </a:lnTo>
                <a:lnTo>
                  <a:pt x="1361857" y="173467"/>
                </a:lnTo>
                <a:close/>
                <a:moveTo>
                  <a:pt x="1347128" y="169432"/>
                </a:moveTo>
                <a:lnTo>
                  <a:pt x="1332398" y="168180"/>
                </a:lnTo>
                <a:lnTo>
                  <a:pt x="1340259" y="180661"/>
                </a:lnTo>
                <a:close/>
                <a:moveTo>
                  <a:pt x="1347128" y="169432"/>
                </a:moveTo>
                <a:lnTo>
                  <a:pt x="1361857" y="173467"/>
                </a:lnTo>
                <a:lnTo>
                  <a:pt x="1353996" y="160855"/>
                </a:lnTo>
                <a:close/>
                <a:moveTo>
                  <a:pt x="1325529" y="177487"/>
                </a:moveTo>
                <a:lnTo>
                  <a:pt x="1318660" y="187287"/>
                </a:lnTo>
                <a:lnTo>
                  <a:pt x="1340259" y="180661"/>
                </a:lnTo>
                <a:close/>
                <a:moveTo>
                  <a:pt x="1325529" y="177487"/>
                </a:moveTo>
                <a:lnTo>
                  <a:pt x="1310799" y="176288"/>
                </a:lnTo>
                <a:lnTo>
                  <a:pt x="1318660" y="187287"/>
                </a:lnTo>
                <a:close/>
                <a:moveTo>
                  <a:pt x="1325529" y="177487"/>
                </a:moveTo>
                <a:lnTo>
                  <a:pt x="1332398" y="168180"/>
                </a:lnTo>
                <a:lnTo>
                  <a:pt x="1310799" y="176288"/>
                </a:lnTo>
                <a:close/>
                <a:moveTo>
                  <a:pt x="1325529" y="177487"/>
                </a:moveTo>
                <a:lnTo>
                  <a:pt x="1340259" y="180661"/>
                </a:lnTo>
                <a:lnTo>
                  <a:pt x="1332398" y="168180"/>
                </a:lnTo>
                <a:close/>
                <a:moveTo>
                  <a:pt x="1303931" y="183164"/>
                </a:moveTo>
                <a:lnTo>
                  <a:pt x="1289201" y="183311"/>
                </a:lnTo>
                <a:lnTo>
                  <a:pt x="1297062" y="191448"/>
                </a:lnTo>
                <a:close/>
                <a:moveTo>
                  <a:pt x="1303931" y="183164"/>
                </a:moveTo>
                <a:lnTo>
                  <a:pt x="1310799" y="176288"/>
                </a:lnTo>
                <a:lnTo>
                  <a:pt x="1289201" y="183311"/>
                </a:lnTo>
                <a:close/>
                <a:moveTo>
                  <a:pt x="1303931" y="183164"/>
                </a:moveTo>
                <a:lnTo>
                  <a:pt x="1318660" y="187287"/>
                </a:lnTo>
                <a:lnTo>
                  <a:pt x="1310799" y="176288"/>
                </a:lnTo>
                <a:close/>
                <a:moveTo>
                  <a:pt x="1296069" y="176980"/>
                </a:moveTo>
                <a:lnTo>
                  <a:pt x="1289201" y="183311"/>
                </a:lnTo>
                <a:lnTo>
                  <a:pt x="1310799" y="176288"/>
                </a:lnTo>
                <a:close/>
                <a:moveTo>
                  <a:pt x="1231274" y="203741"/>
                </a:moveTo>
                <a:lnTo>
                  <a:pt x="1216544" y="207517"/>
                </a:lnTo>
                <a:lnTo>
                  <a:pt x="1224405" y="210463"/>
                </a:lnTo>
                <a:close/>
                <a:moveTo>
                  <a:pt x="1209675" y="216305"/>
                </a:moveTo>
                <a:lnTo>
                  <a:pt x="1202807" y="222734"/>
                </a:lnTo>
                <a:lnTo>
                  <a:pt x="1224405" y="210463"/>
                </a:lnTo>
                <a:close/>
                <a:moveTo>
                  <a:pt x="1209675" y="216305"/>
                </a:moveTo>
                <a:lnTo>
                  <a:pt x="1194945" y="213825"/>
                </a:lnTo>
                <a:lnTo>
                  <a:pt x="1202807" y="222734"/>
                </a:lnTo>
                <a:close/>
                <a:moveTo>
                  <a:pt x="1209675" y="216305"/>
                </a:moveTo>
                <a:lnTo>
                  <a:pt x="1216544" y="207517"/>
                </a:lnTo>
                <a:lnTo>
                  <a:pt x="1194945" y="213825"/>
                </a:lnTo>
                <a:close/>
                <a:moveTo>
                  <a:pt x="1209675" y="216305"/>
                </a:moveTo>
                <a:lnTo>
                  <a:pt x="1224405" y="210463"/>
                </a:lnTo>
                <a:lnTo>
                  <a:pt x="1216544" y="207517"/>
                </a:lnTo>
                <a:close/>
                <a:moveTo>
                  <a:pt x="1188077" y="223029"/>
                </a:moveTo>
                <a:lnTo>
                  <a:pt x="1194945" y="213825"/>
                </a:lnTo>
                <a:lnTo>
                  <a:pt x="1173347" y="215604"/>
                </a:lnTo>
                <a:close/>
                <a:moveTo>
                  <a:pt x="1188077" y="223029"/>
                </a:moveTo>
                <a:lnTo>
                  <a:pt x="1202807" y="222734"/>
                </a:lnTo>
                <a:lnTo>
                  <a:pt x="1194945" y="213825"/>
                </a:lnTo>
                <a:close/>
                <a:moveTo>
                  <a:pt x="1180216" y="208269"/>
                </a:moveTo>
                <a:lnTo>
                  <a:pt x="1173347" y="215604"/>
                </a:lnTo>
                <a:lnTo>
                  <a:pt x="1194945" y="213825"/>
                </a:lnTo>
                <a:close/>
                <a:moveTo>
                  <a:pt x="975983" y="121106"/>
                </a:moveTo>
                <a:lnTo>
                  <a:pt x="982851" y="114870"/>
                </a:lnTo>
                <a:lnTo>
                  <a:pt x="961253" y="118599"/>
                </a:lnTo>
                <a:close/>
                <a:moveTo>
                  <a:pt x="954384" y="124994"/>
                </a:moveTo>
                <a:lnTo>
                  <a:pt x="961253" y="118599"/>
                </a:lnTo>
                <a:lnTo>
                  <a:pt x="939654" y="130525"/>
                </a:lnTo>
                <a:close/>
                <a:moveTo>
                  <a:pt x="932786" y="140267"/>
                </a:moveTo>
                <a:lnTo>
                  <a:pt x="939654" y="130525"/>
                </a:lnTo>
                <a:lnTo>
                  <a:pt x="918056" y="145131"/>
                </a:lnTo>
                <a:close/>
                <a:moveTo>
                  <a:pt x="968121" y="107781"/>
                </a:moveTo>
                <a:lnTo>
                  <a:pt x="961253" y="118599"/>
                </a:lnTo>
                <a:lnTo>
                  <a:pt x="982851" y="114870"/>
                </a:lnTo>
                <a:close/>
                <a:moveTo>
                  <a:pt x="968121" y="107781"/>
                </a:moveTo>
                <a:lnTo>
                  <a:pt x="953392" y="109306"/>
                </a:lnTo>
                <a:lnTo>
                  <a:pt x="961253" y="118599"/>
                </a:lnTo>
                <a:close/>
                <a:moveTo>
                  <a:pt x="946523" y="120514"/>
                </a:moveTo>
                <a:lnTo>
                  <a:pt x="939654" y="130525"/>
                </a:lnTo>
                <a:lnTo>
                  <a:pt x="961253" y="118599"/>
                </a:lnTo>
                <a:close/>
                <a:moveTo>
                  <a:pt x="946523" y="120514"/>
                </a:moveTo>
                <a:lnTo>
                  <a:pt x="931793" y="123922"/>
                </a:lnTo>
                <a:lnTo>
                  <a:pt x="939654" y="130525"/>
                </a:lnTo>
                <a:close/>
                <a:moveTo>
                  <a:pt x="946523" y="120514"/>
                </a:moveTo>
                <a:lnTo>
                  <a:pt x="961253" y="118599"/>
                </a:lnTo>
                <a:lnTo>
                  <a:pt x="953392" y="109306"/>
                </a:lnTo>
                <a:close/>
                <a:moveTo>
                  <a:pt x="924924" y="136327"/>
                </a:moveTo>
                <a:lnTo>
                  <a:pt x="918056" y="145131"/>
                </a:lnTo>
                <a:lnTo>
                  <a:pt x="939654" y="130525"/>
                </a:lnTo>
                <a:close/>
                <a:moveTo>
                  <a:pt x="924924" y="136327"/>
                </a:moveTo>
                <a:lnTo>
                  <a:pt x="910195" y="137677"/>
                </a:lnTo>
                <a:lnTo>
                  <a:pt x="918056" y="145131"/>
                </a:lnTo>
                <a:close/>
                <a:moveTo>
                  <a:pt x="924924" y="136327"/>
                </a:moveTo>
                <a:lnTo>
                  <a:pt x="939654" y="130525"/>
                </a:lnTo>
                <a:lnTo>
                  <a:pt x="931793" y="123922"/>
                </a:lnTo>
                <a:close/>
                <a:moveTo>
                  <a:pt x="903326" y="149363"/>
                </a:moveTo>
                <a:lnTo>
                  <a:pt x="896457" y="156364"/>
                </a:lnTo>
                <a:lnTo>
                  <a:pt x="918056" y="145131"/>
                </a:lnTo>
                <a:close/>
                <a:moveTo>
                  <a:pt x="903326" y="149363"/>
                </a:moveTo>
                <a:lnTo>
                  <a:pt x="888596" y="149910"/>
                </a:lnTo>
                <a:lnTo>
                  <a:pt x="896457" y="156364"/>
                </a:lnTo>
                <a:close/>
                <a:moveTo>
                  <a:pt x="903326" y="149363"/>
                </a:moveTo>
                <a:lnTo>
                  <a:pt x="918056" y="145131"/>
                </a:lnTo>
                <a:lnTo>
                  <a:pt x="910195" y="137677"/>
                </a:lnTo>
                <a:close/>
                <a:moveTo>
                  <a:pt x="881727" y="159655"/>
                </a:moveTo>
                <a:lnTo>
                  <a:pt x="888596" y="149910"/>
                </a:lnTo>
                <a:lnTo>
                  <a:pt x="866998" y="159067"/>
                </a:lnTo>
                <a:close/>
                <a:moveTo>
                  <a:pt x="881727" y="159655"/>
                </a:moveTo>
                <a:lnTo>
                  <a:pt x="896457" y="156364"/>
                </a:lnTo>
                <a:lnTo>
                  <a:pt x="888596" y="149910"/>
                </a:lnTo>
                <a:close/>
                <a:moveTo>
                  <a:pt x="787472" y="172858"/>
                </a:moveTo>
                <a:lnTo>
                  <a:pt x="772742" y="172775"/>
                </a:lnTo>
                <a:lnTo>
                  <a:pt x="780603" y="179834"/>
                </a:lnTo>
                <a:close/>
                <a:moveTo>
                  <a:pt x="765874" y="180049"/>
                </a:moveTo>
                <a:lnTo>
                  <a:pt x="772742" y="172775"/>
                </a:lnTo>
                <a:lnTo>
                  <a:pt x="751144" y="182162"/>
                </a:lnTo>
                <a:close/>
                <a:moveTo>
                  <a:pt x="765874" y="180049"/>
                </a:moveTo>
                <a:lnTo>
                  <a:pt x="780603" y="179834"/>
                </a:lnTo>
                <a:lnTo>
                  <a:pt x="772742" y="172775"/>
                </a:lnTo>
                <a:close/>
                <a:moveTo>
                  <a:pt x="744275" y="188705"/>
                </a:moveTo>
                <a:lnTo>
                  <a:pt x="751144" y="182162"/>
                </a:lnTo>
                <a:lnTo>
                  <a:pt x="729545" y="185853"/>
                </a:lnTo>
                <a:close/>
                <a:moveTo>
                  <a:pt x="758012" y="172859"/>
                </a:moveTo>
                <a:lnTo>
                  <a:pt x="751144" y="182162"/>
                </a:lnTo>
                <a:lnTo>
                  <a:pt x="772742" y="172775"/>
                </a:lnTo>
                <a:close/>
                <a:moveTo>
                  <a:pt x="714815" y="186066"/>
                </a:moveTo>
                <a:lnTo>
                  <a:pt x="700085" y="179404"/>
                </a:lnTo>
                <a:lnTo>
                  <a:pt x="707947" y="198628"/>
                </a:lnTo>
                <a:close/>
                <a:moveTo>
                  <a:pt x="714815" y="186066"/>
                </a:moveTo>
                <a:lnTo>
                  <a:pt x="721684" y="175713"/>
                </a:lnTo>
                <a:lnTo>
                  <a:pt x="700085" y="179404"/>
                </a:lnTo>
                <a:close/>
                <a:moveTo>
                  <a:pt x="714815" y="186066"/>
                </a:moveTo>
                <a:lnTo>
                  <a:pt x="729545" y="185853"/>
                </a:lnTo>
                <a:lnTo>
                  <a:pt x="721684" y="175713"/>
                </a:lnTo>
                <a:close/>
                <a:moveTo>
                  <a:pt x="693217" y="199126"/>
                </a:moveTo>
                <a:lnTo>
                  <a:pt x="678487" y="183094"/>
                </a:lnTo>
                <a:lnTo>
                  <a:pt x="686348" y="211141"/>
                </a:lnTo>
                <a:close/>
                <a:moveTo>
                  <a:pt x="693217" y="199126"/>
                </a:moveTo>
                <a:lnTo>
                  <a:pt x="700085" y="179404"/>
                </a:lnTo>
                <a:lnTo>
                  <a:pt x="678487" y="183094"/>
                </a:lnTo>
                <a:close/>
                <a:moveTo>
                  <a:pt x="671618" y="208554"/>
                </a:moveTo>
                <a:lnTo>
                  <a:pt x="656888" y="201143"/>
                </a:lnTo>
                <a:lnTo>
                  <a:pt x="664750" y="220231"/>
                </a:lnTo>
                <a:close/>
                <a:moveTo>
                  <a:pt x="650020" y="213999"/>
                </a:moveTo>
                <a:lnTo>
                  <a:pt x="656888" y="201143"/>
                </a:lnTo>
                <a:lnTo>
                  <a:pt x="635290" y="203710"/>
                </a:lnTo>
                <a:close/>
                <a:moveTo>
                  <a:pt x="650020" y="213999"/>
                </a:moveTo>
                <a:lnTo>
                  <a:pt x="664750" y="220231"/>
                </a:lnTo>
                <a:lnTo>
                  <a:pt x="656888" y="201143"/>
                </a:lnTo>
                <a:close/>
                <a:moveTo>
                  <a:pt x="663757" y="188581"/>
                </a:moveTo>
                <a:lnTo>
                  <a:pt x="649027" y="176645"/>
                </a:lnTo>
                <a:lnTo>
                  <a:pt x="656888" y="201143"/>
                </a:lnTo>
                <a:close/>
                <a:moveTo>
                  <a:pt x="642159" y="193436"/>
                </a:moveTo>
                <a:lnTo>
                  <a:pt x="635290" y="203710"/>
                </a:lnTo>
                <a:lnTo>
                  <a:pt x="656888" y="201143"/>
                </a:lnTo>
                <a:close/>
                <a:moveTo>
                  <a:pt x="642159" y="193436"/>
                </a:moveTo>
                <a:lnTo>
                  <a:pt x="627429" y="180336"/>
                </a:lnTo>
                <a:lnTo>
                  <a:pt x="635290" y="203710"/>
                </a:lnTo>
                <a:close/>
                <a:moveTo>
                  <a:pt x="642159" y="193436"/>
                </a:moveTo>
                <a:lnTo>
                  <a:pt x="649027" y="176645"/>
                </a:lnTo>
                <a:lnTo>
                  <a:pt x="627429" y="180336"/>
                </a:lnTo>
                <a:close/>
                <a:moveTo>
                  <a:pt x="642159" y="193436"/>
                </a:moveTo>
                <a:lnTo>
                  <a:pt x="656888" y="201143"/>
                </a:lnTo>
                <a:lnTo>
                  <a:pt x="649027" y="176645"/>
                </a:lnTo>
                <a:close/>
                <a:moveTo>
                  <a:pt x="620560" y="192905"/>
                </a:moveTo>
                <a:lnTo>
                  <a:pt x="627429" y="180336"/>
                </a:lnTo>
                <a:lnTo>
                  <a:pt x="605830" y="183938"/>
                </a:lnTo>
                <a:close/>
                <a:moveTo>
                  <a:pt x="620560" y="192905"/>
                </a:moveTo>
                <a:lnTo>
                  <a:pt x="635290" y="203710"/>
                </a:lnTo>
                <a:lnTo>
                  <a:pt x="627429" y="180336"/>
                </a:lnTo>
                <a:close/>
                <a:moveTo>
                  <a:pt x="612699" y="175798"/>
                </a:moveTo>
                <a:lnTo>
                  <a:pt x="605830" y="183938"/>
                </a:lnTo>
                <a:lnTo>
                  <a:pt x="627429" y="180336"/>
                </a:lnTo>
                <a:close/>
                <a:moveTo>
                  <a:pt x="540042" y="152983"/>
                </a:moveTo>
                <a:lnTo>
                  <a:pt x="525312" y="152880"/>
                </a:lnTo>
                <a:lnTo>
                  <a:pt x="533173" y="165850"/>
                </a:lnTo>
                <a:close/>
                <a:moveTo>
                  <a:pt x="518444" y="161964"/>
                </a:moveTo>
                <a:lnTo>
                  <a:pt x="525312" y="152880"/>
                </a:lnTo>
                <a:lnTo>
                  <a:pt x="503714" y="162244"/>
                </a:lnTo>
                <a:close/>
                <a:moveTo>
                  <a:pt x="518444" y="161964"/>
                </a:moveTo>
                <a:lnTo>
                  <a:pt x="533173" y="165850"/>
                </a:lnTo>
                <a:lnTo>
                  <a:pt x="525312" y="152880"/>
                </a:lnTo>
                <a:close/>
                <a:moveTo>
                  <a:pt x="510582" y="151230"/>
                </a:moveTo>
                <a:lnTo>
                  <a:pt x="503714" y="162244"/>
                </a:lnTo>
                <a:lnTo>
                  <a:pt x="525312" y="152880"/>
                </a:lnTo>
                <a:close/>
                <a:moveTo>
                  <a:pt x="510582" y="151230"/>
                </a:moveTo>
                <a:lnTo>
                  <a:pt x="495853" y="152458"/>
                </a:lnTo>
                <a:lnTo>
                  <a:pt x="503714" y="162244"/>
                </a:lnTo>
                <a:close/>
                <a:moveTo>
                  <a:pt x="488984" y="160110"/>
                </a:moveTo>
                <a:lnTo>
                  <a:pt x="474254" y="159813"/>
                </a:lnTo>
                <a:lnTo>
                  <a:pt x="482115" y="173094"/>
                </a:lnTo>
                <a:close/>
                <a:moveTo>
                  <a:pt x="488984" y="160110"/>
                </a:moveTo>
                <a:lnTo>
                  <a:pt x="503714" y="162244"/>
                </a:lnTo>
                <a:lnTo>
                  <a:pt x="495853" y="152458"/>
                </a:lnTo>
                <a:close/>
                <a:moveTo>
                  <a:pt x="467385" y="170722"/>
                </a:moveTo>
                <a:lnTo>
                  <a:pt x="460517" y="179852"/>
                </a:lnTo>
                <a:lnTo>
                  <a:pt x="482115" y="173094"/>
                </a:lnTo>
                <a:close/>
                <a:moveTo>
                  <a:pt x="467385" y="170722"/>
                </a:moveTo>
                <a:lnTo>
                  <a:pt x="452656" y="165578"/>
                </a:lnTo>
                <a:lnTo>
                  <a:pt x="460517" y="179852"/>
                </a:lnTo>
                <a:close/>
                <a:moveTo>
                  <a:pt x="467385" y="170722"/>
                </a:moveTo>
                <a:lnTo>
                  <a:pt x="474254" y="159813"/>
                </a:lnTo>
                <a:lnTo>
                  <a:pt x="452656" y="165578"/>
                </a:lnTo>
                <a:close/>
                <a:moveTo>
                  <a:pt x="467385" y="170722"/>
                </a:moveTo>
                <a:lnTo>
                  <a:pt x="482115" y="173094"/>
                </a:lnTo>
                <a:lnTo>
                  <a:pt x="474254" y="159813"/>
                </a:lnTo>
                <a:close/>
                <a:moveTo>
                  <a:pt x="445787" y="173992"/>
                </a:moveTo>
                <a:lnTo>
                  <a:pt x="431057" y="169210"/>
                </a:lnTo>
                <a:lnTo>
                  <a:pt x="438918" y="182098"/>
                </a:lnTo>
                <a:close/>
                <a:moveTo>
                  <a:pt x="445787" y="173992"/>
                </a:moveTo>
                <a:lnTo>
                  <a:pt x="452656" y="165578"/>
                </a:lnTo>
                <a:lnTo>
                  <a:pt x="431057" y="169210"/>
                </a:lnTo>
                <a:close/>
                <a:moveTo>
                  <a:pt x="445787" y="173992"/>
                </a:moveTo>
                <a:lnTo>
                  <a:pt x="460517" y="179852"/>
                </a:lnTo>
                <a:lnTo>
                  <a:pt x="452656" y="165578"/>
                </a:lnTo>
                <a:close/>
                <a:moveTo>
                  <a:pt x="437926" y="160706"/>
                </a:moveTo>
                <a:lnTo>
                  <a:pt x="431057" y="169210"/>
                </a:lnTo>
                <a:lnTo>
                  <a:pt x="452656" y="165578"/>
                </a:lnTo>
                <a:close/>
                <a:moveTo>
                  <a:pt x="416327" y="165597"/>
                </a:moveTo>
                <a:lnTo>
                  <a:pt x="431057" y="169210"/>
                </a:lnTo>
                <a:lnTo>
                  <a:pt x="423196" y="158310"/>
                </a:lnTo>
                <a:close/>
                <a:moveTo>
                  <a:pt x="123715" y="20272"/>
                </a:moveTo>
                <a:lnTo>
                  <a:pt x="108985" y="9642"/>
                </a:lnTo>
                <a:lnTo>
                  <a:pt x="116846" y="33821"/>
                </a:lnTo>
                <a:close/>
                <a:moveTo>
                  <a:pt x="123715" y="20272"/>
                </a:moveTo>
                <a:lnTo>
                  <a:pt x="130584" y="9384"/>
                </a:lnTo>
                <a:lnTo>
                  <a:pt x="108985" y="9642"/>
                </a:lnTo>
                <a:close/>
                <a:moveTo>
                  <a:pt x="102116" y="23204"/>
                </a:moveTo>
                <a:lnTo>
                  <a:pt x="95248" y="38589"/>
                </a:lnTo>
                <a:lnTo>
                  <a:pt x="116846" y="33821"/>
                </a:lnTo>
                <a:close/>
                <a:moveTo>
                  <a:pt x="102116" y="23204"/>
                </a:moveTo>
                <a:lnTo>
                  <a:pt x="108985" y="9642"/>
                </a:lnTo>
                <a:lnTo>
                  <a:pt x="87387" y="17227"/>
                </a:lnTo>
                <a:close/>
                <a:moveTo>
                  <a:pt x="102116" y="23204"/>
                </a:moveTo>
                <a:lnTo>
                  <a:pt x="116846" y="33821"/>
                </a:lnTo>
                <a:lnTo>
                  <a:pt x="108985" y="9642"/>
                </a:lnTo>
                <a:close/>
                <a:moveTo>
                  <a:pt x="94255" y="0"/>
                </a:moveTo>
                <a:lnTo>
                  <a:pt x="87387" y="17227"/>
                </a:lnTo>
                <a:lnTo>
                  <a:pt x="108985" y="9642"/>
                </a:lnTo>
                <a:close/>
                <a:moveTo>
                  <a:pt x="29460" y="35098"/>
                </a:moveTo>
                <a:lnTo>
                  <a:pt x="22591" y="43617"/>
                </a:lnTo>
                <a:lnTo>
                  <a:pt x="44190" y="39515"/>
                </a:lnTo>
                <a:close/>
                <a:moveTo>
                  <a:pt x="29460" y="35098"/>
                </a:moveTo>
                <a:lnTo>
                  <a:pt x="14730" y="25594"/>
                </a:lnTo>
                <a:lnTo>
                  <a:pt x="22591" y="43617"/>
                </a:lnTo>
                <a:close/>
                <a:moveTo>
                  <a:pt x="29460" y="35098"/>
                </a:moveTo>
                <a:lnTo>
                  <a:pt x="36328" y="19207"/>
                </a:lnTo>
                <a:lnTo>
                  <a:pt x="14730" y="25594"/>
                </a:lnTo>
                <a:close/>
                <a:moveTo>
                  <a:pt x="21599" y="14699"/>
                </a:moveTo>
                <a:lnTo>
                  <a:pt x="14730" y="25594"/>
                </a:lnTo>
                <a:lnTo>
                  <a:pt x="36328" y="19207"/>
                </a:lnTo>
                <a:close/>
                <a:moveTo>
                  <a:pt x="0" y="17286"/>
                </a:moveTo>
                <a:lnTo>
                  <a:pt x="14730" y="25594"/>
                </a:lnTo>
                <a:lnTo>
                  <a:pt x="6869" y="4891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57" name="PANEL_01-slope-14-230_951">
            <a:extLst>
              <a:ext uri="{FF2B5EF4-FFF2-40B4-BE49-F238E27FC236}">
                <a16:creationId xmlns:a16="http://schemas.microsoft.com/office/drawing/2014/main" id="{9D3440FB-F23D-4041-BE13-B9C9C3F63D10}"/>
              </a:ext>
            </a:extLst>
          </p:cNvPr>
          <p:cNvSpPr>
            <a:spLocks/>
          </p:cNvSpPr>
          <p:nvPr/>
        </p:nvSpPr>
        <p:spPr>
          <a:xfrm>
            <a:off x="850317" y="765702"/>
            <a:ext cx="1033588" cy="316784"/>
          </a:xfrm>
          <a:custGeom>
            <a:pathLst>
              <a:path w="700085" h="214569">
                <a:moveTo>
                  <a:pt x="685356" y="189494"/>
                </a:moveTo>
                <a:lnTo>
                  <a:pt x="678487" y="202056"/>
                </a:lnTo>
                <a:lnTo>
                  <a:pt x="700085" y="189281"/>
                </a:lnTo>
                <a:close/>
                <a:moveTo>
                  <a:pt x="663757" y="202554"/>
                </a:moveTo>
                <a:lnTo>
                  <a:pt x="656888" y="214569"/>
                </a:lnTo>
                <a:lnTo>
                  <a:pt x="678487" y="202056"/>
                </a:lnTo>
                <a:close/>
                <a:moveTo>
                  <a:pt x="663757" y="202554"/>
                </a:moveTo>
                <a:lnTo>
                  <a:pt x="678487" y="202056"/>
                </a:lnTo>
                <a:lnTo>
                  <a:pt x="670626" y="182832"/>
                </a:lnTo>
                <a:close/>
                <a:moveTo>
                  <a:pt x="642159" y="211982"/>
                </a:moveTo>
                <a:lnTo>
                  <a:pt x="649027" y="186522"/>
                </a:lnTo>
                <a:lnTo>
                  <a:pt x="627429" y="204571"/>
                </a:lnTo>
                <a:close/>
                <a:moveTo>
                  <a:pt x="642159" y="211982"/>
                </a:moveTo>
                <a:lnTo>
                  <a:pt x="656888" y="214569"/>
                </a:lnTo>
                <a:lnTo>
                  <a:pt x="649027" y="186522"/>
                </a:lnTo>
                <a:close/>
                <a:moveTo>
                  <a:pt x="634297" y="192009"/>
                </a:moveTo>
                <a:lnTo>
                  <a:pt x="627429" y="204571"/>
                </a:lnTo>
                <a:lnTo>
                  <a:pt x="649027" y="186522"/>
                </a:lnTo>
                <a:close/>
                <a:moveTo>
                  <a:pt x="634297" y="192009"/>
                </a:moveTo>
                <a:lnTo>
                  <a:pt x="649027" y="186522"/>
                </a:lnTo>
                <a:lnTo>
                  <a:pt x="641166" y="176383"/>
                </a:lnTo>
                <a:close/>
                <a:moveTo>
                  <a:pt x="467385" y="179100"/>
                </a:moveTo>
                <a:lnTo>
                  <a:pt x="474254" y="165672"/>
                </a:lnTo>
                <a:lnTo>
                  <a:pt x="452656" y="176522"/>
                </a:lnTo>
                <a:close/>
                <a:moveTo>
                  <a:pt x="459524" y="163538"/>
                </a:moveTo>
                <a:lnTo>
                  <a:pt x="452656" y="176522"/>
                </a:lnTo>
                <a:lnTo>
                  <a:pt x="474254" y="165672"/>
                </a:lnTo>
                <a:close/>
                <a:moveTo>
                  <a:pt x="72657" y="26632"/>
                </a:moveTo>
                <a:lnTo>
                  <a:pt x="57927" y="20655"/>
                </a:lnTo>
                <a:lnTo>
                  <a:pt x="65788" y="42017"/>
                </a:lnTo>
                <a:close/>
                <a:moveTo>
                  <a:pt x="51058" y="36114"/>
                </a:moveTo>
                <a:lnTo>
                  <a:pt x="57927" y="20655"/>
                </a:lnTo>
                <a:lnTo>
                  <a:pt x="36328" y="32235"/>
                </a:lnTo>
                <a:close/>
                <a:moveTo>
                  <a:pt x="51058" y="36114"/>
                </a:moveTo>
                <a:lnTo>
                  <a:pt x="65788" y="42017"/>
                </a:lnTo>
                <a:lnTo>
                  <a:pt x="57927" y="20655"/>
                </a:lnTo>
                <a:close/>
                <a:moveTo>
                  <a:pt x="29460" y="48232"/>
                </a:moveTo>
                <a:lnTo>
                  <a:pt x="36328" y="32235"/>
                </a:lnTo>
                <a:lnTo>
                  <a:pt x="14730" y="42943"/>
                </a:lnTo>
                <a:close/>
                <a:moveTo>
                  <a:pt x="64796" y="3428"/>
                </a:moveTo>
                <a:lnTo>
                  <a:pt x="50066" y="0"/>
                </a:lnTo>
                <a:lnTo>
                  <a:pt x="57927" y="20655"/>
                </a:lnTo>
                <a:close/>
                <a:moveTo>
                  <a:pt x="43197" y="16447"/>
                </a:moveTo>
                <a:lnTo>
                  <a:pt x="36328" y="32235"/>
                </a:lnTo>
                <a:lnTo>
                  <a:pt x="57927" y="20655"/>
                </a:lnTo>
                <a:close/>
                <a:moveTo>
                  <a:pt x="43197" y="16447"/>
                </a:moveTo>
                <a:lnTo>
                  <a:pt x="28467" y="11534"/>
                </a:lnTo>
                <a:lnTo>
                  <a:pt x="36328" y="32235"/>
                </a:lnTo>
                <a:close/>
                <a:moveTo>
                  <a:pt x="43197" y="16447"/>
                </a:moveTo>
                <a:lnTo>
                  <a:pt x="50066" y="0"/>
                </a:lnTo>
                <a:lnTo>
                  <a:pt x="28467" y="11534"/>
                </a:lnTo>
                <a:close/>
                <a:moveTo>
                  <a:pt x="43197" y="16447"/>
                </a:moveTo>
                <a:lnTo>
                  <a:pt x="57927" y="20655"/>
                </a:lnTo>
                <a:lnTo>
                  <a:pt x="50066" y="0"/>
                </a:lnTo>
                <a:close/>
                <a:moveTo>
                  <a:pt x="21599" y="28149"/>
                </a:moveTo>
                <a:lnTo>
                  <a:pt x="14730" y="42943"/>
                </a:lnTo>
                <a:lnTo>
                  <a:pt x="36328" y="32235"/>
                </a:lnTo>
                <a:close/>
                <a:moveTo>
                  <a:pt x="21599" y="28149"/>
                </a:moveTo>
                <a:lnTo>
                  <a:pt x="6869" y="22635"/>
                </a:lnTo>
                <a:lnTo>
                  <a:pt x="14730" y="42943"/>
                </a:lnTo>
                <a:close/>
                <a:moveTo>
                  <a:pt x="21599" y="28149"/>
                </a:moveTo>
                <a:lnTo>
                  <a:pt x="28467" y="11534"/>
                </a:lnTo>
                <a:lnTo>
                  <a:pt x="6869" y="22635"/>
                </a:lnTo>
                <a:close/>
                <a:moveTo>
                  <a:pt x="21599" y="28149"/>
                </a:moveTo>
                <a:lnTo>
                  <a:pt x="36328" y="32235"/>
                </a:lnTo>
                <a:lnTo>
                  <a:pt x="28467" y="11534"/>
                </a:lnTo>
                <a:close/>
                <a:moveTo>
                  <a:pt x="0" y="38526"/>
                </a:moveTo>
                <a:lnTo>
                  <a:pt x="14730" y="42943"/>
                </a:lnTo>
                <a:lnTo>
                  <a:pt x="6869" y="22635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658" name="PANEL_01-water-14-230_952">
            <a:extLst>
              <a:ext uri="{FF2B5EF4-FFF2-40B4-BE49-F238E27FC236}">
                <a16:creationId xmlns:a16="http://schemas.microsoft.com/office/drawing/2014/main" id="{2CBFC2CD-51E7-4BAA-B99A-CBC993C4A2DC}"/>
              </a:ext>
            </a:extLst>
          </p:cNvPr>
          <p:cNvSpPr>
            <a:spLocks/>
          </p:cNvSpPr>
          <p:nvPr/>
        </p:nvSpPr>
        <p:spPr>
          <a:xfrm>
            <a:off x="1808524" y="1024732"/>
            <a:ext cx="107269" cy="20420"/>
          </a:xfrm>
          <a:custGeom>
            <a:pathLst>
              <a:path w="72657" h="13831">
                <a:moveTo>
                  <a:pt x="57927" y="6915"/>
                </a:moveTo>
                <a:lnTo>
                  <a:pt x="51058" y="13831"/>
                </a:lnTo>
                <a:lnTo>
                  <a:pt x="72657" y="10140"/>
                </a:lnTo>
                <a:close/>
                <a:moveTo>
                  <a:pt x="57927" y="6915"/>
                </a:moveTo>
                <a:lnTo>
                  <a:pt x="43197" y="3691"/>
                </a:lnTo>
                <a:lnTo>
                  <a:pt x="51058" y="13831"/>
                </a:lnTo>
                <a:close/>
                <a:moveTo>
                  <a:pt x="57927" y="6915"/>
                </a:moveTo>
                <a:lnTo>
                  <a:pt x="72657" y="10140"/>
                </a:lnTo>
                <a:lnTo>
                  <a:pt x="64796" y="0"/>
                </a:lnTo>
                <a:close/>
                <a:moveTo>
                  <a:pt x="6869" y="4157"/>
                </a:moveTo>
                <a:lnTo>
                  <a:pt x="0" y="11072"/>
                </a:lnTo>
                <a:lnTo>
                  <a:pt x="21599" y="7381"/>
                </a:lnTo>
                <a:close/>
              </a:path>
            </a:pathLst>
          </a:custGeom>
          <a:solidFill>
            <a:srgbClr val="F1F1F1"/>
          </a:solidFill>
          <a:ln w="1536">
            <a:solidFill>
              <a:srgbClr val="F1F1F1"/>
            </a:solidFill>
            <a:prstDash val="solid"/>
          </a:ln>
        </p:spPr>
      </p:sp>
      <p:sp>
        <p:nvSpPr>
          <p:cNvPr id="659" name="PANEL_01-slope-15-215_953">
            <a:extLst>
              <a:ext uri="{FF2B5EF4-FFF2-40B4-BE49-F238E27FC236}">
                <a16:creationId xmlns:a16="http://schemas.microsoft.com/office/drawing/2014/main" id="{86C85E76-C6D6-40D9-9CA8-21E0F30058E5}"/>
              </a:ext>
            </a:extLst>
          </p:cNvPr>
          <p:cNvSpPr>
            <a:spLocks/>
          </p:cNvSpPr>
          <p:nvPr/>
        </p:nvSpPr>
        <p:spPr>
          <a:xfrm>
            <a:off x="622707" y="637091"/>
            <a:ext cx="1862781" cy="444281"/>
          </a:xfrm>
          <a:custGeom>
            <a:pathLst>
              <a:path w="1261726" h="300928">
                <a:moveTo>
                  <a:pt x="1261726" y="297634"/>
                </a:moveTo>
                <a:lnTo>
                  <a:pt x="1246996" y="288658"/>
                </a:lnTo>
                <a:lnTo>
                  <a:pt x="1254857" y="300928"/>
                </a:lnTo>
                <a:close/>
                <a:moveTo>
                  <a:pt x="1240128" y="293003"/>
                </a:moveTo>
                <a:lnTo>
                  <a:pt x="1233259" y="296210"/>
                </a:lnTo>
                <a:lnTo>
                  <a:pt x="1254857" y="300928"/>
                </a:lnTo>
                <a:close/>
                <a:moveTo>
                  <a:pt x="1240128" y="293003"/>
                </a:moveTo>
                <a:lnTo>
                  <a:pt x="1225398" y="283556"/>
                </a:lnTo>
                <a:lnTo>
                  <a:pt x="1233259" y="296210"/>
                </a:lnTo>
                <a:close/>
                <a:moveTo>
                  <a:pt x="1240128" y="293003"/>
                </a:moveTo>
                <a:lnTo>
                  <a:pt x="1246996" y="288658"/>
                </a:lnTo>
                <a:lnTo>
                  <a:pt x="1225398" y="283556"/>
                </a:lnTo>
                <a:close/>
                <a:moveTo>
                  <a:pt x="1240128" y="293003"/>
                </a:moveTo>
                <a:lnTo>
                  <a:pt x="1254857" y="300928"/>
                </a:lnTo>
                <a:lnTo>
                  <a:pt x="1246996" y="288658"/>
                </a:lnTo>
                <a:close/>
                <a:moveTo>
                  <a:pt x="1218529" y="287868"/>
                </a:moveTo>
                <a:lnTo>
                  <a:pt x="1225398" y="283556"/>
                </a:lnTo>
                <a:lnTo>
                  <a:pt x="1203799" y="277974"/>
                </a:lnTo>
                <a:close/>
                <a:moveTo>
                  <a:pt x="1218529" y="287868"/>
                </a:moveTo>
                <a:lnTo>
                  <a:pt x="1233259" y="296210"/>
                </a:lnTo>
                <a:lnTo>
                  <a:pt x="1225398" y="283556"/>
                </a:lnTo>
                <a:close/>
                <a:moveTo>
                  <a:pt x="1210668" y="274081"/>
                </a:moveTo>
                <a:lnTo>
                  <a:pt x="1203799" y="277974"/>
                </a:lnTo>
                <a:lnTo>
                  <a:pt x="1225398" y="283556"/>
                </a:lnTo>
                <a:close/>
                <a:moveTo>
                  <a:pt x="1210668" y="274081"/>
                </a:moveTo>
                <a:lnTo>
                  <a:pt x="1195938" y="262762"/>
                </a:lnTo>
                <a:lnTo>
                  <a:pt x="1203799" y="277974"/>
                </a:lnTo>
                <a:close/>
                <a:moveTo>
                  <a:pt x="476239" y="256312"/>
                </a:moveTo>
                <a:lnTo>
                  <a:pt x="461509" y="249101"/>
                </a:lnTo>
                <a:lnTo>
                  <a:pt x="469371" y="259513"/>
                </a:lnTo>
                <a:close/>
                <a:moveTo>
                  <a:pt x="454641" y="252775"/>
                </a:moveTo>
                <a:lnTo>
                  <a:pt x="461509" y="249101"/>
                </a:lnTo>
                <a:lnTo>
                  <a:pt x="439911" y="244435"/>
                </a:lnTo>
                <a:close/>
                <a:moveTo>
                  <a:pt x="446779" y="242287"/>
                </a:moveTo>
                <a:lnTo>
                  <a:pt x="439911" y="244435"/>
                </a:lnTo>
                <a:lnTo>
                  <a:pt x="461509" y="249101"/>
                </a:lnTo>
                <a:close/>
                <a:moveTo>
                  <a:pt x="446779" y="242287"/>
                </a:moveTo>
                <a:lnTo>
                  <a:pt x="432050" y="235136"/>
                </a:lnTo>
                <a:lnTo>
                  <a:pt x="439911" y="244435"/>
                </a:lnTo>
                <a:close/>
                <a:moveTo>
                  <a:pt x="425181" y="236069"/>
                </a:moveTo>
                <a:lnTo>
                  <a:pt x="432050" y="235136"/>
                </a:lnTo>
                <a:lnTo>
                  <a:pt x="410451" y="230210"/>
                </a:lnTo>
                <a:close/>
                <a:moveTo>
                  <a:pt x="425181" y="236069"/>
                </a:moveTo>
                <a:lnTo>
                  <a:pt x="439911" y="244435"/>
                </a:lnTo>
                <a:lnTo>
                  <a:pt x="432050" y="235136"/>
                </a:lnTo>
                <a:close/>
                <a:moveTo>
                  <a:pt x="417320" y="229032"/>
                </a:moveTo>
                <a:lnTo>
                  <a:pt x="410451" y="230210"/>
                </a:lnTo>
                <a:lnTo>
                  <a:pt x="432050" y="235136"/>
                </a:lnTo>
                <a:close/>
                <a:moveTo>
                  <a:pt x="395721" y="226241"/>
                </a:moveTo>
                <a:lnTo>
                  <a:pt x="388853" y="227898"/>
                </a:lnTo>
                <a:lnTo>
                  <a:pt x="410451" y="230210"/>
                </a:lnTo>
                <a:close/>
                <a:moveTo>
                  <a:pt x="395721" y="226241"/>
                </a:moveTo>
                <a:lnTo>
                  <a:pt x="380991" y="225229"/>
                </a:lnTo>
                <a:lnTo>
                  <a:pt x="388853" y="227898"/>
                </a:lnTo>
                <a:close/>
                <a:moveTo>
                  <a:pt x="395721" y="226241"/>
                </a:moveTo>
                <a:lnTo>
                  <a:pt x="410451" y="230210"/>
                </a:lnTo>
                <a:lnTo>
                  <a:pt x="402590" y="226086"/>
                </a:lnTo>
                <a:close/>
                <a:moveTo>
                  <a:pt x="132569" y="125833"/>
                </a:moveTo>
                <a:lnTo>
                  <a:pt x="117839" y="113496"/>
                </a:lnTo>
                <a:lnTo>
                  <a:pt x="125700" y="129451"/>
                </a:lnTo>
                <a:close/>
                <a:moveTo>
                  <a:pt x="110970" y="118190"/>
                </a:moveTo>
                <a:lnTo>
                  <a:pt x="117839" y="113496"/>
                </a:lnTo>
                <a:lnTo>
                  <a:pt x="96240" y="105435"/>
                </a:lnTo>
                <a:close/>
                <a:moveTo>
                  <a:pt x="110970" y="118190"/>
                </a:moveTo>
                <a:lnTo>
                  <a:pt x="125700" y="129451"/>
                </a:lnTo>
                <a:lnTo>
                  <a:pt x="117839" y="113496"/>
                </a:lnTo>
                <a:close/>
                <a:moveTo>
                  <a:pt x="103109" y="102135"/>
                </a:moveTo>
                <a:lnTo>
                  <a:pt x="96240" y="105435"/>
                </a:lnTo>
                <a:lnTo>
                  <a:pt x="117839" y="113496"/>
                </a:lnTo>
                <a:close/>
                <a:moveTo>
                  <a:pt x="103109" y="102135"/>
                </a:moveTo>
                <a:lnTo>
                  <a:pt x="88379" y="86999"/>
                </a:lnTo>
                <a:lnTo>
                  <a:pt x="96240" y="105435"/>
                </a:lnTo>
                <a:close/>
                <a:moveTo>
                  <a:pt x="81511" y="92545"/>
                </a:moveTo>
                <a:lnTo>
                  <a:pt x="74642" y="97732"/>
                </a:lnTo>
                <a:lnTo>
                  <a:pt x="96240" y="105435"/>
                </a:lnTo>
                <a:close/>
                <a:moveTo>
                  <a:pt x="81511" y="92545"/>
                </a:moveTo>
                <a:lnTo>
                  <a:pt x="66781" y="78592"/>
                </a:lnTo>
                <a:lnTo>
                  <a:pt x="74642" y="97732"/>
                </a:lnTo>
                <a:close/>
                <a:moveTo>
                  <a:pt x="81511" y="92545"/>
                </a:moveTo>
                <a:lnTo>
                  <a:pt x="88379" y="86999"/>
                </a:lnTo>
                <a:lnTo>
                  <a:pt x="66781" y="78592"/>
                </a:lnTo>
                <a:close/>
                <a:moveTo>
                  <a:pt x="81511" y="92545"/>
                </a:moveTo>
                <a:lnTo>
                  <a:pt x="96240" y="105435"/>
                </a:lnTo>
                <a:lnTo>
                  <a:pt x="88379" y="86999"/>
                </a:lnTo>
                <a:close/>
                <a:moveTo>
                  <a:pt x="73649" y="73373"/>
                </a:moveTo>
                <a:lnTo>
                  <a:pt x="66781" y="78592"/>
                </a:lnTo>
                <a:lnTo>
                  <a:pt x="88379" y="86999"/>
                </a:lnTo>
                <a:close/>
                <a:moveTo>
                  <a:pt x="73649" y="73373"/>
                </a:moveTo>
                <a:lnTo>
                  <a:pt x="58919" y="57933"/>
                </a:lnTo>
                <a:lnTo>
                  <a:pt x="66781" y="78592"/>
                </a:lnTo>
                <a:close/>
                <a:moveTo>
                  <a:pt x="52051" y="64086"/>
                </a:moveTo>
                <a:lnTo>
                  <a:pt x="45182" y="71845"/>
                </a:lnTo>
                <a:lnTo>
                  <a:pt x="66781" y="78592"/>
                </a:lnTo>
                <a:close/>
                <a:moveTo>
                  <a:pt x="52051" y="64086"/>
                </a:moveTo>
                <a:lnTo>
                  <a:pt x="37321" y="49786"/>
                </a:lnTo>
                <a:lnTo>
                  <a:pt x="45182" y="71845"/>
                </a:lnTo>
                <a:close/>
                <a:moveTo>
                  <a:pt x="52051" y="64086"/>
                </a:moveTo>
                <a:lnTo>
                  <a:pt x="58919" y="57933"/>
                </a:lnTo>
                <a:lnTo>
                  <a:pt x="37321" y="49786"/>
                </a:lnTo>
                <a:close/>
                <a:moveTo>
                  <a:pt x="52051" y="64086"/>
                </a:moveTo>
                <a:lnTo>
                  <a:pt x="66781" y="78592"/>
                </a:lnTo>
                <a:lnTo>
                  <a:pt x="58919" y="57933"/>
                </a:lnTo>
                <a:close/>
                <a:moveTo>
                  <a:pt x="44190" y="43695"/>
                </a:moveTo>
                <a:lnTo>
                  <a:pt x="37321" y="49786"/>
                </a:lnTo>
                <a:lnTo>
                  <a:pt x="58919" y="57933"/>
                </a:lnTo>
                <a:close/>
                <a:moveTo>
                  <a:pt x="44190" y="43695"/>
                </a:moveTo>
                <a:lnTo>
                  <a:pt x="29460" y="28666"/>
                </a:lnTo>
                <a:lnTo>
                  <a:pt x="37321" y="49786"/>
                </a:lnTo>
                <a:close/>
                <a:moveTo>
                  <a:pt x="22591" y="34856"/>
                </a:moveTo>
                <a:lnTo>
                  <a:pt x="15722" y="42743"/>
                </a:lnTo>
                <a:lnTo>
                  <a:pt x="37321" y="49786"/>
                </a:lnTo>
                <a:close/>
                <a:moveTo>
                  <a:pt x="22591" y="34856"/>
                </a:moveTo>
                <a:lnTo>
                  <a:pt x="7861" y="20571"/>
                </a:lnTo>
                <a:lnTo>
                  <a:pt x="15722" y="42743"/>
                </a:lnTo>
                <a:close/>
                <a:moveTo>
                  <a:pt x="22591" y="34856"/>
                </a:moveTo>
                <a:lnTo>
                  <a:pt x="29460" y="28666"/>
                </a:lnTo>
                <a:lnTo>
                  <a:pt x="7861" y="20571"/>
                </a:lnTo>
                <a:close/>
                <a:moveTo>
                  <a:pt x="22591" y="34856"/>
                </a:moveTo>
                <a:lnTo>
                  <a:pt x="37321" y="49786"/>
                </a:lnTo>
                <a:lnTo>
                  <a:pt x="29460" y="28666"/>
                </a:lnTo>
                <a:close/>
                <a:moveTo>
                  <a:pt x="14730" y="14353"/>
                </a:moveTo>
                <a:lnTo>
                  <a:pt x="7861" y="20571"/>
                </a:lnTo>
                <a:lnTo>
                  <a:pt x="29460" y="28666"/>
                </a:lnTo>
                <a:close/>
                <a:moveTo>
                  <a:pt x="14730" y="14353"/>
                </a:moveTo>
                <a:lnTo>
                  <a:pt x="0" y="0"/>
                </a:lnTo>
                <a:lnTo>
                  <a:pt x="7861" y="20571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60" name="PANEL_01-slope-15-220_954">
            <a:extLst>
              <a:ext uri="{FF2B5EF4-FFF2-40B4-BE49-F238E27FC236}">
                <a16:creationId xmlns:a16="http://schemas.microsoft.com/office/drawing/2014/main" id="{E990674B-F35F-48A8-B248-7A6A9C149E1F}"/>
              </a:ext>
            </a:extLst>
          </p:cNvPr>
          <p:cNvSpPr>
            <a:spLocks/>
          </p:cNvSpPr>
          <p:nvPr/>
        </p:nvSpPr>
        <p:spPr>
          <a:xfrm>
            <a:off x="808289" y="820694"/>
            <a:ext cx="1913484" cy="299248"/>
          </a:xfrm>
          <a:custGeom>
            <a:pathLst>
              <a:path w="1296069" h="202691">
                <a:moveTo>
                  <a:pt x="1281339" y="154286"/>
                </a:moveTo>
                <a:lnTo>
                  <a:pt x="1274471" y="160663"/>
                </a:lnTo>
                <a:lnTo>
                  <a:pt x="1296069" y="157627"/>
                </a:lnTo>
                <a:close/>
                <a:moveTo>
                  <a:pt x="1281339" y="154286"/>
                </a:moveTo>
                <a:lnTo>
                  <a:pt x="1266610" y="155626"/>
                </a:lnTo>
                <a:lnTo>
                  <a:pt x="1274471" y="160663"/>
                </a:lnTo>
                <a:close/>
                <a:moveTo>
                  <a:pt x="1281339" y="154286"/>
                </a:moveTo>
                <a:lnTo>
                  <a:pt x="1296069" y="157627"/>
                </a:lnTo>
                <a:lnTo>
                  <a:pt x="1288208" y="149490"/>
                </a:lnTo>
                <a:close/>
                <a:moveTo>
                  <a:pt x="1259741" y="158306"/>
                </a:moveTo>
                <a:lnTo>
                  <a:pt x="1266610" y="155626"/>
                </a:lnTo>
                <a:lnTo>
                  <a:pt x="1245011" y="164090"/>
                </a:lnTo>
                <a:close/>
                <a:moveTo>
                  <a:pt x="1259741" y="158306"/>
                </a:moveTo>
                <a:lnTo>
                  <a:pt x="1274471" y="160663"/>
                </a:lnTo>
                <a:lnTo>
                  <a:pt x="1266610" y="155626"/>
                </a:lnTo>
                <a:close/>
                <a:moveTo>
                  <a:pt x="1238142" y="169393"/>
                </a:moveTo>
                <a:lnTo>
                  <a:pt x="1245011" y="164090"/>
                </a:lnTo>
                <a:lnTo>
                  <a:pt x="1223413" y="176642"/>
                </a:lnTo>
                <a:close/>
                <a:moveTo>
                  <a:pt x="1173347" y="202691"/>
                </a:moveTo>
                <a:lnTo>
                  <a:pt x="1180216" y="194844"/>
                </a:lnTo>
                <a:lnTo>
                  <a:pt x="1158617" y="193709"/>
                </a:lnTo>
                <a:close/>
                <a:moveTo>
                  <a:pt x="1165486" y="188286"/>
                </a:moveTo>
                <a:lnTo>
                  <a:pt x="1158617" y="193709"/>
                </a:lnTo>
                <a:lnTo>
                  <a:pt x="1180216" y="194844"/>
                </a:lnTo>
                <a:close/>
                <a:moveTo>
                  <a:pt x="1165486" y="188286"/>
                </a:moveTo>
                <a:lnTo>
                  <a:pt x="1150756" y="180275"/>
                </a:lnTo>
                <a:lnTo>
                  <a:pt x="1158617" y="193709"/>
                </a:lnTo>
                <a:close/>
                <a:moveTo>
                  <a:pt x="1165486" y="188286"/>
                </a:moveTo>
                <a:lnTo>
                  <a:pt x="1172354" y="181783"/>
                </a:lnTo>
                <a:lnTo>
                  <a:pt x="1150756" y="180275"/>
                </a:lnTo>
                <a:close/>
                <a:moveTo>
                  <a:pt x="1165486" y="188286"/>
                </a:moveTo>
                <a:lnTo>
                  <a:pt x="1180216" y="194844"/>
                </a:lnTo>
                <a:lnTo>
                  <a:pt x="1172354" y="181783"/>
                </a:lnTo>
                <a:close/>
                <a:moveTo>
                  <a:pt x="1143887" y="184354"/>
                </a:moveTo>
                <a:lnTo>
                  <a:pt x="1150756" y="180275"/>
                </a:lnTo>
                <a:lnTo>
                  <a:pt x="1129157" y="176566"/>
                </a:lnTo>
                <a:close/>
                <a:moveTo>
                  <a:pt x="1143887" y="184354"/>
                </a:moveTo>
                <a:lnTo>
                  <a:pt x="1158617" y="193709"/>
                </a:lnTo>
                <a:lnTo>
                  <a:pt x="1150756" y="180275"/>
                </a:lnTo>
                <a:close/>
                <a:moveTo>
                  <a:pt x="1136026" y="173272"/>
                </a:moveTo>
                <a:lnTo>
                  <a:pt x="1129157" y="176566"/>
                </a:lnTo>
                <a:lnTo>
                  <a:pt x="1150756" y="180275"/>
                </a:lnTo>
                <a:close/>
                <a:moveTo>
                  <a:pt x="1084968" y="149720"/>
                </a:moveTo>
                <a:lnTo>
                  <a:pt x="1099698" y="159195"/>
                </a:lnTo>
                <a:lnTo>
                  <a:pt x="1091836" y="143233"/>
                </a:lnTo>
                <a:close/>
                <a:moveTo>
                  <a:pt x="1063369" y="145190"/>
                </a:moveTo>
                <a:lnTo>
                  <a:pt x="1070238" y="138400"/>
                </a:lnTo>
                <a:lnTo>
                  <a:pt x="1048639" y="135555"/>
                </a:lnTo>
                <a:close/>
                <a:moveTo>
                  <a:pt x="1063369" y="145190"/>
                </a:moveTo>
                <a:lnTo>
                  <a:pt x="1078099" y="153613"/>
                </a:lnTo>
                <a:lnTo>
                  <a:pt x="1070238" y="138400"/>
                </a:lnTo>
                <a:close/>
                <a:moveTo>
                  <a:pt x="1055508" y="127761"/>
                </a:moveTo>
                <a:lnTo>
                  <a:pt x="1048639" y="135555"/>
                </a:lnTo>
                <a:lnTo>
                  <a:pt x="1070238" y="138400"/>
                </a:lnTo>
                <a:close/>
                <a:moveTo>
                  <a:pt x="1055508" y="127761"/>
                </a:moveTo>
                <a:lnTo>
                  <a:pt x="1040778" y="117962"/>
                </a:lnTo>
                <a:lnTo>
                  <a:pt x="1048639" y="135555"/>
                </a:lnTo>
                <a:close/>
                <a:moveTo>
                  <a:pt x="1033910" y="128058"/>
                </a:moveTo>
                <a:lnTo>
                  <a:pt x="1027041" y="132263"/>
                </a:lnTo>
                <a:lnTo>
                  <a:pt x="1048639" y="135555"/>
                </a:lnTo>
                <a:close/>
                <a:moveTo>
                  <a:pt x="1033910" y="128058"/>
                </a:moveTo>
                <a:lnTo>
                  <a:pt x="1019180" y="117421"/>
                </a:lnTo>
                <a:lnTo>
                  <a:pt x="1027041" y="132263"/>
                </a:lnTo>
                <a:close/>
                <a:moveTo>
                  <a:pt x="1033910" y="128058"/>
                </a:moveTo>
                <a:lnTo>
                  <a:pt x="1040778" y="117962"/>
                </a:lnTo>
                <a:lnTo>
                  <a:pt x="1019180" y="117421"/>
                </a:lnTo>
                <a:close/>
                <a:moveTo>
                  <a:pt x="1033910" y="128058"/>
                </a:moveTo>
                <a:lnTo>
                  <a:pt x="1048639" y="135555"/>
                </a:lnTo>
                <a:lnTo>
                  <a:pt x="1040778" y="117962"/>
                </a:lnTo>
                <a:close/>
                <a:moveTo>
                  <a:pt x="1012311" y="125594"/>
                </a:moveTo>
                <a:lnTo>
                  <a:pt x="1019180" y="117421"/>
                </a:lnTo>
                <a:lnTo>
                  <a:pt x="997581" y="114586"/>
                </a:lnTo>
                <a:close/>
                <a:moveTo>
                  <a:pt x="1012311" y="125594"/>
                </a:moveTo>
                <a:lnTo>
                  <a:pt x="1027041" y="132263"/>
                </a:lnTo>
                <a:lnTo>
                  <a:pt x="1019180" y="117421"/>
                </a:lnTo>
                <a:close/>
                <a:moveTo>
                  <a:pt x="1004450" y="108957"/>
                </a:moveTo>
                <a:lnTo>
                  <a:pt x="997581" y="114586"/>
                </a:lnTo>
                <a:lnTo>
                  <a:pt x="1019180" y="117421"/>
                </a:lnTo>
                <a:close/>
                <a:moveTo>
                  <a:pt x="1004450" y="108957"/>
                </a:moveTo>
                <a:lnTo>
                  <a:pt x="989720" y="97588"/>
                </a:lnTo>
                <a:lnTo>
                  <a:pt x="997581" y="114586"/>
                </a:lnTo>
                <a:close/>
                <a:moveTo>
                  <a:pt x="1004450" y="108957"/>
                </a:moveTo>
                <a:lnTo>
                  <a:pt x="1019180" y="117421"/>
                </a:lnTo>
                <a:lnTo>
                  <a:pt x="1011318" y="99130"/>
                </a:lnTo>
                <a:close/>
                <a:moveTo>
                  <a:pt x="982851" y="105024"/>
                </a:moveTo>
                <a:lnTo>
                  <a:pt x="968121" y="95992"/>
                </a:lnTo>
                <a:lnTo>
                  <a:pt x="975983" y="109431"/>
                </a:lnTo>
                <a:close/>
                <a:moveTo>
                  <a:pt x="982851" y="105024"/>
                </a:moveTo>
                <a:lnTo>
                  <a:pt x="989720" y="97588"/>
                </a:lnTo>
                <a:lnTo>
                  <a:pt x="968121" y="95992"/>
                </a:lnTo>
                <a:close/>
                <a:moveTo>
                  <a:pt x="982851" y="105024"/>
                </a:moveTo>
                <a:lnTo>
                  <a:pt x="997581" y="114586"/>
                </a:lnTo>
                <a:lnTo>
                  <a:pt x="989720" y="97588"/>
                </a:lnTo>
                <a:close/>
                <a:moveTo>
                  <a:pt x="974990" y="87285"/>
                </a:moveTo>
                <a:lnTo>
                  <a:pt x="968121" y="95992"/>
                </a:lnTo>
                <a:lnTo>
                  <a:pt x="989720" y="97588"/>
                </a:lnTo>
                <a:close/>
                <a:moveTo>
                  <a:pt x="910195" y="120745"/>
                </a:moveTo>
                <a:lnTo>
                  <a:pt x="903326" y="124833"/>
                </a:lnTo>
                <a:lnTo>
                  <a:pt x="924924" y="114668"/>
                </a:lnTo>
                <a:close/>
                <a:moveTo>
                  <a:pt x="910195" y="120745"/>
                </a:moveTo>
                <a:lnTo>
                  <a:pt x="895465" y="122543"/>
                </a:lnTo>
                <a:lnTo>
                  <a:pt x="903326" y="124833"/>
                </a:lnTo>
                <a:close/>
                <a:moveTo>
                  <a:pt x="888596" y="128049"/>
                </a:moveTo>
                <a:lnTo>
                  <a:pt x="873866" y="129238"/>
                </a:lnTo>
                <a:lnTo>
                  <a:pt x="881727" y="131077"/>
                </a:lnTo>
                <a:close/>
                <a:moveTo>
                  <a:pt x="888596" y="128049"/>
                </a:moveTo>
                <a:lnTo>
                  <a:pt x="895465" y="122543"/>
                </a:lnTo>
                <a:lnTo>
                  <a:pt x="873866" y="129238"/>
                </a:lnTo>
                <a:close/>
                <a:moveTo>
                  <a:pt x="888596" y="128049"/>
                </a:moveTo>
                <a:lnTo>
                  <a:pt x="903326" y="124833"/>
                </a:lnTo>
                <a:lnTo>
                  <a:pt x="895465" y="122543"/>
                </a:lnTo>
                <a:close/>
                <a:moveTo>
                  <a:pt x="866998" y="132367"/>
                </a:moveTo>
                <a:lnTo>
                  <a:pt x="873866" y="129238"/>
                </a:lnTo>
                <a:lnTo>
                  <a:pt x="852268" y="133071"/>
                </a:lnTo>
                <a:close/>
                <a:moveTo>
                  <a:pt x="866998" y="132367"/>
                </a:moveTo>
                <a:lnTo>
                  <a:pt x="881727" y="131077"/>
                </a:lnTo>
                <a:lnTo>
                  <a:pt x="873866" y="129238"/>
                </a:lnTo>
                <a:close/>
                <a:moveTo>
                  <a:pt x="859136" y="130700"/>
                </a:moveTo>
                <a:lnTo>
                  <a:pt x="852268" y="133071"/>
                </a:lnTo>
                <a:lnTo>
                  <a:pt x="873866" y="129238"/>
                </a:lnTo>
                <a:close/>
                <a:moveTo>
                  <a:pt x="837538" y="132488"/>
                </a:moveTo>
                <a:lnTo>
                  <a:pt x="830669" y="137152"/>
                </a:lnTo>
                <a:lnTo>
                  <a:pt x="852268" y="133071"/>
                </a:lnTo>
                <a:close/>
                <a:moveTo>
                  <a:pt x="837538" y="132488"/>
                </a:moveTo>
                <a:lnTo>
                  <a:pt x="822808" y="132482"/>
                </a:lnTo>
                <a:lnTo>
                  <a:pt x="830669" y="137152"/>
                </a:lnTo>
                <a:close/>
                <a:moveTo>
                  <a:pt x="837538" y="132488"/>
                </a:moveTo>
                <a:lnTo>
                  <a:pt x="852268" y="133071"/>
                </a:lnTo>
                <a:lnTo>
                  <a:pt x="844406" y="129164"/>
                </a:lnTo>
                <a:close/>
                <a:moveTo>
                  <a:pt x="815939" y="137110"/>
                </a:moveTo>
                <a:lnTo>
                  <a:pt x="809071" y="143621"/>
                </a:lnTo>
                <a:lnTo>
                  <a:pt x="830669" y="137152"/>
                </a:lnTo>
                <a:close/>
                <a:moveTo>
                  <a:pt x="815939" y="137110"/>
                </a:moveTo>
                <a:lnTo>
                  <a:pt x="822808" y="132482"/>
                </a:lnTo>
                <a:lnTo>
                  <a:pt x="801209" y="138486"/>
                </a:lnTo>
                <a:close/>
                <a:moveTo>
                  <a:pt x="815939" y="137110"/>
                </a:moveTo>
                <a:lnTo>
                  <a:pt x="830669" y="137152"/>
                </a:lnTo>
                <a:lnTo>
                  <a:pt x="822808" y="132482"/>
                </a:lnTo>
                <a:close/>
                <a:moveTo>
                  <a:pt x="627429" y="180679"/>
                </a:moveTo>
                <a:lnTo>
                  <a:pt x="620560" y="187664"/>
                </a:lnTo>
                <a:lnTo>
                  <a:pt x="642159" y="189941"/>
                </a:lnTo>
                <a:close/>
                <a:moveTo>
                  <a:pt x="627429" y="180679"/>
                </a:moveTo>
                <a:lnTo>
                  <a:pt x="612699" y="168041"/>
                </a:lnTo>
                <a:lnTo>
                  <a:pt x="620560" y="187664"/>
                </a:lnTo>
                <a:close/>
                <a:moveTo>
                  <a:pt x="627429" y="180679"/>
                </a:moveTo>
                <a:lnTo>
                  <a:pt x="634297" y="169889"/>
                </a:lnTo>
                <a:lnTo>
                  <a:pt x="612699" y="168041"/>
                </a:lnTo>
                <a:close/>
                <a:moveTo>
                  <a:pt x="627429" y="180679"/>
                </a:moveTo>
                <a:lnTo>
                  <a:pt x="642159" y="189941"/>
                </a:lnTo>
                <a:lnTo>
                  <a:pt x="634297" y="169889"/>
                </a:lnTo>
                <a:close/>
                <a:moveTo>
                  <a:pt x="605830" y="175373"/>
                </a:moveTo>
                <a:lnTo>
                  <a:pt x="612699" y="168041"/>
                </a:lnTo>
                <a:lnTo>
                  <a:pt x="591100" y="163709"/>
                </a:lnTo>
                <a:close/>
                <a:moveTo>
                  <a:pt x="605830" y="175373"/>
                </a:moveTo>
                <a:lnTo>
                  <a:pt x="620560" y="187664"/>
                </a:lnTo>
                <a:lnTo>
                  <a:pt x="612699" y="168041"/>
                </a:lnTo>
                <a:close/>
                <a:moveTo>
                  <a:pt x="619568" y="159084"/>
                </a:moveTo>
                <a:lnTo>
                  <a:pt x="612699" y="168041"/>
                </a:lnTo>
                <a:lnTo>
                  <a:pt x="634297" y="169889"/>
                </a:lnTo>
                <a:close/>
                <a:moveTo>
                  <a:pt x="597969" y="157027"/>
                </a:moveTo>
                <a:lnTo>
                  <a:pt x="591100" y="163709"/>
                </a:lnTo>
                <a:lnTo>
                  <a:pt x="612699" y="168041"/>
                </a:lnTo>
                <a:close/>
                <a:moveTo>
                  <a:pt x="597969" y="157027"/>
                </a:moveTo>
                <a:lnTo>
                  <a:pt x="583239" y="147126"/>
                </a:lnTo>
                <a:lnTo>
                  <a:pt x="591100" y="163709"/>
                </a:lnTo>
                <a:close/>
                <a:moveTo>
                  <a:pt x="597969" y="157027"/>
                </a:moveTo>
                <a:lnTo>
                  <a:pt x="604838" y="150117"/>
                </a:lnTo>
                <a:lnTo>
                  <a:pt x="583239" y="147126"/>
                </a:lnTo>
                <a:close/>
                <a:moveTo>
                  <a:pt x="597969" y="157027"/>
                </a:moveTo>
                <a:lnTo>
                  <a:pt x="612699" y="168041"/>
                </a:lnTo>
                <a:lnTo>
                  <a:pt x="604838" y="150117"/>
                </a:lnTo>
                <a:close/>
                <a:moveTo>
                  <a:pt x="576370" y="151672"/>
                </a:moveTo>
                <a:lnTo>
                  <a:pt x="583239" y="147126"/>
                </a:lnTo>
                <a:lnTo>
                  <a:pt x="561641" y="143892"/>
                </a:lnTo>
                <a:close/>
                <a:moveTo>
                  <a:pt x="576370" y="151672"/>
                </a:moveTo>
                <a:lnTo>
                  <a:pt x="591100" y="163709"/>
                </a:lnTo>
                <a:lnTo>
                  <a:pt x="583239" y="147126"/>
                </a:lnTo>
                <a:close/>
                <a:moveTo>
                  <a:pt x="568509" y="137425"/>
                </a:moveTo>
                <a:lnTo>
                  <a:pt x="561641" y="143892"/>
                </a:lnTo>
                <a:lnTo>
                  <a:pt x="583239" y="147126"/>
                </a:lnTo>
                <a:close/>
                <a:moveTo>
                  <a:pt x="568509" y="137425"/>
                </a:moveTo>
                <a:lnTo>
                  <a:pt x="553779" y="128641"/>
                </a:lnTo>
                <a:lnTo>
                  <a:pt x="561641" y="143892"/>
                </a:lnTo>
                <a:close/>
                <a:moveTo>
                  <a:pt x="546911" y="135016"/>
                </a:moveTo>
                <a:lnTo>
                  <a:pt x="561641" y="143892"/>
                </a:lnTo>
                <a:lnTo>
                  <a:pt x="553779" y="128641"/>
                </a:lnTo>
                <a:close/>
                <a:moveTo>
                  <a:pt x="452656" y="155002"/>
                </a:moveTo>
                <a:lnTo>
                  <a:pt x="437926" y="148277"/>
                </a:lnTo>
                <a:lnTo>
                  <a:pt x="445787" y="161494"/>
                </a:lnTo>
                <a:close/>
                <a:moveTo>
                  <a:pt x="431057" y="155209"/>
                </a:moveTo>
                <a:lnTo>
                  <a:pt x="437926" y="148277"/>
                </a:lnTo>
                <a:lnTo>
                  <a:pt x="416327" y="148973"/>
                </a:lnTo>
                <a:close/>
                <a:moveTo>
                  <a:pt x="423196" y="142726"/>
                </a:moveTo>
                <a:lnTo>
                  <a:pt x="416327" y="148973"/>
                </a:lnTo>
                <a:lnTo>
                  <a:pt x="437926" y="148277"/>
                </a:lnTo>
                <a:close/>
                <a:moveTo>
                  <a:pt x="423196" y="142726"/>
                </a:moveTo>
                <a:lnTo>
                  <a:pt x="408466" y="137863"/>
                </a:lnTo>
                <a:lnTo>
                  <a:pt x="416327" y="148973"/>
                </a:lnTo>
                <a:close/>
                <a:moveTo>
                  <a:pt x="401597" y="143375"/>
                </a:moveTo>
                <a:lnTo>
                  <a:pt x="394729" y="148726"/>
                </a:lnTo>
                <a:lnTo>
                  <a:pt x="416327" y="148973"/>
                </a:lnTo>
                <a:close/>
                <a:moveTo>
                  <a:pt x="401597" y="143375"/>
                </a:moveTo>
                <a:lnTo>
                  <a:pt x="386867" y="138375"/>
                </a:lnTo>
                <a:lnTo>
                  <a:pt x="394729" y="148726"/>
                </a:lnTo>
                <a:close/>
                <a:moveTo>
                  <a:pt x="401597" y="143375"/>
                </a:moveTo>
                <a:lnTo>
                  <a:pt x="408466" y="137863"/>
                </a:lnTo>
                <a:lnTo>
                  <a:pt x="386867" y="138375"/>
                </a:lnTo>
                <a:close/>
                <a:moveTo>
                  <a:pt x="401597" y="143375"/>
                </a:moveTo>
                <a:lnTo>
                  <a:pt x="416327" y="148973"/>
                </a:lnTo>
                <a:lnTo>
                  <a:pt x="408466" y="137863"/>
                </a:lnTo>
                <a:close/>
                <a:moveTo>
                  <a:pt x="379999" y="142743"/>
                </a:moveTo>
                <a:lnTo>
                  <a:pt x="386867" y="138375"/>
                </a:lnTo>
                <a:lnTo>
                  <a:pt x="365269" y="137385"/>
                </a:lnTo>
                <a:close/>
                <a:moveTo>
                  <a:pt x="379999" y="142743"/>
                </a:moveTo>
                <a:lnTo>
                  <a:pt x="394729" y="148726"/>
                </a:lnTo>
                <a:lnTo>
                  <a:pt x="386867" y="138375"/>
                </a:lnTo>
                <a:close/>
                <a:moveTo>
                  <a:pt x="372138" y="133807"/>
                </a:moveTo>
                <a:lnTo>
                  <a:pt x="365269" y="137385"/>
                </a:lnTo>
                <a:lnTo>
                  <a:pt x="386867" y="138375"/>
                </a:lnTo>
                <a:close/>
                <a:moveTo>
                  <a:pt x="372138" y="133807"/>
                </a:moveTo>
                <a:lnTo>
                  <a:pt x="357408" y="127312"/>
                </a:lnTo>
                <a:lnTo>
                  <a:pt x="365269" y="137385"/>
                </a:lnTo>
                <a:close/>
                <a:moveTo>
                  <a:pt x="350539" y="131951"/>
                </a:moveTo>
                <a:lnTo>
                  <a:pt x="343670" y="135151"/>
                </a:lnTo>
                <a:lnTo>
                  <a:pt x="365269" y="137385"/>
                </a:lnTo>
                <a:close/>
                <a:moveTo>
                  <a:pt x="350539" y="131951"/>
                </a:moveTo>
                <a:lnTo>
                  <a:pt x="357408" y="127312"/>
                </a:lnTo>
                <a:lnTo>
                  <a:pt x="335809" y="124740"/>
                </a:lnTo>
                <a:close/>
                <a:moveTo>
                  <a:pt x="350539" y="131951"/>
                </a:moveTo>
                <a:lnTo>
                  <a:pt x="365269" y="137385"/>
                </a:lnTo>
                <a:lnTo>
                  <a:pt x="357408" y="127312"/>
                </a:lnTo>
                <a:close/>
                <a:moveTo>
                  <a:pt x="248423" y="103936"/>
                </a:moveTo>
                <a:lnTo>
                  <a:pt x="233693" y="101145"/>
                </a:lnTo>
                <a:lnTo>
                  <a:pt x="241554" y="105229"/>
                </a:lnTo>
                <a:close/>
                <a:moveTo>
                  <a:pt x="248423" y="103936"/>
                </a:moveTo>
                <a:lnTo>
                  <a:pt x="255291" y="100868"/>
                </a:lnTo>
                <a:lnTo>
                  <a:pt x="233693" y="101145"/>
                </a:lnTo>
                <a:close/>
                <a:moveTo>
                  <a:pt x="248423" y="103936"/>
                </a:moveTo>
                <a:lnTo>
                  <a:pt x="263152" y="103536"/>
                </a:lnTo>
                <a:lnTo>
                  <a:pt x="255291" y="100868"/>
                </a:lnTo>
                <a:close/>
                <a:moveTo>
                  <a:pt x="226824" y="106627"/>
                </a:moveTo>
                <a:lnTo>
                  <a:pt x="233693" y="101145"/>
                </a:lnTo>
                <a:lnTo>
                  <a:pt x="212094" y="100686"/>
                </a:lnTo>
                <a:close/>
                <a:moveTo>
                  <a:pt x="218963" y="96088"/>
                </a:moveTo>
                <a:lnTo>
                  <a:pt x="212094" y="100686"/>
                </a:lnTo>
                <a:lnTo>
                  <a:pt x="233693" y="101145"/>
                </a:lnTo>
                <a:close/>
                <a:moveTo>
                  <a:pt x="218963" y="96088"/>
                </a:moveTo>
                <a:lnTo>
                  <a:pt x="204233" y="83540"/>
                </a:lnTo>
                <a:lnTo>
                  <a:pt x="212094" y="100686"/>
                </a:lnTo>
                <a:close/>
                <a:moveTo>
                  <a:pt x="197364" y="92324"/>
                </a:moveTo>
                <a:lnTo>
                  <a:pt x="190496" y="97926"/>
                </a:lnTo>
                <a:lnTo>
                  <a:pt x="212094" y="100686"/>
                </a:lnTo>
                <a:close/>
                <a:moveTo>
                  <a:pt x="197364" y="92324"/>
                </a:moveTo>
                <a:lnTo>
                  <a:pt x="182634" y="78214"/>
                </a:lnTo>
                <a:lnTo>
                  <a:pt x="190496" y="97926"/>
                </a:lnTo>
                <a:close/>
                <a:moveTo>
                  <a:pt x="197364" y="92324"/>
                </a:moveTo>
                <a:lnTo>
                  <a:pt x="204233" y="83540"/>
                </a:lnTo>
                <a:lnTo>
                  <a:pt x="182634" y="78214"/>
                </a:lnTo>
                <a:close/>
                <a:moveTo>
                  <a:pt x="197364" y="92324"/>
                </a:moveTo>
                <a:lnTo>
                  <a:pt x="212094" y="100686"/>
                </a:lnTo>
                <a:lnTo>
                  <a:pt x="204233" y="83540"/>
                </a:lnTo>
                <a:close/>
                <a:moveTo>
                  <a:pt x="189503" y="69883"/>
                </a:moveTo>
                <a:lnTo>
                  <a:pt x="182634" y="78214"/>
                </a:lnTo>
                <a:lnTo>
                  <a:pt x="204233" y="83540"/>
                </a:lnTo>
                <a:close/>
                <a:moveTo>
                  <a:pt x="189503" y="69883"/>
                </a:moveTo>
                <a:lnTo>
                  <a:pt x="174773" y="54534"/>
                </a:lnTo>
                <a:lnTo>
                  <a:pt x="182634" y="78214"/>
                </a:lnTo>
                <a:close/>
                <a:moveTo>
                  <a:pt x="167905" y="64020"/>
                </a:moveTo>
                <a:lnTo>
                  <a:pt x="161036" y="71911"/>
                </a:lnTo>
                <a:lnTo>
                  <a:pt x="182634" y="78214"/>
                </a:lnTo>
                <a:close/>
                <a:moveTo>
                  <a:pt x="167905" y="64020"/>
                </a:moveTo>
                <a:lnTo>
                  <a:pt x="153175" y="49277"/>
                </a:lnTo>
                <a:lnTo>
                  <a:pt x="161036" y="71911"/>
                </a:lnTo>
                <a:close/>
                <a:moveTo>
                  <a:pt x="167905" y="64020"/>
                </a:moveTo>
                <a:lnTo>
                  <a:pt x="174773" y="54534"/>
                </a:lnTo>
                <a:lnTo>
                  <a:pt x="153175" y="49277"/>
                </a:lnTo>
                <a:close/>
                <a:moveTo>
                  <a:pt x="167905" y="64020"/>
                </a:moveTo>
                <a:lnTo>
                  <a:pt x="182634" y="78214"/>
                </a:lnTo>
                <a:lnTo>
                  <a:pt x="174773" y="54534"/>
                </a:lnTo>
                <a:close/>
                <a:moveTo>
                  <a:pt x="160043" y="40246"/>
                </a:moveTo>
                <a:lnTo>
                  <a:pt x="153175" y="49277"/>
                </a:lnTo>
                <a:lnTo>
                  <a:pt x="174773" y="54534"/>
                </a:lnTo>
                <a:close/>
                <a:moveTo>
                  <a:pt x="160043" y="40246"/>
                </a:moveTo>
                <a:lnTo>
                  <a:pt x="145314" y="25685"/>
                </a:lnTo>
                <a:lnTo>
                  <a:pt x="153175" y="49277"/>
                </a:lnTo>
                <a:close/>
                <a:moveTo>
                  <a:pt x="138445" y="35642"/>
                </a:moveTo>
                <a:lnTo>
                  <a:pt x="131576" y="45223"/>
                </a:lnTo>
                <a:lnTo>
                  <a:pt x="153175" y="49277"/>
                </a:lnTo>
                <a:close/>
                <a:moveTo>
                  <a:pt x="138445" y="35642"/>
                </a:moveTo>
                <a:lnTo>
                  <a:pt x="123715" y="23362"/>
                </a:lnTo>
                <a:lnTo>
                  <a:pt x="131576" y="45223"/>
                </a:lnTo>
                <a:close/>
                <a:moveTo>
                  <a:pt x="138445" y="35642"/>
                </a:moveTo>
                <a:lnTo>
                  <a:pt x="145314" y="25685"/>
                </a:lnTo>
                <a:lnTo>
                  <a:pt x="123715" y="23362"/>
                </a:lnTo>
                <a:close/>
                <a:moveTo>
                  <a:pt x="138445" y="35642"/>
                </a:moveTo>
                <a:lnTo>
                  <a:pt x="153175" y="49277"/>
                </a:lnTo>
                <a:lnTo>
                  <a:pt x="145314" y="25685"/>
                </a:lnTo>
                <a:close/>
                <a:moveTo>
                  <a:pt x="116846" y="33642"/>
                </a:moveTo>
                <a:lnTo>
                  <a:pt x="131576" y="45223"/>
                </a:lnTo>
                <a:lnTo>
                  <a:pt x="123715" y="23362"/>
                </a:lnTo>
                <a:close/>
                <a:moveTo>
                  <a:pt x="130584" y="11931"/>
                </a:moveTo>
                <a:lnTo>
                  <a:pt x="123715" y="23362"/>
                </a:lnTo>
                <a:lnTo>
                  <a:pt x="145314" y="25685"/>
                </a:lnTo>
                <a:close/>
                <a:moveTo>
                  <a:pt x="130584" y="11931"/>
                </a:moveTo>
                <a:lnTo>
                  <a:pt x="115854" y="0"/>
                </a:lnTo>
                <a:lnTo>
                  <a:pt x="123715" y="23362"/>
                </a:lnTo>
                <a:close/>
                <a:moveTo>
                  <a:pt x="36328" y="19616"/>
                </a:moveTo>
                <a:lnTo>
                  <a:pt x="21599" y="9797"/>
                </a:lnTo>
                <a:lnTo>
                  <a:pt x="29460" y="26759"/>
                </a:lnTo>
                <a:close/>
                <a:moveTo>
                  <a:pt x="14730" y="16822"/>
                </a:moveTo>
                <a:lnTo>
                  <a:pt x="21599" y="9797"/>
                </a:lnTo>
                <a:lnTo>
                  <a:pt x="0" y="5090"/>
                </a:lnTo>
                <a:close/>
                <a:moveTo>
                  <a:pt x="14730" y="16822"/>
                </a:moveTo>
                <a:lnTo>
                  <a:pt x="29460" y="26759"/>
                </a:lnTo>
                <a:lnTo>
                  <a:pt x="21599" y="9797"/>
                </a:lnTo>
                <a:close/>
                <a:moveTo>
                  <a:pt x="6869" y="1471"/>
                </a:moveTo>
                <a:lnTo>
                  <a:pt x="0" y="5090"/>
                </a:lnTo>
                <a:lnTo>
                  <a:pt x="21599" y="9797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61" name="PANEL_01-slope-15-225_955">
            <a:extLst>
              <a:ext uri="{FF2B5EF4-FFF2-40B4-BE49-F238E27FC236}">
                <a16:creationId xmlns:a16="http://schemas.microsoft.com/office/drawing/2014/main" id="{D98D6657-3D61-4CB7-85EE-CB2ACDABE1EA}"/>
              </a:ext>
            </a:extLst>
          </p:cNvPr>
          <p:cNvSpPr>
            <a:spLocks/>
          </p:cNvSpPr>
          <p:nvPr/>
        </p:nvSpPr>
        <p:spPr>
          <a:xfrm>
            <a:off x="840175" y="820694"/>
            <a:ext cx="2020754" cy="304037"/>
          </a:xfrm>
          <a:custGeom>
            <a:pathLst>
              <a:path w="1368726" h="205935">
                <a:moveTo>
                  <a:pt x="1353996" y="143858"/>
                </a:moveTo>
                <a:lnTo>
                  <a:pt x="1347128" y="155018"/>
                </a:lnTo>
                <a:lnTo>
                  <a:pt x="1368726" y="151521"/>
                </a:lnTo>
                <a:close/>
                <a:moveTo>
                  <a:pt x="1332398" y="150021"/>
                </a:moveTo>
                <a:lnTo>
                  <a:pt x="1325529" y="162224"/>
                </a:lnTo>
                <a:lnTo>
                  <a:pt x="1347128" y="155018"/>
                </a:lnTo>
                <a:close/>
                <a:moveTo>
                  <a:pt x="1332398" y="150021"/>
                </a:moveTo>
                <a:lnTo>
                  <a:pt x="1317668" y="146840"/>
                </a:lnTo>
                <a:lnTo>
                  <a:pt x="1325529" y="162224"/>
                </a:lnTo>
                <a:close/>
                <a:moveTo>
                  <a:pt x="1332398" y="150021"/>
                </a:moveTo>
                <a:lnTo>
                  <a:pt x="1347128" y="155018"/>
                </a:lnTo>
                <a:lnTo>
                  <a:pt x="1339266" y="139646"/>
                </a:lnTo>
                <a:close/>
                <a:moveTo>
                  <a:pt x="1310799" y="158061"/>
                </a:moveTo>
                <a:lnTo>
                  <a:pt x="1303931" y="169038"/>
                </a:lnTo>
                <a:lnTo>
                  <a:pt x="1325529" y="162224"/>
                </a:lnTo>
                <a:close/>
                <a:moveTo>
                  <a:pt x="1310799" y="158061"/>
                </a:moveTo>
                <a:lnTo>
                  <a:pt x="1296069" y="153466"/>
                </a:lnTo>
                <a:lnTo>
                  <a:pt x="1303931" y="169038"/>
                </a:lnTo>
                <a:close/>
                <a:moveTo>
                  <a:pt x="1310799" y="158061"/>
                </a:moveTo>
                <a:lnTo>
                  <a:pt x="1317668" y="146840"/>
                </a:lnTo>
                <a:lnTo>
                  <a:pt x="1296069" y="153466"/>
                </a:lnTo>
                <a:close/>
                <a:moveTo>
                  <a:pt x="1310799" y="158061"/>
                </a:moveTo>
                <a:lnTo>
                  <a:pt x="1325529" y="162224"/>
                </a:lnTo>
                <a:lnTo>
                  <a:pt x="1317668" y="146840"/>
                </a:lnTo>
                <a:close/>
                <a:moveTo>
                  <a:pt x="1289201" y="162792"/>
                </a:moveTo>
                <a:lnTo>
                  <a:pt x="1274471" y="157627"/>
                </a:lnTo>
                <a:lnTo>
                  <a:pt x="1282332" y="171741"/>
                </a:lnTo>
                <a:close/>
                <a:moveTo>
                  <a:pt x="1289201" y="162792"/>
                </a:moveTo>
                <a:lnTo>
                  <a:pt x="1296069" y="153466"/>
                </a:lnTo>
                <a:lnTo>
                  <a:pt x="1274471" y="157627"/>
                </a:lnTo>
                <a:close/>
                <a:moveTo>
                  <a:pt x="1289201" y="162792"/>
                </a:moveTo>
                <a:lnTo>
                  <a:pt x="1303931" y="169038"/>
                </a:lnTo>
                <a:lnTo>
                  <a:pt x="1296069" y="153466"/>
                </a:lnTo>
                <a:close/>
                <a:moveTo>
                  <a:pt x="1267602" y="164087"/>
                </a:moveTo>
                <a:lnTo>
                  <a:pt x="1274471" y="157627"/>
                </a:lnTo>
                <a:lnTo>
                  <a:pt x="1252872" y="160663"/>
                </a:lnTo>
                <a:close/>
                <a:moveTo>
                  <a:pt x="1281339" y="149344"/>
                </a:moveTo>
                <a:lnTo>
                  <a:pt x="1274471" y="157627"/>
                </a:lnTo>
                <a:lnTo>
                  <a:pt x="1296069" y="153466"/>
                </a:lnTo>
                <a:close/>
                <a:moveTo>
                  <a:pt x="1238142" y="158306"/>
                </a:moveTo>
                <a:lnTo>
                  <a:pt x="1231274" y="167371"/>
                </a:lnTo>
                <a:lnTo>
                  <a:pt x="1252872" y="160663"/>
                </a:lnTo>
                <a:close/>
                <a:moveTo>
                  <a:pt x="1238142" y="158306"/>
                </a:moveTo>
                <a:lnTo>
                  <a:pt x="1223413" y="164090"/>
                </a:lnTo>
                <a:lnTo>
                  <a:pt x="1231274" y="167371"/>
                </a:lnTo>
                <a:close/>
                <a:moveTo>
                  <a:pt x="1216544" y="169393"/>
                </a:moveTo>
                <a:lnTo>
                  <a:pt x="1201814" y="176642"/>
                </a:lnTo>
                <a:lnTo>
                  <a:pt x="1209675" y="179907"/>
                </a:lnTo>
                <a:close/>
                <a:moveTo>
                  <a:pt x="1216544" y="169393"/>
                </a:moveTo>
                <a:lnTo>
                  <a:pt x="1231274" y="167371"/>
                </a:lnTo>
                <a:lnTo>
                  <a:pt x="1223413" y="164090"/>
                </a:lnTo>
                <a:close/>
                <a:moveTo>
                  <a:pt x="1194945" y="184771"/>
                </a:moveTo>
                <a:lnTo>
                  <a:pt x="1180216" y="188913"/>
                </a:lnTo>
                <a:lnTo>
                  <a:pt x="1188077" y="194837"/>
                </a:lnTo>
                <a:close/>
                <a:moveTo>
                  <a:pt x="1194945" y="184771"/>
                </a:moveTo>
                <a:lnTo>
                  <a:pt x="1201814" y="176642"/>
                </a:lnTo>
                <a:lnTo>
                  <a:pt x="1180216" y="188913"/>
                </a:lnTo>
                <a:close/>
                <a:moveTo>
                  <a:pt x="1194945" y="184771"/>
                </a:moveTo>
                <a:lnTo>
                  <a:pt x="1209675" y="179907"/>
                </a:lnTo>
                <a:lnTo>
                  <a:pt x="1201814" y="176642"/>
                </a:lnTo>
                <a:close/>
                <a:moveTo>
                  <a:pt x="1173347" y="199191"/>
                </a:moveTo>
                <a:lnTo>
                  <a:pt x="1158617" y="194844"/>
                </a:lnTo>
                <a:lnTo>
                  <a:pt x="1166478" y="205935"/>
                </a:lnTo>
                <a:close/>
                <a:moveTo>
                  <a:pt x="1173347" y="199191"/>
                </a:moveTo>
                <a:lnTo>
                  <a:pt x="1180216" y="188913"/>
                </a:lnTo>
                <a:lnTo>
                  <a:pt x="1158617" y="194844"/>
                </a:lnTo>
                <a:close/>
                <a:moveTo>
                  <a:pt x="1173347" y="199191"/>
                </a:moveTo>
                <a:lnTo>
                  <a:pt x="1188077" y="194837"/>
                </a:lnTo>
                <a:lnTo>
                  <a:pt x="1180216" y="188913"/>
                </a:lnTo>
                <a:close/>
                <a:moveTo>
                  <a:pt x="1165486" y="189208"/>
                </a:moveTo>
                <a:lnTo>
                  <a:pt x="1158617" y="194844"/>
                </a:lnTo>
                <a:lnTo>
                  <a:pt x="1180216" y="188913"/>
                </a:lnTo>
                <a:close/>
                <a:moveTo>
                  <a:pt x="939654" y="100487"/>
                </a:moveTo>
                <a:lnTo>
                  <a:pt x="946523" y="95992"/>
                </a:lnTo>
                <a:lnTo>
                  <a:pt x="924924" y="102004"/>
                </a:lnTo>
                <a:close/>
                <a:moveTo>
                  <a:pt x="953392" y="87285"/>
                </a:moveTo>
                <a:lnTo>
                  <a:pt x="938662" y="84778"/>
                </a:lnTo>
                <a:lnTo>
                  <a:pt x="946523" y="95992"/>
                </a:lnTo>
                <a:close/>
                <a:moveTo>
                  <a:pt x="931793" y="91173"/>
                </a:moveTo>
                <a:lnTo>
                  <a:pt x="924924" y="102004"/>
                </a:lnTo>
                <a:lnTo>
                  <a:pt x="946523" y="95992"/>
                </a:lnTo>
                <a:close/>
                <a:moveTo>
                  <a:pt x="931793" y="91173"/>
                </a:moveTo>
                <a:lnTo>
                  <a:pt x="917063" y="96705"/>
                </a:lnTo>
                <a:lnTo>
                  <a:pt x="924924" y="102004"/>
                </a:lnTo>
                <a:close/>
                <a:moveTo>
                  <a:pt x="931793" y="91173"/>
                </a:moveTo>
                <a:lnTo>
                  <a:pt x="946523" y="95992"/>
                </a:lnTo>
                <a:lnTo>
                  <a:pt x="938662" y="84778"/>
                </a:lnTo>
                <a:close/>
                <a:moveTo>
                  <a:pt x="910195" y="106446"/>
                </a:moveTo>
                <a:lnTo>
                  <a:pt x="903326" y="114668"/>
                </a:lnTo>
                <a:lnTo>
                  <a:pt x="924924" y="102004"/>
                </a:lnTo>
                <a:close/>
                <a:moveTo>
                  <a:pt x="910195" y="106446"/>
                </a:moveTo>
                <a:lnTo>
                  <a:pt x="895465" y="111310"/>
                </a:lnTo>
                <a:lnTo>
                  <a:pt x="903326" y="114668"/>
                </a:lnTo>
                <a:close/>
                <a:moveTo>
                  <a:pt x="910195" y="106446"/>
                </a:moveTo>
                <a:lnTo>
                  <a:pt x="924924" y="102004"/>
                </a:lnTo>
                <a:lnTo>
                  <a:pt x="917063" y="96705"/>
                </a:lnTo>
                <a:close/>
                <a:moveTo>
                  <a:pt x="888596" y="120745"/>
                </a:moveTo>
                <a:lnTo>
                  <a:pt x="895465" y="111310"/>
                </a:lnTo>
                <a:lnTo>
                  <a:pt x="873866" y="122543"/>
                </a:lnTo>
                <a:close/>
                <a:moveTo>
                  <a:pt x="888596" y="120745"/>
                </a:moveTo>
                <a:lnTo>
                  <a:pt x="903326" y="114668"/>
                </a:lnTo>
                <a:lnTo>
                  <a:pt x="895465" y="111310"/>
                </a:lnTo>
                <a:close/>
                <a:moveTo>
                  <a:pt x="794341" y="137110"/>
                </a:moveTo>
                <a:lnTo>
                  <a:pt x="779611" y="138486"/>
                </a:lnTo>
                <a:lnTo>
                  <a:pt x="787472" y="143621"/>
                </a:lnTo>
                <a:close/>
                <a:moveTo>
                  <a:pt x="772742" y="145063"/>
                </a:moveTo>
                <a:lnTo>
                  <a:pt x="758012" y="146013"/>
                </a:lnTo>
                <a:lnTo>
                  <a:pt x="765874" y="152291"/>
                </a:lnTo>
                <a:close/>
                <a:moveTo>
                  <a:pt x="772742" y="145063"/>
                </a:moveTo>
                <a:lnTo>
                  <a:pt x="779611" y="138486"/>
                </a:lnTo>
                <a:lnTo>
                  <a:pt x="758012" y="146013"/>
                </a:lnTo>
                <a:close/>
                <a:moveTo>
                  <a:pt x="772742" y="145063"/>
                </a:moveTo>
                <a:lnTo>
                  <a:pt x="787472" y="143621"/>
                </a:lnTo>
                <a:lnTo>
                  <a:pt x="779611" y="138486"/>
                </a:lnTo>
                <a:close/>
                <a:moveTo>
                  <a:pt x="751144" y="153725"/>
                </a:moveTo>
                <a:lnTo>
                  <a:pt x="758012" y="146013"/>
                </a:lnTo>
                <a:lnTo>
                  <a:pt x="736414" y="154527"/>
                </a:lnTo>
                <a:close/>
                <a:moveTo>
                  <a:pt x="729545" y="163270"/>
                </a:moveTo>
                <a:lnTo>
                  <a:pt x="736414" y="154527"/>
                </a:lnTo>
                <a:lnTo>
                  <a:pt x="714815" y="163887"/>
                </a:lnTo>
                <a:close/>
                <a:moveTo>
                  <a:pt x="764881" y="139037"/>
                </a:moveTo>
                <a:lnTo>
                  <a:pt x="758012" y="146013"/>
                </a:lnTo>
                <a:lnTo>
                  <a:pt x="779611" y="138486"/>
                </a:lnTo>
                <a:close/>
                <a:moveTo>
                  <a:pt x="743283" y="146228"/>
                </a:moveTo>
                <a:lnTo>
                  <a:pt x="736414" y="154527"/>
                </a:lnTo>
                <a:lnTo>
                  <a:pt x="758012" y="146013"/>
                </a:lnTo>
                <a:close/>
                <a:moveTo>
                  <a:pt x="743283" y="146228"/>
                </a:moveTo>
                <a:lnTo>
                  <a:pt x="728553" y="148341"/>
                </a:lnTo>
                <a:lnTo>
                  <a:pt x="736414" y="154527"/>
                </a:lnTo>
                <a:close/>
                <a:moveTo>
                  <a:pt x="721684" y="154884"/>
                </a:moveTo>
                <a:lnTo>
                  <a:pt x="714815" y="163887"/>
                </a:lnTo>
                <a:lnTo>
                  <a:pt x="736414" y="154527"/>
                </a:lnTo>
                <a:close/>
                <a:moveTo>
                  <a:pt x="721684" y="154884"/>
                </a:moveTo>
                <a:lnTo>
                  <a:pt x="706954" y="152032"/>
                </a:lnTo>
                <a:lnTo>
                  <a:pt x="714815" y="163887"/>
                </a:lnTo>
                <a:close/>
                <a:moveTo>
                  <a:pt x="721684" y="154884"/>
                </a:moveTo>
                <a:lnTo>
                  <a:pt x="736414" y="154527"/>
                </a:lnTo>
                <a:lnTo>
                  <a:pt x="728553" y="148341"/>
                </a:lnTo>
                <a:close/>
                <a:moveTo>
                  <a:pt x="700085" y="163920"/>
                </a:moveTo>
                <a:lnTo>
                  <a:pt x="693217" y="175736"/>
                </a:lnTo>
                <a:lnTo>
                  <a:pt x="714815" y="163887"/>
                </a:lnTo>
                <a:close/>
                <a:moveTo>
                  <a:pt x="700085" y="163920"/>
                </a:moveTo>
                <a:lnTo>
                  <a:pt x="714815" y="163887"/>
                </a:lnTo>
                <a:lnTo>
                  <a:pt x="706954" y="152032"/>
                </a:lnTo>
                <a:close/>
                <a:moveTo>
                  <a:pt x="656888" y="191483"/>
                </a:moveTo>
                <a:lnTo>
                  <a:pt x="650020" y="200246"/>
                </a:lnTo>
                <a:lnTo>
                  <a:pt x="671618" y="189359"/>
                </a:lnTo>
                <a:close/>
                <a:moveTo>
                  <a:pt x="656888" y="191483"/>
                </a:moveTo>
                <a:lnTo>
                  <a:pt x="642159" y="186410"/>
                </a:lnTo>
                <a:lnTo>
                  <a:pt x="650020" y="200246"/>
                </a:lnTo>
                <a:close/>
                <a:moveTo>
                  <a:pt x="635290" y="199246"/>
                </a:moveTo>
                <a:lnTo>
                  <a:pt x="642159" y="186410"/>
                </a:lnTo>
                <a:lnTo>
                  <a:pt x="620560" y="189941"/>
                </a:lnTo>
                <a:close/>
                <a:moveTo>
                  <a:pt x="635290" y="199246"/>
                </a:moveTo>
                <a:lnTo>
                  <a:pt x="650020" y="200246"/>
                </a:lnTo>
                <a:lnTo>
                  <a:pt x="642159" y="186410"/>
                </a:lnTo>
                <a:close/>
                <a:moveTo>
                  <a:pt x="627429" y="180178"/>
                </a:moveTo>
                <a:lnTo>
                  <a:pt x="620560" y="189941"/>
                </a:lnTo>
                <a:lnTo>
                  <a:pt x="642159" y="186410"/>
                </a:lnTo>
                <a:close/>
                <a:moveTo>
                  <a:pt x="627429" y="180178"/>
                </a:moveTo>
                <a:lnTo>
                  <a:pt x="612699" y="169889"/>
                </a:lnTo>
                <a:lnTo>
                  <a:pt x="620560" y="189941"/>
                </a:lnTo>
                <a:close/>
                <a:moveTo>
                  <a:pt x="525312" y="135016"/>
                </a:moveTo>
                <a:lnTo>
                  <a:pt x="518444" y="148949"/>
                </a:lnTo>
                <a:lnTo>
                  <a:pt x="540042" y="143892"/>
                </a:lnTo>
                <a:close/>
                <a:moveTo>
                  <a:pt x="525312" y="135016"/>
                </a:moveTo>
                <a:lnTo>
                  <a:pt x="532181" y="128641"/>
                </a:lnTo>
                <a:lnTo>
                  <a:pt x="510582" y="132029"/>
                </a:lnTo>
                <a:close/>
                <a:moveTo>
                  <a:pt x="460517" y="167349"/>
                </a:moveTo>
                <a:lnTo>
                  <a:pt x="467385" y="155298"/>
                </a:lnTo>
                <a:lnTo>
                  <a:pt x="445787" y="160811"/>
                </a:lnTo>
                <a:close/>
                <a:moveTo>
                  <a:pt x="517451" y="119162"/>
                </a:moveTo>
                <a:lnTo>
                  <a:pt x="510582" y="132029"/>
                </a:lnTo>
                <a:lnTo>
                  <a:pt x="532181" y="128641"/>
                </a:lnTo>
                <a:close/>
                <a:moveTo>
                  <a:pt x="452656" y="152051"/>
                </a:moveTo>
                <a:lnTo>
                  <a:pt x="445787" y="160811"/>
                </a:lnTo>
                <a:lnTo>
                  <a:pt x="467385" y="155298"/>
                </a:lnTo>
                <a:close/>
                <a:moveTo>
                  <a:pt x="452656" y="152051"/>
                </a:moveTo>
                <a:lnTo>
                  <a:pt x="437926" y="146031"/>
                </a:lnTo>
                <a:lnTo>
                  <a:pt x="445787" y="160811"/>
                </a:lnTo>
                <a:close/>
                <a:moveTo>
                  <a:pt x="452656" y="152051"/>
                </a:moveTo>
                <a:lnTo>
                  <a:pt x="459524" y="139273"/>
                </a:lnTo>
                <a:lnTo>
                  <a:pt x="437926" y="146031"/>
                </a:lnTo>
                <a:close/>
                <a:moveTo>
                  <a:pt x="452656" y="152051"/>
                </a:moveTo>
                <a:lnTo>
                  <a:pt x="467385" y="155298"/>
                </a:lnTo>
                <a:lnTo>
                  <a:pt x="459524" y="139273"/>
                </a:lnTo>
                <a:close/>
                <a:moveTo>
                  <a:pt x="431057" y="155002"/>
                </a:moveTo>
                <a:lnTo>
                  <a:pt x="437926" y="146031"/>
                </a:lnTo>
                <a:lnTo>
                  <a:pt x="416327" y="148277"/>
                </a:lnTo>
                <a:close/>
                <a:moveTo>
                  <a:pt x="431057" y="155002"/>
                </a:moveTo>
                <a:lnTo>
                  <a:pt x="445787" y="160811"/>
                </a:lnTo>
                <a:lnTo>
                  <a:pt x="437926" y="146031"/>
                </a:lnTo>
                <a:close/>
                <a:moveTo>
                  <a:pt x="423196" y="140171"/>
                </a:moveTo>
                <a:lnTo>
                  <a:pt x="416327" y="148277"/>
                </a:lnTo>
                <a:lnTo>
                  <a:pt x="437926" y="146031"/>
                </a:lnTo>
                <a:close/>
                <a:moveTo>
                  <a:pt x="401597" y="142726"/>
                </a:moveTo>
                <a:lnTo>
                  <a:pt x="416327" y="148277"/>
                </a:lnTo>
                <a:lnTo>
                  <a:pt x="408466" y="135389"/>
                </a:lnTo>
                <a:close/>
                <a:moveTo>
                  <a:pt x="95248" y="33642"/>
                </a:moveTo>
                <a:lnTo>
                  <a:pt x="102116" y="23362"/>
                </a:lnTo>
                <a:lnTo>
                  <a:pt x="80518" y="25843"/>
                </a:lnTo>
                <a:close/>
                <a:moveTo>
                  <a:pt x="87387" y="12235"/>
                </a:moveTo>
                <a:lnTo>
                  <a:pt x="80518" y="25843"/>
                </a:lnTo>
                <a:lnTo>
                  <a:pt x="102116" y="23362"/>
                </a:lnTo>
                <a:close/>
                <a:moveTo>
                  <a:pt x="87387" y="12235"/>
                </a:moveTo>
                <a:lnTo>
                  <a:pt x="72657" y="4768"/>
                </a:lnTo>
                <a:lnTo>
                  <a:pt x="80518" y="25843"/>
                </a:lnTo>
                <a:close/>
                <a:moveTo>
                  <a:pt x="87387" y="12235"/>
                </a:moveTo>
                <a:lnTo>
                  <a:pt x="94255" y="0"/>
                </a:lnTo>
                <a:lnTo>
                  <a:pt x="72657" y="4768"/>
                </a:lnTo>
                <a:close/>
                <a:moveTo>
                  <a:pt x="87387" y="12235"/>
                </a:moveTo>
                <a:lnTo>
                  <a:pt x="102116" y="23362"/>
                </a:lnTo>
                <a:lnTo>
                  <a:pt x="94255" y="0"/>
                </a:lnTo>
                <a:close/>
                <a:moveTo>
                  <a:pt x="65788" y="18590"/>
                </a:moveTo>
                <a:lnTo>
                  <a:pt x="58919" y="34145"/>
                </a:lnTo>
                <a:lnTo>
                  <a:pt x="80518" y="25843"/>
                </a:lnTo>
                <a:close/>
                <a:moveTo>
                  <a:pt x="65788" y="18590"/>
                </a:moveTo>
                <a:lnTo>
                  <a:pt x="80518" y="25843"/>
                </a:lnTo>
                <a:lnTo>
                  <a:pt x="72657" y="4768"/>
                </a:lnTo>
                <a:close/>
                <a:moveTo>
                  <a:pt x="22591" y="37032"/>
                </a:moveTo>
                <a:lnTo>
                  <a:pt x="29460" y="24376"/>
                </a:lnTo>
                <a:lnTo>
                  <a:pt x="7861" y="26759"/>
                </a:lnTo>
                <a:close/>
                <a:moveTo>
                  <a:pt x="14730" y="19616"/>
                </a:moveTo>
                <a:lnTo>
                  <a:pt x="7861" y="26759"/>
                </a:lnTo>
                <a:lnTo>
                  <a:pt x="29460" y="24376"/>
                </a:lnTo>
                <a:close/>
                <a:moveTo>
                  <a:pt x="14730" y="19616"/>
                </a:moveTo>
                <a:lnTo>
                  <a:pt x="21599" y="5694"/>
                </a:lnTo>
                <a:lnTo>
                  <a:pt x="0" y="9797"/>
                </a:lnTo>
                <a:close/>
                <a:moveTo>
                  <a:pt x="14730" y="19616"/>
                </a:moveTo>
                <a:lnTo>
                  <a:pt x="29460" y="24376"/>
                </a:lnTo>
                <a:lnTo>
                  <a:pt x="21599" y="5694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62" name="PANEL_01-slope-15-230_956">
            <a:extLst>
              <a:ext uri="{FF2B5EF4-FFF2-40B4-BE49-F238E27FC236}">
                <a16:creationId xmlns:a16="http://schemas.microsoft.com/office/drawing/2014/main" id="{AC58E678-8340-4185-97AF-94D9B909179B}"/>
              </a:ext>
            </a:extLst>
          </p:cNvPr>
          <p:cNvSpPr>
            <a:spLocks/>
          </p:cNvSpPr>
          <p:nvPr/>
        </p:nvSpPr>
        <p:spPr>
          <a:xfrm>
            <a:off x="872064" y="813293"/>
            <a:ext cx="1011842" cy="290103"/>
          </a:xfrm>
          <a:custGeom>
            <a:pathLst>
              <a:path w="685356" h="196497">
                <a:moveTo>
                  <a:pt x="678487" y="168934"/>
                </a:moveTo>
                <a:lnTo>
                  <a:pt x="663757" y="169821"/>
                </a:lnTo>
                <a:lnTo>
                  <a:pt x="671618" y="180749"/>
                </a:lnTo>
                <a:close/>
                <a:moveTo>
                  <a:pt x="678487" y="168934"/>
                </a:moveTo>
                <a:lnTo>
                  <a:pt x="685356" y="157046"/>
                </a:lnTo>
                <a:lnTo>
                  <a:pt x="663757" y="169821"/>
                </a:lnTo>
                <a:close/>
                <a:moveTo>
                  <a:pt x="656888" y="182772"/>
                </a:moveTo>
                <a:lnTo>
                  <a:pt x="650020" y="194372"/>
                </a:lnTo>
                <a:lnTo>
                  <a:pt x="671618" y="180749"/>
                </a:lnTo>
                <a:close/>
                <a:moveTo>
                  <a:pt x="656888" y="182772"/>
                </a:moveTo>
                <a:lnTo>
                  <a:pt x="642159" y="182334"/>
                </a:lnTo>
                <a:lnTo>
                  <a:pt x="650020" y="194372"/>
                </a:lnTo>
                <a:close/>
                <a:moveTo>
                  <a:pt x="656888" y="182772"/>
                </a:moveTo>
                <a:lnTo>
                  <a:pt x="663757" y="169821"/>
                </a:lnTo>
                <a:lnTo>
                  <a:pt x="642159" y="182334"/>
                </a:lnTo>
                <a:close/>
                <a:moveTo>
                  <a:pt x="656888" y="182772"/>
                </a:moveTo>
                <a:lnTo>
                  <a:pt x="671618" y="180749"/>
                </a:lnTo>
                <a:lnTo>
                  <a:pt x="663757" y="169821"/>
                </a:lnTo>
                <a:close/>
                <a:moveTo>
                  <a:pt x="635290" y="196497"/>
                </a:moveTo>
                <a:lnTo>
                  <a:pt x="642159" y="182334"/>
                </a:lnTo>
                <a:lnTo>
                  <a:pt x="620560" y="191424"/>
                </a:lnTo>
                <a:close/>
                <a:moveTo>
                  <a:pt x="635290" y="196497"/>
                </a:moveTo>
                <a:lnTo>
                  <a:pt x="650020" y="194372"/>
                </a:lnTo>
                <a:lnTo>
                  <a:pt x="642159" y="182334"/>
                </a:lnTo>
                <a:close/>
                <a:moveTo>
                  <a:pt x="627429" y="179747"/>
                </a:moveTo>
                <a:lnTo>
                  <a:pt x="620560" y="191424"/>
                </a:lnTo>
                <a:lnTo>
                  <a:pt x="642159" y="182334"/>
                </a:lnTo>
                <a:close/>
                <a:moveTo>
                  <a:pt x="503714" y="140030"/>
                </a:moveTo>
                <a:lnTo>
                  <a:pt x="488984" y="137042"/>
                </a:lnTo>
                <a:lnTo>
                  <a:pt x="496845" y="153963"/>
                </a:lnTo>
                <a:close/>
                <a:moveTo>
                  <a:pt x="482115" y="150807"/>
                </a:moveTo>
                <a:lnTo>
                  <a:pt x="467385" y="148946"/>
                </a:lnTo>
                <a:lnTo>
                  <a:pt x="475247" y="166424"/>
                </a:lnTo>
                <a:close/>
                <a:moveTo>
                  <a:pt x="482115" y="150807"/>
                </a:moveTo>
                <a:lnTo>
                  <a:pt x="488984" y="137042"/>
                </a:lnTo>
                <a:lnTo>
                  <a:pt x="467385" y="148946"/>
                </a:lnTo>
                <a:close/>
                <a:moveTo>
                  <a:pt x="482115" y="150807"/>
                </a:moveTo>
                <a:lnTo>
                  <a:pt x="496845" y="153963"/>
                </a:lnTo>
                <a:lnTo>
                  <a:pt x="488984" y="137042"/>
                </a:lnTo>
                <a:close/>
                <a:moveTo>
                  <a:pt x="460517" y="164955"/>
                </a:moveTo>
                <a:lnTo>
                  <a:pt x="467385" y="148946"/>
                </a:lnTo>
                <a:lnTo>
                  <a:pt x="445787" y="160312"/>
                </a:lnTo>
                <a:close/>
                <a:moveTo>
                  <a:pt x="460517" y="164955"/>
                </a:moveTo>
                <a:lnTo>
                  <a:pt x="475247" y="166424"/>
                </a:lnTo>
                <a:lnTo>
                  <a:pt x="467385" y="148946"/>
                </a:lnTo>
                <a:close/>
                <a:moveTo>
                  <a:pt x="474254" y="133157"/>
                </a:moveTo>
                <a:lnTo>
                  <a:pt x="467385" y="148946"/>
                </a:lnTo>
                <a:lnTo>
                  <a:pt x="488984" y="137042"/>
                </a:lnTo>
                <a:close/>
                <a:moveTo>
                  <a:pt x="474254" y="133157"/>
                </a:moveTo>
                <a:lnTo>
                  <a:pt x="459524" y="133437"/>
                </a:lnTo>
                <a:lnTo>
                  <a:pt x="467385" y="148946"/>
                </a:lnTo>
                <a:close/>
                <a:moveTo>
                  <a:pt x="452656" y="146865"/>
                </a:moveTo>
                <a:lnTo>
                  <a:pt x="445787" y="160312"/>
                </a:lnTo>
                <a:lnTo>
                  <a:pt x="467385" y="148946"/>
                </a:lnTo>
                <a:close/>
                <a:moveTo>
                  <a:pt x="452656" y="146865"/>
                </a:moveTo>
                <a:lnTo>
                  <a:pt x="437926" y="144287"/>
                </a:lnTo>
                <a:lnTo>
                  <a:pt x="445787" y="160312"/>
                </a:lnTo>
                <a:close/>
                <a:moveTo>
                  <a:pt x="452656" y="146865"/>
                </a:moveTo>
                <a:lnTo>
                  <a:pt x="467385" y="148946"/>
                </a:lnTo>
                <a:lnTo>
                  <a:pt x="459524" y="133437"/>
                </a:lnTo>
                <a:close/>
                <a:moveTo>
                  <a:pt x="44190" y="23604"/>
                </a:moveTo>
                <a:lnTo>
                  <a:pt x="29460" y="19592"/>
                </a:lnTo>
                <a:lnTo>
                  <a:pt x="37321" y="39159"/>
                </a:lnTo>
                <a:close/>
                <a:moveTo>
                  <a:pt x="44190" y="23604"/>
                </a:moveTo>
                <a:lnTo>
                  <a:pt x="51058" y="9782"/>
                </a:lnTo>
                <a:lnTo>
                  <a:pt x="29460" y="19592"/>
                </a:lnTo>
                <a:close/>
                <a:moveTo>
                  <a:pt x="22591" y="34889"/>
                </a:moveTo>
                <a:lnTo>
                  <a:pt x="29460" y="19592"/>
                </a:lnTo>
                <a:lnTo>
                  <a:pt x="7861" y="29390"/>
                </a:lnTo>
                <a:close/>
                <a:moveTo>
                  <a:pt x="22591" y="34889"/>
                </a:moveTo>
                <a:lnTo>
                  <a:pt x="37321" y="39159"/>
                </a:lnTo>
                <a:lnTo>
                  <a:pt x="29460" y="19592"/>
                </a:lnTo>
                <a:close/>
                <a:moveTo>
                  <a:pt x="36328" y="3878"/>
                </a:moveTo>
                <a:lnTo>
                  <a:pt x="29460" y="19592"/>
                </a:lnTo>
                <a:lnTo>
                  <a:pt x="51058" y="9782"/>
                </a:lnTo>
                <a:close/>
                <a:moveTo>
                  <a:pt x="36328" y="3878"/>
                </a:moveTo>
                <a:lnTo>
                  <a:pt x="21599" y="0"/>
                </a:lnTo>
                <a:lnTo>
                  <a:pt x="29460" y="19592"/>
                </a:lnTo>
                <a:close/>
                <a:moveTo>
                  <a:pt x="14730" y="15996"/>
                </a:moveTo>
                <a:lnTo>
                  <a:pt x="7861" y="29390"/>
                </a:lnTo>
                <a:lnTo>
                  <a:pt x="29460" y="19592"/>
                </a:lnTo>
                <a:close/>
                <a:moveTo>
                  <a:pt x="14730" y="15996"/>
                </a:moveTo>
                <a:lnTo>
                  <a:pt x="0" y="10708"/>
                </a:lnTo>
                <a:lnTo>
                  <a:pt x="7861" y="29390"/>
                </a:lnTo>
                <a:close/>
                <a:moveTo>
                  <a:pt x="14730" y="15996"/>
                </a:moveTo>
                <a:lnTo>
                  <a:pt x="29460" y="19592"/>
                </a:lnTo>
                <a:lnTo>
                  <a:pt x="21599" y="0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663" name="PANEL_01-slope-16-215_957">
            <a:extLst>
              <a:ext uri="{FF2B5EF4-FFF2-40B4-BE49-F238E27FC236}">
                <a16:creationId xmlns:a16="http://schemas.microsoft.com/office/drawing/2014/main" id="{3DC46B83-7FA7-4437-B5A5-C6D341E7A504}"/>
              </a:ext>
            </a:extLst>
          </p:cNvPr>
          <p:cNvSpPr>
            <a:spLocks/>
          </p:cNvSpPr>
          <p:nvPr/>
        </p:nvSpPr>
        <p:spPr>
          <a:xfrm>
            <a:off x="645920" y="700194"/>
            <a:ext cx="1841034" cy="400621"/>
          </a:xfrm>
          <a:custGeom>
            <a:pathLst>
              <a:path w="1246996" h="271355">
                <a:moveTo>
                  <a:pt x="1232266" y="261615"/>
                </a:moveTo>
                <a:lnTo>
                  <a:pt x="1225398" y="266651"/>
                </a:lnTo>
                <a:lnTo>
                  <a:pt x="1246996" y="271355"/>
                </a:lnTo>
                <a:close/>
                <a:moveTo>
                  <a:pt x="1232266" y="261615"/>
                </a:moveTo>
                <a:lnTo>
                  <a:pt x="1217537" y="253467"/>
                </a:lnTo>
                <a:lnTo>
                  <a:pt x="1225398" y="266651"/>
                </a:lnTo>
                <a:close/>
                <a:moveTo>
                  <a:pt x="1232266" y="261615"/>
                </a:moveTo>
                <a:lnTo>
                  <a:pt x="1239135" y="258185"/>
                </a:lnTo>
                <a:lnTo>
                  <a:pt x="1217537" y="253467"/>
                </a:lnTo>
                <a:close/>
                <a:moveTo>
                  <a:pt x="1232266" y="261615"/>
                </a:moveTo>
                <a:lnTo>
                  <a:pt x="1246996" y="271355"/>
                </a:lnTo>
                <a:lnTo>
                  <a:pt x="1239135" y="258185"/>
                </a:lnTo>
                <a:close/>
                <a:moveTo>
                  <a:pt x="1210668" y="256868"/>
                </a:moveTo>
                <a:lnTo>
                  <a:pt x="1217537" y="253467"/>
                </a:lnTo>
                <a:lnTo>
                  <a:pt x="1195938" y="247172"/>
                </a:lnTo>
                <a:close/>
                <a:moveTo>
                  <a:pt x="1210668" y="256868"/>
                </a:moveTo>
                <a:lnTo>
                  <a:pt x="1225398" y="266651"/>
                </a:lnTo>
                <a:lnTo>
                  <a:pt x="1217537" y="253467"/>
                </a:lnTo>
                <a:close/>
                <a:moveTo>
                  <a:pt x="1202807" y="245125"/>
                </a:moveTo>
                <a:lnTo>
                  <a:pt x="1195938" y="247172"/>
                </a:lnTo>
                <a:lnTo>
                  <a:pt x="1217537" y="253467"/>
                </a:lnTo>
                <a:close/>
                <a:moveTo>
                  <a:pt x="1202807" y="245125"/>
                </a:moveTo>
                <a:lnTo>
                  <a:pt x="1188077" y="235232"/>
                </a:lnTo>
                <a:lnTo>
                  <a:pt x="1195938" y="247172"/>
                </a:lnTo>
                <a:close/>
                <a:moveTo>
                  <a:pt x="1181208" y="237654"/>
                </a:moveTo>
                <a:lnTo>
                  <a:pt x="1188077" y="235232"/>
                </a:lnTo>
                <a:lnTo>
                  <a:pt x="1166478" y="229141"/>
                </a:lnTo>
                <a:close/>
                <a:moveTo>
                  <a:pt x="1181208" y="237654"/>
                </a:moveTo>
                <a:lnTo>
                  <a:pt x="1195938" y="247172"/>
                </a:lnTo>
                <a:lnTo>
                  <a:pt x="1188077" y="235232"/>
                </a:lnTo>
                <a:close/>
                <a:moveTo>
                  <a:pt x="1173347" y="226809"/>
                </a:moveTo>
                <a:lnTo>
                  <a:pt x="1166478" y="229141"/>
                </a:lnTo>
                <a:lnTo>
                  <a:pt x="1188077" y="235232"/>
                </a:lnTo>
                <a:close/>
                <a:moveTo>
                  <a:pt x="1173347" y="226809"/>
                </a:moveTo>
                <a:lnTo>
                  <a:pt x="1158617" y="217174"/>
                </a:lnTo>
                <a:lnTo>
                  <a:pt x="1166478" y="229141"/>
                </a:lnTo>
                <a:close/>
                <a:moveTo>
                  <a:pt x="1151748" y="222831"/>
                </a:moveTo>
                <a:lnTo>
                  <a:pt x="1144880" y="222819"/>
                </a:lnTo>
                <a:lnTo>
                  <a:pt x="1166478" y="229141"/>
                </a:lnTo>
                <a:close/>
                <a:moveTo>
                  <a:pt x="1151748" y="222831"/>
                </a:moveTo>
                <a:lnTo>
                  <a:pt x="1137019" y="213881"/>
                </a:lnTo>
                <a:lnTo>
                  <a:pt x="1144880" y="222819"/>
                </a:lnTo>
                <a:close/>
                <a:moveTo>
                  <a:pt x="1130150" y="215805"/>
                </a:moveTo>
                <a:lnTo>
                  <a:pt x="1137019" y="213881"/>
                </a:lnTo>
                <a:lnTo>
                  <a:pt x="1115420" y="207901"/>
                </a:lnTo>
                <a:close/>
                <a:moveTo>
                  <a:pt x="1130150" y="215805"/>
                </a:moveTo>
                <a:lnTo>
                  <a:pt x="1144880" y="222819"/>
                </a:lnTo>
                <a:lnTo>
                  <a:pt x="1137019" y="213881"/>
                </a:lnTo>
                <a:close/>
                <a:moveTo>
                  <a:pt x="1122289" y="207213"/>
                </a:moveTo>
                <a:lnTo>
                  <a:pt x="1115420" y="207901"/>
                </a:lnTo>
                <a:lnTo>
                  <a:pt x="1137019" y="213881"/>
                </a:lnTo>
                <a:close/>
                <a:moveTo>
                  <a:pt x="1122289" y="207213"/>
                </a:moveTo>
                <a:lnTo>
                  <a:pt x="1107559" y="196205"/>
                </a:lnTo>
                <a:lnTo>
                  <a:pt x="1115420" y="207901"/>
                </a:lnTo>
                <a:close/>
                <a:moveTo>
                  <a:pt x="1100690" y="200387"/>
                </a:moveTo>
                <a:lnTo>
                  <a:pt x="1085960" y="191050"/>
                </a:lnTo>
                <a:lnTo>
                  <a:pt x="1093822" y="203047"/>
                </a:lnTo>
                <a:close/>
                <a:moveTo>
                  <a:pt x="1100690" y="200387"/>
                </a:moveTo>
                <a:lnTo>
                  <a:pt x="1107559" y="196205"/>
                </a:lnTo>
                <a:lnTo>
                  <a:pt x="1085960" y="191050"/>
                </a:lnTo>
                <a:close/>
                <a:moveTo>
                  <a:pt x="1100690" y="200387"/>
                </a:moveTo>
                <a:lnTo>
                  <a:pt x="1115420" y="207901"/>
                </a:lnTo>
                <a:lnTo>
                  <a:pt x="1107559" y="196205"/>
                </a:lnTo>
                <a:close/>
                <a:moveTo>
                  <a:pt x="438918" y="210032"/>
                </a:moveTo>
                <a:lnTo>
                  <a:pt x="432050" y="213049"/>
                </a:lnTo>
                <a:lnTo>
                  <a:pt x="453648" y="216770"/>
                </a:lnTo>
                <a:close/>
                <a:moveTo>
                  <a:pt x="438918" y="210032"/>
                </a:moveTo>
                <a:lnTo>
                  <a:pt x="424188" y="201692"/>
                </a:lnTo>
                <a:lnTo>
                  <a:pt x="432050" y="213049"/>
                </a:lnTo>
                <a:close/>
                <a:moveTo>
                  <a:pt x="438918" y="210032"/>
                </a:moveTo>
                <a:lnTo>
                  <a:pt x="453648" y="216770"/>
                </a:lnTo>
                <a:lnTo>
                  <a:pt x="445787" y="206359"/>
                </a:lnTo>
                <a:close/>
                <a:moveTo>
                  <a:pt x="417320" y="203865"/>
                </a:moveTo>
                <a:lnTo>
                  <a:pt x="424188" y="201692"/>
                </a:lnTo>
                <a:lnTo>
                  <a:pt x="402590" y="195255"/>
                </a:lnTo>
                <a:close/>
                <a:moveTo>
                  <a:pt x="417320" y="203865"/>
                </a:moveTo>
                <a:lnTo>
                  <a:pt x="432050" y="213049"/>
                </a:lnTo>
                <a:lnTo>
                  <a:pt x="424188" y="201692"/>
                </a:lnTo>
                <a:close/>
                <a:moveTo>
                  <a:pt x="409458" y="193326"/>
                </a:moveTo>
                <a:lnTo>
                  <a:pt x="402590" y="195255"/>
                </a:lnTo>
                <a:lnTo>
                  <a:pt x="424188" y="201692"/>
                </a:lnTo>
                <a:close/>
                <a:moveTo>
                  <a:pt x="409458" y="193326"/>
                </a:moveTo>
                <a:lnTo>
                  <a:pt x="394729" y="187467"/>
                </a:lnTo>
                <a:lnTo>
                  <a:pt x="402590" y="195255"/>
                </a:lnTo>
                <a:close/>
                <a:moveTo>
                  <a:pt x="387860" y="186756"/>
                </a:moveTo>
                <a:lnTo>
                  <a:pt x="380991" y="189444"/>
                </a:lnTo>
                <a:lnTo>
                  <a:pt x="402590" y="195255"/>
                </a:lnTo>
                <a:close/>
                <a:moveTo>
                  <a:pt x="387860" y="186756"/>
                </a:moveTo>
                <a:lnTo>
                  <a:pt x="373130" y="185155"/>
                </a:lnTo>
                <a:lnTo>
                  <a:pt x="380991" y="189444"/>
                </a:lnTo>
                <a:close/>
                <a:moveTo>
                  <a:pt x="387860" y="186756"/>
                </a:moveTo>
                <a:lnTo>
                  <a:pt x="394729" y="187467"/>
                </a:lnTo>
                <a:lnTo>
                  <a:pt x="373130" y="185155"/>
                </a:lnTo>
                <a:close/>
                <a:moveTo>
                  <a:pt x="387860" y="186756"/>
                </a:moveTo>
                <a:lnTo>
                  <a:pt x="402590" y="195255"/>
                </a:lnTo>
                <a:lnTo>
                  <a:pt x="394729" y="187467"/>
                </a:lnTo>
                <a:close/>
                <a:moveTo>
                  <a:pt x="366261" y="184809"/>
                </a:moveTo>
                <a:lnTo>
                  <a:pt x="373130" y="185155"/>
                </a:lnTo>
                <a:lnTo>
                  <a:pt x="351532" y="186848"/>
                </a:lnTo>
                <a:close/>
                <a:moveTo>
                  <a:pt x="366261" y="184809"/>
                </a:moveTo>
                <a:lnTo>
                  <a:pt x="380991" y="189444"/>
                </a:lnTo>
                <a:lnTo>
                  <a:pt x="373130" y="185155"/>
                </a:lnTo>
                <a:close/>
                <a:moveTo>
                  <a:pt x="358400" y="185555"/>
                </a:moveTo>
                <a:lnTo>
                  <a:pt x="351532" y="186848"/>
                </a:lnTo>
                <a:lnTo>
                  <a:pt x="373130" y="185155"/>
                </a:lnTo>
                <a:close/>
                <a:moveTo>
                  <a:pt x="124708" y="98441"/>
                </a:moveTo>
                <a:lnTo>
                  <a:pt x="109978" y="86709"/>
                </a:lnTo>
                <a:lnTo>
                  <a:pt x="117839" y="102792"/>
                </a:lnTo>
                <a:close/>
                <a:moveTo>
                  <a:pt x="103109" y="89856"/>
                </a:moveTo>
                <a:lnTo>
                  <a:pt x="96240" y="96574"/>
                </a:lnTo>
                <a:lnTo>
                  <a:pt x="117839" y="102792"/>
                </a:lnTo>
                <a:close/>
                <a:moveTo>
                  <a:pt x="103109" y="89856"/>
                </a:moveTo>
                <a:lnTo>
                  <a:pt x="109978" y="86709"/>
                </a:lnTo>
                <a:lnTo>
                  <a:pt x="88379" y="78917"/>
                </a:lnTo>
                <a:close/>
                <a:moveTo>
                  <a:pt x="103109" y="89856"/>
                </a:moveTo>
                <a:lnTo>
                  <a:pt x="117839" y="102792"/>
                </a:lnTo>
                <a:lnTo>
                  <a:pt x="109978" y="86709"/>
                </a:lnTo>
                <a:close/>
                <a:moveTo>
                  <a:pt x="95248" y="75447"/>
                </a:moveTo>
                <a:lnTo>
                  <a:pt x="88379" y="78917"/>
                </a:lnTo>
                <a:lnTo>
                  <a:pt x="109978" y="86709"/>
                </a:lnTo>
                <a:close/>
                <a:moveTo>
                  <a:pt x="95248" y="75447"/>
                </a:moveTo>
                <a:lnTo>
                  <a:pt x="80518" y="62692"/>
                </a:lnTo>
                <a:lnTo>
                  <a:pt x="88379" y="78917"/>
                </a:lnTo>
                <a:close/>
                <a:moveTo>
                  <a:pt x="73649" y="66125"/>
                </a:moveTo>
                <a:lnTo>
                  <a:pt x="80518" y="62692"/>
                </a:lnTo>
                <a:lnTo>
                  <a:pt x="58919" y="54989"/>
                </a:lnTo>
                <a:close/>
                <a:moveTo>
                  <a:pt x="73649" y="66125"/>
                </a:moveTo>
                <a:lnTo>
                  <a:pt x="88379" y="78917"/>
                </a:lnTo>
                <a:lnTo>
                  <a:pt x="80518" y="62692"/>
                </a:lnTo>
                <a:close/>
                <a:moveTo>
                  <a:pt x="44190" y="41623"/>
                </a:moveTo>
                <a:lnTo>
                  <a:pt x="51058" y="35849"/>
                </a:lnTo>
                <a:lnTo>
                  <a:pt x="29460" y="29103"/>
                </a:lnTo>
                <a:close/>
                <a:moveTo>
                  <a:pt x="44190" y="41623"/>
                </a:moveTo>
                <a:lnTo>
                  <a:pt x="58919" y="54989"/>
                </a:lnTo>
                <a:lnTo>
                  <a:pt x="51058" y="35849"/>
                </a:lnTo>
                <a:close/>
                <a:moveTo>
                  <a:pt x="14730" y="13763"/>
                </a:moveTo>
                <a:lnTo>
                  <a:pt x="21599" y="7043"/>
                </a:lnTo>
                <a:lnTo>
                  <a:pt x="0" y="0"/>
                </a:lnTo>
                <a:close/>
                <a:moveTo>
                  <a:pt x="14730" y="13763"/>
                </a:moveTo>
                <a:lnTo>
                  <a:pt x="29460" y="29103"/>
                </a:lnTo>
                <a:lnTo>
                  <a:pt x="21599" y="7043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64" name="PANEL_01-slope-16-220_958">
            <a:extLst>
              <a:ext uri="{FF2B5EF4-FFF2-40B4-BE49-F238E27FC236}">
                <a16:creationId xmlns:a16="http://schemas.microsoft.com/office/drawing/2014/main" id="{BE0DAAAA-BCC8-4810-879C-879327CE5724}"/>
              </a:ext>
            </a:extLst>
          </p:cNvPr>
          <p:cNvSpPr>
            <a:spLocks/>
          </p:cNvSpPr>
          <p:nvPr/>
        </p:nvSpPr>
        <p:spPr>
          <a:xfrm>
            <a:off x="645920" y="700194"/>
            <a:ext cx="2087459" cy="435638"/>
          </a:xfrm>
          <a:custGeom>
            <a:pathLst>
              <a:path w="1413908" h="295073">
                <a:moveTo>
                  <a:pt x="1399178" y="245705"/>
                </a:moveTo>
                <a:lnTo>
                  <a:pt x="1413908" y="253360"/>
                </a:lnTo>
                <a:lnTo>
                  <a:pt x="1406047" y="239246"/>
                </a:lnTo>
                <a:close/>
                <a:moveTo>
                  <a:pt x="1283325" y="284310"/>
                </a:moveTo>
                <a:lnTo>
                  <a:pt x="1276456" y="289913"/>
                </a:lnTo>
                <a:lnTo>
                  <a:pt x="1298054" y="287554"/>
                </a:lnTo>
                <a:close/>
                <a:moveTo>
                  <a:pt x="1283325" y="284310"/>
                </a:moveTo>
                <a:lnTo>
                  <a:pt x="1268595" y="275328"/>
                </a:lnTo>
                <a:lnTo>
                  <a:pt x="1276456" y="289913"/>
                </a:lnTo>
                <a:close/>
                <a:moveTo>
                  <a:pt x="1261726" y="281123"/>
                </a:moveTo>
                <a:lnTo>
                  <a:pt x="1268595" y="275328"/>
                </a:lnTo>
                <a:lnTo>
                  <a:pt x="1246996" y="271355"/>
                </a:lnTo>
                <a:close/>
                <a:moveTo>
                  <a:pt x="1261726" y="281123"/>
                </a:moveTo>
                <a:lnTo>
                  <a:pt x="1276456" y="289913"/>
                </a:lnTo>
                <a:lnTo>
                  <a:pt x="1268595" y="275328"/>
                </a:lnTo>
                <a:close/>
                <a:moveTo>
                  <a:pt x="1253865" y="265973"/>
                </a:moveTo>
                <a:lnTo>
                  <a:pt x="1246996" y="271355"/>
                </a:lnTo>
                <a:lnTo>
                  <a:pt x="1268595" y="275328"/>
                </a:lnTo>
                <a:close/>
                <a:moveTo>
                  <a:pt x="1253865" y="265973"/>
                </a:moveTo>
                <a:lnTo>
                  <a:pt x="1239135" y="258185"/>
                </a:lnTo>
                <a:lnTo>
                  <a:pt x="1246996" y="271355"/>
                </a:lnTo>
                <a:close/>
                <a:moveTo>
                  <a:pt x="1151748" y="222831"/>
                </a:moveTo>
                <a:lnTo>
                  <a:pt x="1158617" y="217174"/>
                </a:lnTo>
                <a:lnTo>
                  <a:pt x="1137019" y="213881"/>
                </a:lnTo>
                <a:close/>
                <a:moveTo>
                  <a:pt x="1151748" y="222831"/>
                </a:moveTo>
                <a:lnTo>
                  <a:pt x="1166478" y="229141"/>
                </a:lnTo>
                <a:lnTo>
                  <a:pt x="1158617" y="217174"/>
                </a:lnTo>
                <a:close/>
                <a:moveTo>
                  <a:pt x="1079092" y="195064"/>
                </a:moveTo>
                <a:lnTo>
                  <a:pt x="1085960" y="191050"/>
                </a:lnTo>
                <a:lnTo>
                  <a:pt x="1064362" y="192395"/>
                </a:lnTo>
                <a:close/>
                <a:moveTo>
                  <a:pt x="1092829" y="186643"/>
                </a:moveTo>
                <a:lnTo>
                  <a:pt x="1085960" y="191050"/>
                </a:lnTo>
                <a:lnTo>
                  <a:pt x="1107559" y="196205"/>
                </a:lnTo>
                <a:close/>
                <a:moveTo>
                  <a:pt x="1071230" y="182106"/>
                </a:moveTo>
                <a:lnTo>
                  <a:pt x="1085960" y="191050"/>
                </a:lnTo>
                <a:lnTo>
                  <a:pt x="1078099" y="177611"/>
                </a:lnTo>
                <a:close/>
                <a:moveTo>
                  <a:pt x="1006435" y="210585"/>
                </a:moveTo>
                <a:lnTo>
                  <a:pt x="1013304" y="206452"/>
                </a:lnTo>
                <a:lnTo>
                  <a:pt x="991705" y="212696"/>
                </a:lnTo>
                <a:close/>
                <a:moveTo>
                  <a:pt x="1006435" y="210585"/>
                </a:moveTo>
                <a:lnTo>
                  <a:pt x="1021165" y="209769"/>
                </a:lnTo>
                <a:lnTo>
                  <a:pt x="1013304" y="206452"/>
                </a:lnTo>
                <a:close/>
                <a:moveTo>
                  <a:pt x="984836" y="216547"/>
                </a:moveTo>
                <a:lnTo>
                  <a:pt x="991705" y="212696"/>
                </a:lnTo>
                <a:lnTo>
                  <a:pt x="970107" y="217870"/>
                </a:lnTo>
                <a:close/>
                <a:moveTo>
                  <a:pt x="998574" y="209668"/>
                </a:moveTo>
                <a:lnTo>
                  <a:pt x="991705" y="212696"/>
                </a:lnTo>
                <a:lnTo>
                  <a:pt x="1013304" y="206452"/>
                </a:lnTo>
                <a:close/>
                <a:moveTo>
                  <a:pt x="976975" y="213986"/>
                </a:moveTo>
                <a:lnTo>
                  <a:pt x="970107" y="217870"/>
                </a:lnTo>
                <a:lnTo>
                  <a:pt x="991705" y="212696"/>
                </a:lnTo>
                <a:close/>
                <a:moveTo>
                  <a:pt x="976975" y="213986"/>
                </a:moveTo>
                <a:lnTo>
                  <a:pt x="962245" y="214690"/>
                </a:lnTo>
                <a:lnTo>
                  <a:pt x="970107" y="217870"/>
                </a:lnTo>
                <a:close/>
                <a:moveTo>
                  <a:pt x="955377" y="218349"/>
                </a:moveTo>
                <a:lnTo>
                  <a:pt x="948508" y="223376"/>
                </a:lnTo>
                <a:lnTo>
                  <a:pt x="970107" y="217870"/>
                </a:lnTo>
                <a:close/>
                <a:moveTo>
                  <a:pt x="955377" y="218349"/>
                </a:moveTo>
                <a:lnTo>
                  <a:pt x="940647" y="218771"/>
                </a:lnTo>
                <a:lnTo>
                  <a:pt x="948508" y="223376"/>
                </a:lnTo>
                <a:close/>
                <a:moveTo>
                  <a:pt x="955377" y="218349"/>
                </a:moveTo>
                <a:lnTo>
                  <a:pt x="962245" y="214690"/>
                </a:lnTo>
                <a:lnTo>
                  <a:pt x="940647" y="218771"/>
                </a:lnTo>
                <a:close/>
                <a:moveTo>
                  <a:pt x="955377" y="218349"/>
                </a:moveTo>
                <a:lnTo>
                  <a:pt x="970107" y="217870"/>
                </a:lnTo>
                <a:lnTo>
                  <a:pt x="962245" y="214690"/>
                </a:lnTo>
                <a:close/>
                <a:moveTo>
                  <a:pt x="933778" y="223898"/>
                </a:moveTo>
                <a:lnTo>
                  <a:pt x="940647" y="218771"/>
                </a:lnTo>
                <a:lnTo>
                  <a:pt x="919048" y="225240"/>
                </a:lnTo>
                <a:close/>
                <a:moveTo>
                  <a:pt x="933778" y="223898"/>
                </a:moveTo>
                <a:lnTo>
                  <a:pt x="948508" y="223376"/>
                </a:lnTo>
                <a:lnTo>
                  <a:pt x="940647" y="218771"/>
                </a:lnTo>
                <a:close/>
                <a:moveTo>
                  <a:pt x="753129" y="295073"/>
                </a:moveTo>
                <a:lnTo>
                  <a:pt x="759998" y="287172"/>
                </a:lnTo>
                <a:lnTo>
                  <a:pt x="738399" y="286773"/>
                </a:lnTo>
                <a:close/>
                <a:moveTo>
                  <a:pt x="766866" y="280865"/>
                </a:moveTo>
                <a:lnTo>
                  <a:pt x="752136" y="271560"/>
                </a:lnTo>
                <a:lnTo>
                  <a:pt x="759998" y="287172"/>
                </a:lnTo>
                <a:close/>
                <a:moveTo>
                  <a:pt x="745268" y="281280"/>
                </a:moveTo>
                <a:lnTo>
                  <a:pt x="738399" y="286773"/>
                </a:lnTo>
                <a:lnTo>
                  <a:pt x="759998" y="287172"/>
                </a:lnTo>
                <a:close/>
                <a:moveTo>
                  <a:pt x="745268" y="281280"/>
                </a:moveTo>
                <a:lnTo>
                  <a:pt x="730538" y="269283"/>
                </a:lnTo>
                <a:lnTo>
                  <a:pt x="738399" y="286773"/>
                </a:lnTo>
                <a:close/>
                <a:moveTo>
                  <a:pt x="745268" y="281280"/>
                </a:moveTo>
                <a:lnTo>
                  <a:pt x="752136" y="271560"/>
                </a:lnTo>
                <a:lnTo>
                  <a:pt x="730538" y="269283"/>
                </a:lnTo>
                <a:close/>
                <a:moveTo>
                  <a:pt x="723669" y="276560"/>
                </a:moveTo>
                <a:lnTo>
                  <a:pt x="730538" y="269283"/>
                </a:lnTo>
                <a:lnTo>
                  <a:pt x="708939" y="264624"/>
                </a:lnTo>
                <a:close/>
                <a:moveTo>
                  <a:pt x="723669" y="276560"/>
                </a:moveTo>
                <a:lnTo>
                  <a:pt x="738399" y="286773"/>
                </a:lnTo>
                <a:lnTo>
                  <a:pt x="730538" y="269283"/>
                </a:lnTo>
                <a:close/>
                <a:moveTo>
                  <a:pt x="715808" y="256992"/>
                </a:moveTo>
                <a:lnTo>
                  <a:pt x="708939" y="264624"/>
                </a:lnTo>
                <a:lnTo>
                  <a:pt x="730538" y="269283"/>
                </a:lnTo>
                <a:close/>
                <a:moveTo>
                  <a:pt x="715808" y="256992"/>
                </a:moveTo>
                <a:lnTo>
                  <a:pt x="701078" y="245328"/>
                </a:lnTo>
                <a:lnTo>
                  <a:pt x="708939" y="264624"/>
                </a:lnTo>
                <a:close/>
                <a:moveTo>
                  <a:pt x="694209" y="252384"/>
                </a:moveTo>
                <a:lnTo>
                  <a:pt x="679480" y="242437"/>
                </a:lnTo>
                <a:lnTo>
                  <a:pt x="687341" y="261554"/>
                </a:lnTo>
                <a:close/>
                <a:moveTo>
                  <a:pt x="694209" y="252384"/>
                </a:moveTo>
                <a:lnTo>
                  <a:pt x="701078" y="245328"/>
                </a:lnTo>
                <a:lnTo>
                  <a:pt x="679480" y="242437"/>
                </a:lnTo>
                <a:close/>
                <a:moveTo>
                  <a:pt x="694209" y="252384"/>
                </a:moveTo>
                <a:lnTo>
                  <a:pt x="708939" y="264624"/>
                </a:lnTo>
                <a:lnTo>
                  <a:pt x="701078" y="245328"/>
                </a:lnTo>
                <a:close/>
                <a:moveTo>
                  <a:pt x="686348" y="233291"/>
                </a:moveTo>
                <a:lnTo>
                  <a:pt x="679480" y="242437"/>
                </a:lnTo>
                <a:lnTo>
                  <a:pt x="701078" y="245328"/>
                </a:lnTo>
                <a:close/>
                <a:moveTo>
                  <a:pt x="686348" y="233291"/>
                </a:moveTo>
                <a:lnTo>
                  <a:pt x="671618" y="225511"/>
                </a:lnTo>
                <a:lnTo>
                  <a:pt x="679480" y="242437"/>
                </a:lnTo>
                <a:close/>
                <a:moveTo>
                  <a:pt x="570494" y="250461"/>
                </a:moveTo>
                <a:lnTo>
                  <a:pt x="563626" y="254689"/>
                </a:lnTo>
                <a:lnTo>
                  <a:pt x="585224" y="255564"/>
                </a:lnTo>
                <a:close/>
                <a:moveTo>
                  <a:pt x="570494" y="250461"/>
                </a:moveTo>
                <a:lnTo>
                  <a:pt x="555765" y="243113"/>
                </a:lnTo>
                <a:lnTo>
                  <a:pt x="563626" y="254689"/>
                </a:lnTo>
                <a:close/>
                <a:moveTo>
                  <a:pt x="570494" y="250461"/>
                </a:moveTo>
                <a:lnTo>
                  <a:pt x="577363" y="242430"/>
                </a:lnTo>
                <a:lnTo>
                  <a:pt x="555765" y="243113"/>
                </a:lnTo>
                <a:close/>
                <a:moveTo>
                  <a:pt x="570494" y="250461"/>
                </a:moveTo>
                <a:lnTo>
                  <a:pt x="585224" y="255564"/>
                </a:lnTo>
                <a:lnTo>
                  <a:pt x="577363" y="242430"/>
                </a:lnTo>
                <a:close/>
                <a:moveTo>
                  <a:pt x="548896" y="248544"/>
                </a:moveTo>
                <a:lnTo>
                  <a:pt x="555765" y="243113"/>
                </a:lnTo>
                <a:lnTo>
                  <a:pt x="534166" y="242059"/>
                </a:lnTo>
                <a:close/>
                <a:moveTo>
                  <a:pt x="548896" y="248544"/>
                </a:moveTo>
                <a:lnTo>
                  <a:pt x="563626" y="254689"/>
                </a:lnTo>
                <a:lnTo>
                  <a:pt x="555765" y="243113"/>
                </a:lnTo>
                <a:close/>
                <a:moveTo>
                  <a:pt x="562633" y="236621"/>
                </a:moveTo>
                <a:lnTo>
                  <a:pt x="555765" y="243113"/>
                </a:lnTo>
                <a:lnTo>
                  <a:pt x="577363" y="242430"/>
                </a:lnTo>
                <a:close/>
                <a:moveTo>
                  <a:pt x="541035" y="236828"/>
                </a:moveTo>
                <a:lnTo>
                  <a:pt x="534166" y="242059"/>
                </a:lnTo>
                <a:lnTo>
                  <a:pt x="555765" y="243113"/>
                </a:lnTo>
                <a:close/>
                <a:moveTo>
                  <a:pt x="541035" y="236828"/>
                </a:moveTo>
                <a:lnTo>
                  <a:pt x="526305" y="230591"/>
                </a:lnTo>
                <a:lnTo>
                  <a:pt x="534166" y="242059"/>
                </a:lnTo>
                <a:close/>
                <a:moveTo>
                  <a:pt x="541035" y="236828"/>
                </a:moveTo>
                <a:lnTo>
                  <a:pt x="555765" y="243113"/>
                </a:lnTo>
                <a:lnTo>
                  <a:pt x="547903" y="229896"/>
                </a:lnTo>
                <a:close/>
                <a:moveTo>
                  <a:pt x="519436" y="236199"/>
                </a:moveTo>
                <a:lnTo>
                  <a:pt x="504706" y="230344"/>
                </a:lnTo>
                <a:lnTo>
                  <a:pt x="512568" y="241231"/>
                </a:lnTo>
                <a:close/>
                <a:moveTo>
                  <a:pt x="519436" y="236199"/>
                </a:moveTo>
                <a:lnTo>
                  <a:pt x="526305" y="230591"/>
                </a:lnTo>
                <a:lnTo>
                  <a:pt x="504706" y="230344"/>
                </a:lnTo>
                <a:close/>
                <a:moveTo>
                  <a:pt x="519436" y="236199"/>
                </a:moveTo>
                <a:lnTo>
                  <a:pt x="534166" y="242059"/>
                </a:lnTo>
                <a:lnTo>
                  <a:pt x="526305" y="230591"/>
                </a:lnTo>
                <a:close/>
                <a:moveTo>
                  <a:pt x="497838" y="235823"/>
                </a:moveTo>
                <a:lnTo>
                  <a:pt x="504706" y="230344"/>
                </a:lnTo>
                <a:lnTo>
                  <a:pt x="483108" y="229329"/>
                </a:lnTo>
                <a:close/>
                <a:moveTo>
                  <a:pt x="497838" y="235823"/>
                </a:moveTo>
                <a:lnTo>
                  <a:pt x="512568" y="241231"/>
                </a:lnTo>
                <a:lnTo>
                  <a:pt x="504706" y="230344"/>
                </a:lnTo>
                <a:close/>
                <a:moveTo>
                  <a:pt x="489976" y="224362"/>
                </a:moveTo>
                <a:lnTo>
                  <a:pt x="483108" y="229329"/>
                </a:lnTo>
                <a:lnTo>
                  <a:pt x="504706" y="230344"/>
                </a:lnTo>
                <a:close/>
                <a:moveTo>
                  <a:pt x="489976" y="224362"/>
                </a:moveTo>
                <a:lnTo>
                  <a:pt x="475247" y="219004"/>
                </a:lnTo>
                <a:lnTo>
                  <a:pt x="483108" y="229329"/>
                </a:lnTo>
                <a:close/>
                <a:moveTo>
                  <a:pt x="468378" y="222658"/>
                </a:moveTo>
                <a:lnTo>
                  <a:pt x="453648" y="216770"/>
                </a:lnTo>
                <a:lnTo>
                  <a:pt x="461509" y="227703"/>
                </a:lnTo>
                <a:close/>
                <a:moveTo>
                  <a:pt x="468378" y="222658"/>
                </a:moveTo>
                <a:lnTo>
                  <a:pt x="475247" y="219004"/>
                </a:lnTo>
                <a:lnTo>
                  <a:pt x="453648" y="216770"/>
                </a:lnTo>
                <a:close/>
                <a:moveTo>
                  <a:pt x="468378" y="222658"/>
                </a:moveTo>
                <a:lnTo>
                  <a:pt x="483108" y="229329"/>
                </a:lnTo>
                <a:lnTo>
                  <a:pt x="475247" y="219004"/>
                </a:lnTo>
                <a:close/>
                <a:moveTo>
                  <a:pt x="446779" y="220821"/>
                </a:moveTo>
                <a:lnTo>
                  <a:pt x="453648" y="216770"/>
                </a:lnTo>
                <a:lnTo>
                  <a:pt x="432050" y="213049"/>
                </a:lnTo>
                <a:close/>
                <a:moveTo>
                  <a:pt x="344663" y="188783"/>
                </a:moveTo>
                <a:lnTo>
                  <a:pt x="351532" y="186848"/>
                </a:lnTo>
                <a:lnTo>
                  <a:pt x="329933" y="190704"/>
                </a:lnTo>
                <a:close/>
                <a:moveTo>
                  <a:pt x="336802" y="188246"/>
                </a:moveTo>
                <a:lnTo>
                  <a:pt x="329933" y="190704"/>
                </a:lnTo>
                <a:lnTo>
                  <a:pt x="351532" y="186848"/>
                </a:lnTo>
                <a:close/>
                <a:moveTo>
                  <a:pt x="336802" y="188246"/>
                </a:moveTo>
                <a:lnTo>
                  <a:pt x="322072" y="182305"/>
                </a:lnTo>
                <a:lnTo>
                  <a:pt x="329933" y="190704"/>
                </a:lnTo>
                <a:close/>
                <a:moveTo>
                  <a:pt x="336802" y="188246"/>
                </a:moveTo>
                <a:lnTo>
                  <a:pt x="351532" y="186848"/>
                </a:lnTo>
                <a:lnTo>
                  <a:pt x="343670" y="182764"/>
                </a:lnTo>
                <a:close/>
                <a:moveTo>
                  <a:pt x="315203" y="189324"/>
                </a:moveTo>
                <a:lnTo>
                  <a:pt x="308335" y="192774"/>
                </a:lnTo>
                <a:lnTo>
                  <a:pt x="329933" y="190704"/>
                </a:lnTo>
                <a:close/>
                <a:moveTo>
                  <a:pt x="315203" y="189324"/>
                </a:moveTo>
                <a:lnTo>
                  <a:pt x="300473" y="179545"/>
                </a:lnTo>
                <a:lnTo>
                  <a:pt x="308335" y="192774"/>
                </a:lnTo>
                <a:close/>
                <a:moveTo>
                  <a:pt x="315203" y="189324"/>
                </a:moveTo>
                <a:lnTo>
                  <a:pt x="322072" y="182305"/>
                </a:lnTo>
                <a:lnTo>
                  <a:pt x="300473" y="179545"/>
                </a:lnTo>
                <a:close/>
                <a:moveTo>
                  <a:pt x="315203" y="189324"/>
                </a:moveTo>
                <a:lnTo>
                  <a:pt x="329933" y="190704"/>
                </a:lnTo>
                <a:lnTo>
                  <a:pt x="322072" y="182305"/>
                </a:lnTo>
                <a:close/>
                <a:moveTo>
                  <a:pt x="293605" y="186665"/>
                </a:moveTo>
                <a:lnTo>
                  <a:pt x="300473" y="179545"/>
                </a:lnTo>
                <a:lnTo>
                  <a:pt x="278875" y="174686"/>
                </a:lnTo>
                <a:close/>
                <a:moveTo>
                  <a:pt x="293605" y="186665"/>
                </a:moveTo>
                <a:lnTo>
                  <a:pt x="308335" y="192774"/>
                </a:lnTo>
                <a:lnTo>
                  <a:pt x="300473" y="179545"/>
                </a:lnTo>
                <a:close/>
                <a:moveTo>
                  <a:pt x="285743" y="168249"/>
                </a:moveTo>
                <a:lnTo>
                  <a:pt x="278875" y="174686"/>
                </a:lnTo>
                <a:lnTo>
                  <a:pt x="300473" y="179545"/>
                </a:lnTo>
                <a:close/>
                <a:moveTo>
                  <a:pt x="285743" y="168249"/>
                </a:moveTo>
                <a:lnTo>
                  <a:pt x="271014" y="153530"/>
                </a:lnTo>
                <a:lnTo>
                  <a:pt x="278875" y="174686"/>
                </a:lnTo>
                <a:close/>
                <a:moveTo>
                  <a:pt x="285743" y="168249"/>
                </a:moveTo>
                <a:lnTo>
                  <a:pt x="292612" y="159833"/>
                </a:lnTo>
                <a:lnTo>
                  <a:pt x="271014" y="153530"/>
                </a:lnTo>
                <a:close/>
                <a:moveTo>
                  <a:pt x="285743" y="168249"/>
                </a:moveTo>
                <a:lnTo>
                  <a:pt x="300473" y="179545"/>
                </a:lnTo>
                <a:lnTo>
                  <a:pt x="292612" y="159833"/>
                </a:lnTo>
                <a:close/>
                <a:moveTo>
                  <a:pt x="264145" y="161412"/>
                </a:moveTo>
                <a:lnTo>
                  <a:pt x="271014" y="153530"/>
                </a:lnTo>
                <a:lnTo>
                  <a:pt x="249415" y="148637"/>
                </a:lnTo>
                <a:close/>
                <a:moveTo>
                  <a:pt x="264145" y="161412"/>
                </a:moveTo>
                <a:lnTo>
                  <a:pt x="278875" y="174686"/>
                </a:lnTo>
                <a:lnTo>
                  <a:pt x="271014" y="153530"/>
                </a:lnTo>
                <a:close/>
                <a:moveTo>
                  <a:pt x="256284" y="138818"/>
                </a:moveTo>
                <a:lnTo>
                  <a:pt x="249415" y="148637"/>
                </a:lnTo>
                <a:lnTo>
                  <a:pt x="271014" y="153530"/>
                </a:lnTo>
                <a:close/>
                <a:moveTo>
                  <a:pt x="256284" y="138818"/>
                </a:moveTo>
                <a:lnTo>
                  <a:pt x="241554" y="126842"/>
                </a:lnTo>
                <a:lnTo>
                  <a:pt x="249415" y="148637"/>
                </a:lnTo>
                <a:close/>
                <a:moveTo>
                  <a:pt x="256284" y="138818"/>
                </a:moveTo>
                <a:lnTo>
                  <a:pt x="263152" y="130896"/>
                </a:lnTo>
                <a:lnTo>
                  <a:pt x="241554" y="126842"/>
                </a:lnTo>
                <a:close/>
                <a:moveTo>
                  <a:pt x="256284" y="138818"/>
                </a:moveTo>
                <a:lnTo>
                  <a:pt x="271014" y="153530"/>
                </a:lnTo>
                <a:lnTo>
                  <a:pt x="263152" y="130896"/>
                </a:lnTo>
                <a:close/>
                <a:moveTo>
                  <a:pt x="234685" y="136028"/>
                </a:moveTo>
                <a:lnTo>
                  <a:pt x="249415" y="148637"/>
                </a:lnTo>
                <a:lnTo>
                  <a:pt x="241554" y="126842"/>
                </a:lnTo>
                <a:close/>
                <a:moveTo>
                  <a:pt x="154167" y="118651"/>
                </a:moveTo>
                <a:lnTo>
                  <a:pt x="139437" y="108378"/>
                </a:lnTo>
                <a:lnTo>
                  <a:pt x="147299" y="125990"/>
                </a:lnTo>
                <a:close/>
                <a:moveTo>
                  <a:pt x="132569" y="115185"/>
                </a:moveTo>
                <a:lnTo>
                  <a:pt x="139437" y="108378"/>
                </a:lnTo>
                <a:lnTo>
                  <a:pt x="117839" y="102792"/>
                </a:lnTo>
                <a:close/>
                <a:moveTo>
                  <a:pt x="132569" y="115185"/>
                </a:moveTo>
                <a:lnTo>
                  <a:pt x="147299" y="125990"/>
                </a:lnTo>
                <a:lnTo>
                  <a:pt x="139437" y="108378"/>
                </a:lnTo>
                <a:close/>
                <a:moveTo>
                  <a:pt x="124708" y="98441"/>
                </a:moveTo>
                <a:lnTo>
                  <a:pt x="117839" y="102792"/>
                </a:lnTo>
                <a:lnTo>
                  <a:pt x="139437" y="108378"/>
                </a:lnTo>
                <a:close/>
                <a:moveTo>
                  <a:pt x="103109" y="89856"/>
                </a:moveTo>
                <a:lnTo>
                  <a:pt x="88379" y="78917"/>
                </a:lnTo>
                <a:lnTo>
                  <a:pt x="96240" y="96574"/>
                </a:lnTo>
                <a:close/>
                <a:moveTo>
                  <a:pt x="73649" y="66125"/>
                </a:moveTo>
                <a:lnTo>
                  <a:pt x="66781" y="73842"/>
                </a:lnTo>
                <a:lnTo>
                  <a:pt x="88379" y="78917"/>
                </a:lnTo>
                <a:close/>
                <a:moveTo>
                  <a:pt x="73649" y="66125"/>
                </a:moveTo>
                <a:lnTo>
                  <a:pt x="58919" y="54989"/>
                </a:lnTo>
                <a:lnTo>
                  <a:pt x="66781" y="73842"/>
                </a:lnTo>
                <a:close/>
                <a:moveTo>
                  <a:pt x="52051" y="62405"/>
                </a:moveTo>
                <a:lnTo>
                  <a:pt x="58919" y="54989"/>
                </a:lnTo>
                <a:lnTo>
                  <a:pt x="37321" y="51499"/>
                </a:lnTo>
                <a:close/>
                <a:moveTo>
                  <a:pt x="52051" y="62405"/>
                </a:moveTo>
                <a:lnTo>
                  <a:pt x="66781" y="73842"/>
                </a:lnTo>
                <a:lnTo>
                  <a:pt x="58919" y="54989"/>
                </a:lnTo>
                <a:close/>
                <a:moveTo>
                  <a:pt x="44190" y="41623"/>
                </a:moveTo>
                <a:lnTo>
                  <a:pt x="37321" y="51499"/>
                </a:lnTo>
                <a:lnTo>
                  <a:pt x="58919" y="54989"/>
                </a:lnTo>
                <a:close/>
                <a:moveTo>
                  <a:pt x="44190" y="41623"/>
                </a:moveTo>
                <a:lnTo>
                  <a:pt x="29460" y="29103"/>
                </a:lnTo>
                <a:lnTo>
                  <a:pt x="37321" y="51499"/>
                </a:lnTo>
                <a:close/>
                <a:moveTo>
                  <a:pt x="22591" y="39681"/>
                </a:moveTo>
                <a:lnTo>
                  <a:pt x="29460" y="29103"/>
                </a:lnTo>
                <a:lnTo>
                  <a:pt x="7861" y="25141"/>
                </a:lnTo>
                <a:close/>
                <a:moveTo>
                  <a:pt x="22591" y="39681"/>
                </a:moveTo>
                <a:lnTo>
                  <a:pt x="37321" y="51499"/>
                </a:lnTo>
                <a:lnTo>
                  <a:pt x="29460" y="29103"/>
                </a:lnTo>
                <a:close/>
                <a:moveTo>
                  <a:pt x="14730" y="13763"/>
                </a:moveTo>
                <a:lnTo>
                  <a:pt x="7861" y="25141"/>
                </a:lnTo>
                <a:lnTo>
                  <a:pt x="29460" y="29103"/>
                </a:lnTo>
                <a:close/>
                <a:moveTo>
                  <a:pt x="14730" y="13763"/>
                </a:moveTo>
                <a:lnTo>
                  <a:pt x="0" y="0"/>
                </a:lnTo>
                <a:lnTo>
                  <a:pt x="7861" y="25141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65" name="PANEL_01-slope-16-225_959">
            <a:extLst>
              <a:ext uri="{FF2B5EF4-FFF2-40B4-BE49-F238E27FC236}">
                <a16:creationId xmlns:a16="http://schemas.microsoft.com/office/drawing/2014/main" id="{F3D24624-1A0E-46A0-A7AE-48879E9D57BB}"/>
              </a:ext>
            </a:extLst>
          </p:cNvPr>
          <p:cNvSpPr>
            <a:spLocks/>
          </p:cNvSpPr>
          <p:nvPr/>
        </p:nvSpPr>
        <p:spPr>
          <a:xfrm>
            <a:off x="863388" y="856684"/>
            <a:ext cx="1901878" cy="283101"/>
          </a:xfrm>
          <a:custGeom>
            <a:pathLst>
              <a:path w="1288208" h="191755">
                <a:moveTo>
                  <a:pt x="1273478" y="138416"/>
                </a:moveTo>
                <a:lnTo>
                  <a:pt x="1266610" y="147364"/>
                </a:lnTo>
                <a:lnTo>
                  <a:pt x="1288208" y="144662"/>
                </a:lnTo>
                <a:close/>
                <a:moveTo>
                  <a:pt x="1251880" y="139710"/>
                </a:moveTo>
                <a:lnTo>
                  <a:pt x="1245011" y="147990"/>
                </a:lnTo>
                <a:lnTo>
                  <a:pt x="1266610" y="147364"/>
                </a:lnTo>
                <a:close/>
                <a:moveTo>
                  <a:pt x="1251880" y="139710"/>
                </a:moveTo>
                <a:lnTo>
                  <a:pt x="1237150" y="136287"/>
                </a:lnTo>
                <a:lnTo>
                  <a:pt x="1245011" y="147990"/>
                </a:lnTo>
                <a:close/>
                <a:moveTo>
                  <a:pt x="1230281" y="141598"/>
                </a:moveTo>
                <a:lnTo>
                  <a:pt x="1223413" y="153464"/>
                </a:lnTo>
                <a:lnTo>
                  <a:pt x="1245011" y="147990"/>
                </a:lnTo>
                <a:close/>
                <a:moveTo>
                  <a:pt x="1230281" y="141598"/>
                </a:moveTo>
                <a:lnTo>
                  <a:pt x="1215551" y="142995"/>
                </a:lnTo>
                <a:lnTo>
                  <a:pt x="1223413" y="153464"/>
                </a:lnTo>
                <a:close/>
                <a:moveTo>
                  <a:pt x="1230281" y="141598"/>
                </a:moveTo>
                <a:lnTo>
                  <a:pt x="1237150" y="136287"/>
                </a:lnTo>
                <a:lnTo>
                  <a:pt x="1215551" y="142995"/>
                </a:lnTo>
                <a:close/>
                <a:moveTo>
                  <a:pt x="1230281" y="141598"/>
                </a:moveTo>
                <a:lnTo>
                  <a:pt x="1245011" y="147990"/>
                </a:lnTo>
                <a:lnTo>
                  <a:pt x="1237150" y="136287"/>
                </a:lnTo>
                <a:close/>
                <a:moveTo>
                  <a:pt x="1208683" y="151434"/>
                </a:moveTo>
                <a:lnTo>
                  <a:pt x="1215551" y="142995"/>
                </a:lnTo>
                <a:lnTo>
                  <a:pt x="1193953" y="155531"/>
                </a:lnTo>
                <a:close/>
                <a:moveTo>
                  <a:pt x="1208683" y="151434"/>
                </a:moveTo>
                <a:lnTo>
                  <a:pt x="1223413" y="153464"/>
                </a:lnTo>
                <a:lnTo>
                  <a:pt x="1215551" y="142995"/>
                </a:lnTo>
                <a:close/>
                <a:moveTo>
                  <a:pt x="1187084" y="165279"/>
                </a:moveTo>
                <a:lnTo>
                  <a:pt x="1193953" y="155531"/>
                </a:lnTo>
                <a:lnTo>
                  <a:pt x="1172354" y="170460"/>
                </a:lnTo>
                <a:close/>
                <a:moveTo>
                  <a:pt x="1187084" y="165279"/>
                </a:moveTo>
                <a:lnTo>
                  <a:pt x="1201814" y="164880"/>
                </a:lnTo>
                <a:lnTo>
                  <a:pt x="1193953" y="155531"/>
                </a:lnTo>
                <a:close/>
                <a:moveTo>
                  <a:pt x="1165486" y="181352"/>
                </a:moveTo>
                <a:lnTo>
                  <a:pt x="1172354" y="170460"/>
                </a:lnTo>
                <a:lnTo>
                  <a:pt x="1150756" y="181559"/>
                </a:lnTo>
                <a:close/>
                <a:moveTo>
                  <a:pt x="1165486" y="181352"/>
                </a:moveTo>
                <a:lnTo>
                  <a:pt x="1180216" y="179289"/>
                </a:lnTo>
                <a:lnTo>
                  <a:pt x="1172354" y="170460"/>
                </a:lnTo>
                <a:close/>
                <a:moveTo>
                  <a:pt x="1143887" y="191755"/>
                </a:moveTo>
                <a:lnTo>
                  <a:pt x="1150756" y="181559"/>
                </a:lnTo>
                <a:lnTo>
                  <a:pt x="1129157" y="183918"/>
                </a:lnTo>
                <a:close/>
                <a:moveTo>
                  <a:pt x="1200822" y="145017"/>
                </a:moveTo>
                <a:lnTo>
                  <a:pt x="1193953" y="155531"/>
                </a:lnTo>
                <a:lnTo>
                  <a:pt x="1215551" y="142995"/>
                </a:lnTo>
                <a:close/>
                <a:moveTo>
                  <a:pt x="1179223" y="160394"/>
                </a:moveTo>
                <a:lnTo>
                  <a:pt x="1172354" y="170460"/>
                </a:lnTo>
                <a:lnTo>
                  <a:pt x="1193953" y="155531"/>
                </a:lnTo>
                <a:close/>
                <a:moveTo>
                  <a:pt x="1157625" y="174815"/>
                </a:moveTo>
                <a:lnTo>
                  <a:pt x="1150756" y="181559"/>
                </a:lnTo>
                <a:lnTo>
                  <a:pt x="1172354" y="170460"/>
                </a:lnTo>
                <a:close/>
                <a:moveTo>
                  <a:pt x="1136026" y="178315"/>
                </a:moveTo>
                <a:lnTo>
                  <a:pt x="1150756" y="181559"/>
                </a:lnTo>
                <a:lnTo>
                  <a:pt x="1142895" y="170468"/>
                </a:lnTo>
                <a:close/>
                <a:moveTo>
                  <a:pt x="923932" y="76110"/>
                </a:moveTo>
                <a:lnTo>
                  <a:pt x="917063" y="86399"/>
                </a:lnTo>
                <a:lnTo>
                  <a:pt x="938662" y="85055"/>
                </a:lnTo>
                <a:close/>
                <a:moveTo>
                  <a:pt x="923932" y="76110"/>
                </a:moveTo>
                <a:lnTo>
                  <a:pt x="909202" y="77627"/>
                </a:lnTo>
                <a:lnTo>
                  <a:pt x="917063" y="86399"/>
                </a:lnTo>
                <a:close/>
                <a:moveTo>
                  <a:pt x="902333" y="85533"/>
                </a:moveTo>
                <a:lnTo>
                  <a:pt x="895465" y="95118"/>
                </a:lnTo>
                <a:lnTo>
                  <a:pt x="917063" y="86399"/>
                </a:lnTo>
                <a:close/>
                <a:moveTo>
                  <a:pt x="902333" y="85533"/>
                </a:moveTo>
                <a:lnTo>
                  <a:pt x="887603" y="90292"/>
                </a:lnTo>
                <a:lnTo>
                  <a:pt x="895465" y="95118"/>
                </a:lnTo>
                <a:close/>
                <a:moveTo>
                  <a:pt x="902333" y="85533"/>
                </a:moveTo>
                <a:lnTo>
                  <a:pt x="909202" y="77627"/>
                </a:lnTo>
                <a:lnTo>
                  <a:pt x="887603" y="90292"/>
                </a:lnTo>
                <a:close/>
                <a:moveTo>
                  <a:pt x="902333" y="85533"/>
                </a:moveTo>
                <a:lnTo>
                  <a:pt x="917063" y="86399"/>
                </a:lnTo>
                <a:lnTo>
                  <a:pt x="909202" y="77627"/>
                </a:lnTo>
                <a:close/>
                <a:moveTo>
                  <a:pt x="880735" y="97196"/>
                </a:moveTo>
                <a:lnTo>
                  <a:pt x="866005" y="100457"/>
                </a:lnTo>
                <a:lnTo>
                  <a:pt x="873866" y="103774"/>
                </a:lnTo>
                <a:close/>
                <a:moveTo>
                  <a:pt x="880735" y="97196"/>
                </a:moveTo>
                <a:lnTo>
                  <a:pt x="887603" y="90292"/>
                </a:lnTo>
                <a:lnTo>
                  <a:pt x="866005" y="100457"/>
                </a:lnTo>
                <a:close/>
                <a:moveTo>
                  <a:pt x="880735" y="97196"/>
                </a:moveTo>
                <a:lnTo>
                  <a:pt x="895465" y="95118"/>
                </a:lnTo>
                <a:lnTo>
                  <a:pt x="887603" y="90292"/>
                </a:lnTo>
                <a:close/>
                <a:moveTo>
                  <a:pt x="786480" y="117902"/>
                </a:moveTo>
                <a:lnTo>
                  <a:pt x="771750" y="119244"/>
                </a:lnTo>
                <a:lnTo>
                  <a:pt x="779611" y="124341"/>
                </a:lnTo>
                <a:close/>
                <a:moveTo>
                  <a:pt x="764881" y="125654"/>
                </a:moveTo>
                <a:lnTo>
                  <a:pt x="771750" y="119244"/>
                </a:lnTo>
                <a:lnTo>
                  <a:pt x="750151" y="127914"/>
                </a:lnTo>
                <a:close/>
                <a:moveTo>
                  <a:pt x="764881" y="125654"/>
                </a:moveTo>
                <a:lnTo>
                  <a:pt x="779611" y="124341"/>
                </a:lnTo>
                <a:lnTo>
                  <a:pt x="771750" y="119244"/>
                </a:lnTo>
                <a:close/>
                <a:moveTo>
                  <a:pt x="743283" y="135969"/>
                </a:moveTo>
                <a:lnTo>
                  <a:pt x="750151" y="127914"/>
                </a:lnTo>
                <a:lnTo>
                  <a:pt x="728553" y="137342"/>
                </a:lnTo>
                <a:close/>
                <a:moveTo>
                  <a:pt x="757020" y="120687"/>
                </a:moveTo>
                <a:lnTo>
                  <a:pt x="750151" y="127914"/>
                </a:lnTo>
                <a:lnTo>
                  <a:pt x="771750" y="119244"/>
                </a:lnTo>
                <a:close/>
                <a:moveTo>
                  <a:pt x="735421" y="129349"/>
                </a:moveTo>
                <a:lnTo>
                  <a:pt x="728553" y="137342"/>
                </a:lnTo>
                <a:lnTo>
                  <a:pt x="750151" y="127914"/>
                </a:lnTo>
                <a:close/>
                <a:moveTo>
                  <a:pt x="735421" y="129349"/>
                </a:moveTo>
                <a:lnTo>
                  <a:pt x="720691" y="130150"/>
                </a:lnTo>
                <a:lnTo>
                  <a:pt x="728553" y="137342"/>
                </a:lnTo>
                <a:close/>
                <a:moveTo>
                  <a:pt x="735421" y="129349"/>
                </a:moveTo>
                <a:lnTo>
                  <a:pt x="750151" y="127914"/>
                </a:lnTo>
                <a:lnTo>
                  <a:pt x="742290" y="121637"/>
                </a:lnTo>
                <a:close/>
                <a:moveTo>
                  <a:pt x="713823" y="138894"/>
                </a:moveTo>
                <a:lnTo>
                  <a:pt x="706954" y="147207"/>
                </a:lnTo>
                <a:lnTo>
                  <a:pt x="728553" y="137342"/>
                </a:lnTo>
                <a:close/>
                <a:moveTo>
                  <a:pt x="713823" y="138894"/>
                </a:moveTo>
                <a:lnTo>
                  <a:pt x="699093" y="139511"/>
                </a:lnTo>
                <a:lnTo>
                  <a:pt x="706954" y="147207"/>
                </a:lnTo>
                <a:close/>
                <a:moveTo>
                  <a:pt x="713823" y="138894"/>
                </a:moveTo>
                <a:lnTo>
                  <a:pt x="728553" y="137342"/>
                </a:lnTo>
                <a:lnTo>
                  <a:pt x="720691" y="130150"/>
                </a:lnTo>
                <a:close/>
                <a:moveTo>
                  <a:pt x="692224" y="149099"/>
                </a:moveTo>
                <a:lnTo>
                  <a:pt x="685356" y="159067"/>
                </a:lnTo>
                <a:lnTo>
                  <a:pt x="706954" y="147207"/>
                </a:lnTo>
                <a:close/>
                <a:moveTo>
                  <a:pt x="692224" y="149099"/>
                </a:moveTo>
                <a:lnTo>
                  <a:pt x="677494" y="151359"/>
                </a:lnTo>
                <a:lnTo>
                  <a:pt x="685356" y="159067"/>
                </a:lnTo>
                <a:close/>
                <a:moveTo>
                  <a:pt x="692224" y="149099"/>
                </a:moveTo>
                <a:lnTo>
                  <a:pt x="699093" y="139511"/>
                </a:lnTo>
                <a:lnTo>
                  <a:pt x="677494" y="151359"/>
                </a:lnTo>
                <a:close/>
                <a:moveTo>
                  <a:pt x="692224" y="149099"/>
                </a:moveTo>
                <a:lnTo>
                  <a:pt x="706954" y="147207"/>
                </a:lnTo>
                <a:lnTo>
                  <a:pt x="699093" y="139511"/>
                </a:lnTo>
                <a:close/>
                <a:moveTo>
                  <a:pt x="670626" y="163413"/>
                </a:moveTo>
                <a:lnTo>
                  <a:pt x="663757" y="172077"/>
                </a:lnTo>
                <a:lnTo>
                  <a:pt x="685356" y="159067"/>
                </a:lnTo>
                <a:close/>
                <a:moveTo>
                  <a:pt x="670626" y="163413"/>
                </a:moveTo>
                <a:lnTo>
                  <a:pt x="655896" y="164982"/>
                </a:lnTo>
                <a:lnTo>
                  <a:pt x="663757" y="172077"/>
                </a:lnTo>
                <a:close/>
                <a:moveTo>
                  <a:pt x="670626" y="163413"/>
                </a:moveTo>
                <a:lnTo>
                  <a:pt x="677494" y="151359"/>
                </a:lnTo>
                <a:lnTo>
                  <a:pt x="655896" y="164982"/>
                </a:lnTo>
                <a:close/>
                <a:moveTo>
                  <a:pt x="670626" y="163413"/>
                </a:moveTo>
                <a:lnTo>
                  <a:pt x="685356" y="159067"/>
                </a:lnTo>
                <a:lnTo>
                  <a:pt x="677494" y="151359"/>
                </a:lnTo>
                <a:close/>
                <a:moveTo>
                  <a:pt x="649027" y="176028"/>
                </a:moveTo>
                <a:lnTo>
                  <a:pt x="634297" y="175870"/>
                </a:lnTo>
                <a:lnTo>
                  <a:pt x="642159" y="183756"/>
                </a:lnTo>
                <a:close/>
                <a:moveTo>
                  <a:pt x="649027" y="176028"/>
                </a:moveTo>
                <a:lnTo>
                  <a:pt x="655896" y="164982"/>
                </a:lnTo>
                <a:lnTo>
                  <a:pt x="634297" y="175870"/>
                </a:lnTo>
                <a:close/>
                <a:moveTo>
                  <a:pt x="649027" y="176028"/>
                </a:moveTo>
                <a:lnTo>
                  <a:pt x="663757" y="172077"/>
                </a:lnTo>
                <a:lnTo>
                  <a:pt x="655896" y="164982"/>
                </a:lnTo>
                <a:close/>
                <a:moveTo>
                  <a:pt x="627429" y="185475"/>
                </a:moveTo>
                <a:lnTo>
                  <a:pt x="634297" y="175870"/>
                </a:lnTo>
                <a:lnTo>
                  <a:pt x="612699" y="181177"/>
                </a:lnTo>
                <a:close/>
                <a:moveTo>
                  <a:pt x="627429" y="185475"/>
                </a:moveTo>
                <a:lnTo>
                  <a:pt x="642159" y="183756"/>
                </a:lnTo>
                <a:lnTo>
                  <a:pt x="634297" y="175870"/>
                </a:lnTo>
                <a:close/>
                <a:moveTo>
                  <a:pt x="619568" y="174870"/>
                </a:moveTo>
                <a:lnTo>
                  <a:pt x="612699" y="181177"/>
                </a:lnTo>
                <a:lnTo>
                  <a:pt x="634297" y="175870"/>
                </a:lnTo>
                <a:close/>
                <a:moveTo>
                  <a:pt x="597969" y="175284"/>
                </a:moveTo>
                <a:lnTo>
                  <a:pt x="612699" y="181177"/>
                </a:lnTo>
                <a:lnTo>
                  <a:pt x="604838" y="165565"/>
                </a:lnTo>
                <a:close/>
                <a:moveTo>
                  <a:pt x="525312" y="145002"/>
                </a:moveTo>
                <a:lnTo>
                  <a:pt x="532181" y="136441"/>
                </a:lnTo>
                <a:lnTo>
                  <a:pt x="510582" y="141594"/>
                </a:lnTo>
                <a:close/>
                <a:moveTo>
                  <a:pt x="517451" y="127079"/>
                </a:moveTo>
                <a:lnTo>
                  <a:pt x="510582" y="141594"/>
                </a:lnTo>
                <a:lnTo>
                  <a:pt x="532181" y="136441"/>
                </a:lnTo>
                <a:close/>
                <a:moveTo>
                  <a:pt x="517451" y="127079"/>
                </a:moveTo>
                <a:lnTo>
                  <a:pt x="524320" y="119516"/>
                </a:lnTo>
                <a:lnTo>
                  <a:pt x="502721" y="124573"/>
                </a:lnTo>
                <a:close/>
                <a:moveTo>
                  <a:pt x="517451" y="127079"/>
                </a:moveTo>
                <a:lnTo>
                  <a:pt x="532181" y="136441"/>
                </a:lnTo>
                <a:lnTo>
                  <a:pt x="524320" y="119516"/>
                </a:lnTo>
                <a:close/>
                <a:moveTo>
                  <a:pt x="474254" y="151997"/>
                </a:moveTo>
                <a:lnTo>
                  <a:pt x="459524" y="146486"/>
                </a:lnTo>
                <a:lnTo>
                  <a:pt x="467385" y="159659"/>
                </a:lnTo>
                <a:close/>
                <a:moveTo>
                  <a:pt x="452656" y="155409"/>
                </a:moveTo>
                <a:lnTo>
                  <a:pt x="459524" y="146486"/>
                </a:lnTo>
                <a:lnTo>
                  <a:pt x="437926" y="149569"/>
                </a:lnTo>
                <a:close/>
                <a:moveTo>
                  <a:pt x="466393" y="135565"/>
                </a:moveTo>
                <a:lnTo>
                  <a:pt x="451663" y="130922"/>
                </a:lnTo>
                <a:lnTo>
                  <a:pt x="459524" y="146486"/>
                </a:lnTo>
                <a:close/>
                <a:moveTo>
                  <a:pt x="444794" y="142972"/>
                </a:moveTo>
                <a:lnTo>
                  <a:pt x="437926" y="149569"/>
                </a:lnTo>
                <a:lnTo>
                  <a:pt x="459524" y="146486"/>
                </a:lnTo>
                <a:close/>
                <a:moveTo>
                  <a:pt x="444794" y="142972"/>
                </a:moveTo>
                <a:lnTo>
                  <a:pt x="430064" y="136435"/>
                </a:lnTo>
                <a:lnTo>
                  <a:pt x="437926" y="149569"/>
                </a:lnTo>
                <a:close/>
                <a:moveTo>
                  <a:pt x="444794" y="142972"/>
                </a:moveTo>
                <a:lnTo>
                  <a:pt x="459524" y="146486"/>
                </a:lnTo>
                <a:lnTo>
                  <a:pt x="451663" y="130922"/>
                </a:lnTo>
                <a:close/>
                <a:moveTo>
                  <a:pt x="87387" y="30033"/>
                </a:moveTo>
                <a:lnTo>
                  <a:pt x="94255" y="20847"/>
                </a:lnTo>
                <a:lnTo>
                  <a:pt x="72657" y="22474"/>
                </a:lnTo>
                <a:close/>
                <a:moveTo>
                  <a:pt x="65788" y="36071"/>
                </a:moveTo>
                <a:lnTo>
                  <a:pt x="72657" y="22474"/>
                </a:lnTo>
                <a:lnTo>
                  <a:pt x="51058" y="29768"/>
                </a:lnTo>
                <a:close/>
                <a:moveTo>
                  <a:pt x="79525" y="9265"/>
                </a:moveTo>
                <a:lnTo>
                  <a:pt x="72657" y="22474"/>
                </a:lnTo>
                <a:lnTo>
                  <a:pt x="94255" y="20847"/>
                </a:lnTo>
                <a:close/>
                <a:moveTo>
                  <a:pt x="79525" y="9265"/>
                </a:moveTo>
                <a:lnTo>
                  <a:pt x="64796" y="1466"/>
                </a:lnTo>
                <a:lnTo>
                  <a:pt x="72657" y="22474"/>
                </a:lnTo>
                <a:close/>
                <a:moveTo>
                  <a:pt x="57927" y="14527"/>
                </a:moveTo>
                <a:lnTo>
                  <a:pt x="51058" y="29768"/>
                </a:lnTo>
                <a:lnTo>
                  <a:pt x="72657" y="22474"/>
                </a:lnTo>
                <a:close/>
                <a:moveTo>
                  <a:pt x="57927" y="14527"/>
                </a:moveTo>
                <a:lnTo>
                  <a:pt x="64796" y="1466"/>
                </a:lnTo>
                <a:lnTo>
                  <a:pt x="43197" y="9769"/>
                </a:lnTo>
                <a:close/>
                <a:moveTo>
                  <a:pt x="57927" y="14527"/>
                </a:moveTo>
                <a:lnTo>
                  <a:pt x="72657" y="22474"/>
                </a:lnTo>
                <a:lnTo>
                  <a:pt x="64796" y="1466"/>
                </a:lnTo>
                <a:close/>
                <a:moveTo>
                  <a:pt x="36328" y="24836"/>
                </a:moveTo>
                <a:lnTo>
                  <a:pt x="29460" y="36172"/>
                </a:lnTo>
                <a:lnTo>
                  <a:pt x="51058" y="29768"/>
                </a:lnTo>
                <a:close/>
                <a:moveTo>
                  <a:pt x="36328" y="24836"/>
                </a:moveTo>
                <a:lnTo>
                  <a:pt x="21599" y="18351"/>
                </a:lnTo>
                <a:lnTo>
                  <a:pt x="29460" y="36172"/>
                </a:lnTo>
                <a:close/>
                <a:moveTo>
                  <a:pt x="36328" y="24836"/>
                </a:moveTo>
                <a:lnTo>
                  <a:pt x="43197" y="9769"/>
                </a:lnTo>
                <a:lnTo>
                  <a:pt x="21599" y="18351"/>
                </a:lnTo>
                <a:close/>
                <a:moveTo>
                  <a:pt x="14730" y="30415"/>
                </a:moveTo>
                <a:lnTo>
                  <a:pt x="21599" y="18351"/>
                </a:lnTo>
                <a:lnTo>
                  <a:pt x="0" y="19995"/>
                </a:lnTo>
                <a:close/>
                <a:moveTo>
                  <a:pt x="14730" y="30415"/>
                </a:moveTo>
                <a:lnTo>
                  <a:pt x="29460" y="36172"/>
                </a:lnTo>
                <a:lnTo>
                  <a:pt x="21599" y="18351"/>
                </a:lnTo>
                <a:close/>
                <a:moveTo>
                  <a:pt x="28467" y="5499"/>
                </a:moveTo>
                <a:lnTo>
                  <a:pt x="13737" y="0"/>
                </a:lnTo>
                <a:lnTo>
                  <a:pt x="21599" y="18351"/>
                </a:lnTo>
                <a:close/>
                <a:moveTo>
                  <a:pt x="6869" y="12655"/>
                </a:moveTo>
                <a:lnTo>
                  <a:pt x="0" y="19995"/>
                </a:lnTo>
                <a:lnTo>
                  <a:pt x="21599" y="18351"/>
                </a:lnTo>
                <a:close/>
                <a:moveTo>
                  <a:pt x="6869" y="12655"/>
                </a:moveTo>
                <a:lnTo>
                  <a:pt x="21599" y="18351"/>
                </a:lnTo>
                <a:lnTo>
                  <a:pt x="13737" y="0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66" name="PANEL_01-slope-16-230_960">
            <a:extLst>
              <a:ext uri="{FF2B5EF4-FFF2-40B4-BE49-F238E27FC236}">
                <a16:creationId xmlns:a16="http://schemas.microsoft.com/office/drawing/2014/main" id="{B60DEE56-BE0C-4B1B-AD94-F33D1E4B608F}"/>
              </a:ext>
            </a:extLst>
          </p:cNvPr>
          <p:cNvSpPr>
            <a:spLocks/>
          </p:cNvSpPr>
          <p:nvPr/>
        </p:nvSpPr>
        <p:spPr>
          <a:xfrm>
            <a:off x="895276" y="864803"/>
            <a:ext cx="1752582" cy="256579"/>
          </a:xfrm>
          <a:custGeom>
            <a:pathLst>
              <a:path w="1187084" h="173790">
                <a:moveTo>
                  <a:pt x="1187084" y="145935"/>
                </a:moveTo>
                <a:lnTo>
                  <a:pt x="1172354" y="150032"/>
                </a:lnTo>
                <a:lnTo>
                  <a:pt x="1180216" y="159381"/>
                </a:lnTo>
                <a:close/>
                <a:moveTo>
                  <a:pt x="1165486" y="159780"/>
                </a:moveTo>
                <a:lnTo>
                  <a:pt x="1150756" y="164961"/>
                </a:lnTo>
                <a:lnTo>
                  <a:pt x="1158617" y="173790"/>
                </a:lnTo>
                <a:close/>
                <a:moveTo>
                  <a:pt x="495853" y="121580"/>
                </a:moveTo>
                <a:lnTo>
                  <a:pt x="481123" y="119074"/>
                </a:lnTo>
                <a:lnTo>
                  <a:pt x="488984" y="136095"/>
                </a:lnTo>
                <a:close/>
                <a:moveTo>
                  <a:pt x="474254" y="133656"/>
                </a:moveTo>
                <a:lnTo>
                  <a:pt x="467385" y="147270"/>
                </a:lnTo>
                <a:lnTo>
                  <a:pt x="488984" y="136095"/>
                </a:lnTo>
                <a:close/>
                <a:moveTo>
                  <a:pt x="474254" y="133656"/>
                </a:moveTo>
                <a:lnTo>
                  <a:pt x="459524" y="131535"/>
                </a:lnTo>
                <a:lnTo>
                  <a:pt x="467385" y="147270"/>
                </a:lnTo>
                <a:close/>
                <a:moveTo>
                  <a:pt x="474254" y="133656"/>
                </a:moveTo>
                <a:lnTo>
                  <a:pt x="481123" y="119074"/>
                </a:lnTo>
                <a:lnTo>
                  <a:pt x="459524" y="131535"/>
                </a:lnTo>
                <a:close/>
                <a:moveTo>
                  <a:pt x="474254" y="133656"/>
                </a:moveTo>
                <a:lnTo>
                  <a:pt x="488984" y="136095"/>
                </a:lnTo>
                <a:lnTo>
                  <a:pt x="481123" y="119074"/>
                </a:lnTo>
                <a:close/>
                <a:moveTo>
                  <a:pt x="452656" y="146498"/>
                </a:moveTo>
                <a:lnTo>
                  <a:pt x="459524" y="131535"/>
                </a:lnTo>
                <a:lnTo>
                  <a:pt x="437926" y="140987"/>
                </a:lnTo>
                <a:close/>
                <a:moveTo>
                  <a:pt x="452656" y="146498"/>
                </a:moveTo>
                <a:lnTo>
                  <a:pt x="467385" y="147270"/>
                </a:lnTo>
                <a:lnTo>
                  <a:pt x="459524" y="131535"/>
                </a:lnTo>
                <a:close/>
                <a:moveTo>
                  <a:pt x="466393" y="115918"/>
                </a:moveTo>
                <a:lnTo>
                  <a:pt x="459524" y="131535"/>
                </a:lnTo>
                <a:lnTo>
                  <a:pt x="481123" y="119074"/>
                </a:lnTo>
                <a:close/>
                <a:moveTo>
                  <a:pt x="444794" y="130066"/>
                </a:moveTo>
                <a:lnTo>
                  <a:pt x="437926" y="140987"/>
                </a:lnTo>
                <a:lnTo>
                  <a:pt x="459524" y="131535"/>
                </a:lnTo>
                <a:close/>
                <a:moveTo>
                  <a:pt x="36328" y="9028"/>
                </a:moveTo>
                <a:lnTo>
                  <a:pt x="21599" y="4270"/>
                </a:lnTo>
                <a:lnTo>
                  <a:pt x="29460" y="24269"/>
                </a:lnTo>
                <a:close/>
                <a:moveTo>
                  <a:pt x="14730" y="19337"/>
                </a:moveTo>
                <a:lnTo>
                  <a:pt x="29460" y="24269"/>
                </a:lnTo>
                <a:lnTo>
                  <a:pt x="21599" y="4270"/>
                </a:lnTo>
                <a:close/>
                <a:moveTo>
                  <a:pt x="6869" y="0"/>
                </a:moveTo>
                <a:lnTo>
                  <a:pt x="0" y="12852"/>
                </a:lnTo>
                <a:lnTo>
                  <a:pt x="21599" y="4270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667" name="PANEL_01-slope-17-215_961">
            <a:extLst>
              <a:ext uri="{FF2B5EF4-FFF2-40B4-BE49-F238E27FC236}">
                <a16:creationId xmlns:a16="http://schemas.microsoft.com/office/drawing/2014/main" id="{AAEC9A5A-A9E2-4EA8-9006-87F51AC942C9}"/>
              </a:ext>
            </a:extLst>
          </p:cNvPr>
          <p:cNvSpPr>
            <a:spLocks/>
          </p:cNvSpPr>
          <p:nvPr/>
        </p:nvSpPr>
        <p:spPr>
          <a:xfrm>
            <a:off x="669133" y="772479"/>
            <a:ext cx="1851174" cy="371504"/>
          </a:xfrm>
          <a:custGeom>
            <a:pathLst>
              <a:path w="1253865" h="251632">
                <a:moveTo>
                  <a:pt x="1253865" y="247510"/>
                </a:moveTo>
                <a:lnTo>
                  <a:pt x="1239135" y="237384"/>
                </a:lnTo>
                <a:lnTo>
                  <a:pt x="1246996" y="251632"/>
                </a:lnTo>
                <a:close/>
                <a:moveTo>
                  <a:pt x="1224405" y="227747"/>
                </a:moveTo>
                <a:lnTo>
                  <a:pt x="1217537" y="232362"/>
                </a:lnTo>
                <a:lnTo>
                  <a:pt x="1239135" y="237384"/>
                </a:lnTo>
                <a:close/>
                <a:moveTo>
                  <a:pt x="1224405" y="227747"/>
                </a:moveTo>
                <a:lnTo>
                  <a:pt x="1209675" y="217691"/>
                </a:lnTo>
                <a:lnTo>
                  <a:pt x="1217537" y="232362"/>
                </a:lnTo>
                <a:close/>
                <a:moveTo>
                  <a:pt x="1202807" y="222455"/>
                </a:moveTo>
                <a:lnTo>
                  <a:pt x="1209675" y="217691"/>
                </a:lnTo>
                <a:lnTo>
                  <a:pt x="1188077" y="211559"/>
                </a:lnTo>
                <a:close/>
                <a:moveTo>
                  <a:pt x="1202807" y="222455"/>
                </a:moveTo>
                <a:lnTo>
                  <a:pt x="1217537" y="232362"/>
                </a:lnTo>
                <a:lnTo>
                  <a:pt x="1209675" y="217691"/>
                </a:lnTo>
                <a:close/>
                <a:moveTo>
                  <a:pt x="1194945" y="207908"/>
                </a:moveTo>
                <a:lnTo>
                  <a:pt x="1188077" y="211559"/>
                </a:lnTo>
                <a:lnTo>
                  <a:pt x="1209675" y="217691"/>
                </a:lnTo>
                <a:close/>
                <a:moveTo>
                  <a:pt x="1194945" y="207908"/>
                </a:moveTo>
                <a:lnTo>
                  <a:pt x="1180216" y="198212"/>
                </a:lnTo>
                <a:lnTo>
                  <a:pt x="1188077" y="211559"/>
                </a:lnTo>
                <a:close/>
                <a:moveTo>
                  <a:pt x="1173347" y="200082"/>
                </a:moveTo>
                <a:lnTo>
                  <a:pt x="1180216" y="198212"/>
                </a:lnTo>
                <a:lnTo>
                  <a:pt x="1158617" y="190358"/>
                </a:lnTo>
                <a:close/>
                <a:moveTo>
                  <a:pt x="1173347" y="200082"/>
                </a:moveTo>
                <a:lnTo>
                  <a:pt x="1188077" y="211559"/>
                </a:lnTo>
                <a:lnTo>
                  <a:pt x="1180216" y="198212"/>
                </a:lnTo>
                <a:close/>
                <a:moveTo>
                  <a:pt x="1165486" y="188694"/>
                </a:moveTo>
                <a:lnTo>
                  <a:pt x="1158617" y="190358"/>
                </a:lnTo>
                <a:lnTo>
                  <a:pt x="1180216" y="198212"/>
                </a:lnTo>
                <a:close/>
                <a:moveTo>
                  <a:pt x="1165486" y="188694"/>
                </a:moveTo>
                <a:lnTo>
                  <a:pt x="1150756" y="180181"/>
                </a:lnTo>
                <a:lnTo>
                  <a:pt x="1158617" y="190358"/>
                </a:lnTo>
                <a:close/>
                <a:moveTo>
                  <a:pt x="1143887" y="180310"/>
                </a:moveTo>
                <a:lnTo>
                  <a:pt x="1137019" y="184352"/>
                </a:lnTo>
                <a:lnTo>
                  <a:pt x="1158617" y="190358"/>
                </a:lnTo>
                <a:close/>
                <a:moveTo>
                  <a:pt x="1143887" y="180310"/>
                </a:moveTo>
                <a:lnTo>
                  <a:pt x="1129157" y="173859"/>
                </a:lnTo>
                <a:lnTo>
                  <a:pt x="1137019" y="184352"/>
                </a:lnTo>
                <a:close/>
                <a:moveTo>
                  <a:pt x="1143887" y="180310"/>
                </a:moveTo>
                <a:lnTo>
                  <a:pt x="1150756" y="180181"/>
                </a:lnTo>
                <a:lnTo>
                  <a:pt x="1129157" y="173859"/>
                </a:lnTo>
                <a:close/>
                <a:moveTo>
                  <a:pt x="1143887" y="180310"/>
                </a:moveTo>
                <a:lnTo>
                  <a:pt x="1158617" y="190358"/>
                </a:lnTo>
                <a:lnTo>
                  <a:pt x="1150756" y="180181"/>
                </a:lnTo>
                <a:close/>
                <a:moveTo>
                  <a:pt x="1122289" y="174409"/>
                </a:moveTo>
                <a:lnTo>
                  <a:pt x="1129157" y="173859"/>
                </a:lnTo>
                <a:lnTo>
                  <a:pt x="1107559" y="167850"/>
                </a:lnTo>
                <a:close/>
                <a:moveTo>
                  <a:pt x="1122289" y="174409"/>
                </a:moveTo>
                <a:lnTo>
                  <a:pt x="1137019" y="184352"/>
                </a:lnTo>
                <a:lnTo>
                  <a:pt x="1129157" y="173859"/>
                </a:lnTo>
                <a:close/>
                <a:moveTo>
                  <a:pt x="1114427" y="166845"/>
                </a:moveTo>
                <a:lnTo>
                  <a:pt x="1107559" y="167850"/>
                </a:lnTo>
                <a:lnTo>
                  <a:pt x="1129157" y="173859"/>
                </a:lnTo>
                <a:close/>
                <a:moveTo>
                  <a:pt x="1114427" y="166845"/>
                </a:moveTo>
                <a:lnTo>
                  <a:pt x="1099698" y="158942"/>
                </a:lnTo>
                <a:lnTo>
                  <a:pt x="1107559" y="167850"/>
                </a:lnTo>
                <a:close/>
                <a:moveTo>
                  <a:pt x="1092829" y="159241"/>
                </a:moveTo>
                <a:lnTo>
                  <a:pt x="1099698" y="158942"/>
                </a:lnTo>
                <a:lnTo>
                  <a:pt x="1078099" y="154087"/>
                </a:lnTo>
                <a:close/>
                <a:moveTo>
                  <a:pt x="1092829" y="159241"/>
                </a:moveTo>
                <a:lnTo>
                  <a:pt x="1107559" y="167850"/>
                </a:lnTo>
                <a:lnTo>
                  <a:pt x="1099698" y="158942"/>
                </a:lnTo>
                <a:close/>
                <a:moveTo>
                  <a:pt x="1084968" y="151428"/>
                </a:moveTo>
                <a:lnTo>
                  <a:pt x="1078099" y="154087"/>
                </a:lnTo>
                <a:lnTo>
                  <a:pt x="1099698" y="158942"/>
                </a:lnTo>
                <a:close/>
                <a:moveTo>
                  <a:pt x="409458" y="168520"/>
                </a:moveTo>
                <a:lnTo>
                  <a:pt x="416327" y="164090"/>
                </a:lnTo>
                <a:lnTo>
                  <a:pt x="394729" y="158735"/>
                </a:lnTo>
                <a:close/>
                <a:moveTo>
                  <a:pt x="401597" y="154906"/>
                </a:moveTo>
                <a:lnTo>
                  <a:pt x="394729" y="158735"/>
                </a:lnTo>
                <a:lnTo>
                  <a:pt x="416327" y="164090"/>
                </a:lnTo>
                <a:close/>
                <a:moveTo>
                  <a:pt x="401597" y="154906"/>
                </a:moveTo>
                <a:lnTo>
                  <a:pt x="386867" y="146295"/>
                </a:lnTo>
                <a:lnTo>
                  <a:pt x="394729" y="158735"/>
                </a:lnTo>
                <a:close/>
                <a:moveTo>
                  <a:pt x="379999" y="148113"/>
                </a:moveTo>
                <a:lnTo>
                  <a:pt x="373130" y="151302"/>
                </a:lnTo>
                <a:lnTo>
                  <a:pt x="394729" y="158735"/>
                </a:lnTo>
                <a:close/>
                <a:moveTo>
                  <a:pt x="379999" y="148113"/>
                </a:moveTo>
                <a:lnTo>
                  <a:pt x="365269" y="140484"/>
                </a:lnTo>
                <a:lnTo>
                  <a:pt x="373130" y="151302"/>
                </a:lnTo>
                <a:close/>
                <a:moveTo>
                  <a:pt x="379999" y="148113"/>
                </a:moveTo>
                <a:lnTo>
                  <a:pt x="386867" y="146295"/>
                </a:lnTo>
                <a:lnTo>
                  <a:pt x="365269" y="140484"/>
                </a:lnTo>
                <a:close/>
                <a:moveTo>
                  <a:pt x="379999" y="148113"/>
                </a:moveTo>
                <a:lnTo>
                  <a:pt x="394729" y="158735"/>
                </a:lnTo>
                <a:lnTo>
                  <a:pt x="386867" y="146295"/>
                </a:lnTo>
                <a:close/>
                <a:moveTo>
                  <a:pt x="358400" y="140177"/>
                </a:moveTo>
                <a:lnTo>
                  <a:pt x="365269" y="140484"/>
                </a:lnTo>
                <a:lnTo>
                  <a:pt x="343670" y="138497"/>
                </a:lnTo>
                <a:close/>
                <a:moveTo>
                  <a:pt x="358400" y="140177"/>
                </a:moveTo>
                <a:lnTo>
                  <a:pt x="373130" y="151302"/>
                </a:lnTo>
                <a:lnTo>
                  <a:pt x="365269" y="140484"/>
                </a:lnTo>
                <a:close/>
                <a:moveTo>
                  <a:pt x="350539" y="135850"/>
                </a:moveTo>
                <a:lnTo>
                  <a:pt x="343670" y="138497"/>
                </a:lnTo>
                <a:lnTo>
                  <a:pt x="365269" y="140484"/>
                </a:lnTo>
                <a:close/>
                <a:moveTo>
                  <a:pt x="350539" y="135850"/>
                </a:moveTo>
                <a:lnTo>
                  <a:pt x="335809" y="137889"/>
                </a:lnTo>
                <a:lnTo>
                  <a:pt x="343670" y="138497"/>
                </a:lnTo>
                <a:close/>
                <a:moveTo>
                  <a:pt x="328941" y="139823"/>
                </a:moveTo>
                <a:lnTo>
                  <a:pt x="343670" y="138497"/>
                </a:lnTo>
                <a:lnTo>
                  <a:pt x="335809" y="137889"/>
                </a:lnTo>
                <a:close/>
                <a:moveTo>
                  <a:pt x="124708" y="84755"/>
                </a:moveTo>
                <a:lnTo>
                  <a:pt x="109978" y="72136"/>
                </a:lnTo>
                <a:lnTo>
                  <a:pt x="117839" y="88501"/>
                </a:lnTo>
                <a:close/>
                <a:moveTo>
                  <a:pt x="116846" y="66226"/>
                </a:moveTo>
                <a:lnTo>
                  <a:pt x="102116" y="53832"/>
                </a:lnTo>
                <a:lnTo>
                  <a:pt x="109978" y="72136"/>
                </a:lnTo>
                <a:close/>
                <a:moveTo>
                  <a:pt x="95248" y="58725"/>
                </a:moveTo>
                <a:lnTo>
                  <a:pt x="102116" y="53832"/>
                </a:lnTo>
                <a:lnTo>
                  <a:pt x="80518" y="47614"/>
                </a:lnTo>
                <a:close/>
                <a:moveTo>
                  <a:pt x="95248" y="58725"/>
                </a:moveTo>
                <a:lnTo>
                  <a:pt x="109978" y="72136"/>
                </a:lnTo>
                <a:lnTo>
                  <a:pt x="102116" y="53832"/>
                </a:lnTo>
                <a:close/>
                <a:moveTo>
                  <a:pt x="65788" y="35281"/>
                </a:moveTo>
                <a:lnTo>
                  <a:pt x="80518" y="47614"/>
                </a:lnTo>
                <a:lnTo>
                  <a:pt x="72657" y="29957"/>
                </a:lnTo>
                <a:close/>
                <a:moveTo>
                  <a:pt x="14730" y="13328"/>
                </a:moveTo>
                <a:lnTo>
                  <a:pt x="7861" y="16659"/>
                </a:lnTo>
                <a:lnTo>
                  <a:pt x="29460" y="21982"/>
                </a:lnTo>
                <a:close/>
                <a:moveTo>
                  <a:pt x="14730" y="13328"/>
                </a:moveTo>
                <a:lnTo>
                  <a:pt x="0" y="0"/>
                </a:lnTo>
                <a:lnTo>
                  <a:pt x="7861" y="16659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68" name="PANEL_01-slope-17-220_962">
            <a:extLst>
              <a:ext uri="{FF2B5EF4-FFF2-40B4-BE49-F238E27FC236}">
                <a16:creationId xmlns:a16="http://schemas.microsoft.com/office/drawing/2014/main" id="{10BC4144-DEB8-4AD8-A4B0-439A8260566E}"/>
              </a:ext>
            </a:extLst>
          </p:cNvPr>
          <p:cNvSpPr>
            <a:spLocks/>
          </p:cNvSpPr>
          <p:nvPr/>
        </p:nvSpPr>
        <p:spPr>
          <a:xfrm>
            <a:off x="657527" y="737312"/>
            <a:ext cx="1894669" cy="411410"/>
          </a:xfrm>
          <a:custGeom>
            <a:pathLst>
              <a:path w="1283325" h="278662">
                <a:moveTo>
                  <a:pt x="1283325" y="272609"/>
                </a:moveTo>
                <a:lnTo>
                  <a:pt x="1268595" y="264773"/>
                </a:lnTo>
                <a:lnTo>
                  <a:pt x="1276456" y="278662"/>
                </a:lnTo>
                <a:close/>
                <a:moveTo>
                  <a:pt x="1261726" y="271329"/>
                </a:moveTo>
                <a:lnTo>
                  <a:pt x="1268595" y="264773"/>
                </a:lnTo>
                <a:lnTo>
                  <a:pt x="1246996" y="261203"/>
                </a:lnTo>
                <a:close/>
                <a:moveTo>
                  <a:pt x="1261726" y="271329"/>
                </a:moveTo>
                <a:lnTo>
                  <a:pt x="1276456" y="278662"/>
                </a:lnTo>
                <a:lnTo>
                  <a:pt x="1268595" y="264773"/>
                </a:lnTo>
                <a:close/>
                <a:moveTo>
                  <a:pt x="1253865" y="255983"/>
                </a:moveTo>
                <a:lnTo>
                  <a:pt x="1246996" y="261203"/>
                </a:lnTo>
                <a:lnTo>
                  <a:pt x="1268595" y="264773"/>
                </a:lnTo>
                <a:close/>
                <a:moveTo>
                  <a:pt x="1253865" y="255983"/>
                </a:moveTo>
                <a:lnTo>
                  <a:pt x="1239135" y="246214"/>
                </a:lnTo>
                <a:lnTo>
                  <a:pt x="1246996" y="261203"/>
                </a:lnTo>
                <a:close/>
                <a:moveTo>
                  <a:pt x="1232266" y="251567"/>
                </a:moveTo>
                <a:lnTo>
                  <a:pt x="1239135" y="246214"/>
                </a:lnTo>
                <a:lnTo>
                  <a:pt x="1217537" y="241510"/>
                </a:lnTo>
                <a:close/>
                <a:moveTo>
                  <a:pt x="1232266" y="251567"/>
                </a:moveTo>
                <a:lnTo>
                  <a:pt x="1246996" y="261203"/>
                </a:lnTo>
                <a:lnTo>
                  <a:pt x="1239135" y="246214"/>
                </a:lnTo>
                <a:close/>
                <a:moveTo>
                  <a:pt x="1100690" y="183060"/>
                </a:moveTo>
                <a:lnTo>
                  <a:pt x="1085960" y="177906"/>
                </a:lnTo>
                <a:lnTo>
                  <a:pt x="1093822" y="189611"/>
                </a:lnTo>
                <a:close/>
                <a:moveTo>
                  <a:pt x="1071230" y="169923"/>
                </a:moveTo>
                <a:lnTo>
                  <a:pt x="1085960" y="177906"/>
                </a:lnTo>
                <a:lnTo>
                  <a:pt x="1078099" y="165909"/>
                </a:lnTo>
                <a:close/>
                <a:moveTo>
                  <a:pt x="998574" y="185445"/>
                </a:moveTo>
                <a:lnTo>
                  <a:pt x="991705" y="191066"/>
                </a:lnTo>
                <a:lnTo>
                  <a:pt x="1013304" y="184628"/>
                </a:lnTo>
                <a:close/>
                <a:moveTo>
                  <a:pt x="998574" y="185445"/>
                </a:moveTo>
                <a:lnTo>
                  <a:pt x="983844" y="187556"/>
                </a:lnTo>
                <a:lnTo>
                  <a:pt x="991705" y="191066"/>
                </a:lnTo>
                <a:close/>
                <a:moveTo>
                  <a:pt x="976975" y="191406"/>
                </a:moveTo>
                <a:lnTo>
                  <a:pt x="970107" y="196713"/>
                </a:lnTo>
                <a:lnTo>
                  <a:pt x="991705" y="191066"/>
                </a:lnTo>
                <a:close/>
                <a:moveTo>
                  <a:pt x="976975" y="191406"/>
                </a:moveTo>
                <a:lnTo>
                  <a:pt x="962245" y="192729"/>
                </a:lnTo>
                <a:lnTo>
                  <a:pt x="970107" y="196713"/>
                </a:lnTo>
                <a:close/>
                <a:moveTo>
                  <a:pt x="976975" y="191406"/>
                </a:moveTo>
                <a:lnTo>
                  <a:pt x="991705" y="191066"/>
                </a:lnTo>
                <a:lnTo>
                  <a:pt x="983844" y="187556"/>
                </a:lnTo>
                <a:close/>
                <a:moveTo>
                  <a:pt x="955377" y="197458"/>
                </a:moveTo>
                <a:lnTo>
                  <a:pt x="940647" y="198235"/>
                </a:lnTo>
                <a:lnTo>
                  <a:pt x="948508" y="203072"/>
                </a:lnTo>
                <a:close/>
                <a:moveTo>
                  <a:pt x="955377" y="197458"/>
                </a:moveTo>
                <a:lnTo>
                  <a:pt x="962245" y="192729"/>
                </a:lnTo>
                <a:lnTo>
                  <a:pt x="940647" y="198235"/>
                </a:lnTo>
                <a:close/>
                <a:moveTo>
                  <a:pt x="955377" y="197458"/>
                </a:moveTo>
                <a:lnTo>
                  <a:pt x="970107" y="196713"/>
                </a:lnTo>
                <a:lnTo>
                  <a:pt x="962245" y="192729"/>
                </a:lnTo>
                <a:close/>
                <a:moveTo>
                  <a:pt x="933778" y="203517"/>
                </a:moveTo>
                <a:lnTo>
                  <a:pt x="940647" y="198235"/>
                </a:lnTo>
                <a:lnTo>
                  <a:pt x="919048" y="205196"/>
                </a:lnTo>
                <a:close/>
                <a:moveTo>
                  <a:pt x="933778" y="203517"/>
                </a:moveTo>
                <a:lnTo>
                  <a:pt x="948508" y="203072"/>
                </a:lnTo>
                <a:lnTo>
                  <a:pt x="940647" y="198235"/>
                </a:lnTo>
                <a:close/>
                <a:moveTo>
                  <a:pt x="745268" y="269932"/>
                </a:moveTo>
                <a:lnTo>
                  <a:pt x="738399" y="275676"/>
                </a:lnTo>
                <a:lnTo>
                  <a:pt x="759998" y="272733"/>
                </a:lnTo>
                <a:close/>
                <a:moveTo>
                  <a:pt x="745268" y="269932"/>
                </a:moveTo>
                <a:lnTo>
                  <a:pt x="730538" y="261633"/>
                </a:lnTo>
                <a:lnTo>
                  <a:pt x="738399" y="275676"/>
                </a:lnTo>
                <a:close/>
                <a:moveTo>
                  <a:pt x="723669" y="269040"/>
                </a:moveTo>
                <a:lnTo>
                  <a:pt x="708939" y="258036"/>
                </a:lnTo>
                <a:lnTo>
                  <a:pt x="716800" y="274074"/>
                </a:lnTo>
                <a:close/>
                <a:moveTo>
                  <a:pt x="723669" y="269040"/>
                </a:moveTo>
                <a:lnTo>
                  <a:pt x="730538" y="261633"/>
                </a:lnTo>
                <a:lnTo>
                  <a:pt x="708939" y="258036"/>
                </a:lnTo>
                <a:close/>
                <a:moveTo>
                  <a:pt x="723669" y="269040"/>
                </a:moveTo>
                <a:lnTo>
                  <a:pt x="738399" y="275676"/>
                </a:lnTo>
                <a:lnTo>
                  <a:pt x="730538" y="261633"/>
                </a:lnTo>
                <a:close/>
                <a:moveTo>
                  <a:pt x="715808" y="251419"/>
                </a:moveTo>
                <a:lnTo>
                  <a:pt x="708939" y="258036"/>
                </a:lnTo>
                <a:lnTo>
                  <a:pt x="730538" y="261633"/>
                </a:lnTo>
                <a:close/>
                <a:moveTo>
                  <a:pt x="715808" y="251419"/>
                </a:moveTo>
                <a:lnTo>
                  <a:pt x="701078" y="239483"/>
                </a:lnTo>
                <a:lnTo>
                  <a:pt x="708939" y="258036"/>
                </a:lnTo>
                <a:close/>
                <a:moveTo>
                  <a:pt x="694209" y="247419"/>
                </a:moveTo>
                <a:lnTo>
                  <a:pt x="687341" y="254841"/>
                </a:lnTo>
                <a:lnTo>
                  <a:pt x="708939" y="258036"/>
                </a:lnTo>
                <a:close/>
                <a:moveTo>
                  <a:pt x="694209" y="247419"/>
                </a:moveTo>
                <a:lnTo>
                  <a:pt x="679480" y="236414"/>
                </a:lnTo>
                <a:lnTo>
                  <a:pt x="687341" y="254841"/>
                </a:lnTo>
                <a:close/>
                <a:moveTo>
                  <a:pt x="694209" y="247419"/>
                </a:moveTo>
                <a:lnTo>
                  <a:pt x="701078" y="239483"/>
                </a:lnTo>
                <a:lnTo>
                  <a:pt x="679480" y="236414"/>
                </a:lnTo>
                <a:close/>
                <a:moveTo>
                  <a:pt x="694209" y="247419"/>
                </a:moveTo>
                <a:lnTo>
                  <a:pt x="708939" y="258036"/>
                </a:lnTo>
                <a:lnTo>
                  <a:pt x="701078" y="239483"/>
                </a:lnTo>
                <a:close/>
                <a:moveTo>
                  <a:pt x="672611" y="245135"/>
                </a:moveTo>
                <a:lnTo>
                  <a:pt x="687341" y="254841"/>
                </a:lnTo>
                <a:lnTo>
                  <a:pt x="679480" y="236414"/>
                </a:lnTo>
                <a:close/>
                <a:moveTo>
                  <a:pt x="686348" y="227243"/>
                </a:moveTo>
                <a:lnTo>
                  <a:pt x="679480" y="236414"/>
                </a:lnTo>
                <a:lnTo>
                  <a:pt x="701078" y="239483"/>
                </a:lnTo>
                <a:close/>
                <a:moveTo>
                  <a:pt x="664750" y="225857"/>
                </a:moveTo>
                <a:lnTo>
                  <a:pt x="679480" y="236414"/>
                </a:lnTo>
                <a:lnTo>
                  <a:pt x="671618" y="217296"/>
                </a:lnTo>
                <a:close/>
                <a:moveTo>
                  <a:pt x="599954" y="247301"/>
                </a:moveTo>
                <a:lnTo>
                  <a:pt x="606823" y="240514"/>
                </a:lnTo>
                <a:lnTo>
                  <a:pt x="585224" y="241785"/>
                </a:lnTo>
                <a:close/>
                <a:moveTo>
                  <a:pt x="592093" y="236264"/>
                </a:moveTo>
                <a:lnTo>
                  <a:pt x="585224" y="241785"/>
                </a:lnTo>
                <a:lnTo>
                  <a:pt x="606823" y="240514"/>
                </a:lnTo>
                <a:close/>
                <a:moveTo>
                  <a:pt x="592093" y="236264"/>
                </a:moveTo>
                <a:lnTo>
                  <a:pt x="577363" y="230423"/>
                </a:lnTo>
                <a:lnTo>
                  <a:pt x="585224" y="241785"/>
                </a:lnTo>
                <a:close/>
                <a:moveTo>
                  <a:pt x="570494" y="236283"/>
                </a:moveTo>
                <a:lnTo>
                  <a:pt x="563626" y="240362"/>
                </a:lnTo>
                <a:lnTo>
                  <a:pt x="585224" y="241785"/>
                </a:lnTo>
                <a:close/>
                <a:moveTo>
                  <a:pt x="570494" y="236283"/>
                </a:moveTo>
                <a:lnTo>
                  <a:pt x="555765" y="229548"/>
                </a:lnTo>
                <a:lnTo>
                  <a:pt x="563626" y="240362"/>
                </a:lnTo>
                <a:close/>
                <a:moveTo>
                  <a:pt x="570494" y="236283"/>
                </a:moveTo>
                <a:lnTo>
                  <a:pt x="577363" y="230423"/>
                </a:lnTo>
                <a:lnTo>
                  <a:pt x="555765" y="229548"/>
                </a:lnTo>
                <a:close/>
                <a:moveTo>
                  <a:pt x="570494" y="236283"/>
                </a:moveTo>
                <a:lnTo>
                  <a:pt x="585224" y="241785"/>
                </a:lnTo>
                <a:lnTo>
                  <a:pt x="577363" y="230423"/>
                </a:lnTo>
                <a:close/>
                <a:moveTo>
                  <a:pt x="548896" y="233187"/>
                </a:moveTo>
                <a:lnTo>
                  <a:pt x="555765" y="229548"/>
                </a:lnTo>
                <a:lnTo>
                  <a:pt x="534166" y="226823"/>
                </a:lnTo>
                <a:close/>
                <a:moveTo>
                  <a:pt x="541035" y="223403"/>
                </a:moveTo>
                <a:lnTo>
                  <a:pt x="534166" y="226823"/>
                </a:lnTo>
                <a:lnTo>
                  <a:pt x="555765" y="229548"/>
                </a:lnTo>
                <a:close/>
                <a:moveTo>
                  <a:pt x="541035" y="223403"/>
                </a:moveTo>
                <a:lnTo>
                  <a:pt x="526305" y="216918"/>
                </a:lnTo>
                <a:lnTo>
                  <a:pt x="534166" y="226823"/>
                </a:lnTo>
                <a:close/>
                <a:moveTo>
                  <a:pt x="519436" y="221524"/>
                </a:moveTo>
                <a:lnTo>
                  <a:pt x="504706" y="216091"/>
                </a:lnTo>
                <a:lnTo>
                  <a:pt x="512568" y="224755"/>
                </a:lnTo>
                <a:close/>
                <a:moveTo>
                  <a:pt x="519436" y="221524"/>
                </a:moveTo>
                <a:lnTo>
                  <a:pt x="526305" y="216918"/>
                </a:lnTo>
                <a:lnTo>
                  <a:pt x="504706" y="216091"/>
                </a:lnTo>
                <a:close/>
                <a:moveTo>
                  <a:pt x="519436" y="221524"/>
                </a:moveTo>
                <a:lnTo>
                  <a:pt x="534166" y="226823"/>
                </a:lnTo>
                <a:lnTo>
                  <a:pt x="526305" y="216918"/>
                </a:lnTo>
                <a:close/>
                <a:moveTo>
                  <a:pt x="497838" y="221099"/>
                </a:moveTo>
                <a:lnTo>
                  <a:pt x="504706" y="216091"/>
                </a:lnTo>
                <a:lnTo>
                  <a:pt x="483108" y="215402"/>
                </a:lnTo>
                <a:close/>
                <a:moveTo>
                  <a:pt x="511575" y="211059"/>
                </a:moveTo>
                <a:lnTo>
                  <a:pt x="504706" y="216091"/>
                </a:lnTo>
                <a:lnTo>
                  <a:pt x="526305" y="216918"/>
                </a:lnTo>
                <a:close/>
                <a:moveTo>
                  <a:pt x="489976" y="210682"/>
                </a:moveTo>
                <a:lnTo>
                  <a:pt x="483108" y="215402"/>
                </a:lnTo>
                <a:lnTo>
                  <a:pt x="504706" y="216091"/>
                </a:lnTo>
                <a:close/>
                <a:moveTo>
                  <a:pt x="489976" y="210682"/>
                </a:moveTo>
                <a:lnTo>
                  <a:pt x="475247" y="204189"/>
                </a:lnTo>
                <a:lnTo>
                  <a:pt x="483108" y="215402"/>
                </a:lnTo>
                <a:close/>
                <a:moveTo>
                  <a:pt x="468378" y="209334"/>
                </a:moveTo>
                <a:lnTo>
                  <a:pt x="453648" y="202562"/>
                </a:lnTo>
                <a:lnTo>
                  <a:pt x="461509" y="214045"/>
                </a:lnTo>
                <a:close/>
                <a:moveTo>
                  <a:pt x="468378" y="209334"/>
                </a:moveTo>
                <a:lnTo>
                  <a:pt x="475247" y="204189"/>
                </a:lnTo>
                <a:lnTo>
                  <a:pt x="453648" y="202562"/>
                </a:lnTo>
                <a:close/>
                <a:moveTo>
                  <a:pt x="468378" y="209334"/>
                </a:moveTo>
                <a:lnTo>
                  <a:pt x="483108" y="215402"/>
                </a:lnTo>
                <a:lnTo>
                  <a:pt x="475247" y="204189"/>
                </a:lnTo>
                <a:close/>
                <a:moveTo>
                  <a:pt x="446779" y="207716"/>
                </a:moveTo>
                <a:lnTo>
                  <a:pt x="453648" y="202562"/>
                </a:lnTo>
                <a:lnTo>
                  <a:pt x="432050" y="200657"/>
                </a:lnTo>
                <a:close/>
                <a:moveTo>
                  <a:pt x="460517" y="197517"/>
                </a:moveTo>
                <a:lnTo>
                  <a:pt x="453648" y="202562"/>
                </a:lnTo>
                <a:lnTo>
                  <a:pt x="475247" y="204189"/>
                </a:lnTo>
                <a:close/>
                <a:moveTo>
                  <a:pt x="438918" y="195680"/>
                </a:moveTo>
                <a:lnTo>
                  <a:pt x="432050" y="200657"/>
                </a:lnTo>
                <a:lnTo>
                  <a:pt x="453648" y="202562"/>
                </a:lnTo>
                <a:close/>
                <a:moveTo>
                  <a:pt x="438918" y="195680"/>
                </a:moveTo>
                <a:lnTo>
                  <a:pt x="424188" y="187909"/>
                </a:lnTo>
                <a:lnTo>
                  <a:pt x="432050" y="200657"/>
                </a:lnTo>
                <a:close/>
                <a:moveTo>
                  <a:pt x="438918" y="195680"/>
                </a:moveTo>
                <a:lnTo>
                  <a:pt x="453648" y="202562"/>
                </a:lnTo>
                <a:lnTo>
                  <a:pt x="445787" y="191630"/>
                </a:lnTo>
                <a:close/>
                <a:moveTo>
                  <a:pt x="417320" y="192339"/>
                </a:moveTo>
                <a:lnTo>
                  <a:pt x="432050" y="200657"/>
                </a:lnTo>
                <a:lnTo>
                  <a:pt x="424188" y="187909"/>
                </a:lnTo>
                <a:close/>
                <a:moveTo>
                  <a:pt x="336802" y="163642"/>
                </a:moveTo>
                <a:lnTo>
                  <a:pt x="329933" y="166098"/>
                </a:lnTo>
                <a:lnTo>
                  <a:pt x="351532" y="162316"/>
                </a:lnTo>
                <a:close/>
                <a:moveTo>
                  <a:pt x="336802" y="163642"/>
                </a:moveTo>
                <a:lnTo>
                  <a:pt x="322072" y="165564"/>
                </a:lnTo>
                <a:lnTo>
                  <a:pt x="329933" y="166098"/>
                </a:lnTo>
                <a:close/>
                <a:moveTo>
                  <a:pt x="315203" y="171324"/>
                </a:moveTo>
                <a:lnTo>
                  <a:pt x="300473" y="167633"/>
                </a:lnTo>
                <a:lnTo>
                  <a:pt x="308335" y="171493"/>
                </a:lnTo>
                <a:close/>
                <a:moveTo>
                  <a:pt x="315203" y="171324"/>
                </a:moveTo>
                <a:lnTo>
                  <a:pt x="322072" y="165564"/>
                </a:lnTo>
                <a:lnTo>
                  <a:pt x="300473" y="167633"/>
                </a:lnTo>
                <a:close/>
                <a:moveTo>
                  <a:pt x="315203" y="171324"/>
                </a:moveTo>
                <a:lnTo>
                  <a:pt x="329933" y="166098"/>
                </a:lnTo>
                <a:lnTo>
                  <a:pt x="322072" y="165564"/>
                </a:lnTo>
                <a:close/>
                <a:moveTo>
                  <a:pt x="293605" y="173501"/>
                </a:moveTo>
                <a:lnTo>
                  <a:pt x="300473" y="167633"/>
                </a:lnTo>
                <a:lnTo>
                  <a:pt x="278875" y="166262"/>
                </a:lnTo>
                <a:close/>
                <a:moveTo>
                  <a:pt x="285743" y="161524"/>
                </a:moveTo>
                <a:lnTo>
                  <a:pt x="278875" y="166262"/>
                </a:lnTo>
                <a:lnTo>
                  <a:pt x="300473" y="167633"/>
                </a:lnTo>
                <a:close/>
                <a:moveTo>
                  <a:pt x="285743" y="161524"/>
                </a:moveTo>
                <a:lnTo>
                  <a:pt x="271014" y="149546"/>
                </a:lnTo>
                <a:lnTo>
                  <a:pt x="278875" y="166262"/>
                </a:lnTo>
                <a:close/>
                <a:moveTo>
                  <a:pt x="264145" y="157279"/>
                </a:moveTo>
                <a:lnTo>
                  <a:pt x="249415" y="145618"/>
                </a:lnTo>
                <a:lnTo>
                  <a:pt x="257276" y="164630"/>
                </a:lnTo>
                <a:close/>
                <a:moveTo>
                  <a:pt x="264145" y="157279"/>
                </a:moveTo>
                <a:lnTo>
                  <a:pt x="271014" y="149546"/>
                </a:lnTo>
                <a:lnTo>
                  <a:pt x="249415" y="145618"/>
                </a:lnTo>
                <a:close/>
                <a:moveTo>
                  <a:pt x="264145" y="157279"/>
                </a:moveTo>
                <a:lnTo>
                  <a:pt x="278875" y="166262"/>
                </a:lnTo>
                <a:lnTo>
                  <a:pt x="271014" y="149546"/>
                </a:lnTo>
                <a:close/>
                <a:moveTo>
                  <a:pt x="256284" y="136271"/>
                </a:moveTo>
                <a:lnTo>
                  <a:pt x="249415" y="145618"/>
                </a:lnTo>
                <a:lnTo>
                  <a:pt x="271014" y="149546"/>
                </a:lnTo>
                <a:close/>
                <a:moveTo>
                  <a:pt x="256284" y="136271"/>
                </a:moveTo>
                <a:lnTo>
                  <a:pt x="241554" y="123496"/>
                </a:lnTo>
                <a:lnTo>
                  <a:pt x="249415" y="145618"/>
                </a:lnTo>
                <a:close/>
                <a:moveTo>
                  <a:pt x="234685" y="133149"/>
                </a:moveTo>
                <a:lnTo>
                  <a:pt x="249415" y="145618"/>
                </a:lnTo>
                <a:lnTo>
                  <a:pt x="241554" y="123496"/>
                </a:lnTo>
                <a:close/>
                <a:moveTo>
                  <a:pt x="162029" y="126656"/>
                </a:moveTo>
                <a:lnTo>
                  <a:pt x="168897" y="117027"/>
                </a:lnTo>
                <a:lnTo>
                  <a:pt x="147299" y="117120"/>
                </a:lnTo>
                <a:close/>
                <a:moveTo>
                  <a:pt x="154167" y="111270"/>
                </a:moveTo>
                <a:lnTo>
                  <a:pt x="147299" y="117120"/>
                </a:lnTo>
                <a:lnTo>
                  <a:pt x="168897" y="117027"/>
                </a:lnTo>
                <a:close/>
                <a:moveTo>
                  <a:pt x="154167" y="111270"/>
                </a:moveTo>
                <a:lnTo>
                  <a:pt x="139437" y="100850"/>
                </a:lnTo>
                <a:lnTo>
                  <a:pt x="147299" y="117120"/>
                </a:lnTo>
                <a:close/>
                <a:moveTo>
                  <a:pt x="132569" y="108574"/>
                </a:moveTo>
                <a:lnTo>
                  <a:pt x="125700" y="112320"/>
                </a:lnTo>
                <a:lnTo>
                  <a:pt x="147299" y="117120"/>
                </a:lnTo>
                <a:close/>
                <a:moveTo>
                  <a:pt x="132569" y="108574"/>
                </a:moveTo>
                <a:lnTo>
                  <a:pt x="139437" y="100850"/>
                </a:lnTo>
                <a:lnTo>
                  <a:pt x="117839" y="95956"/>
                </a:lnTo>
                <a:close/>
                <a:moveTo>
                  <a:pt x="132569" y="108574"/>
                </a:moveTo>
                <a:lnTo>
                  <a:pt x="147299" y="117120"/>
                </a:lnTo>
                <a:lnTo>
                  <a:pt x="139437" y="100850"/>
                </a:lnTo>
                <a:close/>
                <a:moveTo>
                  <a:pt x="110970" y="102660"/>
                </a:moveTo>
                <a:lnTo>
                  <a:pt x="117839" y="95956"/>
                </a:lnTo>
                <a:lnTo>
                  <a:pt x="96240" y="90599"/>
                </a:lnTo>
                <a:close/>
                <a:moveTo>
                  <a:pt x="124708" y="90045"/>
                </a:moveTo>
                <a:lnTo>
                  <a:pt x="117839" y="95956"/>
                </a:lnTo>
                <a:lnTo>
                  <a:pt x="139437" y="100850"/>
                </a:lnTo>
                <a:close/>
                <a:moveTo>
                  <a:pt x="103109" y="82544"/>
                </a:moveTo>
                <a:lnTo>
                  <a:pt x="96240" y="90599"/>
                </a:lnTo>
                <a:lnTo>
                  <a:pt x="117839" y="95956"/>
                </a:lnTo>
                <a:close/>
                <a:moveTo>
                  <a:pt x="103109" y="82544"/>
                </a:moveTo>
                <a:lnTo>
                  <a:pt x="88379" y="71433"/>
                </a:lnTo>
                <a:lnTo>
                  <a:pt x="96240" y="90599"/>
                </a:lnTo>
                <a:close/>
                <a:moveTo>
                  <a:pt x="81511" y="79374"/>
                </a:moveTo>
                <a:lnTo>
                  <a:pt x="88379" y="71433"/>
                </a:lnTo>
                <a:lnTo>
                  <a:pt x="66781" y="67838"/>
                </a:lnTo>
                <a:close/>
                <a:moveTo>
                  <a:pt x="81511" y="79374"/>
                </a:moveTo>
                <a:lnTo>
                  <a:pt x="96240" y="90599"/>
                </a:lnTo>
                <a:lnTo>
                  <a:pt x="88379" y="71433"/>
                </a:lnTo>
                <a:close/>
                <a:moveTo>
                  <a:pt x="73649" y="59100"/>
                </a:moveTo>
                <a:lnTo>
                  <a:pt x="66781" y="67838"/>
                </a:lnTo>
                <a:lnTo>
                  <a:pt x="88379" y="71433"/>
                </a:lnTo>
                <a:close/>
                <a:moveTo>
                  <a:pt x="73649" y="59100"/>
                </a:moveTo>
                <a:lnTo>
                  <a:pt x="58919" y="48701"/>
                </a:lnTo>
                <a:lnTo>
                  <a:pt x="66781" y="67838"/>
                </a:lnTo>
                <a:close/>
                <a:moveTo>
                  <a:pt x="73649" y="59100"/>
                </a:moveTo>
                <a:lnTo>
                  <a:pt x="80518" y="53777"/>
                </a:lnTo>
                <a:lnTo>
                  <a:pt x="58919" y="48701"/>
                </a:lnTo>
                <a:close/>
                <a:moveTo>
                  <a:pt x="52051" y="57457"/>
                </a:moveTo>
                <a:lnTo>
                  <a:pt x="58919" y="48701"/>
                </a:lnTo>
                <a:lnTo>
                  <a:pt x="37321" y="45801"/>
                </a:lnTo>
                <a:close/>
                <a:moveTo>
                  <a:pt x="52051" y="57457"/>
                </a:moveTo>
                <a:lnTo>
                  <a:pt x="66781" y="67838"/>
                </a:lnTo>
                <a:lnTo>
                  <a:pt x="58919" y="48701"/>
                </a:lnTo>
                <a:close/>
                <a:moveTo>
                  <a:pt x="44190" y="37264"/>
                </a:moveTo>
                <a:lnTo>
                  <a:pt x="37321" y="45801"/>
                </a:lnTo>
                <a:lnTo>
                  <a:pt x="58919" y="48701"/>
                </a:lnTo>
                <a:close/>
                <a:moveTo>
                  <a:pt x="44190" y="37264"/>
                </a:moveTo>
                <a:lnTo>
                  <a:pt x="29460" y="26359"/>
                </a:lnTo>
                <a:lnTo>
                  <a:pt x="37321" y="45801"/>
                </a:lnTo>
                <a:close/>
                <a:moveTo>
                  <a:pt x="22591" y="37147"/>
                </a:moveTo>
                <a:lnTo>
                  <a:pt x="29460" y="26359"/>
                </a:lnTo>
                <a:lnTo>
                  <a:pt x="7861" y="23819"/>
                </a:lnTo>
                <a:close/>
                <a:moveTo>
                  <a:pt x="22591" y="37147"/>
                </a:moveTo>
                <a:lnTo>
                  <a:pt x="37321" y="45801"/>
                </a:lnTo>
                <a:lnTo>
                  <a:pt x="29460" y="26359"/>
                </a:lnTo>
                <a:close/>
                <a:moveTo>
                  <a:pt x="14730" y="14541"/>
                </a:moveTo>
                <a:lnTo>
                  <a:pt x="7861" y="23819"/>
                </a:lnTo>
                <a:lnTo>
                  <a:pt x="29460" y="26359"/>
                </a:lnTo>
                <a:close/>
                <a:moveTo>
                  <a:pt x="14730" y="14541"/>
                </a:moveTo>
                <a:lnTo>
                  <a:pt x="0" y="0"/>
                </a:lnTo>
                <a:lnTo>
                  <a:pt x="7861" y="23819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69" name="PANEL_01-slope-17-225_963">
            <a:extLst>
              <a:ext uri="{FF2B5EF4-FFF2-40B4-BE49-F238E27FC236}">
                <a16:creationId xmlns:a16="http://schemas.microsoft.com/office/drawing/2014/main" id="{8A23AF75-D5A6-4383-8CA7-19E730304626}"/>
              </a:ext>
            </a:extLst>
          </p:cNvPr>
          <p:cNvSpPr>
            <a:spLocks/>
          </p:cNvSpPr>
          <p:nvPr/>
        </p:nvSpPr>
        <p:spPr>
          <a:xfrm>
            <a:off x="896741" y="889865"/>
            <a:ext cx="1687341" cy="262427"/>
          </a:xfrm>
          <a:custGeom>
            <a:pathLst>
              <a:path w="1142895" h="177751">
                <a:moveTo>
                  <a:pt x="1142895" y="158878"/>
                </a:moveTo>
                <a:lnTo>
                  <a:pt x="1128165" y="159085"/>
                </a:lnTo>
                <a:lnTo>
                  <a:pt x="1136026" y="170219"/>
                </a:lnTo>
                <a:close/>
                <a:moveTo>
                  <a:pt x="1121296" y="169280"/>
                </a:moveTo>
                <a:lnTo>
                  <a:pt x="1114427" y="175333"/>
                </a:lnTo>
                <a:lnTo>
                  <a:pt x="1136026" y="170219"/>
                </a:lnTo>
                <a:close/>
                <a:moveTo>
                  <a:pt x="1121296" y="169280"/>
                </a:moveTo>
                <a:lnTo>
                  <a:pt x="1136026" y="170219"/>
                </a:lnTo>
                <a:lnTo>
                  <a:pt x="1128165" y="159085"/>
                </a:lnTo>
                <a:close/>
                <a:moveTo>
                  <a:pt x="917063" y="80067"/>
                </a:moveTo>
                <a:lnTo>
                  <a:pt x="923932" y="74578"/>
                </a:lnTo>
                <a:lnTo>
                  <a:pt x="902333" y="76917"/>
                </a:lnTo>
                <a:close/>
                <a:moveTo>
                  <a:pt x="909202" y="66594"/>
                </a:moveTo>
                <a:lnTo>
                  <a:pt x="902333" y="76917"/>
                </a:lnTo>
                <a:lnTo>
                  <a:pt x="923932" y="74578"/>
                </a:lnTo>
                <a:close/>
                <a:moveTo>
                  <a:pt x="909202" y="66594"/>
                </a:moveTo>
                <a:lnTo>
                  <a:pt x="894472" y="63925"/>
                </a:lnTo>
                <a:lnTo>
                  <a:pt x="902333" y="76917"/>
                </a:lnTo>
                <a:close/>
                <a:moveTo>
                  <a:pt x="887603" y="72411"/>
                </a:moveTo>
                <a:lnTo>
                  <a:pt x="880735" y="83833"/>
                </a:lnTo>
                <a:lnTo>
                  <a:pt x="902333" y="76917"/>
                </a:lnTo>
                <a:close/>
                <a:moveTo>
                  <a:pt x="887603" y="72411"/>
                </a:moveTo>
                <a:lnTo>
                  <a:pt x="872874" y="72643"/>
                </a:lnTo>
                <a:lnTo>
                  <a:pt x="880735" y="83833"/>
                </a:lnTo>
                <a:close/>
                <a:moveTo>
                  <a:pt x="887603" y="72411"/>
                </a:moveTo>
                <a:lnTo>
                  <a:pt x="894472" y="63925"/>
                </a:lnTo>
                <a:lnTo>
                  <a:pt x="872874" y="72643"/>
                </a:lnTo>
                <a:close/>
                <a:moveTo>
                  <a:pt x="887603" y="72411"/>
                </a:moveTo>
                <a:lnTo>
                  <a:pt x="902333" y="76917"/>
                </a:lnTo>
                <a:lnTo>
                  <a:pt x="894472" y="63925"/>
                </a:lnTo>
                <a:close/>
                <a:moveTo>
                  <a:pt x="866005" y="80381"/>
                </a:moveTo>
                <a:lnTo>
                  <a:pt x="851275" y="81299"/>
                </a:lnTo>
                <a:lnTo>
                  <a:pt x="859136" y="90523"/>
                </a:lnTo>
                <a:close/>
                <a:moveTo>
                  <a:pt x="866005" y="80381"/>
                </a:moveTo>
                <a:lnTo>
                  <a:pt x="872874" y="72643"/>
                </a:lnTo>
                <a:lnTo>
                  <a:pt x="851275" y="81299"/>
                </a:lnTo>
                <a:close/>
                <a:moveTo>
                  <a:pt x="866005" y="80381"/>
                </a:moveTo>
                <a:lnTo>
                  <a:pt x="880735" y="83833"/>
                </a:lnTo>
                <a:lnTo>
                  <a:pt x="872874" y="72643"/>
                </a:lnTo>
                <a:close/>
                <a:moveTo>
                  <a:pt x="844406" y="87978"/>
                </a:moveTo>
                <a:lnTo>
                  <a:pt x="851275" y="81299"/>
                </a:lnTo>
                <a:lnTo>
                  <a:pt x="829677" y="87737"/>
                </a:lnTo>
                <a:close/>
                <a:moveTo>
                  <a:pt x="858144" y="74722"/>
                </a:moveTo>
                <a:lnTo>
                  <a:pt x="851275" y="81299"/>
                </a:lnTo>
                <a:lnTo>
                  <a:pt x="872874" y="72643"/>
                </a:lnTo>
                <a:close/>
                <a:moveTo>
                  <a:pt x="750151" y="108672"/>
                </a:moveTo>
                <a:lnTo>
                  <a:pt x="757020" y="101867"/>
                </a:lnTo>
                <a:lnTo>
                  <a:pt x="735421" y="110973"/>
                </a:lnTo>
                <a:close/>
                <a:moveTo>
                  <a:pt x="763888" y="95428"/>
                </a:moveTo>
                <a:lnTo>
                  <a:pt x="757020" y="101867"/>
                </a:lnTo>
                <a:lnTo>
                  <a:pt x="778618" y="94906"/>
                </a:lnTo>
                <a:close/>
                <a:moveTo>
                  <a:pt x="742290" y="103180"/>
                </a:moveTo>
                <a:lnTo>
                  <a:pt x="735421" y="110973"/>
                </a:lnTo>
                <a:lnTo>
                  <a:pt x="757020" y="101867"/>
                </a:lnTo>
                <a:close/>
                <a:moveTo>
                  <a:pt x="742290" y="103180"/>
                </a:moveTo>
                <a:lnTo>
                  <a:pt x="727560" y="105440"/>
                </a:lnTo>
                <a:lnTo>
                  <a:pt x="735421" y="110973"/>
                </a:lnTo>
                <a:close/>
                <a:moveTo>
                  <a:pt x="720691" y="113494"/>
                </a:moveTo>
                <a:lnTo>
                  <a:pt x="713823" y="120703"/>
                </a:lnTo>
                <a:lnTo>
                  <a:pt x="735421" y="110973"/>
                </a:lnTo>
                <a:close/>
                <a:moveTo>
                  <a:pt x="720691" y="113494"/>
                </a:moveTo>
                <a:lnTo>
                  <a:pt x="705962" y="114867"/>
                </a:lnTo>
                <a:lnTo>
                  <a:pt x="713823" y="120703"/>
                </a:lnTo>
                <a:close/>
                <a:moveTo>
                  <a:pt x="720691" y="113494"/>
                </a:moveTo>
                <a:lnTo>
                  <a:pt x="735421" y="110973"/>
                </a:lnTo>
                <a:lnTo>
                  <a:pt x="727560" y="105440"/>
                </a:lnTo>
                <a:close/>
                <a:moveTo>
                  <a:pt x="699093" y="122682"/>
                </a:moveTo>
                <a:lnTo>
                  <a:pt x="692224" y="131090"/>
                </a:lnTo>
                <a:lnTo>
                  <a:pt x="713823" y="120703"/>
                </a:lnTo>
                <a:close/>
                <a:moveTo>
                  <a:pt x="699093" y="122682"/>
                </a:moveTo>
                <a:lnTo>
                  <a:pt x="684363" y="124733"/>
                </a:lnTo>
                <a:lnTo>
                  <a:pt x="692224" y="131090"/>
                </a:lnTo>
                <a:close/>
                <a:moveTo>
                  <a:pt x="699093" y="122682"/>
                </a:moveTo>
                <a:lnTo>
                  <a:pt x="705962" y="114867"/>
                </a:lnTo>
                <a:lnTo>
                  <a:pt x="684363" y="124733"/>
                </a:lnTo>
                <a:close/>
                <a:moveTo>
                  <a:pt x="699093" y="122682"/>
                </a:moveTo>
                <a:lnTo>
                  <a:pt x="713823" y="120703"/>
                </a:lnTo>
                <a:lnTo>
                  <a:pt x="705962" y="114867"/>
                </a:lnTo>
                <a:close/>
                <a:moveTo>
                  <a:pt x="677494" y="133205"/>
                </a:moveTo>
                <a:lnTo>
                  <a:pt x="670626" y="142821"/>
                </a:lnTo>
                <a:lnTo>
                  <a:pt x="692224" y="131090"/>
                </a:lnTo>
                <a:close/>
                <a:moveTo>
                  <a:pt x="677494" y="133205"/>
                </a:moveTo>
                <a:lnTo>
                  <a:pt x="662765" y="136593"/>
                </a:lnTo>
                <a:lnTo>
                  <a:pt x="670626" y="142821"/>
                </a:lnTo>
                <a:close/>
                <a:moveTo>
                  <a:pt x="677494" y="133205"/>
                </a:moveTo>
                <a:lnTo>
                  <a:pt x="684363" y="124733"/>
                </a:lnTo>
                <a:lnTo>
                  <a:pt x="662765" y="136593"/>
                </a:lnTo>
                <a:close/>
                <a:moveTo>
                  <a:pt x="677494" y="133205"/>
                </a:moveTo>
                <a:lnTo>
                  <a:pt x="692224" y="131090"/>
                </a:lnTo>
                <a:lnTo>
                  <a:pt x="684363" y="124733"/>
                </a:lnTo>
                <a:close/>
                <a:moveTo>
                  <a:pt x="655896" y="145603"/>
                </a:moveTo>
                <a:lnTo>
                  <a:pt x="641166" y="149602"/>
                </a:lnTo>
                <a:lnTo>
                  <a:pt x="649027" y="155081"/>
                </a:lnTo>
                <a:close/>
                <a:moveTo>
                  <a:pt x="655896" y="145603"/>
                </a:moveTo>
                <a:lnTo>
                  <a:pt x="662765" y="136593"/>
                </a:lnTo>
                <a:lnTo>
                  <a:pt x="641166" y="149602"/>
                </a:lnTo>
                <a:close/>
                <a:moveTo>
                  <a:pt x="655896" y="145603"/>
                </a:moveTo>
                <a:lnTo>
                  <a:pt x="670626" y="142821"/>
                </a:lnTo>
                <a:lnTo>
                  <a:pt x="662765" y="136593"/>
                </a:lnTo>
                <a:close/>
                <a:moveTo>
                  <a:pt x="634297" y="158314"/>
                </a:moveTo>
                <a:lnTo>
                  <a:pt x="619568" y="161282"/>
                </a:lnTo>
                <a:lnTo>
                  <a:pt x="627429" y="167238"/>
                </a:lnTo>
                <a:close/>
                <a:moveTo>
                  <a:pt x="634297" y="158314"/>
                </a:moveTo>
                <a:lnTo>
                  <a:pt x="641166" y="149602"/>
                </a:lnTo>
                <a:lnTo>
                  <a:pt x="619568" y="161282"/>
                </a:lnTo>
                <a:close/>
                <a:moveTo>
                  <a:pt x="634297" y="158314"/>
                </a:moveTo>
                <a:lnTo>
                  <a:pt x="649027" y="155081"/>
                </a:lnTo>
                <a:lnTo>
                  <a:pt x="641166" y="149602"/>
                </a:lnTo>
                <a:close/>
                <a:moveTo>
                  <a:pt x="612699" y="170261"/>
                </a:moveTo>
                <a:lnTo>
                  <a:pt x="619568" y="161282"/>
                </a:lnTo>
                <a:lnTo>
                  <a:pt x="597969" y="169404"/>
                </a:lnTo>
                <a:close/>
                <a:moveTo>
                  <a:pt x="612699" y="170261"/>
                </a:moveTo>
                <a:lnTo>
                  <a:pt x="627429" y="167238"/>
                </a:lnTo>
                <a:lnTo>
                  <a:pt x="619568" y="161282"/>
                </a:lnTo>
                <a:close/>
                <a:moveTo>
                  <a:pt x="591100" y="177751"/>
                </a:moveTo>
                <a:lnTo>
                  <a:pt x="597969" y="169404"/>
                </a:lnTo>
                <a:lnTo>
                  <a:pt x="576370" y="172347"/>
                </a:lnTo>
                <a:close/>
                <a:moveTo>
                  <a:pt x="626436" y="153554"/>
                </a:moveTo>
                <a:lnTo>
                  <a:pt x="619568" y="161282"/>
                </a:lnTo>
                <a:lnTo>
                  <a:pt x="641166" y="149602"/>
                </a:lnTo>
                <a:close/>
                <a:moveTo>
                  <a:pt x="604838" y="163001"/>
                </a:moveTo>
                <a:lnTo>
                  <a:pt x="597969" y="169404"/>
                </a:lnTo>
                <a:lnTo>
                  <a:pt x="619568" y="161282"/>
                </a:lnTo>
                <a:close/>
                <a:moveTo>
                  <a:pt x="604838" y="163001"/>
                </a:moveTo>
                <a:lnTo>
                  <a:pt x="590108" y="158702"/>
                </a:lnTo>
                <a:lnTo>
                  <a:pt x="597969" y="169404"/>
                </a:lnTo>
                <a:close/>
                <a:moveTo>
                  <a:pt x="583239" y="166603"/>
                </a:moveTo>
                <a:lnTo>
                  <a:pt x="597969" y="169404"/>
                </a:lnTo>
                <a:lnTo>
                  <a:pt x="590108" y="158702"/>
                </a:lnTo>
                <a:close/>
                <a:moveTo>
                  <a:pt x="510582" y="141806"/>
                </a:moveTo>
                <a:lnTo>
                  <a:pt x="517451" y="133085"/>
                </a:lnTo>
                <a:lnTo>
                  <a:pt x="495853" y="136385"/>
                </a:lnTo>
                <a:close/>
                <a:moveTo>
                  <a:pt x="502721" y="122528"/>
                </a:moveTo>
                <a:lnTo>
                  <a:pt x="495853" y="136385"/>
                </a:lnTo>
                <a:lnTo>
                  <a:pt x="517451" y="133085"/>
                </a:lnTo>
                <a:close/>
                <a:moveTo>
                  <a:pt x="502721" y="122528"/>
                </a:moveTo>
                <a:lnTo>
                  <a:pt x="487991" y="119120"/>
                </a:lnTo>
                <a:lnTo>
                  <a:pt x="495853" y="136385"/>
                </a:lnTo>
                <a:close/>
                <a:moveTo>
                  <a:pt x="481123" y="132664"/>
                </a:moveTo>
                <a:lnTo>
                  <a:pt x="474254" y="144987"/>
                </a:lnTo>
                <a:lnTo>
                  <a:pt x="495853" y="136385"/>
                </a:lnTo>
                <a:close/>
                <a:moveTo>
                  <a:pt x="459524" y="142309"/>
                </a:moveTo>
                <a:lnTo>
                  <a:pt x="444794" y="137185"/>
                </a:lnTo>
                <a:lnTo>
                  <a:pt x="452656" y="149706"/>
                </a:lnTo>
                <a:close/>
                <a:moveTo>
                  <a:pt x="459524" y="142309"/>
                </a:moveTo>
                <a:lnTo>
                  <a:pt x="466393" y="130294"/>
                </a:lnTo>
                <a:lnTo>
                  <a:pt x="444794" y="137185"/>
                </a:lnTo>
                <a:close/>
                <a:moveTo>
                  <a:pt x="459524" y="142309"/>
                </a:moveTo>
                <a:lnTo>
                  <a:pt x="474254" y="144987"/>
                </a:lnTo>
                <a:lnTo>
                  <a:pt x="466393" y="130294"/>
                </a:lnTo>
                <a:close/>
                <a:moveTo>
                  <a:pt x="451663" y="129523"/>
                </a:moveTo>
                <a:lnTo>
                  <a:pt x="444794" y="137185"/>
                </a:lnTo>
                <a:lnTo>
                  <a:pt x="466393" y="130294"/>
                </a:lnTo>
                <a:close/>
                <a:moveTo>
                  <a:pt x="430064" y="132935"/>
                </a:moveTo>
                <a:lnTo>
                  <a:pt x="444794" y="137185"/>
                </a:lnTo>
                <a:lnTo>
                  <a:pt x="436933" y="124012"/>
                </a:lnTo>
                <a:close/>
                <a:moveTo>
                  <a:pt x="72657" y="29820"/>
                </a:moveTo>
                <a:lnTo>
                  <a:pt x="65788" y="42535"/>
                </a:lnTo>
                <a:lnTo>
                  <a:pt x="87387" y="42289"/>
                </a:lnTo>
                <a:close/>
                <a:moveTo>
                  <a:pt x="72657" y="29820"/>
                </a:moveTo>
                <a:lnTo>
                  <a:pt x="57927" y="21464"/>
                </a:lnTo>
                <a:lnTo>
                  <a:pt x="65788" y="42535"/>
                </a:lnTo>
                <a:close/>
                <a:moveTo>
                  <a:pt x="72657" y="29820"/>
                </a:moveTo>
                <a:lnTo>
                  <a:pt x="79525" y="20168"/>
                </a:lnTo>
                <a:lnTo>
                  <a:pt x="57927" y="21464"/>
                </a:lnTo>
                <a:close/>
                <a:moveTo>
                  <a:pt x="51058" y="34878"/>
                </a:moveTo>
                <a:lnTo>
                  <a:pt x="57927" y="21464"/>
                </a:lnTo>
                <a:lnTo>
                  <a:pt x="36328" y="26724"/>
                </a:lnTo>
                <a:close/>
                <a:moveTo>
                  <a:pt x="51058" y="34878"/>
                </a:moveTo>
                <a:lnTo>
                  <a:pt x="65788" y="42535"/>
                </a:lnTo>
                <a:lnTo>
                  <a:pt x="57927" y="21464"/>
                </a:lnTo>
                <a:close/>
                <a:moveTo>
                  <a:pt x="64796" y="7559"/>
                </a:moveTo>
                <a:lnTo>
                  <a:pt x="57927" y="21464"/>
                </a:lnTo>
                <a:lnTo>
                  <a:pt x="79525" y="20168"/>
                </a:lnTo>
                <a:close/>
                <a:moveTo>
                  <a:pt x="64796" y="7559"/>
                </a:moveTo>
                <a:lnTo>
                  <a:pt x="50066" y="0"/>
                </a:lnTo>
                <a:lnTo>
                  <a:pt x="57927" y="21464"/>
                </a:lnTo>
                <a:close/>
                <a:moveTo>
                  <a:pt x="43197" y="13597"/>
                </a:moveTo>
                <a:lnTo>
                  <a:pt x="36328" y="26724"/>
                </a:lnTo>
                <a:lnTo>
                  <a:pt x="57927" y="21464"/>
                </a:lnTo>
                <a:close/>
                <a:moveTo>
                  <a:pt x="43197" y="13597"/>
                </a:moveTo>
                <a:lnTo>
                  <a:pt x="28467" y="7294"/>
                </a:lnTo>
                <a:lnTo>
                  <a:pt x="36328" y="26724"/>
                </a:lnTo>
                <a:close/>
                <a:moveTo>
                  <a:pt x="43197" y="13597"/>
                </a:moveTo>
                <a:lnTo>
                  <a:pt x="57927" y="21464"/>
                </a:lnTo>
                <a:lnTo>
                  <a:pt x="50066" y="0"/>
                </a:lnTo>
                <a:close/>
                <a:moveTo>
                  <a:pt x="21599" y="21164"/>
                </a:moveTo>
                <a:lnTo>
                  <a:pt x="14730" y="29062"/>
                </a:lnTo>
                <a:lnTo>
                  <a:pt x="36328" y="26724"/>
                </a:lnTo>
                <a:close/>
                <a:moveTo>
                  <a:pt x="21599" y="21164"/>
                </a:moveTo>
                <a:lnTo>
                  <a:pt x="6869" y="13698"/>
                </a:lnTo>
                <a:lnTo>
                  <a:pt x="14730" y="29062"/>
                </a:lnTo>
                <a:close/>
                <a:moveTo>
                  <a:pt x="21599" y="21164"/>
                </a:moveTo>
                <a:lnTo>
                  <a:pt x="28467" y="7294"/>
                </a:lnTo>
                <a:lnTo>
                  <a:pt x="6869" y="13698"/>
                </a:lnTo>
                <a:close/>
                <a:moveTo>
                  <a:pt x="21599" y="21164"/>
                </a:moveTo>
                <a:lnTo>
                  <a:pt x="36328" y="26724"/>
                </a:lnTo>
                <a:lnTo>
                  <a:pt x="28467" y="7294"/>
                </a:lnTo>
                <a:close/>
                <a:moveTo>
                  <a:pt x="0" y="23327"/>
                </a:moveTo>
                <a:lnTo>
                  <a:pt x="14730" y="29062"/>
                </a:lnTo>
                <a:lnTo>
                  <a:pt x="6869" y="13698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70" name="PANEL_01-slope-17-230_964">
            <a:extLst>
              <a:ext uri="{FF2B5EF4-FFF2-40B4-BE49-F238E27FC236}">
                <a16:creationId xmlns:a16="http://schemas.microsoft.com/office/drawing/2014/main" id="{626E0AE2-F1AA-4B33-B939-F98F36899AC9}"/>
              </a:ext>
            </a:extLst>
          </p:cNvPr>
          <p:cNvSpPr>
            <a:spLocks/>
          </p:cNvSpPr>
          <p:nvPr/>
        </p:nvSpPr>
        <p:spPr>
          <a:xfrm>
            <a:off x="1585312" y="1065729"/>
            <a:ext cx="1084292" cy="75442"/>
          </a:xfrm>
          <a:custGeom>
            <a:pathLst>
              <a:path w="734429" h="51100">
                <a:moveTo>
                  <a:pt x="719699" y="9840"/>
                </a:moveTo>
                <a:lnTo>
                  <a:pt x="712830" y="23286"/>
                </a:lnTo>
                <a:lnTo>
                  <a:pt x="734429" y="11871"/>
                </a:lnTo>
                <a:close/>
                <a:moveTo>
                  <a:pt x="698100" y="23686"/>
                </a:moveTo>
                <a:lnTo>
                  <a:pt x="691232" y="37695"/>
                </a:lnTo>
                <a:lnTo>
                  <a:pt x="712830" y="23286"/>
                </a:lnTo>
                <a:close/>
                <a:moveTo>
                  <a:pt x="676502" y="39758"/>
                </a:moveTo>
                <a:lnTo>
                  <a:pt x="669633" y="51100"/>
                </a:lnTo>
                <a:lnTo>
                  <a:pt x="691232" y="37695"/>
                </a:lnTo>
                <a:close/>
                <a:moveTo>
                  <a:pt x="14730" y="13545"/>
                </a:moveTo>
                <a:lnTo>
                  <a:pt x="0" y="11175"/>
                </a:lnTo>
                <a:lnTo>
                  <a:pt x="7861" y="25867"/>
                </a:lnTo>
                <a:close/>
                <a:moveTo>
                  <a:pt x="14730" y="13545"/>
                </a:moveTo>
                <a:lnTo>
                  <a:pt x="21599" y="0"/>
                </a:lnTo>
                <a:lnTo>
                  <a:pt x="0" y="11175"/>
                </a:lnTo>
                <a:close/>
                <a:moveTo>
                  <a:pt x="14730" y="13545"/>
                </a:moveTo>
                <a:lnTo>
                  <a:pt x="29460" y="17266"/>
                </a:lnTo>
                <a:lnTo>
                  <a:pt x="21599" y="0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671" name="PANEL_01-slope-18-215_965">
            <a:extLst>
              <a:ext uri="{FF2B5EF4-FFF2-40B4-BE49-F238E27FC236}">
                <a16:creationId xmlns:a16="http://schemas.microsoft.com/office/drawing/2014/main" id="{ED6C4FE6-3F15-4C6E-91D8-68DE40D6900E}"/>
              </a:ext>
            </a:extLst>
          </p:cNvPr>
          <p:cNvSpPr>
            <a:spLocks/>
          </p:cNvSpPr>
          <p:nvPr/>
        </p:nvSpPr>
        <p:spPr>
          <a:xfrm>
            <a:off x="680738" y="797072"/>
            <a:ext cx="1829428" cy="346909"/>
          </a:xfrm>
          <a:custGeom>
            <a:pathLst>
              <a:path w="1239135" h="234974">
                <a:moveTo>
                  <a:pt x="1224405" y="225457"/>
                </a:moveTo>
                <a:lnTo>
                  <a:pt x="1217537" y="229961"/>
                </a:lnTo>
                <a:lnTo>
                  <a:pt x="1239135" y="234974"/>
                </a:lnTo>
                <a:close/>
                <a:moveTo>
                  <a:pt x="1224405" y="225457"/>
                </a:moveTo>
                <a:lnTo>
                  <a:pt x="1209675" y="215704"/>
                </a:lnTo>
                <a:lnTo>
                  <a:pt x="1217537" y="229961"/>
                </a:lnTo>
                <a:close/>
                <a:moveTo>
                  <a:pt x="1224405" y="225457"/>
                </a:moveTo>
                <a:lnTo>
                  <a:pt x="1231274" y="220726"/>
                </a:lnTo>
                <a:lnTo>
                  <a:pt x="1209675" y="215704"/>
                </a:lnTo>
                <a:close/>
                <a:moveTo>
                  <a:pt x="1224405" y="225457"/>
                </a:moveTo>
                <a:lnTo>
                  <a:pt x="1239135" y="234974"/>
                </a:lnTo>
                <a:lnTo>
                  <a:pt x="1231274" y="220726"/>
                </a:lnTo>
                <a:close/>
                <a:moveTo>
                  <a:pt x="1202807" y="220472"/>
                </a:moveTo>
                <a:lnTo>
                  <a:pt x="1209675" y="215704"/>
                </a:lnTo>
                <a:lnTo>
                  <a:pt x="1188077" y="210394"/>
                </a:lnTo>
                <a:close/>
                <a:moveTo>
                  <a:pt x="1202807" y="220472"/>
                </a:moveTo>
                <a:lnTo>
                  <a:pt x="1217537" y="229961"/>
                </a:lnTo>
                <a:lnTo>
                  <a:pt x="1209675" y="215704"/>
                </a:lnTo>
                <a:close/>
                <a:moveTo>
                  <a:pt x="1194945" y="205796"/>
                </a:moveTo>
                <a:lnTo>
                  <a:pt x="1188077" y="210394"/>
                </a:lnTo>
                <a:lnTo>
                  <a:pt x="1209675" y="215704"/>
                </a:lnTo>
                <a:close/>
                <a:moveTo>
                  <a:pt x="1194945" y="205796"/>
                </a:moveTo>
                <a:lnTo>
                  <a:pt x="1180216" y="194900"/>
                </a:lnTo>
                <a:lnTo>
                  <a:pt x="1188077" y="210394"/>
                </a:lnTo>
                <a:close/>
                <a:moveTo>
                  <a:pt x="1173347" y="199131"/>
                </a:moveTo>
                <a:lnTo>
                  <a:pt x="1180216" y="194900"/>
                </a:lnTo>
                <a:lnTo>
                  <a:pt x="1158617" y="188204"/>
                </a:lnTo>
                <a:close/>
                <a:moveTo>
                  <a:pt x="1173347" y="199131"/>
                </a:moveTo>
                <a:lnTo>
                  <a:pt x="1188077" y="210394"/>
                </a:lnTo>
                <a:lnTo>
                  <a:pt x="1180216" y="194900"/>
                </a:lnTo>
                <a:close/>
                <a:moveTo>
                  <a:pt x="1165486" y="183424"/>
                </a:moveTo>
                <a:lnTo>
                  <a:pt x="1158617" y="188204"/>
                </a:lnTo>
                <a:lnTo>
                  <a:pt x="1180216" y="194900"/>
                </a:lnTo>
                <a:close/>
                <a:moveTo>
                  <a:pt x="1165486" y="183424"/>
                </a:moveTo>
                <a:lnTo>
                  <a:pt x="1150756" y="173699"/>
                </a:lnTo>
                <a:lnTo>
                  <a:pt x="1158617" y="188204"/>
                </a:lnTo>
                <a:close/>
                <a:moveTo>
                  <a:pt x="1143887" y="175685"/>
                </a:moveTo>
                <a:lnTo>
                  <a:pt x="1150756" y="173699"/>
                </a:lnTo>
                <a:lnTo>
                  <a:pt x="1129157" y="167693"/>
                </a:lnTo>
                <a:close/>
                <a:moveTo>
                  <a:pt x="1143887" y="175685"/>
                </a:moveTo>
                <a:lnTo>
                  <a:pt x="1158617" y="188204"/>
                </a:lnTo>
                <a:lnTo>
                  <a:pt x="1150756" y="173699"/>
                </a:lnTo>
                <a:close/>
                <a:moveTo>
                  <a:pt x="511575" y="188701"/>
                </a:moveTo>
                <a:lnTo>
                  <a:pt x="518444" y="186346"/>
                </a:lnTo>
                <a:lnTo>
                  <a:pt x="496845" y="184277"/>
                </a:lnTo>
                <a:close/>
                <a:moveTo>
                  <a:pt x="511575" y="188701"/>
                </a:moveTo>
                <a:lnTo>
                  <a:pt x="526305" y="196580"/>
                </a:lnTo>
                <a:lnTo>
                  <a:pt x="518444" y="186346"/>
                </a:lnTo>
                <a:close/>
                <a:moveTo>
                  <a:pt x="409458" y="166414"/>
                </a:moveTo>
                <a:lnTo>
                  <a:pt x="394729" y="156185"/>
                </a:lnTo>
                <a:lnTo>
                  <a:pt x="402590" y="169177"/>
                </a:lnTo>
                <a:close/>
                <a:moveTo>
                  <a:pt x="401597" y="151861"/>
                </a:moveTo>
                <a:lnTo>
                  <a:pt x="386867" y="142077"/>
                </a:lnTo>
                <a:lnTo>
                  <a:pt x="394729" y="156185"/>
                </a:lnTo>
                <a:close/>
                <a:moveTo>
                  <a:pt x="379999" y="146745"/>
                </a:moveTo>
                <a:lnTo>
                  <a:pt x="373130" y="149085"/>
                </a:lnTo>
                <a:lnTo>
                  <a:pt x="394729" y="156185"/>
                </a:lnTo>
                <a:close/>
                <a:moveTo>
                  <a:pt x="379999" y="146745"/>
                </a:moveTo>
                <a:lnTo>
                  <a:pt x="365269" y="134644"/>
                </a:lnTo>
                <a:lnTo>
                  <a:pt x="373130" y="149085"/>
                </a:lnTo>
                <a:close/>
                <a:moveTo>
                  <a:pt x="379999" y="146745"/>
                </a:moveTo>
                <a:lnTo>
                  <a:pt x="386867" y="142077"/>
                </a:lnTo>
                <a:lnTo>
                  <a:pt x="365269" y="134644"/>
                </a:lnTo>
                <a:close/>
                <a:moveTo>
                  <a:pt x="379999" y="146745"/>
                </a:moveTo>
                <a:lnTo>
                  <a:pt x="394729" y="156185"/>
                </a:lnTo>
                <a:lnTo>
                  <a:pt x="386867" y="142077"/>
                </a:lnTo>
                <a:close/>
                <a:moveTo>
                  <a:pt x="358400" y="136857"/>
                </a:moveTo>
                <a:lnTo>
                  <a:pt x="365269" y="134644"/>
                </a:lnTo>
                <a:lnTo>
                  <a:pt x="343670" y="127537"/>
                </a:lnTo>
                <a:close/>
                <a:moveTo>
                  <a:pt x="358400" y="136857"/>
                </a:moveTo>
                <a:lnTo>
                  <a:pt x="373130" y="149085"/>
                </a:lnTo>
                <a:lnTo>
                  <a:pt x="365269" y="134644"/>
                </a:lnTo>
                <a:close/>
                <a:moveTo>
                  <a:pt x="350539" y="123519"/>
                </a:moveTo>
                <a:lnTo>
                  <a:pt x="343670" y="127537"/>
                </a:lnTo>
                <a:lnTo>
                  <a:pt x="365269" y="134644"/>
                </a:lnTo>
                <a:close/>
                <a:moveTo>
                  <a:pt x="350539" y="123519"/>
                </a:moveTo>
                <a:lnTo>
                  <a:pt x="335809" y="121839"/>
                </a:lnTo>
                <a:lnTo>
                  <a:pt x="343670" y="127537"/>
                </a:lnTo>
                <a:close/>
                <a:moveTo>
                  <a:pt x="328941" y="121480"/>
                </a:moveTo>
                <a:lnTo>
                  <a:pt x="335809" y="121839"/>
                </a:lnTo>
                <a:lnTo>
                  <a:pt x="314211" y="125621"/>
                </a:lnTo>
                <a:close/>
                <a:moveTo>
                  <a:pt x="328941" y="121480"/>
                </a:moveTo>
                <a:lnTo>
                  <a:pt x="343670" y="127537"/>
                </a:lnTo>
                <a:lnTo>
                  <a:pt x="335809" y="121839"/>
                </a:lnTo>
                <a:close/>
                <a:moveTo>
                  <a:pt x="307342" y="126992"/>
                </a:moveTo>
                <a:lnTo>
                  <a:pt x="314211" y="125621"/>
                </a:lnTo>
                <a:lnTo>
                  <a:pt x="292612" y="131015"/>
                </a:lnTo>
                <a:close/>
                <a:moveTo>
                  <a:pt x="299481" y="130846"/>
                </a:moveTo>
                <a:lnTo>
                  <a:pt x="292612" y="131015"/>
                </a:lnTo>
                <a:lnTo>
                  <a:pt x="314211" y="125621"/>
                </a:lnTo>
                <a:close/>
                <a:moveTo>
                  <a:pt x="146306" y="86178"/>
                </a:moveTo>
                <a:lnTo>
                  <a:pt x="131576" y="76642"/>
                </a:lnTo>
                <a:lnTo>
                  <a:pt x="139437" y="88940"/>
                </a:lnTo>
                <a:close/>
                <a:moveTo>
                  <a:pt x="124708" y="81502"/>
                </a:moveTo>
                <a:lnTo>
                  <a:pt x="117839" y="82714"/>
                </a:lnTo>
                <a:lnTo>
                  <a:pt x="139437" y="88940"/>
                </a:lnTo>
                <a:close/>
                <a:moveTo>
                  <a:pt x="124708" y="81502"/>
                </a:moveTo>
                <a:lnTo>
                  <a:pt x="109978" y="71842"/>
                </a:lnTo>
                <a:lnTo>
                  <a:pt x="117839" y="82714"/>
                </a:lnTo>
                <a:close/>
                <a:moveTo>
                  <a:pt x="124708" y="81502"/>
                </a:moveTo>
                <a:lnTo>
                  <a:pt x="131576" y="76642"/>
                </a:lnTo>
                <a:lnTo>
                  <a:pt x="109978" y="71842"/>
                </a:lnTo>
                <a:close/>
                <a:moveTo>
                  <a:pt x="103109" y="75588"/>
                </a:moveTo>
                <a:lnTo>
                  <a:pt x="109978" y="71842"/>
                </a:lnTo>
                <a:lnTo>
                  <a:pt x="88379" y="65966"/>
                </a:lnTo>
                <a:close/>
                <a:moveTo>
                  <a:pt x="103109" y="75588"/>
                </a:moveTo>
                <a:lnTo>
                  <a:pt x="117839" y="82714"/>
                </a:lnTo>
                <a:lnTo>
                  <a:pt x="109978" y="71842"/>
                </a:lnTo>
                <a:close/>
                <a:moveTo>
                  <a:pt x="95248" y="62182"/>
                </a:moveTo>
                <a:lnTo>
                  <a:pt x="88379" y="65966"/>
                </a:lnTo>
                <a:lnTo>
                  <a:pt x="109978" y="71842"/>
                </a:lnTo>
                <a:close/>
                <a:moveTo>
                  <a:pt x="95248" y="62182"/>
                </a:moveTo>
                <a:lnTo>
                  <a:pt x="80518" y="50121"/>
                </a:lnTo>
                <a:lnTo>
                  <a:pt x="88379" y="65966"/>
                </a:lnTo>
                <a:close/>
                <a:moveTo>
                  <a:pt x="44190" y="34942"/>
                </a:moveTo>
                <a:lnTo>
                  <a:pt x="37321" y="38023"/>
                </a:lnTo>
                <a:lnTo>
                  <a:pt x="58919" y="45413"/>
                </a:lnTo>
                <a:close/>
                <a:moveTo>
                  <a:pt x="44190" y="34942"/>
                </a:moveTo>
                <a:lnTo>
                  <a:pt x="29460" y="22025"/>
                </a:lnTo>
                <a:lnTo>
                  <a:pt x="37321" y="38023"/>
                </a:lnTo>
                <a:close/>
                <a:moveTo>
                  <a:pt x="14730" y="10856"/>
                </a:moveTo>
                <a:lnTo>
                  <a:pt x="7861" y="13362"/>
                </a:lnTo>
                <a:lnTo>
                  <a:pt x="29460" y="22025"/>
                </a:lnTo>
                <a:close/>
                <a:moveTo>
                  <a:pt x="14730" y="10856"/>
                </a:moveTo>
                <a:lnTo>
                  <a:pt x="0" y="0"/>
                </a:lnTo>
                <a:lnTo>
                  <a:pt x="7861" y="13362"/>
                </a:lnTo>
                <a:close/>
                <a:moveTo>
                  <a:pt x="14730" y="10856"/>
                </a:moveTo>
                <a:lnTo>
                  <a:pt x="21599" y="5323"/>
                </a:lnTo>
                <a:lnTo>
                  <a:pt x="0" y="0"/>
                </a:lnTo>
                <a:close/>
                <a:moveTo>
                  <a:pt x="14730" y="10856"/>
                </a:moveTo>
                <a:lnTo>
                  <a:pt x="29460" y="22025"/>
                </a:lnTo>
                <a:lnTo>
                  <a:pt x="21599" y="5323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72" name="PANEL_01-slope-18-220_966">
            <a:extLst>
              <a:ext uri="{FF2B5EF4-FFF2-40B4-BE49-F238E27FC236}">
                <a16:creationId xmlns:a16="http://schemas.microsoft.com/office/drawing/2014/main" id="{68D19E12-FDE5-447E-AE89-8BCE82B3F8E2}"/>
              </a:ext>
            </a:extLst>
          </p:cNvPr>
          <p:cNvSpPr>
            <a:spLocks/>
          </p:cNvSpPr>
          <p:nvPr/>
        </p:nvSpPr>
        <p:spPr>
          <a:xfrm>
            <a:off x="712626" y="804931"/>
            <a:ext cx="1829428" cy="359197"/>
          </a:xfrm>
          <a:custGeom>
            <a:pathLst>
              <a:path w="1239135" h="243297">
                <a:moveTo>
                  <a:pt x="1224405" y="225528"/>
                </a:moveTo>
                <a:lnTo>
                  <a:pt x="1217537" y="229651"/>
                </a:lnTo>
                <a:lnTo>
                  <a:pt x="1239135" y="232861"/>
                </a:lnTo>
                <a:close/>
                <a:moveTo>
                  <a:pt x="1151748" y="193809"/>
                </a:moveTo>
                <a:lnTo>
                  <a:pt x="1137019" y="182881"/>
                </a:lnTo>
                <a:lnTo>
                  <a:pt x="1144880" y="200118"/>
                </a:lnTo>
                <a:close/>
                <a:moveTo>
                  <a:pt x="1122289" y="170363"/>
                </a:moveTo>
                <a:lnTo>
                  <a:pt x="1115420" y="178989"/>
                </a:lnTo>
                <a:lnTo>
                  <a:pt x="1137019" y="182881"/>
                </a:lnTo>
                <a:close/>
                <a:moveTo>
                  <a:pt x="1122289" y="170363"/>
                </a:moveTo>
                <a:lnTo>
                  <a:pt x="1107559" y="162370"/>
                </a:lnTo>
                <a:lnTo>
                  <a:pt x="1115420" y="178989"/>
                </a:lnTo>
                <a:close/>
                <a:moveTo>
                  <a:pt x="1100690" y="168362"/>
                </a:moveTo>
                <a:lnTo>
                  <a:pt x="1107559" y="162370"/>
                </a:lnTo>
                <a:lnTo>
                  <a:pt x="1085960" y="159179"/>
                </a:lnTo>
                <a:close/>
                <a:moveTo>
                  <a:pt x="1100690" y="168362"/>
                </a:moveTo>
                <a:lnTo>
                  <a:pt x="1115420" y="178989"/>
                </a:lnTo>
                <a:lnTo>
                  <a:pt x="1107559" y="162370"/>
                </a:lnTo>
                <a:close/>
                <a:moveTo>
                  <a:pt x="1092829" y="152428"/>
                </a:moveTo>
                <a:lnTo>
                  <a:pt x="1085960" y="159179"/>
                </a:lnTo>
                <a:lnTo>
                  <a:pt x="1107559" y="162370"/>
                </a:lnTo>
                <a:close/>
                <a:moveTo>
                  <a:pt x="1092829" y="152428"/>
                </a:moveTo>
                <a:lnTo>
                  <a:pt x="1078099" y="145869"/>
                </a:lnTo>
                <a:lnTo>
                  <a:pt x="1085960" y="159179"/>
                </a:lnTo>
                <a:close/>
                <a:moveTo>
                  <a:pt x="1071230" y="148925"/>
                </a:moveTo>
                <a:lnTo>
                  <a:pt x="1078099" y="145869"/>
                </a:lnTo>
                <a:lnTo>
                  <a:pt x="1056501" y="143811"/>
                </a:lnTo>
                <a:close/>
                <a:moveTo>
                  <a:pt x="1071230" y="148925"/>
                </a:moveTo>
                <a:lnTo>
                  <a:pt x="1085960" y="159179"/>
                </a:lnTo>
                <a:lnTo>
                  <a:pt x="1078099" y="145869"/>
                </a:lnTo>
                <a:close/>
                <a:moveTo>
                  <a:pt x="1063369" y="137259"/>
                </a:moveTo>
                <a:lnTo>
                  <a:pt x="1056501" y="143811"/>
                </a:lnTo>
                <a:lnTo>
                  <a:pt x="1078099" y="145869"/>
                </a:lnTo>
                <a:close/>
                <a:moveTo>
                  <a:pt x="1041771" y="137595"/>
                </a:moveTo>
                <a:lnTo>
                  <a:pt x="1056501" y="143811"/>
                </a:lnTo>
                <a:lnTo>
                  <a:pt x="1048639" y="132106"/>
                </a:lnTo>
                <a:close/>
                <a:moveTo>
                  <a:pt x="947515" y="150304"/>
                </a:moveTo>
                <a:lnTo>
                  <a:pt x="954384" y="145265"/>
                </a:lnTo>
                <a:lnTo>
                  <a:pt x="932786" y="150913"/>
                </a:lnTo>
                <a:close/>
                <a:moveTo>
                  <a:pt x="947515" y="150304"/>
                </a:moveTo>
                <a:lnTo>
                  <a:pt x="962245" y="153519"/>
                </a:lnTo>
                <a:lnTo>
                  <a:pt x="954384" y="145265"/>
                </a:lnTo>
                <a:close/>
                <a:moveTo>
                  <a:pt x="925917" y="156085"/>
                </a:moveTo>
                <a:lnTo>
                  <a:pt x="932786" y="150913"/>
                </a:lnTo>
                <a:lnTo>
                  <a:pt x="911187" y="157271"/>
                </a:lnTo>
                <a:close/>
                <a:moveTo>
                  <a:pt x="925917" y="156085"/>
                </a:moveTo>
                <a:lnTo>
                  <a:pt x="940647" y="158101"/>
                </a:lnTo>
                <a:lnTo>
                  <a:pt x="932786" y="150913"/>
                </a:lnTo>
                <a:close/>
                <a:moveTo>
                  <a:pt x="918056" y="151657"/>
                </a:moveTo>
                <a:lnTo>
                  <a:pt x="911187" y="157271"/>
                </a:lnTo>
                <a:lnTo>
                  <a:pt x="932786" y="150913"/>
                </a:lnTo>
                <a:close/>
                <a:moveTo>
                  <a:pt x="715808" y="235279"/>
                </a:moveTo>
                <a:lnTo>
                  <a:pt x="701078" y="229876"/>
                </a:lnTo>
                <a:lnTo>
                  <a:pt x="708939" y="241342"/>
                </a:lnTo>
                <a:close/>
                <a:moveTo>
                  <a:pt x="694209" y="236852"/>
                </a:moveTo>
                <a:lnTo>
                  <a:pt x="679480" y="228273"/>
                </a:lnTo>
                <a:lnTo>
                  <a:pt x="687341" y="243297"/>
                </a:lnTo>
                <a:close/>
                <a:moveTo>
                  <a:pt x="694209" y="236852"/>
                </a:moveTo>
                <a:lnTo>
                  <a:pt x="701078" y="229876"/>
                </a:lnTo>
                <a:lnTo>
                  <a:pt x="679480" y="228273"/>
                </a:lnTo>
                <a:close/>
                <a:moveTo>
                  <a:pt x="694209" y="236852"/>
                </a:moveTo>
                <a:lnTo>
                  <a:pt x="708939" y="241342"/>
                </a:lnTo>
                <a:lnTo>
                  <a:pt x="701078" y="229876"/>
                </a:lnTo>
                <a:close/>
                <a:moveTo>
                  <a:pt x="672611" y="234538"/>
                </a:moveTo>
                <a:lnTo>
                  <a:pt x="679480" y="228273"/>
                </a:lnTo>
                <a:lnTo>
                  <a:pt x="657881" y="226383"/>
                </a:lnTo>
                <a:close/>
                <a:moveTo>
                  <a:pt x="686348" y="223239"/>
                </a:moveTo>
                <a:lnTo>
                  <a:pt x="679480" y="228273"/>
                </a:lnTo>
                <a:lnTo>
                  <a:pt x="701078" y="229876"/>
                </a:lnTo>
                <a:close/>
                <a:moveTo>
                  <a:pt x="664750" y="218464"/>
                </a:moveTo>
                <a:lnTo>
                  <a:pt x="657881" y="226383"/>
                </a:lnTo>
                <a:lnTo>
                  <a:pt x="679480" y="228273"/>
                </a:lnTo>
                <a:close/>
                <a:moveTo>
                  <a:pt x="664750" y="218464"/>
                </a:moveTo>
                <a:lnTo>
                  <a:pt x="650020" y="209040"/>
                </a:lnTo>
                <a:lnTo>
                  <a:pt x="657881" y="226383"/>
                </a:lnTo>
                <a:close/>
                <a:moveTo>
                  <a:pt x="664750" y="218464"/>
                </a:moveTo>
                <a:lnTo>
                  <a:pt x="671618" y="212235"/>
                </a:lnTo>
                <a:lnTo>
                  <a:pt x="650020" y="209040"/>
                </a:lnTo>
                <a:close/>
                <a:moveTo>
                  <a:pt x="664750" y="218464"/>
                </a:moveTo>
                <a:lnTo>
                  <a:pt x="679480" y="228273"/>
                </a:lnTo>
                <a:lnTo>
                  <a:pt x="671618" y="212235"/>
                </a:lnTo>
                <a:close/>
                <a:moveTo>
                  <a:pt x="643151" y="216744"/>
                </a:moveTo>
                <a:lnTo>
                  <a:pt x="657881" y="226383"/>
                </a:lnTo>
                <a:lnTo>
                  <a:pt x="650020" y="209040"/>
                </a:lnTo>
                <a:close/>
                <a:moveTo>
                  <a:pt x="570494" y="213642"/>
                </a:moveTo>
                <a:lnTo>
                  <a:pt x="577363" y="207235"/>
                </a:lnTo>
                <a:lnTo>
                  <a:pt x="555765" y="207346"/>
                </a:lnTo>
                <a:close/>
                <a:moveTo>
                  <a:pt x="570494" y="213642"/>
                </a:moveTo>
                <a:lnTo>
                  <a:pt x="585224" y="221634"/>
                </a:lnTo>
                <a:lnTo>
                  <a:pt x="577363" y="207235"/>
                </a:lnTo>
                <a:close/>
                <a:moveTo>
                  <a:pt x="562633" y="201500"/>
                </a:moveTo>
                <a:lnTo>
                  <a:pt x="555765" y="207346"/>
                </a:lnTo>
                <a:lnTo>
                  <a:pt x="577363" y="207235"/>
                </a:lnTo>
                <a:close/>
                <a:moveTo>
                  <a:pt x="562633" y="201500"/>
                </a:moveTo>
                <a:lnTo>
                  <a:pt x="547903" y="195985"/>
                </a:lnTo>
                <a:lnTo>
                  <a:pt x="555765" y="207346"/>
                </a:lnTo>
                <a:close/>
                <a:moveTo>
                  <a:pt x="562633" y="201500"/>
                </a:moveTo>
                <a:lnTo>
                  <a:pt x="577363" y="207235"/>
                </a:lnTo>
                <a:lnTo>
                  <a:pt x="569502" y="194713"/>
                </a:lnTo>
                <a:close/>
                <a:moveTo>
                  <a:pt x="541035" y="201493"/>
                </a:moveTo>
                <a:lnTo>
                  <a:pt x="534166" y="206168"/>
                </a:lnTo>
                <a:lnTo>
                  <a:pt x="555765" y="207346"/>
                </a:lnTo>
                <a:close/>
                <a:moveTo>
                  <a:pt x="541035" y="201493"/>
                </a:moveTo>
                <a:lnTo>
                  <a:pt x="526305" y="194561"/>
                </a:lnTo>
                <a:lnTo>
                  <a:pt x="534166" y="206168"/>
                </a:lnTo>
                <a:close/>
                <a:moveTo>
                  <a:pt x="541035" y="201493"/>
                </a:moveTo>
                <a:lnTo>
                  <a:pt x="547903" y="195985"/>
                </a:lnTo>
                <a:lnTo>
                  <a:pt x="526305" y="194561"/>
                </a:lnTo>
                <a:close/>
                <a:moveTo>
                  <a:pt x="541035" y="201493"/>
                </a:moveTo>
                <a:lnTo>
                  <a:pt x="555765" y="207346"/>
                </a:lnTo>
                <a:lnTo>
                  <a:pt x="547903" y="195985"/>
                </a:lnTo>
                <a:close/>
                <a:moveTo>
                  <a:pt x="519436" y="198883"/>
                </a:moveTo>
                <a:lnTo>
                  <a:pt x="526305" y="194561"/>
                </a:lnTo>
                <a:lnTo>
                  <a:pt x="504706" y="191257"/>
                </a:lnTo>
                <a:close/>
                <a:moveTo>
                  <a:pt x="511575" y="187386"/>
                </a:moveTo>
                <a:lnTo>
                  <a:pt x="504706" y="191257"/>
                </a:lnTo>
                <a:lnTo>
                  <a:pt x="526305" y="194561"/>
                </a:lnTo>
                <a:close/>
                <a:moveTo>
                  <a:pt x="511575" y="187386"/>
                </a:moveTo>
                <a:lnTo>
                  <a:pt x="496845" y="181023"/>
                </a:lnTo>
                <a:lnTo>
                  <a:pt x="504706" y="191257"/>
                </a:lnTo>
                <a:close/>
                <a:moveTo>
                  <a:pt x="511575" y="187386"/>
                </a:moveTo>
                <a:lnTo>
                  <a:pt x="526305" y="194561"/>
                </a:lnTo>
                <a:lnTo>
                  <a:pt x="518444" y="183748"/>
                </a:lnTo>
                <a:close/>
                <a:moveTo>
                  <a:pt x="489976" y="183378"/>
                </a:moveTo>
                <a:lnTo>
                  <a:pt x="475247" y="178954"/>
                </a:lnTo>
                <a:lnTo>
                  <a:pt x="483108" y="188371"/>
                </a:lnTo>
                <a:close/>
                <a:moveTo>
                  <a:pt x="468378" y="181418"/>
                </a:moveTo>
                <a:lnTo>
                  <a:pt x="475247" y="178954"/>
                </a:lnTo>
                <a:lnTo>
                  <a:pt x="453648" y="177956"/>
                </a:lnTo>
                <a:close/>
                <a:moveTo>
                  <a:pt x="482115" y="175724"/>
                </a:moveTo>
                <a:lnTo>
                  <a:pt x="475247" y="178954"/>
                </a:lnTo>
                <a:lnTo>
                  <a:pt x="496845" y="181023"/>
                </a:lnTo>
                <a:close/>
                <a:moveTo>
                  <a:pt x="460517" y="175298"/>
                </a:moveTo>
                <a:lnTo>
                  <a:pt x="453648" y="177956"/>
                </a:lnTo>
                <a:lnTo>
                  <a:pt x="475247" y="178954"/>
                </a:lnTo>
                <a:close/>
                <a:moveTo>
                  <a:pt x="460517" y="175298"/>
                </a:moveTo>
                <a:lnTo>
                  <a:pt x="445787" y="169601"/>
                </a:lnTo>
                <a:lnTo>
                  <a:pt x="453648" y="177956"/>
                </a:lnTo>
                <a:close/>
                <a:moveTo>
                  <a:pt x="460517" y="175298"/>
                </a:moveTo>
                <a:lnTo>
                  <a:pt x="475247" y="178954"/>
                </a:lnTo>
                <a:lnTo>
                  <a:pt x="467385" y="170290"/>
                </a:lnTo>
                <a:close/>
                <a:moveTo>
                  <a:pt x="438918" y="174693"/>
                </a:moveTo>
                <a:lnTo>
                  <a:pt x="424188" y="168245"/>
                </a:lnTo>
                <a:lnTo>
                  <a:pt x="432050" y="177446"/>
                </a:lnTo>
                <a:close/>
                <a:moveTo>
                  <a:pt x="438918" y="174693"/>
                </a:moveTo>
                <a:lnTo>
                  <a:pt x="445787" y="169601"/>
                </a:lnTo>
                <a:lnTo>
                  <a:pt x="424188" y="168245"/>
                </a:lnTo>
                <a:close/>
                <a:moveTo>
                  <a:pt x="438918" y="174693"/>
                </a:moveTo>
                <a:lnTo>
                  <a:pt x="453648" y="177956"/>
                </a:lnTo>
                <a:lnTo>
                  <a:pt x="445787" y="169601"/>
                </a:lnTo>
                <a:close/>
                <a:moveTo>
                  <a:pt x="417320" y="172836"/>
                </a:moveTo>
                <a:lnTo>
                  <a:pt x="424188" y="168245"/>
                </a:lnTo>
                <a:lnTo>
                  <a:pt x="402590" y="166841"/>
                </a:lnTo>
                <a:close/>
                <a:moveTo>
                  <a:pt x="431057" y="163533"/>
                </a:moveTo>
                <a:lnTo>
                  <a:pt x="424188" y="168245"/>
                </a:lnTo>
                <a:lnTo>
                  <a:pt x="445787" y="169601"/>
                </a:lnTo>
                <a:close/>
                <a:moveTo>
                  <a:pt x="409458" y="161916"/>
                </a:moveTo>
                <a:lnTo>
                  <a:pt x="402590" y="166841"/>
                </a:lnTo>
                <a:lnTo>
                  <a:pt x="424188" y="168245"/>
                </a:lnTo>
                <a:close/>
                <a:moveTo>
                  <a:pt x="409458" y="161916"/>
                </a:moveTo>
                <a:lnTo>
                  <a:pt x="394729" y="154856"/>
                </a:lnTo>
                <a:lnTo>
                  <a:pt x="402590" y="166841"/>
                </a:lnTo>
                <a:close/>
                <a:moveTo>
                  <a:pt x="409458" y="161916"/>
                </a:moveTo>
                <a:lnTo>
                  <a:pt x="424188" y="168245"/>
                </a:lnTo>
                <a:lnTo>
                  <a:pt x="416327" y="156761"/>
                </a:lnTo>
                <a:close/>
                <a:moveTo>
                  <a:pt x="387860" y="161091"/>
                </a:moveTo>
                <a:lnTo>
                  <a:pt x="394729" y="154856"/>
                </a:lnTo>
                <a:lnTo>
                  <a:pt x="373130" y="150862"/>
                </a:lnTo>
                <a:close/>
                <a:moveTo>
                  <a:pt x="387860" y="161091"/>
                </a:moveTo>
                <a:lnTo>
                  <a:pt x="402590" y="166841"/>
                </a:lnTo>
                <a:lnTo>
                  <a:pt x="394729" y="154856"/>
                </a:lnTo>
                <a:close/>
                <a:moveTo>
                  <a:pt x="379999" y="146538"/>
                </a:moveTo>
                <a:lnTo>
                  <a:pt x="373130" y="150862"/>
                </a:lnTo>
                <a:lnTo>
                  <a:pt x="394729" y="154856"/>
                </a:lnTo>
                <a:close/>
                <a:moveTo>
                  <a:pt x="307342" y="116157"/>
                </a:moveTo>
                <a:lnTo>
                  <a:pt x="292612" y="120298"/>
                </a:lnTo>
                <a:lnTo>
                  <a:pt x="300473" y="120265"/>
                </a:lnTo>
                <a:close/>
                <a:moveTo>
                  <a:pt x="256284" y="127701"/>
                </a:moveTo>
                <a:lnTo>
                  <a:pt x="249415" y="128755"/>
                </a:lnTo>
                <a:lnTo>
                  <a:pt x="271014" y="125692"/>
                </a:lnTo>
                <a:close/>
                <a:moveTo>
                  <a:pt x="256284" y="127701"/>
                </a:moveTo>
                <a:lnTo>
                  <a:pt x="241554" y="120461"/>
                </a:lnTo>
                <a:lnTo>
                  <a:pt x="249415" y="128755"/>
                </a:lnTo>
                <a:close/>
                <a:moveTo>
                  <a:pt x="256284" y="127701"/>
                </a:moveTo>
                <a:lnTo>
                  <a:pt x="271014" y="125692"/>
                </a:lnTo>
                <a:lnTo>
                  <a:pt x="263152" y="121832"/>
                </a:lnTo>
                <a:close/>
                <a:moveTo>
                  <a:pt x="234685" y="126942"/>
                </a:moveTo>
                <a:lnTo>
                  <a:pt x="219955" y="118829"/>
                </a:lnTo>
                <a:lnTo>
                  <a:pt x="227817" y="130270"/>
                </a:lnTo>
                <a:close/>
                <a:moveTo>
                  <a:pt x="234685" y="126942"/>
                </a:moveTo>
                <a:lnTo>
                  <a:pt x="241554" y="120461"/>
                </a:lnTo>
                <a:lnTo>
                  <a:pt x="219955" y="118829"/>
                </a:lnTo>
                <a:close/>
                <a:moveTo>
                  <a:pt x="234685" y="126942"/>
                </a:moveTo>
                <a:lnTo>
                  <a:pt x="249415" y="128755"/>
                </a:lnTo>
                <a:lnTo>
                  <a:pt x="241554" y="120461"/>
                </a:lnTo>
                <a:close/>
                <a:moveTo>
                  <a:pt x="213087" y="126923"/>
                </a:moveTo>
                <a:lnTo>
                  <a:pt x="219955" y="118829"/>
                </a:lnTo>
                <a:lnTo>
                  <a:pt x="198357" y="117616"/>
                </a:lnTo>
                <a:close/>
                <a:moveTo>
                  <a:pt x="213087" y="126923"/>
                </a:moveTo>
                <a:lnTo>
                  <a:pt x="227817" y="130270"/>
                </a:lnTo>
                <a:lnTo>
                  <a:pt x="219955" y="118829"/>
                </a:lnTo>
                <a:close/>
                <a:moveTo>
                  <a:pt x="226824" y="111478"/>
                </a:moveTo>
                <a:lnTo>
                  <a:pt x="219955" y="118829"/>
                </a:lnTo>
                <a:lnTo>
                  <a:pt x="241554" y="120461"/>
                </a:lnTo>
                <a:close/>
                <a:moveTo>
                  <a:pt x="205226" y="109973"/>
                </a:moveTo>
                <a:lnTo>
                  <a:pt x="198357" y="117616"/>
                </a:lnTo>
                <a:lnTo>
                  <a:pt x="219955" y="118829"/>
                </a:lnTo>
                <a:close/>
                <a:moveTo>
                  <a:pt x="205226" y="109973"/>
                </a:moveTo>
                <a:lnTo>
                  <a:pt x="190496" y="100063"/>
                </a:lnTo>
                <a:lnTo>
                  <a:pt x="198357" y="117616"/>
                </a:lnTo>
                <a:close/>
                <a:moveTo>
                  <a:pt x="205226" y="109973"/>
                </a:moveTo>
                <a:lnTo>
                  <a:pt x="212094" y="99817"/>
                </a:lnTo>
                <a:lnTo>
                  <a:pt x="190496" y="100063"/>
                </a:lnTo>
                <a:close/>
                <a:moveTo>
                  <a:pt x="205226" y="109973"/>
                </a:moveTo>
                <a:lnTo>
                  <a:pt x="219955" y="118829"/>
                </a:lnTo>
                <a:lnTo>
                  <a:pt x="212094" y="99817"/>
                </a:lnTo>
                <a:close/>
                <a:moveTo>
                  <a:pt x="183627" y="110525"/>
                </a:moveTo>
                <a:lnTo>
                  <a:pt x="168897" y="101008"/>
                </a:lnTo>
                <a:lnTo>
                  <a:pt x="176758" y="113985"/>
                </a:lnTo>
                <a:close/>
                <a:moveTo>
                  <a:pt x="183627" y="110525"/>
                </a:moveTo>
                <a:lnTo>
                  <a:pt x="190496" y="100063"/>
                </a:lnTo>
                <a:lnTo>
                  <a:pt x="168897" y="101008"/>
                </a:lnTo>
                <a:close/>
                <a:moveTo>
                  <a:pt x="183627" y="110525"/>
                </a:moveTo>
                <a:lnTo>
                  <a:pt x="198357" y="117616"/>
                </a:lnTo>
                <a:lnTo>
                  <a:pt x="190496" y="100063"/>
                </a:lnTo>
                <a:close/>
                <a:moveTo>
                  <a:pt x="154167" y="94784"/>
                </a:moveTo>
                <a:lnTo>
                  <a:pt x="147299" y="98711"/>
                </a:lnTo>
                <a:lnTo>
                  <a:pt x="168897" y="101008"/>
                </a:lnTo>
                <a:close/>
                <a:moveTo>
                  <a:pt x="154167" y="94784"/>
                </a:moveTo>
                <a:lnTo>
                  <a:pt x="139437" y="86590"/>
                </a:lnTo>
                <a:lnTo>
                  <a:pt x="147299" y="98711"/>
                </a:lnTo>
                <a:close/>
                <a:moveTo>
                  <a:pt x="132569" y="92030"/>
                </a:moveTo>
                <a:lnTo>
                  <a:pt x="139437" y="86590"/>
                </a:lnTo>
                <a:lnTo>
                  <a:pt x="117839" y="83617"/>
                </a:lnTo>
                <a:close/>
                <a:moveTo>
                  <a:pt x="132569" y="92030"/>
                </a:moveTo>
                <a:lnTo>
                  <a:pt x="147299" y="98711"/>
                </a:lnTo>
                <a:lnTo>
                  <a:pt x="139437" y="86590"/>
                </a:lnTo>
                <a:close/>
                <a:moveTo>
                  <a:pt x="124708" y="80855"/>
                </a:moveTo>
                <a:lnTo>
                  <a:pt x="117839" y="83617"/>
                </a:lnTo>
                <a:lnTo>
                  <a:pt x="139437" y="86590"/>
                </a:lnTo>
                <a:close/>
                <a:moveTo>
                  <a:pt x="103109" y="76179"/>
                </a:moveTo>
                <a:lnTo>
                  <a:pt x="117839" y="83617"/>
                </a:lnTo>
                <a:lnTo>
                  <a:pt x="109978" y="71319"/>
                </a:lnTo>
                <a:close/>
                <a:moveTo>
                  <a:pt x="73649" y="56859"/>
                </a:moveTo>
                <a:lnTo>
                  <a:pt x="88379" y="66519"/>
                </a:lnTo>
                <a:lnTo>
                  <a:pt x="80518" y="50155"/>
                </a:lnTo>
                <a:close/>
                <a:moveTo>
                  <a:pt x="52051" y="52018"/>
                </a:moveTo>
                <a:lnTo>
                  <a:pt x="58919" y="44798"/>
                </a:lnTo>
                <a:lnTo>
                  <a:pt x="37321" y="40090"/>
                </a:lnTo>
                <a:close/>
                <a:moveTo>
                  <a:pt x="52051" y="52018"/>
                </a:moveTo>
                <a:lnTo>
                  <a:pt x="66781" y="60643"/>
                </a:lnTo>
                <a:lnTo>
                  <a:pt x="58919" y="44798"/>
                </a:lnTo>
                <a:close/>
                <a:moveTo>
                  <a:pt x="44190" y="33573"/>
                </a:moveTo>
                <a:lnTo>
                  <a:pt x="37321" y="40090"/>
                </a:lnTo>
                <a:lnTo>
                  <a:pt x="58919" y="44798"/>
                </a:lnTo>
                <a:close/>
                <a:moveTo>
                  <a:pt x="44190" y="33573"/>
                </a:moveTo>
                <a:lnTo>
                  <a:pt x="29460" y="22037"/>
                </a:lnTo>
                <a:lnTo>
                  <a:pt x="37321" y="40090"/>
                </a:lnTo>
                <a:close/>
                <a:moveTo>
                  <a:pt x="22591" y="29619"/>
                </a:moveTo>
                <a:lnTo>
                  <a:pt x="29460" y="22037"/>
                </a:lnTo>
                <a:lnTo>
                  <a:pt x="7861" y="16702"/>
                </a:lnTo>
                <a:close/>
                <a:moveTo>
                  <a:pt x="22591" y="29619"/>
                </a:moveTo>
                <a:lnTo>
                  <a:pt x="37321" y="40090"/>
                </a:lnTo>
                <a:lnTo>
                  <a:pt x="29460" y="22037"/>
                </a:lnTo>
                <a:close/>
                <a:moveTo>
                  <a:pt x="14730" y="11657"/>
                </a:moveTo>
                <a:lnTo>
                  <a:pt x="7861" y="16702"/>
                </a:lnTo>
                <a:lnTo>
                  <a:pt x="29460" y="22037"/>
                </a:lnTo>
                <a:close/>
                <a:moveTo>
                  <a:pt x="14730" y="11657"/>
                </a:moveTo>
                <a:lnTo>
                  <a:pt x="0" y="0"/>
                </a:lnTo>
                <a:lnTo>
                  <a:pt x="7861" y="16702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73" name="PANEL_01-slope-18-225_967">
            <a:extLst>
              <a:ext uri="{FF2B5EF4-FFF2-40B4-BE49-F238E27FC236}">
                <a16:creationId xmlns:a16="http://schemas.microsoft.com/office/drawing/2014/main" id="{8F717E08-85D7-48DA-BB72-00DAD2071AB4}"/>
              </a:ext>
            </a:extLst>
          </p:cNvPr>
          <p:cNvSpPr>
            <a:spLocks/>
          </p:cNvSpPr>
          <p:nvPr/>
        </p:nvSpPr>
        <p:spPr>
          <a:xfrm>
            <a:off x="918488" y="929318"/>
            <a:ext cx="1375676" cy="231925"/>
          </a:xfrm>
          <a:custGeom>
            <a:pathLst>
              <a:path w="931793" h="157090">
                <a:moveTo>
                  <a:pt x="931793" y="64673"/>
                </a:moveTo>
                <a:lnTo>
                  <a:pt x="917063" y="59559"/>
                </a:lnTo>
                <a:lnTo>
                  <a:pt x="924924" y="74030"/>
                </a:lnTo>
                <a:close/>
                <a:moveTo>
                  <a:pt x="910195" y="67211"/>
                </a:moveTo>
                <a:lnTo>
                  <a:pt x="917063" y="59559"/>
                </a:lnTo>
                <a:lnTo>
                  <a:pt x="895465" y="64853"/>
                </a:lnTo>
                <a:close/>
                <a:moveTo>
                  <a:pt x="902333" y="53343"/>
                </a:moveTo>
                <a:lnTo>
                  <a:pt x="895465" y="64853"/>
                </a:lnTo>
                <a:lnTo>
                  <a:pt x="917063" y="59559"/>
                </a:lnTo>
                <a:close/>
                <a:moveTo>
                  <a:pt x="902333" y="53343"/>
                </a:moveTo>
                <a:lnTo>
                  <a:pt x="887603" y="50193"/>
                </a:lnTo>
                <a:lnTo>
                  <a:pt x="895465" y="64853"/>
                </a:lnTo>
                <a:close/>
                <a:moveTo>
                  <a:pt x="880735" y="61870"/>
                </a:moveTo>
                <a:lnTo>
                  <a:pt x="873866" y="72088"/>
                </a:lnTo>
                <a:lnTo>
                  <a:pt x="895465" y="64853"/>
                </a:lnTo>
                <a:close/>
                <a:moveTo>
                  <a:pt x="880735" y="61870"/>
                </a:moveTo>
                <a:lnTo>
                  <a:pt x="866005" y="57109"/>
                </a:lnTo>
                <a:lnTo>
                  <a:pt x="873866" y="72088"/>
                </a:lnTo>
                <a:close/>
                <a:moveTo>
                  <a:pt x="880735" y="61870"/>
                </a:moveTo>
                <a:lnTo>
                  <a:pt x="887603" y="50193"/>
                </a:lnTo>
                <a:lnTo>
                  <a:pt x="866005" y="57109"/>
                </a:lnTo>
                <a:close/>
                <a:moveTo>
                  <a:pt x="880735" y="61870"/>
                </a:moveTo>
                <a:lnTo>
                  <a:pt x="895465" y="64853"/>
                </a:lnTo>
                <a:lnTo>
                  <a:pt x="887603" y="50193"/>
                </a:lnTo>
                <a:close/>
                <a:moveTo>
                  <a:pt x="859136" y="67222"/>
                </a:moveTo>
                <a:lnTo>
                  <a:pt x="844406" y="63800"/>
                </a:lnTo>
                <a:lnTo>
                  <a:pt x="852268" y="77383"/>
                </a:lnTo>
                <a:close/>
                <a:moveTo>
                  <a:pt x="859136" y="67222"/>
                </a:moveTo>
                <a:lnTo>
                  <a:pt x="866005" y="57109"/>
                </a:lnTo>
                <a:lnTo>
                  <a:pt x="844406" y="63800"/>
                </a:lnTo>
                <a:close/>
                <a:moveTo>
                  <a:pt x="859136" y="67222"/>
                </a:moveTo>
                <a:lnTo>
                  <a:pt x="873866" y="72088"/>
                </a:lnTo>
                <a:lnTo>
                  <a:pt x="866005" y="57109"/>
                </a:lnTo>
                <a:close/>
                <a:moveTo>
                  <a:pt x="837538" y="73064"/>
                </a:moveTo>
                <a:lnTo>
                  <a:pt x="844406" y="63800"/>
                </a:lnTo>
                <a:lnTo>
                  <a:pt x="822808" y="69267"/>
                </a:lnTo>
                <a:close/>
                <a:moveTo>
                  <a:pt x="851275" y="53658"/>
                </a:moveTo>
                <a:lnTo>
                  <a:pt x="844406" y="63800"/>
                </a:lnTo>
                <a:lnTo>
                  <a:pt x="866005" y="57109"/>
                </a:lnTo>
                <a:close/>
                <a:moveTo>
                  <a:pt x="829677" y="61254"/>
                </a:moveTo>
                <a:lnTo>
                  <a:pt x="822808" y="69267"/>
                </a:lnTo>
                <a:lnTo>
                  <a:pt x="844406" y="63800"/>
                </a:lnTo>
                <a:close/>
                <a:moveTo>
                  <a:pt x="829677" y="61254"/>
                </a:moveTo>
                <a:lnTo>
                  <a:pt x="814947" y="61013"/>
                </a:lnTo>
                <a:lnTo>
                  <a:pt x="822808" y="69267"/>
                </a:lnTo>
                <a:close/>
                <a:moveTo>
                  <a:pt x="829677" y="61254"/>
                </a:moveTo>
                <a:lnTo>
                  <a:pt x="844406" y="63800"/>
                </a:lnTo>
                <a:lnTo>
                  <a:pt x="836545" y="54576"/>
                </a:lnTo>
                <a:close/>
                <a:moveTo>
                  <a:pt x="808078" y="66052"/>
                </a:moveTo>
                <a:lnTo>
                  <a:pt x="801209" y="73849"/>
                </a:lnTo>
                <a:lnTo>
                  <a:pt x="822808" y="69267"/>
                </a:lnTo>
                <a:close/>
                <a:moveTo>
                  <a:pt x="808078" y="66052"/>
                </a:moveTo>
                <a:lnTo>
                  <a:pt x="793348" y="66661"/>
                </a:lnTo>
                <a:lnTo>
                  <a:pt x="801209" y="73849"/>
                </a:lnTo>
                <a:close/>
                <a:moveTo>
                  <a:pt x="786480" y="71833"/>
                </a:moveTo>
                <a:lnTo>
                  <a:pt x="771750" y="73020"/>
                </a:lnTo>
                <a:lnTo>
                  <a:pt x="779611" y="80208"/>
                </a:lnTo>
                <a:close/>
                <a:moveTo>
                  <a:pt x="764881" y="79376"/>
                </a:moveTo>
                <a:lnTo>
                  <a:pt x="771750" y="73020"/>
                </a:lnTo>
                <a:lnTo>
                  <a:pt x="750151" y="80940"/>
                </a:lnTo>
                <a:close/>
                <a:moveTo>
                  <a:pt x="743283" y="88971"/>
                </a:moveTo>
                <a:lnTo>
                  <a:pt x="750151" y="80940"/>
                </a:lnTo>
                <a:lnTo>
                  <a:pt x="728553" y="90679"/>
                </a:lnTo>
                <a:close/>
                <a:moveTo>
                  <a:pt x="757020" y="73464"/>
                </a:moveTo>
                <a:lnTo>
                  <a:pt x="750151" y="80940"/>
                </a:lnTo>
                <a:lnTo>
                  <a:pt x="771750" y="73020"/>
                </a:lnTo>
                <a:close/>
                <a:moveTo>
                  <a:pt x="757020" y="73464"/>
                </a:moveTo>
                <a:lnTo>
                  <a:pt x="742290" y="75143"/>
                </a:lnTo>
                <a:lnTo>
                  <a:pt x="750151" y="80940"/>
                </a:lnTo>
                <a:close/>
                <a:moveTo>
                  <a:pt x="735421" y="81948"/>
                </a:moveTo>
                <a:lnTo>
                  <a:pt x="728553" y="90679"/>
                </a:lnTo>
                <a:lnTo>
                  <a:pt x="750151" y="80940"/>
                </a:lnTo>
                <a:close/>
                <a:moveTo>
                  <a:pt x="735421" y="81948"/>
                </a:moveTo>
                <a:lnTo>
                  <a:pt x="720691" y="84250"/>
                </a:lnTo>
                <a:lnTo>
                  <a:pt x="728553" y="90679"/>
                </a:lnTo>
                <a:close/>
                <a:moveTo>
                  <a:pt x="735421" y="81948"/>
                </a:moveTo>
                <a:lnTo>
                  <a:pt x="750151" y="80940"/>
                </a:lnTo>
                <a:lnTo>
                  <a:pt x="742290" y="75143"/>
                </a:lnTo>
                <a:close/>
                <a:moveTo>
                  <a:pt x="713823" y="91824"/>
                </a:moveTo>
                <a:lnTo>
                  <a:pt x="706954" y="100856"/>
                </a:lnTo>
                <a:lnTo>
                  <a:pt x="728553" y="90679"/>
                </a:lnTo>
                <a:close/>
                <a:moveTo>
                  <a:pt x="713823" y="91824"/>
                </a:moveTo>
                <a:lnTo>
                  <a:pt x="699093" y="93979"/>
                </a:lnTo>
                <a:lnTo>
                  <a:pt x="706954" y="100856"/>
                </a:lnTo>
                <a:close/>
                <a:moveTo>
                  <a:pt x="713823" y="91824"/>
                </a:moveTo>
                <a:lnTo>
                  <a:pt x="720691" y="84250"/>
                </a:lnTo>
                <a:lnTo>
                  <a:pt x="699093" y="93979"/>
                </a:lnTo>
                <a:close/>
                <a:moveTo>
                  <a:pt x="713823" y="91824"/>
                </a:moveTo>
                <a:lnTo>
                  <a:pt x="728553" y="90679"/>
                </a:lnTo>
                <a:lnTo>
                  <a:pt x="720691" y="84250"/>
                </a:lnTo>
                <a:close/>
                <a:moveTo>
                  <a:pt x="692224" y="101363"/>
                </a:moveTo>
                <a:lnTo>
                  <a:pt x="685356" y="112194"/>
                </a:lnTo>
                <a:lnTo>
                  <a:pt x="706954" y="100856"/>
                </a:lnTo>
                <a:close/>
                <a:moveTo>
                  <a:pt x="692224" y="101363"/>
                </a:moveTo>
                <a:lnTo>
                  <a:pt x="677494" y="104366"/>
                </a:lnTo>
                <a:lnTo>
                  <a:pt x="685356" y="112194"/>
                </a:lnTo>
                <a:close/>
                <a:moveTo>
                  <a:pt x="692224" y="101363"/>
                </a:moveTo>
                <a:lnTo>
                  <a:pt x="699093" y="93979"/>
                </a:lnTo>
                <a:lnTo>
                  <a:pt x="677494" y="104366"/>
                </a:lnTo>
                <a:close/>
                <a:moveTo>
                  <a:pt x="692224" y="101363"/>
                </a:moveTo>
                <a:lnTo>
                  <a:pt x="706954" y="100856"/>
                </a:lnTo>
                <a:lnTo>
                  <a:pt x="699093" y="93979"/>
                </a:lnTo>
                <a:close/>
                <a:moveTo>
                  <a:pt x="670626" y="113663"/>
                </a:moveTo>
                <a:lnTo>
                  <a:pt x="655896" y="116097"/>
                </a:lnTo>
                <a:lnTo>
                  <a:pt x="663757" y="124267"/>
                </a:lnTo>
                <a:close/>
                <a:moveTo>
                  <a:pt x="670626" y="113663"/>
                </a:moveTo>
                <a:lnTo>
                  <a:pt x="677494" y="104366"/>
                </a:lnTo>
                <a:lnTo>
                  <a:pt x="655896" y="116097"/>
                </a:lnTo>
                <a:close/>
                <a:moveTo>
                  <a:pt x="670626" y="113663"/>
                </a:moveTo>
                <a:lnTo>
                  <a:pt x="685356" y="112194"/>
                </a:lnTo>
                <a:lnTo>
                  <a:pt x="677494" y="104366"/>
                </a:lnTo>
                <a:close/>
                <a:moveTo>
                  <a:pt x="649027" y="125364"/>
                </a:moveTo>
                <a:lnTo>
                  <a:pt x="634297" y="128357"/>
                </a:lnTo>
                <a:lnTo>
                  <a:pt x="642159" y="135797"/>
                </a:lnTo>
                <a:close/>
                <a:moveTo>
                  <a:pt x="649027" y="125364"/>
                </a:moveTo>
                <a:lnTo>
                  <a:pt x="655896" y="116097"/>
                </a:lnTo>
                <a:lnTo>
                  <a:pt x="634297" y="128357"/>
                </a:lnTo>
                <a:close/>
                <a:moveTo>
                  <a:pt x="649027" y="125364"/>
                </a:moveTo>
                <a:lnTo>
                  <a:pt x="663757" y="124267"/>
                </a:lnTo>
                <a:lnTo>
                  <a:pt x="655896" y="116097"/>
                </a:lnTo>
                <a:close/>
                <a:moveTo>
                  <a:pt x="627429" y="137595"/>
                </a:moveTo>
                <a:lnTo>
                  <a:pt x="634297" y="128357"/>
                </a:lnTo>
                <a:lnTo>
                  <a:pt x="612699" y="140514"/>
                </a:lnTo>
                <a:close/>
                <a:moveTo>
                  <a:pt x="627429" y="137595"/>
                </a:moveTo>
                <a:lnTo>
                  <a:pt x="642159" y="135797"/>
                </a:lnTo>
                <a:lnTo>
                  <a:pt x="634297" y="128357"/>
                </a:lnTo>
                <a:close/>
                <a:moveTo>
                  <a:pt x="605830" y="149333"/>
                </a:moveTo>
                <a:lnTo>
                  <a:pt x="612699" y="140514"/>
                </a:lnTo>
                <a:lnTo>
                  <a:pt x="591100" y="150816"/>
                </a:lnTo>
                <a:close/>
                <a:moveTo>
                  <a:pt x="641166" y="118879"/>
                </a:moveTo>
                <a:lnTo>
                  <a:pt x="634297" y="128357"/>
                </a:lnTo>
                <a:lnTo>
                  <a:pt x="655896" y="116097"/>
                </a:lnTo>
                <a:close/>
                <a:moveTo>
                  <a:pt x="619568" y="131590"/>
                </a:moveTo>
                <a:lnTo>
                  <a:pt x="612699" y="140514"/>
                </a:lnTo>
                <a:lnTo>
                  <a:pt x="634297" y="128357"/>
                </a:lnTo>
                <a:close/>
                <a:moveTo>
                  <a:pt x="597969" y="143537"/>
                </a:moveTo>
                <a:lnTo>
                  <a:pt x="591100" y="150816"/>
                </a:lnTo>
                <a:lnTo>
                  <a:pt x="612699" y="140514"/>
                </a:lnTo>
                <a:close/>
                <a:moveTo>
                  <a:pt x="597969" y="143537"/>
                </a:moveTo>
                <a:lnTo>
                  <a:pt x="583239" y="142680"/>
                </a:lnTo>
                <a:lnTo>
                  <a:pt x="591100" y="150816"/>
                </a:lnTo>
                <a:close/>
                <a:moveTo>
                  <a:pt x="576370" y="151027"/>
                </a:moveTo>
                <a:lnTo>
                  <a:pt x="569502" y="157090"/>
                </a:lnTo>
                <a:lnTo>
                  <a:pt x="591100" y="150816"/>
                </a:lnTo>
                <a:close/>
                <a:moveTo>
                  <a:pt x="576370" y="151027"/>
                </a:moveTo>
                <a:lnTo>
                  <a:pt x="591100" y="150816"/>
                </a:lnTo>
                <a:lnTo>
                  <a:pt x="583239" y="142680"/>
                </a:lnTo>
                <a:close/>
                <a:moveTo>
                  <a:pt x="503714" y="132492"/>
                </a:moveTo>
                <a:lnTo>
                  <a:pt x="510582" y="124788"/>
                </a:lnTo>
                <a:lnTo>
                  <a:pt x="488984" y="127331"/>
                </a:lnTo>
                <a:close/>
                <a:moveTo>
                  <a:pt x="482115" y="139930"/>
                </a:moveTo>
                <a:lnTo>
                  <a:pt x="488984" y="127331"/>
                </a:lnTo>
                <a:lnTo>
                  <a:pt x="467385" y="134465"/>
                </a:lnTo>
                <a:close/>
                <a:moveTo>
                  <a:pt x="495853" y="115082"/>
                </a:moveTo>
                <a:lnTo>
                  <a:pt x="488984" y="127331"/>
                </a:lnTo>
                <a:lnTo>
                  <a:pt x="510582" y="124788"/>
                </a:lnTo>
                <a:close/>
                <a:moveTo>
                  <a:pt x="495853" y="115082"/>
                </a:moveTo>
                <a:lnTo>
                  <a:pt x="481123" y="109661"/>
                </a:lnTo>
                <a:lnTo>
                  <a:pt x="488984" y="127331"/>
                </a:lnTo>
                <a:close/>
                <a:moveTo>
                  <a:pt x="474254" y="121819"/>
                </a:moveTo>
                <a:lnTo>
                  <a:pt x="467385" y="134465"/>
                </a:lnTo>
                <a:lnTo>
                  <a:pt x="488984" y="127331"/>
                </a:lnTo>
                <a:close/>
                <a:moveTo>
                  <a:pt x="474254" y="121819"/>
                </a:moveTo>
                <a:lnTo>
                  <a:pt x="459524" y="118263"/>
                </a:lnTo>
                <a:lnTo>
                  <a:pt x="467385" y="134465"/>
                </a:lnTo>
                <a:close/>
                <a:moveTo>
                  <a:pt x="474254" y="121819"/>
                </a:moveTo>
                <a:lnTo>
                  <a:pt x="481123" y="109661"/>
                </a:lnTo>
                <a:lnTo>
                  <a:pt x="459524" y="118263"/>
                </a:lnTo>
                <a:close/>
                <a:moveTo>
                  <a:pt x="474254" y="121819"/>
                </a:moveTo>
                <a:lnTo>
                  <a:pt x="488984" y="127331"/>
                </a:lnTo>
                <a:lnTo>
                  <a:pt x="481123" y="109661"/>
                </a:lnTo>
                <a:close/>
                <a:moveTo>
                  <a:pt x="452656" y="129707"/>
                </a:moveTo>
                <a:lnTo>
                  <a:pt x="445787" y="137382"/>
                </a:lnTo>
                <a:lnTo>
                  <a:pt x="467385" y="134465"/>
                </a:lnTo>
                <a:close/>
                <a:moveTo>
                  <a:pt x="452656" y="129707"/>
                </a:moveTo>
                <a:lnTo>
                  <a:pt x="437926" y="122983"/>
                </a:lnTo>
                <a:lnTo>
                  <a:pt x="445787" y="137382"/>
                </a:lnTo>
                <a:close/>
                <a:moveTo>
                  <a:pt x="452656" y="129707"/>
                </a:moveTo>
                <a:lnTo>
                  <a:pt x="459524" y="118263"/>
                </a:lnTo>
                <a:lnTo>
                  <a:pt x="437926" y="122983"/>
                </a:lnTo>
                <a:close/>
                <a:moveTo>
                  <a:pt x="452656" y="129707"/>
                </a:moveTo>
                <a:lnTo>
                  <a:pt x="467385" y="134465"/>
                </a:lnTo>
                <a:lnTo>
                  <a:pt x="459524" y="118263"/>
                </a:lnTo>
                <a:close/>
                <a:moveTo>
                  <a:pt x="444794" y="115585"/>
                </a:moveTo>
                <a:lnTo>
                  <a:pt x="437926" y="122983"/>
                </a:lnTo>
                <a:lnTo>
                  <a:pt x="459524" y="118263"/>
                </a:lnTo>
                <a:close/>
                <a:moveTo>
                  <a:pt x="36328" y="8155"/>
                </a:moveTo>
                <a:lnTo>
                  <a:pt x="29460" y="16756"/>
                </a:lnTo>
                <a:lnTo>
                  <a:pt x="51058" y="15811"/>
                </a:lnTo>
                <a:close/>
                <a:moveTo>
                  <a:pt x="36328" y="8155"/>
                </a:moveTo>
                <a:lnTo>
                  <a:pt x="21599" y="0"/>
                </a:lnTo>
                <a:lnTo>
                  <a:pt x="29460" y="16756"/>
                </a:lnTo>
                <a:close/>
                <a:moveTo>
                  <a:pt x="14730" y="10532"/>
                </a:moveTo>
                <a:lnTo>
                  <a:pt x="21599" y="0"/>
                </a:lnTo>
                <a:lnTo>
                  <a:pt x="0" y="2338"/>
                </a:lnTo>
                <a:close/>
                <a:moveTo>
                  <a:pt x="14730" y="10532"/>
                </a:moveTo>
                <a:lnTo>
                  <a:pt x="29460" y="16756"/>
                </a:lnTo>
                <a:lnTo>
                  <a:pt x="21599" y="0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74" name="PANEL_01-slope-19-215_968">
            <a:extLst>
              <a:ext uri="{FF2B5EF4-FFF2-40B4-BE49-F238E27FC236}">
                <a16:creationId xmlns:a16="http://schemas.microsoft.com/office/drawing/2014/main" id="{26BE4F28-FEB8-4F14-AB81-38B9AE88BAF4}"/>
              </a:ext>
            </a:extLst>
          </p:cNvPr>
          <p:cNvSpPr>
            <a:spLocks/>
          </p:cNvSpPr>
          <p:nvPr/>
        </p:nvSpPr>
        <p:spPr>
          <a:xfrm>
            <a:off x="692344" y="816799"/>
            <a:ext cx="1754047" cy="313311"/>
          </a:xfrm>
          <a:custGeom>
            <a:pathLst>
              <a:path w="1188077" h="212216">
                <a:moveTo>
                  <a:pt x="1173347" y="202813"/>
                </a:moveTo>
                <a:lnTo>
                  <a:pt x="1166478" y="207457"/>
                </a:lnTo>
                <a:lnTo>
                  <a:pt x="1188077" y="212216"/>
                </a:lnTo>
                <a:close/>
                <a:moveTo>
                  <a:pt x="1173347" y="202813"/>
                </a:moveTo>
                <a:lnTo>
                  <a:pt x="1158617" y="192079"/>
                </a:lnTo>
                <a:lnTo>
                  <a:pt x="1166478" y="207457"/>
                </a:lnTo>
                <a:close/>
                <a:moveTo>
                  <a:pt x="379999" y="146359"/>
                </a:moveTo>
                <a:lnTo>
                  <a:pt x="373130" y="150834"/>
                </a:lnTo>
                <a:lnTo>
                  <a:pt x="394729" y="155815"/>
                </a:lnTo>
                <a:close/>
                <a:moveTo>
                  <a:pt x="379999" y="146359"/>
                </a:moveTo>
                <a:lnTo>
                  <a:pt x="365269" y="135723"/>
                </a:lnTo>
                <a:lnTo>
                  <a:pt x="373130" y="150834"/>
                </a:lnTo>
                <a:close/>
                <a:moveTo>
                  <a:pt x="379999" y="146359"/>
                </a:moveTo>
                <a:lnTo>
                  <a:pt x="386867" y="142823"/>
                </a:lnTo>
                <a:lnTo>
                  <a:pt x="365269" y="135723"/>
                </a:lnTo>
                <a:close/>
                <a:moveTo>
                  <a:pt x="379999" y="146359"/>
                </a:moveTo>
                <a:lnTo>
                  <a:pt x="394729" y="155815"/>
                </a:lnTo>
                <a:lnTo>
                  <a:pt x="386867" y="142823"/>
                </a:lnTo>
                <a:close/>
                <a:moveTo>
                  <a:pt x="358400" y="139655"/>
                </a:moveTo>
                <a:lnTo>
                  <a:pt x="365269" y="135723"/>
                </a:lnTo>
                <a:lnTo>
                  <a:pt x="343670" y="127729"/>
                </a:lnTo>
                <a:close/>
                <a:moveTo>
                  <a:pt x="358400" y="139655"/>
                </a:moveTo>
                <a:lnTo>
                  <a:pt x="373130" y="150834"/>
                </a:lnTo>
                <a:lnTo>
                  <a:pt x="365269" y="135723"/>
                </a:lnTo>
                <a:close/>
                <a:moveTo>
                  <a:pt x="350539" y="123495"/>
                </a:moveTo>
                <a:lnTo>
                  <a:pt x="343670" y="127729"/>
                </a:lnTo>
                <a:lnTo>
                  <a:pt x="365269" y="135723"/>
                </a:lnTo>
                <a:close/>
                <a:moveTo>
                  <a:pt x="350539" y="123495"/>
                </a:moveTo>
                <a:lnTo>
                  <a:pt x="335809" y="114175"/>
                </a:lnTo>
                <a:lnTo>
                  <a:pt x="343670" y="127729"/>
                </a:lnTo>
                <a:close/>
                <a:moveTo>
                  <a:pt x="328941" y="114932"/>
                </a:moveTo>
                <a:lnTo>
                  <a:pt x="335809" y="114175"/>
                </a:lnTo>
                <a:lnTo>
                  <a:pt x="314211" y="112226"/>
                </a:lnTo>
                <a:close/>
                <a:moveTo>
                  <a:pt x="328941" y="114932"/>
                </a:moveTo>
                <a:lnTo>
                  <a:pt x="343670" y="127729"/>
                </a:lnTo>
                <a:lnTo>
                  <a:pt x="335809" y="114175"/>
                </a:lnTo>
                <a:close/>
                <a:moveTo>
                  <a:pt x="299481" y="113630"/>
                </a:moveTo>
                <a:lnTo>
                  <a:pt x="292612" y="115544"/>
                </a:lnTo>
                <a:lnTo>
                  <a:pt x="314211" y="112226"/>
                </a:lnTo>
                <a:close/>
                <a:moveTo>
                  <a:pt x="299481" y="113630"/>
                </a:moveTo>
                <a:lnTo>
                  <a:pt x="284751" y="117653"/>
                </a:lnTo>
                <a:lnTo>
                  <a:pt x="292612" y="115544"/>
                </a:lnTo>
                <a:close/>
                <a:moveTo>
                  <a:pt x="299481" y="113630"/>
                </a:moveTo>
                <a:lnTo>
                  <a:pt x="314211" y="112226"/>
                </a:lnTo>
                <a:lnTo>
                  <a:pt x="306349" y="112259"/>
                </a:lnTo>
                <a:close/>
                <a:moveTo>
                  <a:pt x="277882" y="119836"/>
                </a:moveTo>
                <a:lnTo>
                  <a:pt x="271014" y="121117"/>
                </a:lnTo>
                <a:lnTo>
                  <a:pt x="292612" y="115544"/>
                </a:lnTo>
                <a:close/>
                <a:moveTo>
                  <a:pt x="277882" y="119836"/>
                </a:moveTo>
                <a:lnTo>
                  <a:pt x="292612" y="115544"/>
                </a:lnTo>
                <a:lnTo>
                  <a:pt x="284751" y="117653"/>
                </a:lnTo>
                <a:close/>
                <a:moveTo>
                  <a:pt x="205226" y="115002"/>
                </a:moveTo>
                <a:lnTo>
                  <a:pt x="190496" y="105946"/>
                </a:lnTo>
                <a:lnTo>
                  <a:pt x="198357" y="117510"/>
                </a:lnTo>
                <a:close/>
                <a:moveTo>
                  <a:pt x="175766" y="98279"/>
                </a:moveTo>
                <a:lnTo>
                  <a:pt x="168897" y="100029"/>
                </a:lnTo>
                <a:lnTo>
                  <a:pt x="190496" y="105946"/>
                </a:lnTo>
                <a:close/>
                <a:moveTo>
                  <a:pt x="175766" y="98279"/>
                </a:moveTo>
                <a:lnTo>
                  <a:pt x="161036" y="90672"/>
                </a:lnTo>
                <a:lnTo>
                  <a:pt x="168897" y="100029"/>
                </a:lnTo>
                <a:close/>
                <a:moveTo>
                  <a:pt x="154167" y="93674"/>
                </a:moveTo>
                <a:lnTo>
                  <a:pt x="161036" y="90672"/>
                </a:lnTo>
                <a:lnTo>
                  <a:pt x="139437" y="85953"/>
                </a:lnTo>
                <a:close/>
                <a:moveTo>
                  <a:pt x="154167" y="93674"/>
                </a:moveTo>
                <a:lnTo>
                  <a:pt x="168897" y="100029"/>
                </a:lnTo>
                <a:lnTo>
                  <a:pt x="161036" y="90672"/>
                </a:lnTo>
                <a:close/>
                <a:moveTo>
                  <a:pt x="146306" y="83991"/>
                </a:moveTo>
                <a:lnTo>
                  <a:pt x="139437" y="85953"/>
                </a:lnTo>
                <a:lnTo>
                  <a:pt x="161036" y="90672"/>
                </a:lnTo>
                <a:close/>
                <a:moveTo>
                  <a:pt x="146306" y="83991"/>
                </a:moveTo>
                <a:lnTo>
                  <a:pt x="131576" y="75578"/>
                </a:lnTo>
                <a:lnTo>
                  <a:pt x="139437" y="85953"/>
                </a:lnTo>
                <a:close/>
                <a:moveTo>
                  <a:pt x="124708" y="77365"/>
                </a:moveTo>
                <a:lnTo>
                  <a:pt x="117839" y="79339"/>
                </a:lnTo>
                <a:lnTo>
                  <a:pt x="139437" y="85953"/>
                </a:lnTo>
                <a:close/>
                <a:moveTo>
                  <a:pt x="124708" y="77365"/>
                </a:moveTo>
                <a:lnTo>
                  <a:pt x="109978" y="69352"/>
                </a:lnTo>
                <a:lnTo>
                  <a:pt x="117839" y="79339"/>
                </a:lnTo>
                <a:close/>
                <a:moveTo>
                  <a:pt x="124708" y="77365"/>
                </a:moveTo>
                <a:lnTo>
                  <a:pt x="131576" y="75578"/>
                </a:lnTo>
                <a:lnTo>
                  <a:pt x="109978" y="69352"/>
                </a:lnTo>
                <a:close/>
                <a:moveTo>
                  <a:pt x="124708" y="77365"/>
                </a:moveTo>
                <a:lnTo>
                  <a:pt x="139437" y="85953"/>
                </a:lnTo>
                <a:lnTo>
                  <a:pt x="131576" y="75578"/>
                </a:lnTo>
                <a:close/>
                <a:moveTo>
                  <a:pt x="103109" y="69679"/>
                </a:moveTo>
                <a:lnTo>
                  <a:pt x="109978" y="69352"/>
                </a:lnTo>
                <a:lnTo>
                  <a:pt x="88379" y="62463"/>
                </a:lnTo>
                <a:close/>
                <a:moveTo>
                  <a:pt x="95248" y="62226"/>
                </a:moveTo>
                <a:lnTo>
                  <a:pt x="88379" y="62463"/>
                </a:lnTo>
                <a:lnTo>
                  <a:pt x="109978" y="69352"/>
                </a:lnTo>
                <a:close/>
                <a:moveTo>
                  <a:pt x="95248" y="62226"/>
                </a:moveTo>
                <a:lnTo>
                  <a:pt x="80518" y="52604"/>
                </a:lnTo>
                <a:lnTo>
                  <a:pt x="88379" y="62463"/>
                </a:lnTo>
                <a:close/>
                <a:moveTo>
                  <a:pt x="73649" y="55391"/>
                </a:moveTo>
                <a:lnTo>
                  <a:pt x="80518" y="52604"/>
                </a:lnTo>
                <a:lnTo>
                  <a:pt x="58919" y="45702"/>
                </a:lnTo>
                <a:close/>
                <a:moveTo>
                  <a:pt x="73649" y="55391"/>
                </a:moveTo>
                <a:lnTo>
                  <a:pt x="88379" y="62463"/>
                </a:lnTo>
                <a:lnTo>
                  <a:pt x="80518" y="52604"/>
                </a:lnTo>
                <a:close/>
                <a:moveTo>
                  <a:pt x="65788" y="43979"/>
                </a:moveTo>
                <a:lnTo>
                  <a:pt x="58919" y="45702"/>
                </a:lnTo>
                <a:lnTo>
                  <a:pt x="80518" y="52604"/>
                </a:lnTo>
                <a:close/>
                <a:moveTo>
                  <a:pt x="65788" y="43979"/>
                </a:moveTo>
                <a:lnTo>
                  <a:pt x="51058" y="32051"/>
                </a:lnTo>
                <a:lnTo>
                  <a:pt x="58919" y="45702"/>
                </a:lnTo>
                <a:close/>
                <a:moveTo>
                  <a:pt x="44190" y="37110"/>
                </a:moveTo>
                <a:lnTo>
                  <a:pt x="37321" y="37326"/>
                </a:lnTo>
                <a:lnTo>
                  <a:pt x="58919" y="45702"/>
                </a:lnTo>
                <a:close/>
                <a:moveTo>
                  <a:pt x="44190" y="37110"/>
                </a:moveTo>
                <a:lnTo>
                  <a:pt x="29460" y="24661"/>
                </a:lnTo>
                <a:lnTo>
                  <a:pt x="37321" y="37326"/>
                </a:lnTo>
                <a:close/>
                <a:moveTo>
                  <a:pt x="44190" y="37110"/>
                </a:moveTo>
                <a:lnTo>
                  <a:pt x="51058" y="32051"/>
                </a:lnTo>
                <a:lnTo>
                  <a:pt x="29460" y="24661"/>
                </a:lnTo>
                <a:close/>
                <a:moveTo>
                  <a:pt x="44190" y="37110"/>
                </a:moveTo>
                <a:lnTo>
                  <a:pt x="58919" y="45702"/>
                </a:lnTo>
                <a:lnTo>
                  <a:pt x="51058" y="32051"/>
                </a:lnTo>
                <a:close/>
                <a:moveTo>
                  <a:pt x="22591" y="27994"/>
                </a:moveTo>
                <a:lnTo>
                  <a:pt x="29460" y="24661"/>
                </a:lnTo>
                <a:lnTo>
                  <a:pt x="7861" y="15484"/>
                </a:lnTo>
                <a:close/>
                <a:moveTo>
                  <a:pt x="14730" y="11960"/>
                </a:moveTo>
                <a:lnTo>
                  <a:pt x="7861" y="15484"/>
                </a:lnTo>
                <a:lnTo>
                  <a:pt x="29460" y="24661"/>
                </a:lnTo>
                <a:close/>
                <a:moveTo>
                  <a:pt x="14730" y="11960"/>
                </a:moveTo>
                <a:lnTo>
                  <a:pt x="0" y="0"/>
                </a:lnTo>
                <a:lnTo>
                  <a:pt x="7861" y="15484"/>
                </a:lnTo>
                <a:close/>
                <a:moveTo>
                  <a:pt x="14730" y="11960"/>
                </a:moveTo>
                <a:lnTo>
                  <a:pt x="21599" y="8663"/>
                </a:lnTo>
                <a:lnTo>
                  <a:pt x="0" y="0"/>
                </a:lnTo>
                <a:close/>
                <a:moveTo>
                  <a:pt x="14730" y="11960"/>
                </a:moveTo>
                <a:lnTo>
                  <a:pt x="29460" y="24661"/>
                </a:lnTo>
                <a:lnTo>
                  <a:pt x="21599" y="8663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75" name="PANEL_01-slope-19-220_969">
            <a:extLst>
              <a:ext uri="{FF2B5EF4-FFF2-40B4-BE49-F238E27FC236}">
                <a16:creationId xmlns:a16="http://schemas.microsoft.com/office/drawing/2014/main" id="{4C2D1DEF-8E63-4335-BC97-9D39A53D02B3}"/>
              </a:ext>
            </a:extLst>
          </p:cNvPr>
          <p:cNvSpPr>
            <a:spLocks/>
          </p:cNvSpPr>
          <p:nvPr/>
        </p:nvSpPr>
        <p:spPr>
          <a:xfrm>
            <a:off x="930094" y="950665"/>
            <a:ext cx="1548185" cy="232196"/>
          </a:xfrm>
          <a:custGeom>
            <a:pathLst>
              <a:path w="1048639" h="157275">
                <a:moveTo>
                  <a:pt x="1033910" y="116438"/>
                </a:moveTo>
                <a:lnTo>
                  <a:pt x="1027041" y="121544"/>
                </a:lnTo>
                <a:lnTo>
                  <a:pt x="1048639" y="125927"/>
                </a:lnTo>
                <a:close/>
                <a:moveTo>
                  <a:pt x="1033910" y="116438"/>
                </a:moveTo>
                <a:lnTo>
                  <a:pt x="1019180" y="106360"/>
                </a:lnTo>
                <a:lnTo>
                  <a:pt x="1027041" y="121544"/>
                </a:lnTo>
                <a:close/>
                <a:moveTo>
                  <a:pt x="1012311" y="112141"/>
                </a:moveTo>
                <a:lnTo>
                  <a:pt x="1019180" y="106360"/>
                </a:lnTo>
                <a:lnTo>
                  <a:pt x="997581" y="101407"/>
                </a:lnTo>
                <a:close/>
                <a:moveTo>
                  <a:pt x="1012311" y="112141"/>
                </a:moveTo>
                <a:lnTo>
                  <a:pt x="1027041" y="121544"/>
                </a:lnTo>
                <a:lnTo>
                  <a:pt x="1019180" y="106360"/>
                </a:lnTo>
                <a:close/>
                <a:moveTo>
                  <a:pt x="990712" y="107849"/>
                </a:moveTo>
                <a:lnTo>
                  <a:pt x="997581" y="101407"/>
                </a:lnTo>
                <a:lnTo>
                  <a:pt x="975983" y="97556"/>
                </a:lnTo>
                <a:close/>
                <a:moveTo>
                  <a:pt x="990712" y="107849"/>
                </a:moveTo>
                <a:lnTo>
                  <a:pt x="1005442" y="116785"/>
                </a:lnTo>
                <a:lnTo>
                  <a:pt x="997581" y="101407"/>
                </a:lnTo>
                <a:close/>
                <a:moveTo>
                  <a:pt x="1004450" y="95097"/>
                </a:moveTo>
                <a:lnTo>
                  <a:pt x="997581" y="101407"/>
                </a:lnTo>
                <a:lnTo>
                  <a:pt x="1019180" y="106360"/>
                </a:lnTo>
                <a:close/>
                <a:moveTo>
                  <a:pt x="982851" y="90542"/>
                </a:moveTo>
                <a:lnTo>
                  <a:pt x="975983" y="97556"/>
                </a:lnTo>
                <a:lnTo>
                  <a:pt x="997581" y="101407"/>
                </a:lnTo>
                <a:close/>
                <a:moveTo>
                  <a:pt x="982851" y="90542"/>
                </a:moveTo>
                <a:lnTo>
                  <a:pt x="968121" y="80278"/>
                </a:lnTo>
                <a:lnTo>
                  <a:pt x="975983" y="97556"/>
                </a:lnTo>
                <a:close/>
                <a:moveTo>
                  <a:pt x="982851" y="90542"/>
                </a:moveTo>
                <a:lnTo>
                  <a:pt x="989720" y="84170"/>
                </a:lnTo>
                <a:lnTo>
                  <a:pt x="968121" y="80278"/>
                </a:lnTo>
                <a:close/>
                <a:moveTo>
                  <a:pt x="982851" y="90542"/>
                </a:moveTo>
                <a:lnTo>
                  <a:pt x="997581" y="101407"/>
                </a:lnTo>
                <a:lnTo>
                  <a:pt x="989720" y="84170"/>
                </a:lnTo>
                <a:close/>
                <a:moveTo>
                  <a:pt x="961253" y="89268"/>
                </a:moveTo>
                <a:lnTo>
                  <a:pt x="968121" y="80278"/>
                </a:lnTo>
                <a:lnTo>
                  <a:pt x="946523" y="77953"/>
                </a:lnTo>
                <a:close/>
                <a:moveTo>
                  <a:pt x="961253" y="89268"/>
                </a:moveTo>
                <a:lnTo>
                  <a:pt x="975983" y="97556"/>
                </a:lnTo>
                <a:lnTo>
                  <a:pt x="968121" y="80278"/>
                </a:lnTo>
                <a:close/>
                <a:moveTo>
                  <a:pt x="953392" y="69650"/>
                </a:moveTo>
                <a:lnTo>
                  <a:pt x="946523" y="77953"/>
                </a:lnTo>
                <a:lnTo>
                  <a:pt x="968121" y="80278"/>
                </a:lnTo>
                <a:close/>
                <a:moveTo>
                  <a:pt x="953392" y="69650"/>
                </a:moveTo>
                <a:lnTo>
                  <a:pt x="938662" y="60468"/>
                </a:lnTo>
                <a:lnTo>
                  <a:pt x="946523" y="77953"/>
                </a:lnTo>
                <a:close/>
                <a:moveTo>
                  <a:pt x="931793" y="68292"/>
                </a:moveTo>
                <a:lnTo>
                  <a:pt x="924924" y="75483"/>
                </a:lnTo>
                <a:lnTo>
                  <a:pt x="946523" y="77953"/>
                </a:lnTo>
                <a:close/>
                <a:moveTo>
                  <a:pt x="931793" y="68292"/>
                </a:moveTo>
                <a:lnTo>
                  <a:pt x="917063" y="59571"/>
                </a:lnTo>
                <a:lnTo>
                  <a:pt x="924924" y="75483"/>
                </a:lnTo>
                <a:close/>
                <a:moveTo>
                  <a:pt x="931793" y="68292"/>
                </a:moveTo>
                <a:lnTo>
                  <a:pt x="938662" y="60468"/>
                </a:lnTo>
                <a:lnTo>
                  <a:pt x="917063" y="59571"/>
                </a:lnTo>
                <a:close/>
                <a:moveTo>
                  <a:pt x="931793" y="68292"/>
                </a:moveTo>
                <a:lnTo>
                  <a:pt x="946523" y="77953"/>
                </a:lnTo>
                <a:lnTo>
                  <a:pt x="938662" y="60468"/>
                </a:lnTo>
                <a:close/>
                <a:moveTo>
                  <a:pt x="910195" y="67026"/>
                </a:moveTo>
                <a:lnTo>
                  <a:pt x="924924" y="75483"/>
                </a:lnTo>
                <a:lnTo>
                  <a:pt x="917063" y="59571"/>
                </a:lnTo>
                <a:close/>
                <a:moveTo>
                  <a:pt x="923932" y="50214"/>
                </a:moveTo>
                <a:lnTo>
                  <a:pt x="917063" y="59571"/>
                </a:lnTo>
                <a:lnTo>
                  <a:pt x="938662" y="60468"/>
                </a:lnTo>
                <a:close/>
                <a:moveTo>
                  <a:pt x="554772" y="150908"/>
                </a:moveTo>
                <a:lnTo>
                  <a:pt x="540042" y="144586"/>
                </a:lnTo>
                <a:lnTo>
                  <a:pt x="547903" y="157275"/>
                </a:lnTo>
                <a:close/>
                <a:moveTo>
                  <a:pt x="533173" y="153466"/>
                </a:moveTo>
                <a:lnTo>
                  <a:pt x="540042" y="144586"/>
                </a:lnTo>
                <a:lnTo>
                  <a:pt x="518444" y="144963"/>
                </a:lnTo>
                <a:close/>
                <a:moveTo>
                  <a:pt x="546911" y="138141"/>
                </a:moveTo>
                <a:lnTo>
                  <a:pt x="540042" y="144586"/>
                </a:lnTo>
                <a:lnTo>
                  <a:pt x="561641" y="142631"/>
                </a:lnTo>
                <a:close/>
                <a:moveTo>
                  <a:pt x="525312" y="135827"/>
                </a:moveTo>
                <a:lnTo>
                  <a:pt x="518444" y="144963"/>
                </a:lnTo>
                <a:lnTo>
                  <a:pt x="540042" y="144586"/>
                </a:lnTo>
                <a:close/>
                <a:moveTo>
                  <a:pt x="525312" y="135827"/>
                </a:moveTo>
                <a:lnTo>
                  <a:pt x="510582" y="127672"/>
                </a:lnTo>
                <a:lnTo>
                  <a:pt x="518444" y="144963"/>
                </a:lnTo>
                <a:close/>
                <a:moveTo>
                  <a:pt x="525312" y="135827"/>
                </a:moveTo>
                <a:lnTo>
                  <a:pt x="540042" y="144586"/>
                </a:lnTo>
                <a:lnTo>
                  <a:pt x="532181" y="129562"/>
                </a:lnTo>
                <a:close/>
                <a:moveTo>
                  <a:pt x="452656" y="131947"/>
                </a:moveTo>
                <a:lnTo>
                  <a:pt x="445787" y="137673"/>
                </a:lnTo>
                <a:lnTo>
                  <a:pt x="467385" y="136318"/>
                </a:lnTo>
                <a:close/>
                <a:moveTo>
                  <a:pt x="452656" y="131947"/>
                </a:moveTo>
                <a:lnTo>
                  <a:pt x="437926" y="122922"/>
                </a:lnTo>
                <a:lnTo>
                  <a:pt x="445787" y="137673"/>
                </a:lnTo>
                <a:close/>
                <a:moveTo>
                  <a:pt x="431057" y="129565"/>
                </a:moveTo>
                <a:lnTo>
                  <a:pt x="437926" y="122922"/>
                </a:lnTo>
                <a:lnTo>
                  <a:pt x="416327" y="121309"/>
                </a:lnTo>
                <a:close/>
                <a:moveTo>
                  <a:pt x="431057" y="129565"/>
                </a:moveTo>
                <a:lnTo>
                  <a:pt x="445787" y="137673"/>
                </a:lnTo>
                <a:lnTo>
                  <a:pt x="437926" y="122922"/>
                </a:lnTo>
                <a:close/>
                <a:moveTo>
                  <a:pt x="423196" y="114931"/>
                </a:moveTo>
                <a:lnTo>
                  <a:pt x="416327" y="121309"/>
                </a:lnTo>
                <a:lnTo>
                  <a:pt x="437926" y="122922"/>
                </a:lnTo>
                <a:close/>
                <a:moveTo>
                  <a:pt x="423196" y="114931"/>
                </a:moveTo>
                <a:lnTo>
                  <a:pt x="408466" y="108635"/>
                </a:lnTo>
                <a:lnTo>
                  <a:pt x="416327" y="121309"/>
                </a:lnTo>
                <a:close/>
                <a:moveTo>
                  <a:pt x="401597" y="114037"/>
                </a:moveTo>
                <a:lnTo>
                  <a:pt x="394729" y="119505"/>
                </a:lnTo>
                <a:lnTo>
                  <a:pt x="416327" y="121309"/>
                </a:lnTo>
                <a:close/>
                <a:moveTo>
                  <a:pt x="401597" y="114037"/>
                </a:moveTo>
                <a:lnTo>
                  <a:pt x="386867" y="107456"/>
                </a:lnTo>
                <a:lnTo>
                  <a:pt x="394729" y="119505"/>
                </a:lnTo>
                <a:close/>
                <a:moveTo>
                  <a:pt x="401597" y="114037"/>
                </a:moveTo>
                <a:lnTo>
                  <a:pt x="408466" y="108635"/>
                </a:lnTo>
                <a:lnTo>
                  <a:pt x="386867" y="107456"/>
                </a:lnTo>
                <a:close/>
                <a:moveTo>
                  <a:pt x="401597" y="114037"/>
                </a:moveTo>
                <a:lnTo>
                  <a:pt x="416327" y="121309"/>
                </a:lnTo>
                <a:lnTo>
                  <a:pt x="408466" y="108635"/>
                </a:lnTo>
                <a:close/>
                <a:moveTo>
                  <a:pt x="379999" y="112835"/>
                </a:moveTo>
                <a:lnTo>
                  <a:pt x="386867" y="107456"/>
                </a:lnTo>
                <a:lnTo>
                  <a:pt x="365269" y="104961"/>
                </a:lnTo>
                <a:close/>
                <a:moveTo>
                  <a:pt x="379999" y="112835"/>
                </a:moveTo>
                <a:lnTo>
                  <a:pt x="394729" y="119505"/>
                </a:lnTo>
                <a:lnTo>
                  <a:pt x="386867" y="107456"/>
                </a:lnTo>
                <a:close/>
                <a:moveTo>
                  <a:pt x="372138" y="100172"/>
                </a:moveTo>
                <a:lnTo>
                  <a:pt x="365269" y="104961"/>
                </a:lnTo>
                <a:lnTo>
                  <a:pt x="386867" y="107456"/>
                </a:lnTo>
                <a:close/>
                <a:moveTo>
                  <a:pt x="372138" y="100172"/>
                </a:moveTo>
                <a:lnTo>
                  <a:pt x="357408" y="92546"/>
                </a:lnTo>
                <a:lnTo>
                  <a:pt x="365269" y="104961"/>
                </a:lnTo>
                <a:close/>
                <a:moveTo>
                  <a:pt x="372138" y="100172"/>
                </a:moveTo>
                <a:lnTo>
                  <a:pt x="386867" y="107456"/>
                </a:lnTo>
                <a:lnTo>
                  <a:pt x="379006" y="95850"/>
                </a:lnTo>
                <a:close/>
                <a:moveTo>
                  <a:pt x="350539" y="96669"/>
                </a:moveTo>
                <a:lnTo>
                  <a:pt x="335809" y="89660"/>
                </a:lnTo>
                <a:lnTo>
                  <a:pt x="343670" y="102237"/>
                </a:lnTo>
                <a:close/>
                <a:moveTo>
                  <a:pt x="350539" y="96669"/>
                </a:moveTo>
                <a:lnTo>
                  <a:pt x="357408" y="92546"/>
                </a:lnTo>
                <a:lnTo>
                  <a:pt x="335809" y="89660"/>
                </a:lnTo>
                <a:close/>
                <a:moveTo>
                  <a:pt x="350539" y="96669"/>
                </a:moveTo>
                <a:lnTo>
                  <a:pt x="365269" y="104961"/>
                </a:lnTo>
                <a:lnTo>
                  <a:pt x="357408" y="92546"/>
                </a:lnTo>
                <a:close/>
                <a:moveTo>
                  <a:pt x="328941" y="94597"/>
                </a:moveTo>
                <a:lnTo>
                  <a:pt x="335809" y="89660"/>
                </a:lnTo>
                <a:lnTo>
                  <a:pt x="314211" y="88060"/>
                </a:lnTo>
                <a:close/>
                <a:moveTo>
                  <a:pt x="342678" y="84667"/>
                </a:moveTo>
                <a:lnTo>
                  <a:pt x="335809" y="89660"/>
                </a:lnTo>
                <a:lnTo>
                  <a:pt x="357408" y="92546"/>
                </a:lnTo>
                <a:close/>
                <a:moveTo>
                  <a:pt x="321079" y="82707"/>
                </a:moveTo>
                <a:lnTo>
                  <a:pt x="314211" y="88060"/>
                </a:lnTo>
                <a:lnTo>
                  <a:pt x="335809" y="89660"/>
                </a:lnTo>
                <a:close/>
                <a:moveTo>
                  <a:pt x="321079" y="82707"/>
                </a:moveTo>
                <a:lnTo>
                  <a:pt x="306349" y="79245"/>
                </a:lnTo>
                <a:lnTo>
                  <a:pt x="314211" y="88060"/>
                </a:lnTo>
                <a:close/>
                <a:moveTo>
                  <a:pt x="321079" y="82707"/>
                </a:moveTo>
                <a:lnTo>
                  <a:pt x="335809" y="89660"/>
                </a:lnTo>
                <a:lnTo>
                  <a:pt x="327948" y="80243"/>
                </a:lnTo>
                <a:close/>
                <a:moveTo>
                  <a:pt x="299481" y="81705"/>
                </a:moveTo>
                <a:lnTo>
                  <a:pt x="284751" y="78735"/>
                </a:lnTo>
                <a:lnTo>
                  <a:pt x="292612" y="88274"/>
                </a:lnTo>
                <a:close/>
                <a:moveTo>
                  <a:pt x="299481" y="81705"/>
                </a:moveTo>
                <a:lnTo>
                  <a:pt x="306349" y="79245"/>
                </a:lnTo>
                <a:lnTo>
                  <a:pt x="284751" y="78735"/>
                </a:lnTo>
                <a:close/>
                <a:moveTo>
                  <a:pt x="299481" y="81705"/>
                </a:moveTo>
                <a:lnTo>
                  <a:pt x="314211" y="88060"/>
                </a:lnTo>
                <a:lnTo>
                  <a:pt x="306349" y="79245"/>
                </a:lnTo>
                <a:close/>
                <a:moveTo>
                  <a:pt x="277882" y="83130"/>
                </a:moveTo>
                <a:lnTo>
                  <a:pt x="284751" y="78735"/>
                </a:lnTo>
                <a:lnTo>
                  <a:pt x="263152" y="78594"/>
                </a:lnTo>
                <a:close/>
                <a:moveTo>
                  <a:pt x="291620" y="75982"/>
                </a:moveTo>
                <a:lnTo>
                  <a:pt x="284751" y="78735"/>
                </a:lnTo>
                <a:lnTo>
                  <a:pt x="306349" y="79245"/>
                </a:lnTo>
                <a:close/>
                <a:moveTo>
                  <a:pt x="270021" y="74125"/>
                </a:moveTo>
                <a:lnTo>
                  <a:pt x="263152" y="78594"/>
                </a:lnTo>
                <a:lnTo>
                  <a:pt x="284751" y="78735"/>
                </a:lnTo>
                <a:close/>
                <a:moveTo>
                  <a:pt x="270021" y="74125"/>
                </a:moveTo>
                <a:lnTo>
                  <a:pt x="255291" y="68130"/>
                </a:lnTo>
                <a:lnTo>
                  <a:pt x="263152" y="78594"/>
                </a:lnTo>
                <a:close/>
                <a:moveTo>
                  <a:pt x="270021" y="74125"/>
                </a:moveTo>
                <a:lnTo>
                  <a:pt x="284751" y="78735"/>
                </a:lnTo>
                <a:lnTo>
                  <a:pt x="276890" y="69533"/>
                </a:lnTo>
                <a:close/>
                <a:moveTo>
                  <a:pt x="248423" y="72811"/>
                </a:moveTo>
                <a:lnTo>
                  <a:pt x="233693" y="65142"/>
                </a:lnTo>
                <a:lnTo>
                  <a:pt x="241554" y="78172"/>
                </a:lnTo>
                <a:close/>
                <a:moveTo>
                  <a:pt x="248423" y="72811"/>
                </a:moveTo>
                <a:lnTo>
                  <a:pt x="255291" y="68130"/>
                </a:lnTo>
                <a:lnTo>
                  <a:pt x="233693" y="65142"/>
                </a:lnTo>
                <a:close/>
                <a:moveTo>
                  <a:pt x="248423" y="72811"/>
                </a:moveTo>
                <a:lnTo>
                  <a:pt x="263152" y="78594"/>
                </a:lnTo>
                <a:lnTo>
                  <a:pt x="255291" y="68130"/>
                </a:lnTo>
                <a:close/>
                <a:moveTo>
                  <a:pt x="240561" y="62380"/>
                </a:moveTo>
                <a:lnTo>
                  <a:pt x="233693" y="65142"/>
                </a:lnTo>
                <a:lnTo>
                  <a:pt x="255291" y="68130"/>
                </a:lnTo>
                <a:close/>
                <a:moveTo>
                  <a:pt x="160043" y="17446"/>
                </a:moveTo>
                <a:lnTo>
                  <a:pt x="153175" y="21554"/>
                </a:lnTo>
                <a:lnTo>
                  <a:pt x="174773" y="23503"/>
                </a:lnTo>
                <a:close/>
                <a:moveTo>
                  <a:pt x="116846" y="29164"/>
                </a:moveTo>
                <a:lnTo>
                  <a:pt x="102116" y="30044"/>
                </a:lnTo>
                <a:lnTo>
                  <a:pt x="109978" y="30445"/>
                </a:lnTo>
                <a:close/>
                <a:moveTo>
                  <a:pt x="116846" y="29164"/>
                </a:moveTo>
                <a:lnTo>
                  <a:pt x="123715" y="26981"/>
                </a:lnTo>
                <a:lnTo>
                  <a:pt x="102116" y="30044"/>
                </a:lnTo>
                <a:close/>
                <a:moveTo>
                  <a:pt x="95248" y="33790"/>
                </a:moveTo>
                <a:lnTo>
                  <a:pt x="80518" y="31559"/>
                </a:lnTo>
                <a:lnTo>
                  <a:pt x="88379" y="35370"/>
                </a:lnTo>
                <a:close/>
                <a:moveTo>
                  <a:pt x="95248" y="33790"/>
                </a:moveTo>
                <a:lnTo>
                  <a:pt x="102116" y="30044"/>
                </a:lnTo>
                <a:lnTo>
                  <a:pt x="80518" y="31559"/>
                </a:lnTo>
                <a:close/>
                <a:moveTo>
                  <a:pt x="95248" y="33790"/>
                </a:moveTo>
                <a:lnTo>
                  <a:pt x="109978" y="30445"/>
                </a:lnTo>
                <a:lnTo>
                  <a:pt x="102116" y="30044"/>
                </a:lnTo>
                <a:close/>
                <a:moveTo>
                  <a:pt x="73649" y="36004"/>
                </a:moveTo>
                <a:lnTo>
                  <a:pt x="80518" y="31559"/>
                </a:lnTo>
                <a:lnTo>
                  <a:pt x="58919" y="30767"/>
                </a:lnTo>
                <a:close/>
                <a:moveTo>
                  <a:pt x="87387" y="28231"/>
                </a:moveTo>
                <a:lnTo>
                  <a:pt x="80518" y="31559"/>
                </a:lnTo>
                <a:lnTo>
                  <a:pt x="102116" y="30044"/>
                </a:lnTo>
                <a:close/>
                <a:moveTo>
                  <a:pt x="65788" y="28212"/>
                </a:moveTo>
                <a:lnTo>
                  <a:pt x="58919" y="30767"/>
                </a:lnTo>
                <a:lnTo>
                  <a:pt x="80518" y="31559"/>
                </a:lnTo>
                <a:close/>
                <a:moveTo>
                  <a:pt x="65788" y="28212"/>
                </a:moveTo>
                <a:lnTo>
                  <a:pt x="51058" y="18905"/>
                </a:lnTo>
                <a:lnTo>
                  <a:pt x="58919" y="30767"/>
                </a:lnTo>
                <a:close/>
                <a:moveTo>
                  <a:pt x="44190" y="24330"/>
                </a:moveTo>
                <a:lnTo>
                  <a:pt x="51058" y="18905"/>
                </a:lnTo>
                <a:lnTo>
                  <a:pt x="29460" y="15274"/>
                </a:lnTo>
                <a:close/>
                <a:moveTo>
                  <a:pt x="44190" y="24330"/>
                </a:moveTo>
                <a:lnTo>
                  <a:pt x="58919" y="30767"/>
                </a:lnTo>
                <a:lnTo>
                  <a:pt x="51058" y="18905"/>
                </a:lnTo>
                <a:close/>
                <a:moveTo>
                  <a:pt x="36328" y="11814"/>
                </a:moveTo>
                <a:lnTo>
                  <a:pt x="29460" y="15274"/>
                </a:lnTo>
                <a:lnTo>
                  <a:pt x="51058" y="18905"/>
                </a:lnTo>
                <a:close/>
                <a:moveTo>
                  <a:pt x="14730" y="7607"/>
                </a:moveTo>
                <a:lnTo>
                  <a:pt x="21599" y="2297"/>
                </a:lnTo>
                <a:lnTo>
                  <a:pt x="0" y="0"/>
                </a:lnTo>
                <a:close/>
                <a:moveTo>
                  <a:pt x="14730" y="7607"/>
                </a:moveTo>
                <a:lnTo>
                  <a:pt x="29460" y="15274"/>
                </a:lnTo>
                <a:lnTo>
                  <a:pt x="21599" y="2297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76" name="PANEL_01-slope-19-225_970">
            <a:extLst>
              <a:ext uri="{FF2B5EF4-FFF2-40B4-BE49-F238E27FC236}">
                <a16:creationId xmlns:a16="http://schemas.microsoft.com/office/drawing/2014/main" id="{52939DC6-A1B8-4753-BB28-F0DA6D49DDA2}"/>
              </a:ext>
            </a:extLst>
          </p:cNvPr>
          <p:cNvSpPr>
            <a:spLocks/>
          </p:cNvSpPr>
          <p:nvPr/>
        </p:nvSpPr>
        <p:spPr>
          <a:xfrm>
            <a:off x="1576636" y="1017250"/>
            <a:ext cx="707386" cy="165613"/>
          </a:xfrm>
          <a:custGeom>
            <a:pathLst>
              <a:path w="479138" h="112175">
                <a:moveTo>
                  <a:pt x="472269" y="21927"/>
                </a:moveTo>
                <a:lnTo>
                  <a:pt x="479138" y="14471"/>
                </a:lnTo>
                <a:lnTo>
                  <a:pt x="457539" y="19386"/>
                </a:lnTo>
                <a:close/>
                <a:moveTo>
                  <a:pt x="464408" y="7652"/>
                </a:moveTo>
                <a:lnTo>
                  <a:pt x="457539" y="19386"/>
                </a:lnTo>
                <a:lnTo>
                  <a:pt x="479138" y="14471"/>
                </a:lnTo>
                <a:close/>
                <a:moveTo>
                  <a:pt x="464408" y="7652"/>
                </a:moveTo>
                <a:lnTo>
                  <a:pt x="449678" y="5294"/>
                </a:lnTo>
                <a:lnTo>
                  <a:pt x="457539" y="19386"/>
                </a:lnTo>
                <a:close/>
                <a:moveTo>
                  <a:pt x="464408" y="7652"/>
                </a:moveTo>
                <a:lnTo>
                  <a:pt x="479138" y="14471"/>
                </a:lnTo>
                <a:lnTo>
                  <a:pt x="471276" y="0"/>
                </a:lnTo>
                <a:close/>
                <a:moveTo>
                  <a:pt x="442809" y="17429"/>
                </a:moveTo>
                <a:lnTo>
                  <a:pt x="435941" y="27151"/>
                </a:lnTo>
                <a:lnTo>
                  <a:pt x="457539" y="19386"/>
                </a:lnTo>
                <a:close/>
                <a:moveTo>
                  <a:pt x="442809" y="17429"/>
                </a:moveTo>
                <a:lnTo>
                  <a:pt x="428079" y="12529"/>
                </a:lnTo>
                <a:lnTo>
                  <a:pt x="435941" y="27151"/>
                </a:lnTo>
                <a:close/>
                <a:moveTo>
                  <a:pt x="442809" y="17429"/>
                </a:moveTo>
                <a:lnTo>
                  <a:pt x="449678" y="5294"/>
                </a:lnTo>
                <a:lnTo>
                  <a:pt x="428079" y="12529"/>
                </a:lnTo>
                <a:close/>
                <a:moveTo>
                  <a:pt x="442809" y="17429"/>
                </a:moveTo>
                <a:lnTo>
                  <a:pt x="457539" y="19386"/>
                </a:lnTo>
                <a:lnTo>
                  <a:pt x="449678" y="5294"/>
                </a:lnTo>
                <a:close/>
                <a:moveTo>
                  <a:pt x="421211" y="22712"/>
                </a:moveTo>
                <a:lnTo>
                  <a:pt x="406481" y="17824"/>
                </a:lnTo>
                <a:lnTo>
                  <a:pt x="414342" y="32917"/>
                </a:lnTo>
                <a:close/>
                <a:moveTo>
                  <a:pt x="421211" y="22712"/>
                </a:moveTo>
                <a:lnTo>
                  <a:pt x="428079" y="12529"/>
                </a:lnTo>
                <a:lnTo>
                  <a:pt x="406481" y="17824"/>
                </a:lnTo>
                <a:close/>
                <a:moveTo>
                  <a:pt x="421211" y="22712"/>
                </a:moveTo>
                <a:lnTo>
                  <a:pt x="435941" y="27151"/>
                </a:lnTo>
                <a:lnTo>
                  <a:pt x="428079" y="12529"/>
                </a:lnTo>
                <a:close/>
                <a:moveTo>
                  <a:pt x="399612" y="27415"/>
                </a:moveTo>
                <a:lnTo>
                  <a:pt x="406481" y="17824"/>
                </a:lnTo>
                <a:lnTo>
                  <a:pt x="384882" y="22370"/>
                </a:lnTo>
                <a:close/>
                <a:moveTo>
                  <a:pt x="399612" y="27415"/>
                </a:moveTo>
                <a:lnTo>
                  <a:pt x="414342" y="32917"/>
                </a:lnTo>
                <a:lnTo>
                  <a:pt x="406481" y="17824"/>
                </a:lnTo>
                <a:close/>
                <a:moveTo>
                  <a:pt x="413349" y="7664"/>
                </a:moveTo>
                <a:lnTo>
                  <a:pt x="406481" y="17824"/>
                </a:lnTo>
                <a:lnTo>
                  <a:pt x="428079" y="12529"/>
                </a:lnTo>
                <a:close/>
                <a:moveTo>
                  <a:pt x="391751" y="13505"/>
                </a:moveTo>
                <a:lnTo>
                  <a:pt x="384882" y="22370"/>
                </a:lnTo>
                <a:lnTo>
                  <a:pt x="406481" y="17824"/>
                </a:lnTo>
                <a:close/>
                <a:moveTo>
                  <a:pt x="391751" y="13505"/>
                </a:moveTo>
                <a:lnTo>
                  <a:pt x="377021" y="9708"/>
                </a:lnTo>
                <a:lnTo>
                  <a:pt x="384882" y="22370"/>
                </a:lnTo>
                <a:close/>
                <a:moveTo>
                  <a:pt x="391751" y="13505"/>
                </a:moveTo>
                <a:lnTo>
                  <a:pt x="406481" y="17824"/>
                </a:lnTo>
                <a:lnTo>
                  <a:pt x="398620" y="4241"/>
                </a:lnTo>
                <a:close/>
                <a:moveTo>
                  <a:pt x="370152" y="17138"/>
                </a:moveTo>
                <a:lnTo>
                  <a:pt x="363284" y="25949"/>
                </a:lnTo>
                <a:lnTo>
                  <a:pt x="384882" y="22370"/>
                </a:lnTo>
                <a:close/>
                <a:moveTo>
                  <a:pt x="370152" y="17138"/>
                </a:moveTo>
                <a:lnTo>
                  <a:pt x="355423" y="14291"/>
                </a:lnTo>
                <a:lnTo>
                  <a:pt x="363284" y="25949"/>
                </a:lnTo>
                <a:close/>
                <a:moveTo>
                  <a:pt x="370152" y="17138"/>
                </a:moveTo>
                <a:lnTo>
                  <a:pt x="377021" y="9708"/>
                </a:lnTo>
                <a:lnTo>
                  <a:pt x="355423" y="14291"/>
                </a:lnTo>
                <a:close/>
                <a:moveTo>
                  <a:pt x="370152" y="17138"/>
                </a:moveTo>
                <a:lnTo>
                  <a:pt x="384882" y="22370"/>
                </a:lnTo>
                <a:lnTo>
                  <a:pt x="377021" y="9708"/>
                </a:lnTo>
                <a:close/>
                <a:moveTo>
                  <a:pt x="348554" y="21257"/>
                </a:moveTo>
                <a:lnTo>
                  <a:pt x="333824" y="20649"/>
                </a:lnTo>
                <a:lnTo>
                  <a:pt x="341685" y="31461"/>
                </a:lnTo>
                <a:close/>
                <a:moveTo>
                  <a:pt x="348554" y="21257"/>
                </a:moveTo>
                <a:lnTo>
                  <a:pt x="355423" y="14291"/>
                </a:lnTo>
                <a:lnTo>
                  <a:pt x="333824" y="20649"/>
                </a:lnTo>
                <a:close/>
                <a:moveTo>
                  <a:pt x="348554" y="21257"/>
                </a:moveTo>
                <a:lnTo>
                  <a:pt x="363284" y="25949"/>
                </a:lnTo>
                <a:lnTo>
                  <a:pt x="355423" y="14291"/>
                </a:lnTo>
                <a:close/>
                <a:moveTo>
                  <a:pt x="326955" y="29249"/>
                </a:moveTo>
                <a:lnTo>
                  <a:pt x="333824" y="20649"/>
                </a:lnTo>
                <a:lnTo>
                  <a:pt x="312226" y="29372"/>
                </a:lnTo>
                <a:close/>
                <a:moveTo>
                  <a:pt x="340693" y="12274"/>
                </a:moveTo>
                <a:lnTo>
                  <a:pt x="333824" y="20649"/>
                </a:lnTo>
                <a:lnTo>
                  <a:pt x="355423" y="14291"/>
                </a:lnTo>
                <a:close/>
                <a:moveTo>
                  <a:pt x="319094" y="19818"/>
                </a:moveTo>
                <a:lnTo>
                  <a:pt x="312226" y="29372"/>
                </a:lnTo>
                <a:lnTo>
                  <a:pt x="333824" y="20649"/>
                </a:lnTo>
                <a:close/>
                <a:moveTo>
                  <a:pt x="319094" y="19818"/>
                </a:moveTo>
                <a:lnTo>
                  <a:pt x="304364" y="21381"/>
                </a:lnTo>
                <a:lnTo>
                  <a:pt x="312226" y="29372"/>
                </a:lnTo>
                <a:close/>
                <a:moveTo>
                  <a:pt x="319094" y="19818"/>
                </a:moveTo>
                <a:lnTo>
                  <a:pt x="333824" y="20649"/>
                </a:lnTo>
                <a:lnTo>
                  <a:pt x="325963" y="13461"/>
                </a:lnTo>
                <a:close/>
                <a:moveTo>
                  <a:pt x="297496" y="29412"/>
                </a:moveTo>
                <a:lnTo>
                  <a:pt x="290627" y="40091"/>
                </a:lnTo>
                <a:lnTo>
                  <a:pt x="312226" y="29372"/>
                </a:lnTo>
                <a:close/>
                <a:moveTo>
                  <a:pt x="297496" y="29412"/>
                </a:moveTo>
                <a:lnTo>
                  <a:pt x="282766" y="31120"/>
                </a:lnTo>
                <a:lnTo>
                  <a:pt x="290627" y="40091"/>
                </a:lnTo>
                <a:close/>
                <a:moveTo>
                  <a:pt x="297496" y="29412"/>
                </a:moveTo>
                <a:lnTo>
                  <a:pt x="312226" y="29372"/>
                </a:lnTo>
                <a:lnTo>
                  <a:pt x="304364" y="21381"/>
                </a:lnTo>
                <a:close/>
                <a:moveTo>
                  <a:pt x="275897" y="40414"/>
                </a:moveTo>
                <a:lnTo>
                  <a:pt x="269028" y="51427"/>
                </a:lnTo>
                <a:lnTo>
                  <a:pt x="290627" y="40091"/>
                </a:lnTo>
                <a:close/>
                <a:moveTo>
                  <a:pt x="275897" y="40414"/>
                </a:moveTo>
                <a:lnTo>
                  <a:pt x="261167" y="41297"/>
                </a:lnTo>
                <a:lnTo>
                  <a:pt x="269028" y="51427"/>
                </a:lnTo>
                <a:close/>
                <a:moveTo>
                  <a:pt x="275897" y="40414"/>
                </a:moveTo>
                <a:lnTo>
                  <a:pt x="282766" y="31120"/>
                </a:lnTo>
                <a:lnTo>
                  <a:pt x="261167" y="41297"/>
                </a:lnTo>
                <a:close/>
                <a:moveTo>
                  <a:pt x="275897" y="40414"/>
                </a:moveTo>
                <a:lnTo>
                  <a:pt x="290627" y="40091"/>
                </a:lnTo>
                <a:lnTo>
                  <a:pt x="282766" y="31120"/>
                </a:lnTo>
                <a:close/>
                <a:moveTo>
                  <a:pt x="254299" y="50706"/>
                </a:moveTo>
                <a:lnTo>
                  <a:pt x="239569" y="52635"/>
                </a:lnTo>
                <a:lnTo>
                  <a:pt x="247430" y="63108"/>
                </a:lnTo>
                <a:close/>
                <a:moveTo>
                  <a:pt x="254299" y="50706"/>
                </a:moveTo>
                <a:lnTo>
                  <a:pt x="261167" y="41297"/>
                </a:lnTo>
                <a:lnTo>
                  <a:pt x="239569" y="52635"/>
                </a:lnTo>
                <a:close/>
                <a:moveTo>
                  <a:pt x="254299" y="50706"/>
                </a:moveTo>
                <a:lnTo>
                  <a:pt x="269028" y="51427"/>
                </a:lnTo>
                <a:lnTo>
                  <a:pt x="261167" y="41297"/>
                </a:lnTo>
                <a:close/>
                <a:moveTo>
                  <a:pt x="232700" y="63926"/>
                </a:moveTo>
                <a:lnTo>
                  <a:pt x="217970" y="64708"/>
                </a:lnTo>
                <a:lnTo>
                  <a:pt x="225831" y="74751"/>
                </a:lnTo>
                <a:close/>
                <a:moveTo>
                  <a:pt x="232700" y="63926"/>
                </a:moveTo>
                <a:lnTo>
                  <a:pt x="239569" y="52635"/>
                </a:lnTo>
                <a:lnTo>
                  <a:pt x="217970" y="64708"/>
                </a:lnTo>
                <a:close/>
                <a:moveTo>
                  <a:pt x="232700" y="63926"/>
                </a:moveTo>
                <a:lnTo>
                  <a:pt x="247430" y="63108"/>
                </a:lnTo>
                <a:lnTo>
                  <a:pt x="239569" y="52635"/>
                </a:lnTo>
                <a:close/>
                <a:moveTo>
                  <a:pt x="211102" y="74996"/>
                </a:moveTo>
                <a:lnTo>
                  <a:pt x="196372" y="76239"/>
                </a:lnTo>
                <a:lnTo>
                  <a:pt x="204233" y="85412"/>
                </a:lnTo>
                <a:close/>
                <a:moveTo>
                  <a:pt x="211102" y="74996"/>
                </a:moveTo>
                <a:lnTo>
                  <a:pt x="217970" y="64708"/>
                </a:lnTo>
                <a:lnTo>
                  <a:pt x="196372" y="76239"/>
                </a:lnTo>
                <a:close/>
                <a:moveTo>
                  <a:pt x="211102" y="74996"/>
                </a:moveTo>
                <a:lnTo>
                  <a:pt x="225831" y="74751"/>
                </a:lnTo>
                <a:lnTo>
                  <a:pt x="217970" y="64708"/>
                </a:lnTo>
                <a:close/>
                <a:moveTo>
                  <a:pt x="189503" y="86117"/>
                </a:moveTo>
                <a:lnTo>
                  <a:pt x="196372" y="76239"/>
                </a:lnTo>
                <a:lnTo>
                  <a:pt x="174773" y="87555"/>
                </a:lnTo>
                <a:close/>
                <a:moveTo>
                  <a:pt x="167905" y="96293"/>
                </a:moveTo>
                <a:lnTo>
                  <a:pt x="174773" y="87555"/>
                </a:lnTo>
                <a:lnTo>
                  <a:pt x="153175" y="98101"/>
                </a:lnTo>
                <a:close/>
                <a:moveTo>
                  <a:pt x="224839" y="54104"/>
                </a:moveTo>
                <a:lnTo>
                  <a:pt x="217970" y="64708"/>
                </a:lnTo>
                <a:lnTo>
                  <a:pt x="239569" y="52635"/>
                </a:lnTo>
                <a:close/>
                <a:moveTo>
                  <a:pt x="203240" y="65806"/>
                </a:moveTo>
                <a:lnTo>
                  <a:pt x="196372" y="76239"/>
                </a:lnTo>
                <a:lnTo>
                  <a:pt x="217970" y="64708"/>
                </a:lnTo>
                <a:close/>
                <a:moveTo>
                  <a:pt x="181642" y="78036"/>
                </a:moveTo>
                <a:lnTo>
                  <a:pt x="174773" y="87555"/>
                </a:lnTo>
                <a:lnTo>
                  <a:pt x="196372" y="76239"/>
                </a:lnTo>
                <a:close/>
                <a:moveTo>
                  <a:pt x="181642" y="78036"/>
                </a:moveTo>
                <a:lnTo>
                  <a:pt x="166912" y="80955"/>
                </a:lnTo>
                <a:lnTo>
                  <a:pt x="174773" y="87555"/>
                </a:lnTo>
                <a:close/>
                <a:moveTo>
                  <a:pt x="160043" y="89774"/>
                </a:moveTo>
                <a:lnTo>
                  <a:pt x="153175" y="98101"/>
                </a:lnTo>
                <a:lnTo>
                  <a:pt x="174773" y="87555"/>
                </a:lnTo>
                <a:close/>
                <a:moveTo>
                  <a:pt x="160043" y="89774"/>
                </a:moveTo>
                <a:lnTo>
                  <a:pt x="145314" y="91257"/>
                </a:lnTo>
                <a:lnTo>
                  <a:pt x="153175" y="98101"/>
                </a:lnTo>
                <a:close/>
                <a:moveTo>
                  <a:pt x="160043" y="89774"/>
                </a:moveTo>
                <a:lnTo>
                  <a:pt x="174773" y="87555"/>
                </a:lnTo>
                <a:lnTo>
                  <a:pt x="166912" y="80955"/>
                </a:lnTo>
                <a:close/>
                <a:moveTo>
                  <a:pt x="138445" y="99808"/>
                </a:moveTo>
                <a:lnTo>
                  <a:pt x="131576" y="106775"/>
                </a:lnTo>
                <a:lnTo>
                  <a:pt x="153175" y="98101"/>
                </a:lnTo>
                <a:close/>
                <a:moveTo>
                  <a:pt x="138445" y="99808"/>
                </a:moveTo>
                <a:lnTo>
                  <a:pt x="123715" y="97532"/>
                </a:lnTo>
                <a:lnTo>
                  <a:pt x="131576" y="106775"/>
                </a:lnTo>
                <a:close/>
                <a:moveTo>
                  <a:pt x="138445" y="99808"/>
                </a:moveTo>
                <a:lnTo>
                  <a:pt x="145314" y="91257"/>
                </a:lnTo>
                <a:lnTo>
                  <a:pt x="123715" y="97532"/>
                </a:lnTo>
                <a:close/>
                <a:moveTo>
                  <a:pt x="138445" y="99808"/>
                </a:moveTo>
                <a:lnTo>
                  <a:pt x="153175" y="98101"/>
                </a:lnTo>
                <a:lnTo>
                  <a:pt x="145314" y="91257"/>
                </a:lnTo>
                <a:close/>
                <a:moveTo>
                  <a:pt x="116846" y="105808"/>
                </a:moveTo>
                <a:lnTo>
                  <a:pt x="123715" y="97532"/>
                </a:lnTo>
                <a:lnTo>
                  <a:pt x="102116" y="99486"/>
                </a:lnTo>
                <a:close/>
                <a:moveTo>
                  <a:pt x="116846" y="105808"/>
                </a:moveTo>
                <a:lnTo>
                  <a:pt x="131576" y="106775"/>
                </a:lnTo>
                <a:lnTo>
                  <a:pt x="123715" y="97532"/>
                </a:lnTo>
                <a:close/>
                <a:moveTo>
                  <a:pt x="95248" y="108367"/>
                </a:moveTo>
                <a:lnTo>
                  <a:pt x="109978" y="112175"/>
                </a:lnTo>
                <a:lnTo>
                  <a:pt x="102116" y="99486"/>
                </a:lnTo>
                <a:close/>
                <a:moveTo>
                  <a:pt x="65788" y="91974"/>
                </a:moveTo>
                <a:lnTo>
                  <a:pt x="58919" y="101915"/>
                </a:lnTo>
                <a:lnTo>
                  <a:pt x="80518" y="99863"/>
                </a:lnTo>
                <a:close/>
                <a:moveTo>
                  <a:pt x="65788" y="91974"/>
                </a:moveTo>
                <a:lnTo>
                  <a:pt x="51058" y="85662"/>
                </a:lnTo>
                <a:lnTo>
                  <a:pt x="58919" y="101915"/>
                </a:lnTo>
                <a:close/>
                <a:moveTo>
                  <a:pt x="65788" y="91974"/>
                </a:moveTo>
                <a:lnTo>
                  <a:pt x="72657" y="82572"/>
                </a:lnTo>
                <a:lnTo>
                  <a:pt x="51058" y="85662"/>
                </a:lnTo>
                <a:close/>
                <a:moveTo>
                  <a:pt x="65788" y="91974"/>
                </a:moveTo>
                <a:lnTo>
                  <a:pt x="80518" y="99863"/>
                </a:lnTo>
                <a:lnTo>
                  <a:pt x="72657" y="82572"/>
                </a:lnTo>
                <a:close/>
                <a:moveTo>
                  <a:pt x="44190" y="97367"/>
                </a:moveTo>
                <a:lnTo>
                  <a:pt x="51058" y="85662"/>
                </a:lnTo>
                <a:lnTo>
                  <a:pt x="29460" y="91218"/>
                </a:lnTo>
                <a:close/>
                <a:moveTo>
                  <a:pt x="44190" y="97367"/>
                </a:moveTo>
                <a:lnTo>
                  <a:pt x="58919" y="101915"/>
                </a:lnTo>
                <a:lnTo>
                  <a:pt x="51058" y="85662"/>
                </a:lnTo>
                <a:close/>
                <a:moveTo>
                  <a:pt x="57927" y="72934"/>
                </a:moveTo>
                <a:lnTo>
                  <a:pt x="51058" y="85662"/>
                </a:lnTo>
                <a:lnTo>
                  <a:pt x="72657" y="82572"/>
                </a:lnTo>
                <a:close/>
                <a:moveTo>
                  <a:pt x="57927" y="72934"/>
                </a:moveTo>
                <a:lnTo>
                  <a:pt x="43197" y="67772"/>
                </a:lnTo>
                <a:lnTo>
                  <a:pt x="51058" y="85662"/>
                </a:lnTo>
                <a:close/>
                <a:moveTo>
                  <a:pt x="36328" y="80372"/>
                </a:moveTo>
                <a:lnTo>
                  <a:pt x="29460" y="91218"/>
                </a:lnTo>
                <a:lnTo>
                  <a:pt x="51058" y="85662"/>
                </a:lnTo>
                <a:close/>
                <a:moveTo>
                  <a:pt x="36328" y="80372"/>
                </a:moveTo>
                <a:lnTo>
                  <a:pt x="21599" y="74907"/>
                </a:lnTo>
                <a:lnTo>
                  <a:pt x="29460" y="91218"/>
                </a:lnTo>
                <a:close/>
                <a:moveTo>
                  <a:pt x="36328" y="80372"/>
                </a:moveTo>
                <a:lnTo>
                  <a:pt x="51058" y="85662"/>
                </a:lnTo>
                <a:lnTo>
                  <a:pt x="43197" y="67772"/>
                </a:lnTo>
                <a:close/>
                <a:moveTo>
                  <a:pt x="14730" y="86847"/>
                </a:moveTo>
                <a:lnTo>
                  <a:pt x="21599" y="74907"/>
                </a:lnTo>
                <a:lnTo>
                  <a:pt x="0" y="77823"/>
                </a:lnTo>
                <a:close/>
                <a:moveTo>
                  <a:pt x="14730" y="86847"/>
                </a:moveTo>
                <a:lnTo>
                  <a:pt x="29460" y="91218"/>
                </a:lnTo>
                <a:lnTo>
                  <a:pt x="21599" y="74907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77" name="PANEL_01-slope-19-230_971">
            <a:extLst>
              <a:ext uri="{FF2B5EF4-FFF2-40B4-BE49-F238E27FC236}">
                <a16:creationId xmlns:a16="http://schemas.microsoft.com/office/drawing/2014/main" id="{DA6DED38-BB8D-4585-9137-E914D80C6FC1}"/>
              </a:ext>
            </a:extLst>
          </p:cNvPr>
          <p:cNvSpPr>
            <a:spLocks/>
          </p:cNvSpPr>
          <p:nvPr/>
        </p:nvSpPr>
        <p:spPr>
          <a:xfrm>
            <a:off x="1941936" y="1092110"/>
            <a:ext cx="31888" cy="18310"/>
          </a:xfrm>
          <a:custGeom>
            <a:pathLst>
              <a:path w="21599" h="12402">
                <a:moveTo>
                  <a:pt x="6869" y="0"/>
                </a:moveTo>
                <a:lnTo>
                  <a:pt x="0" y="12402"/>
                </a:lnTo>
                <a:lnTo>
                  <a:pt x="21599" y="721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678" name="PANEL_01-slope-20-215_972">
            <a:extLst>
              <a:ext uri="{FF2B5EF4-FFF2-40B4-BE49-F238E27FC236}">
                <a16:creationId xmlns:a16="http://schemas.microsoft.com/office/drawing/2014/main" id="{867BE433-FB10-4122-9A9B-819E3F385EC2}"/>
              </a:ext>
            </a:extLst>
          </p:cNvPr>
          <p:cNvSpPr>
            <a:spLocks/>
          </p:cNvSpPr>
          <p:nvPr/>
        </p:nvSpPr>
        <p:spPr>
          <a:xfrm>
            <a:off x="703951" y="839660"/>
            <a:ext cx="1710554" cy="283424"/>
          </a:xfrm>
          <a:custGeom>
            <a:pathLst>
              <a:path w="1158617" h="191973">
                <a:moveTo>
                  <a:pt x="1143887" y="183036"/>
                </a:moveTo>
                <a:lnTo>
                  <a:pt x="1137019" y="186396"/>
                </a:lnTo>
                <a:lnTo>
                  <a:pt x="1158617" y="191973"/>
                </a:lnTo>
                <a:close/>
                <a:moveTo>
                  <a:pt x="1143887" y="183036"/>
                </a:moveTo>
                <a:lnTo>
                  <a:pt x="1129157" y="172744"/>
                </a:lnTo>
                <a:lnTo>
                  <a:pt x="1137019" y="186396"/>
                </a:lnTo>
                <a:close/>
                <a:moveTo>
                  <a:pt x="1122289" y="177753"/>
                </a:moveTo>
                <a:lnTo>
                  <a:pt x="1137019" y="186396"/>
                </a:lnTo>
                <a:lnTo>
                  <a:pt x="1129157" y="172744"/>
                </a:lnTo>
                <a:close/>
                <a:moveTo>
                  <a:pt x="350539" y="124171"/>
                </a:moveTo>
                <a:lnTo>
                  <a:pt x="343670" y="130010"/>
                </a:lnTo>
                <a:lnTo>
                  <a:pt x="365269" y="135350"/>
                </a:lnTo>
                <a:close/>
                <a:moveTo>
                  <a:pt x="350539" y="124171"/>
                </a:moveTo>
                <a:lnTo>
                  <a:pt x="335809" y="112245"/>
                </a:lnTo>
                <a:lnTo>
                  <a:pt x="343670" y="130010"/>
                </a:lnTo>
                <a:close/>
                <a:moveTo>
                  <a:pt x="328941" y="117350"/>
                </a:moveTo>
                <a:lnTo>
                  <a:pt x="335809" y="112245"/>
                </a:lnTo>
                <a:lnTo>
                  <a:pt x="314211" y="105742"/>
                </a:lnTo>
                <a:close/>
                <a:moveTo>
                  <a:pt x="328941" y="117350"/>
                </a:moveTo>
                <a:lnTo>
                  <a:pt x="343670" y="130010"/>
                </a:lnTo>
                <a:lnTo>
                  <a:pt x="335809" y="112245"/>
                </a:lnTo>
                <a:close/>
                <a:moveTo>
                  <a:pt x="321079" y="99447"/>
                </a:moveTo>
                <a:lnTo>
                  <a:pt x="314211" y="105742"/>
                </a:lnTo>
                <a:lnTo>
                  <a:pt x="335809" y="112245"/>
                </a:lnTo>
                <a:close/>
                <a:moveTo>
                  <a:pt x="299481" y="96741"/>
                </a:moveTo>
                <a:lnTo>
                  <a:pt x="306349" y="96742"/>
                </a:lnTo>
                <a:lnTo>
                  <a:pt x="284751" y="100059"/>
                </a:lnTo>
                <a:close/>
                <a:moveTo>
                  <a:pt x="299481" y="96741"/>
                </a:moveTo>
                <a:lnTo>
                  <a:pt x="314211" y="105742"/>
                </a:lnTo>
                <a:lnTo>
                  <a:pt x="306349" y="96742"/>
                </a:lnTo>
                <a:close/>
                <a:moveTo>
                  <a:pt x="226824" y="111191"/>
                </a:moveTo>
                <a:lnTo>
                  <a:pt x="212094" y="105954"/>
                </a:lnTo>
                <a:lnTo>
                  <a:pt x="219955" y="112910"/>
                </a:lnTo>
                <a:close/>
                <a:moveTo>
                  <a:pt x="205226" y="109709"/>
                </a:moveTo>
                <a:lnTo>
                  <a:pt x="212094" y="105954"/>
                </a:lnTo>
                <a:lnTo>
                  <a:pt x="190496" y="102026"/>
                </a:lnTo>
                <a:close/>
                <a:moveTo>
                  <a:pt x="197364" y="99518"/>
                </a:moveTo>
                <a:lnTo>
                  <a:pt x="190496" y="102026"/>
                </a:lnTo>
                <a:lnTo>
                  <a:pt x="212094" y="105954"/>
                </a:lnTo>
                <a:close/>
                <a:moveTo>
                  <a:pt x="175766" y="92530"/>
                </a:moveTo>
                <a:lnTo>
                  <a:pt x="168897" y="96066"/>
                </a:lnTo>
                <a:lnTo>
                  <a:pt x="190496" y="102026"/>
                </a:lnTo>
                <a:close/>
                <a:moveTo>
                  <a:pt x="175766" y="92530"/>
                </a:moveTo>
                <a:lnTo>
                  <a:pt x="161036" y="84545"/>
                </a:lnTo>
                <a:lnTo>
                  <a:pt x="168897" y="96066"/>
                </a:lnTo>
                <a:close/>
                <a:moveTo>
                  <a:pt x="175766" y="92530"/>
                </a:moveTo>
                <a:lnTo>
                  <a:pt x="182634" y="90461"/>
                </a:lnTo>
                <a:lnTo>
                  <a:pt x="161036" y="84545"/>
                </a:lnTo>
                <a:close/>
                <a:moveTo>
                  <a:pt x="175766" y="92530"/>
                </a:moveTo>
                <a:lnTo>
                  <a:pt x="190496" y="102026"/>
                </a:lnTo>
                <a:lnTo>
                  <a:pt x="182634" y="90461"/>
                </a:lnTo>
                <a:close/>
                <a:moveTo>
                  <a:pt x="154167" y="84666"/>
                </a:moveTo>
                <a:lnTo>
                  <a:pt x="161036" y="84545"/>
                </a:lnTo>
                <a:lnTo>
                  <a:pt x="139437" y="78552"/>
                </a:lnTo>
                <a:close/>
                <a:moveTo>
                  <a:pt x="154167" y="84666"/>
                </a:moveTo>
                <a:lnTo>
                  <a:pt x="168897" y="96066"/>
                </a:lnTo>
                <a:lnTo>
                  <a:pt x="161036" y="84545"/>
                </a:lnTo>
                <a:close/>
                <a:moveTo>
                  <a:pt x="146306" y="78189"/>
                </a:moveTo>
                <a:lnTo>
                  <a:pt x="139437" y="78552"/>
                </a:lnTo>
                <a:lnTo>
                  <a:pt x="161036" y="84545"/>
                </a:lnTo>
                <a:close/>
                <a:moveTo>
                  <a:pt x="146306" y="78189"/>
                </a:moveTo>
                <a:lnTo>
                  <a:pt x="131576" y="70468"/>
                </a:lnTo>
                <a:lnTo>
                  <a:pt x="139437" y="78552"/>
                </a:lnTo>
                <a:close/>
                <a:moveTo>
                  <a:pt x="124708" y="73298"/>
                </a:moveTo>
                <a:lnTo>
                  <a:pt x="117839" y="72133"/>
                </a:lnTo>
                <a:lnTo>
                  <a:pt x="139437" y="78552"/>
                </a:lnTo>
                <a:close/>
                <a:moveTo>
                  <a:pt x="124708" y="73298"/>
                </a:moveTo>
                <a:lnTo>
                  <a:pt x="109978" y="63855"/>
                </a:lnTo>
                <a:lnTo>
                  <a:pt x="117839" y="72133"/>
                </a:lnTo>
                <a:close/>
                <a:moveTo>
                  <a:pt x="124708" y="73298"/>
                </a:moveTo>
                <a:lnTo>
                  <a:pt x="131576" y="70468"/>
                </a:lnTo>
                <a:lnTo>
                  <a:pt x="109978" y="63855"/>
                </a:lnTo>
                <a:close/>
                <a:moveTo>
                  <a:pt x="124708" y="73298"/>
                </a:moveTo>
                <a:lnTo>
                  <a:pt x="139437" y="78552"/>
                </a:lnTo>
                <a:lnTo>
                  <a:pt x="131576" y="70468"/>
                </a:lnTo>
                <a:close/>
                <a:moveTo>
                  <a:pt x="103109" y="66047"/>
                </a:moveTo>
                <a:lnTo>
                  <a:pt x="109978" y="63855"/>
                </a:lnTo>
                <a:lnTo>
                  <a:pt x="88379" y="56088"/>
                </a:lnTo>
                <a:close/>
                <a:moveTo>
                  <a:pt x="95248" y="54194"/>
                </a:moveTo>
                <a:lnTo>
                  <a:pt x="88379" y="56088"/>
                </a:lnTo>
                <a:lnTo>
                  <a:pt x="109978" y="63855"/>
                </a:lnTo>
                <a:close/>
                <a:moveTo>
                  <a:pt x="95248" y="54194"/>
                </a:moveTo>
                <a:lnTo>
                  <a:pt x="80518" y="46978"/>
                </a:lnTo>
                <a:lnTo>
                  <a:pt x="88379" y="56088"/>
                </a:lnTo>
                <a:close/>
                <a:moveTo>
                  <a:pt x="95248" y="54194"/>
                </a:moveTo>
                <a:lnTo>
                  <a:pt x="109978" y="63855"/>
                </a:lnTo>
                <a:lnTo>
                  <a:pt x="102116" y="53868"/>
                </a:lnTo>
                <a:close/>
                <a:moveTo>
                  <a:pt x="73649" y="47071"/>
                </a:moveTo>
                <a:lnTo>
                  <a:pt x="80518" y="46978"/>
                </a:lnTo>
                <a:lnTo>
                  <a:pt x="58919" y="39282"/>
                </a:lnTo>
                <a:close/>
                <a:moveTo>
                  <a:pt x="73649" y="47071"/>
                </a:moveTo>
                <a:lnTo>
                  <a:pt x="88379" y="56088"/>
                </a:lnTo>
                <a:lnTo>
                  <a:pt x="80518" y="46978"/>
                </a:lnTo>
                <a:close/>
                <a:moveTo>
                  <a:pt x="65788" y="39906"/>
                </a:moveTo>
                <a:lnTo>
                  <a:pt x="58919" y="39282"/>
                </a:lnTo>
                <a:lnTo>
                  <a:pt x="80518" y="46978"/>
                </a:lnTo>
                <a:close/>
                <a:moveTo>
                  <a:pt x="65788" y="39906"/>
                </a:moveTo>
                <a:lnTo>
                  <a:pt x="51058" y="30218"/>
                </a:lnTo>
                <a:lnTo>
                  <a:pt x="58919" y="39282"/>
                </a:lnTo>
                <a:close/>
                <a:moveTo>
                  <a:pt x="44190" y="30845"/>
                </a:moveTo>
                <a:lnTo>
                  <a:pt x="37321" y="31417"/>
                </a:lnTo>
                <a:lnTo>
                  <a:pt x="58919" y="39282"/>
                </a:lnTo>
                <a:close/>
                <a:moveTo>
                  <a:pt x="44190" y="30845"/>
                </a:moveTo>
                <a:lnTo>
                  <a:pt x="29460" y="21841"/>
                </a:lnTo>
                <a:lnTo>
                  <a:pt x="37321" y="31417"/>
                </a:lnTo>
                <a:close/>
                <a:moveTo>
                  <a:pt x="44190" y="30845"/>
                </a:moveTo>
                <a:lnTo>
                  <a:pt x="51058" y="30218"/>
                </a:lnTo>
                <a:lnTo>
                  <a:pt x="29460" y="21841"/>
                </a:lnTo>
                <a:close/>
                <a:moveTo>
                  <a:pt x="44190" y="30845"/>
                </a:moveTo>
                <a:lnTo>
                  <a:pt x="58919" y="39282"/>
                </a:lnTo>
                <a:lnTo>
                  <a:pt x="51058" y="30218"/>
                </a:lnTo>
                <a:close/>
                <a:moveTo>
                  <a:pt x="22591" y="22386"/>
                </a:moveTo>
                <a:lnTo>
                  <a:pt x="29460" y="21841"/>
                </a:lnTo>
                <a:lnTo>
                  <a:pt x="7861" y="13560"/>
                </a:lnTo>
                <a:close/>
                <a:moveTo>
                  <a:pt x="14730" y="12510"/>
                </a:moveTo>
                <a:lnTo>
                  <a:pt x="7861" y="13560"/>
                </a:lnTo>
                <a:lnTo>
                  <a:pt x="29460" y="21841"/>
                </a:lnTo>
                <a:close/>
                <a:moveTo>
                  <a:pt x="14730" y="12510"/>
                </a:moveTo>
                <a:lnTo>
                  <a:pt x="0" y="0"/>
                </a:lnTo>
                <a:lnTo>
                  <a:pt x="7861" y="13560"/>
                </a:lnTo>
                <a:close/>
                <a:moveTo>
                  <a:pt x="14730" y="12510"/>
                </a:moveTo>
                <a:lnTo>
                  <a:pt x="29460" y="21841"/>
                </a:lnTo>
                <a:lnTo>
                  <a:pt x="21599" y="9176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79" name="PANEL_01-slope-20-220_973">
            <a:extLst>
              <a:ext uri="{FF2B5EF4-FFF2-40B4-BE49-F238E27FC236}">
                <a16:creationId xmlns:a16="http://schemas.microsoft.com/office/drawing/2014/main" id="{F14FA6D4-68C9-4850-9F67-DAB81F5DD150}"/>
              </a:ext>
            </a:extLst>
          </p:cNvPr>
          <p:cNvSpPr>
            <a:spLocks/>
          </p:cNvSpPr>
          <p:nvPr/>
        </p:nvSpPr>
        <p:spPr>
          <a:xfrm>
            <a:off x="985193" y="982486"/>
            <a:ext cx="1385816" cy="204625"/>
          </a:xfrm>
          <a:custGeom>
            <a:pathLst>
              <a:path w="938662" h="138599">
                <a:moveTo>
                  <a:pt x="931793" y="81012"/>
                </a:moveTo>
                <a:lnTo>
                  <a:pt x="938662" y="76003"/>
                </a:lnTo>
                <a:lnTo>
                  <a:pt x="917063" y="71576"/>
                </a:lnTo>
                <a:close/>
                <a:moveTo>
                  <a:pt x="923932" y="67715"/>
                </a:moveTo>
                <a:lnTo>
                  <a:pt x="917063" y="71576"/>
                </a:lnTo>
                <a:lnTo>
                  <a:pt x="938662" y="76003"/>
                </a:lnTo>
                <a:close/>
                <a:moveTo>
                  <a:pt x="923932" y="67715"/>
                </a:moveTo>
                <a:lnTo>
                  <a:pt x="909202" y="56400"/>
                </a:lnTo>
                <a:lnTo>
                  <a:pt x="917063" y="71576"/>
                </a:lnTo>
                <a:close/>
                <a:moveTo>
                  <a:pt x="902333" y="63049"/>
                </a:moveTo>
                <a:lnTo>
                  <a:pt x="895465" y="68502"/>
                </a:lnTo>
                <a:lnTo>
                  <a:pt x="917063" y="71576"/>
                </a:lnTo>
                <a:close/>
                <a:moveTo>
                  <a:pt x="902333" y="63049"/>
                </a:moveTo>
                <a:lnTo>
                  <a:pt x="887603" y="53930"/>
                </a:lnTo>
                <a:lnTo>
                  <a:pt x="895465" y="68502"/>
                </a:lnTo>
                <a:close/>
                <a:moveTo>
                  <a:pt x="902333" y="63049"/>
                </a:moveTo>
                <a:lnTo>
                  <a:pt x="909202" y="56400"/>
                </a:lnTo>
                <a:lnTo>
                  <a:pt x="887603" y="53930"/>
                </a:lnTo>
                <a:close/>
                <a:moveTo>
                  <a:pt x="902333" y="63049"/>
                </a:moveTo>
                <a:lnTo>
                  <a:pt x="917063" y="71576"/>
                </a:lnTo>
                <a:lnTo>
                  <a:pt x="909202" y="56400"/>
                </a:lnTo>
                <a:close/>
                <a:moveTo>
                  <a:pt x="880735" y="60458"/>
                </a:moveTo>
                <a:lnTo>
                  <a:pt x="895465" y="68502"/>
                </a:lnTo>
                <a:lnTo>
                  <a:pt x="887603" y="53930"/>
                </a:lnTo>
                <a:close/>
                <a:moveTo>
                  <a:pt x="495853" y="131913"/>
                </a:moveTo>
                <a:lnTo>
                  <a:pt x="488984" y="137952"/>
                </a:lnTo>
                <a:lnTo>
                  <a:pt x="510582" y="135721"/>
                </a:lnTo>
                <a:close/>
                <a:moveTo>
                  <a:pt x="495853" y="131913"/>
                </a:moveTo>
                <a:lnTo>
                  <a:pt x="481123" y="123410"/>
                </a:lnTo>
                <a:lnTo>
                  <a:pt x="488984" y="137952"/>
                </a:lnTo>
                <a:close/>
                <a:moveTo>
                  <a:pt x="474254" y="131931"/>
                </a:moveTo>
                <a:lnTo>
                  <a:pt x="467385" y="138599"/>
                </a:lnTo>
                <a:lnTo>
                  <a:pt x="488984" y="137952"/>
                </a:lnTo>
                <a:close/>
                <a:moveTo>
                  <a:pt x="474254" y="131931"/>
                </a:moveTo>
                <a:lnTo>
                  <a:pt x="459524" y="125462"/>
                </a:lnTo>
                <a:lnTo>
                  <a:pt x="467385" y="138599"/>
                </a:lnTo>
                <a:close/>
                <a:moveTo>
                  <a:pt x="423196" y="123833"/>
                </a:moveTo>
                <a:lnTo>
                  <a:pt x="416327" y="128076"/>
                </a:lnTo>
                <a:lnTo>
                  <a:pt x="437926" y="127975"/>
                </a:lnTo>
                <a:close/>
                <a:moveTo>
                  <a:pt x="423196" y="123833"/>
                </a:moveTo>
                <a:lnTo>
                  <a:pt x="408466" y="116120"/>
                </a:lnTo>
                <a:lnTo>
                  <a:pt x="416327" y="128076"/>
                </a:lnTo>
                <a:close/>
                <a:moveTo>
                  <a:pt x="401597" y="122241"/>
                </a:moveTo>
                <a:lnTo>
                  <a:pt x="408466" y="116120"/>
                </a:lnTo>
                <a:lnTo>
                  <a:pt x="386867" y="113691"/>
                </a:lnTo>
                <a:close/>
                <a:moveTo>
                  <a:pt x="401597" y="122241"/>
                </a:moveTo>
                <a:lnTo>
                  <a:pt x="416327" y="128076"/>
                </a:lnTo>
                <a:lnTo>
                  <a:pt x="408466" y="116120"/>
                </a:lnTo>
                <a:close/>
                <a:moveTo>
                  <a:pt x="393736" y="108011"/>
                </a:moveTo>
                <a:lnTo>
                  <a:pt x="386867" y="113691"/>
                </a:lnTo>
                <a:lnTo>
                  <a:pt x="408466" y="116120"/>
                </a:lnTo>
                <a:close/>
                <a:moveTo>
                  <a:pt x="393736" y="108011"/>
                </a:moveTo>
                <a:lnTo>
                  <a:pt x="379006" y="99755"/>
                </a:lnTo>
                <a:lnTo>
                  <a:pt x="386867" y="113691"/>
                </a:lnTo>
                <a:close/>
                <a:moveTo>
                  <a:pt x="372138" y="105149"/>
                </a:moveTo>
                <a:lnTo>
                  <a:pt x="365269" y="110655"/>
                </a:lnTo>
                <a:lnTo>
                  <a:pt x="386867" y="113691"/>
                </a:lnTo>
                <a:close/>
                <a:moveTo>
                  <a:pt x="372138" y="105149"/>
                </a:moveTo>
                <a:lnTo>
                  <a:pt x="357408" y="97952"/>
                </a:lnTo>
                <a:lnTo>
                  <a:pt x="365269" y="110655"/>
                </a:lnTo>
                <a:close/>
                <a:moveTo>
                  <a:pt x="372138" y="105149"/>
                </a:moveTo>
                <a:lnTo>
                  <a:pt x="379006" y="99755"/>
                </a:lnTo>
                <a:lnTo>
                  <a:pt x="357408" y="97952"/>
                </a:lnTo>
                <a:close/>
                <a:moveTo>
                  <a:pt x="372138" y="105149"/>
                </a:moveTo>
                <a:lnTo>
                  <a:pt x="386867" y="113691"/>
                </a:lnTo>
                <a:lnTo>
                  <a:pt x="379006" y="99755"/>
                </a:lnTo>
                <a:close/>
                <a:moveTo>
                  <a:pt x="350539" y="102893"/>
                </a:moveTo>
                <a:lnTo>
                  <a:pt x="357408" y="97952"/>
                </a:lnTo>
                <a:lnTo>
                  <a:pt x="335809" y="95725"/>
                </a:lnTo>
                <a:close/>
                <a:moveTo>
                  <a:pt x="350539" y="102893"/>
                </a:moveTo>
                <a:lnTo>
                  <a:pt x="365269" y="110655"/>
                </a:lnTo>
                <a:lnTo>
                  <a:pt x="357408" y="97952"/>
                </a:lnTo>
                <a:close/>
                <a:moveTo>
                  <a:pt x="342678" y="91282"/>
                </a:moveTo>
                <a:lnTo>
                  <a:pt x="335809" y="95725"/>
                </a:lnTo>
                <a:lnTo>
                  <a:pt x="357408" y="97952"/>
                </a:lnTo>
                <a:close/>
                <a:moveTo>
                  <a:pt x="342678" y="91282"/>
                </a:moveTo>
                <a:lnTo>
                  <a:pt x="327948" y="83407"/>
                </a:lnTo>
                <a:lnTo>
                  <a:pt x="335809" y="95725"/>
                </a:lnTo>
                <a:close/>
                <a:moveTo>
                  <a:pt x="321079" y="88613"/>
                </a:moveTo>
                <a:lnTo>
                  <a:pt x="306349" y="80683"/>
                </a:lnTo>
                <a:lnTo>
                  <a:pt x="314211" y="93717"/>
                </a:lnTo>
                <a:close/>
                <a:moveTo>
                  <a:pt x="321079" y="88613"/>
                </a:moveTo>
                <a:lnTo>
                  <a:pt x="327948" y="83407"/>
                </a:lnTo>
                <a:lnTo>
                  <a:pt x="306349" y="80683"/>
                </a:lnTo>
                <a:close/>
                <a:moveTo>
                  <a:pt x="321079" y="88613"/>
                </a:moveTo>
                <a:lnTo>
                  <a:pt x="335809" y="95725"/>
                </a:lnTo>
                <a:lnTo>
                  <a:pt x="327948" y="83407"/>
                </a:lnTo>
                <a:close/>
                <a:moveTo>
                  <a:pt x="299481" y="85961"/>
                </a:moveTo>
                <a:lnTo>
                  <a:pt x="306349" y="80683"/>
                </a:lnTo>
                <a:lnTo>
                  <a:pt x="284751" y="79671"/>
                </a:lnTo>
                <a:close/>
                <a:moveTo>
                  <a:pt x="313218" y="75116"/>
                </a:moveTo>
                <a:lnTo>
                  <a:pt x="306349" y="80683"/>
                </a:lnTo>
                <a:lnTo>
                  <a:pt x="327948" y="83407"/>
                </a:lnTo>
                <a:close/>
                <a:moveTo>
                  <a:pt x="291620" y="73043"/>
                </a:moveTo>
                <a:lnTo>
                  <a:pt x="284751" y="79671"/>
                </a:lnTo>
                <a:lnTo>
                  <a:pt x="306349" y="80683"/>
                </a:lnTo>
                <a:close/>
                <a:moveTo>
                  <a:pt x="291620" y="73043"/>
                </a:moveTo>
                <a:lnTo>
                  <a:pt x="276890" y="66507"/>
                </a:lnTo>
                <a:lnTo>
                  <a:pt x="284751" y="79671"/>
                </a:lnTo>
                <a:close/>
                <a:moveTo>
                  <a:pt x="291620" y="73043"/>
                </a:moveTo>
                <a:lnTo>
                  <a:pt x="306349" y="80683"/>
                </a:lnTo>
                <a:lnTo>
                  <a:pt x="298488" y="68107"/>
                </a:lnTo>
                <a:close/>
                <a:moveTo>
                  <a:pt x="270021" y="71679"/>
                </a:moveTo>
                <a:lnTo>
                  <a:pt x="276890" y="66507"/>
                </a:lnTo>
                <a:lnTo>
                  <a:pt x="255291" y="66721"/>
                </a:lnTo>
                <a:close/>
                <a:moveTo>
                  <a:pt x="270021" y="71679"/>
                </a:moveTo>
                <a:lnTo>
                  <a:pt x="284751" y="79671"/>
                </a:lnTo>
                <a:lnTo>
                  <a:pt x="276890" y="66507"/>
                </a:lnTo>
                <a:close/>
                <a:moveTo>
                  <a:pt x="262160" y="60151"/>
                </a:moveTo>
                <a:lnTo>
                  <a:pt x="255291" y="66721"/>
                </a:lnTo>
                <a:lnTo>
                  <a:pt x="276890" y="66507"/>
                </a:lnTo>
                <a:close/>
                <a:moveTo>
                  <a:pt x="240561" y="61577"/>
                </a:moveTo>
                <a:lnTo>
                  <a:pt x="233693" y="68680"/>
                </a:lnTo>
                <a:lnTo>
                  <a:pt x="255291" y="66721"/>
                </a:lnTo>
                <a:close/>
                <a:moveTo>
                  <a:pt x="240561" y="61577"/>
                </a:moveTo>
                <a:lnTo>
                  <a:pt x="225831" y="57041"/>
                </a:lnTo>
                <a:lnTo>
                  <a:pt x="233693" y="68680"/>
                </a:lnTo>
                <a:close/>
                <a:moveTo>
                  <a:pt x="240561" y="61577"/>
                </a:moveTo>
                <a:lnTo>
                  <a:pt x="255291" y="66721"/>
                </a:lnTo>
                <a:lnTo>
                  <a:pt x="247430" y="57182"/>
                </a:lnTo>
                <a:close/>
                <a:moveTo>
                  <a:pt x="218963" y="62758"/>
                </a:moveTo>
                <a:lnTo>
                  <a:pt x="204233" y="56619"/>
                </a:lnTo>
                <a:lnTo>
                  <a:pt x="212094" y="70893"/>
                </a:lnTo>
                <a:close/>
                <a:moveTo>
                  <a:pt x="218963" y="62758"/>
                </a:moveTo>
                <a:lnTo>
                  <a:pt x="225831" y="57041"/>
                </a:lnTo>
                <a:lnTo>
                  <a:pt x="204233" y="56619"/>
                </a:lnTo>
                <a:close/>
                <a:moveTo>
                  <a:pt x="218963" y="62758"/>
                </a:moveTo>
                <a:lnTo>
                  <a:pt x="233693" y="68680"/>
                </a:lnTo>
                <a:lnTo>
                  <a:pt x="225831" y="57041"/>
                </a:lnTo>
                <a:close/>
                <a:moveTo>
                  <a:pt x="197364" y="64322"/>
                </a:moveTo>
                <a:lnTo>
                  <a:pt x="204233" y="56619"/>
                </a:lnTo>
                <a:lnTo>
                  <a:pt x="182634" y="54962"/>
                </a:lnTo>
                <a:close/>
                <a:moveTo>
                  <a:pt x="211102" y="51258"/>
                </a:moveTo>
                <a:lnTo>
                  <a:pt x="204233" y="56619"/>
                </a:lnTo>
                <a:lnTo>
                  <a:pt x="225831" y="57041"/>
                </a:lnTo>
                <a:close/>
                <a:moveTo>
                  <a:pt x="189503" y="48139"/>
                </a:moveTo>
                <a:lnTo>
                  <a:pt x="182634" y="54962"/>
                </a:lnTo>
                <a:lnTo>
                  <a:pt x="204233" y="56619"/>
                </a:lnTo>
                <a:close/>
                <a:moveTo>
                  <a:pt x="189503" y="48139"/>
                </a:moveTo>
                <a:lnTo>
                  <a:pt x="174773" y="38609"/>
                </a:lnTo>
                <a:lnTo>
                  <a:pt x="182634" y="54962"/>
                </a:lnTo>
                <a:close/>
                <a:moveTo>
                  <a:pt x="189503" y="48139"/>
                </a:moveTo>
                <a:lnTo>
                  <a:pt x="196372" y="43589"/>
                </a:lnTo>
                <a:lnTo>
                  <a:pt x="174773" y="38609"/>
                </a:lnTo>
                <a:close/>
                <a:moveTo>
                  <a:pt x="189503" y="48139"/>
                </a:moveTo>
                <a:lnTo>
                  <a:pt x="204233" y="56619"/>
                </a:lnTo>
                <a:lnTo>
                  <a:pt x="196372" y="43589"/>
                </a:lnTo>
                <a:close/>
                <a:moveTo>
                  <a:pt x="167905" y="44732"/>
                </a:moveTo>
                <a:lnTo>
                  <a:pt x="174773" y="38609"/>
                </a:lnTo>
                <a:lnTo>
                  <a:pt x="153175" y="33270"/>
                </a:lnTo>
                <a:close/>
                <a:moveTo>
                  <a:pt x="167905" y="44732"/>
                </a:moveTo>
                <a:lnTo>
                  <a:pt x="182634" y="54962"/>
                </a:lnTo>
                <a:lnTo>
                  <a:pt x="174773" y="38609"/>
                </a:lnTo>
                <a:close/>
                <a:moveTo>
                  <a:pt x="138445" y="20609"/>
                </a:moveTo>
                <a:lnTo>
                  <a:pt x="123715" y="9001"/>
                </a:lnTo>
                <a:lnTo>
                  <a:pt x="131576" y="27058"/>
                </a:lnTo>
                <a:close/>
                <a:moveTo>
                  <a:pt x="130584" y="2707"/>
                </a:moveTo>
                <a:lnTo>
                  <a:pt x="115854" y="1"/>
                </a:lnTo>
                <a:lnTo>
                  <a:pt x="123715" y="9001"/>
                </a:lnTo>
                <a:close/>
                <a:moveTo>
                  <a:pt x="108985" y="0"/>
                </a:moveTo>
                <a:lnTo>
                  <a:pt x="102116" y="6415"/>
                </a:lnTo>
                <a:lnTo>
                  <a:pt x="123715" y="9001"/>
                </a:lnTo>
                <a:close/>
                <a:moveTo>
                  <a:pt x="108985" y="0"/>
                </a:moveTo>
                <a:lnTo>
                  <a:pt x="94255" y="3318"/>
                </a:lnTo>
                <a:lnTo>
                  <a:pt x="102116" y="6415"/>
                </a:lnTo>
                <a:close/>
                <a:moveTo>
                  <a:pt x="87387" y="4258"/>
                </a:moveTo>
                <a:lnTo>
                  <a:pt x="72657" y="8892"/>
                </a:lnTo>
                <a:lnTo>
                  <a:pt x="80518" y="9072"/>
                </a:lnTo>
                <a:close/>
                <a:moveTo>
                  <a:pt x="87387" y="4258"/>
                </a:moveTo>
                <a:lnTo>
                  <a:pt x="94255" y="3318"/>
                </a:lnTo>
                <a:lnTo>
                  <a:pt x="72657" y="8892"/>
                </a:lnTo>
                <a:close/>
                <a:moveTo>
                  <a:pt x="87387" y="4258"/>
                </a:moveTo>
                <a:lnTo>
                  <a:pt x="102116" y="6415"/>
                </a:lnTo>
                <a:lnTo>
                  <a:pt x="94255" y="3318"/>
                </a:lnTo>
                <a:close/>
                <a:moveTo>
                  <a:pt x="65788" y="11463"/>
                </a:moveTo>
                <a:lnTo>
                  <a:pt x="72657" y="8892"/>
                </a:lnTo>
                <a:lnTo>
                  <a:pt x="51058" y="13817"/>
                </a:lnTo>
                <a:close/>
                <a:moveTo>
                  <a:pt x="57927" y="12237"/>
                </a:moveTo>
                <a:lnTo>
                  <a:pt x="51058" y="13817"/>
                </a:lnTo>
                <a:lnTo>
                  <a:pt x="72657" y="8892"/>
                </a:lnTo>
                <a:close/>
                <a:moveTo>
                  <a:pt x="36328" y="14450"/>
                </a:moveTo>
                <a:lnTo>
                  <a:pt x="29460" y="16169"/>
                </a:lnTo>
                <a:lnTo>
                  <a:pt x="51058" y="13817"/>
                </a:lnTo>
                <a:close/>
                <a:moveTo>
                  <a:pt x="36328" y="14450"/>
                </a:moveTo>
                <a:lnTo>
                  <a:pt x="51058" y="13817"/>
                </a:lnTo>
                <a:lnTo>
                  <a:pt x="43197" y="10006"/>
                </a:lnTo>
                <a:close/>
                <a:moveTo>
                  <a:pt x="14730" y="12968"/>
                </a:moveTo>
                <a:lnTo>
                  <a:pt x="0" y="5285"/>
                </a:lnTo>
                <a:lnTo>
                  <a:pt x="7861" y="16297"/>
                </a:lnTo>
                <a:close/>
                <a:moveTo>
                  <a:pt x="14730" y="12968"/>
                </a:moveTo>
                <a:lnTo>
                  <a:pt x="29460" y="16169"/>
                </a:lnTo>
                <a:lnTo>
                  <a:pt x="21599" y="9214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80" name="PANEL_01-slope-20-225_974">
            <a:extLst>
              <a:ext uri="{FF2B5EF4-FFF2-40B4-BE49-F238E27FC236}">
                <a16:creationId xmlns:a16="http://schemas.microsoft.com/office/drawing/2014/main" id="{85062EBF-B653-42D6-9DB6-9C197257C0F3}"/>
              </a:ext>
            </a:extLst>
          </p:cNvPr>
          <p:cNvSpPr>
            <a:spLocks/>
          </p:cNvSpPr>
          <p:nvPr/>
        </p:nvSpPr>
        <p:spPr>
          <a:xfrm>
            <a:off x="1330211" y="1045871"/>
            <a:ext cx="965418" cy="150761"/>
          </a:xfrm>
          <a:custGeom>
            <a:pathLst>
              <a:path w="653911" h="102115">
                <a:moveTo>
                  <a:pt x="647042" y="17525"/>
                </a:moveTo>
                <a:lnTo>
                  <a:pt x="653911" y="10997"/>
                </a:lnTo>
                <a:lnTo>
                  <a:pt x="632312" y="14135"/>
                </a:lnTo>
                <a:close/>
                <a:moveTo>
                  <a:pt x="625444" y="25324"/>
                </a:moveTo>
                <a:lnTo>
                  <a:pt x="632312" y="14135"/>
                </a:lnTo>
                <a:lnTo>
                  <a:pt x="610714" y="22715"/>
                </a:lnTo>
                <a:close/>
                <a:moveTo>
                  <a:pt x="639181" y="2541"/>
                </a:moveTo>
                <a:lnTo>
                  <a:pt x="632312" y="14135"/>
                </a:lnTo>
                <a:lnTo>
                  <a:pt x="653911" y="10997"/>
                </a:lnTo>
                <a:close/>
                <a:moveTo>
                  <a:pt x="639181" y="2541"/>
                </a:moveTo>
                <a:lnTo>
                  <a:pt x="624451" y="0"/>
                </a:lnTo>
                <a:lnTo>
                  <a:pt x="632312" y="14135"/>
                </a:lnTo>
                <a:close/>
                <a:moveTo>
                  <a:pt x="617582" y="11149"/>
                </a:moveTo>
                <a:lnTo>
                  <a:pt x="610714" y="22715"/>
                </a:lnTo>
                <a:lnTo>
                  <a:pt x="632312" y="14135"/>
                </a:lnTo>
                <a:close/>
                <a:moveTo>
                  <a:pt x="617582" y="11149"/>
                </a:moveTo>
                <a:lnTo>
                  <a:pt x="602853" y="7766"/>
                </a:lnTo>
                <a:lnTo>
                  <a:pt x="610714" y="22715"/>
                </a:lnTo>
                <a:close/>
                <a:moveTo>
                  <a:pt x="617582" y="11149"/>
                </a:moveTo>
                <a:lnTo>
                  <a:pt x="624451" y="0"/>
                </a:lnTo>
                <a:lnTo>
                  <a:pt x="602853" y="7766"/>
                </a:lnTo>
                <a:close/>
                <a:moveTo>
                  <a:pt x="617582" y="11149"/>
                </a:moveTo>
                <a:lnTo>
                  <a:pt x="632312" y="14135"/>
                </a:lnTo>
                <a:lnTo>
                  <a:pt x="624451" y="0"/>
                </a:lnTo>
                <a:close/>
                <a:moveTo>
                  <a:pt x="595984" y="18543"/>
                </a:moveTo>
                <a:lnTo>
                  <a:pt x="589115" y="30647"/>
                </a:lnTo>
                <a:lnTo>
                  <a:pt x="610714" y="22715"/>
                </a:lnTo>
                <a:close/>
                <a:moveTo>
                  <a:pt x="595984" y="18543"/>
                </a:moveTo>
                <a:lnTo>
                  <a:pt x="581254" y="13531"/>
                </a:lnTo>
                <a:lnTo>
                  <a:pt x="589115" y="30647"/>
                </a:lnTo>
                <a:close/>
                <a:moveTo>
                  <a:pt x="595984" y="18543"/>
                </a:moveTo>
                <a:lnTo>
                  <a:pt x="602853" y="7766"/>
                </a:lnTo>
                <a:lnTo>
                  <a:pt x="581254" y="13531"/>
                </a:lnTo>
                <a:close/>
                <a:moveTo>
                  <a:pt x="595984" y="18543"/>
                </a:moveTo>
                <a:lnTo>
                  <a:pt x="610714" y="22715"/>
                </a:lnTo>
                <a:lnTo>
                  <a:pt x="602853" y="7766"/>
                </a:lnTo>
                <a:close/>
                <a:moveTo>
                  <a:pt x="574385" y="24225"/>
                </a:moveTo>
                <a:lnTo>
                  <a:pt x="581254" y="13531"/>
                </a:lnTo>
                <a:lnTo>
                  <a:pt x="559655" y="18065"/>
                </a:lnTo>
                <a:close/>
                <a:moveTo>
                  <a:pt x="574385" y="24225"/>
                </a:moveTo>
                <a:lnTo>
                  <a:pt x="589115" y="30647"/>
                </a:lnTo>
                <a:lnTo>
                  <a:pt x="581254" y="13531"/>
                </a:lnTo>
                <a:close/>
                <a:moveTo>
                  <a:pt x="588123" y="3327"/>
                </a:moveTo>
                <a:lnTo>
                  <a:pt x="581254" y="13531"/>
                </a:lnTo>
                <a:lnTo>
                  <a:pt x="602853" y="7766"/>
                </a:lnTo>
                <a:close/>
                <a:moveTo>
                  <a:pt x="566524" y="8029"/>
                </a:moveTo>
                <a:lnTo>
                  <a:pt x="559655" y="18065"/>
                </a:lnTo>
                <a:lnTo>
                  <a:pt x="581254" y="13531"/>
                </a:lnTo>
                <a:close/>
                <a:moveTo>
                  <a:pt x="566524" y="8029"/>
                </a:moveTo>
                <a:lnTo>
                  <a:pt x="551794" y="2984"/>
                </a:lnTo>
                <a:lnTo>
                  <a:pt x="559655" y="18065"/>
                </a:lnTo>
                <a:close/>
                <a:moveTo>
                  <a:pt x="544926" y="12037"/>
                </a:moveTo>
                <a:lnTo>
                  <a:pt x="538057" y="21037"/>
                </a:lnTo>
                <a:lnTo>
                  <a:pt x="559655" y="18065"/>
                </a:lnTo>
                <a:close/>
                <a:moveTo>
                  <a:pt x="544926" y="12037"/>
                </a:moveTo>
                <a:lnTo>
                  <a:pt x="530196" y="6563"/>
                </a:lnTo>
                <a:lnTo>
                  <a:pt x="538057" y="21037"/>
                </a:lnTo>
                <a:close/>
                <a:moveTo>
                  <a:pt x="544926" y="12037"/>
                </a:moveTo>
                <a:lnTo>
                  <a:pt x="551794" y="2984"/>
                </a:lnTo>
                <a:lnTo>
                  <a:pt x="530196" y="6563"/>
                </a:lnTo>
                <a:close/>
                <a:moveTo>
                  <a:pt x="544926" y="12037"/>
                </a:moveTo>
                <a:lnTo>
                  <a:pt x="559655" y="18065"/>
                </a:lnTo>
                <a:lnTo>
                  <a:pt x="551794" y="2984"/>
                </a:lnTo>
                <a:close/>
                <a:moveTo>
                  <a:pt x="523327" y="14594"/>
                </a:moveTo>
                <a:lnTo>
                  <a:pt x="508597" y="12075"/>
                </a:lnTo>
                <a:lnTo>
                  <a:pt x="516458" y="25724"/>
                </a:lnTo>
                <a:close/>
                <a:moveTo>
                  <a:pt x="523327" y="14594"/>
                </a:moveTo>
                <a:lnTo>
                  <a:pt x="530196" y="6563"/>
                </a:lnTo>
                <a:lnTo>
                  <a:pt x="508597" y="12075"/>
                </a:lnTo>
                <a:close/>
                <a:moveTo>
                  <a:pt x="523327" y="14594"/>
                </a:moveTo>
                <a:lnTo>
                  <a:pt x="538057" y="21037"/>
                </a:lnTo>
                <a:lnTo>
                  <a:pt x="530196" y="6563"/>
                </a:lnTo>
                <a:close/>
                <a:moveTo>
                  <a:pt x="501729" y="21973"/>
                </a:moveTo>
                <a:lnTo>
                  <a:pt x="508597" y="12075"/>
                </a:lnTo>
                <a:lnTo>
                  <a:pt x="486999" y="20840"/>
                </a:lnTo>
                <a:close/>
                <a:moveTo>
                  <a:pt x="515466" y="1871"/>
                </a:moveTo>
                <a:lnTo>
                  <a:pt x="508597" y="12075"/>
                </a:lnTo>
                <a:lnTo>
                  <a:pt x="530196" y="6563"/>
                </a:lnTo>
                <a:close/>
                <a:moveTo>
                  <a:pt x="493867" y="9863"/>
                </a:moveTo>
                <a:lnTo>
                  <a:pt x="486999" y="20840"/>
                </a:lnTo>
                <a:lnTo>
                  <a:pt x="508597" y="12075"/>
                </a:lnTo>
                <a:close/>
                <a:moveTo>
                  <a:pt x="493867" y="9863"/>
                </a:moveTo>
                <a:lnTo>
                  <a:pt x="479138" y="9986"/>
                </a:lnTo>
                <a:lnTo>
                  <a:pt x="486999" y="20840"/>
                </a:lnTo>
                <a:close/>
                <a:moveTo>
                  <a:pt x="493867" y="9863"/>
                </a:moveTo>
                <a:lnTo>
                  <a:pt x="508597" y="12075"/>
                </a:lnTo>
                <a:lnTo>
                  <a:pt x="500736" y="1264"/>
                </a:lnTo>
                <a:close/>
                <a:moveTo>
                  <a:pt x="472269" y="19624"/>
                </a:moveTo>
                <a:lnTo>
                  <a:pt x="479138" y="9986"/>
                </a:lnTo>
                <a:lnTo>
                  <a:pt x="457539" y="20705"/>
                </a:lnTo>
                <a:close/>
                <a:moveTo>
                  <a:pt x="472269" y="19624"/>
                </a:moveTo>
                <a:lnTo>
                  <a:pt x="486999" y="20840"/>
                </a:lnTo>
                <a:lnTo>
                  <a:pt x="479138" y="9986"/>
                </a:lnTo>
                <a:close/>
                <a:moveTo>
                  <a:pt x="450670" y="32142"/>
                </a:moveTo>
                <a:lnTo>
                  <a:pt x="457539" y="20705"/>
                </a:lnTo>
                <a:lnTo>
                  <a:pt x="435941" y="32041"/>
                </a:lnTo>
                <a:close/>
                <a:moveTo>
                  <a:pt x="407473" y="55354"/>
                </a:moveTo>
                <a:lnTo>
                  <a:pt x="392743" y="55365"/>
                </a:lnTo>
                <a:lnTo>
                  <a:pt x="400605" y="66262"/>
                </a:lnTo>
                <a:close/>
                <a:moveTo>
                  <a:pt x="407473" y="55354"/>
                </a:moveTo>
                <a:lnTo>
                  <a:pt x="414342" y="43722"/>
                </a:lnTo>
                <a:lnTo>
                  <a:pt x="392743" y="55365"/>
                </a:lnTo>
                <a:close/>
                <a:moveTo>
                  <a:pt x="385875" y="65956"/>
                </a:moveTo>
                <a:lnTo>
                  <a:pt x="392743" y="55365"/>
                </a:lnTo>
                <a:lnTo>
                  <a:pt x="371145" y="66027"/>
                </a:lnTo>
                <a:close/>
                <a:moveTo>
                  <a:pt x="385875" y="65956"/>
                </a:moveTo>
                <a:lnTo>
                  <a:pt x="400605" y="66262"/>
                </a:lnTo>
                <a:lnTo>
                  <a:pt x="392743" y="55365"/>
                </a:lnTo>
                <a:close/>
                <a:moveTo>
                  <a:pt x="364276" y="75809"/>
                </a:moveTo>
                <a:lnTo>
                  <a:pt x="371145" y="66027"/>
                </a:lnTo>
                <a:lnTo>
                  <a:pt x="349546" y="76155"/>
                </a:lnTo>
                <a:close/>
                <a:moveTo>
                  <a:pt x="399612" y="44540"/>
                </a:moveTo>
                <a:lnTo>
                  <a:pt x="392743" y="55365"/>
                </a:lnTo>
                <a:lnTo>
                  <a:pt x="414342" y="43722"/>
                </a:lnTo>
                <a:close/>
                <a:moveTo>
                  <a:pt x="378014" y="55610"/>
                </a:moveTo>
                <a:lnTo>
                  <a:pt x="371145" y="66027"/>
                </a:lnTo>
                <a:lnTo>
                  <a:pt x="392743" y="55365"/>
                </a:lnTo>
                <a:close/>
                <a:moveTo>
                  <a:pt x="356415" y="66731"/>
                </a:moveTo>
                <a:lnTo>
                  <a:pt x="349546" y="76155"/>
                </a:lnTo>
                <a:lnTo>
                  <a:pt x="371145" y="66027"/>
                </a:lnTo>
                <a:close/>
                <a:moveTo>
                  <a:pt x="356415" y="66731"/>
                </a:moveTo>
                <a:lnTo>
                  <a:pt x="341685" y="68169"/>
                </a:lnTo>
                <a:lnTo>
                  <a:pt x="349546" y="76155"/>
                </a:lnTo>
                <a:close/>
                <a:moveTo>
                  <a:pt x="356415" y="66731"/>
                </a:moveTo>
                <a:lnTo>
                  <a:pt x="371145" y="66027"/>
                </a:lnTo>
                <a:lnTo>
                  <a:pt x="363284" y="56853"/>
                </a:lnTo>
                <a:close/>
                <a:moveTo>
                  <a:pt x="334817" y="76907"/>
                </a:moveTo>
                <a:lnTo>
                  <a:pt x="327948" y="85578"/>
                </a:lnTo>
                <a:lnTo>
                  <a:pt x="349546" y="76155"/>
                </a:lnTo>
                <a:close/>
                <a:moveTo>
                  <a:pt x="334817" y="76907"/>
                </a:moveTo>
                <a:lnTo>
                  <a:pt x="320087" y="78715"/>
                </a:lnTo>
                <a:lnTo>
                  <a:pt x="327948" y="85578"/>
                </a:lnTo>
                <a:close/>
                <a:moveTo>
                  <a:pt x="334817" y="76907"/>
                </a:moveTo>
                <a:lnTo>
                  <a:pt x="349546" y="76155"/>
                </a:lnTo>
                <a:lnTo>
                  <a:pt x="341685" y="68169"/>
                </a:lnTo>
                <a:close/>
                <a:moveTo>
                  <a:pt x="313218" y="87143"/>
                </a:moveTo>
                <a:lnTo>
                  <a:pt x="306349" y="94629"/>
                </a:lnTo>
                <a:lnTo>
                  <a:pt x="327948" y="85578"/>
                </a:lnTo>
                <a:close/>
                <a:moveTo>
                  <a:pt x="313218" y="87143"/>
                </a:moveTo>
                <a:lnTo>
                  <a:pt x="298488" y="87389"/>
                </a:lnTo>
                <a:lnTo>
                  <a:pt x="306349" y="94629"/>
                </a:lnTo>
                <a:close/>
                <a:moveTo>
                  <a:pt x="313218" y="87143"/>
                </a:moveTo>
                <a:lnTo>
                  <a:pt x="320087" y="78715"/>
                </a:lnTo>
                <a:lnTo>
                  <a:pt x="298488" y="87389"/>
                </a:lnTo>
                <a:close/>
                <a:moveTo>
                  <a:pt x="313218" y="87143"/>
                </a:moveTo>
                <a:lnTo>
                  <a:pt x="327948" y="85578"/>
                </a:lnTo>
                <a:lnTo>
                  <a:pt x="320087" y="78715"/>
                </a:lnTo>
                <a:close/>
                <a:moveTo>
                  <a:pt x="291620" y="95568"/>
                </a:moveTo>
                <a:lnTo>
                  <a:pt x="276890" y="92789"/>
                </a:lnTo>
                <a:lnTo>
                  <a:pt x="284751" y="102115"/>
                </a:lnTo>
                <a:close/>
                <a:moveTo>
                  <a:pt x="291620" y="95568"/>
                </a:moveTo>
                <a:lnTo>
                  <a:pt x="298488" y="87389"/>
                </a:lnTo>
                <a:lnTo>
                  <a:pt x="276890" y="92789"/>
                </a:lnTo>
                <a:close/>
                <a:moveTo>
                  <a:pt x="291620" y="95568"/>
                </a:moveTo>
                <a:lnTo>
                  <a:pt x="306349" y="94629"/>
                </a:lnTo>
                <a:lnTo>
                  <a:pt x="298488" y="87389"/>
                </a:lnTo>
                <a:close/>
                <a:moveTo>
                  <a:pt x="270021" y="100186"/>
                </a:moveTo>
                <a:lnTo>
                  <a:pt x="276890" y="92789"/>
                </a:lnTo>
                <a:lnTo>
                  <a:pt x="255291" y="95019"/>
                </a:lnTo>
                <a:close/>
                <a:moveTo>
                  <a:pt x="270021" y="100186"/>
                </a:moveTo>
                <a:lnTo>
                  <a:pt x="284751" y="102115"/>
                </a:lnTo>
                <a:lnTo>
                  <a:pt x="276890" y="92789"/>
                </a:lnTo>
                <a:close/>
                <a:moveTo>
                  <a:pt x="283758" y="86422"/>
                </a:moveTo>
                <a:lnTo>
                  <a:pt x="276890" y="92789"/>
                </a:lnTo>
                <a:lnTo>
                  <a:pt x="298488" y="87389"/>
                </a:lnTo>
                <a:close/>
                <a:moveTo>
                  <a:pt x="240561" y="88999"/>
                </a:moveTo>
                <a:lnTo>
                  <a:pt x="247430" y="80477"/>
                </a:lnTo>
                <a:lnTo>
                  <a:pt x="225831" y="82530"/>
                </a:lnTo>
                <a:close/>
                <a:moveTo>
                  <a:pt x="240561" y="88999"/>
                </a:moveTo>
                <a:lnTo>
                  <a:pt x="255291" y="95019"/>
                </a:lnTo>
                <a:lnTo>
                  <a:pt x="247430" y="80477"/>
                </a:lnTo>
                <a:close/>
                <a:moveTo>
                  <a:pt x="218963" y="90550"/>
                </a:moveTo>
                <a:lnTo>
                  <a:pt x="225831" y="82530"/>
                </a:lnTo>
                <a:lnTo>
                  <a:pt x="204233" y="85042"/>
                </a:lnTo>
                <a:close/>
                <a:moveTo>
                  <a:pt x="218963" y="90550"/>
                </a:moveTo>
                <a:lnTo>
                  <a:pt x="233693" y="95667"/>
                </a:lnTo>
                <a:lnTo>
                  <a:pt x="225831" y="82530"/>
                </a:lnTo>
                <a:close/>
                <a:moveTo>
                  <a:pt x="211102" y="77981"/>
                </a:moveTo>
                <a:lnTo>
                  <a:pt x="204233" y="85042"/>
                </a:lnTo>
                <a:lnTo>
                  <a:pt x="225831" y="82530"/>
                </a:lnTo>
                <a:close/>
                <a:moveTo>
                  <a:pt x="211102" y="77981"/>
                </a:moveTo>
                <a:lnTo>
                  <a:pt x="196372" y="71832"/>
                </a:lnTo>
                <a:lnTo>
                  <a:pt x="204233" y="85042"/>
                </a:lnTo>
                <a:close/>
                <a:moveTo>
                  <a:pt x="189503" y="80900"/>
                </a:moveTo>
                <a:lnTo>
                  <a:pt x="196372" y="71832"/>
                </a:lnTo>
                <a:lnTo>
                  <a:pt x="174773" y="73187"/>
                </a:lnTo>
                <a:close/>
                <a:moveTo>
                  <a:pt x="189503" y="80900"/>
                </a:moveTo>
                <a:lnTo>
                  <a:pt x="204233" y="85042"/>
                </a:lnTo>
                <a:lnTo>
                  <a:pt x="196372" y="71832"/>
                </a:lnTo>
                <a:close/>
                <a:moveTo>
                  <a:pt x="36328" y="28746"/>
                </a:moveTo>
                <a:lnTo>
                  <a:pt x="21599" y="23788"/>
                </a:lnTo>
                <a:lnTo>
                  <a:pt x="29460" y="38160"/>
                </a:lnTo>
                <a:close/>
                <a:moveTo>
                  <a:pt x="14730" y="30543"/>
                </a:moveTo>
                <a:lnTo>
                  <a:pt x="21599" y="23788"/>
                </a:lnTo>
                <a:lnTo>
                  <a:pt x="0" y="25747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81" name="PANEL_01-slope-20-230_975">
            <a:extLst>
              <a:ext uri="{FF2B5EF4-FFF2-40B4-BE49-F238E27FC236}">
                <a16:creationId xmlns:a16="http://schemas.microsoft.com/office/drawing/2014/main" id="{FCB5D89C-E83B-4545-AA9C-4804DB580A5B}"/>
              </a:ext>
            </a:extLst>
          </p:cNvPr>
          <p:cNvSpPr>
            <a:spLocks/>
          </p:cNvSpPr>
          <p:nvPr/>
        </p:nvSpPr>
        <p:spPr>
          <a:xfrm>
            <a:off x="1931795" y="1074843"/>
            <a:ext cx="117409" cy="53365"/>
          </a:xfrm>
          <a:custGeom>
            <a:pathLst>
              <a:path w="79525" h="36146">
                <a:moveTo>
                  <a:pt x="64796" y="0"/>
                </a:moveTo>
                <a:lnTo>
                  <a:pt x="57927" y="12541"/>
                </a:lnTo>
                <a:lnTo>
                  <a:pt x="79525" y="1216"/>
                </a:lnTo>
                <a:close/>
                <a:moveTo>
                  <a:pt x="64796" y="0"/>
                </a:moveTo>
                <a:lnTo>
                  <a:pt x="50066" y="1081"/>
                </a:lnTo>
                <a:lnTo>
                  <a:pt x="57927" y="12541"/>
                </a:lnTo>
                <a:close/>
                <a:moveTo>
                  <a:pt x="43197" y="12518"/>
                </a:moveTo>
                <a:lnTo>
                  <a:pt x="36328" y="24790"/>
                </a:lnTo>
                <a:lnTo>
                  <a:pt x="57927" y="12541"/>
                </a:lnTo>
                <a:close/>
                <a:moveTo>
                  <a:pt x="43197" y="12518"/>
                </a:moveTo>
                <a:lnTo>
                  <a:pt x="28467" y="12416"/>
                </a:lnTo>
                <a:lnTo>
                  <a:pt x="36328" y="24790"/>
                </a:lnTo>
                <a:close/>
                <a:moveTo>
                  <a:pt x="43197" y="12518"/>
                </a:moveTo>
                <a:lnTo>
                  <a:pt x="57927" y="12541"/>
                </a:lnTo>
                <a:lnTo>
                  <a:pt x="50066" y="1081"/>
                </a:lnTo>
                <a:close/>
                <a:moveTo>
                  <a:pt x="21599" y="24048"/>
                </a:moveTo>
                <a:lnTo>
                  <a:pt x="14730" y="36146"/>
                </a:lnTo>
                <a:lnTo>
                  <a:pt x="36328" y="24790"/>
                </a:lnTo>
                <a:close/>
                <a:moveTo>
                  <a:pt x="21599" y="24048"/>
                </a:moveTo>
                <a:lnTo>
                  <a:pt x="6869" y="24097"/>
                </a:lnTo>
                <a:lnTo>
                  <a:pt x="14730" y="36146"/>
                </a:lnTo>
                <a:close/>
                <a:moveTo>
                  <a:pt x="21599" y="24048"/>
                </a:moveTo>
                <a:lnTo>
                  <a:pt x="28467" y="12416"/>
                </a:lnTo>
                <a:lnTo>
                  <a:pt x="6869" y="24097"/>
                </a:lnTo>
                <a:close/>
                <a:moveTo>
                  <a:pt x="21599" y="24048"/>
                </a:moveTo>
                <a:lnTo>
                  <a:pt x="36328" y="24790"/>
                </a:lnTo>
                <a:lnTo>
                  <a:pt x="28467" y="12416"/>
                </a:lnTo>
                <a:close/>
                <a:moveTo>
                  <a:pt x="0" y="35730"/>
                </a:moveTo>
                <a:lnTo>
                  <a:pt x="14730" y="36146"/>
                </a:lnTo>
                <a:lnTo>
                  <a:pt x="6869" y="24097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682" name="PANEL_01-slope-21-215_976">
            <a:extLst>
              <a:ext uri="{FF2B5EF4-FFF2-40B4-BE49-F238E27FC236}">
                <a16:creationId xmlns:a16="http://schemas.microsoft.com/office/drawing/2014/main" id="{9E670CB8-477D-42CE-B58A-F12208A75A27}"/>
              </a:ext>
            </a:extLst>
          </p:cNvPr>
          <p:cNvSpPr>
            <a:spLocks/>
          </p:cNvSpPr>
          <p:nvPr/>
        </p:nvSpPr>
        <p:spPr>
          <a:xfrm>
            <a:off x="715557" y="859680"/>
            <a:ext cx="1667059" cy="255170"/>
          </a:xfrm>
          <a:custGeom>
            <a:pathLst>
              <a:path w="1129157" h="172835">
                <a:moveTo>
                  <a:pt x="1114427" y="164193"/>
                </a:moveTo>
                <a:lnTo>
                  <a:pt x="1107559" y="166757"/>
                </a:lnTo>
                <a:lnTo>
                  <a:pt x="1129157" y="172835"/>
                </a:lnTo>
                <a:close/>
                <a:moveTo>
                  <a:pt x="1114427" y="164193"/>
                </a:moveTo>
                <a:lnTo>
                  <a:pt x="1099698" y="154757"/>
                </a:lnTo>
                <a:lnTo>
                  <a:pt x="1107559" y="166757"/>
                </a:lnTo>
                <a:close/>
                <a:moveTo>
                  <a:pt x="1092829" y="157708"/>
                </a:moveTo>
                <a:lnTo>
                  <a:pt x="1107559" y="166757"/>
                </a:lnTo>
                <a:lnTo>
                  <a:pt x="1099698" y="154757"/>
                </a:lnTo>
                <a:close/>
                <a:moveTo>
                  <a:pt x="321079" y="103789"/>
                </a:moveTo>
                <a:lnTo>
                  <a:pt x="314211" y="110238"/>
                </a:lnTo>
                <a:lnTo>
                  <a:pt x="335809" y="116450"/>
                </a:lnTo>
                <a:close/>
                <a:moveTo>
                  <a:pt x="299481" y="95870"/>
                </a:moveTo>
                <a:lnTo>
                  <a:pt x="314211" y="110238"/>
                </a:lnTo>
                <a:lnTo>
                  <a:pt x="306349" y="92182"/>
                </a:lnTo>
                <a:close/>
                <a:moveTo>
                  <a:pt x="175766" y="92785"/>
                </a:moveTo>
                <a:lnTo>
                  <a:pt x="161036" y="82506"/>
                </a:lnTo>
                <a:lnTo>
                  <a:pt x="168897" y="97636"/>
                </a:lnTo>
                <a:close/>
                <a:moveTo>
                  <a:pt x="175766" y="92785"/>
                </a:moveTo>
                <a:lnTo>
                  <a:pt x="182634" y="88465"/>
                </a:lnTo>
                <a:lnTo>
                  <a:pt x="161036" y="82506"/>
                </a:lnTo>
                <a:close/>
                <a:moveTo>
                  <a:pt x="154167" y="87164"/>
                </a:moveTo>
                <a:lnTo>
                  <a:pt x="161036" y="82506"/>
                </a:lnTo>
                <a:lnTo>
                  <a:pt x="139437" y="75851"/>
                </a:lnTo>
                <a:close/>
                <a:moveTo>
                  <a:pt x="154167" y="87164"/>
                </a:moveTo>
                <a:lnTo>
                  <a:pt x="168897" y="97636"/>
                </a:lnTo>
                <a:lnTo>
                  <a:pt x="161036" y="82506"/>
                </a:lnTo>
                <a:close/>
                <a:moveTo>
                  <a:pt x="146306" y="71106"/>
                </a:moveTo>
                <a:lnTo>
                  <a:pt x="139437" y="75851"/>
                </a:lnTo>
                <a:lnTo>
                  <a:pt x="161036" y="82506"/>
                </a:lnTo>
                <a:close/>
                <a:moveTo>
                  <a:pt x="146306" y="71106"/>
                </a:moveTo>
                <a:lnTo>
                  <a:pt x="131576" y="64992"/>
                </a:lnTo>
                <a:lnTo>
                  <a:pt x="139437" y="75851"/>
                </a:lnTo>
                <a:close/>
                <a:moveTo>
                  <a:pt x="124708" y="64495"/>
                </a:moveTo>
                <a:lnTo>
                  <a:pt x="109978" y="58572"/>
                </a:lnTo>
                <a:lnTo>
                  <a:pt x="117839" y="69374"/>
                </a:lnTo>
                <a:close/>
                <a:moveTo>
                  <a:pt x="124708" y="64495"/>
                </a:moveTo>
                <a:lnTo>
                  <a:pt x="131576" y="64992"/>
                </a:lnTo>
                <a:lnTo>
                  <a:pt x="109978" y="58572"/>
                </a:lnTo>
                <a:close/>
                <a:moveTo>
                  <a:pt x="124708" y="64495"/>
                </a:moveTo>
                <a:lnTo>
                  <a:pt x="139437" y="75851"/>
                </a:lnTo>
                <a:lnTo>
                  <a:pt x="131576" y="64992"/>
                </a:lnTo>
                <a:close/>
                <a:moveTo>
                  <a:pt x="95248" y="52487"/>
                </a:moveTo>
                <a:lnTo>
                  <a:pt x="88379" y="51294"/>
                </a:lnTo>
                <a:lnTo>
                  <a:pt x="109978" y="58572"/>
                </a:lnTo>
                <a:close/>
                <a:moveTo>
                  <a:pt x="95248" y="52487"/>
                </a:moveTo>
                <a:lnTo>
                  <a:pt x="80518" y="42527"/>
                </a:lnTo>
                <a:lnTo>
                  <a:pt x="88379" y="51294"/>
                </a:lnTo>
                <a:close/>
                <a:moveTo>
                  <a:pt x="95248" y="52487"/>
                </a:moveTo>
                <a:lnTo>
                  <a:pt x="109978" y="58572"/>
                </a:lnTo>
                <a:lnTo>
                  <a:pt x="102116" y="50294"/>
                </a:lnTo>
                <a:close/>
                <a:moveTo>
                  <a:pt x="73649" y="43479"/>
                </a:moveTo>
                <a:lnTo>
                  <a:pt x="80518" y="42527"/>
                </a:lnTo>
                <a:lnTo>
                  <a:pt x="58919" y="35206"/>
                </a:lnTo>
                <a:close/>
                <a:moveTo>
                  <a:pt x="73649" y="43479"/>
                </a:moveTo>
                <a:lnTo>
                  <a:pt x="88379" y="51294"/>
                </a:lnTo>
                <a:lnTo>
                  <a:pt x="80518" y="42527"/>
                </a:lnTo>
                <a:close/>
                <a:moveTo>
                  <a:pt x="65788" y="33511"/>
                </a:moveTo>
                <a:lnTo>
                  <a:pt x="58919" y="35206"/>
                </a:lnTo>
                <a:lnTo>
                  <a:pt x="80518" y="42527"/>
                </a:lnTo>
                <a:close/>
                <a:moveTo>
                  <a:pt x="65788" y="33511"/>
                </a:moveTo>
                <a:lnTo>
                  <a:pt x="51058" y="25722"/>
                </a:lnTo>
                <a:lnTo>
                  <a:pt x="58919" y="35206"/>
                </a:lnTo>
                <a:close/>
                <a:moveTo>
                  <a:pt x="44190" y="25745"/>
                </a:moveTo>
                <a:lnTo>
                  <a:pt x="29460" y="17857"/>
                </a:lnTo>
                <a:lnTo>
                  <a:pt x="37321" y="29671"/>
                </a:lnTo>
                <a:close/>
                <a:moveTo>
                  <a:pt x="44190" y="25745"/>
                </a:moveTo>
                <a:lnTo>
                  <a:pt x="51058" y="25722"/>
                </a:lnTo>
                <a:lnTo>
                  <a:pt x="29460" y="17857"/>
                </a:lnTo>
                <a:close/>
                <a:moveTo>
                  <a:pt x="44190" y="25745"/>
                </a:moveTo>
                <a:lnTo>
                  <a:pt x="58919" y="35206"/>
                </a:lnTo>
                <a:lnTo>
                  <a:pt x="51058" y="25722"/>
                </a:lnTo>
                <a:close/>
                <a:moveTo>
                  <a:pt x="14730" y="8826"/>
                </a:moveTo>
                <a:lnTo>
                  <a:pt x="7861" y="11254"/>
                </a:lnTo>
                <a:lnTo>
                  <a:pt x="29460" y="17857"/>
                </a:lnTo>
                <a:close/>
                <a:moveTo>
                  <a:pt x="14730" y="8826"/>
                </a:moveTo>
                <a:lnTo>
                  <a:pt x="0" y="0"/>
                </a:lnTo>
                <a:lnTo>
                  <a:pt x="7861" y="11254"/>
                </a:lnTo>
                <a:close/>
                <a:moveTo>
                  <a:pt x="14730" y="8826"/>
                </a:moveTo>
                <a:lnTo>
                  <a:pt x="29460" y="17857"/>
                </a:lnTo>
                <a:lnTo>
                  <a:pt x="21599" y="8281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83" name="PANEL_01-slope-21-220_977">
            <a:extLst>
              <a:ext uri="{FF2B5EF4-FFF2-40B4-BE49-F238E27FC236}">
                <a16:creationId xmlns:a16="http://schemas.microsoft.com/office/drawing/2014/main" id="{A587CE9F-95B6-4B2E-881B-A9F33804B536}"/>
              </a:ext>
            </a:extLst>
          </p:cNvPr>
          <p:cNvSpPr>
            <a:spLocks/>
          </p:cNvSpPr>
          <p:nvPr/>
        </p:nvSpPr>
        <p:spPr>
          <a:xfrm>
            <a:off x="964912" y="988773"/>
            <a:ext cx="1385816" cy="216010"/>
          </a:xfrm>
          <a:custGeom>
            <a:pathLst>
              <a:path w="938662" h="146310">
                <a:moveTo>
                  <a:pt x="923932" y="70269"/>
                </a:moveTo>
                <a:lnTo>
                  <a:pt x="917063" y="77421"/>
                </a:lnTo>
                <a:lnTo>
                  <a:pt x="938662" y="79318"/>
                </a:lnTo>
                <a:close/>
                <a:moveTo>
                  <a:pt x="923932" y="70269"/>
                </a:moveTo>
                <a:lnTo>
                  <a:pt x="909202" y="64244"/>
                </a:lnTo>
                <a:lnTo>
                  <a:pt x="917063" y="77421"/>
                </a:lnTo>
                <a:close/>
                <a:moveTo>
                  <a:pt x="923932" y="70269"/>
                </a:moveTo>
                <a:lnTo>
                  <a:pt x="930800" y="67318"/>
                </a:lnTo>
                <a:lnTo>
                  <a:pt x="909202" y="64244"/>
                </a:lnTo>
                <a:close/>
                <a:moveTo>
                  <a:pt x="517451" y="138860"/>
                </a:moveTo>
                <a:lnTo>
                  <a:pt x="502721" y="133694"/>
                </a:lnTo>
                <a:lnTo>
                  <a:pt x="510582" y="145094"/>
                </a:lnTo>
                <a:close/>
                <a:moveTo>
                  <a:pt x="495853" y="140587"/>
                </a:moveTo>
                <a:lnTo>
                  <a:pt x="488984" y="146310"/>
                </a:lnTo>
                <a:lnTo>
                  <a:pt x="510582" y="145094"/>
                </a:lnTo>
                <a:close/>
                <a:moveTo>
                  <a:pt x="495853" y="140587"/>
                </a:moveTo>
                <a:lnTo>
                  <a:pt x="481123" y="134341"/>
                </a:lnTo>
                <a:lnTo>
                  <a:pt x="488984" y="146310"/>
                </a:lnTo>
                <a:close/>
                <a:moveTo>
                  <a:pt x="495853" y="140587"/>
                </a:moveTo>
                <a:lnTo>
                  <a:pt x="502721" y="133694"/>
                </a:lnTo>
                <a:lnTo>
                  <a:pt x="481123" y="134341"/>
                </a:lnTo>
                <a:close/>
                <a:moveTo>
                  <a:pt x="495853" y="140587"/>
                </a:moveTo>
                <a:lnTo>
                  <a:pt x="510582" y="145094"/>
                </a:lnTo>
                <a:lnTo>
                  <a:pt x="502721" y="133694"/>
                </a:lnTo>
                <a:close/>
                <a:moveTo>
                  <a:pt x="474254" y="139880"/>
                </a:moveTo>
                <a:lnTo>
                  <a:pt x="481123" y="134341"/>
                </a:lnTo>
                <a:lnTo>
                  <a:pt x="459524" y="134410"/>
                </a:lnTo>
                <a:close/>
                <a:moveTo>
                  <a:pt x="474254" y="139880"/>
                </a:moveTo>
                <a:lnTo>
                  <a:pt x="488984" y="146310"/>
                </a:lnTo>
                <a:lnTo>
                  <a:pt x="481123" y="134341"/>
                </a:lnTo>
                <a:close/>
                <a:moveTo>
                  <a:pt x="466393" y="129225"/>
                </a:moveTo>
                <a:lnTo>
                  <a:pt x="459524" y="134410"/>
                </a:lnTo>
                <a:lnTo>
                  <a:pt x="481123" y="134341"/>
                </a:lnTo>
                <a:close/>
                <a:moveTo>
                  <a:pt x="466393" y="129225"/>
                </a:moveTo>
                <a:lnTo>
                  <a:pt x="451663" y="123717"/>
                </a:lnTo>
                <a:lnTo>
                  <a:pt x="459524" y="134410"/>
                </a:lnTo>
                <a:close/>
                <a:moveTo>
                  <a:pt x="444794" y="129412"/>
                </a:moveTo>
                <a:lnTo>
                  <a:pt x="437926" y="133735"/>
                </a:lnTo>
                <a:lnTo>
                  <a:pt x="459524" y="134410"/>
                </a:lnTo>
                <a:close/>
                <a:moveTo>
                  <a:pt x="444794" y="129412"/>
                </a:moveTo>
                <a:lnTo>
                  <a:pt x="430064" y="123818"/>
                </a:lnTo>
                <a:lnTo>
                  <a:pt x="437926" y="133735"/>
                </a:lnTo>
                <a:close/>
                <a:moveTo>
                  <a:pt x="444794" y="129412"/>
                </a:moveTo>
                <a:lnTo>
                  <a:pt x="451663" y="123717"/>
                </a:lnTo>
                <a:lnTo>
                  <a:pt x="430064" y="123818"/>
                </a:lnTo>
                <a:close/>
                <a:moveTo>
                  <a:pt x="444794" y="129412"/>
                </a:moveTo>
                <a:lnTo>
                  <a:pt x="459524" y="134410"/>
                </a:lnTo>
                <a:lnTo>
                  <a:pt x="451663" y="123717"/>
                </a:lnTo>
                <a:close/>
                <a:moveTo>
                  <a:pt x="423196" y="128301"/>
                </a:moveTo>
                <a:lnTo>
                  <a:pt x="430064" y="123818"/>
                </a:lnTo>
                <a:lnTo>
                  <a:pt x="408466" y="121764"/>
                </a:lnTo>
                <a:close/>
                <a:moveTo>
                  <a:pt x="423196" y="128301"/>
                </a:moveTo>
                <a:lnTo>
                  <a:pt x="437926" y="133735"/>
                </a:lnTo>
                <a:lnTo>
                  <a:pt x="430064" y="123818"/>
                </a:lnTo>
                <a:close/>
                <a:moveTo>
                  <a:pt x="415335" y="117983"/>
                </a:moveTo>
                <a:lnTo>
                  <a:pt x="408466" y="121764"/>
                </a:lnTo>
                <a:lnTo>
                  <a:pt x="430064" y="123818"/>
                </a:lnTo>
                <a:close/>
                <a:moveTo>
                  <a:pt x="415335" y="117983"/>
                </a:moveTo>
                <a:lnTo>
                  <a:pt x="400605" y="109433"/>
                </a:lnTo>
                <a:lnTo>
                  <a:pt x="408466" y="121764"/>
                </a:lnTo>
                <a:close/>
                <a:moveTo>
                  <a:pt x="393736" y="115106"/>
                </a:moveTo>
                <a:lnTo>
                  <a:pt x="386867" y="118533"/>
                </a:lnTo>
                <a:lnTo>
                  <a:pt x="408466" y="121764"/>
                </a:lnTo>
                <a:close/>
                <a:moveTo>
                  <a:pt x="393736" y="115106"/>
                </a:moveTo>
                <a:lnTo>
                  <a:pt x="379006" y="106397"/>
                </a:lnTo>
                <a:lnTo>
                  <a:pt x="386867" y="118533"/>
                </a:lnTo>
                <a:close/>
                <a:moveTo>
                  <a:pt x="393736" y="115106"/>
                </a:moveTo>
                <a:lnTo>
                  <a:pt x="400605" y="109433"/>
                </a:lnTo>
                <a:lnTo>
                  <a:pt x="379006" y="106397"/>
                </a:lnTo>
                <a:close/>
                <a:moveTo>
                  <a:pt x="393736" y="115106"/>
                </a:moveTo>
                <a:lnTo>
                  <a:pt x="408466" y="121764"/>
                </a:lnTo>
                <a:lnTo>
                  <a:pt x="400605" y="109433"/>
                </a:lnTo>
                <a:close/>
                <a:moveTo>
                  <a:pt x="372138" y="110958"/>
                </a:moveTo>
                <a:lnTo>
                  <a:pt x="379006" y="106397"/>
                </a:lnTo>
                <a:lnTo>
                  <a:pt x="357408" y="103657"/>
                </a:lnTo>
                <a:close/>
                <a:moveTo>
                  <a:pt x="372138" y="110958"/>
                </a:moveTo>
                <a:lnTo>
                  <a:pt x="386867" y="118533"/>
                </a:lnTo>
                <a:lnTo>
                  <a:pt x="379006" y="106397"/>
                </a:lnTo>
                <a:close/>
                <a:moveTo>
                  <a:pt x="364276" y="98634"/>
                </a:moveTo>
                <a:lnTo>
                  <a:pt x="357408" y="103657"/>
                </a:lnTo>
                <a:lnTo>
                  <a:pt x="379006" y="106397"/>
                </a:lnTo>
                <a:close/>
                <a:moveTo>
                  <a:pt x="364276" y="98634"/>
                </a:moveTo>
                <a:lnTo>
                  <a:pt x="349546" y="91467"/>
                </a:lnTo>
                <a:lnTo>
                  <a:pt x="357408" y="103657"/>
                </a:lnTo>
                <a:close/>
                <a:moveTo>
                  <a:pt x="342678" y="95854"/>
                </a:moveTo>
                <a:lnTo>
                  <a:pt x="327948" y="89459"/>
                </a:lnTo>
                <a:lnTo>
                  <a:pt x="335809" y="103188"/>
                </a:lnTo>
                <a:close/>
                <a:moveTo>
                  <a:pt x="342678" y="95854"/>
                </a:moveTo>
                <a:lnTo>
                  <a:pt x="349546" y="91467"/>
                </a:lnTo>
                <a:lnTo>
                  <a:pt x="327948" y="89459"/>
                </a:lnTo>
                <a:close/>
                <a:moveTo>
                  <a:pt x="342678" y="95854"/>
                </a:moveTo>
                <a:lnTo>
                  <a:pt x="357408" y="103657"/>
                </a:lnTo>
                <a:lnTo>
                  <a:pt x="349546" y="91467"/>
                </a:lnTo>
                <a:close/>
                <a:moveTo>
                  <a:pt x="321079" y="95923"/>
                </a:moveTo>
                <a:lnTo>
                  <a:pt x="327948" y="89459"/>
                </a:lnTo>
                <a:lnTo>
                  <a:pt x="306349" y="90618"/>
                </a:lnTo>
                <a:close/>
                <a:moveTo>
                  <a:pt x="334817" y="84355"/>
                </a:moveTo>
                <a:lnTo>
                  <a:pt x="327948" y="89459"/>
                </a:lnTo>
                <a:lnTo>
                  <a:pt x="349546" y="91467"/>
                </a:lnTo>
                <a:close/>
                <a:moveTo>
                  <a:pt x="313218" y="81703"/>
                </a:moveTo>
                <a:lnTo>
                  <a:pt x="306349" y="90618"/>
                </a:lnTo>
                <a:lnTo>
                  <a:pt x="327948" y="89459"/>
                </a:lnTo>
                <a:close/>
                <a:moveTo>
                  <a:pt x="313218" y="81703"/>
                </a:moveTo>
                <a:lnTo>
                  <a:pt x="327948" y="89459"/>
                </a:lnTo>
                <a:lnTo>
                  <a:pt x="320087" y="76425"/>
                </a:lnTo>
                <a:close/>
                <a:moveTo>
                  <a:pt x="262160" y="69217"/>
                </a:moveTo>
                <a:lnTo>
                  <a:pt x="276890" y="76834"/>
                </a:lnTo>
                <a:lnTo>
                  <a:pt x="269028" y="62462"/>
                </a:lnTo>
                <a:close/>
                <a:moveTo>
                  <a:pt x="218963" y="75327"/>
                </a:moveTo>
                <a:lnTo>
                  <a:pt x="225831" y="66635"/>
                </a:lnTo>
                <a:lnTo>
                  <a:pt x="204233" y="67065"/>
                </a:lnTo>
                <a:close/>
                <a:moveTo>
                  <a:pt x="211102" y="60064"/>
                </a:moveTo>
                <a:lnTo>
                  <a:pt x="204233" y="67065"/>
                </a:lnTo>
                <a:lnTo>
                  <a:pt x="225831" y="66635"/>
                </a:lnTo>
                <a:close/>
                <a:moveTo>
                  <a:pt x="211102" y="60064"/>
                </a:moveTo>
                <a:lnTo>
                  <a:pt x="196372" y="50704"/>
                </a:lnTo>
                <a:lnTo>
                  <a:pt x="204233" y="67065"/>
                </a:lnTo>
                <a:close/>
                <a:moveTo>
                  <a:pt x="211102" y="60064"/>
                </a:moveTo>
                <a:lnTo>
                  <a:pt x="225831" y="66635"/>
                </a:lnTo>
                <a:lnTo>
                  <a:pt x="217970" y="52361"/>
                </a:lnTo>
                <a:close/>
                <a:moveTo>
                  <a:pt x="189503" y="58396"/>
                </a:moveTo>
                <a:lnTo>
                  <a:pt x="174773" y="47438"/>
                </a:lnTo>
                <a:lnTo>
                  <a:pt x="182634" y="65203"/>
                </a:lnTo>
                <a:close/>
                <a:moveTo>
                  <a:pt x="189503" y="58396"/>
                </a:moveTo>
                <a:lnTo>
                  <a:pt x="196372" y="50704"/>
                </a:lnTo>
                <a:lnTo>
                  <a:pt x="174773" y="47438"/>
                </a:lnTo>
                <a:close/>
                <a:moveTo>
                  <a:pt x="189503" y="58396"/>
                </a:moveTo>
                <a:lnTo>
                  <a:pt x="204233" y="67065"/>
                </a:lnTo>
                <a:lnTo>
                  <a:pt x="196372" y="50704"/>
                </a:lnTo>
                <a:close/>
                <a:moveTo>
                  <a:pt x="181642" y="40474"/>
                </a:moveTo>
                <a:lnTo>
                  <a:pt x="174773" y="47438"/>
                </a:lnTo>
                <a:lnTo>
                  <a:pt x="196372" y="50704"/>
                </a:lnTo>
                <a:close/>
                <a:moveTo>
                  <a:pt x="181642" y="40474"/>
                </a:moveTo>
                <a:lnTo>
                  <a:pt x="166912" y="29011"/>
                </a:lnTo>
                <a:lnTo>
                  <a:pt x="174773" y="47438"/>
                </a:lnTo>
                <a:close/>
                <a:moveTo>
                  <a:pt x="160043" y="36048"/>
                </a:moveTo>
                <a:lnTo>
                  <a:pt x="153175" y="43512"/>
                </a:lnTo>
                <a:lnTo>
                  <a:pt x="174773" y="47438"/>
                </a:lnTo>
                <a:close/>
                <a:moveTo>
                  <a:pt x="160043" y="36048"/>
                </a:moveTo>
                <a:lnTo>
                  <a:pt x="145314" y="22800"/>
                </a:lnTo>
                <a:lnTo>
                  <a:pt x="153175" y="43512"/>
                </a:lnTo>
                <a:close/>
                <a:moveTo>
                  <a:pt x="160043" y="36048"/>
                </a:moveTo>
                <a:lnTo>
                  <a:pt x="166912" y="29011"/>
                </a:lnTo>
                <a:lnTo>
                  <a:pt x="145314" y="22800"/>
                </a:lnTo>
                <a:close/>
                <a:moveTo>
                  <a:pt x="160043" y="36048"/>
                </a:moveTo>
                <a:lnTo>
                  <a:pt x="174773" y="47438"/>
                </a:lnTo>
                <a:lnTo>
                  <a:pt x="166912" y="29011"/>
                </a:lnTo>
                <a:close/>
                <a:moveTo>
                  <a:pt x="138445" y="30369"/>
                </a:moveTo>
                <a:lnTo>
                  <a:pt x="145314" y="22800"/>
                </a:lnTo>
                <a:lnTo>
                  <a:pt x="123715" y="17589"/>
                </a:lnTo>
                <a:close/>
                <a:moveTo>
                  <a:pt x="138445" y="30369"/>
                </a:moveTo>
                <a:lnTo>
                  <a:pt x="153175" y="43512"/>
                </a:lnTo>
                <a:lnTo>
                  <a:pt x="145314" y="22800"/>
                </a:lnTo>
                <a:close/>
                <a:moveTo>
                  <a:pt x="130584" y="8431"/>
                </a:moveTo>
                <a:lnTo>
                  <a:pt x="123715" y="17589"/>
                </a:lnTo>
                <a:lnTo>
                  <a:pt x="145314" y="22800"/>
                </a:lnTo>
                <a:close/>
                <a:moveTo>
                  <a:pt x="130584" y="8431"/>
                </a:moveTo>
                <a:lnTo>
                  <a:pt x="115854" y="2157"/>
                </a:lnTo>
                <a:lnTo>
                  <a:pt x="123715" y="17589"/>
                </a:lnTo>
                <a:close/>
                <a:moveTo>
                  <a:pt x="130584" y="8431"/>
                </a:moveTo>
                <a:lnTo>
                  <a:pt x="137452" y="4743"/>
                </a:lnTo>
                <a:lnTo>
                  <a:pt x="115854" y="2157"/>
                </a:lnTo>
                <a:close/>
                <a:moveTo>
                  <a:pt x="108985" y="4456"/>
                </a:moveTo>
                <a:lnTo>
                  <a:pt x="115854" y="2157"/>
                </a:lnTo>
                <a:lnTo>
                  <a:pt x="94255" y="4814"/>
                </a:lnTo>
                <a:close/>
                <a:moveTo>
                  <a:pt x="108985" y="4456"/>
                </a:moveTo>
                <a:lnTo>
                  <a:pt x="123715" y="17589"/>
                </a:lnTo>
                <a:lnTo>
                  <a:pt x="115854" y="2157"/>
                </a:lnTo>
                <a:close/>
                <a:moveTo>
                  <a:pt x="101124" y="0"/>
                </a:moveTo>
                <a:lnTo>
                  <a:pt x="94255" y="4814"/>
                </a:lnTo>
                <a:lnTo>
                  <a:pt x="115854" y="2157"/>
                </a:lnTo>
                <a:close/>
                <a:moveTo>
                  <a:pt x="79525" y="7205"/>
                </a:moveTo>
                <a:lnTo>
                  <a:pt x="72657" y="9943"/>
                </a:lnTo>
                <a:lnTo>
                  <a:pt x="94255" y="4814"/>
                </a:lnTo>
                <a:close/>
                <a:moveTo>
                  <a:pt x="79525" y="7205"/>
                </a:moveTo>
                <a:lnTo>
                  <a:pt x="64796" y="9559"/>
                </a:lnTo>
                <a:lnTo>
                  <a:pt x="72657" y="9943"/>
                </a:lnTo>
                <a:close/>
                <a:moveTo>
                  <a:pt x="79525" y="7205"/>
                </a:moveTo>
                <a:lnTo>
                  <a:pt x="94255" y="4814"/>
                </a:lnTo>
                <a:lnTo>
                  <a:pt x="86394" y="4634"/>
                </a:lnTo>
                <a:close/>
                <a:moveTo>
                  <a:pt x="57927" y="12860"/>
                </a:moveTo>
                <a:lnTo>
                  <a:pt x="51058" y="14401"/>
                </a:lnTo>
                <a:lnTo>
                  <a:pt x="72657" y="9943"/>
                </a:lnTo>
                <a:close/>
                <a:moveTo>
                  <a:pt x="57927" y="12860"/>
                </a:moveTo>
                <a:lnTo>
                  <a:pt x="43197" y="11911"/>
                </a:lnTo>
                <a:lnTo>
                  <a:pt x="51058" y="14401"/>
                </a:lnTo>
                <a:close/>
                <a:moveTo>
                  <a:pt x="57927" y="12860"/>
                </a:moveTo>
                <a:lnTo>
                  <a:pt x="64796" y="9559"/>
                </a:lnTo>
                <a:lnTo>
                  <a:pt x="43197" y="11911"/>
                </a:lnTo>
                <a:close/>
                <a:moveTo>
                  <a:pt x="57927" y="12860"/>
                </a:moveTo>
                <a:lnTo>
                  <a:pt x="72657" y="9943"/>
                </a:lnTo>
                <a:lnTo>
                  <a:pt x="64796" y="9559"/>
                </a:lnTo>
                <a:close/>
                <a:moveTo>
                  <a:pt x="36328" y="15882"/>
                </a:moveTo>
                <a:lnTo>
                  <a:pt x="43197" y="11911"/>
                </a:lnTo>
                <a:lnTo>
                  <a:pt x="21599" y="12039"/>
                </a:lnTo>
                <a:close/>
                <a:moveTo>
                  <a:pt x="36328" y="15882"/>
                </a:moveTo>
                <a:lnTo>
                  <a:pt x="51058" y="14401"/>
                </a:lnTo>
                <a:lnTo>
                  <a:pt x="43197" y="11911"/>
                </a:lnTo>
                <a:close/>
                <a:moveTo>
                  <a:pt x="14730" y="18219"/>
                </a:moveTo>
                <a:lnTo>
                  <a:pt x="21599" y="12039"/>
                </a:lnTo>
                <a:lnTo>
                  <a:pt x="0" y="10198"/>
                </a:lnTo>
                <a:close/>
                <a:moveTo>
                  <a:pt x="28467" y="8710"/>
                </a:moveTo>
                <a:lnTo>
                  <a:pt x="21599" y="12039"/>
                </a:lnTo>
                <a:lnTo>
                  <a:pt x="43197" y="11911"/>
                </a:lnTo>
                <a:close/>
                <a:moveTo>
                  <a:pt x="6869" y="5347"/>
                </a:moveTo>
                <a:lnTo>
                  <a:pt x="0" y="10198"/>
                </a:lnTo>
                <a:lnTo>
                  <a:pt x="21599" y="12039"/>
                </a:lnTo>
                <a:close/>
                <a:moveTo>
                  <a:pt x="6869" y="5347"/>
                </a:moveTo>
                <a:lnTo>
                  <a:pt x="21599" y="12039"/>
                </a:lnTo>
                <a:lnTo>
                  <a:pt x="13737" y="1027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84" name="PANEL_01-slope-21-225_978">
            <a:extLst>
              <a:ext uri="{FF2B5EF4-FFF2-40B4-BE49-F238E27FC236}">
                <a16:creationId xmlns:a16="http://schemas.microsoft.com/office/drawing/2014/main" id="{C932E92D-D85F-44AD-87E9-11A8ED9AC9BD}"/>
              </a:ext>
            </a:extLst>
          </p:cNvPr>
          <p:cNvSpPr>
            <a:spLocks/>
          </p:cNvSpPr>
          <p:nvPr/>
        </p:nvSpPr>
        <p:spPr>
          <a:xfrm>
            <a:off x="1288184" y="1063697"/>
            <a:ext cx="1030659" cy="144565"/>
          </a:xfrm>
          <a:custGeom>
            <a:pathLst>
              <a:path w="698100" h="97919">
                <a:moveTo>
                  <a:pt x="683370" y="20967"/>
                </a:moveTo>
                <a:lnTo>
                  <a:pt x="690239" y="13495"/>
                </a:lnTo>
                <a:lnTo>
                  <a:pt x="668641" y="17083"/>
                </a:lnTo>
                <a:close/>
                <a:moveTo>
                  <a:pt x="683370" y="20967"/>
                </a:moveTo>
                <a:lnTo>
                  <a:pt x="698100" y="26672"/>
                </a:lnTo>
                <a:lnTo>
                  <a:pt x="690239" y="13495"/>
                </a:lnTo>
                <a:close/>
                <a:moveTo>
                  <a:pt x="661772" y="28667"/>
                </a:moveTo>
                <a:lnTo>
                  <a:pt x="668641" y="17083"/>
                </a:lnTo>
                <a:lnTo>
                  <a:pt x="647042" y="26320"/>
                </a:lnTo>
                <a:close/>
                <a:moveTo>
                  <a:pt x="675509" y="5450"/>
                </a:moveTo>
                <a:lnTo>
                  <a:pt x="668641" y="17083"/>
                </a:lnTo>
                <a:lnTo>
                  <a:pt x="690239" y="13495"/>
                </a:lnTo>
                <a:close/>
                <a:moveTo>
                  <a:pt x="675509" y="5450"/>
                </a:moveTo>
                <a:lnTo>
                  <a:pt x="660779" y="2060"/>
                </a:lnTo>
                <a:lnTo>
                  <a:pt x="668641" y="17083"/>
                </a:lnTo>
                <a:close/>
                <a:moveTo>
                  <a:pt x="653911" y="13249"/>
                </a:moveTo>
                <a:lnTo>
                  <a:pt x="668641" y="17083"/>
                </a:lnTo>
                <a:lnTo>
                  <a:pt x="660779" y="2060"/>
                </a:lnTo>
                <a:close/>
                <a:moveTo>
                  <a:pt x="632312" y="23768"/>
                </a:moveTo>
                <a:lnTo>
                  <a:pt x="617582" y="18572"/>
                </a:lnTo>
                <a:lnTo>
                  <a:pt x="625444" y="36324"/>
                </a:lnTo>
                <a:close/>
                <a:moveTo>
                  <a:pt x="632312" y="23768"/>
                </a:moveTo>
                <a:lnTo>
                  <a:pt x="639181" y="10640"/>
                </a:lnTo>
                <a:lnTo>
                  <a:pt x="617582" y="18572"/>
                </a:lnTo>
                <a:close/>
                <a:moveTo>
                  <a:pt x="610714" y="31901"/>
                </a:moveTo>
                <a:lnTo>
                  <a:pt x="595984" y="23677"/>
                </a:lnTo>
                <a:lnTo>
                  <a:pt x="603845" y="42361"/>
                </a:lnTo>
                <a:close/>
                <a:moveTo>
                  <a:pt x="610714" y="31901"/>
                </a:moveTo>
                <a:lnTo>
                  <a:pt x="617582" y="18572"/>
                </a:lnTo>
                <a:lnTo>
                  <a:pt x="595984" y="23677"/>
                </a:lnTo>
                <a:close/>
                <a:moveTo>
                  <a:pt x="610714" y="31901"/>
                </a:moveTo>
                <a:lnTo>
                  <a:pt x="625444" y="36324"/>
                </a:lnTo>
                <a:lnTo>
                  <a:pt x="617582" y="18572"/>
                </a:lnTo>
                <a:close/>
                <a:moveTo>
                  <a:pt x="589115" y="34765"/>
                </a:moveTo>
                <a:lnTo>
                  <a:pt x="595984" y="23677"/>
                </a:lnTo>
                <a:lnTo>
                  <a:pt x="574385" y="25656"/>
                </a:lnTo>
                <a:close/>
                <a:moveTo>
                  <a:pt x="602853" y="12150"/>
                </a:moveTo>
                <a:lnTo>
                  <a:pt x="595984" y="23677"/>
                </a:lnTo>
                <a:lnTo>
                  <a:pt x="617582" y="18572"/>
                </a:lnTo>
                <a:close/>
                <a:moveTo>
                  <a:pt x="602853" y="12150"/>
                </a:moveTo>
                <a:lnTo>
                  <a:pt x="588123" y="5990"/>
                </a:lnTo>
                <a:lnTo>
                  <a:pt x="595984" y="23677"/>
                </a:lnTo>
                <a:close/>
                <a:moveTo>
                  <a:pt x="581254" y="15892"/>
                </a:moveTo>
                <a:lnTo>
                  <a:pt x="574385" y="25656"/>
                </a:lnTo>
                <a:lnTo>
                  <a:pt x="595984" y="23677"/>
                </a:lnTo>
                <a:close/>
                <a:moveTo>
                  <a:pt x="581254" y="15892"/>
                </a:moveTo>
                <a:lnTo>
                  <a:pt x="566524" y="8962"/>
                </a:lnTo>
                <a:lnTo>
                  <a:pt x="574385" y="25656"/>
                </a:lnTo>
                <a:close/>
                <a:moveTo>
                  <a:pt x="581254" y="15892"/>
                </a:moveTo>
                <a:lnTo>
                  <a:pt x="588123" y="5990"/>
                </a:lnTo>
                <a:lnTo>
                  <a:pt x="566524" y="8962"/>
                </a:lnTo>
                <a:close/>
                <a:moveTo>
                  <a:pt x="581254" y="15892"/>
                </a:moveTo>
                <a:lnTo>
                  <a:pt x="595984" y="23677"/>
                </a:lnTo>
                <a:lnTo>
                  <a:pt x="588123" y="5990"/>
                </a:lnTo>
                <a:close/>
                <a:moveTo>
                  <a:pt x="559655" y="17476"/>
                </a:moveTo>
                <a:lnTo>
                  <a:pt x="544926" y="13649"/>
                </a:lnTo>
                <a:lnTo>
                  <a:pt x="552787" y="28697"/>
                </a:lnTo>
                <a:close/>
                <a:moveTo>
                  <a:pt x="559655" y="17476"/>
                </a:moveTo>
                <a:lnTo>
                  <a:pt x="566524" y="8962"/>
                </a:lnTo>
                <a:lnTo>
                  <a:pt x="544926" y="13649"/>
                </a:lnTo>
                <a:close/>
                <a:moveTo>
                  <a:pt x="559655" y="17476"/>
                </a:moveTo>
                <a:lnTo>
                  <a:pt x="574385" y="25656"/>
                </a:lnTo>
                <a:lnTo>
                  <a:pt x="566524" y="8962"/>
                </a:lnTo>
                <a:close/>
                <a:moveTo>
                  <a:pt x="538057" y="24705"/>
                </a:moveTo>
                <a:lnTo>
                  <a:pt x="544926" y="13649"/>
                </a:lnTo>
                <a:lnTo>
                  <a:pt x="523327" y="22478"/>
                </a:lnTo>
                <a:close/>
                <a:moveTo>
                  <a:pt x="538057" y="24705"/>
                </a:moveTo>
                <a:lnTo>
                  <a:pt x="552787" y="28697"/>
                </a:lnTo>
                <a:lnTo>
                  <a:pt x="544926" y="13649"/>
                </a:lnTo>
                <a:close/>
                <a:moveTo>
                  <a:pt x="551794" y="2518"/>
                </a:moveTo>
                <a:lnTo>
                  <a:pt x="544926" y="13649"/>
                </a:lnTo>
                <a:lnTo>
                  <a:pt x="566524" y="8962"/>
                </a:lnTo>
                <a:close/>
                <a:moveTo>
                  <a:pt x="530196" y="9898"/>
                </a:moveTo>
                <a:lnTo>
                  <a:pt x="523327" y="22478"/>
                </a:lnTo>
                <a:lnTo>
                  <a:pt x="544926" y="13649"/>
                </a:lnTo>
                <a:close/>
                <a:moveTo>
                  <a:pt x="530196" y="9898"/>
                </a:moveTo>
                <a:lnTo>
                  <a:pt x="544926" y="13649"/>
                </a:lnTo>
                <a:lnTo>
                  <a:pt x="537064" y="0"/>
                </a:lnTo>
                <a:close/>
                <a:moveTo>
                  <a:pt x="443802" y="55131"/>
                </a:moveTo>
                <a:lnTo>
                  <a:pt x="429072" y="54186"/>
                </a:lnTo>
                <a:lnTo>
                  <a:pt x="436933" y="65606"/>
                </a:lnTo>
                <a:close/>
                <a:moveTo>
                  <a:pt x="443802" y="55131"/>
                </a:moveTo>
                <a:lnTo>
                  <a:pt x="450670" y="43695"/>
                </a:lnTo>
                <a:lnTo>
                  <a:pt x="429072" y="54186"/>
                </a:lnTo>
                <a:close/>
                <a:moveTo>
                  <a:pt x="443802" y="55131"/>
                </a:moveTo>
                <a:lnTo>
                  <a:pt x="458532" y="56916"/>
                </a:lnTo>
                <a:lnTo>
                  <a:pt x="450670" y="43695"/>
                </a:lnTo>
                <a:close/>
                <a:moveTo>
                  <a:pt x="422203" y="64455"/>
                </a:moveTo>
                <a:lnTo>
                  <a:pt x="429072" y="54186"/>
                </a:lnTo>
                <a:lnTo>
                  <a:pt x="407473" y="63684"/>
                </a:lnTo>
                <a:close/>
                <a:moveTo>
                  <a:pt x="422203" y="64455"/>
                </a:moveTo>
                <a:lnTo>
                  <a:pt x="436933" y="65606"/>
                </a:lnTo>
                <a:lnTo>
                  <a:pt x="429072" y="54186"/>
                </a:lnTo>
                <a:close/>
                <a:moveTo>
                  <a:pt x="400605" y="72665"/>
                </a:moveTo>
                <a:lnTo>
                  <a:pt x="407473" y="63684"/>
                </a:lnTo>
                <a:lnTo>
                  <a:pt x="385875" y="72588"/>
                </a:lnTo>
                <a:close/>
                <a:moveTo>
                  <a:pt x="435941" y="43279"/>
                </a:moveTo>
                <a:lnTo>
                  <a:pt x="429072" y="54186"/>
                </a:lnTo>
                <a:lnTo>
                  <a:pt x="450670" y="43695"/>
                </a:lnTo>
                <a:close/>
                <a:moveTo>
                  <a:pt x="414342" y="53881"/>
                </a:moveTo>
                <a:lnTo>
                  <a:pt x="407473" y="63684"/>
                </a:lnTo>
                <a:lnTo>
                  <a:pt x="429072" y="54186"/>
                </a:lnTo>
                <a:close/>
                <a:moveTo>
                  <a:pt x="414342" y="53881"/>
                </a:moveTo>
                <a:lnTo>
                  <a:pt x="399612" y="53951"/>
                </a:lnTo>
                <a:lnTo>
                  <a:pt x="407473" y="63684"/>
                </a:lnTo>
                <a:close/>
                <a:moveTo>
                  <a:pt x="392743" y="63734"/>
                </a:moveTo>
                <a:lnTo>
                  <a:pt x="385875" y="72588"/>
                </a:lnTo>
                <a:lnTo>
                  <a:pt x="407473" y="63684"/>
                </a:lnTo>
                <a:close/>
                <a:moveTo>
                  <a:pt x="392743" y="63734"/>
                </a:moveTo>
                <a:lnTo>
                  <a:pt x="378014" y="64080"/>
                </a:lnTo>
                <a:lnTo>
                  <a:pt x="385875" y="72588"/>
                </a:lnTo>
                <a:close/>
                <a:moveTo>
                  <a:pt x="392743" y="63734"/>
                </a:moveTo>
                <a:lnTo>
                  <a:pt x="407473" y="63684"/>
                </a:lnTo>
                <a:lnTo>
                  <a:pt x="399612" y="53951"/>
                </a:lnTo>
                <a:close/>
                <a:moveTo>
                  <a:pt x="371145" y="73096"/>
                </a:moveTo>
                <a:lnTo>
                  <a:pt x="364276" y="80906"/>
                </a:lnTo>
                <a:lnTo>
                  <a:pt x="385875" y="72588"/>
                </a:lnTo>
                <a:close/>
                <a:moveTo>
                  <a:pt x="371145" y="73096"/>
                </a:moveTo>
                <a:lnTo>
                  <a:pt x="356415" y="73503"/>
                </a:lnTo>
                <a:lnTo>
                  <a:pt x="364276" y="80906"/>
                </a:lnTo>
                <a:close/>
                <a:moveTo>
                  <a:pt x="371145" y="73096"/>
                </a:moveTo>
                <a:lnTo>
                  <a:pt x="378014" y="64080"/>
                </a:lnTo>
                <a:lnTo>
                  <a:pt x="356415" y="73503"/>
                </a:lnTo>
                <a:close/>
                <a:moveTo>
                  <a:pt x="371145" y="73096"/>
                </a:moveTo>
                <a:lnTo>
                  <a:pt x="385875" y="72588"/>
                </a:lnTo>
                <a:lnTo>
                  <a:pt x="378014" y="64080"/>
                </a:lnTo>
                <a:close/>
                <a:moveTo>
                  <a:pt x="349546" y="81016"/>
                </a:moveTo>
                <a:lnTo>
                  <a:pt x="334817" y="82553"/>
                </a:lnTo>
                <a:lnTo>
                  <a:pt x="342678" y="89306"/>
                </a:lnTo>
                <a:close/>
                <a:moveTo>
                  <a:pt x="349546" y="81016"/>
                </a:moveTo>
                <a:lnTo>
                  <a:pt x="356415" y="73503"/>
                </a:lnTo>
                <a:lnTo>
                  <a:pt x="334817" y="82553"/>
                </a:lnTo>
                <a:close/>
                <a:moveTo>
                  <a:pt x="349546" y="81016"/>
                </a:moveTo>
                <a:lnTo>
                  <a:pt x="364276" y="80906"/>
                </a:lnTo>
                <a:lnTo>
                  <a:pt x="356415" y="73503"/>
                </a:lnTo>
                <a:close/>
                <a:moveTo>
                  <a:pt x="327948" y="90637"/>
                </a:moveTo>
                <a:lnTo>
                  <a:pt x="313218" y="90040"/>
                </a:lnTo>
                <a:lnTo>
                  <a:pt x="321079" y="97886"/>
                </a:lnTo>
                <a:close/>
                <a:moveTo>
                  <a:pt x="327948" y="90637"/>
                </a:moveTo>
                <a:lnTo>
                  <a:pt x="334817" y="82553"/>
                </a:lnTo>
                <a:lnTo>
                  <a:pt x="313218" y="90040"/>
                </a:lnTo>
                <a:close/>
                <a:moveTo>
                  <a:pt x="327948" y="90637"/>
                </a:moveTo>
                <a:lnTo>
                  <a:pt x="342678" y="89306"/>
                </a:lnTo>
                <a:lnTo>
                  <a:pt x="334817" y="82553"/>
                </a:lnTo>
                <a:close/>
                <a:moveTo>
                  <a:pt x="306349" y="97919"/>
                </a:moveTo>
                <a:lnTo>
                  <a:pt x="313218" y="90040"/>
                </a:lnTo>
                <a:lnTo>
                  <a:pt x="291620" y="94345"/>
                </a:lnTo>
                <a:close/>
                <a:moveTo>
                  <a:pt x="320087" y="83493"/>
                </a:moveTo>
                <a:lnTo>
                  <a:pt x="313218" y="90040"/>
                </a:lnTo>
                <a:lnTo>
                  <a:pt x="334817" y="82553"/>
                </a:lnTo>
                <a:close/>
                <a:moveTo>
                  <a:pt x="298488" y="88111"/>
                </a:moveTo>
                <a:lnTo>
                  <a:pt x="291620" y="94345"/>
                </a:lnTo>
                <a:lnTo>
                  <a:pt x="313218" y="90040"/>
                </a:lnTo>
                <a:close/>
                <a:moveTo>
                  <a:pt x="94255" y="30954"/>
                </a:moveTo>
                <a:lnTo>
                  <a:pt x="79525" y="24663"/>
                </a:lnTo>
                <a:lnTo>
                  <a:pt x="87387" y="39869"/>
                </a:lnTo>
                <a:close/>
                <a:moveTo>
                  <a:pt x="72657" y="32993"/>
                </a:moveTo>
                <a:lnTo>
                  <a:pt x="65788" y="43521"/>
                </a:lnTo>
                <a:lnTo>
                  <a:pt x="87387" y="39869"/>
                </a:lnTo>
                <a:close/>
                <a:moveTo>
                  <a:pt x="72657" y="32993"/>
                </a:moveTo>
                <a:lnTo>
                  <a:pt x="57927" y="26085"/>
                </a:lnTo>
                <a:lnTo>
                  <a:pt x="65788" y="43521"/>
                </a:lnTo>
                <a:close/>
                <a:moveTo>
                  <a:pt x="72657" y="32993"/>
                </a:moveTo>
                <a:lnTo>
                  <a:pt x="79525" y="24663"/>
                </a:lnTo>
                <a:lnTo>
                  <a:pt x="57927" y="26085"/>
                </a:lnTo>
                <a:close/>
                <a:moveTo>
                  <a:pt x="72657" y="32993"/>
                </a:moveTo>
                <a:lnTo>
                  <a:pt x="87387" y="39869"/>
                </a:lnTo>
                <a:lnTo>
                  <a:pt x="79525" y="24663"/>
                </a:lnTo>
                <a:close/>
                <a:moveTo>
                  <a:pt x="51058" y="36209"/>
                </a:moveTo>
                <a:lnTo>
                  <a:pt x="57927" y="26085"/>
                </a:lnTo>
                <a:lnTo>
                  <a:pt x="36328" y="29081"/>
                </a:lnTo>
                <a:close/>
                <a:moveTo>
                  <a:pt x="51058" y="36209"/>
                </a:moveTo>
                <a:lnTo>
                  <a:pt x="65788" y="43521"/>
                </a:lnTo>
                <a:lnTo>
                  <a:pt x="57927" y="26085"/>
                </a:lnTo>
                <a:close/>
                <a:moveTo>
                  <a:pt x="64796" y="16671"/>
                </a:moveTo>
                <a:lnTo>
                  <a:pt x="57927" y="26085"/>
                </a:lnTo>
                <a:lnTo>
                  <a:pt x="79525" y="24663"/>
                </a:lnTo>
                <a:close/>
                <a:moveTo>
                  <a:pt x="43197" y="18468"/>
                </a:moveTo>
                <a:lnTo>
                  <a:pt x="36328" y="29081"/>
                </a:lnTo>
                <a:lnTo>
                  <a:pt x="57927" y="26085"/>
                </a:lnTo>
                <a:close/>
                <a:moveTo>
                  <a:pt x="43197" y="18468"/>
                </a:moveTo>
                <a:lnTo>
                  <a:pt x="28467" y="13672"/>
                </a:lnTo>
                <a:lnTo>
                  <a:pt x="36328" y="29081"/>
                </a:lnTo>
                <a:close/>
                <a:moveTo>
                  <a:pt x="21599" y="21901"/>
                </a:moveTo>
                <a:lnTo>
                  <a:pt x="14730" y="32115"/>
                </a:lnTo>
                <a:lnTo>
                  <a:pt x="36328" y="29081"/>
                </a:lnTo>
                <a:close/>
                <a:moveTo>
                  <a:pt x="21599" y="21901"/>
                </a:moveTo>
                <a:lnTo>
                  <a:pt x="6869" y="15886"/>
                </a:lnTo>
                <a:lnTo>
                  <a:pt x="14730" y="32115"/>
                </a:lnTo>
                <a:close/>
                <a:moveTo>
                  <a:pt x="21599" y="21901"/>
                </a:moveTo>
                <a:lnTo>
                  <a:pt x="28467" y="13672"/>
                </a:lnTo>
                <a:lnTo>
                  <a:pt x="6869" y="15886"/>
                </a:lnTo>
                <a:close/>
                <a:moveTo>
                  <a:pt x="21599" y="21901"/>
                </a:moveTo>
                <a:lnTo>
                  <a:pt x="36328" y="29081"/>
                </a:lnTo>
                <a:lnTo>
                  <a:pt x="28467" y="13672"/>
                </a:lnTo>
                <a:close/>
                <a:moveTo>
                  <a:pt x="0" y="24578"/>
                </a:moveTo>
                <a:lnTo>
                  <a:pt x="14730" y="32115"/>
                </a:lnTo>
                <a:lnTo>
                  <a:pt x="6869" y="15886"/>
                </a:lnTo>
                <a:close/>
                <a:moveTo>
                  <a:pt x="13737" y="7750"/>
                </a:moveTo>
                <a:lnTo>
                  <a:pt x="6869" y="15886"/>
                </a:lnTo>
                <a:lnTo>
                  <a:pt x="28467" y="13672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85" name="PANEL_01-slope-21-230_979">
            <a:extLst>
              <a:ext uri="{FF2B5EF4-FFF2-40B4-BE49-F238E27FC236}">
                <a16:creationId xmlns:a16="http://schemas.microsoft.com/office/drawing/2014/main" id="{CEFB2C06-DC47-4E6F-A093-B7CFD35890F2}"/>
              </a:ext>
            </a:extLst>
          </p:cNvPr>
          <p:cNvSpPr>
            <a:spLocks/>
          </p:cNvSpPr>
          <p:nvPr/>
        </p:nvSpPr>
        <p:spPr>
          <a:xfrm>
            <a:off x="1953542" y="1076638"/>
            <a:ext cx="321806" cy="71091"/>
          </a:xfrm>
          <a:custGeom>
            <a:pathLst>
              <a:path w="217970" h="48152">
                <a:moveTo>
                  <a:pt x="203240" y="4484"/>
                </a:moveTo>
                <a:lnTo>
                  <a:pt x="196372" y="17555"/>
                </a:lnTo>
                <a:lnTo>
                  <a:pt x="217970" y="8318"/>
                </a:lnTo>
                <a:close/>
                <a:moveTo>
                  <a:pt x="203240" y="4484"/>
                </a:moveTo>
                <a:lnTo>
                  <a:pt x="188511" y="1875"/>
                </a:lnTo>
                <a:lnTo>
                  <a:pt x="196372" y="17555"/>
                </a:lnTo>
                <a:close/>
                <a:moveTo>
                  <a:pt x="181642" y="15003"/>
                </a:moveTo>
                <a:lnTo>
                  <a:pt x="174773" y="27559"/>
                </a:lnTo>
                <a:lnTo>
                  <a:pt x="196372" y="17555"/>
                </a:lnTo>
                <a:close/>
                <a:moveTo>
                  <a:pt x="181642" y="15003"/>
                </a:moveTo>
                <a:lnTo>
                  <a:pt x="196372" y="17555"/>
                </a:lnTo>
                <a:lnTo>
                  <a:pt x="188511" y="1875"/>
                </a:lnTo>
                <a:close/>
                <a:moveTo>
                  <a:pt x="65788" y="26720"/>
                </a:moveTo>
                <a:lnTo>
                  <a:pt x="72657" y="13713"/>
                </a:lnTo>
                <a:lnTo>
                  <a:pt x="51058" y="25550"/>
                </a:lnTo>
                <a:close/>
                <a:moveTo>
                  <a:pt x="79525" y="1133"/>
                </a:moveTo>
                <a:lnTo>
                  <a:pt x="64796" y="0"/>
                </a:lnTo>
                <a:lnTo>
                  <a:pt x="72657" y="13713"/>
                </a:lnTo>
                <a:close/>
                <a:moveTo>
                  <a:pt x="57927" y="11059"/>
                </a:moveTo>
                <a:lnTo>
                  <a:pt x="51058" y="25550"/>
                </a:lnTo>
                <a:lnTo>
                  <a:pt x="72657" y="13713"/>
                </a:lnTo>
                <a:close/>
                <a:moveTo>
                  <a:pt x="57927" y="11059"/>
                </a:moveTo>
                <a:lnTo>
                  <a:pt x="43197" y="11326"/>
                </a:lnTo>
                <a:lnTo>
                  <a:pt x="51058" y="25550"/>
                </a:lnTo>
                <a:close/>
                <a:moveTo>
                  <a:pt x="57927" y="11059"/>
                </a:moveTo>
                <a:lnTo>
                  <a:pt x="64796" y="0"/>
                </a:lnTo>
                <a:lnTo>
                  <a:pt x="43197" y="11326"/>
                </a:lnTo>
                <a:close/>
                <a:moveTo>
                  <a:pt x="57927" y="11059"/>
                </a:moveTo>
                <a:lnTo>
                  <a:pt x="72657" y="13713"/>
                </a:lnTo>
                <a:lnTo>
                  <a:pt x="64796" y="0"/>
                </a:lnTo>
                <a:close/>
                <a:moveTo>
                  <a:pt x="36328" y="24156"/>
                </a:moveTo>
                <a:lnTo>
                  <a:pt x="29460" y="37942"/>
                </a:lnTo>
                <a:lnTo>
                  <a:pt x="51058" y="25550"/>
                </a:lnTo>
                <a:close/>
                <a:moveTo>
                  <a:pt x="36328" y="24156"/>
                </a:moveTo>
                <a:lnTo>
                  <a:pt x="21599" y="23575"/>
                </a:lnTo>
                <a:lnTo>
                  <a:pt x="29460" y="37942"/>
                </a:lnTo>
                <a:close/>
                <a:moveTo>
                  <a:pt x="36328" y="24156"/>
                </a:moveTo>
                <a:lnTo>
                  <a:pt x="43197" y="11326"/>
                </a:lnTo>
                <a:lnTo>
                  <a:pt x="21599" y="23575"/>
                </a:lnTo>
                <a:close/>
                <a:moveTo>
                  <a:pt x="36328" y="24156"/>
                </a:moveTo>
                <a:lnTo>
                  <a:pt x="51058" y="25550"/>
                </a:lnTo>
                <a:lnTo>
                  <a:pt x="43197" y="11326"/>
                </a:lnTo>
                <a:close/>
                <a:moveTo>
                  <a:pt x="14730" y="36007"/>
                </a:moveTo>
                <a:lnTo>
                  <a:pt x="7861" y="48152"/>
                </a:lnTo>
                <a:lnTo>
                  <a:pt x="29460" y="37942"/>
                </a:lnTo>
                <a:close/>
                <a:moveTo>
                  <a:pt x="14730" y="36007"/>
                </a:moveTo>
                <a:lnTo>
                  <a:pt x="0" y="34930"/>
                </a:lnTo>
                <a:lnTo>
                  <a:pt x="7861" y="48152"/>
                </a:lnTo>
                <a:close/>
                <a:moveTo>
                  <a:pt x="14730" y="36007"/>
                </a:moveTo>
                <a:lnTo>
                  <a:pt x="21599" y="23575"/>
                </a:lnTo>
                <a:lnTo>
                  <a:pt x="0" y="34930"/>
                </a:lnTo>
                <a:close/>
                <a:moveTo>
                  <a:pt x="14730" y="36007"/>
                </a:moveTo>
                <a:lnTo>
                  <a:pt x="29460" y="37942"/>
                </a:lnTo>
                <a:lnTo>
                  <a:pt x="21599" y="23575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686" name="PANEL_01-slope-22-215_980">
            <a:extLst>
              <a:ext uri="{FF2B5EF4-FFF2-40B4-BE49-F238E27FC236}">
                <a16:creationId xmlns:a16="http://schemas.microsoft.com/office/drawing/2014/main" id="{46BBDE98-785A-4D67-91EB-5C6D30B96762}"/>
              </a:ext>
            </a:extLst>
          </p:cNvPr>
          <p:cNvSpPr>
            <a:spLocks/>
          </p:cNvSpPr>
          <p:nvPr/>
        </p:nvSpPr>
        <p:spPr>
          <a:xfrm>
            <a:off x="727163" y="876296"/>
            <a:ext cx="216003" cy="121322"/>
          </a:xfrm>
          <a:custGeom>
            <a:pathLst>
              <a:path w="146306" h="82175">
                <a:moveTo>
                  <a:pt x="146306" y="75909"/>
                </a:moveTo>
                <a:lnTo>
                  <a:pt x="131576" y="64597"/>
                </a:lnTo>
                <a:lnTo>
                  <a:pt x="139437" y="82175"/>
                </a:lnTo>
                <a:close/>
                <a:moveTo>
                  <a:pt x="124708" y="69386"/>
                </a:moveTo>
                <a:lnTo>
                  <a:pt x="131576" y="64597"/>
                </a:lnTo>
                <a:lnTo>
                  <a:pt x="109978" y="58119"/>
                </a:lnTo>
                <a:close/>
                <a:moveTo>
                  <a:pt x="124708" y="69386"/>
                </a:moveTo>
                <a:lnTo>
                  <a:pt x="139437" y="82175"/>
                </a:lnTo>
                <a:lnTo>
                  <a:pt x="131576" y="64597"/>
                </a:lnTo>
                <a:close/>
                <a:moveTo>
                  <a:pt x="116846" y="53240"/>
                </a:moveTo>
                <a:lnTo>
                  <a:pt x="109978" y="58119"/>
                </a:lnTo>
                <a:lnTo>
                  <a:pt x="131576" y="64597"/>
                </a:lnTo>
                <a:close/>
                <a:moveTo>
                  <a:pt x="95248" y="46316"/>
                </a:moveTo>
                <a:lnTo>
                  <a:pt x="88379" y="51774"/>
                </a:lnTo>
                <a:lnTo>
                  <a:pt x="109978" y="58119"/>
                </a:lnTo>
                <a:close/>
                <a:moveTo>
                  <a:pt x="95248" y="46316"/>
                </a:moveTo>
                <a:lnTo>
                  <a:pt x="80518" y="40039"/>
                </a:lnTo>
                <a:lnTo>
                  <a:pt x="88379" y="51774"/>
                </a:lnTo>
                <a:close/>
                <a:moveTo>
                  <a:pt x="95248" y="46316"/>
                </a:moveTo>
                <a:lnTo>
                  <a:pt x="102116" y="47318"/>
                </a:lnTo>
                <a:lnTo>
                  <a:pt x="80518" y="40039"/>
                </a:lnTo>
                <a:close/>
                <a:moveTo>
                  <a:pt x="95248" y="46316"/>
                </a:moveTo>
                <a:lnTo>
                  <a:pt x="109978" y="58119"/>
                </a:lnTo>
                <a:lnTo>
                  <a:pt x="102116" y="47318"/>
                </a:lnTo>
                <a:close/>
                <a:moveTo>
                  <a:pt x="73649" y="40384"/>
                </a:moveTo>
                <a:lnTo>
                  <a:pt x="80518" y="40039"/>
                </a:lnTo>
                <a:lnTo>
                  <a:pt x="58919" y="34862"/>
                </a:lnTo>
                <a:close/>
                <a:moveTo>
                  <a:pt x="73649" y="40384"/>
                </a:moveTo>
                <a:lnTo>
                  <a:pt x="88379" y="51774"/>
                </a:lnTo>
                <a:lnTo>
                  <a:pt x="80518" y="40039"/>
                </a:lnTo>
                <a:close/>
                <a:moveTo>
                  <a:pt x="65788" y="32224"/>
                </a:moveTo>
                <a:lnTo>
                  <a:pt x="58919" y="34862"/>
                </a:lnTo>
                <a:lnTo>
                  <a:pt x="80518" y="40039"/>
                </a:lnTo>
                <a:close/>
                <a:moveTo>
                  <a:pt x="65788" y="32224"/>
                </a:moveTo>
                <a:lnTo>
                  <a:pt x="51058" y="23952"/>
                </a:lnTo>
                <a:lnTo>
                  <a:pt x="58919" y="34862"/>
                </a:lnTo>
                <a:close/>
                <a:moveTo>
                  <a:pt x="44190" y="26836"/>
                </a:moveTo>
                <a:lnTo>
                  <a:pt x="51058" y="23952"/>
                </a:lnTo>
                <a:lnTo>
                  <a:pt x="29460" y="18416"/>
                </a:lnTo>
                <a:close/>
                <a:moveTo>
                  <a:pt x="44190" y="26836"/>
                </a:moveTo>
                <a:lnTo>
                  <a:pt x="58919" y="34862"/>
                </a:lnTo>
                <a:lnTo>
                  <a:pt x="51058" y="23952"/>
                </a:lnTo>
                <a:close/>
                <a:moveTo>
                  <a:pt x="36328" y="14491"/>
                </a:moveTo>
                <a:lnTo>
                  <a:pt x="29460" y="18416"/>
                </a:lnTo>
                <a:lnTo>
                  <a:pt x="51058" y="23952"/>
                </a:lnTo>
                <a:close/>
                <a:moveTo>
                  <a:pt x="14730" y="8317"/>
                </a:moveTo>
                <a:lnTo>
                  <a:pt x="7861" y="13621"/>
                </a:lnTo>
                <a:lnTo>
                  <a:pt x="29460" y="18416"/>
                </a:lnTo>
                <a:close/>
                <a:moveTo>
                  <a:pt x="14730" y="8317"/>
                </a:moveTo>
                <a:lnTo>
                  <a:pt x="0" y="0"/>
                </a:lnTo>
                <a:lnTo>
                  <a:pt x="7861" y="13621"/>
                </a:lnTo>
                <a:close/>
                <a:moveTo>
                  <a:pt x="14730" y="8317"/>
                </a:moveTo>
                <a:lnTo>
                  <a:pt x="21599" y="6602"/>
                </a:lnTo>
                <a:lnTo>
                  <a:pt x="0" y="0"/>
                </a:lnTo>
                <a:close/>
                <a:moveTo>
                  <a:pt x="14730" y="8317"/>
                </a:moveTo>
                <a:lnTo>
                  <a:pt x="29460" y="18416"/>
                </a:lnTo>
                <a:lnTo>
                  <a:pt x="21599" y="6602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87" name="PANEL_01-slope-22-220_981">
            <a:extLst>
              <a:ext uri="{FF2B5EF4-FFF2-40B4-BE49-F238E27FC236}">
                <a16:creationId xmlns:a16="http://schemas.microsoft.com/office/drawing/2014/main" id="{0817787C-15D2-4FF9-91DF-6B0A29AF45C3}"/>
              </a:ext>
            </a:extLst>
          </p:cNvPr>
          <p:cNvSpPr>
            <a:spLocks/>
          </p:cNvSpPr>
          <p:nvPr/>
        </p:nvSpPr>
        <p:spPr>
          <a:xfrm>
            <a:off x="738770" y="896406"/>
            <a:ext cx="991560" cy="326106"/>
          </a:xfrm>
          <a:custGeom>
            <a:pathLst>
              <a:path w="671618" h="220883">
                <a:moveTo>
                  <a:pt x="656888" y="214823"/>
                </a:moveTo>
                <a:lnTo>
                  <a:pt x="650020" y="220883"/>
                </a:lnTo>
                <a:lnTo>
                  <a:pt x="671618" y="217707"/>
                </a:lnTo>
                <a:close/>
                <a:moveTo>
                  <a:pt x="656888" y="214823"/>
                </a:moveTo>
                <a:lnTo>
                  <a:pt x="642159" y="208873"/>
                </a:lnTo>
                <a:lnTo>
                  <a:pt x="650020" y="220883"/>
                </a:lnTo>
                <a:close/>
                <a:moveTo>
                  <a:pt x="656888" y="214823"/>
                </a:moveTo>
                <a:lnTo>
                  <a:pt x="663757" y="207657"/>
                </a:lnTo>
                <a:lnTo>
                  <a:pt x="642159" y="208873"/>
                </a:lnTo>
                <a:close/>
                <a:moveTo>
                  <a:pt x="635290" y="215078"/>
                </a:moveTo>
                <a:lnTo>
                  <a:pt x="642159" y="208873"/>
                </a:lnTo>
                <a:lnTo>
                  <a:pt x="620560" y="208565"/>
                </a:lnTo>
                <a:close/>
                <a:moveTo>
                  <a:pt x="635290" y="215078"/>
                </a:moveTo>
                <a:lnTo>
                  <a:pt x="650020" y="220883"/>
                </a:lnTo>
                <a:lnTo>
                  <a:pt x="642159" y="208873"/>
                </a:lnTo>
                <a:close/>
                <a:moveTo>
                  <a:pt x="627429" y="202443"/>
                </a:moveTo>
                <a:lnTo>
                  <a:pt x="620560" y="208565"/>
                </a:lnTo>
                <a:lnTo>
                  <a:pt x="642159" y="208873"/>
                </a:lnTo>
                <a:close/>
                <a:moveTo>
                  <a:pt x="627429" y="202443"/>
                </a:moveTo>
                <a:lnTo>
                  <a:pt x="612699" y="196973"/>
                </a:lnTo>
                <a:lnTo>
                  <a:pt x="620560" y="208565"/>
                </a:lnTo>
                <a:close/>
                <a:moveTo>
                  <a:pt x="605830" y="201687"/>
                </a:moveTo>
                <a:lnTo>
                  <a:pt x="598962" y="207854"/>
                </a:lnTo>
                <a:lnTo>
                  <a:pt x="620560" y="208565"/>
                </a:lnTo>
                <a:close/>
                <a:moveTo>
                  <a:pt x="605830" y="201687"/>
                </a:moveTo>
                <a:lnTo>
                  <a:pt x="591100" y="196298"/>
                </a:lnTo>
                <a:lnTo>
                  <a:pt x="598962" y="207854"/>
                </a:lnTo>
                <a:close/>
                <a:moveTo>
                  <a:pt x="605830" y="201687"/>
                </a:moveTo>
                <a:lnTo>
                  <a:pt x="612699" y="196973"/>
                </a:lnTo>
                <a:lnTo>
                  <a:pt x="591100" y="196298"/>
                </a:lnTo>
                <a:close/>
                <a:moveTo>
                  <a:pt x="605830" y="201687"/>
                </a:moveTo>
                <a:lnTo>
                  <a:pt x="620560" y="208565"/>
                </a:lnTo>
                <a:lnTo>
                  <a:pt x="612699" y="196973"/>
                </a:lnTo>
                <a:close/>
                <a:moveTo>
                  <a:pt x="584232" y="200667"/>
                </a:moveTo>
                <a:lnTo>
                  <a:pt x="591100" y="196298"/>
                </a:lnTo>
                <a:lnTo>
                  <a:pt x="569502" y="194680"/>
                </a:lnTo>
                <a:close/>
                <a:moveTo>
                  <a:pt x="584232" y="200667"/>
                </a:moveTo>
                <a:lnTo>
                  <a:pt x="598962" y="207854"/>
                </a:lnTo>
                <a:lnTo>
                  <a:pt x="591100" y="196298"/>
                </a:lnTo>
                <a:close/>
                <a:moveTo>
                  <a:pt x="576370" y="190864"/>
                </a:moveTo>
                <a:lnTo>
                  <a:pt x="569502" y="194680"/>
                </a:lnTo>
                <a:lnTo>
                  <a:pt x="591100" y="196298"/>
                </a:lnTo>
                <a:close/>
                <a:moveTo>
                  <a:pt x="576370" y="190864"/>
                </a:moveTo>
                <a:lnTo>
                  <a:pt x="561641" y="184327"/>
                </a:lnTo>
                <a:lnTo>
                  <a:pt x="569502" y="194680"/>
                </a:lnTo>
                <a:close/>
                <a:moveTo>
                  <a:pt x="554772" y="188228"/>
                </a:moveTo>
                <a:lnTo>
                  <a:pt x="547903" y="192354"/>
                </a:lnTo>
                <a:lnTo>
                  <a:pt x="569502" y="194680"/>
                </a:lnTo>
                <a:close/>
                <a:moveTo>
                  <a:pt x="554772" y="188228"/>
                </a:moveTo>
                <a:lnTo>
                  <a:pt x="540042" y="181096"/>
                </a:lnTo>
                <a:lnTo>
                  <a:pt x="547903" y="192354"/>
                </a:lnTo>
                <a:close/>
                <a:moveTo>
                  <a:pt x="554772" y="188228"/>
                </a:moveTo>
                <a:lnTo>
                  <a:pt x="561641" y="184327"/>
                </a:lnTo>
                <a:lnTo>
                  <a:pt x="540042" y="181096"/>
                </a:lnTo>
                <a:close/>
                <a:moveTo>
                  <a:pt x="554772" y="188228"/>
                </a:moveTo>
                <a:lnTo>
                  <a:pt x="569502" y="194680"/>
                </a:lnTo>
                <a:lnTo>
                  <a:pt x="561641" y="184327"/>
                </a:lnTo>
                <a:close/>
                <a:moveTo>
                  <a:pt x="533173" y="184966"/>
                </a:moveTo>
                <a:lnTo>
                  <a:pt x="540042" y="181096"/>
                </a:lnTo>
                <a:lnTo>
                  <a:pt x="518444" y="179007"/>
                </a:lnTo>
                <a:close/>
                <a:moveTo>
                  <a:pt x="533173" y="184966"/>
                </a:moveTo>
                <a:lnTo>
                  <a:pt x="547903" y="192354"/>
                </a:lnTo>
                <a:lnTo>
                  <a:pt x="540042" y="181096"/>
                </a:lnTo>
                <a:close/>
                <a:moveTo>
                  <a:pt x="525312" y="173522"/>
                </a:moveTo>
                <a:lnTo>
                  <a:pt x="518444" y="179007"/>
                </a:lnTo>
                <a:lnTo>
                  <a:pt x="540042" y="181096"/>
                </a:lnTo>
                <a:close/>
                <a:moveTo>
                  <a:pt x="525312" y="173522"/>
                </a:moveTo>
                <a:lnTo>
                  <a:pt x="510582" y="166220"/>
                </a:lnTo>
                <a:lnTo>
                  <a:pt x="518444" y="179007"/>
                </a:lnTo>
                <a:close/>
                <a:moveTo>
                  <a:pt x="503714" y="171745"/>
                </a:moveTo>
                <a:lnTo>
                  <a:pt x="496845" y="180375"/>
                </a:lnTo>
                <a:lnTo>
                  <a:pt x="518444" y="179007"/>
                </a:lnTo>
                <a:close/>
                <a:moveTo>
                  <a:pt x="503714" y="171745"/>
                </a:moveTo>
                <a:lnTo>
                  <a:pt x="510582" y="166220"/>
                </a:lnTo>
                <a:lnTo>
                  <a:pt x="488984" y="165751"/>
                </a:lnTo>
                <a:close/>
                <a:moveTo>
                  <a:pt x="503714" y="171745"/>
                </a:moveTo>
                <a:lnTo>
                  <a:pt x="518444" y="179007"/>
                </a:lnTo>
                <a:lnTo>
                  <a:pt x="510582" y="166220"/>
                </a:lnTo>
                <a:close/>
                <a:moveTo>
                  <a:pt x="495853" y="158418"/>
                </a:moveTo>
                <a:lnTo>
                  <a:pt x="488984" y="165751"/>
                </a:lnTo>
                <a:lnTo>
                  <a:pt x="510582" y="166220"/>
                </a:lnTo>
                <a:close/>
                <a:moveTo>
                  <a:pt x="474254" y="158486"/>
                </a:moveTo>
                <a:lnTo>
                  <a:pt x="488984" y="165751"/>
                </a:lnTo>
                <a:lnTo>
                  <a:pt x="481123" y="152022"/>
                </a:lnTo>
                <a:close/>
                <a:moveTo>
                  <a:pt x="372138" y="137890"/>
                </a:moveTo>
                <a:lnTo>
                  <a:pt x="365269" y="146059"/>
                </a:lnTo>
                <a:lnTo>
                  <a:pt x="386867" y="145427"/>
                </a:lnTo>
                <a:close/>
                <a:moveTo>
                  <a:pt x="372138" y="137890"/>
                </a:moveTo>
                <a:lnTo>
                  <a:pt x="357408" y="129628"/>
                </a:lnTo>
                <a:lnTo>
                  <a:pt x="365269" y="146059"/>
                </a:lnTo>
                <a:close/>
                <a:moveTo>
                  <a:pt x="350539" y="137037"/>
                </a:moveTo>
                <a:lnTo>
                  <a:pt x="343670" y="145073"/>
                </a:lnTo>
                <a:lnTo>
                  <a:pt x="365269" y="146059"/>
                </a:lnTo>
                <a:close/>
                <a:moveTo>
                  <a:pt x="350539" y="137037"/>
                </a:moveTo>
                <a:lnTo>
                  <a:pt x="335809" y="127766"/>
                </a:lnTo>
                <a:lnTo>
                  <a:pt x="343670" y="145073"/>
                </a:lnTo>
                <a:close/>
                <a:moveTo>
                  <a:pt x="350539" y="137037"/>
                </a:moveTo>
                <a:lnTo>
                  <a:pt x="357408" y="129628"/>
                </a:lnTo>
                <a:lnTo>
                  <a:pt x="335809" y="127766"/>
                </a:lnTo>
                <a:close/>
                <a:moveTo>
                  <a:pt x="350539" y="137037"/>
                </a:moveTo>
                <a:lnTo>
                  <a:pt x="365269" y="146059"/>
                </a:lnTo>
                <a:lnTo>
                  <a:pt x="357408" y="129628"/>
                </a:lnTo>
                <a:close/>
                <a:moveTo>
                  <a:pt x="328941" y="135669"/>
                </a:moveTo>
                <a:lnTo>
                  <a:pt x="335809" y="127766"/>
                </a:lnTo>
                <a:lnTo>
                  <a:pt x="314211" y="126409"/>
                </a:lnTo>
                <a:close/>
                <a:moveTo>
                  <a:pt x="328941" y="135669"/>
                </a:moveTo>
                <a:lnTo>
                  <a:pt x="343670" y="145073"/>
                </a:lnTo>
                <a:lnTo>
                  <a:pt x="335809" y="127766"/>
                </a:lnTo>
                <a:close/>
                <a:moveTo>
                  <a:pt x="342678" y="120959"/>
                </a:moveTo>
                <a:lnTo>
                  <a:pt x="335809" y="127766"/>
                </a:lnTo>
                <a:lnTo>
                  <a:pt x="357408" y="129628"/>
                </a:lnTo>
                <a:close/>
                <a:moveTo>
                  <a:pt x="321079" y="117398"/>
                </a:moveTo>
                <a:lnTo>
                  <a:pt x="314211" y="126409"/>
                </a:lnTo>
                <a:lnTo>
                  <a:pt x="335809" y="127766"/>
                </a:lnTo>
                <a:close/>
                <a:moveTo>
                  <a:pt x="321079" y="117398"/>
                </a:moveTo>
                <a:lnTo>
                  <a:pt x="306349" y="106075"/>
                </a:lnTo>
                <a:lnTo>
                  <a:pt x="314211" y="126409"/>
                </a:lnTo>
                <a:close/>
                <a:moveTo>
                  <a:pt x="321079" y="117398"/>
                </a:moveTo>
                <a:lnTo>
                  <a:pt x="327948" y="110002"/>
                </a:lnTo>
                <a:lnTo>
                  <a:pt x="306349" y="106075"/>
                </a:lnTo>
                <a:close/>
                <a:moveTo>
                  <a:pt x="321079" y="117398"/>
                </a:moveTo>
                <a:lnTo>
                  <a:pt x="335809" y="127766"/>
                </a:lnTo>
                <a:lnTo>
                  <a:pt x="327948" y="110002"/>
                </a:lnTo>
                <a:close/>
                <a:moveTo>
                  <a:pt x="299481" y="115358"/>
                </a:moveTo>
                <a:lnTo>
                  <a:pt x="306349" y="106075"/>
                </a:lnTo>
                <a:lnTo>
                  <a:pt x="284751" y="103539"/>
                </a:lnTo>
                <a:close/>
                <a:moveTo>
                  <a:pt x="299481" y="115358"/>
                </a:moveTo>
                <a:lnTo>
                  <a:pt x="314211" y="126409"/>
                </a:lnTo>
                <a:lnTo>
                  <a:pt x="306349" y="106075"/>
                </a:lnTo>
                <a:close/>
                <a:moveTo>
                  <a:pt x="291620" y="92932"/>
                </a:moveTo>
                <a:lnTo>
                  <a:pt x="284751" y="103539"/>
                </a:lnTo>
                <a:lnTo>
                  <a:pt x="306349" y="106075"/>
                </a:lnTo>
                <a:close/>
                <a:moveTo>
                  <a:pt x="291620" y="92932"/>
                </a:moveTo>
                <a:lnTo>
                  <a:pt x="276890" y="80152"/>
                </a:lnTo>
                <a:lnTo>
                  <a:pt x="284751" y="103539"/>
                </a:lnTo>
                <a:close/>
                <a:moveTo>
                  <a:pt x="270021" y="89663"/>
                </a:moveTo>
                <a:lnTo>
                  <a:pt x="263152" y="102245"/>
                </a:lnTo>
                <a:lnTo>
                  <a:pt x="284751" y="103539"/>
                </a:lnTo>
                <a:close/>
                <a:moveTo>
                  <a:pt x="270021" y="89663"/>
                </a:moveTo>
                <a:lnTo>
                  <a:pt x="276890" y="80152"/>
                </a:lnTo>
                <a:lnTo>
                  <a:pt x="255291" y="78874"/>
                </a:lnTo>
                <a:close/>
                <a:moveTo>
                  <a:pt x="270021" y="89663"/>
                </a:moveTo>
                <a:lnTo>
                  <a:pt x="284751" y="103539"/>
                </a:lnTo>
                <a:lnTo>
                  <a:pt x="276890" y="80152"/>
                </a:lnTo>
                <a:close/>
                <a:moveTo>
                  <a:pt x="262160" y="67019"/>
                </a:moveTo>
                <a:lnTo>
                  <a:pt x="255291" y="78874"/>
                </a:lnTo>
                <a:lnTo>
                  <a:pt x="276890" y="80152"/>
                </a:lnTo>
                <a:close/>
                <a:moveTo>
                  <a:pt x="240561" y="70159"/>
                </a:moveTo>
                <a:lnTo>
                  <a:pt x="247430" y="67377"/>
                </a:lnTo>
                <a:lnTo>
                  <a:pt x="225831" y="72506"/>
                </a:lnTo>
                <a:close/>
                <a:moveTo>
                  <a:pt x="240561" y="70159"/>
                </a:moveTo>
                <a:lnTo>
                  <a:pt x="255291" y="78874"/>
                </a:lnTo>
                <a:lnTo>
                  <a:pt x="247430" y="67377"/>
                </a:lnTo>
                <a:close/>
                <a:moveTo>
                  <a:pt x="218963" y="74674"/>
                </a:moveTo>
                <a:lnTo>
                  <a:pt x="225831" y="72506"/>
                </a:lnTo>
                <a:lnTo>
                  <a:pt x="204233" y="76964"/>
                </a:lnTo>
                <a:close/>
                <a:moveTo>
                  <a:pt x="218963" y="74674"/>
                </a:moveTo>
                <a:lnTo>
                  <a:pt x="233693" y="79999"/>
                </a:lnTo>
                <a:lnTo>
                  <a:pt x="225831" y="72506"/>
                </a:lnTo>
                <a:close/>
                <a:moveTo>
                  <a:pt x="197364" y="79312"/>
                </a:moveTo>
                <a:lnTo>
                  <a:pt x="204233" y="76964"/>
                </a:lnTo>
                <a:lnTo>
                  <a:pt x="182634" y="81258"/>
                </a:lnTo>
                <a:close/>
                <a:moveTo>
                  <a:pt x="197364" y="79312"/>
                </a:moveTo>
                <a:lnTo>
                  <a:pt x="212094" y="82892"/>
                </a:lnTo>
                <a:lnTo>
                  <a:pt x="204233" y="76964"/>
                </a:lnTo>
                <a:close/>
                <a:moveTo>
                  <a:pt x="189503" y="78445"/>
                </a:moveTo>
                <a:lnTo>
                  <a:pt x="182634" y="81258"/>
                </a:lnTo>
                <a:lnTo>
                  <a:pt x="204233" y="76964"/>
                </a:lnTo>
                <a:close/>
                <a:moveTo>
                  <a:pt x="189503" y="78445"/>
                </a:moveTo>
                <a:lnTo>
                  <a:pt x="174773" y="74602"/>
                </a:lnTo>
                <a:lnTo>
                  <a:pt x="182634" y="81258"/>
                </a:lnTo>
                <a:close/>
                <a:moveTo>
                  <a:pt x="167905" y="80782"/>
                </a:moveTo>
                <a:lnTo>
                  <a:pt x="161036" y="83892"/>
                </a:lnTo>
                <a:lnTo>
                  <a:pt x="182634" y="81258"/>
                </a:lnTo>
                <a:close/>
                <a:moveTo>
                  <a:pt x="167905" y="80782"/>
                </a:moveTo>
                <a:lnTo>
                  <a:pt x="153175" y="72761"/>
                </a:lnTo>
                <a:lnTo>
                  <a:pt x="161036" y="83892"/>
                </a:lnTo>
                <a:close/>
                <a:moveTo>
                  <a:pt x="167905" y="80782"/>
                </a:moveTo>
                <a:lnTo>
                  <a:pt x="182634" y="81258"/>
                </a:lnTo>
                <a:lnTo>
                  <a:pt x="174773" y="74602"/>
                </a:lnTo>
                <a:close/>
                <a:moveTo>
                  <a:pt x="146306" y="80063"/>
                </a:moveTo>
                <a:lnTo>
                  <a:pt x="153175" y="72761"/>
                </a:lnTo>
                <a:lnTo>
                  <a:pt x="131576" y="68554"/>
                </a:lnTo>
                <a:close/>
                <a:moveTo>
                  <a:pt x="146306" y="80063"/>
                </a:moveTo>
                <a:lnTo>
                  <a:pt x="161036" y="83892"/>
                </a:lnTo>
                <a:lnTo>
                  <a:pt x="153175" y="72761"/>
                </a:lnTo>
                <a:close/>
                <a:moveTo>
                  <a:pt x="138445" y="62288"/>
                </a:moveTo>
                <a:lnTo>
                  <a:pt x="131576" y="68554"/>
                </a:lnTo>
                <a:lnTo>
                  <a:pt x="153175" y="72761"/>
                </a:lnTo>
                <a:close/>
                <a:moveTo>
                  <a:pt x="116846" y="55765"/>
                </a:moveTo>
                <a:lnTo>
                  <a:pt x="109978" y="62838"/>
                </a:lnTo>
                <a:lnTo>
                  <a:pt x="131576" y="68554"/>
                </a:lnTo>
                <a:close/>
                <a:moveTo>
                  <a:pt x="116846" y="55765"/>
                </a:moveTo>
                <a:lnTo>
                  <a:pt x="102116" y="44498"/>
                </a:lnTo>
                <a:lnTo>
                  <a:pt x="109978" y="62838"/>
                </a:lnTo>
                <a:close/>
                <a:moveTo>
                  <a:pt x="36328" y="13215"/>
                </a:moveTo>
                <a:lnTo>
                  <a:pt x="29460" y="19257"/>
                </a:lnTo>
                <a:lnTo>
                  <a:pt x="51058" y="21241"/>
                </a:lnTo>
                <a:close/>
                <a:moveTo>
                  <a:pt x="36328" y="13215"/>
                </a:moveTo>
                <a:lnTo>
                  <a:pt x="21599" y="4795"/>
                </a:lnTo>
                <a:lnTo>
                  <a:pt x="29460" y="19257"/>
                </a:lnTo>
                <a:close/>
                <a:moveTo>
                  <a:pt x="14730" y="10400"/>
                </a:moveTo>
                <a:lnTo>
                  <a:pt x="21599" y="4795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88" name="PANEL_01-slope-22-225_982">
            <a:extLst>
              <a:ext uri="{FF2B5EF4-FFF2-40B4-BE49-F238E27FC236}">
                <a16:creationId xmlns:a16="http://schemas.microsoft.com/office/drawing/2014/main" id="{09582772-A109-4833-B74F-63C198A8A1D5}"/>
              </a:ext>
            </a:extLst>
          </p:cNvPr>
          <p:cNvSpPr>
            <a:spLocks/>
          </p:cNvSpPr>
          <p:nvPr/>
        </p:nvSpPr>
        <p:spPr>
          <a:xfrm>
            <a:off x="1040293" y="995352"/>
            <a:ext cx="1278548" cy="224942"/>
          </a:xfrm>
          <a:custGeom>
            <a:pathLst>
              <a:path w="866005" h="152362">
                <a:moveTo>
                  <a:pt x="851275" y="67260"/>
                </a:moveTo>
                <a:lnTo>
                  <a:pt x="844406" y="78601"/>
                </a:lnTo>
                <a:lnTo>
                  <a:pt x="866005" y="72965"/>
                </a:lnTo>
                <a:close/>
                <a:moveTo>
                  <a:pt x="851275" y="67260"/>
                </a:moveTo>
                <a:lnTo>
                  <a:pt x="836545" y="63377"/>
                </a:lnTo>
                <a:lnTo>
                  <a:pt x="844406" y="78601"/>
                </a:lnTo>
                <a:close/>
                <a:moveTo>
                  <a:pt x="829677" y="74960"/>
                </a:moveTo>
                <a:lnTo>
                  <a:pt x="844406" y="78601"/>
                </a:lnTo>
                <a:lnTo>
                  <a:pt x="836545" y="63377"/>
                </a:lnTo>
                <a:close/>
                <a:moveTo>
                  <a:pt x="786480" y="96324"/>
                </a:moveTo>
                <a:lnTo>
                  <a:pt x="779611" y="104960"/>
                </a:lnTo>
                <a:lnTo>
                  <a:pt x="801209" y="98240"/>
                </a:lnTo>
                <a:close/>
                <a:moveTo>
                  <a:pt x="786480" y="96324"/>
                </a:moveTo>
                <a:lnTo>
                  <a:pt x="771750" y="88654"/>
                </a:lnTo>
                <a:lnTo>
                  <a:pt x="779611" y="104960"/>
                </a:lnTo>
                <a:close/>
                <a:moveTo>
                  <a:pt x="786480" y="96324"/>
                </a:moveTo>
                <a:lnTo>
                  <a:pt x="793348" y="82617"/>
                </a:lnTo>
                <a:lnTo>
                  <a:pt x="771750" y="88654"/>
                </a:lnTo>
                <a:close/>
                <a:moveTo>
                  <a:pt x="764881" y="99040"/>
                </a:moveTo>
                <a:lnTo>
                  <a:pt x="771750" y="88654"/>
                </a:lnTo>
                <a:lnTo>
                  <a:pt x="750151" y="89557"/>
                </a:lnTo>
                <a:close/>
                <a:moveTo>
                  <a:pt x="764881" y="99040"/>
                </a:moveTo>
                <a:lnTo>
                  <a:pt x="779611" y="104960"/>
                </a:lnTo>
                <a:lnTo>
                  <a:pt x="771750" y="88654"/>
                </a:lnTo>
                <a:close/>
                <a:moveTo>
                  <a:pt x="778618" y="78195"/>
                </a:moveTo>
                <a:lnTo>
                  <a:pt x="771750" y="88654"/>
                </a:lnTo>
                <a:lnTo>
                  <a:pt x="793348" y="82617"/>
                </a:lnTo>
                <a:close/>
                <a:moveTo>
                  <a:pt x="757020" y="81058"/>
                </a:moveTo>
                <a:lnTo>
                  <a:pt x="750151" y="89557"/>
                </a:lnTo>
                <a:lnTo>
                  <a:pt x="771750" y="88654"/>
                </a:lnTo>
                <a:close/>
                <a:moveTo>
                  <a:pt x="757020" y="81058"/>
                </a:moveTo>
                <a:lnTo>
                  <a:pt x="742290" y="71950"/>
                </a:lnTo>
                <a:lnTo>
                  <a:pt x="750151" y="89557"/>
                </a:lnTo>
                <a:close/>
                <a:moveTo>
                  <a:pt x="757020" y="81058"/>
                </a:moveTo>
                <a:lnTo>
                  <a:pt x="771750" y="88654"/>
                </a:lnTo>
                <a:lnTo>
                  <a:pt x="763888" y="69971"/>
                </a:lnTo>
                <a:close/>
                <a:moveTo>
                  <a:pt x="735421" y="80786"/>
                </a:moveTo>
                <a:lnTo>
                  <a:pt x="728553" y="90327"/>
                </a:lnTo>
                <a:lnTo>
                  <a:pt x="750151" y="89557"/>
                </a:lnTo>
                <a:close/>
                <a:moveTo>
                  <a:pt x="735421" y="80786"/>
                </a:moveTo>
                <a:lnTo>
                  <a:pt x="720691" y="74991"/>
                </a:lnTo>
                <a:lnTo>
                  <a:pt x="728553" y="90327"/>
                </a:lnTo>
                <a:close/>
                <a:moveTo>
                  <a:pt x="735421" y="80786"/>
                </a:moveTo>
                <a:lnTo>
                  <a:pt x="742290" y="71950"/>
                </a:lnTo>
                <a:lnTo>
                  <a:pt x="720691" y="74991"/>
                </a:lnTo>
                <a:close/>
                <a:moveTo>
                  <a:pt x="735421" y="80786"/>
                </a:moveTo>
                <a:lnTo>
                  <a:pt x="750151" y="89557"/>
                </a:lnTo>
                <a:lnTo>
                  <a:pt x="742290" y="71950"/>
                </a:lnTo>
                <a:close/>
                <a:moveTo>
                  <a:pt x="713823" y="84410"/>
                </a:moveTo>
                <a:lnTo>
                  <a:pt x="720691" y="74991"/>
                </a:lnTo>
                <a:lnTo>
                  <a:pt x="699093" y="83054"/>
                </a:lnTo>
                <a:close/>
                <a:moveTo>
                  <a:pt x="713823" y="84410"/>
                </a:moveTo>
                <a:lnTo>
                  <a:pt x="728553" y="90327"/>
                </a:lnTo>
                <a:lnTo>
                  <a:pt x="720691" y="74991"/>
                </a:lnTo>
                <a:close/>
                <a:moveTo>
                  <a:pt x="727560" y="63769"/>
                </a:moveTo>
                <a:lnTo>
                  <a:pt x="720691" y="74991"/>
                </a:lnTo>
                <a:lnTo>
                  <a:pt x="742290" y="71950"/>
                </a:lnTo>
                <a:close/>
                <a:moveTo>
                  <a:pt x="705962" y="70999"/>
                </a:moveTo>
                <a:lnTo>
                  <a:pt x="699093" y="83054"/>
                </a:lnTo>
                <a:lnTo>
                  <a:pt x="720691" y="74991"/>
                </a:lnTo>
                <a:close/>
                <a:moveTo>
                  <a:pt x="641166" y="106401"/>
                </a:moveTo>
                <a:lnTo>
                  <a:pt x="634297" y="115516"/>
                </a:lnTo>
                <a:lnTo>
                  <a:pt x="655896" y="106812"/>
                </a:lnTo>
                <a:close/>
                <a:moveTo>
                  <a:pt x="641166" y="106401"/>
                </a:moveTo>
                <a:lnTo>
                  <a:pt x="626436" y="103210"/>
                </a:lnTo>
                <a:lnTo>
                  <a:pt x="634297" y="115516"/>
                </a:lnTo>
                <a:close/>
                <a:moveTo>
                  <a:pt x="619568" y="113949"/>
                </a:moveTo>
                <a:lnTo>
                  <a:pt x="604838" y="111899"/>
                </a:lnTo>
                <a:lnTo>
                  <a:pt x="612699" y="122845"/>
                </a:lnTo>
                <a:close/>
                <a:moveTo>
                  <a:pt x="619568" y="113949"/>
                </a:moveTo>
                <a:lnTo>
                  <a:pt x="626436" y="103210"/>
                </a:lnTo>
                <a:lnTo>
                  <a:pt x="604838" y="111899"/>
                </a:lnTo>
                <a:close/>
                <a:moveTo>
                  <a:pt x="619568" y="113949"/>
                </a:moveTo>
                <a:lnTo>
                  <a:pt x="634297" y="115516"/>
                </a:lnTo>
                <a:lnTo>
                  <a:pt x="626436" y="103210"/>
                </a:lnTo>
                <a:close/>
                <a:moveTo>
                  <a:pt x="597969" y="121475"/>
                </a:moveTo>
                <a:lnTo>
                  <a:pt x="604838" y="111899"/>
                </a:lnTo>
                <a:lnTo>
                  <a:pt x="583239" y="120139"/>
                </a:lnTo>
                <a:close/>
                <a:moveTo>
                  <a:pt x="597969" y="121475"/>
                </a:moveTo>
                <a:lnTo>
                  <a:pt x="612699" y="122845"/>
                </a:lnTo>
                <a:lnTo>
                  <a:pt x="604838" y="111899"/>
                </a:lnTo>
                <a:close/>
                <a:moveTo>
                  <a:pt x="576370" y="129376"/>
                </a:moveTo>
                <a:lnTo>
                  <a:pt x="583239" y="120139"/>
                </a:lnTo>
                <a:lnTo>
                  <a:pt x="561641" y="128235"/>
                </a:lnTo>
                <a:close/>
                <a:moveTo>
                  <a:pt x="611706" y="101424"/>
                </a:moveTo>
                <a:lnTo>
                  <a:pt x="604838" y="111899"/>
                </a:lnTo>
                <a:lnTo>
                  <a:pt x="626436" y="103210"/>
                </a:lnTo>
                <a:close/>
                <a:moveTo>
                  <a:pt x="590108" y="110748"/>
                </a:moveTo>
                <a:lnTo>
                  <a:pt x="583239" y="120139"/>
                </a:lnTo>
                <a:lnTo>
                  <a:pt x="604838" y="111899"/>
                </a:lnTo>
                <a:close/>
                <a:moveTo>
                  <a:pt x="590108" y="110748"/>
                </a:moveTo>
                <a:lnTo>
                  <a:pt x="575378" y="109977"/>
                </a:lnTo>
                <a:lnTo>
                  <a:pt x="583239" y="120139"/>
                </a:lnTo>
                <a:close/>
                <a:moveTo>
                  <a:pt x="568509" y="118958"/>
                </a:moveTo>
                <a:lnTo>
                  <a:pt x="561641" y="128235"/>
                </a:lnTo>
                <a:lnTo>
                  <a:pt x="583239" y="120139"/>
                </a:lnTo>
                <a:close/>
                <a:moveTo>
                  <a:pt x="568509" y="118958"/>
                </a:moveTo>
                <a:lnTo>
                  <a:pt x="553779" y="118882"/>
                </a:lnTo>
                <a:lnTo>
                  <a:pt x="561641" y="128235"/>
                </a:lnTo>
                <a:close/>
                <a:moveTo>
                  <a:pt x="568509" y="118958"/>
                </a:moveTo>
                <a:lnTo>
                  <a:pt x="583239" y="120139"/>
                </a:lnTo>
                <a:lnTo>
                  <a:pt x="575378" y="109977"/>
                </a:lnTo>
                <a:close/>
                <a:moveTo>
                  <a:pt x="546911" y="127151"/>
                </a:moveTo>
                <a:lnTo>
                  <a:pt x="540042" y="136383"/>
                </a:lnTo>
                <a:lnTo>
                  <a:pt x="561641" y="128235"/>
                </a:lnTo>
                <a:close/>
                <a:moveTo>
                  <a:pt x="546911" y="127151"/>
                </a:moveTo>
                <a:lnTo>
                  <a:pt x="532181" y="127199"/>
                </a:lnTo>
                <a:lnTo>
                  <a:pt x="540042" y="136383"/>
                </a:lnTo>
                <a:close/>
                <a:moveTo>
                  <a:pt x="546911" y="127151"/>
                </a:moveTo>
                <a:lnTo>
                  <a:pt x="553779" y="118882"/>
                </a:lnTo>
                <a:lnTo>
                  <a:pt x="532181" y="127199"/>
                </a:lnTo>
                <a:close/>
                <a:moveTo>
                  <a:pt x="546911" y="127151"/>
                </a:moveTo>
                <a:lnTo>
                  <a:pt x="561641" y="128235"/>
                </a:lnTo>
                <a:lnTo>
                  <a:pt x="553779" y="118882"/>
                </a:lnTo>
                <a:close/>
                <a:moveTo>
                  <a:pt x="525312" y="134946"/>
                </a:moveTo>
                <a:lnTo>
                  <a:pt x="510582" y="135599"/>
                </a:lnTo>
                <a:lnTo>
                  <a:pt x="518444" y="144107"/>
                </a:lnTo>
                <a:close/>
                <a:moveTo>
                  <a:pt x="525312" y="134946"/>
                </a:moveTo>
                <a:lnTo>
                  <a:pt x="532181" y="127199"/>
                </a:lnTo>
                <a:lnTo>
                  <a:pt x="510582" y="135599"/>
                </a:lnTo>
                <a:close/>
                <a:moveTo>
                  <a:pt x="525312" y="134946"/>
                </a:moveTo>
                <a:lnTo>
                  <a:pt x="540042" y="136383"/>
                </a:lnTo>
                <a:lnTo>
                  <a:pt x="532181" y="127199"/>
                </a:lnTo>
                <a:close/>
                <a:moveTo>
                  <a:pt x="503714" y="143211"/>
                </a:moveTo>
                <a:lnTo>
                  <a:pt x="510582" y="135599"/>
                </a:lnTo>
                <a:lnTo>
                  <a:pt x="488984" y="144179"/>
                </a:lnTo>
                <a:close/>
                <a:moveTo>
                  <a:pt x="503714" y="143211"/>
                </a:moveTo>
                <a:lnTo>
                  <a:pt x="518444" y="144107"/>
                </a:lnTo>
                <a:lnTo>
                  <a:pt x="510582" y="135599"/>
                </a:lnTo>
                <a:close/>
                <a:moveTo>
                  <a:pt x="482115" y="152362"/>
                </a:moveTo>
                <a:lnTo>
                  <a:pt x="488984" y="144179"/>
                </a:lnTo>
                <a:lnTo>
                  <a:pt x="467385" y="150688"/>
                </a:lnTo>
                <a:close/>
                <a:moveTo>
                  <a:pt x="517451" y="127309"/>
                </a:moveTo>
                <a:lnTo>
                  <a:pt x="510582" y="135599"/>
                </a:lnTo>
                <a:lnTo>
                  <a:pt x="532181" y="127199"/>
                </a:lnTo>
                <a:close/>
                <a:moveTo>
                  <a:pt x="495853" y="136931"/>
                </a:moveTo>
                <a:lnTo>
                  <a:pt x="488984" y="144179"/>
                </a:lnTo>
                <a:lnTo>
                  <a:pt x="510582" y="135599"/>
                </a:lnTo>
                <a:close/>
                <a:moveTo>
                  <a:pt x="474254" y="144213"/>
                </a:moveTo>
                <a:lnTo>
                  <a:pt x="467385" y="150688"/>
                </a:lnTo>
                <a:lnTo>
                  <a:pt x="488984" y="144179"/>
                </a:lnTo>
                <a:close/>
                <a:moveTo>
                  <a:pt x="474254" y="144213"/>
                </a:moveTo>
                <a:lnTo>
                  <a:pt x="459524" y="140638"/>
                </a:lnTo>
                <a:lnTo>
                  <a:pt x="467385" y="150688"/>
                </a:lnTo>
                <a:close/>
                <a:moveTo>
                  <a:pt x="474254" y="144213"/>
                </a:moveTo>
                <a:lnTo>
                  <a:pt x="488984" y="144179"/>
                </a:lnTo>
                <a:lnTo>
                  <a:pt x="481123" y="136333"/>
                </a:lnTo>
                <a:close/>
                <a:moveTo>
                  <a:pt x="452656" y="147804"/>
                </a:moveTo>
                <a:lnTo>
                  <a:pt x="467385" y="150688"/>
                </a:lnTo>
                <a:lnTo>
                  <a:pt x="459524" y="140638"/>
                </a:lnTo>
                <a:close/>
                <a:moveTo>
                  <a:pt x="299481" y="104726"/>
                </a:moveTo>
                <a:lnTo>
                  <a:pt x="284751" y="98732"/>
                </a:lnTo>
                <a:lnTo>
                  <a:pt x="292612" y="113356"/>
                </a:lnTo>
                <a:close/>
                <a:moveTo>
                  <a:pt x="277882" y="107336"/>
                </a:moveTo>
                <a:lnTo>
                  <a:pt x="284751" y="98732"/>
                </a:lnTo>
                <a:lnTo>
                  <a:pt x="263152" y="102343"/>
                </a:lnTo>
                <a:close/>
                <a:moveTo>
                  <a:pt x="277882" y="107336"/>
                </a:moveTo>
                <a:lnTo>
                  <a:pt x="292612" y="113356"/>
                </a:lnTo>
                <a:lnTo>
                  <a:pt x="284751" y="98732"/>
                </a:lnTo>
                <a:close/>
                <a:moveTo>
                  <a:pt x="270021" y="91467"/>
                </a:moveTo>
                <a:lnTo>
                  <a:pt x="263152" y="102343"/>
                </a:lnTo>
                <a:lnTo>
                  <a:pt x="284751" y="98732"/>
                </a:lnTo>
                <a:close/>
                <a:moveTo>
                  <a:pt x="270021" y="91467"/>
                </a:moveTo>
                <a:lnTo>
                  <a:pt x="255291" y="86162"/>
                </a:lnTo>
                <a:lnTo>
                  <a:pt x="263152" y="102343"/>
                </a:lnTo>
                <a:close/>
                <a:moveTo>
                  <a:pt x="248423" y="96649"/>
                </a:moveTo>
                <a:lnTo>
                  <a:pt x="241554" y="107839"/>
                </a:lnTo>
                <a:lnTo>
                  <a:pt x="263152" y="102343"/>
                </a:lnTo>
                <a:close/>
                <a:moveTo>
                  <a:pt x="248423" y="96649"/>
                </a:moveTo>
                <a:lnTo>
                  <a:pt x="233693" y="89815"/>
                </a:lnTo>
                <a:lnTo>
                  <a:pt x="241554" y="107839"/>
                </a:lnTo>
                <a:close/>
                <a:moveTo>
                  <a:pt x="248423" y="96649"/>
                </a:moveTo>
                <a:lnTo>
                  <a:pt x="255291" y="86162"/>
                </a:lnTo>
                <a:lnTo>
                  <a:pt x="233693" y="89815"/>
                </a:lnTo>
                <a:close/>
                <a:moveTo>
                  <a:pt x="248423" y="96649"/>
                </a:moveTo>
                <a:lnTo>
                  <a:pt x="263152" y="102343"/>
                </a:lnTo>
                <a:lnTo>
                  <a:pt x="255291" y="86162"/>
                </a:lnTo>
                <a:close/>
                <a:moveTo>
                  <a:pt x="226824" y="100822"/>
                </a:moveTo>
                <a:lnTo>
                  <a:pt x="233693" y="89815"/>
                </a:lnTo>
                <a:lnTo>
                  <a:pt x="212094" y="93361"/>
                </a:lnTo>
                <a:close/>
                <a:moveTo>
                  <a:pt x="226824" y="100822"/>
                </a:moveTo>
                <a:lnTo>
                  <a:pt x="241554" y="107839"/>
                </a:lnTo>
                <a:lnTo>
                  <a:pt x="233693" y="89815"/>
                </a:lnTo>
                <a:close/>
                <a:moveTo>
                  <a:pt x="218963" y="82502"/>
                </a:moveTo>
                <a:lnTo>
                  <a:pt x="212094" y="93361"/>
                </a:lnTo>
                <a:lnTo>
                  <a:pt x="233693" y="89815"/>
                </a:lnTo>
                <a:close/>
                <a:moveTo>
                  <a:pt x="218963" y="82502"/>
                </a:moveTo>
                <a:lnTo>
                  <a:pt x="204233" y="75374"/>
                </a:lnTo>
                <a:lnTo>
                  <a:pt x="212094" y="93361"/>
                </a:lnTo>
                <a:close/>
                <a:moveTo>
                  <a:pt x="197364" y="86039"/>
                </a:moveTo>
                <a:lnTo>
                  <a:pt x="190496" y="96126"/>
                </a:lnTo>
                <a:lnTo>
                  <a:pt x="212094" y="93361"/>
                </a:lnTo>
                <a:close/>
                <a:moveTo>
                  <a:pt x="197364" y="86039"/>
                </a:moveTo>
                <a:lnTo>
                  <a:pt x="182634" y="78408"/>
                </a:lnTo>
                <a:lnTo>
                  <a:pt x="190496" y="96126"/>
                </a:lnTo>
                <a:close/>
                <a:moveTo>
                  <a:pt x="197364" y="86039"/>
                </a:moveTo>
                <a:lnTo>
                  <a:pt x="204233" y="75374"/>
                </a:lnTo>
                <a:lnTo>
                  <a:pt x="182634" y="78408"/>
                </a:lnTo>
                <a:close/>
                <a:moveTo>
                  <a:pt x="197364" y="86039"/>
                </a:moveTo>
                <a:lnTo>
                  <a:pt x="212094" y="93361"/>
                </a:lnTo>
                <a:lnTo>
                  <a:pt x="204233" y="75374"/>
                </a:lnTo>
                <a:close/>
                <a:moveTo>
                  <a:pt x="175766" y="88528"/>
                </a:moveTo>
                <a:lnTo>
                  <a:pt x="182634" y="78408"/>
                </a:lnTo>
                <a:lnTo>
                  <a:pt x="161036" y="79040"/>
                </a:lnTo>
                <a:close/>
                <a:moveTo>
                  <a:pt x="175766" y="88528"/>
                </a:moveTo>
                <a:lnTo>
                  <a:pt x="190496" y="96126"/>
                </a:lnTo>
                <a:lnTo>
                  <a:pt x="182634" y="78408"/>
                </a:lnTo>
                <a:close/>
                <a:moveTo>
                  <a:pt x="65788" y="22644"/>
                </a:moveTo>
                <a:lnTo>
                  <a:pt x="51058" y="11855"/>
                </a:lnTo>
                <a:lnTo>
                  <a:pt x="58919" y="35226"/>
                </a:lnTo>
                <a:close/>
                <a:moveTo>
                  <a:pt x="44190" y="21638"/>
                </a:moveTo>
                <a:lnTo>
                  <a:pt x="51058" y="11855"/>
                </a:lnTo>
                <a:lnTo>
                  <a:pt x="29460" y="12980"/>
                </a:lnTo>
                <a:close/>
                <a:moveTo>
                  <a:pt x="57927" y="0"/>
                </a:moveTo>
                <a:lnTo>
                  <a:pt x="43197" y="358"/>
                </a:lnTo>
                <a:lnTo>
                  <a:pt x="51058" y="11855"/>
                </a:lnTo>
                <a:close/>
                <a:moveTo>
                  <a:pt x="36328" y="3140"/>
                </a:moveTo>
                <a:lnTo>
                  <a:pt x="29460" y="12980"/>
                </a:lnTo>
                <a:lnTo>
                  <a:pt x="51058" y="11855"/>
                </a:lnTo>
                <a:close/>
                <a:moveTo>
                  <a:pt x="36328" y="3140"/>
                </a:moveTo>
                <a:lnTo>
                  <a:pt x="21599" y="5487"/>
                </a:lnTo>
                <a:lnTo>
                  <a:pt x="29460" y="12980"/>
                </a:lnTo>
                <a:close/>
                <a:moveTo>
                  <a:pt x="14730" y="7655"/>
                </a:moveTo>
                <a:lnTo>
                  <a:pt x="0" y="9945"/>
                </a:lnTo>
                <a:lnTo>
                  <a:pt x="7861" y="15873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89" name="PANEL_01-slope-22-230_983">
            <a:extLst>
              <a:ext uri="{FF2B5EF4-FFF2-40B4-BE49-F238E27FC236}">
                <a16:creationId xmlns:a16="http://schemas.microsoft.com/office/drawing/2014/main" id="{C4C1C463-8117-431C-87AA-2E8C08F78703}"/>
              </a:ext>
            </a:extLst>
          </p:cNvPr>
          <p:cNvSpPr>
            <a:spLocks/>
          </p:cNvSpPr>
          <p:nvPr/>
        </p:nvSpPr>
        <p:spPr>
          <a:xfrm>
            <a:off x="1965148" y="1096884"/>
            <a:ext cx="321806" cy="57810"/>
          </a:xfrm>
          <a:custGeom>
            <a:pathLst>
              <a:path w="217970" h="39157">
                <a:moveTo>
                  <a:pt x="203240" y="6189"/>
                </a:moveTo>
                <a:lnTo>
                  <a:pt x="196372" y="19352"/>
                </a:lnTo>
                <a:lnTo>
                  <a:pt x="217970" y="9830"/>
                </a:lnTo>
                <a:close/>
                <a:moveTo>
                  <a:pt x="203240" y="6189"/>
                </a:moveTo>
                <a:lnTo>
                  <a:pt x="188511" y="3842"/>
                </a:lnTo>
                <a:lnTo>
                  <a:pt x="196372" y="19352"/>
                </a:lnTo>
                <a:close/>
                <a:moveTo>
                  <a:pt x="181642" y="17117"/>
                </a:moveTo>
                <a:lnTo>
                  <a:pt x="174773" y="29469"/>
                </a:lnTo>
                <a:lnTo>
                  <a:pt x="196372" y="19352"/>
                </a:lnTo>
                <a:close/>
                <a:moveTo>
                  <a:pt x="181642" y="17117"/>
                </a:moveTo>
                <a:lnTo>
                  <a:pt x="166912" y="13846"/>
                </a:lnTo>
                <a:lnTo>
                  <a:pt x="174773" y="29469"/>
                </a:lnTo>
                <a:close/>
                <a:moveTo>
                  <a:pt x="181642" y="17117"/>
                </a:moveTo>
                <a:lnTo>
                  <a:pt x="188511" y="3842"/>
                </a:lnTo>
                <a:lnTo>
                  <a:pt x="166912" y="13846"/>
                </a:lnTo>
                <a:close/>
                <a:moveTo>
                  <a:pt x="181642" y="17117"/>
                </a:moveTo>
                <a:lnTo>
                  <a:pt x="196372" y="19352"/>
                </a:lnTo>
                <a:lnTo>
                  <a:pt x="188511" y="3842"/>
                </a:lnTo>
                <a:close/>
                <a:moveTo>
                  <a:pt x="160043" y="27552"/>
                </a:moveTo>
                <a:lnTo>
                  <a:pt x="174773" y="29469"/>
                </a:lnTo>
                <a:lnTo>
                  <a:pt x="166912" y="13846"/>
                </a:lnTo>
                <a:close/>
                <a:moveTo>
                  <a:pt x="65788" y="26259"/>
                </a:moveTo>
                <a:lnTo>
                  <a:pt x="72657" y="14283"/>
                </a:lnTo>
                <a:lnTo>
                  <a:pt x="51058" y="26243"/>
                </a:lnTo>
                <a:close/>
                <a:moveTo>
                  <a:pt x="44190" y="39157"/>
                </a:moveTo>
                <a:lnTo>
                  <a:pt x="51058" y="26243"/>
                </a:lnTo>
                <a:lnTo>
                  <a:pt x="29460" y="38040"/>
                </a:lnTo>
                <a:close/>
                <a:moveTo>
                  <a:pt x="79525" y="2227"/>
                </a:moveTo>
                <a:lnTo>
                  <a:pt x="64796" y="0"/>
                </a:lnTo>
                <a:lnTo>
                  <a:pt x="72657" y="14283"/>
                </a:lnTo>
                <a:close/>
                <a:moveTo>
                  <a:pt x="57927" y="13007"/>
                </a:moveTo>
                <a:lnTo>
                  <a:pt x="51058" y="26243"/>
                </a:lnTo>
                <a:lnTo>
                  <a:pt x="72657" y="14283"/>
                </a:lnTo>
                <a:close/>
                <a:moveTo>
                  <a:pt x="57927" y="13007"/>
                </a:moveTo>
                <a:lnTo>
                  <a:pt x="43197" y="11836"/>
                </a:lnTo>
                <a:lnTo>
                  <a:pt x="51058" y="26243"/>
                </a:lnTo>
                <a:close/>
                <a:moveTo>
                  <a:pt x="57927" y="13007"/>
                </a:moveTo>
                <a:lnTo>
                  <a:pt x="72657" y="14283"/>
                </a:lnTo>
                <a:lnTo>
                  <a:pt x="64796" y="0"/>
                </a:lnTo>
                <a:close/>
                <a:moveTo>
                  <a:pt x="36328" y="26550"/>
                </a:moveTo>
                <a:lnTo>
                  <a:pt x="29460" y="38040"/>
                </a:lnTo>
                <a:lnTo>
                  <a:pt x="51058" y="26243"/>
                </a:lnTo>
                <a:close/>
                <a:moveTo>
                  <a:pt x="36328" y="26550"/>
                </a:moveTo>
                <a:lnTo>
                  <a:pt x="21599" y="24229"/>
                </a:lnTo>
                <a:lnTo>
                  <a:pt x="29460" y="38040"/>
                </a:lnTo>
                <a:close/>
                <a:moveTo>
                  <a:pt x="36328" y="26550"/>
                </a:moveTo>
                <a:lnTo>
                  <a:pt x="43197" y="11836"/>
                </a:lnTo>
                <a:lnTo>
                  <a:pt x="21599" y="24229"/>
                </a:lnTo>
                <a:close/>
                <a:moveTo>
                  <a:pt x="36328" y="26550"/>
                </a:moveTo>
                <a:lnTo>
                  <a:pt x="51058" y="26243"/>
                </a:lnTo>
                <a:lnTo>
                  <a:pt x="43197" y="11836"/>
                </a:lnTo>
                <a:close/>
                <a:moveTo>
                  <a:pt x="14730" y="37629"/>
                </a:moveTo>
                <a:lnTo>
                  <a:pt x="21599" y="24229"/>
                </a:lnTo>
                <a:lnTo>
                  <a:pt x="0" y="34439"/>
                </a:lnTo>
                <a:close/>
                <a:moveTo>
                  <a:pt x="14730" y="37629"/>
                </a:moveTo>
                <a:lnTo>
                  <a:pt x="29460" y="38040"/>
                </a:lnTo>
                <a:lnTo>
                  <a:pt x="21599" y="24229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690" name="PANEL_01-slope-23-215_984">
            <a:extLst>
              <a:ext uri="{FF2B5EF4-FFF2-40B4-BE49-F238E27FC236}">
                <a16:creationId xmlns:a16="http://schemas.microsoft.com/office/drawing/2014/main" id="{B35C73FF-3551-4045-A681-B3F6DAAA2E4D}"/>
              </a:ext>
            </a:extLst>
          </p:cNvPr>
          <p:cNvSpPr>
            <a:spLocks/>
          </p:cNvSpPr>
          <p:nvPr/>
        </p:nvSpPr>
        <p:spPr>
          <a:xfrm>
            <a:off x="847502" y="952734"/>
            <a:ext cx="107269" cy="66024"/>
          </a:xfrm>
          <a:custGeom>
            <a:pathLst>
              <a:path w="72657" h="44720">
                <a:moveTo>
                  <a:pt x="72657" y="41909"/>
                </a:moveTo>
                <a:lnTo>
                  <a:pt x="57927" y="30400"/>
                </a:lnTo>
                <a:lnTo>
                  <a:pt x="65788" y="44720"/>
                </a:lnTo>
                <a:close/>
                <a:moveTo>
                  <a:pt x="51058" y="37946"/>
                </a:moveTo>
                <a:lnTo>
                  <a:pt x="44190" y="40600"/>
                </a:lnTo>
                <a:lnTo>
                  <a:pt x="65788" y="44720"/>
                </a:lnTo>
                <a:close/>
                <a:moveTo>
                  <a:pt x="51058" y="37946"/>
                </a:moveTo>
                <a:lnTo>
                  <a:pt x="36328" y="24685"/>
                </a:lnTo>
                <a:lnTo>
                  <a:pt x="44190" y="40600"/>
                </a:lnTo>
                <a:close/>
                <a:moveTo>
                  <a:pt x="29460" y="31422"/>
                </a:moveTo>
                <a:lnTo>
                  <a:pt x="36328" y="24685"/>
                </a:lnTo>
                <a:lnTo>
                  <a:pt x="14730" y="18284"/>
                </a:lnTo>
                <a:close/>
                <a:moveTo>
                  <a:pt x="21599" y="11760"/>
                </a:moveTo>
                <a:lnTo>
                  <a:pt x="14730" y="18284"/>
                </a:lnTo>
                <a:lnTo>
                  <a:pt x="36328" y="24685"/>
                </a:lnTo>
                <a:close/>
                <a:moveTo>
                  <a:pt x="21599" y="11760"/>
                </a:moveTo>
                <a:lnTo>
                  <a:pt x="28467" y="6345"/>
                </a:lnTo>
                <a:lnTo>
                  <a:pt x="6869" y="0"/>
                </a:lnTo>
                <a:close/>
                <a:moveTo>
                  <a:pt x="21599" y="11760"/>
                </a:moveTo>
                <a:lnTo>
                  <a:pt x="36328" y="24685"/>
                </a:lnTo>
                <a:lnTo>
                  <a:pt x="28467" y="6345"/>
                </a:lnTo>
                <a:close/>
                <a:moveTo>
                  <a:pt x="0" y="5089"/>
                </a:moveTo>
                <a:lnTo>
                  <a:pt x="14730" y="18284"/>
                </a:lnTo>
                <a:lnTo>
                  <a:pt x="6869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91" name="PANEL_01-slope-23-220_985">
            <a:extLst>
              <a:ext uri="{FF2B5EF4-FFF2-40B4-BE49-F238E27FC236}">
                <a16:creationId xmlns:a16="http://schemas.microsoft.com/office/drawing/2014/main" id="{9C644658-DB9A-4AD0-8118-153946932912}"/>
              </a:ext>
            </a:extLst>
          </p:cNvPr>
          <p:cNvSpPr>
            <a:spLocks/>
          </p:cNvSpPr>
          <p:nvPr/>
        </p:nvSpPr>
        <p:spPr>
          <a:xfrm>
            <a:off x="738770" y="896406"/>
            <a:ext cx="1430776" cy="336959"/>
          </a:xfrm>
          <a:custGeom>
            <a:pathLst>
              <a:path w="969114" h="228234">
                <a:moveTo>
                  <a:pt x="969114" y="166059"/>
                </a:moveTo>
                <a:lnTo>
                  <a:pt x="954384" y="156576"/>
                </a:lnTo>
                <a:lnTo>
                  <a:pt x="962245" y="173263"/>
                </a:lnTo>
                <a:close/>
                <a:moveTo>
                  <a:pt x="947515" y="164365"/>
                </a:moveTo>
                <a:lnTo>
                  <a:pt x="940647" y="173374"/>
                </a:lnTo>
                <a:lnTo>
                  <a:pt x="962245" y="173263"/>
                </a:lnTo>
                <a:close/>
                <a:moveTo>
                  <a:pt x="947515" y="164365"/>
                </a:moveTo>
                <a:lnTo>
                  <a:pt x="962245" y="173263"/>
                </a:lnTo>
                <a:lnTo>
                  <a:pt x="954384" y="156576"/>
                </a:lnTo>
                <a:close/>
                <a:moveTo>
                  <a:pt x="643151" y="228234"/>
                </a:moveTo>
                <a:lnTo>
                  <a:pt x="650020" y="220883"/>
                </a:lnTo>
                <a:lnTo>
                  <a:pt x="628421" y="221763"/>
                </a:lnTo>
                <a:close/>
                <a:moveTo>
                  <a:pt x="635290" y="215078"/>
                </a:moveTo>
                <a:lnTo>
                  <a:pt x="628421" y="221763"/>
                </a:lnTo>
                <a:lnTo>
                  <a:pt x="650020" y="220883"/>
                </a:lnTo>
                <a:close/>
                <a:moveTo>
                  <a:pt x="635290" y="215078"/>
                </a:moveTo>
                <a:lnTo>
                  <a:pt x="620560" y="208565"/>
                </a:lnTo>
                <a:lnTo>
                  <a:pt x="628421" y="221763"/>
                </a:lnTo>
                <a:close/>
                <a:moveTo>
                  <a:pt x="613691" y="215052"/>
                </a:moveTo>
                <a:lnTo>
                  <a:pt x="606823" y="221602"/>
                </a:lnTo>
                <a:lnTo>
                  <a:pt x="628421" y="221763"/>
                </a:lnTo>
                <a:close/>
                <a:moveTo>
                  <a:pt x="613691" y="215052"/>
                </a:moveTo>
                <a:lnTo>
                  <a:pt x="598962" y="207854"/>
                </a:lnTo>
                <a:lnTo>
                  <a:pt x="606823" y="221602"/>
                </a:lnTo>
                <a:close/>
                <a:moveTo>
                  <a:pt x="613691" y="215052"/>
                </a:moveTo>
                <a:lnTo>
                  <a:pt x="620560" y="208565"/>
                </a:lnTo>
                <a:lnTo>
                  <a:pt x="598962" y="207854"/>
                </a:lnTo>
                <a:close/>
                <a:moveTo>
                  <a:pt x="613691" y="215052"/>
                </a:moveTo>
                <a:lnTo>
                  <a:pt x="628421" y="221763"/>
                </a:lnTo>
                <a:lnTo>
                  <a:pt x="620560" y="208565"/>
                </a:lnTo>
                <a:close/>
                <a:moveTo>
                  <a:pt x="592093" y="214008"/>
                </a:moveTo>
                <a:lnTo>
                  <a:pt x="598962" y="207854"/>
                </a:lnTo>
                <a:lnTo>
                  <a:pt x="577363" y="206727"/>
                </a:lnTo>
                <a:close/>
                <a:moveTo>
                  <a:pt x="592093" y="214008"/>
                </a:moveTo>
                <a:lnTo>
                  <a:pt x="606823" y="221602"/>
                </a:lnTo>
                <a:lnTo>
                  <a:pt x="598962" y="207854"/>
                </a:lnTo>
                <a:close/>
                <a:moveTo>
                  <a:pt x="584232" y="200667"/>
                </a:moveTo>
                <a:lnTo>
                  <a:pt x="577363" y="206727"/>
                </a:lnTo>
                <a:lnTo>
                  <a:pt x="598962" y="207854"/>
                </a:lnTo>
                <a:close/>
                <a:moveTo>
                  <a:pt x="584232" y="200667"/>
                </a:moveTo>
                <a:lnTo>
                  <a:pt x="569502" y="194680"/>
                </a:lnTo>
                <a:lnTo>
                  <a:pt x="577363" y="206727"/>
                </a:lnTo>
                <a:close/>
                <a:moveTo>
                  <a:pt x="562633" y="198962"/>
                </a:moveTo>
                <a:lnTo>
                  <a:pt x="555765" y="205424"/>
                </a:lnTo>
                <a:lnTo>
                  <a:pt x="577363" y="206727"/>
                </a:lnTo>
                <a:close/>
                <a:moveTo>
                  <a:pt x="562633" y="198962"/>
                </a:moveTo>
                <a:lnTo>
                  <a:pt x="547903" y="192354"/>
                </a:lnTo>
                <a:lnTo>
                  <a:pt x="555765" y="205424"/>
                </a:lnTo>
                <a:close/>
                <a:moveTo>
                  <a:pt x="562633" y="198962"/>
                </a:moveTo>
                <a:lnTo>
                  <a:pt x="569502" y="194680"/>
                </a:lnTo>
                <a:lnTo>
                  <a:pt x="547903" y="192354"/>
                </a:lnTo>
                <a:close/>
                <a:moveTo>
                  <a:pt x="562633" y="198962"/>
                </a:moveTo>
                <a:lnTo>
                  <a:pt x="577363" y="206727"/>
                </a:lnTo>
                <a:lnTo>
                  <a:pt x="569502" y="194680"/>
                </a:lnTo>
                <a:close/>
                <a:moveTo>
                  <a:pt x="541035" y="197259"/>
                </a:moveTo>
                <a:lnTo>
                  <a:pt x="547903" y="192354"/>
                </a:lnTo>
                <a:lnTo>
                  <a:pt x="526305" y="191707"/>
                </a:lnTo>
                <a:close/>
                <a:moveTo>
                  <a:pt x="541035" y="197259"/>
                </a:moveTo>
                <a:lnTo>
                  <a:pt x="555765" y="205424"/>
                </a:lnTo>
                <a:lnTo>
                  <a:pt x="547903" y="192354"/>
                </a:lnTo>
                <a:close/>
                <a:moveTo>
                  <a:pt x="533173" y="184966"/>
                </a:moveTo>
                <a:lnTo>
                  <a:pt x="526305" y="191707"/>
                </a:lnTo>
                <a:lnTo>
                  <a:pt x="547903" y="192354"/>
                </a:lnTo>
                <a:close/>
                <a:moveTo>
                  <a:pt x="533173" y="184966"/>
                </a:moveTo>
                <a:lnTo>
                  <a:pt x="518444" y="179007"/>
                </a:lnTo>
                <a:lnTo>
                  <a:pt x="526305" y="191707"/>
                </a:lnTo>
                <a:close/>
                <a:moveTo>
                  <a:pt x="511575" y="185796"/>
                </a:moveTo>
                <a:lnTo>
                  <a:pt x="518444" y="179007"/>
                </a:lnTo>
                <a:lnTo>
                  <a:pt x="496845" y="180375"/>
                </a:lnTo>
                <a:close/>
                <a:moveTo>
                  <a:pt x="511575" y="185796"/>
                </a:moveTo>
                <a:lnTo>
                  <a:pt x="526305" y="191707"/>
                </a:lnTo>
                <a:lnTo>
                  <a:pt x="518444" y="179007"/>
                </a:lnTo>
                <a:close/>
                <a:moveTo>
                  <a:pt x="387860" y="172874"/>
                </a:moveTo>
                <a:lnTo>
                  <a:pt x="373130" y="163471"/>
                </a:lnTo>
                <a:lnTo>
                  <a:pt x="380991" y="180583"/>
                </a:lnTo>
                <a:close/>
                <a:moveTo>
                  <a:pt x="387860" y="172874"/>
                </a:moveTo>
                <a:lnTo>
                  <a:pt x="394729" y="163145"/>
                </a:lnTo>
                <a:lnTo>
                  <a:pt x="373130" y="163471"/>
                </a:lnTo>
                <a:close/>
                <a:moveTo>
                  <a:pt x="366261" y="171698"/>
                </a:moveTo>
                <a:lnTo>
                  <a:pt x="373130" y="163471"/>
                </a:lnTo>
                <a:lnTo>
                  <a:pt x="351532" y="163174"/>
                </a:lnTo>
                <a:close/>
                <a:moveTo>
                  <a:pt x="379999" y="155547"/>
                </a:moveTo>
                <a:lnTo>
                  <a:pt x="373130" y="163471"/>
                </a:lnTo>
                <a:lnTo>
                  <a:pt x="394729" y="163145"/>
                </a:lnTo>
                <a:close/>
                <a:moveTo>
                  <a:pt x="379999" y="155547"/>
                </a:moveTo>
                <a:lnTo>
                  <a:pt x="365269" y="146059"/>
                </a:lnTo>
                <a:lnTo>
                  <a:pt x="373130" y="163471"/>
                </a:lnTo>
                <a:close/>
                <a:moveTo>
                  <a:pt x="358400" y="153764"/>
                </a:moveTo>
                <a:lnTo>
                  <a:pt x="351532" y="163174"/>
                </a:lnTo>
                <a:lnTo>
                  <a:pt x="373130" y="163471"/>
                </a:lnTo>
                <a:close/>
                <a:moveTo>
                  <a:pt x="358400" y="153764"/>
                </a:moveTo>
                <a:lnTo>
                  <a:pt x="343670" y="145073"/>
                </a:lnTo>
                <a:lnTo>
                  <a:pt x="351532" y="163174"/>
                </a:lnTo>
                <a:close/>
                <a:moveTo>
                  <a:pt x="358400" y="153764"/>
                </a:moveTo>
                <a:lnTo>
                  <a:pt x="365269" y="146059"/>
                </a:lnTo>
                <a:lnTo>
                  <a:pt x="343670" y="145073"/>
                </a:lnTo>
                <a:close/>
                <a:moveTo>
                  <a:pt x="358400" y="153764"/>
                </a:moveTo>
                <a:lnTo>
                  <a:pt x="373130" y="163471"/>
                </a:lnTo>
                <a:lnTo>
                  <a:pt x="365269" y="146059"/>
                </a:lnTo>
                <a:close/>
                <a:moveTo>
                  <a:pt x="336802" y="153822"/>
                </a:moveTo>
                <a:lnTo>
                  <a:pt x="351532" y="163174"/>
                </a:lnTo>
                <a:lnTo>
                  <a:pt x="343670" y="145073"/>
                </a:lnTo>
                <a:close/>
                <a:moveTo>
                  <a:pt x="285743" y="138021"/>
                </a:moveTo>
                <a:lnTo>
                  <a:pt x="292612" y="126698"/>
                </a:lnTo>
                <a:lnTo>
                  <a:pt x="271014" y="126036"/>
                </a:lnTo>
                <a:close/>
                <a:moveTo>
                  <a:pt x="299481" y="115358"/>
                </a:moveTo>
                <a:lnTo>
                  <a:pt x="292612" y="126698"/>
                </a:lnTo>
                <a:lnTo>
                  <a:pt x="314211" y="126409"/>
                </a:lnTo>
                <a:close/>
                <a:moveTo>
                  <a:pt x="299481" y="115358"/>
                </a:moveTo>
                <a:lnTo>
                  <a:pt x="284751" y="103539"/>
                </a:lnTo>
                <a:lnTo>
                  <a:pt x="292612" y="126698"/>
                </a:lnTo>
                <a:close/>
                <a:moveTo>
                  <a:pt x="277882" y="116203"/>
                </a:moveTo>
                <a:lnTo>
                  <a:pt x="271014" y="126036"/>
                </a:lnTo>
                <a:lnTo>
                  <a:pt x="292612" y="126698"/>
                </a:lnTo>
                <a:close/>
                <a:moveTo>
                  <a:pt x="277882" y="116203"/>
                </a:moveTo>
                <a:lnTo>
                  <a:pt x="263152" y="102245"/>
                </a:lnTo>
                <a:lnTo>
                  <a:pt x="271014" y="126036"/>
                </a:lnTo>
                <a:close/>
                <a:moveTo>
                  <a:pt x="277882" y="116203"/>
                </a:moveTo>
                <a:lnTo>
                  <a:pt x="284751" y="103539"/>
                </a:lnTo>
                <a:lnTo>
                  <a:pt x="263152" y="102245"/>
                </a:lnTo>
                <a:close/>
                <a:moveTo>
                  <a:pt x="256284" y="114459"/>
                </a:moveTo>
                <a:lnTo>
                  <a:pt x="263152" y="102245"/>
                </a:lnTo>
                <a:lnTo>
                  <a:pt x="241554" y="100232"/>
                </a:lnTo>
                <a:close/>
                <a:moveTo>
                  <a:pt x="256284" y="114459"/>
                </a:moveTo>
                <a:lnTo>
                  <a:pt x="271014" y="126036"/>
                </a:lnTo>
                <a:lnTo>
                  <a:pt x="263152" y="102245"/>
                </a:lnTo>
                <a:close/>
                <a:moveTo>
                  <a:pt x="248423" y="88657"/>
                </a:moveTo>
                <a:lnTo>
                  <a:pt x="241554" y="100232"/>
                </a:lnTo>
                <a:lnTo>
                  <a:pt x="263152" y="102245"/>
                </a:lnTo>
                <a:close/>
                <a:moveTo>
                  <a:pt x="248423" y="88657"/>
                </a:moveTo>
                <a:lnTo>
                  <a:pt x="263152" y="102245"/>
                </a:lnTo>
                <a:lnTo>
                  <a:pt x="255291" y="78874"/>
                </a:lnTo>
                <a:close/>
                <a:moveTo>
                  <a:pt x="226824" y="86508"/>
                </a:moveTo>
                <a:lnTo>
                  <a:pt x="241554" y="100232"/>
                </a:lnTo>
                <a:lnTo>
                  <a:pt x="233693" y="79999"/>
                </a:lnTo>
                <a:close/>
                <a:moveTo>
                  <a:pt x="175766" y="86495"/>
                </a:moveTo>
                <a:lnTo>
                  <a:pt x="182634" y="81258"/>
                </a:lnTo>
                <a:lnTo>
                  <a:pt x="161036" y="83892"/>
                </a:lnTo>
                <a:close/>
                <a:moveTo>
                  <a:pt x="154167" y="88230"/>
                </a:moveTo>
                <a:lnTo>
                  <a:pt x="161036" y="83892"/>
                </a:lnTo>
                <a:lnTo>
                  <a:pt x="139437" y="82873"/>
                </a:lnTo>
                <a:close/>
                <a:moveTo>
                  <a:pt x="154167" y="88230"/>
                </a:moveTo>
                <a:lnTo>
                  <a:pt x="168897" y="94037"/>
                </a:lnTo>
                <a:lnTo>
                  <a:pt x="161036" y="83892"/>
                </a:lnTo>
                <a:close/>
                <a:moveTo>
                  <a:pt x="146306" y="80063"/>
                </a:moveTo>
                <a:lnTo>
                  <a:pt x="139437" y="82873"/>
                </a:lnTo>
                <a:lnTo>
                  <a:pt x="161036" y="83892"/>
                </a:lnTo>
                <a:close/>
                <a:moveTo>
                  <a:pt x="124708" y="76099"/>
                </a:moveTo>
                <a:lnTo>
                  <a:pt x="131576" y="68554"/>
                </a:lnTo>
                <a:lnTo>
                  <a:pt x="109978" y="62838"/>
                </a:lnTo>
                <a:close/>
                <a:moveTo>
                  <a:pt x="124708" y="76099"/>
                </a:moveTo>
                <a:lnTo>
                  <a:pt x="139437" y="82873"/>
                </a:lnTo>
                <a:lnTo>
                  <a:pt x="131576" y="68554"/>
                </a:lnTo>
                <a:close/>
                <a:moveTo>
                  <a:pt x="103109" y="69576"/>
                </a:moveTo>
                <a:lnTo>
                  <a:pt x="117839" y="78754"/>
                </a:lnTo>
                <a:lnTo>
                  <a:pt x="109978" y="62838"/>
                </a:lnTo>
                <a:close/>
                <a:moveTo>
                  <a:pt x="95248" y="49913"/>
                </a:moveTo>
                <a:lnTo>
                  <a:pt x="80518" y="38153"/>
                </a:lnTo>
                <a:lnTo>
                  <a:pt x="88379" y="56437"/>
                </a:lnTo>
                <a:close/>
                <a:moveTo>
                  <a:pt x="73649" y="43242"/>
                </a:moveTo>
                <a:lnTo>
                  <a:pt x="80518" y="38153"/>
                </a:lnTo>
                <a:lnTo>
                  <a:pt x="58919" y="34803"/>
                </a:lnTo>
                <a:close/>
                <a:moveTo>
                  <a:pt x="65788" y="26763"/>
                </a:moveTo>
                <a:lnTo>
                  <a:pt x="58919" y="34803"/>
                </a:lnTo>
                <a:lnTo>
                  <a:pt x="80518" y="38153"/>
                </a:lnTo>
                <a:close/>
                <a:moveTo>
                  <a:pt x="65788" y="26763"/>
                </a:moveTo>
                <a:lnTo>
                  <a:pt x="51058" y="21241"/>
                </a:lnTo>
                <a:lnTo>
                  <a:pt x="58919" y="34803"/>
                </a:lnTo>
                <a:close/>
                <a:moveTo>
                  <a:pt x="44190" y="26385"/>
                </a:moveTo>
                <a:lnTo>
                  <a:pt x="37321" y="35177"/>
                </a:lnTo>
                <a:lnTo>
                  <a:pt x="58919" y="34803"/>
                </a:lnTo>
                <a:close/>
                <a:moveTo>
                  <a:pt x="44190" y="26385"/>
                </a:moveTo>
                <a:lnTo>
                  <a:pt x="29460" y="19257"/>
                </a:lnTo>
                <a:lnTo>
                  <a:pt x="37321" y="35177"/>
                </a:lnTo>
                <a:close/>
                <a:moveTo>
                  <a:pt x="44190" y="26385"/>
                </a:moveTo>
                <a:lnTo>
                  <a:pt x="51058" y="21241"/>
                </a:lnTo>
                <a:lnTo>
                  <a:pt x="29460" y="19257"/>
                </a:lnTo>
                <a:close/>
                <a:moveTo>
                  <a:pt x="44190" y="26385"/>
                </a:moveTo>
                <a:lnTo>
                  <a:pt x="58919" y="34803"/>
                </a:lnTo>
                <a:lnTo>
                  <a:pt x="51058" y="21241"/>
                </a:lnTo>
                <a:close/>
                <a:moveTo>
                  <a:pt x="22591" y="27027"/>
                </a:moveTo>
                <a:lnTo>
                  <a:pt x="29460" y="19257"/>
                </a:lnTo>
                <a:lnTo>
                  <a:pt x="7861" y="16563"/>
                </a:lnTo>
                <a:close/>
                <a:moveTo>
                  <a:pt x="22591" y="27027"/>
                </a:moveTo>
                <a:lnTo>
                  <a:pt x="37321" y="35177"/>
                </a:lnTo>
                <a:lnTo>
                  <a:pt x="29460" y="19257"/>
                </a:lnTo>
                <a:close/>
                <a:moveTo>
                  <a:pt x="14730" y="10400"/>
                </a:moveTo>
                <a:lnTo>
                  <a:pt x="7861" y="16563"/>
                </a:lnTo>
                <a:lnTo>
                  <a:pt x="29460" y="19257"/>
                </a:lnTo>
                <a:close/>
                <a:moveTo>
                  <a:pt x="14730" y="10400"/>
                </a:moveTo>
                <a:lnTo>
                  <a:pt x="0" y="0"/>
                </a:lnTo>
                <a:lnTo>
                  <a:pt x="7861" y="16563"/>
                </a:lnTo>
                <a:close/>
                <a:moveTo>
                  <a:pt x="14730" y="10400"/>
                </a:moveTo>
                <a:lnTo>
                  <a:pt x="29460" y="19257"/>
                </a:lnTo>
                <a:lnTo>
                  <a:pt x="21599" y="4795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92" name="PANEL_01-slope-23-225_986">
            <a:extLst>
              <a:ext uri="{FF2B5EF4-FFF2-40B4-BE49-F238E27FC236}">
                <a16:creationId xmlns:a16="http://schemas.microsoft.com/office/drawing/2014/main" id="{8244C7C6-230B-49DD-93AE-7691A08C812A}"/>
              </a:ext>
            </a:extLst>
          </p:cNvPr>
          <p:cNvSpPr>
            <a:spLocks/>
          </p:cNvSpPr>
          <p:nvPr/>
        </p:nvSpPr>
        <p:spPr>
          <a:xfrm>
            <a:off x="976518" y="1006653"/>
            <a:ext cx="1214774" cy="232086"/>
          </a:xfrm>
          <a:custGeom>
            <a:pathLst>
              <a:path w="822808" h="157200">
                <a:moveTo>
                  <a:pt x="808078" y="91385"/>
                </a:moveTo>
                <a:lnTo>
                  <a:pt x="801209" y="98589"/>
                </a:lnTo>
                <a:lnTo>
                  <a:pt x="822808" y="97305"/>
                </a:lnTo>
                <a:close/>
                <a:moveTo>
                  <a:pt x="786480" y="89691"/>
                </a:moveTo>
                <a:lnTo>
                  <a:pt x="771750" y="82672"/>
                </a:lnTo>
                <a:lnTo>
                  <a:pt x="779611" y="98700"/>
                </a:lnTo>
                <a:close/>
                <a:moveTo>
                  <a:pt x="786480" y="89691"/>
                </a:moveTo>
                <a:lnTo>
                  <a:pt x="793348" y="81902"/>
                </a:lnTo>
                <a:lnTo>
                  <a:pt x="771750" y="82672"/>
                </a:lnTo>
                <a:close/>
                <a:moveTo>
                  <a:pt x="764881" y="91110"/>
                </a:moveTo>
                <a:lnTo>
                  <a:pt x="771750" y="82672"/>
                </a:lnTo>
                <a:lnTo>
                  <a:pt x="750151" y="88184"/>
                </a:lnTo>
                <a:close/>
                <a:moveTo>
                  <a:pt x="764881" y="91110"/>
                </a:moveTo>
                <a:lnTo>
                  <a:pt x="779611" y="98700"/>
                </a:lnTo>
                <a:lnTo>
                  <a:pt x="771750" y="82672"/>
                </a:lnTo>
                <a:close/>
                <a:moveTo>
                  <a:pt x="743283" y="97498"/>
                </a:moveTo>
                <a:lnTo>
                  <a:pt x="750151" y="88184"/>
                </a:lnTo>
                <a:lnTo>
                  <a:pt x="728553" y="97611"/>
                </a:lnTo>
                <a:close/>
                <a:moveTo>
                  <a:pt x="757020" y="76755"/>
                </a:moveTo>
                <a:lnTo>
                  <a:pt x="750151" y="88184"/>
                </a:lnTo>
                <a:lnTo>
                  <a:pt x="771750" y="82672"/>
                </a:lnTo>
                <a:close/>
                <a:moveTo>
                  <a:pt x="757020" y="76755"/>
                </a:moveTo>
                <a:lnTo>
                  <a:pt x="742290" y="75399"/>
                </a:lnTo>
                <a:lnTo>
                  <a:pt x="750151" y="88184"/>
                </a:lnTo>
                <a:close/>
                <a:moveTo>
                  <a:pt x="735421" y="87375"/>
                </a:moveTo>
                <a:lnTo>
                  <a:pt x="728553" y="97611"/>
                </a:lnTo>
                <a:lnTo>
                  <a:pt x="750151" y="88184"/>
                </a:lnTo>
                <a:close/>
                <a:moveTo>
                  <a:pt x="735421" y="87375"/>
                </a:moveTo>
                <a:lnTo>
                  <a:pt x="720691" y="87359"/>
                </a:lnTo>
                <a:lnTo>
                  <a:pt x="728553" y="97611"/>
                </a:lnTo>
                <a:close/>
                <a:moveTo>
                  <a:pt x="735421" y="87375"/>
                </a:moveTo>
                <a:lnTo>
                  <a:pt x="750151" y="88184"/>
                </a:lnTo>
                <a:lnTo>
                  <a:pt x="742290" y="75399"/>
                </a:lnTo>
                <a:close/>
                <a:moveTo>
                  <a:pt x="713823" y="100273"/>
                </a:moveTo>
                <a:lnTo>
                  <a:pt x="706954" y="107850"/>
                </a:lnTo>
                <a:lnTo>
                  <a:pt x="728553" y="97611"/>
                </a:lnTo>
                <a:close/>
                <a:moveTo>
                  <a:pt x="713823" y="100273"/>
                </a:moveTo>
                <a:lnTo>
                  <a:pt x="699093" y="99157"/>
                </a:lnTo>
                <a:lnTo>
                  <a:pt x="706954" y="107850"/>
                </a:lnTo>
                <a:close/>
                <a:moveTo>
                  <a:pt x="713823" y="100273"/>
                </a:moveTo>
                <a:lnTo>
                  <a:pt x="728553" y="97611"/>
                </a:lnTo>
                <a:lnTo>
                  <a:pt x="720691" y="87359"/>
                </a:lnTo>
                <a:close/>
                <a:moveTo>
                  <a:pt x="692224" y="109942"/>
                </a:moveTo>
                <a:lnTo>
                  <a:pt x="685356" y="116751"/>
                </a:lnTo>
                <a:lnTo>
                  <a:pt x="706954" y="107850"/>
                </a:lnTo>
                <a:close/>
                <a:moveTo>
                  <a:pt x="692224" y="109942"/>
                </a:moveTo>
                <a:lnTo>
                  <a:pt x="677494" y="107861"/>
                </a:lnTo>
                <a:lnTo>
                  <a:pt x="685356" y="116751"/>
                </a:lnTo>
                <a:close/>
                <a:moveTo>
                  <a:pt x="692224" y="109942"/>
                </a:moveTo>
                <a:lnTo>
                  <a:pt x="699093" y="99157"/>
                </a:lnTo>
                <a:lnTo>
                  <a:pt x="677494" y="107861"/>
                </a:lnTo>
                <a:close/>
                <a:moveTo>
                  <a:pt x="692224" y="109942"/>
                </a:moveTo>
                <a:lnTo>
                  <a:pt x="706954" y="107850"/>
                </a:lnTo>
                <a:lnTo>
                  <a:pt x="699093" y="99157"/>
                </a:lnTo>
                <a:close/>
                <a:moveTo>
                  <a:pt x="670626" y="116461"/>
                </a:moveTo>
                <a:lnTo>
                  <a:pt x="655896" y="115190"/>
                </a:lnTo>
                <a:lnTo>
                  <a:pt x="663757" y="124331"/>
                </a:lnTo>
                <a:close/>
                <a:moveTo>
                  <a:pt x="670626" y="116461"/>
                </a:moveTo>
                <a:lnTo>
                  <a:pt x="677494" y="107861"/>
                </a:lnTo>
                <a:lnTo>
                  <a:pt x="655896" y="115190"/>
                </a:lnTo>
                <a:close/>
                <a:moveTo>
                  <a:pt x="670626" y="116461"/>
                </a:moveTo>
                <a:lnTo>
                  <a:pt x="685356" y="116751"/>
                </a:lnTo>
                <a:lnTo>
                  <a:pt x="677494" y="107861"/>
                </a:lnTo>
                <a:close/>
                <a:moveTo>
                  <a:pt x="649027" y="124184"/>
                </a:moveTo>
                <a:lnTo>
                  <a:pt x="655896" y="115190"/>
                </a:lnTo>
                <a:lnTo>
                  <a:pt x="634297" y="123044"/>
                </a:lnTo>
                <a:close/>
                <a:moveTo>
                  <a:pt x="649027" y="124184"/>
                </a:moveTo>
                <a:lnTo>
                  <a:pt x="663757" y="124331"/>
                </a:lnTo>
                <a:lnTo>
                  <a:pt x="655896" y="115190"/>
                </a:lnTo>
                <a:close/>
                <a:moveTo>
                  <a:pt x="627429" y="132448"/>
                </a:moveTo>
                <a:lnTo>
                  <a:pt x="634297" y="123044"/>
                </a:lnTo>
                <a:lnTo>
                  <a:pt x="612699" y="130988"/>
                </a:lnTo>
                <a:close/>
                <a:moveTo>
                  <a:pt x="662765" y="106294"/>
                </a:moveTo>
                <a:lnTo>
                  <a:pt x="655896" y="115190"/>
                </a:lnTo>
                <a:lnTo>
                  <a:pt x="677494" y="107861"/>
                </a:lnTo>
                <a:close/>
                <a:moveTo>
                  <a:pt x="641166" y="113820"/>
                </a:moveTo>
                <a:lnTo>
                  <a:pt x="634297" y="123044"/>
                </a:lnTo>
                <a:lnTo>
                  <a:pt x="655896" y="115190"/>
                </a:lnTo>
                <a:close/>
                <a:moveTo>
                  <a:pt x="641166" y="113820"/>
                </a:moveTo>
                <a:lnTo>
                  <a:pt x="626436" y="112484"/>
                </a:lnTo>
                <a:lnTo>
                  <a:pt x="634297" y="123044"/>
                </a:lnTo>
                <a:close/>
                <a:moveTo>
                  <a:pt x="619568" y="121721"/>
                </a:moveTo>
                <a:lnTo>
                  <a:pt x="612699" y="130988"/>
                </a:lnTo>
                <a:lnTo>
                  <a:pt x="634297" y="123044"/>
                </a:lnTo>
                <a:close/>
                <a:moveTo>
                  <a:pt x="619568" y="121721"/>
                </a:moveTo>
                <a:lnTo>
                  <a:pt x="604838" y="120580"/>
                </a:lnTo>
                <a:lnTo>
                  <a:pt x="612699" y="130988"/>
                </a:lnTo>
                <a:close/>
                <a:moveTo>
                  <a:pt x="619568" y="121721"/>
                </a:moveTo>
                <a:lnTo>
                  <a:pt x="634297" y="123044"/>
                </a:lnTo>
                <a:lnTo>
                  <a:pt x="626436" y="112484"/>
                </a:lnTo>
                <a:close/>
                <a:moveTo>
                  <a:pt x="597969" y="129800"/>
                </a:moveTo>
                <a:lnTo>
                  <a:pt x="591100" y="138785"/>
                </a:lnTo>
                <a:lnTo>
                  <a:pt x="612699" y="130988"/>
                </a:lnTo>
                <a:close/>
                <a:moveTo>
                  <a:pt x="597969" y="129800"/>
                </a:moveTo>
                <a:lnTo>
                  <a:pt x="583239" y="128728"/>
                </a:lnTo>
                <a:lnTo>
                  <a:pt x="591100" y="138785"/>
                </a:lnTo>
                <a:close/>
                <a:moveTo>
                  <a:pt x="597969" y="129800"/>
                </a:moveTo>
                <a:lnTo>
                  <a:pt x="604838" y="120580"/>
                </a:lnTo>
                <a:lnTo>
                  <a:pt x="583239" y="128728"/>
                </a:lnTo>
                <a:close/>
                <a:moveTo>
                  <a:pt x="597969" y="129800"/>
                </a:moveTo>
                <a:lnTo>
                  <a:pt x="612699" y="130988"/>
                </a:lnTo>
                <a:lnTo>
                  <a:pt x="604838" y="120580"/>
                </a:lnTo>
                <a:close/>
                <a:moveTo>
                  <a:pt x="576370" y="138325"/>
                </a:moveTo>
                <a:lnTo>
                  <a:pt x="561641" y="136452"/>
                </a:lnTo>
                <a:lnTo>
                  <a:pt x="569502" y="145873"/>
                </a:lnTo>
                <a:close/>
                <a:moveTo>
                  <a:pt x="576370" y="138325"/>
                </a:moveTo>
                <a:lnTo>
                  <a:pt x="583239" y="128728"/>
                </a:lnTo>
                <a:lnTo>
                  <a:pt x="561641" y="136452"/>
                </a:lnTo>
                <a:close/>
                <a:moveTo>
                  <a:pt x="576370" y="138325"/>
                </a:moveTo>
                <a:lnTo>
                  <a:pt x="591100" y="138785"/>
                </a:lnTo>
                <a:lnTo>
                  <a:pt x="583239" y="128728"/>
                </a:lnTo>
                <a:close/>
                <a:moveTo>
                  <a:pt x="554772" y="144635"/>
                </a:moveTo>
                <a:lnTo>
                  <a:pt x="561641" y="136452"/>
                </a:lnTo>
                <a:lnTo>
                  <a:pt x="540042" y="144089"/>
                </a:lnTo>
                <a:close/>
                <a:moveTo>
                  <a:pt x="554772" y="144635"/>
                </a:moveTo>
                <a:lnTo>
                  <a:pt x="569502" y="145873"/>
                </a:lnTo>
                <a:lnTo>
                  <a:pt x="561641" y="136452"/>
                </a:lnTo>
                <a:close/>
                <a:moveTo>
                  <a:pt x="533173" y="151460"/>
                </a:moveTo>
                <a:lnTo>
                  <a:pt x="540042" y="144089"/>
                </a:lnTo>
                <a:lnTo>
                  <a:pt x="518444" y="151660"/>
                </a:lnTo>
                <a:close/>
                <a:moveTo>
                  <a:pt x="568509" y="127291"/>
                </a:moveTo>
                <a:lnTo>
                  <a:pt x="561641" y="136452"/>
                </a:lnTo>
                <a:lnTo>
                  <a:pt x="583239" y="128728"/>
                </a:lnTo>
                <a:close/>
                <a:moveTo>
                  <a:pt x="546911" y="135556"/>
                </a:moveTo>
                <a:lnTo>
                  <a:pt x="540042" y="144089"/>
                </a:lnTo>
                <a:lnTo>
                  <a:pt x="561641" y="136452"/>
                </a:lnTo>
                <a:close/>
                <a:moveTo>
                  <a:pt x="546911" y="135556"/>
                </a:moveTo>
                <a:lnTo>
                  <a:pt x="532181" y="136524"/>
                </a:lnTo>
                <a:lnTo>
                  <a:pt x="540042" y="144089"/>
                </a:lnTo>
                <a:close/>
                <a:moveTo>
                  <a:pt x="525312" y="144707"/>
                </a:moveTo>
                <a:lnTo>
                  <a:pt x="518444" y="151660"/>
                </a:lnTo>
                <a:lnTo>
                  <a:pt x="540042" y="144089"/>
                </a:lnTo>
                <a:close/>
                <a:moveTo>
                  <a:pt x="525312" y="144707"/>
                </a:moveTo>
                <a:lnTo>
                  <a:pt x="510582" y="143033"/>
                </a:lnTo>
                <a:lnTo>
                  <a:pt x="518444" y="151660"/>
                </a:lnTo>
                <a:close/>
                <a:moveTo>
                  <a:pt x="525312" y="144707"/>
                </a:moveTo>
                <a:lnTo>
                  <a:pt x="540042" y="144089"/>
                </a:lnTo>
                <a:lnTo>
                  <a:pt x="532181" y="136524"/>
                </a:lnTo>
                <a:close/>
                <a:moveTo>
                  <a:pt x="503714" y="150721"/>
                </a:moveTo>
                <a:lnTo>
                  <a:pt x="496845" y="157200"/>
                </a:lnTo>
                <a:lnTo>
                  <a:pt x="518444" y="151660"/>
                </a:lnTo>
                <a:close/>
                <a:moveTo>
                  <a:pt x="503714" y="150721"/>
                </a:moveTo>
                <a:lnTo>
                  <a:pt x="488984" y="146209"/>
                </a:lnTo>
                <a:lnTo>
                  <a:pt x="496845" y="157200"/>
                </a:lnTo>
                <a:close/>
                <a:moveTo>
                  <a:pt x="503714" y="150721"/>
                </a:moveTo>
                <a:lnTo>
                  <a:pt x="510582" y="143033"/>
                </a:lnTo>
                <a:lnTo>
                  <a:pt x="488984" y="146209"/>
                </a:lnTo>
                <a:close/>
                <a:moveTo>
                  <a:pt x="503714" y="150721"/>
                </a:moveTo>
                <a:lnTo>
                  <a:pt x="518444" y="151660"/>
                </a:lnTo>
                <a:lnTo>
                  <a:pt x="510582" y="143033"/>
                </a:lnTo>
                <a:close/>
                <a:moveTo>
                  <a:pt x="482115" y="153560"/>
                </a:moveTo>
                <a:lnTo>
                  <a:pt x="496845" y="157200"/>
                </a:lnTo>
                <a:lnTo>
                  <a:pt x="488984" y="146209"/>
                </a:lnTo>
                <a:close/>
                <a:moveTo>
                  <a:pt x="350539" y="111122"/>
                </a:moveTo>
                <a:lnTo>
                  <a:pt x="343670" y="120135"/>
                </a:lnTo>
                <a:lnTo>
                  <a:pt x="365269" y="117033"/>
                </a:lnTo>
                <a:close/>
                <a:moveTo>
                  <a:pt x="350539" y="111122"/>
                </a:moveTo>
                <a:lnTo>
                  <a:pt x="335809" y="105701"/>
                </a:lnTo>
                <a:lnTo>
                  <a:pt x="343670" y="120135"/>
                </a:lnTo>
                <a:close/>
                <a:moveTo>
                  <a:pt x="328941" y="114931"/>
                </a:moveTo>
                <a:lnTo>
                  <a:pt x="335809" y="105701"/>
                </a:lnTo>
                <a:lnTo>
                  <a:pt x="314211" y="110878"/>
                </a:lnTo>
                <a:close/>
                <a:moveTo>
                  <a:pt x="328941" y="114931"/>
                </a:moveTo>
                <a:lnTo>
                  <a:pt x="343670" y="120135"/>
                </a:lnTo>
                <a:lnTo>
                  <a:pt x="335809" y="105701"/>
                </a:lnTo>
                <a:close/>
                <a:moveTo>
                  <a:pt x="307342" y="122634"/>
                </a:moveTo>
                <a:lnTo>
                  <a:pt x="314211" y="110878"/>
                </a:lnTo>
                <a:lnTo>
                  <a:pt x="292612" y="117020"/>
                </a:lnTo>
                <a:close/>
                <a:moveTo>
                  <a:pt x="321079" y="99681"/>
                </a:moveTo>
                <a:lnTo>
                  <a:pt x="314211" y="110878"/>
                </a:lnTo>
                <a:lnTo>
                  <a:pt x="335809" y="105701"/>
                </a:lnTo>
                <a:close/>
                <a:moveTo>
                  <a:pt x="321079" y="99681"/>
                </a:moveTo>
                <a:lnTo>
                  <a:pt x="306349" y="94688"/>
                </a:lnTo>
                <a:lnTo>
                  <a:pt x="314211" y="110878"/>
                </a:lnTo>
                <a:close/>
                <a:moveTo>
                  <a:pt x="299481" y="106266"/>
                </a:moveTo>
                <a:lnTo>
                  <a:pt x="292612" y="117020"/>
                </a:lnTo>
                <a:lnTo>
                  <a:pt x="314211" y="110878"/>
                </a:lnTo>
                <a:close/>
                <a:moveTo>
                  <a:pt x="299481" y="106266"/>
                </a:moveTo>
                <a:lnTo>
                  <a:pt x="284751" y="100184"/>
                </a:lnTo>
                <a:lnTo>
                  <a:pt x="292612" y="117020"/>
                </a:lnTo>
                <a:close/>
                <a:moveTo>
                  <a:pt x="299481" y="106266"/>
                </a:moveTo>
                <a:lnTo>
                  <a:pt x="306349" y="94688"/>
                </a:lnTo>
                <a:lnTo>
                  <a:pt x="284751" y="100184"/>
                </a:lnTo>
                <a:close/>
                <a:moveTo>
                  <a:pt x="299481" y="106266"/>
                </a:moveTo>
                <a:lnTo>
                  <a:pt x="314211" y="110878"/>
                </a:lnTo>
                <a:lnTo>
                  <a:pt x="306349" y="94688"/>
                </a:lnTo>
                <a:close/>
                <a:moveTo>
                  <a:pt x="277882" y="112311"/>
                </a:moveTo>
                <a:lnTo>
                  <a:pt x="263152" y="104166"/>
                </a:lnTo>
                <a:lnTo>
                  <a:pt x="271014" y="119484"/>
                </a:lnTo>
                <a:close/>
                <a:moveTo>
                  <a:pt x="277882" y="112311"/>
                </a:moveTo>
                <a:lnTo>
                  <a:pt x="284751" y="100184"/>
                </a:lnTo>
                <a:lnTo>
                  <a:pt x="263152" y="104166"/>
                </a:lnTo>
                <a:close/>
                <a:moveTo>
                  <a:pt x="277882" y="112311"/>
                </a:moveTo>
                <a:lnTo>
                  <a:pt x="292612" y="117020"/>
                </a:lnTo>
                <a:lnTo>
                  <a:pt x="284751" y="100184"/>
                </a:lnTo>
                <a:close/>
                <a:moveTo>
                  <a:pt x="256284" y="114760"/>
                </a:moveTo>
                <a:lnTo>
                  <a:pt x="263152" y="104166"/>
                </a:lnTo>
                <a:lnTo>
                  <a:pt x="241554" y="106005"/>
                </a:lnTo>
                <a:close/>
                <a:moveTo>
                  <a:pt x="256284" y="114760"/>
                </a:moveTo>
                <a:lnTo>
                  <a:pt x="271014" y="119484"/>
                </a:lnTo>
                <a:lnTo>
                  <a:pt x="263152" y="104166"/>
                </a:lnTo>
                <a:close/>
                <a:moveTo>
                  <a:pt x="270021" y="93167"/>
                </a:moveTo>
                <a:lnTo>
                  <a:pt x="263152" y="104166"/>
                </a:lnTo>
                <a:lnTo>
                  <a:pt x="284751" y="100184"/>
                </a:lnTo>
                <a:close/>
                <a:moveTo>
                  <a:pt x="270021" y="93167"/>
                </a:moveTo>
                <a:lnTo>
                  <a:pt x="255291" y="85706"/>
                </a:lnTo>
                <a:lnTo>
                  <a:pt x="263152" y="104166"/>
                </a:lnTo>
                <a:close/>
                <a:moveTo>
                  <a:pt x="248423" y="96426"/>
                </a:moveTo>
                <a:lnTo>
                  <a:pt x="241554" y="106005"/>
                </a:lnTo>
                <a:lnTo>
                  <a:pt x="263152" y="104166"/>
                </a:lnTo>
                <a:close/>
                <a:moveTo>
                  <a:pt x="248423" y="96426"/>
                </a:moveTo>
                <a:lnTo>
                  <a:pt x="233693" y="88471"/>
                </a:lnTo>
                <a:lnTo>
                  <a:pt x="241554" y="106005"/>
                </a:lnTo>
                <a:close/>
                <a:moveTo>
                  <a:pt x="248423" y="96426"/>
                </a:moveTo>
                <a:lnTo>
                  <a:pt x="255291" y="85706"/>
                </a:lnTo>
                <a:lnTo>
                  <a:pt x="233693" y="88471"/>
                </a:lnTo>
                <a:close/>
                <a:moveTo>
                  <a:pt x="248423" y="96426"/>
                </a:moveTo>
                <a:lnTo>
                  <a:pt x="263152" y="104166"/>
                </a:lnTo>
                <a:lnTo>
                  <a:pt x="255291" y="85706"/>
                </a:lnTo>
                <a:close/>
                <a:moveTo>
                  <a:pt x="226824" y="98200"/>
                </a:moveTo>
                <a:lnTo>
                  <a:pt x="241554" y="106005"/>
                </a:lnTo>
                <a:lnTo>
                  <a:pt x="233693" y="88471"/>
                </a:lnTo>
                <a:close/>
                <a:moveTo>
                  <a:pt x="175766" y="79148"/>
                </a:moveTo>
                <a:lnTo>
                  <a:pt x="182634" y="70399"/>
                </a:lnTo>
                <a:lnTo>
                  <a:pt x="161036" y="71160"/>
                </a:lnTo>
                <a:close/>
                <a:moveTo>
                  <a:pt x="167905" y="60995"/>
                </a:moveTo>
                <a:lnTo>
                  <a:pt x="161036" y="71160"/>
                </a:lnTo>
                <a:lnTo>
                  <a:pt x="182634" y="70399"/>
                </a:lnTo>
                <a:close/>
                <a:moveTo>
                  <a:pt x="167905" y="60995"/>
                </a:moveTo>
                <a:lnTo>
                  <a:pt x="153175" y="51735"/>
                </a:lnTo>
                <a:lnTo>
                  <a:pt x="161036" y="71160"/>
                </a:lnTo>
                <a:close/>
                <a:moveTo>
                  <a:pt x="146306" y="62536"/>
                </a:moveTo>
                <a:lnTo>
                  <a:pt x="139437" y="72614"/>
                </a:lnTo>
                <a:lnTo>
                  <a:pt x="161036" y="71160"/>
                </a:lnTo>
                <a:close/>
                <a:moveTo>
                  <a:pt x="146306" y="62536"/>
                </a:moveTo>
                <a:lnTo>
                  <a:pt x="131576" y="52024"/>
                </a:lnTo>
                <a:lnTo>
                  <a:pt x="139437" y="72614"/>
                </a:lnTo>
                <a:close/>
                <a:moveTo>
                  <a:pt x="146306" y="62536"/>
                </a:moveTo>
                <a:lnTo>
                  <a:pt x="153175" y="51735"/>
                </a:lnTo>
                <a:lnTo>
                  <a:pt x="131576" y="52024"/>
                </a:lnTo>
                <a:close/>
                <a:moveTo>
                  <a:pt x="146306" y="62536"/>
                </a:moveTo>
                <a:lnTo>
                  <a:pt x="161036" y="71160"/>
                </a:lnTo>
                <a:lnTo>
                  <a:pt x="153175" y="51735"/>
                </a:lnTo>
                <a:close/>
                <a:moveTo>
                  <a:pt x="124708" y="63347"/>
                </a:moveTo>
                <a:lnTo>
                  <a:pt x="139437" y="72614"/>
                </a:lnTo>
                <a:lnTo>
                  <a:pt x="131576" y="52024"/>
                </a:lnTo>
                <a:close/>
                <a:moveTo>
                  <a:pt x="116846" y="41529"/>
                </a:moveTo>
                <a:lnTo>
                  <a:pt x="131576" y="52024"/>
                </a:lnTo>
                <a:lnTo>
                  <a:pt x="123715" y="28865"/>
                </a:lnTo>
                <a:close/>
                <a:moveTo>
                  <a:pt x="87387" y="13983"/>
                </a:moveTo>
                <a:lnTo>
                  <a:pt x="72657" y="5325"/>
                </a:lnTo>
                <a:lnTo>
                  <a:pt x="80518" y="25558"/>
                </a:lnTo>
                <a:close/>
                <a:moveTo>
                  <a:pt x="65788" y="11834"/>
                </a:moveTo>
                <a:lnTo>
                  <a:pt x="58919" y="26157"/>
                </a:lnTo>
                <a:lnTo>
                  <a:pt x="80518" y="25558"/>
                </a:lnTo>
                <a:close/>
                <a:moveTo>
                  <a:pt x="65788" y="11834"/>
                </a:moveTo>
                <a:lnTo>
                  <a:pt x="51058" y="8218"/>
                </a:lnTo>
                <a:lnTo>
                  <a:pt x="58919" y="26157"/>
                </a:lnTo>
                <a:close/>
                <a:moveTo>
                  <a:pt x="65788" y="11834"/>
                </a:moveTo>
                <a:lnTo>
                  <a:pt x="72657" y="5325"/>
                </a:lnTo>
                <a:lnTo>
                  <a:pt x="51058" y="8218"/>
                </a:lnTo>
                <a:close/>
                <a:moveTo>
                  <a:pt x="44190" y="16401"/>
                </a:moveTo>
                <a:lnTo>
                  <a:pt x="51058" y="8218"/>
                </a:lnTo>
                <a:lnTo>
                  <a:pt x="29460" y="14348"/>
                </a:lnTo>
                <a:close/>
                <a:moveTo>
                  <a:pt x="44190" y="16401"/>
                </a:moveTo>
                <a:lnTo>
                  <a:pt x="58919" y="26157"/>
                </a:lnTo>
                <a:lnTo>
                  <a:pt x="51058" y="8218"/>
                </a:lnTo>
                <a:close/>
                <a:moveTo>
                  <a:pt x="57927" y="0"/>
                </a:moveTo>
                <a:lnTo>
                  <a:pt x="51058" y="8218"/>
                </a:lnTo>
                <a:lnTo>
                  <a:pt x="72657" y="5325"/>
                </a:lnTo>
                <a:close/>
                <a:moveTo>
                  <a:pt x="36328" y="4638"/>
                </a:moveTo>
                <a:lnTo>
                  <a:pt x="29460" y="14348"/>
                </a:lnTo>
                <a:lnTo>
                  <a:pt x="51058" y="8218"/>
                </a:lnTo>
                <a:close/>
                <a:moveTo>
                  <a:pt x="36328" y="4638"/>
                </a:moveTo>
                <a:lnTo>
                  <a:pt x="21599" y="6584"/>
                </a:lnTo>
                <a:lnTo>
                  <a:pt x="29460" y="14348"/>
                </a:lnTo>
                <a:close/>
                <a:moveTo>
                  <a:pt x="14730" y="11821"/>
                </a:moveTo>
                <a:lnTo>
                  <a:pt x="7861" y="19363"/>
                </a:lnTo>
                <a:lnTo>
                  <a:pt x="29460" y="14348"/>
                </a:lnTo>
                <a:close/>
                <a:moveTo>
                  <a:pt x="14730" y="11821"/>
                </a:moveTo>
                <a:lnTo>
                  <a:pt x="0" y="9218"/>
                </a:lnTo>
                <a:lnTo>
                  <a:pt x="7861" y="19363"/>
                </a:lnTo>
                <a:close/>
                <a:moveTo>
                  <a:pt x="14730" y="11821"/>
                </a:moveTo>
                <a:lnTo>
                  <a:pt x="29460" y="14348"/>
                </a:lnTo>
                <a:lnTo>
                  <a:pt x="21599" y="6584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93" name="PANEL_01-slope-24-215_987">
            <a:extLst>
              <a:ext uri="{FF2B5EF4-FFF2-40B4-BE49-F238E27FC236}">
                <a16:creationId xmlns:a16="http://schemas.microsoft.com/office/drawing/2014/main" id="{73FDF71A-7269-4154-8491-77331F8847A6}"/>
              </a:ext>
            </a:extLst>
          </p:cNvPr>
          <p:cNvSpPr>
            <a:spLocks/>
          </p:cNvSpPr>
          <p:nvPr/>
        </p:nvSpPr>
        <p:spPr>
          <a:xfrm>
            <a:off x="869250" y="979729"/>
            <a:ext cx="21746" cy="25978"/>
          </a:xfrm>
          <a:custGeom>
            <a:pathLst>
              <a:path w="14730" h="17596">
                <a:moveTo>
                  <a:pt x="14730" y="13138"/>
                </a:moveTo>
                <a:lnTo>
                  <a:pt x="0" y="0"/>
                </a:lnTo>
                <a:lnTo>
                  <a:pt x="7861" y="17596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94" name="PANEL_01-slope-24-220_988">
            <a:extLst>
              <a:ext uri="{FF2B5EF4-FFF2-40B4-BE49-F238E27FC236}">
                <a16:creationId xmlns:a16="http://schemas.microsoft.com/office/drawing/2014/main" id="{B91FE2BB-3FED-47D5-A2F4-E38187A865AB}"/>
              </a:ext>
            </a:extLst>
          </p:cNvPr>
          <p:cNvSpPr>
            <a:spLocks/>
          </p:cNvSpPr>
          <p:nvPr/>
        </p:nvSpPr>
        <p:spPr>
          <a:xfrm>
            <a:off x="750375" y="920860"/>
            <a:ext cx="959673" cy="323465"/>
          </a:xfrm>
          <a:custGeom>
            <a:pathLst>
              <a:path w="650020" h="219094">
                <a:moveTo>
                  <a:pt x="635290" y="211671"/>
                </a:moveTo>
                <a:lnTo>
                  <a:pt x="628421" y="218031"/>
                </a:lnTo>
                <a:lnTo>
                  <a:pt x="650020" y="215311"/>
                </a:lnTo>
                <a:close/>
                <a:moveTo>
                  <a:pt x="635290" y="211671"/>
                </a:moveTo>
                <a:lnTo>
                  <a:pt x="620560" y="205200"/>
                </a:lnTo>
                <a:lnTo>
                  <a:pt x="628421" y="218031"/>
                </a:lnTo>
                <a:close/>
                <a:moveTo>
                  <a:pt x="613691" y="212124"/>
                </a:moveTo>
                <a:lnTo>
                  <a:pt x="606823" y="219094"/>
                </a:lnTo>
                <a:lnTo>
                  <a:pt x="628421" y="218031"/>
                </a:lnTo>
                <a:close/>
                <a:moveTo>
                  <a:pt x="613691" y="212124"/>
                </a:moveTo>
                <a:lnTo>
                  <a:pt x="598962" y="205039"/>
                </a:lnTo>
                <a:lnTo>
                  <a:pt x="606823" y="219094"/>
                </a:lnTo>
                <a:close/>
                <a:moveTo>
                  <a:pt x="613691" y="212124"/>
                </a:moveTo>
                <a:lnTo>
                  <a:pt x="620560" y="205200"/>
                </a:lnTo>
                <a:lnTo>
                  <a:pt x="598962" y="205039"/>
                </a:lnTo>
                <a:close/>
                <a:moveTo>
                  <a:pt x="613691" y="212124"/>
                </a:moveTo>
                <a:lnTo>
                  <a:pt x="628421" y="218031"/>
                </a:lnTo>
                <a:lnTo>
                  <a:pt x="620560" y="205200"/>
                </a:lnTo>
                <a:close/>
                <a:moveTo>
                  <a:pt x="592093" y="212099"/>
                </a:moveTo>
                <a:lnTo>
                  <a:pt x="598962" y="205039"/>
                </a:lnTo>
                <a:lnTo>
                  <a:pt x="577363" y="204564"/>
                </a:lnTo>
                <a:close/>
                <a:moveTo>
                  <a:pt x="592093" y="212099"/>
                </a:moveTo>
                <a:lnTo>
                  <a:pt x="606823" y="219094"/>
                </a:lnTo>
                <a:lnTo>
                  <a:pt x="598962" y="205039"/>
                </a:lnTo>
                <a:close/>
                <a:moveTo>
                  <a:pt x="584232" y="197445"/>
                </a:moveTo>
                <a:lnTo>
                  <a:pt x="577363" y="204564"/>
                </a:lnTo>
                <a:lnTo>
                  <a:pt x="598962" y="205039"/>
                </a:lnTo>
                <a:close/>
                <a:moveTo>
                  <a:pt x="584232" y="197445"/>
                </a:moveTo>
                <a:lnTo>
                  <a:pt x="569502" y="190164"/>
                </a:lnTo>
                <a:lnTo>
                  <a:pt x="577363" y="204564"/>
                </a:lnTo>
                <a:close/>
                <a:moveTo>
                  <a:pt x="562633" y="196708"/>
                </a:moveTo>
                <a:lnTo>
                  <a:pt x="555765" y="203786"/>
                </a:lnTo>
                <a:lnTo>
                  <a:pt x="577363" y="204564"/>
                </a:lnTo>
                <a:close/>
                <a:moveTo>
                  <a:pt x="562633" y="196708"/>
                </a:moveTo>
                <a:lnTo>
                  <a:pt x="547903" y="188861"/>
                </a:lnTo>
                <a:lnTo>
                  <a:pt x="555765" y="203786"/>
                </a:lnTo>
                <a:close/>
                <a:moveTo>
                  <a:pt x="562633" y="196708"/>
                </a:moveTo>
                <a:lnTo>
                  <a:pt x="569502" y="190164"/>
                </a:lnTo>
                <a:lnTo>
                  <a:pt x="547903" y="188861"/>
                </a:lnTo>
                <a:close/>
                <a:moveTo>
                  <a:pt x="562633" y="196708"/>
                </a:moveTo>
                <a:lnTo>
                  <a:pt x="577363" y="204564"/>
                </a:lnTo>
                <a:lnTo>
                  <a:pt x="569502" y="190164"/>
                </a:lnTo>
                <a:close/>
                <a:moveTo>
                  <a:pt x="541035" y="195641"/>
                </a:moveTo>
                <a:lnTo>
                  <a:pt x="547903" y="188861"/>
                </a:lnTo>
                <a:lnTo>
                  <a:pt x="526305" y="188686"/>
                </a:lnTo>
                <a:close/>
                <a:moveTo>
                  <a:pt x="541035" y="195641"/>
                </a:moveTo>
                <a:lnTo>
                  <a:pt x="555765" y="203786"/>
                </a:lnTo>
                <a:lnTo>
                  <a:pt x="547903" y="188861"/>
                </a:lnTo>
                <a:close/>
                <a:moveTo>
                  <a:pt x="533173" y="180696"/>
                </a:moveTo>
                <a:lnTo>
                  <a:pt x="526305" y="188686"/>
                </a:lnTo>
                <a:lnTo>
                  <a:pt x="547903" y="188861"/>
                </a:lnTo>
                <a:close/>
                <a:moveTo>
                  <a:pt x="533173" y="180696"/>
                </a:moveTo>
                <a:lnTo>
                  <a:pt x="518444" y="175144"/>
                </a:lnTo>
                <a:lnTo>
                  <a:pt x="526305" y="188686"/>
                </a:lnTo>
                <a:close/>
                <a:moveTo>
                  <a:pt x="511575" y="182242"/>
                </a:moveTo>
                <a:lnTo>
                  <a:pt x="526305" y="188686"/>
                </a:lnTo>
                <a:lnTo>
                  <a:pt x="518444" y="175144"/>
                </a:lnTo>
                <a:close/>
                <a:moveTo>
                  <a:pt x="438918" y="184981"/>
                </a:moveTo>
                <a:lnTo>
                  <a:pt x="432050" y="187852"/>
                </a:lnTo>
                <a:lnTo>
                  <a:pt x="453648" y="188262"/>
                </a:lnTo>
                <a:close/>
                <a:moveTo>
                  <a:pt x="438918" y="184981"/>
                </a:moveTo>
                <a:lnTo>
                  <a:pt x="424188" y="177595"/>
                </a:lnTo>
                <a:lnTo>
                  <a:pt x="432050" y="187852"/>
                </a:lnTo>
                <a:close/>
                <a:moveTo>
                  <a:pt x="417320" y="182107"/>
                </a:moveTo>
                <a:lnTo>
                  <a:pt x="424188" y="177595"/>
                </a:lnTo>
                <a:lnTo>
                  <a:pt x="402590" y="176348"/>
                </a:lnTo>
                <a:close/>
                <a:moveTo>
                  <a:pt x="417320" y="182107"/>
                </a:moveTo>
                <a:lnTo>
                  <a:pt x="432050" y="187852"/>
                </a:lnTo>
                <a:lnTo>
                  <a:pt x="424188" y="177595"/>
                </a:lnTo>
                <a:close/>
                <a:moveTo>
                  <a:pt x="409458" y="172871"/>
                </a:moveTo>
                <a:lnTo>
                  <a:pt x="402590" y="176348"/>
                </a:lnTo>
                <a:lnTo>
                  <a:pt x="424188" y="177595"/>
                </a:lnTo>
                <a:close/>
                <a:moveTo>
                  <a:pt x="409458" y="172871"/>
                </a:moveTo>
                <a:lnTo>
                  <a:pt x="394729" y="164116"/>
                </a:lnTo>
                <a:lnTo>
                  <a:pt x="402590" y="176348"/>
                </a:lnTo>
                <a:close/>
                <a:moveTo>
                  <a:pt x="387860" y="172747"/>
                </a:moveTo>
                <a:lnTo>
                  <a:pt x="380991" y="174398"/>
                </a:lnTo>
                <a:lnTo>
                  <a:pt x="402590" y="176348"/>
                </a:lnTo>
                <a:close/>
                <a:moveTo>
                  <a:pt x="387860" y="172747"/>
                </a:moveTo>
                <a:lnTo>
                  <a:pt x="373130" y="164020"/>
                </a:lnTo>
                <a:lnTo>
                  <a:pt x="380991" y="174398"/>
                </a:lnTo>
                <a:close/>
                <a:moveTo>
                  <a:pt x="387860" y="172747"/>
                </a:moveTo>
                <a:lnTo>
                  <a:pt x="394729" y="164116"/>
                </a:lnTo>
                <a:lnTo>
                  <a:pt x="373130" y="164020"/>
                </a:lnTo>
                <a:close/>
                <a:moveTo>
                  <a:pt x="387860" y="172747"/>
                </a:moveTo>
                <a:lnTo>
                  <a:pt x="402590" y="176348"/>
                </a:lnTo>
                <a:lnTo>
                  <a:pt x="394729" y="164116"/>
                </a:lnTo>
                <a:close/>
                <a:moveTo>
                  <a:pt x="366261" y="171887"/>
                </a:moveTo>
                <a:lnTo>
                  <a:pt x="373130" y="164020"/>
                </a:lnTo>
                <a:lnTo>
                  <a:pt x="351532" y="163916"/>
                </a:lnTo>
                <a:close/>
                <a:moveTo>
                  <a:pt x="366261" y="171887"/>
                </a:moveTo>
                <a:lnTo>
                  <a:pt x="380991" y="174398"/>
                </a:lnTo>
                <a:lnTo>
                  <a:pt x="373130" y="164020"/>
                </a:lnTo>
                <a:close/>
                <a:moveTo>
                  <a:pt x="379999" y="156311"/>
                </a:moveTo>
                <a:lnTo>
                  <a:pt x="373130" y="164020"/>
                </a:lnTo>
                <a:lnTo>
                  <a:pt x="394729" y="164116"/>
                </a:lnTo>
                <a:close/>
                <a:moveTo>
                  <a:pt x="358400" y="155135"/>
                </a:moveTo>
                <a:lnTo>
                  <a:pt x="351532" y="163916"/>
                </a:lnTo>
                <a:lnTo>
                  <a:pt x="373130" y="164020"/>
                </a:lnTo>
                <a:close/>
                <a:moveTo>
                  <a:pt x="358400" y="155135"/>
                </a:moveTo>
                <a:lnTo>
                  <a:pt x="343670" y="146611"/>
                </a:lnTo>
                <a:lnTo>
                  <a:pt x="351532" y="163916"/>
                </a:lnTo>
                <a:close/>
                <a:moveTo>
                  <a:pt x="358400" y="155135"/>
                </a:moveTo>
                <a:lnTo>
                  <a:pt x="373130" y="164020"/>
                </a:lnTo>
                <a:lnTo>
                  <a:pt x="365269" y="146908"/>
                </a:lnTo>
                <a:close/>
                <a:moveTo>
                  <a:pt x="336802" y="156850"/>
                </a:moveTo>
                <a:lnTo>
                  <a:pt x="329933" y="164647"/>
                </a:lnTo>
                <a:lnTo>
                  <a:pt x="351532" y="163916"/>
                </a:lnTo>
                <a:close/>
                <a:moveTo>
                  <a:pt x="336802" y="156850"/>
                </a:moveTo>
                <a:lnTo>
                  <a:pt x="322072" y="148472"/>
                </a:lnTo>
                <a:lnTo>
                  <a:pt x="329933" y="164647"/>
                </a:lnTo>
                <a:close/>
                <a:moveTo>
                  <a:pt x="285743" y="140725"/>
                </a:moveTo>
                <a:lnTo>
                  <a:pt x="271014" y="130158"/>
                </a:lnTo>
                <a:lnTo>
                  <a:pt x="278875" y="150081"/>
                </a:lnTo>
                <a:close/>
                <a:moveTo>
                  <a:pt x="285743" y="140725"/>
                </a:moveTo>
                <a:lnTo>
                  <a:pt x="292612" y="130725"/>
                </a:lnTo>
                <a:lnTo>
                  <a:pt x="271014" y="130158"/>
                </a:lnTo>
                <a:close/>
                <a:moveTo>
                  <a:pt x="277882" y="121458"/>
                </a:moveTo>
                <a:lnTo>
                  <a:pt x="271014" y="130158"/>
                </a:lnTo>
                <a:lnTo>
                  <a:pt x="292612" y="130725"/>
                </a:lnTo>
                <a:close/>
                <a:moveTo>
                  <a:pt x="277882" y="121458"/>
                </a:moveTo>
                <a:lnTo>
                  <a:pt x="263152" y="109473"/>
                </a:lnTo>
                <a:lnTo>
                  <a:pt x="271014" y="130158"/>
                </a:lnTo>
                <a:close/>
                <a:moveTo>
                  <a:pt x="256284" y="118898"/>
                </a:moveTo>
                <a:lnTo>
                  <a:pt x="249415" y="128175"/>
                </a:lnTo>
                <a:lnTo>
                  <a:pt x="271014" y="130158"/>
                </a:lnTo>
                <a:close/>
                <a:moveTo>
                  <a:pt x="256284" y="118898"/>
                </a:moveTo>
                <a:lnTo>
                  <a:pt x="241554" y="106927"/>
                </a:lnTo>
                <a:lnTo>
                  <a:pt x="249415" y="128175"/>
                </a:lnTo>
                <a:close/>
                <a:moveTo>
                  <a:pt x="256284" y="118898"/>
                </a:moveTo>
                <a:lnTo>
                  <a:pt x="263152" y="109473"/>
                </a:lnTo>
                <a:lnTo>
                  <a:pt x="241554" y="106927"/>
                </a:lnTo>
                <a:close/>
                <a:moveTo>
                  <a:pt x="256284" y="118898"/>
                </a:moveTo>
                <a:lnTo>
                  <a:pt x="271014" y="130158"/>
                </a:lnTo>
                <a:lnTo>
                  <a:pt x="263152" y="109473"/>
                </a:lnTo>
                <a:close/>
                <a:moveTo>
                  <a:pt x="234685" y="116173"/>
                </a:moveTo>
                <a:lnTo>
                  <a:pt x="249415" y="128175"/>
                </a:lnTo>
                <a:lnTo>
                  <a:pt x="241554" y="106927"/>
                </a:lnTo>
                <a:close/>
                <a:moveTo>
                  <a:pt x="248423" y="97896"/>
                </a:moveTo>
                <a:lnTo>
                  <a:pt x="241554" y="106927"/>
                </a:lnTo>
                <a:lnTo>
                  <a:pt x="263152" y="109473"/>
                </a:lnTo>
                <a:close/>
                <a:moveTo>
                  <a:pt x="248423" y="97896"/>
                </a:moveTo>
                <a:lnTo>
                  <a:pt x="233693" y="83669"/>
                </a:lnTo>
                <a:lnTo>
                  <a:pt x="241554" y="106927"/>
                </a:lnTo>
                <a:close/>
                <a:moveTo>
                  <a:pt x="226824" y="94741"/>
                </a:moveTo>
                <a:lnTo>
                  <a:pt x="241554" y="106927"/>
                </a:lnTo>
                <a:lnTo>
                  <a:pt x="233693" y="83669"/>
                </a:lnTo>
                <a:close/>
                <a:moveTo>
                  <a:pt x="154167" y="85653"/>
                </a:moveTo>
                <a:lnTo>
                  <a:pt x="139437" y="77463"/>
                </a:lnTo>
                <a:lnTo>
                  <a:pt x="147299" y="94171"/>
                </a:lnTo>
                <a:close/>
                <a:moveTo>
                  <a:pt x="154167" y="85653"/>
                </a:moveTo>
                <a:lnTo>
                  <a:pt x="161036" y="77474"/>
                </a:lnTo>
                <a:lnTo>
                  <a:pt x="139437" y="77463"/>
                </a:lnTo>
                <a:close/>
                <a:moveTo>
                  <a:pt x="146306" y="71667"/>
                </a:moveTo>
                <a:lnTo>
                  <a:pt x="139437" y="77463"/>
                </a:lnTo>
                <a:lnTo>
                  <a:pt x="161036" y="77474"/>
                </a:lnTo>
                <a:close/>
                <a:moveTo>
                  <a:pt x="146306" y="71667"/>
                </a:moveTo>
                <a:lnTo>
                  <a:pt x="131576" y="66310"/>
                </a:lnTo>
                <a:lnTo>
                  <a:pt x="139437" y="77463"/>
                </a:lnTo>
                <a:close/>
                <a:moveTo>
                  <a:pt x="124708" y="70538"/>
                </a:moveTo>
                <a:lnTo>
                  <a:pt x="117839" y="74407"/>
                </a:lnTo>
                <a:lnTo>
                  <a:pt x="139437" y="77463"/>
                </a:lnTo>
                <a:close/>
                <a:moveTo>
                  <a:pt x="124708" y="70538"/>
                </a:moveTo>
                <a:lnTo>
                  <a:pt x="109978" y="62191"/>
                </a:lnTo>
                <a:lnTo>
                  <a:pt x="117839" y="74407"/>
                </a:lnTo>
                <a:close/>
                <a:moveTo>
                  <a:pt x="124708" y="70538"/>
                </a:moveTo>
                <a:lnTo>
                  <a:pt x="131576" y="66310"/>
                </a:lnTo>
                <a:lnTo>
                  <a:pt x="109978" y="62191"/>
                </a:lnTo>
                <a:close/>
                <a:moveTo>
                  <a:pt x="124708" y="70538"/>
                </a:moveTo>
                <a:lnTo>
                  <a:pt x="139437" y="77463"/>
                </a:lnTo>
                <a:lnTo>
                  <a:pt x="131576" y="66310"/>
                </a:lnTo>
                <a:close/>
                <a:moveTo>
                  <a:pt x="103109" y="65676"/>
                </a:moveTo>
                <a:lnTo>
                  <a:pt x="109978" y="62191"/>
                </a:lnTo>
                <a:lnTo>
                  <a:pt x="88379" y="57470"/>
                </a:lnTo>
                <a:close/>
                <a:moveTo>
                  <a:pt x="103109" y="65676"/>
                </a:moveTo>
                <a:lnTo>
                  <a:pt x="117839" y="74407"/>
                </a:lnTo>
                <a:lnTo>
                  <a:pt x="109978" y="62191"/>
                </a:lnTo>
                <a:close/>
                <a:moveTo>
                  <a:pt x="95248" y="53013"/>
                </a:moveTo>
                <a:lnTo>
                  <a:pt x="88379" y="57470"/>
                </a:lnTo>
                <a:lnTo>
                  <a:pt x="109978" y="62191"/>
                </a:lnTo>
                <a:close/>
                <a:moveTo>
                  <a:pt x="73649" y="46455"/>
                </a:moveTo>
                <a:lnTo>
                  <a:pt x="66781" y="56287"/>
                </a:lnTo>
                <a:lnTo>
                  <a:pt x="88379" y="57470"/>
                </a:lnTo>
                <a:close/>
                <a:moveTo>
                  <a:pt x="73649" y="46455"/>
                </a:moveTo>
                <a:lnTo>
                  <a:pt x="58919" y="36321"/>
                </a:lnTo>
                <a:lnTo>
                  <a:pt x="66781" y="56287"/>
                </a:lnTo>
                <a:close/>
                <a:moveTo>
                  <a:pt x="73649" y="46455"/>
                </a:moveTo>
                <a:lnTo>
                  <a:pt x="80518" y="39874"/>
                </a:lnTo>
                <a:lnTo>
                  <a:pt x="58919" y="36321"/>
                </a:lnTo>
                <a:close/>
                <a:moveTo>
                  <a:pt x="73649" y="46455"/>
                </a:moveTo>
                <a:lnTo>
                  <a:pt x="88379" y="57470"/>
                </a:lnTo>
                <a:lnTo>
                  <a:pt x="80518" y="39874"/>
                </a:lnTo>
                <a:close/>
                <a:moveTo>
                  <a:pt x="65788" y="26679"/>
                </a:moveTo>
                <a:lnTo>
                  <a:pt x="58919" y="36321"/>
                </a:lnTo>
                <a:lnTo>
                  <a:pt x="80518" y="39874"/>
                </a:lnTo>
                <a:close/>
                <a:moveTo>
                  <a:pt x="65788" y="26679"/>
                </a:moveTo>
                <a:lnTo>
                  <a:pt x="51058" y="18240"/>
                </a:lnTo>
                <a:lnTo>
                  <a:pt x="58919" y="36321"/>
                </a:lnTo>
                <a:close/>
                <a:moveTo>
                  <a:pt x="44190" y="26260"/>
                </a:moveTo>
                <a:lnTo>
                  <a:pt x="51058" y="18240"/>
                </a:lnTo>
                <a:lnTo>
                  <a:pt x="29460" y="18614"/>
                </a:lnTo>
                <a:close/>
                <a:moveTo>
                  <a:pt x="44190" y="26260"/>
                </a:moveTo>
                <a:lnTo>
                  <a:pt x="58919" y="36321"/>
                </a:lnTo>
                <a:lnTo>
                  <a:pt x="51058" y="18240"/>
                </a:lnTo>
                <a:close/>
                <a:moveTo>
                  <a:pt x="14730" y="10464"/>
                </a:moveTo>
                <a:lnTo>
                  <a:pt x="7861" y="18804"/>
                </a:lnTo>
                <a:lnTo>
                  <a:pt x="29460" y="18614"/>
                </a:lnTo>
                <a:close/>
                <a:moveTo>
                  <a:pt x="14730" y="10464"/>
                </a:moveTo>
                <a:lnTo>
                  <a:pt x="0" y="0"/>
                </a:lnTo>
                <a:lnTo>
                  <a:pt x="7861" y="18804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95" name="PANEL_01-slope-24-225_989">
            <a:extLst>
              <a:ext uri="{FF2B5EF4-FFF2-40B4-BE49-F238E27FC236}">
                <a16:creationId xmlns:a16="http://schemas.microsoft.com/office/drawing/2014/main" id="{DCABE760-5D69-48A2-ACA3-1AA32497506C}"/>
              </a:ext>
            </a:extLst>
          </p:cNvPr>
          <p:cNvSpPr>
            <a:spLocks/>
          </p:cNvSpPr>
          <p:nvPr/>
        </p:nvSpPr>
        <p:spPr>
          <a:xfrm>
            <a:off x="761981" y="948342"/>
            <a:ext cx="1365534" cy="304124"/>
          </a:xfrm>
          <a:custGeom>
            <a:pathLst>
              <a:path w="924924" h="205994">
                <a:moveTo>
                  <a:pt x="910195" y="130607"/>
                </a:moveTo>
                <a:lnTo>
                  <a:pt x="903326" y="140822"/>
                </a:lnTo>
                <a:lnTo>
                  <a:pt x="924924" y="138197"/>
                </a:lnTo>
                <a:close/>
                <a:moveTo>
                  <a:pt x="910195" y="130607"/>
                </a:moveTo>
                <a:lnTo>
                  <a:pt x="895465" y="127681"/>
                </a:lnTo>
                <a:lnTo>
                  <a:pt x="903326" y="140822"/>
                </a:lnTo>
                <a:close/>
                <a:moveTo>
                  <a:pt x="888596" y="136994"/>
                </a:moveTo>
                <a:lnTo>
                  <a:pt x="881727" y="145657"/>
                </a:lnTo>
                <a:lnTo>
                  <a:pt x="903326" y="140822"/>
                </a:lnTo>
                <a:close/>
                <a:moveTo>
                  <a:pt x="888596" y="136994"/>
                </a:moveTo>
                <a:lnTo>
                  <a:pt x="873866" y="137107"/>
                </a:lnTo>
                <a:lnTo>
                  <a:pt x="881727" y="145657"/>
                </a:lnTo>
                <a:close/>
                <a:moveTo>
                  <a:pt x="888596" y="136994"/>
                </a:moveTo>
                <a:lnTo>
                  <a:pt x="903326" y="140822"/>
                </a:lnTo>
                <a:lnTo>
                  <a:pt x="895465" y="127681"/>
                </a:lnTo>
                <a:close/>
                <a:moveTo>
                  <a:pt x="866998" y="144794"/>
                </a:moveTo>
                <a:lnTo>
                  <a:pt x="860129" y="152932"/>
                </a:lnTo>
                <a:lnTo>
                  <a:pt x="881727" y="145657"/>
                </a:lnTo>
                <a:close/>
                <a:moveTo>
                  <a:pt x="866998" y="144794"/>
                </a:moveTo>
                <a:lnTo>
                  <a:pt x="852268" y="147346"/>
                </a:lnTo>
                <a:lnTo>
                  <a:pt x="860129" y="152932"/>
                </a:lnTo>
                <a:close/>
                <a:moveTo>
                  <a:pt x="866998" y="144794"/>
                </a:moveTo>
                <a:lnTo>
                  <a:pt x="873866" y="137107"/>
                </a:lnTo>
                <a:lnTo>
                  <a:pt x="852268" y="147346"/>
                </a:lnTo>
                <a:close/>
                <a:moveTo>
                  <a:pt x="866998" y="144794"/>
                </a:moveTo>
                <a:lnTo>
                  <a:pt x="881727" y="145657"/>
                </a:lnTo>
                <a:lnTo>
                  <a:pt x="873866" y="137107"/>
                </a:lnTo>
                <a:close/>
                <a:moveTo>
                  <a:pt x="845399" y="155382"/>
                </a:moveTo>
                <a:lnTo>
                  <a:pt x="830669" y="156248"/>
                </a:lnTo>
                <a:lnTo>
                  <a:pt x="838530" y="161873"/>
                </a:lnTo>
                <a:close/>
                <a:moveTo>
                  <a:pt x="845399" y="155382"/>
                </a:moveTo>
                <a:lnTo>
                  <a:pt x="852268" y="147346"/>
                </a:lnTo>
                <a:lnTo>
                  <a:pt x="830669" y="156248"/>
                </a:lnTo>
                <a:close/>
                <a:moveTo>
                  <a:pt x="845399" y="155382"/>
                </a:moveTo>
                <a:lnTo>
                  <a:pt x="860129" y="152932"/>
                </a:lnTo>
                <a:lnTo>
                  <a:pt x="852268" y="147346"/>
                </a:lnTo>
                <a:close/>
                <a:moveTo>
                  <a:pt x="823800" y="164212"/>
                </a:moveTo>
                <a:lnTo>
                  <a:pt x="809071" y="163828"/>
                </a:lnTo>
                <a:lnTo>
                  <a:pt x="816932" y="170539"/>
                </a:lnTo>
                <a:close/>
                <a:moveTo>
                  <a:pt x="823800" y="164212"/>
                </a:moveTo>
                <a:lnTo>
                  <a:pt x="830669" y="156248"/>
                </a:lnTo>
                <a:lnTo>
                  <a:pt x="809071" y="163828"/>
                </a:lnTo>
                <a:close/>
                <a:moveTo>
                  <a:pt x="823800" y="164212"/>
                </a:moveTo>
                <a:lnTo>
                  <a:pt x="838530" y="161873"/>
                </a:lnTo>
                <a:lnTo>
                  <a:pt x="830669" y="156248"/>
                </a:lnTo>
                <a:close/>
                <a:moveTo>
                  <a:pt x="802202" y="171462"/>
                </a:moveTo>
                <a:lnTo>
                  <a:pt x="809071" y="163828"/>
                </a:lnTo>
                <a:lnTo>
                  <a:pt x="787472" y="171780"/>
                </a:lnTo>
                <a:close/>
                <a:moveTo>
                  <a:pt x="815939" y="155958"/>
                </a:moveTo>
                <a:lnTo>
                  <a:pt x="809071" y="163828"/>
                </a:lnTo>
                <a:lnTo>
                  <a:pt x="830669" y="156248"/>
                </a:lnTo>
                <a:close/>
                <a:moveTo>
                  <a:pt x="794341" y="163681"/>
                </a:moveTo>
                <a:lnTo>
                  <a:pt x="787472" y="171780"/>
                </a:lnTo>
                <a:lnTo>
                  <a:pt x="809071" y="163828"/>
                </a:lnTo>
                <a:close/>
                <a:moveTo>
                  <a:pt x="794341" y="163681"/>
                </a:moveTo>
                <a:lnTo>
                  <a:pt x="779611" y="162540"/>
                </a:lnTo>
                <a:lnTo>
                  <a:pt x="787472" y="171780"/>
                </a:lnTo>
                <a:close/>
                <a:moveTo>
                  <a:pt x="772742" y="171945"/>
                </a:moveTo>
                <a:lnTo>
                  <a:pt x="765874" y="180175"/>
                </a:lnTo>
                <a:lnTo>
                  <a:pt x="787472" y="171780"/>
                </a:lnTo>
                <a:close/>
                <a:moveTo>
                  <a:pt x="772742" y="171945"/>
                </a:moveTo>
                <a:lnTo>
                  <a:pt x="758012" y="170485"/>
                </a:lnTo>
                <a:lnTo>
                  <a:pt x="765874" y="180175"/>
                </a:lnTo>
                <a:close/>
                <a:moveTo>
                  <a:pt x="772742" y="171945"/>
                </a:moveTo>
                <a:lnTo>
                  <a:pt x="787472" y="171780"/>
                </a:lnTo>
                <a:lnTo>
                  <a:pt x="779611" y="162540"/>
                </a:lnTo>
                <a:close/>
                <a:moveTo>
                  <a:pt x="751144" y="179480"/>
                </a:moveTo>
                <a:lnTo>
                  <a:pt x="744275" y="187974"/>
                </a:lnTo>
                <a:lnTo>
                  <a:pt x="765874" y="180175"/>
                </a:lnTo>
                <a:close/>
                <a:moveTo>
                  <a:pt x="751144" y="179480"/>
                </a:moveTo>
                <a:lnTo>
                  <a:pt x="736414" y="178282"/>
                </a:lnTo>
                <a:lnTo>
                  <a:pt x="744275" y="187974"/>
                </a:lnTo>
                <a:close/>
                <a:moveTo>
                  <a:pt x="751144" y="179480"/>
                </a:moveTo>
                <a:lnTo>
                  <a:pt x="758012" y="170485"/>
                </a:lnTo>
                <a:lnTo>
                  <a:pt x="736414" y="178282"/>
                </a:lnTo>
                <a:close/>
                <a:moveTo>
                  <a:pt x="751144" y="179480"/>
                </a:moveTo>
                <a:lnTo>
                  <a:pt x="765874" y="180175"/>
                </a:lnTo>
                <a:lnTo>
                  <a:pt x="758012" y="170485"/>
                </a:lnTo>
                <a:close/>
                <a:moveTo>
                  <a:pt x="729545" y="186528"/>
                </a:moveTo>
                <a:lnTo>
                  <a:pt x="714815" y="185370"/>
                </a:lnTo>
                <a:lnTo>
                  <a:pt x="722677" y="194910"/>
                </a:lnTo>
                <a:close/>
                <a:moveTo>
                  <a:pt x="729545" y="186528"/>
                </a:moveTo>
                <a:lnTo>
                  <a:pt x="736414" y="178282"/>
                </a:lnTo>
                <a:lnTo>
                  <a:pt x="714815" y="185370"/>
                </a:lnTo>
                <a:close/>
                <a:moveTo>
                  <a:pt x="729545" y="186528"/>
                </a:moveTo>
                <a:lnTo>
                  <a:pt x="744275" y="187974"/>
                </a:lnTo>
                <a:lnTo>
                  <a:pt x="736414" y="178282"/>
                </a:lnTo>
                <a:close/>
                <a:moveTo>
                  <a:pt x="707947" y="192998"/>
                </a:moveTo>
                <a:lnTo>
                  <a:pt x="714815" y="185370"/>
                </a:lnTo>
                <a:lnTo>
                  <a:pt x="693217" y="191903"/>
                </a:lnTo>
                <a:close/>
                <a:moveTo>
                  <a:pt x="721684" y="177822"/>
                </a:moveTo>
                <a:lnTo>
                  <a:pt x="714815" y="185370"/>
                </a:lnTo>
                <a:lnTo>
                  <a:pt x="736414" y="178282"/>
                </a:lnTo>
                <a:close/>
                <a:moveTo>
                  <a:pt x="700085" y="184131"/>
                </a:moveTo>
                <a:lnTo>
                  <a:pt x="693217" y="191903"/>
                </a:lnTo>
                <a:lnTo>
                  <a:pt x="714815" y="185370"/>
                </a:lnTo>
                <a:close/>
                <a:moveTo>
                  <a:pt x="700085" y="184131"/>
                </a:moveTo>
                <a:lnTo>
                  <a:pt x="685356" y="183586"/>
                </a:lnTo>
                <a:lnTo>
                  <a:pt x="693217" y="191903"/>
                </a:lnTo>
                <a:close/>
                <a:moveTo>
                  <a:pt x="678487" y="190957"/>
                </a:moveTo>
                <a:lnTo>
                  <a:pt x="671618" y="199015"/>
                </a:lnTo>
                <a:lnTo>
                  <a:pt x="693217" y="191903"/>
                </a:lnTo>
                <a:close/>
                <a:moveTo>
                  <a:pt x="678487" y="190957"/>
                </a:moveTo>
                <a:lnTo>
                  <a:pt x="663757" y="191157"/>
                </a:lnTo>
                <a:lnTo>
                  <a:pt x="671618" y="199015"/>
                </a:lnTo>
                <a:close/>
                <a:moveTo>
                  <a:pt x="678487" y="190957"/>
                </a:moveTo>
                <a:lnTo>
                  <a:pt x="693217" y="191903"/>
                </a:lnTo>
                <a:lnTo>
                  <a:pt x="685356" y="183586"/>
                </a:lnTo>
                <a:close/>
                <a:moveTo>
                  <a:pt x="656888" y="199248"/>
                </a:moveTo>
                <a:lnTo>
                  <a:pt x="650020" y="205994"/>
                </a:lnTo>
                <a:lnTo>
                  <a:pt x="671618" y="199015"/>
                </a:lnTo>
                <a:close/>
                <a:moveTo>
                  <a:pt x="656888" y="199248"/>
                </a:moveTo>
                <a:lnTo>
                  <a:pt x="642159" y="196697"/>
                </a:lnTo>
                <a:lnTo>
                  <a:pt x="650020" y="205994"/>
                </a:lnTo>
                <a:close/>
                <a:moveTo>
                  <a:pt x="656888" y="199248"/>
                </a:moveTo>
                <a:lnTo>
                  <a:pt x="663757" y="191157"/>
                </a:lnTo>
                <a:lnTo>
                  <a:pt x="642159" y="196697"/>
                </a:lnTo>
                <a:close/>
                <a:moveTo>
                  <a:pt x="656888" y="199248"/>
                </a:moveTo>
                <a:lnTo>
                  <a:pt x="671618" y="199015"/>
                </a:lnTo>
                <a:lnTo>
                  <a:pt x="663757" y="191157"/>
                </a:lnTo>
                <a:close/>
                <a:moveTo>
                  <a:pt x="635290" y="204264"/>
                </a:moveTo>
                <a:lnTo>
                  <a:pt x="642159" y="196697"/>
                </a:lnTo>
                <a:lnTo>
                  <a:pt x="620560" y="199417"/>
                </a:lnTo>
                <a:close/>
                <a:moveTo>
                  <a:pt x="635290" y="204264"/>
                </a:moveTo>
                <a:lnTo>
                  <a:pt x="650020" y="205994"/>
                </a:lnTo>
                <a:lnTo>
                  <a:pt x="642159" y="196697"/>
                </a:lnTo>
                <a:close/>
                <a:moveTo>
                  <a:pt x="503714" y="163628"/>
                </a:moveTo>
                <a:lnTo>
                  <a:pt x="496845" y="173142"/>
                </a:lnTo>
                <a:lnTo>
                  <a:pt x="518444" y="170071"/>
                </a:lnTo>
                <a:close/>
                <a:moveTo>
                  <a:pt x="503714" y="163628"/>
                </a:moveTo>
                <a:lnTo>
                  <a:pt x="488984" y="159632"/>
                </a:lnTo>
                <a:lnTo>
                  <a:pt x="496845" y="173142"/>
                </a:lnTo>
                <a:close/>
                <a:moveTo>
                  <a:pt x="503714" y="163628"/>
                </a:moveTo>
                <a:lnTo>
                  <a:pt x="510582" y="156530"/>
                </a:lnTo>
                <a:lnTo>
                  <a:pt x="488984" y="159632"/>
                </a:lnTo>
                <a:close/>
                <a:moveTo>
                  <a:pt x="482115" y="169854"/>
                </a:moveTo>
                <a:lnTo>
                  <a:pt x="467385" y="165338"/>
                </a:lnTo>
                <a:lnTo>
                  <a:pt x="475247" y="177046"/>
                </a:lnTo>
                <a:close/>
                <a:moveTo>
                  <a:pt x="482115" y="169854"/>
                </a:moveTo>
                <a:lnTo>
                  <a:pt x="488984" y="159632"/>
                </a:lnTo>
                <a:lnTo>
                  <a:pt x="467385" y="165338"/>
                </a:lnTo>
                <a:close/>
                <a:moveTo>
                  <a:pt x="482115" y="169854"/>
                </a:moveTo>
                <a:lnTo>
                  <a:pt x="496845" y="173142"/>
                </a:lnTo>
                <a:lnTo>
                  <a:pt x="488984" y="159632"/>
                </a:lnTo>
                <a:close/>
                <a:moveTo>
                  <a:pt x="460517" y="174940"/>
                </a:moveTo>
                <a:lnTo>
                  <a:pt x="467385" y="165338"/>
                </a:lnTo>
                <a:lnTo>
                  <a:pt x="445787" y="169648"/>
                </a:lnTo>
                <a:close/>
                <a:moveTo>
                  <a:pt x="474254" y="154428"/>
                </a:moveTo>
                <a:lnTo>
                  <a:pt x="467385" y="165338"/>
                </a:lnTo>
                <a:lnTo>
                  <a:pt x="488984" y="159632"/>
                </a:lnTo>
                <a:close/>
                <a:moveTo>
                  <a:pt x="474254" y="154428"/>
                </a:moveTo>
                <a:lnTo>
                  <a:pt x="459524" y="150375"/>
                </a:lnTo>
                <a:lnTo>
                  <a:pt x="467385" y="165338"/>
                </a:lnTo>
                <a:close/>
                <a:moveTo>
                  <a:pt x="452656" y="162130"/>
                </a:moveTo>
                <a:lnTo>
                  <a:pt x="445787" y="169648"/>
                </a:lnTo>
                <a:lnTo>
                  <a:pt x="467385" y="165338"/>
                </a:lnTo>
                <a:close/>
                <a:moveTo>
                  <a:pt x="452656" y="162130"/>
                </a:moveTo>
                <a:lnTo>
                  <a:pt x="437926" y="156517"/>
                </a:lnTo>
                <a:lnTo>
                  <a:pt x="445787" y="169648"/>
                </a:lnTo>
                <a:close/>
                <a:moveTo>
                  <a:pt x="452656" y="162130"/>
                </a:moveTo>
                <a:lnTo>
                  <a:pt x="467385" y="165338"/>
                </a:lnTo>
                <a:lnTo>
                  <a:pt x="459524" y="150375"/>
                </a:lnTo>
                <a:close/>
                <a:moveTo>
                  <a:pt x="431057" y="166367"/>
                </a:moveTo>
                <a:lnTo>
                  <a:pt x="437926" y="156517"/>
                </a:lnTo>
                <a:lnTo>
                  <a:pt x="416327" y="158981"/>
                </a:lnTo>
                <a:close/>
                <a:moveTo>
                  <a:pt x="431057" y="166367"/>
                </a:moveTo>
                <a:lnTo>
                  <a:pt x="445787" y="169648"/>
                </a:lnTo>
                <a:lnTo>
                  <a:pt x="437926" y="156517"/>
                </a:lnTo>
                <a:close/>
                <a:moveTo>
                  <a:pt x="423196" y="151808"/>
                </a:moveTo>
                <a:lnTo>
                  <a:pt x="416327" y="158981"/>
                </a:lnTo>
                <a:lnTo>
                  <a:pt x="437926" y="156517"/>
                </a:lnTo>
                <a:close/>
                <a:moveTo>
                  <a:pt x="328941" y="138235"/>
                </a:moveTo>
                <a:lnTo>
                  <a:pt x="335809" y="127997"/>
                </a:lnTo>
                <a:lnTo>
                  <a:pt x="314211" y="129858"/>
                </a:lnTo>
                <a:close/>
                <a:moveTo>
                  <a:pt x="328941" y="138235"/>
                </a:moveTo>
                <a:lnTo>
                  <a:pt x="343670" y="145301"/>
                </a:lnTo>
                <a:lnTo>
                  <a:pt x="335809" y="127997"/>
                </a:lnTo>
                <a:close/>
                <a:moveTo>
                  <a:pt x="307342" y="141097"/>
                </a:moveTo>
                <a:lnTo>
                  <a:pt x="314211" y="129858"/>
                </a:lnTo>
                <a:lnTo>
                  <a:pt x="292612" y="131330"/>
                </a:lnTo>
                <a:close/>
                <a:moveTo>
                  <a:pt x="307342" y="141097"/>
                </a:moveTo>
                <a:lnTo>
                  <a:pt x="322072" y="146033"/>
                </a:lnTo>
                <a:lnTo>
                  <a:pt x="314211" y="129858"/>
                </a:lnTo>
                <a:close/>
                <a:moveTo>
                  <a:pt x="321079" y="118645"/>
                </a:moveTo>
                <a:lnTo>
                  <a:pt x="314211" y="129858"/>
                </a:lnTo>
                <a:lnTo>
                  <a:pt x="335809" y="127997"/>
                </a:lnTo>
                <a:close/>
                <a:moveTo>
                  <a:pt x="321079" y="118645"/>
                </a:moveTo>
                <a:lnTo>
                  <a:pt x="306349" y="110656"/>
                </a:lnTo>
                <a:lnTo>
                  <a:pt x="314211" y="129858"/>
                </a:lnTo>
                <a:close/>
                <a:moveTo>
                  <a:pt x="299481" y="121456"/>
                </a:moveTo>
                <a:lnTo>
                  <a:pt x="292612" y="131330"/>
                </a:lnTo>
                <a:lnTo>
                  <a:pt x="314211" y="129858"/>
                </a:lnTo>
                <a:close/>
                <a:moveTo>
                  <a:pt x="299481" y="121456"/>
                </a:moveTo>
                <a:lnTo>
                  <a:pt x="284751" y="112111"/>
                </a:lnTo>
                <a:lnTo>
                  <a:pt x="292612" y="131330"/>
                </a:lnTo>
                <a:close/>
                <a:moveTo>
                  <a:pt x="299481" y="121456"/>
                </a:moveTo>
                <a:lnTo>
                  <a:pt x="306349" y="110656"/>
                </a:lnTo>
                <a:lnTo>
                  <a:pt x="284751" y="112111"/>
                </a:lnTo>
                <a:close/>
                <a:moveTo>
                  <a:pt x="299481" y="121456"/>
                </a:moveTo>
                <a:lnTo>
                  <a:pt x="314211" y="129858"/>
                </a:lnTo>
                <a:lnTo>
                  <a:pt x="306349" y="110656"/>
                </a:lnTo>
                <a:close/>
                <a:moveTo>
                  <a:pt x="277882" y="122111"/>
                </a:moveTo>
                <a:lnTo>
                  <a:pt x="292612" y="131330"/>
                </a:lnTo>
                <a:lnTo>
                  <a:pt x="284751" y="112111"/>
                </a:lnTo>
                <a:close/>
                <a:moveTo>
                  <a:pt x="226824" y="97558"/>
                </a:moveTo>
                <a:lnTo>
                  <a:pt x="233693" y="88313"/>
                </a:lnTo>
                <a:lnTo>
                  <a:pt x="212094" y="88509"/>
                </a:lnTo>
                <a:close/>
                <a:moveTo>
                  <a:pt x="218963" y="76127"/>
                </a:moveTo>
                <a:lnTo>
                  <a:pt x="212094" y="88509"/>
                </a:lnTo>
                <a:lnTo>
                  <a:pt x="233693" y="88313"/>
                </a:lnTo>
                <a:close/>
                <a:moveTo>
                  <a:pt x="218963" y="76127"/>
                </a:moveTo>
                <a:lnTo>
                  <a:pt x="204233" y="65654"/>
                </a:lnTo>
                <a:lnTo>
                  <a:pt x="212094" y="88509"/>
                </a:lnTo>
                <a:close/>
                <a:moveTo>
                  <a:pt x="218963" y="76127"/>
                </a:moveTo>
                <a:lnTo>
                  <a:pt x="225831" y="65055"/>
                </a:lnTo>
                <a:lnTo>
                  <a:pt x="204233" y="65654"/>
                </a:lnTo>
                <a:close/>
                <a:moveTo>
                  <a:pt x="197364" y="79258"/>
                </a:moveTo>
                <a:lnTo>
                  <a:pt x="182634" y="71430"/>
                </a:lnTo>
                <a:lnTo>
                  <a:pt x="190496" y="92985"/>
                </a:lnTo>
                <a:close/>
                <a:moveTo>
                  <a:pt x="197364" y="79258"/>
                </a:moveTo>
                <a:lnTo>
                  <a:pt x="204233" y="65654"/>
                </a:lnTo>
                <a:lnTo>
                  <a:pt x="182634" y="71430"/>
                </a:lnTo>
                <a:close/>
                <a:moveTo>
                  <a:pt x="197364" y="79258"/>
                </a:moveTo>
                <a:lnTo>
                  <a:pt x="212094" y="88509"/>
                </a:lnTo>
                <a:lnTo>
                  <a:pt x="204233" y="65654"/>
                </a:lnTo>
                <a:close/>
                <a:moveTo>
                  <a:pt x="175766" y="86536"/>
                </a:moveTo>
                <a:lnTo>
                  <a:pt x="182634" y="71430"/>
                </a:lnTo>
                <a:lnTo>
                  <a:pt x="161036" y="76414"/>
                </a:lnTo>
                <a:close/>
                <a:moveTo>
                  <a:pt x="189503" y="55898"/>
                </a:moveTo>
                <a:lnTo>
                  <a:pt x="182634" y="71430"/>
                </a:lnTo>
                <a:lnTo>
                  <a:pt x="204233" y="65654"/>
                </a:lnTo>
                <a:close/>
                <a:moveTo>
                  <a:pt x="189503" y="55898"/>
                </a:moveTo>
                <a:lnTo>
                  <a:pt x="174773" y="53845"/>
                </a:lnTo>
                <a:lnTo>
                  <a:pt x="182634" y="71430"/>
                </a:lnTo>
                <a:close/>
                <a:moveTo>
                  <a:pt x="167905" y="64029"/>
                </a:moveTo>
                <a:lnTo>
                  <a:pt x="161036" y="76414"/>
                </a:lnTo>
                <a:lnTo>
                  <a:pt x="182634" y="71430"/>
                </a:lnTo>
                <a:close/>
                <a:moveTo>
                  <a:pt x="167905" y="64029"/>
                </a:moveTo>
                <a:lnTo>
                  <a:pt x="153175" y="58860"/>
                </a:lnTo>
                <a:lnTo>
                  <a:pt x="161036" y="76414"/>
                </a:lnTo>
                <a:close/>
                <a:moveTo>
                  <a:pt x="167905" y="64029"/>
                </a:moveTo>
                <a:lnTo>
                  <a:pt x="174773" y="53845"/>
                </a:lnTo>
                <a:lnTo>
                  <a:pt x="153175" y="58860"/>
                </a:lnTo>
                <a:close/>
                <a:moveTo>
                  <a:pt x="167905" y="64029"/>
                </a:moveTo>
                <a:lnTo>
                  <a:pt x="182634" y="71430"/>
                </a:lnTo>
                <a:lnTo>
                  <a:pt x="174773" y="53845"/>
                </a:lnTo>
                <a:close/>
                <a:moveTo>
                  <a:pt x="146306" y="67038"/>
                </a:moveTo>
                <a:lnTo>
                  <a:pt x="161036" y="76414"/>
                </a:lnTo>
                <a:lnTo>
                  <a:pt x="153175" y="58860"/>
                </a:lnTo>
                <a:close/>
                <a:moveTo>
                  <a:pt x="44190" y="27274"/>
                </a:moveTo>
                <a:lnTo>
                  <a:pt x="51058" y="17706"/>
                </a:lnTo>
                <a:lnTo>
                  <a:pt x="29460" y="18674"/>
                </a:lnTo>
                <a:close/>
                <a:moveTo>
                  <a:pt x="36328" y="7646"/>
                </a:moveTo>
                <a:lnTo>
                  <a:pt x="29460" y="18674"/>
                </a:lnTo>
                <a:lnTo>
                  <a:pt x="51058" y="17706"/>
                </a:lnTo>
                <a:close/>
                <a:moveTo>
                  <a:pt x="36328" y="7646"/>
                </a:moveTo>
                <a:lnTo>
                  <a:pt x="21599" y="0"/>
                </a:lnTo>
                <a:lnTo>
                  <a:pt x="29460" y="18674"/>
                </a:lnTo>
                <a:close/>
                <a:moveTo>
                  <a:pt x="14730" y="9296"/>
                </a:moveTo>
                <a:lnTo>
                  <a:pt x="21599" y="0"/>
                </a:lnTo>
                <a:lnTo>
                  <a:pt x="0" y="190"/>
                </a:lnTo>
                <a:close/>
                <a:moveTo>
                  <a:pt x="14730" y="9296"/>
                </a:moveTo>
                <a:lnTo>
                  <a:pt x="29460" y="18674"/>
                </a:lnTo>
                <a:lnTo>
                  <a:pt x="21599" y="0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96" name="PANEL_01-slope-25-215_990">
            <a:extLst>
              <a:ext uri="{FF2B5EF4-FFF2-40B4-BE49-F238E27FC236}">
                <a16:creationId xmlns:a16="http://schemas.microsoft.com/office/drawing/2014/main" id="{259E9C41-42FA-4299-B4AC-3E809226B05B}"/>
              </a:ext>
            </a:extLst>
          </p:cNvPr>
          <p:cNvSpPr>
            <a:spLocks/>
          </p:cNvSpPr>
          <p:nvPr/>
        </p:nvSpPr>
        <p:spPr>
          <a:xfrm>
            <a:off x="1237481" y="1163940"/>
            <a:ext cx="172509" cy="43403"/>
          </a:xfrm>
          <a:custGeom>
            <a:pathLst>
              <a:path w="116846" h="29398">
                <a:moveTo>
                  <a:pt x="116846" y="29122"/>
                </a:moveTo>
                <a:lnTo>
                  <a:pt x="102116" y="23204"/>
                </a:lnTo>
                <a:lnTo>
                  <a:pt x="109978" y="29398"/>
                </a:lnTo>
                <a:close/>
                <a:moveTo>
                  <a:pt x="95248" y="25902"/>
                </a:moveTo>
                <a:lnTo>
                  <a:pt x="102116" y="23204"/>
                </a:lnTo>
                <a:lnTo>
                  <a:pt x="80518" y="19375"/>
                </a:lnTo>
                <a:close/>
                <a:moveTo>
                  <a:pt x="87387" y="17459"/>
                </a:moveTo>
                <a:lnTo>
                  <a:pt x="80518" y="19375"/>
                </a:lnTo>
                <a:lnTo>
                  <a:pt x="102116" y="23204"/>
                </a:lnTo>
                <a:close/>
                <a:moveTo>
                  <a:pt x="87387" y="17459"/>
                </a:moveTo>
                <a:lnTo>
                  <a:pt x="72657" y="11700"/>
                </a:lnTo>
                <a:lnTo>
                  <a:pt x="80518" y="19375"/>
                </a:lnTo>
                <a:close/>
                <a:moveTo>
                  <a:pt x="65788" y="13019"/>
                </a:moveTo>
                <a:lnTo>
                  <a:pt x="51058" y="9750"/>
                </a:lnTo>
                <a:lnTo>
                  <a:pt x="58919" y="15614"/>
                </a:lnTo>
                <a:close/>
                <a:moveTo>
                  <a:pt x="65788" y="13019"/>
                </a:moveTo>
                <a:lnTo>
                  <a:pt x="72657" y="11700"/>
                </a:lnTo>
                <a:lnTo>
                  <a:pt x="51058" y="9750"/>
                </a:lnTo>
                <a:close/>
                <a:moveTo>
                  <a:pt x="65788" y="13019"/>
                </a:moveTo>
                <a:lnTo>
                  <a:pt x="80518" y="19375"/>
                </a:lnTo>
                <a:lnTo>
                  <a:pt x="72657" y="11700"/>
                </a:lnTo>
                <a:close/>
                <a:moveTo>
                  <a:pt x="44190" y="10643"/>
                </a:moveTo>
                <a:lnTo>
                  <a:pt x="51058" y="9750"/>
                </a:lnTo>
                <a:lnTo>
                  <a:pt x="29460" y="8589"/>
                </a:lnTo>
                <a:close/>
                <a:moveTo>
                  <a:pt x="36328" y="7240"/>
                </a:moveTo>
                <a:lnTo>
                  <a:pt x="29460" y="8589"/>
                </a:lnTo>
                <a:lnTo>
                  <a:pt x="51058" y="9750"/>
                </a:lnTo>
                <a:close/>
                <a:moveTo>
                  <a:pt x="14730" y="7143"/>
                </a:moveTo>
                <a:lnTo>
                  <a:pt x="0" y="0"/>
                </a:lnTo>
                <a:lnTo>
                  <a:pt x="7861" y="725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97" name="PANEL_01-slope-25-220_991">
            <a:extLst>
              <a:ext uri="{FF2B5EF4-FFF2-40B4-BE49-F238E27FC236}">
                <a16:creationId xmlns:a16="http://schemas.microsoft.com/office/drawing/2014/main" id="{DB6EABA0-EFB6-491F-B3C4-19C864D9CA64}"/>
              </a:ext>
            </a:extLst>
          </p:cNvPr>
          <p:cNvSpPr>
            <a:spLocks/>
          </p:cNvSpPr>
          <p:nvPr/>
        </p:nvSpPr>
        <p:spPr>
          <a:xfrm>
            <a:off x="848969" y="1003960"/>
            <a:ext cx="840799" cy="261034"/>
          </a:xfrm>
          <a:custGeom>
            <a:pathLst>
              <a:path w="569502" h="176808">
                <a:moveTo>
                  <a:pt x="554772" y="169164"/>
                </a:moveTo>
                <a:lnTo>
                  <a:pt x="547903" y="175762"/>
                </a:lnTo>
                <a:lnTo>
                  <a:pt x="569502" y="173178"/>
                </a:lnTo>
                <a:close/>
                <a:moveTo>
                  <a:pt x="554772" y="169164"/>
                </a:moveTo>
                <a:lnTo>
                  <a:pt x="540042" y="162808"/>
                </a:lnTo>
                <a:lnTo>
                  <a:pt x="547903" y="175762"/>
                </a:lnTo>
                <a:close/>
                <a:moveTo>
                  <a:pt x="554772" y="169164"/>
                </a:moveTo>
                <a:lnTo>
                  <a:pt x="561641" y="161744"/>
                </a:lnTo>
                <a:lnTo>
                  <a:pt x="540042" y="162808"/>
                </a:lnTo>
                <a:close/>
                <a:moveTo>
                  <a:pt x="533173" y="170417"/>
                </a:moveTo>
                <a:lnTo>
                  <a:pt x="518444" y="163240"/>
                </a:lnTo>
                <a:lnTo>
                  <a:pt x="526305" y="176808"/>
                </a:lnTo>
                <a:close/>
                <a:moveTo>
                  <a:pt x="533173" y="170417"/>
                </a:moveTo>
                <a:lnTo>
                  <a:pt x="540042" y="162808"/>
                </a:lnTo>
                <a:lnTo>
                  <a:pt x="518444" y="163240"/>
                </a:lnTo>
                <a:close/>
                <a:moveTo>
                  <a:pt x="533173" y="170417"/>
                </a:moveTo>
                <a:lnTo>
                  <a:pt x="547903" y="175762"/>
                </a:lnTo>
                <a:lnTo>
                  <a:pt x="540042" y="162808"/>
                </a:lnTo>
                <a:close/>
                <a:moveTo>
                  <a:pt x="511575" y="171015"/>
                </a:moveTo>
                <a:lnTo>
                  <a:pt x="518444" y="163240"/>
                </a:lnTo>
                <a:lnTo>
                  <a:pt x="496845" y="162534"/>
                </a:lnTo>
                <a:close/>
                <a:moveTo>
                  <a:pt x="525312" y="155812"/>
                </a:moveTo>
                <a:lnTo>
                  <a:pt x="518444" y="163240"/>
                </a:lnTo>
                <a:lnTo>
                  <a:pt x="540042" y="162808"/>
                </a:lnTo>
                <a:close/>
                <a:moveTo>
                  <a:pt x="525312" y="155812"/>
                </a:moveTo>
                <a:lnTo>
                  <a:pt x="510582" y="148277"/>
                </a:lnTo>
                <a:lnTo>
                  <a:pt x="518444" y="163240"/>
                </a:lnTo>
                <a:close/>
                <a:moveTo>
                  <a:pt x="503714" y="155716"/>
                </a:moveTo>
                <a:lnTo>
                  <a:pt x="496845" y="162534"/>
                </a:lnTo>
                <a:lnTo>
                  <a:pt x="518444" y="163240"/>
                </a:lnTo>
                <a:close/>
                <a:moveTo>
                  <a:pt x="503714" y="155716"/>
                </a:moveTo>
                <a:lnTo>
                  <a:pt x="488984" y="147499"/>
                </a:lnTo>
                <a:lnTo>
                  <a:pt x="496845" y="162534"/>
                </a:lnTo>
                <a:close/>
                <a:moveTo>
                  <a:pt x="503714" y="155716"/>
                </a:moveTo>
                <a:lnTo>
                  <a:pt x="510582" y="148277"/>
                </a:lnTo>
                <a:lnTo>
                  <a:pt x="488984" y="147499"/>
                </a:lnTo>
                <a:close/>
                <a:moveTo>
                  <a:pt x="503714" y="155716"/>
                </a:moveTo>
                <a:lnTo>
                  <a:pt x="518444" y="163240"/>
                </a:lnTo>
                <a:lnTo>
                  <a:pt x="510582" y="148277"/>
                </a:lnTo>
                <a:close/>
                <a:moveTo>
                  <a:pt x="482115" y="154505"/>
                </a:moveTo>
                <a:lnTo>
                  <a:pt x="488984" y="147499"/>
                </a:lnTo>
                <a:lnTo>
                  <a:pt x="467385" y="146617"/>
                </a:lnTo>
                <a:close/>
                <a:moveTo>
                  <a:pt x="482115" y="154505"/>
                </a:moveTo>
                <a:lnTo>
                  <a:pt x="496845" y="162534"/>
                </a:lnTo>
                <a:lnTo>
                  <a:pt x="488984" y="147499"/>
                </a:lnTo>
                <a:close/>
                <a:moveTo>
                  <a:pt x="474254" y="139354"/>
                </a:moveTo>
                <a:lnTo>
                  <a:pt x="467385" y="146617"/>
                </a:lnTo>
                <a:lnTo>
                  <a:pt x="488984" y="147499"/>
                </a:lnTo>
                <a:close/>
                <a:moveTo>
                  <a:pt x="474254" y="139354"/>
                </a:moveTo>
                <a:lnTo>
                  <a:pt x="459524" y="132399"/>
                </a:lnTo>
                <a:lnTo>
                  <a:pt x="467385" y="146617"/>
                </a:lnTo>
                <a:close/>
                <a:moveTo>
                  <a:pt x="452656" y="139876"/>
                </a:moveTo>
                <a:lnTo>
                  <a:pt x="445787" y="147213"/>
                </a:lnTo>
                <a:lnTo>
                  <a:pt x="467385" y="146617"/>
                </a:lnTo>
                <a:close/>
                <a:moveTo>
                  <a:pt x="452656" y="139876"/>
                </a:moveTo>
                <a:lnTo>
                  <a:pt x="467385" y="146617"/>
                </a:lnTo>
                <a:lnTo>
                  <a:pt x="459524" y="132399"/>
                </a:lnTo>
                <a:close/>
                <a:moveTo>
                  <a:pt x="409458" y="144182"/>
                </a:moveTo>
                <a:lnTo>
                  <a:pt x="416327" y="139374"/>
                </a:lnTo>
                <a:lnTo>
                  <a:pt x="394729" y="139981"/>
                </a:lnTo>
                <a:close/>
                <a:moveTo>
                  <a:pt x="401597" y="137268"/>
                </a:moveTo>
                <a:lnTo>
                  <a:pt x="394729" y="139981"/>
                </a:lnTo>
                <a:lnTo>
                  <a:pt x="416327" y="139374"/>
                </a:lnTo>
                <a:close/>
                <a:moveTo>
                  <a:pt x="401597" y="137268"/>
                </a:moveTo>
                <a:lnTo>
                  <a:pt x="386867" y="131976"/>
                </a:lnTo>
                <a:lnTo>
                  <a:pt x="394729" y="139981"/>
                </a:lnTo>
                <a:close/>
                <a:moveTo>
                  <a:pt x="379999" y="137483"/>
                </a:moveTo>
                <a:lnTo>
                  <a:pt x="386867" y="131976"/>
                </a:lnTo>
                <a:lnTo>
                  <a:pt x="365269" y="131565"/>
                </a:lnTo>
                <a:close/>
                <a:moveTo>
                  <a:pt x="379999" y="137483"/>
                </a:moveTo>
                <a:lnTo>
                  <a:pt x="394729" y="139981"/>
                </a:lnTo>
                <a:lnTo>
                  <a:pt x="386867" y="131976"/>
                </a:lnTo>
                <a:close/>
                <a:moveTo>
                  <a:pt x="299481" y="115600"/>
                </a:moveTo>
                <a:lnTo>
                  <a:pt x="284751" y="107629"/>
                </a:lnTo>
                <a:lnTo>
                  <a:pt x="292612" y="116950"/>
                </a:lnTo>
                <a:close/>
                <a:moveTo>
                  <a:pt x="277882" y="115504"/>
                </a:moveTo>
                <a:lnTo>
                  <a:pt x="284751" y="107629"/>
                </a:lnTo>
                <a:lnTo>
                  <a:pt x="263152" y="108361"/>
                </a:lnTo>
                <a:close/>
                <a:moveTo>
                  <a:pt x="277882" y="115504"/>
                </a:moveTo>
                <a:lnTo>
                  <a:pt x="292612" y="116950"/>
                </a:lnTo>
                <a:lnTo>
                  <a:pt x="284751" y="107629"/>
                </a:lnTo>
                <a:close/>
                <a:moveTo>
                  <a:pt x="256284" y="113951"/>
                </a:moveTo>
                <a:lnTo>
                  <a:pt x="263152" y="108361"/>
                </a:lnTo>
                <a:lnTo>
                  <a:pt x="241554" y="108495"/>
                </a:lnTo>
                <a:close/>
                <a:moveTo>
                  <a:pt x="256284" y="113951"/>
                </a:moveTo>
                <a:lnTo>
                  <a:pt x="271014" y="115611"/>
                </a:lnTo>
                <a:lnTo>
                  <a:pt x="263152" y="108361"/>
                </a:lnTo>
                <a:close/>
                <a:moveTo>
                  <a:pt x="248423" y="103425"/>
                </a:moveTo>
                <a:lnTo>
                  <a:pt x="241554" y="108495"/>
                </a:lnTo>
                <a:lnTo>
                  <a:pt x="263152" y="108361"/>
                </a:lnTo>
                <a:close/>
                <a:moveTo>
                  <a:pt x="248423" y="103425"/>
                </a:moveTo>
                <a:lnTo>
                  <a:pt x="233693" y="93657"/>
                </a:lnTo>
                <a:lnTo>
                  <a:pt x="241554" y="108495"/>
                </a:lnTo>
                <a:close/>
                <a:moveTo>
                  <a:pt x="226824" y="102983"/>
                </a:moveTo>
                <a:lnTo>
                  <a:pt x="219955" y="109256"/>
                </a:lnTo>
                <a:lnTo>
                  <a:pt x="241554" y="108495"/>
                </a:lnTo>
                <a:close/>
                <a:moveTo>
                  <a:pt x="226824" y="102983"/>
                </a:moveTo>
                <a:lnTo>
                  <a:pt x="212094" y="93794"/>
                </a:lnTo>
                <a:lnTo>
                  <a:pt x="219955" y="109256"/>
                </a:lnTo>
                <a:close/>
                <a:moveTo>
                  <a:pt x="226824" y="102983"/>
                </a:moveTo>
                <a:lnTo>
                  <a:pt x="233693" y="93657"/>
                </a:lnTo>
                <a:lnTo>
                  <a:pt x="212094" y="93794"/>
                </a:lnTo>
                <a:close/>
                <a:moveTo>
                  <a:pt x="205226" y="104492"/>
                </a:moveTo>
                <a:lnTo>
                  <a:pt x="212094" y="93794"/>
                </a:lnTo>
                <a:lnTo>
                  <a:pt x="190496" y="93493"/>
                </a:lnTo>
                <a:close/>
                <a:moveTo>
                  <a:pt x="218963" y="84438"/>
                </a:moveTo>
                <a:lnTo>
                  <a:pt x="212094" y="93794"/>
                </a:lnTo>
                <a:lnTo>
                  <a:pt x="233693" y="93657"/>
                </a:lnTo>
                <a:close/>
                <a:moveTo>
                  <a:pt x="197364" y="83262"/>
                </a:moveTo>
                <a:lnTo>
                  <a:pt x="190496" y="93493"/>
                </a:lnTo>
                <a:lnTo>
                  <a:pt x="212094" y="93794"/>
                </a:lnTo>
                <a:close/>
                <a:moveTo>
                  <a:pt x="197364" y="83262"/>
                </a:moveTo>
                <a:lnTo>
                  <a:pt x="182634" y="71888"/>
                </a:lnTo>
                <a:lnTo>
                  <a:pt x="190496" y="93493"/>
                </a:lnTo>
                <a:close/>
                <a:moveTo>
                  <a:pt x="197364" y="83262"/>
                </a:moveTo>
                <a:lnTo>
                  <a:pt x="204233" y="73871"/>
                </a:lnTo>
                <a:lnTo>
                  <a:pt x="182634" y="71888"/>
                </a:lnTo>
                <a:close/>
                <a:moveTo>
                  <a:pt x="197364" y="83262"/>
                </a:moveTo>
                <a:lnTo>
                  <a:pt x="212094" y="93794"/>
                </a:lnTo>
                <a:lnTo>
                  <a:pt x="204233" y="73871"/>
                </a:lnTo>
                <a:close/>
                <a:moveTo>
                  <a:pt x="175766" y="81793"/>
                </a:moveTo>
                <a:lnTo>
                  <a:pt x="190496" y="93493"/>
                </a:lnTo>
                <a:lnTo>
                  <a:pt x="182634" y="71888"/>
                </a:lnTo>
                <a:close/>
                <a:moveTo>
                  <a:pt x="95248" y="50381"/>
                </a:moveTo>
                <a:lnTo>
                  <a:pt x="88379" y="57867"/>
                </a:lnTo>
                <a:lnTo>
                  <a:pt x="109978" y="58580"/>
                </a:lnTo>
                <a:close/>
                <a:moveTo>
                  <a:pt x="95248" y="50381"/>
                </a:moveTo>
                <a:lnTo>
                  <a:pt x="80518" y="37884"/>
                </a:lnTo>
                <a:lnTo>
                  <a:pt x="88379" y="57867"/>
                </a:lnTo>
                <a:close/>
                <a:moveTo>
                  <a:pt x="95248" y="50381"/>
                </a:moveTo>
                <a:lnTo>
                  <a:pt x="102116" y="38741"/>
                </a:lnTo>
                <a:lnTo>
                  <a:pt x="80518" y="37884"/>
                </a:lnTo>
                <a:close/>
                <a:moveTo>
                  <a:pt x="73649" y="46082"/>
                </a:moveTo>
                <a:lnTo>
                  <a:pt x="80518" y="37884"/>
                </a:lnTo>
                <a:lnTo>
                  <a:pt x="58919" y="34982"/>
                </a:lnTo>
                <a:close/>
                <a:moveTo>
                  <a:pt x="73649" y="46082"/>
                </a:moveTo>
                <a:lnTo>
                  <a:pt x="88379" y="57867"/>
                </a:lnTo>
                <a:lnTo>
                  <a:pt x="80518" y="37884"/>
                </a:lnTo>
                <a:close/>
                <a:moveTo>
                  <a:pt x="87387" y="29366"/>
                </a:moveTo>
                <a:lnTo>
                  <a:pt x="80518" y="37884"/>
                </a:lnTo>
                <a:lnTo>
                  <a:pt x="102116" y="38741"/>
                </a:lnTo>
                <a:close/>
                <a:moveTo>
                  <a:pt x="65788" y="25708"/>
                </a:moveTo>
                <a:lnTo>
                  <a:pt x="58919" y="34982"/>
                </a:lnTo>
                <a:lnTo>
                  <a:pt x="80518" y="37884"/>
                </a:lnTo>
                <a:close/>
                <a:moveTo>
                  <a:pt x="65788" y="25708"/>
                </a:moveTo>
                <a:lnTo>
                  <a:pt x="51058" y="18121"/>
                </a:lnTo>
                <a:lnTo>
                  <a:pt x="58919" y="34982"/>
                </a:lnTo>
                <a:close/>
                <a:moveTo>
                  <a:pt x="65788" y="25708"/>
                </a:moveTo>
                <a:lnTo>
                  <a:pt x="72657" y="21176"/>
                </a:lnTo>
                <a:lnTo>
                  <a:pt x="51058" y="18121"/>
                </a:lnTo>
                <a:close/>
                <a:moveTo>
                  <a:pt x="65788" y="25708"/>
                </a:moveTo>
                <a:lnTo>
                  <a:pt x="80518" y="37884"/>
                </a:lnTo>
                <a:lnTo>
                  <a:pt x="72657" y="21176"/>
                </a:lnTo>
                <a:close/>
                <a:moveTo>
                  <a:pt x="44190" y="23135"/>
                </a:moveTo>
                <a:lnTo>
                  <a:pt x="51058" y="18121"/>
                </a:lnTo>
                <a:lnTo>
                  <a:pt x="29460" y="17273"/>
                </a:lnTo>
                <a:close/>
                <a:moveTo>
                  <a:pt x="44190" y="23135"/>
                </a:moveTo>
                <a:lnTo>
                  <a:pt x="58919" y="34982"/>
                </a:lnTo>
                <a:lnTo>
                  <a:pt x="51058" y="18121"/>
                </a:lnTo>
                <a:close/>
                <a:moveTo>
                  <a:pt x="36328" y="9389"/>
                </a:moveTo>
                <a:lnTo>
                  <a:pt x="29460" y="17273"/>
                </a:lnTo>
                <a:lnTo>
                  <a:pt x="51058" y="18121"/>
                </a:lnTo>
                <a:close/>
                <a:moveTo>
                  <a:pt x="36328" y="9389"/>
                </a:moveTo>
                <a:lnTo>
                  <a:pt x="21599" y="1183"/>
                </a:lnTo>
                <a:lnTo>
                  <a:pt x="29460" y="17273"/>
                </a:lnTo>
                <a:close/>
                <a:moveTo>
                  <a:pt x="14730" y="8449"/>
                </a:moveTo>
                <a:lnTo>
                  <a:pt x="21599" y="1183"/>
                </a:lnTo>
                <a:lnTo>
                  <a:pt x="0" y="0"/>
                </a:lnTo>
                <a:close/>
                <a:moveTo>
                  <a:pt x="14730" y="8449"/>
                </a:moveTo>
                <a:lnTo>
                  <a:pt x="29460" y="17273"/>
                </a:lnTo>
                <a:lnTo>
                  <a:pt x="21599" y="1183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698" name="PANEL_01-slope-25-225_992">
            <a:extLst>
              <a:ext uri="{FF2B5EF4-FFF2-40B4-BE49-F238E27FC236}">
                <a16:creationId xmlns:a16="http://schemas.microsoft.com/office/drawing/2014/main" id="{37485CD2-2C45-4D1E-B81D-074C6DE81446}"/>
              </a:ext>
            </a:extLst>
          </p:cNvPr>
          <p:cNvSpPr>
            <a:spLocks/>
          </p:cNvSpPr>
          <p:nvPr/>
        </p:nvSpPr>
        <p:spPr>
          <a:xfrm>
            <a:off x="761981" y="948621"/>
            <a:ext cx="1269873" cy="316358"/>
          </a:xfrm>
          <a:custGeom>
            <a:pathLst>
              <a:path w="860129" h="214280">
                <a:moveTo>
                  <a:pt x="845399" y="155193"/>
                </a:moveTo>
                <a:lnTo>
                  <a:pt x="838530" y="161683"/>
                </a:lnTo>
                <a:lnTo>
                  <a:pt x="860129" y="152742"/>
                </a:lnTo>
                <a:close/>
                <a:moveTo>
                  <a:pt x="823800" y="164022"/>
                </a:moveTo>
                <a:lnTo>
                  <a:pt x="816932" y="170349"/>
                </a:lnTo>
                <a:lnTo>
                  <a:pt x="838530" y="161683"/>
                </a:lnTo>
                <a:close/>
                <a:moveTo>
                  <a:pt x="802202" y="171272"/>
                </a:moveTo>
                <a:lnTo>
                  <a:pt x="795333" y="179341"/>
                </a:lnTo>
                <a:lnTo>
                  <a:pt x="816932" y="170349"/>
                </a:lnTo>
                <a:close/>
                <a:moveTo>
                  <a:pt x="802202" y="171272"/>
                </a:moveTo>
                <a:lnTo>
                  <a:pt x="787472" y="171590"/>
                </a:lnTo>
                <a:lnTo>
                  <a:pt x="795333" y="179341"/>
                </a:lnTo>
                <a:close/>
                <a:moveTo>
                  <a:pt x="802202" y="171272"/>
                </a:moveTo>
                <a:lnTo>
                  <a:pt x="816932" y="170349"/>
                </a:lnTo>
                <a:lnTo>
                  <a:pt x="809071" y="163638"/>
                </a:lnTo>
                <a:close/>
                <a:moveTo>
                  <a:pt x="780603" y="179841"/>
                </a:moveTo>
                <a:lnTo>
                  <a:pt x="773735" y="188996"/>
                </a:lnTo>
                <a:lnTo>
                  <a:pt x="795333" y="179341"/>
                </a:lnTo>
                <a:close/>
                <a:moveTo>
                  <a:pt x="780603" y="179841"/>
                </a:moveTo>
                <a:lnTo>
                  <a:pt x="765874" y="179985"/>
                </a:lnTo>
                <a:lnTo>
                  <a:pt x="773735" y="188996"/>
                </a:lnTo>
                <a:close/>
                <a:moveTo>
                  <a:pt x="780603" y="179841"/>
                </a:moveTo>
                <a:lnTo>
                  <a:pt x="787472" y="171590"/>
                </a:lnTo>
                <a:lnTo>
                  <a:pt x="765874" y="179985"/>
                </a:lnTo>
                <a:close/>
                <a:moveTo>
                  <a:pt x="780603" y="179841"/>
                </a:moveTo>
                <a:lnTo>
                  <a:pt x="795333" y="179341"/>
                </a:lnTo>
                <a:lnTo>
                  <a:pt x="787472" y="171590"/>
                </a:lnTo>
                <a:close/>
                <a:moveTo>
                  <a:pt x="759005" y="189055"/>
                </a:moveTo>
                <a:lnTo>
                  <a:pt x="752136" y="197585"/>
                </a:lnTo>
                <a:lnTo>
                  <a:pt x="773735" y="188996"/>
                </a:lnTo>
                <a:close/>
                <a:moveTo>
                  <a:pt x="759005" y="189055"/>
                </a:moveTo>
                <a:lnTo>
                  <a:pt x="744275" y="187785"/>
                </a:lnTo>
                <a:lnTo>
                  <a:pt x="752136" y="197585"/>
                </a:lnTo>
                <a:close/>
                <a:moveTo>
                  <a:pt x="759005" y="189055"/>
                </a:moveTo>
                <a:lnTo>
                  <a:pt x="765874" y="179985"/>
                </a:lnTo>
                <a:lnTo>
                  <a:pt x="744275" y="187785"/>
                </a:lnTo>
                <a:close/>
                <a:moveTo>
                  <a:pt x="759005" y="189055"/>
                </a:moveTo>
                <a:lnTo>
                  <a:pt x="773735" y="188996"/>
                </a:lnTo>
                <a:lnTo>
                  <a:pt x="765874" y="179985"/>
                </a:lnTo>
                <a:close/>
                <a:moveTo>
                  <a:pt x="737406" y="196455"/>
                </a:moveTo>
                <a:lnTo>
                  <a:pt x="722677" y="194721"/>
                </a:lnTo>
                <a:lnTo>
                  <a:pt x="730538" y="204496"/>
                </a:lnTo>
                <a:close/>
                <a:moveTo>
                  <a:pt x="737406" y="196455"/>
                </a:moveTo>
                <a:lnTo>
                  <a:pt x="744275" y="187785"/>
                </a:lnTo>
                <a:lnTo>
                  <a:pt x="722677" y="194721"/>
                </a:lnTo>
                <a:close/>
                <a:moveTo>
                  <a:pt x="737406" y="196455"/>
                </a:moveTo>
                <a:lnTo>
                  <a:pt x="752136" y="197585"/>
                </a:lnTo>
                <a:lnTo>
                  <a:pt x="744275" y="187785"/>
                </a:lnTo>
                <a:close/>
                <a:moveTo>
                  <a:pt x="715808" y="203281"/>
                </a:moveTo>
                <a:lnTo>
                  <a:pt x="722677" y="194721"/>
                </a:lnTo>
                <a:lnTo>
                  <a:pt x="701078" y="200993"/>
                </a:lnTo>
                <a:close/>
                <a:moveTo>
                  <a:pt x="729545" y="186339"/>
                </a:moveTo>
                <a:lnTo>
                  <a:pt x="722677" y="194721"/>
                </a:lnTo>
                <a:lnTo>
                  <a:pt x="744275" y="187785"/>
                </a:lnTo>
                <a:close/>
                <a:moveTo>
                  <a:pt x="707947" y="192808"/>
                </a:moveTo>
                <a:lnTo>
                  <a:pt x="701078" y="200993"/>
                </a:lnTo>
                <a:lnTo>
                  <a:pt x="722677" y="194721"/>
                </a:lnTo>
                <a:close/>
                <a:moveTo>
                  <a:pt x="707947" y="192808"/>
                </a:moveTo>
                <a:lnTo>
                  <a:pt x="693217" y="191714"/>
                </a:lnTo>
                <a:lnTo>
                  <a:pt x="701078" y="200993"/>
                </a:lnTo>
                <a:close/>
                <a:moveTo>
                  <a:pt x="707947" y="192808"/>
                </a:moveTo>
                <a:lnTo>
                  <a:pt x="722677" y="194721"/>
                </a:lnTo>
                <a:lnTo>
                  <a:pt x="714815" y="185180"/>
                </a:lnTo>
                <a:close/>
                <a:moveTo>
                  <a:pt x="686348" y="199338"/>
                </a:moveTo>
                <a:lnTo>
                  <a:pt x="679480" y="207148"/>
                </a:lnTo>
                <a:lnTo>
                  <a:pt x="701078" y="200993"/>
                </a:lnTo>
                <a:close/>
                <a:moveTo>
                  <a:pt x="686348" y="199338"/>
                </a:moveTo>
                <a:lnTo>
                  <a:pt x="671618" y="198825"/>
                </a:lnTo>
                <a:lnTo>
                  <a:pt x="679480" y="207148"/>
                </a:lnTo>
                <a:close/>
                <a:moveTo>
                  <a:pt x="686348" y="199338"/>
                </a:moveTo>
                <a:lnTo>
                  <a:pt x="693217" y="191714"/>
                </a:lnTo>
                <a:lnTo>
                  <a:pt x="671618" y="198825"/>
                </a:lnTo>
                <a:close/>
                <a:moveTo>
                  <a:pt x="686348" y="199338"/>
                </a:moveTo>
                <a:lnTo>
                  <a:pt x="701078" y="200993"/>
                </a:lnTo>
                <a:lnTo>
                  <a:pt x="693217" y="191714"/>
                </a:lnTo>
                <a:close/>
                <a:moveTo>
                  <a:pt x="664750" y="206138"/>
                </a:moveTo>
                <a:lnTo>
                  <a:pt x="650020" y="205804"/>
                </a:lnTo>
                <a:lnTo>
                  <a:pt x="657881" y="214280"/>
                </a:lnTo>
                <a:close/>
                <a:moveTo>
                  <a:pt x="664750" y="206138"/>
                </a:moveTo>
                <a:lnTo>
                  <a:pt x="671618" y="198825"/>
                </a:lnTo>
                <a:lnTo>
                  <a:pt x="650020" y="205804"/>
                </a:lnTo>
                <a:close/>
                <a:moveTo>
                  <a:pt x="664750" y="206138"/>
                </a:moveTo>
                <a:lnTo>
                  <a:pt x="679480" y="207148"/>
                </a:lnTo>
                <a:lnTo>
                  <a:pt x="671618" y="198825"/>
                </a:lnTo>
                <a:close/>
                <a:moveTo>
                  <a:pt x="643151" y="213946"/>
                </a:moveTo>
                <a:lnTo>
                  <a:pt x="650020" y="205804"/>
                </a:lnTo>
                <a:lnTo>
                  <a:pt x="628421" y="210661"/>
                </a:lnTo>
                <a:close/>
                <a:moveTo>
                  <a:pt x="643151" y="213946"/>
                </a:moveTo>
                <a:lnTo>
                  <a:pt x="657881" y="214280"/>
                </a:lnTo>
                <a:lnTo>
                  <a:pt x="650020" y="205804"/>
                </a:lnTo>
                <a:close/>
                <a:moveTo>
                  <a:pt x="635290" y="204074"/>
                </a:moveTo>
                <a:lnTo>
                  <a:pt x="628421" y="210661"/>
                </a:lnTo>
                <a:lnTo>
                  <a:pt x="650020" y="205804"/>
                </a:lnTo>
                <a:close/>
                <a:moveTo>
                  <a:pt x="635290" y="204074"/>
                </a:moveTo>
                <a:lnTo>
                  <a:pt x="620560" y="199227"/>
                </a:lnTo>
                <a:lnTo>
                  <a:pt x="628421" y="210661"/>
                </a:lnTo>
                <a:close/>
                <a:moveTo>
                  <a:pt x="613691" y="206647"/>
                </a:moveTo>
                <a:lnTo>
                  <a:pt x="628421" y="210661"/>
                </a:lnTo>
                <a:lnTo>
                  <a:pt x="620560" y="199227"/>
                </a:lnTo>
                <a:close/>
                <a:moveTo>
                  <a:pt x="511575" y="177359"/>
                </a:moveTo>
                <a:lnTo>
                  <a:pt x="496845" y="172952"/>
                </a:lnTo>
                <a:lnTo>
                  <a:pt x="504706" y="184696"/>
                </a:lnTo>
                <a:close/>
                <a:moveTo>
                  <a:pt x="511575" y="177359"/>
                </a:moveTo>
                <a:lnTo>
                  <a:pt x="518444" y="169882"/>
                </a:lnTo>
                <a:lnTo>
                  <a:pt x="496845" y="172952"/>
                </a:lnTo>
                <a:close/>
                <a:moveTo>
                  <a:pt x="489976" y="181347"/>
                </a:moveTo>
                <a:lnTo>
                  <a:pt x="496845" y="172952"/>
                </a:lnTo>
                <a:lnTo>
                  <a:pt x="475247" y="176857"/>
                </a:lnTo>
                <a:close/>
                <a:moveTo>
                  <a:pt x="489976" y="181347"/>
                </a:moveTo>
                <a:lnTo>
                  <a:pt x="504706" y="184696"/>
                </a:lnTo>
                <a:lnTo>
                  <a:pt x="496845" y="172952"/>
                </a:lnTo>
                <a:close/>
                <a:moveTo>
                  <a:pt x="482115" y="169664"/>
                </a:moveTo>
                <a:lnTo>
                  <a:pt x="475247" y="176857"/>
                </a:lnTo>
                <a:lnTo>
                  <a:pt x="496845" y="172952"/>
                </a:lnTo>
                <a:close/>
                <a:moveTo>
                  <a:pt x="460517" y="174750"/>
                </a:moveTo>
                <a:lnTo>
                  <a:pt x="475247" y="176857"/>
                </a:lnTo>
                <a:lnTo>
                  <a:pt x="467385" y="165148"/>
                </a:lnTo>
                <a:close/>
                <a:moveTo>
                  <a:pt x="285743" y="140466"/>
                </a:moveTo>
                <a:lnTo>
                  <a:pt x="300473" y="145978"/>
                </a:lnTo>
                <a:lnTo>
                  <a:pt x="292612" y="131140"/>
                </a:lnTo>
                <a:close/>
                <a:moveTo>
                  <a:pt x="264145" y="141975"/>
                </a:moveTo>
                <a:lnTo>
                  <a:pt x="278875" y="146739"/>
                </a:lnTo>
                <a:lnTo>
                  <a:pt x="271014" y="131277"/>
                </a:lnTo>
                <a:close/>
                <a:moveTo>
                  <a:pt x="234685" y="119275"/>
                </a:moveTo>
                <a:lnTo>
                  <a:pt x="219955" y="109686"/>
                </a:lnTo>
                <a:lnTo>
                  <a:pt x="227817" y="130633"/>
                </a:lnTo>
                <a:close/>
                <a:moveTo>
                  <a:pt x="234685" y="119275"/>
                </a:moveTo>
                <a:lnTo>
                  <a:pt x="241554" y="109371"/>
                </a:lnTo>
                <a:lnTo>
                  <a:pt x="219955" y="109686"/>
                </a:lnTo>
                <a:close/>
                <a:moveTo>
                  <a:pt x="226824" y="97369"/>
                </a:moveTo>
                <a:lnTo>
                  <a:pt x="219955" y="109686"/>
                </a:lnTo>
                <a:lnTo>
                  <a:pt x="241554" y="109371"/>
                </a:lnTo>
                <a:close/>
                <a:moveTo>
                  <a:pt x="226824" y="97369"/>
                </a:moveTo>
                <a:lnTo>
                  <a:pt x="212094" y="88319"/>
                </a:lnTo>
                <a:lnTo>
                  <a:pt x="219955" y="109686"/>
                </a:lnTo>
                <a:close/>
                <a:moveTo>
                  <a:pt x="205226" y="100901"/>
                </a:moveTo>
                <a:lnTo>
                  <a:pt x="198357" y="112609"/>
                </a:lnTo>
                <a:lnTo>
                  <a:pt x="219955" y="109686"/>
                </a:lnTo>
                <a:close/>
                <a:moveTo>
                  <a:pt x="205226" y="100901"/>
                </a:moveTo>
                <a:lnTo>
                  <a:pt x="190496" y="92795"/>
                </a:lnTo>
                <a:lnTo>
                  <a:pt x="198357" y="112609"/>
                </a:lnTo>
                <a:close/>
                <a:moveTo>
                  <a:pt x="205226" y="100901"/>
                </a:moveTo>
                <a:lnTo>
                  <a:pt x="212094" y="88319"/>
                </a:lnTo>
                <a:lnTo>
                  <a:pt x="190496" y="92795"/>
                </a:lnTo>
                <a:close/>
                <a:moveTo>
                  <a:pt x="205226" y="100901"/>
                </a:moveTo>
                <a:lnTo>
                  <a:pt x="219955" y="109686"/>
                </a:lnTo>
                <a:lnTo>
                  <a:pt x="212094" y="88319"/>
                </a:lnTo>
                <a:close/>
                <a:moveTo>
                  <a:pt x="183627" y="104866"/>
                </a:moveTo>
                <a:lnTo>
                  <a:pt x="190496" y="92795"/>
                </a:lnTo>
                <a:lnTo>
                  <a:pt x="168897" y="96063"/>
                </a:lnTo>
                <a:close/>
                <a:moveTo>
                  <a:pt x="183627" y="104866"/>
                </a:moveTo>
                <a:lnTo>
                  <a:pt x="198357" y="112609"/>
                </a:lnTo>
                <a:lnTo>
                  <a:pt x="190496" y="92795"/>
                </a:lnTo>
                <a:close/>
                <a:moveTo>
                  <a:pt x="197364" y="79069"/>
                </a:moveTo>
                <a:lnTo>
                  <a:pt x="190496" y="92795"/>
                </a:lnTo>
                <a:lnTo>
                  <a:pt x="212094" y="88319"/>
                </a:lnTo>
                <a:close/>
                <a:moveTo>
                  <a:pt x="175766" y="86346"/>
                </a:moveTo>
                <a:lnTo>
                  <a:pt x="168897" y="96063"/>
                </a:lnTo>
                <a:lnTo>
                  <a:pt x="190496" y="92795"/>
                </a:lnTo>
                <a:close/>
                <a:moveTo>
                  <a:pt x="175766" y="86346"/>
                </a:moveTo>
                <a:lnTo>
                  <a:pt x="161036" y="76224"/>
                </a:lnTo>
                <a:lnTo>
                  <a:pt x="168897" y="96063"/>
                </a:lnTo>
                <a:close/>
                <a:moveTo>
                  <a:pt x="175766" y="86346"/>
                </a:moveTo>
                <a:lnTo>
                  <a:pt x="190496" y="92795"/>
                </a:lnTo>
                <a:lnTo>
                  <a:pt x="182634" y="71240"/>
                </a:lnTo>
                <a:close/>
                <a:moveTo>
                  <a:pt x="154167" y="87863"/>
                </a:moveTo>
                <a:lnTo>
                  <a:pt x="168897" y="96063"/>
                </a:lnTo>
                <a:lnTo>
                  <a:pt x="161036" y="76224"/>
                </a:lnTo>
                <a:close/>
                <a:moveTo>
                  <a:pt x="73649" y="45932"/>
                </a:moveTo>
                <a:lnTo>
                  <a:pt x="66781" y="58420"/>
                </a:lnTo>
                <a:lnTo>
                  <a:pt x="88379" y="54756"/>
                </a:lnTo>
                <a:close/>
                <a:moveTo>
                  <a:pt x="73649" y="45932"/>
                </a:moveTo>
                <a:lnTo>
                  <a:pt x="58919" y="37483"/>
                </a:lnTo>
                <a:lnTo>
                  <a:pt x="66781" y="58420"/>
                </a:lnTo>
                <a:close/>
                <a:moveTo>
                  <a:pt x="52051" y="49265"/>
                </a:moveTo>
                <a:lnTo>
                  <a:pt x="58919" y="37483"/>
                </a:lnTo>
                <a:lnTo>
                  <a:pt x="37321" y="39999"/>
                </a:lnTo>
                <a:close/>
                <a:moveTo>
                  <a:pt x="52051" y="49265"/>
                </a:moveTo>
                <a:lnTo>
                  <a:pt x="66781" y="58420"/>
                </a:lnTo>
                <a:lnTo>
                  <a:pt x="58919" y="37483"/>
                </a:lnTo>
                <a:close/>
                <a:moveTo>
                  <a:pt x="44190" y="27084"/>
                </a:moveTo>
                <a:lnTo>
                  <a:pt x="37321" y="39999"/>
                </a:lnTo>
                <a:lnTo>
                  <a:pt x="58919" y="37483"/>
                </a:lnTo>
                <a:close/>
                <a:moveTo>
                  <a:pt x="44190" y="27084"/>
                </a:moveTo>
                <a:lnTo>
                  <a:pt x="29460" y="18484"/>
                </a:lnTo>
                <a:lnTo>
                  <a:pt x="37321" y="39999"/>
                </a:lnTo>
                <a:close/>
                <a:moveTo>
                  <a:pt x="44190" y="27084"/>
                </a:moveTo>
                <a:lnTo>
                  <a:pt x="58919" y="37483"/>
                </a:lnTo>
                <a:lnTo>
                  <a:pt x="51058" y="17517"/>
                </a:lnTo>
                <a:close/>
                <a:moveTo>
                  <a:pt x="22591" y="30290"/>
                </a:moveTo>
                <a:lnTo>
                  <a:pt x="15722" y="44667"/>
                </a:lnTo>
                <a:lnTo>
                  <a:pt x="37321" y="39999"/>
                </a:lnTo>
                <a:close/>
                <a:moveTo>
                  <a:pt x="22591" y="30290"/>
                </a:moveTo>
                <a:lnTo>
                  <a:pt x="7861" y="21404"/>
                </a:lnTo>
                <a:lnTo>
                  <a:pt x="15722" y="44667"/>
                </a:lnTo>
                <a:close/>
                <a:moveTo>
                  <a:pt x="22591" y="30290"/>
                </a:moveTo>
                <a:lnTo>
                  <a:pt x="29460" y="18484"/>
                </a:lnTo>
                <a:lnTo>
                  <a:pt x="7861" y="21404"/>
                </a:lnTo>
                <a:close/>
                <a:moveTo>
                  <a:pt x="22591" y="30290"/>
                </a:moveTo>
                <a:lnTo>
                  <a:pt x="37321" y="39999"/>
                </a:lnTo>
                <a:lnTo>
                  <a:pt x="29460" y="18484"/>
                </a:lnTo>
                <a:close/>
                <a:moveTo>
                  <a:pt x="14730" y="9106"/>
                </a:moveTo>
                <a:lnTo>
                  <a:pt x="7861" y="21404"/>
                </a:lnTo>
                <a:lnTo>
                  <a:pt x="29460" y="18484"/>
                </a:lnTo>
                <a:close/>
                <a:moveTo>
                  <a:pt x="14730" y="9106"/>
                </a:moveTo>
                <a:lnTo>
                  <a:pt x="0" y="0"/>
                </a:lnTo>
                <a:lnTo>
                  <a:pt x="7861" y="21404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699" name="PANEL_01-slope-26-215_993">
            <a:extLst>
              <a:ext uri="{FF2B5EF4-FFF2-40B4-BE49-F238E27FC236}">
                <a16:creationId xmlns:a16="http://schemas.microsoft.com/office/drawing/2014/main" id="{6D06A082-621B-4930-9C86-D5452969B5D3}"/>
              </a:ext>
            </a:extLst>
          </p:cNvPr>
          <p:cNvSpPr>
            <a:spLocks/>
          </p:cNvSpPr>
          <p:nvPr/>
        </p:nvSpPr>
        <p:spPr>
          <a:xfrm>
            <a:off x="1205593" y="1164139"/>
            <a:ext cx="269636" cy="57764"/>
          </a:xfrm>
          <a:custGeom>
            <a:pathLst>
              <a:path w="182634" h="39126">
                <a:moveTo>
                  <a:pt x="167905" y="35687"/>
                </a:moveTo>
                <a:lnTo>
                  <a:pt x="161036" y="36784"/>
                </a:lnTo>
                <a:lnTo>
                  <a:pt x="182634" y="39126"/>
                </a:lnTo>
                <a:close/>
                <a:moveTo>
                  <a:pt x="167905" y="35687"/>
                </a:moveTo>
                <a:lnTo>
                  <a:pt x="153175" y="31486"/>
                </a:lnTo>
                <a:lnTo>
                  <a:pt x="161036" y="36784"/>
                </a:lnTo>
                <a:close/>
                <a:moveTo>
                  <a:pt x="146306" y="32497"/>
                </a:moveTo>
                <a:lnTo>
                  <a:pt x="153175" y="31486"/>
                </a:lnTo>
                <a:lnTo>
                  <a:pt x="131576" y="29264"/>
                </a:lnTo>
                <a:close/>
                <a:moveTo>
                  <a:pt x="146306" y="32497"/>
                </a:moveTo>
                <a:lnTo>
                  <a:pt x="161036" y="36784"/>
                </a:lnTo>
                <a:lnTo>
                  <a:pt x="153175" y="31486"/>
                </a:lnTo>
                <a:close/>
                <a:moveTo>
                  <a:pt x="138445" y="28988"/>
                </a:moveTo>
                <a:lnTo>
                  <a:pt x="131576" y="29264"/>
                </a:lnTo>
                <a:lnTo>
                  <a:pt x="153175" y="31486"/>
                </a:lnTo>
                <a:close/>
                <a:moveTo>
                  <a:pt x="116846" y="25767"/>
                </a:moveTo>
                <a:lnTo>
                  <a:pt x="109978" y="26295"/>
                </a:lnTo>
                <a:lnTo>
                  <a:pt x="131576" y="29264"/>
                </a:lnTo>
                <a:close/>
                <a:moveTo>
                  <a:pt x="116846" y="25767"/>
                </a:moveTo>
                <a:lnTo>
                  <a:pt x="102116" y="19240"/>
                </a:lnTo>
                <a:lnTo>
                  <a:pt x="109978" y="26295"/>
                </a:lnTo>
                <a:close/>
                <a:moveTo>
                  <a:pt x="116846" y="25767"/>
                </a:moveTo>
                <a:lnTo>
                  <a:pt x="131576" y="29264"/>
                </a:lnTo>
                <a:lnTo>
                  <a:pt x="123715" y="23070"/>
                </a:lnTo>
                <a:close/>
                <a:moveTo>
                  <a:pt x="95248" y="20984"/>
                </a:moveTo>
                <a:lnTo>
                  <a:pt x="102116" y="19240"/>
                </a:lnTo>
                <a:lnTo>
                  <a:pt x="80518" y="15480"/>
                </a:lnTo>
                <a:close/>
                <a:moveTo>
                  <a:pt x="95248" y="20984"/>
                </a:moveTo>
                <a:lnTo>
                  <a:pt x="109978" y="26295"/>
                </a:lnTo>
                <a:lnTo>
                  <a:pt x="102116" y="19240"/>
                </a:lnTo>
                <a:close/>
                <a:moveTo>
                  <a:pt x="87387" y="12885"/>
                </a:moveTo>
                <a:lnTo>
                  <a:pt x="80518" y="15480"/>
                </a:lnTo>
                <a:lnTo>
                  <a:pt x="102116" y="19240"/>
                </a:lnTo>
                <a:close/>
                <a:moveTo>
                  <a:pt x="65788" y="10509"/>
                </a:moveTo>
                <a:lnTo>
                  <a:pt x="58919" y="12836"/>
                </a:lnTo>
                <a:lnTo>
                  <a:pt x="80518" y="15480"/>
                </a:lnTo>
                <a:close/>
                <a:moveTo>
                  <a:pt x="65788" y="10509"/>
                </a:moveTo>
                <a:lnTo>
                  <a:pt x="51058" y="8455"/>
                </a:lnTo>
                <a:lnTo>
                  <a:pt x="58919" y="12836"/>
                </a:lnTo>
                <a:close/>
                <a:moveTo>
                  <a:pt x="65788" y="10509"/>
                </a:moveTo>
                <a:lnTo>
                  <a:pt x="80518" y="15480"/>
                </a:lnTo>
                <a:lnTo>
                  <a:pt x="72657" y="9616"/>
                </a:lnTo>
                <a:close/>
                <a:moveTo>
                  <a:pt x="44190" y="9198"/>
                </a:moveTo>
                <a:lnTo>
                  <a:pt x="51058" y="8455"/>
                </a:lnTo>
                <a:lnTo>
                  <a:pt x="29460" y="7116"/>
                </a:lnTo>
                <a:close/>
                <a:moveTo>
                  <a:pt x="44190" y="9198"/>
                </a:moveTo>
                <a:lnTo>
                  <a:pt x="58919" y="12836"/>
                </a:lnTo>
                <a:lnTo>
                  <a:pt x="51058" y="8455"/>
                </a:lnTo>
                <a:close/>
                <a:moveTo>
                  <a:pt x="22591" y="6802"/>
                </a:moveTo>
                <a:lnTo>
                  <a:pt x="29460" y="7116"/>
                </a:lnTo>
                <a:lnTo>
                  <a:pt x="7861" y="5538"/>
                </a:lnTo>
                <a:close/>
                <a:moveTo>
                  <a:pt x="36328" y="7009"/>
                </a:moveTo>
                <a:lnTo>
                  <a:pt x="29460" y="7116"/>
                </a:lnTo>
                <a:lnTo>
                  <a:pt x="51058" y="8455"/>
                </a:lnTo>
                <a:close/>
                <a:moveTo>
                  <a:pt x="14730" y="5456"/>
                </a:moveTo>
                <a:lnTo>
                  <a:pt x="7861" y="5538"/>
                </a:lnTo>
                <a:lnTo>
                  <a:pt x="29460" y="7116"/>
                </a:lnTo>
                <a:close/>
                <a:moveTo>
                  <a:pt x="14730" y="5456"/>
                </a:moveTo>
                <a:lnTo>
                  <a:pt x="0" y="0"/>
                </a:lnTo>
                <a:lnTo>
                  <a:pt x="7861" y="5538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700" name="PANEL_01-slope-26-220_994">
            <a:extLst>
              <a:ext uri="{FF2B5EF4-FFF2-40B4-BE49-F238E27FC236}">
                <a16:creationId xmlns:a16="http://schemas.microsoft.com/office/drawing/2014/main" id="{9285D916-52D5-4057-95F5-AA7BC734BEB5}"/>
              </a:ext>
            </a:extLst>
          </p:cNvPr>
          <p:cNvSpPr>
            <a:spLocks/>
          </p:cNvSpPr>
          <p:nvPr/>
        </p:nvSpPr>
        <p:spPr>
          <a:xfrm>
            <a:off x="925814" y="1055606"/>
            <a:ext cx="753812" cy="227418"/>
          </a:xfrm>
          <a:custGeom>
            <a:pathLst>
              <a:path w="510582" h="154038">
                <a:moveTo>
                  <a:pt x="510582" y="145512"/>
                </a:moveTo>
                <a:lnTo>
                  <a:pt x="495853" y="140780"/>
                </a:lnTo>
                <a:lnTo>
                  <a:pt x="503714" y="152141"/>
                </a:lnTo>
                <a:close/>
                <a:moveTo>
                  <a:pt x="488984" y="147990"/>
                </a:moveTo>
                <a:lnTo>
                  <a:pt x="474254" y="141825"/>
                </a:lnTo>
                <a:lnTo>
                  <a:pt x="482115" y="154038"/>
                </a:lnTo>
                <a:close/>
                <a:moveTo>
                  <a:pt x="488984" y="147990"/>
                </a:moveTo>
                <a:lnTo>
                  <a:pt x="495853" y="140780"/>
                </a:lnTo>
                <a:lnTo>
                  <a:pt x="474254" y="141825"/>
                </a:lnTo>
                <a:close/>
                <a:moveTo>
                  <a:pt x="467385" y="147845"/>
                </a:moveTo>
                <a:lnTo>
                  <a:pt x="474254" y="141825"/>
                </a:lnTo>
                <a:lnTo>
                  <a:pt x="452656" y="140826"/>
                </a:lnTo>
                <a:close/>
                <a:moveTo>
                  <a:pt x="481123" y="135435"/>
                </a:moveTo>
                <a:lnTo>
                  <a:pt x="474254" y="141825"/>
                </a:lnTo>
                <a:lnTo>
                  <a:pt x="495853" y="140780"/>
                </a:lnTo>
                <a:close/>
                <a:moveTo>
                  <a:pt x="459524" y="136032"/>
                </a:moveTo>
                <a:lnTo>
                  <a:pt x="452656" y="140826"/>
                </a:lnTo>
                <a:lnTo>
                  <a:pt x="474254" y="141825"/>
                </a:lnTo>
                <a:close/>
                <a:moveTo>
                  <a:pt x="459524" y="136032"/>
                </a:moveTo>
                <a:lnTo>
                  <a:pt x="444794" y="127552"/>
                </a:lnTo>
                <a:lnTo>
                  <a:pt x="452656" y="140826"/>
                </a:lnTo>
                <a:close/>
                <a:moveTo>
                  <a:pt x="459524" y="136032"/>
                </a:moveTo>
                <a:lnTo>
                  <a:pt x="474254" y="141825"/>
                </a:lnTo>
                <a:lnTo>
                  <a:pt x="466393" y="128258"/>
                </a:lnTo>
                <a:close/>
                <a:moveTo>
                  <a:pt x="437926" y="133920"/>
                </a:moveTo>
                <a:lnTo>
                  <a:pt x="444794" y="127552"/>
                </a:lnTo>
                <a:lnTo>
                  <a:pt x="423196" y="125328"/>
                </a:lnTo>
                <a:close/>
                <a:moveTo>
                  <a:pt x="437926" y="133920"/>
                </a:moveTo>
                <a:lnTo>
                  <a:pt x="452656" y="140826"/>
                </a:lnTo>
                <a:lnTo>
                  <a:pt x="444794" y="127552"/>
                </a:lnTo>
                <a:close/>
                <a:moveTo>
                  <a:pt x="430064" y="119522"/>
                </a:moveTo>
                <a:lnTo>
                  <a:pt x="423196" y="125328"/>
                </a:lnTo>
                <a:lnTo>
                  <a:pt x="444794" y="127552"/>
                </a:lnTo>
                <a:close/>
                <a:moveTo>
                  <a:pt x="430064" y="119522"/>
                </a:moveTo>
                <a:lnTo>
                  <a:pt x="415335" y="111635"/>
                </a:lnTo>
                <a:lnTo>
                  <a:pt x="423196" y="125328"/>
                </a:lnTo>
                <a:close/>
                <a:moveTo>
                  <a:pt x="408466" y="117752"/>
                </a:moveTo>
                <a:lnTo>
                  <a:pt x="401597" y="123153"/>
                </a:lnTo>
                <a:lnTo>
                  <a:pt x="423196" y="125328"/>
                </a:lnTo>
                <a:close/>
                <a:moveTo>
                  <a:pt x="408466" y="117752"/>
                </a:moveTo>
                <a:lnTo>
                  <a:pt x="393736" y="112231"/>
                </a:lnTo>
                <a:lnTo>
                  <a:pt x="401597" y="123153"/>
                </a:lnTo>
                <a:close/>
                <a:moveTo>
                  <a:pt x="408466" y="117752"/>
                </a:moveTo>
                <a:lnTo>
                  <a:pt x="415335" y="111635"/>
                </a:lnTo>
                <a:lnTo>
                  <a:pt x="393736" y="112231"/>
                </a:lnTo>
                <a:close/>
                <a:moveTo>
                  <a:pt x="408466" y="117752"/>
                </a:moveTo>
                <a:lnTo>
                  <a:pt x="423196" y="125328"/>
                </a:lnTo>
                <a:lnTo>
                  <a:pt x="415335" y="111635"/>
                </a:lnTo>
                <a:close/>
                <a:moveTo>
                  <a:pt x="386867" y="117397"/>
                </a:moveTo>
                <a:lnTo>
                  <a:pt x="393736" y="112231"/>
                </a:lnTo>
                <a:lnTo>
                  <a:pt x="372138" y="112639"/>
                </a:lnTo>
                <a:close/>
                <a:moveTo>
                  <a:pt x="386867" y="117397"/>
                </a:moveTo>
                <a:lnTo>
                  <a:pt x="401597" y="123153"/>
                </a:lnTo>
                <a:lnTo>
                  <a:pt x="393736" y="112231"/>
                </a:lnTo>
                <a:close/>
                <a:moveTo>
                  <a:pt x="379006" y="108882"/>
                </a:moveTo>
                <a:lnTo>
                  <a:pt x="372138" y="112639"/>
                </a:lnTo>
                <a:lnTo>
                  <a:pt x="393736" y="112231"/>
                </a:lnTo>
                <a:close/>
                <a:moveTo>
                  <a:pt x="379006" y="108882"/>
                </a:moveTo>
                <a:lnTo>
                  <a:pt x="364276" y="104391"/>
                </a:lnTo>
                <a:lnTo>
                  <a:pt x="372138" y="112639"/>
                </a:lnTo>
                <a:close/>
                <a:moveTo>
                  <a:pt x="357408" y="109200"/>
                </a:moveTo>
                <a:lnTo>
                  <a:pt x="372138" y="112639"/>
                </a:lnTo>
                <a:lnTo>
                  <a:pt x="364276" y="104391"/>
                </a:lnTo>
                <a:close/>
                <a:moveTo>
                  <a:pt x="182634" y="78639"/>
                </a:moveTo>
                <a:lnTo>
                  <a:pt x="167905" y="74274"/>
                </a:lnTo>
                <a:lnTo>
                  <a:pt x="175766" y="79783"/>
                </a:lnTo>
                <a:close/>
                <a:moveTo>
                  <a:pt x="182634" y="78639"/>
                </a:moveTo>
                <a:lnTo>
                  <a:pt x="189503" y="73513"/>
                </a:lnTo>
                <a:lnTo>
                  <a:pt x="167905" y="74274"/>
                </a:lnTo>
                <a:close/>
                <a:moveTo>
                  <a:pt x="182634" y="78639"/>
                </a:moveTo>
                <a:lnTo>
                  <a:pt x="197364" y="79051"/>
                </a:lnTo>
                <a:lnTo>
                  <a:pt x="189503" y="73513"/>
                </a:lnTo>
                <a:close/>
                <a:moveTo>
                  <a:pt x="161036" y="80947"/>
                </a:moveTo>
                <a:lnTo>
                  <a:pt x="167905" y="74274"/>
                </a:lnTo>
                <a:lnTo>
                  <a:pt x="146306" y="74845"/>
                </a:lnTo>
                <a:close/>
                <a:moveTo>
                  <a:pt x="161036" y="80947"/>
                </a:moveTo>
                <a:lnTo>
                  <a:pt x="175766" y="79783"/>
                </a:lnTo>
                <a:lnTo>
                  <a:pt x="167905" y="74274"/>
                </a:lnTo>
                <a:close/>
                <a:moveTo>
                  <a:pt x="153175" y="69510"/>
                </a:moveTo>
                <a:lnTo>
                  <a:pt x="146306" y="74845"/>
                </a:lnTo>
                <a:lnTo>
                  <a:pt x="167905" y="74274"/>
                </a:lnTo>
                <a:close/>
                <a:moveTo>
                  <a:pt x="153175" y="69510"/>
                </a:moveTo>
                <a:lnTo>
                  <a:pt x="138445" y="58511"/>
                </a:lnTo>
                <a:lnTo>
                  <a:pt x="146306" y="74845"/>
                </a:lnTo>
                <a:close/>
                <a:moveTo>
                  <a:pt x="131576" y="69444"/>
                </a:moveTo>
                <a:lnTo>
                  <a:pt x="124708" y="73384"/>
                </a:lnTo>
                <a:lnTo>
                  <a:pt x="146306" y="74845"/>
                </a:lnTo>
                <a:close/>
                <a:moveTo>
                  <a:pt x="131576" y="69444"/>
                </a:moveTo>
                <a:lnTo>
                  <a:pt x="116846" y="58168"/>
                </a:lnTo>
                <a:lnTo>
                  <a:pt x="124708" y="73384"/>
                </a:lnTo>
                <a:close/>
                <a:moveTo>
                  <a:pt x="131576" y="69444"/>
                </a:moveTo>
                <a:lnTo>
                  <a:pt x="138445" y="58511"/>
                </a:lnTo>
                <a:lnTo>
                  <a:pt x="116846" y="58168"/>
                </a:lnTo>
                <a:close/>
                <a:moveTo>
                  <a:pt x="109978" y="67681"/>
                </a:moveTo>
                <a:lnTo>
                  <a:pt x="116846" y="58168"/>
                </a:lnTo>
                <a:lnTo>
                  <a:pt x="95248" y="58221"/>
                </a:lnTo>
                <a:close/>
                <a:moveTo>
                  <a:pt x="109978" y="67681"/>
                </a:moveTo>
                <a:lnTo>
                  <a:pt x="124708" y="73384"/>
                </a:lnTo>
                <a:lnTo>
                  <a:pt x="116846" y="58168"/>
                </a:lnTo>
                <a:close/>
                <a:moveTo>
                  <a:pt x="123715" y="46810"/>
                </a:moveTo>
                <a:lnTo>
                  <a:pt x="116846" y="58168"/>
                </a:lnTo>
                <a:lnTo>
                  <a:pt x="138445" y="58511"/>
                </a:lnTo>
                <a:close/>
                <a:moveTo>
                  <a:pt x="80518" y="51004"/>
                </a:moveTo>
                <a:lnTo>
                  <a:pt x="73649" y="57840"/>
                </a:lnTo>
                <a:lnTo>
                  <a:pt x="95248" y="58221"/>
                </a:lnTo>
                <a:close/>
                <a:moveTo>
                  <a:pt x="80518" y="51004"/>
                </a:moveTo>
                <a:lnTo>
                  <a:pt x="65788" y="41455"/>
                </a:lnTo>
                <a:lnTo>
                  <a:pt x="73649" y="57840"/>
                </a:lnTo>
                <a:close/>
                <a:moveTo>
                  <a:pt x="58919" y="49704"/>
                </a:moveTo>
                <a:lnTo>
                  <a:pt x="65788" y="41455"/>
                </a:lnTo>
                <a:lnTo>
                  <a:pt x="44190" y="41698"/>
                </a:lnTo>
                <a:close/>
                <a:moveTo>
                  <a:pt x="51058" y="32712"/>
                </a:moveTo>
                <a:lnTo>
                  <a:pt x="44190" y="41698"/>
                </a:lnTo>
                <a:lnTo>
                  <a:pt x="65788" y="41455"/>
                </a:lnTo>
                <a:close/>
                <a:moveTo>
                  <a:pt x="51058" y="32712"/>
                </a:moveTo>
                <a:lnTo>
                  <a:pt x="36328" y="22885"/>
                </a:lnTo>
                <a:lnTo>
                  <a:pt x="44190" y="41698"/>
                </a:lnTo>
                <a:close/>
                <a:moveTo>
                  <a:pt x="51058" y="32712"/>
                </a:moveTo>
                <a:lnTo>
                  <a:pt x="57927" y="23598"/>
                </a:lnTo>
                <a:lnTo>
                  <a:pt x="36328" y="22885"/>
                </a:lnTo>
                <a:close/>
                <a:moveTo>
                  <a:pt x="51058" y="32712"/>
                </a:moveTo>
                <a:lnTo>
                  <a:pt x="65788" y="41455"/>
                </a:lnTo>
                <a:lnTo>
                  <a:pt x="57927" y="23598"/>
                </a:lnTo>
                <a:close/>
                <a:moveTo>
                  <a:pt x="29460" y="32330"/>
                </a:moveTo>
                <a:lnTo>
                  <a:pt x="36328" y="22885"/>
                </a:lnTo>
                <a:lnTo>
                  <a:pt x="14730" y="21933"/>
                </a:lnTo>
                <a:close/>
                <a:moveTo>
                  <a:pt x="29460" y="32330"/>
                </a:moveTo>
                <a:lnTo>
                  <a:pt x="44190" y="41698"/>
                </a:lnTo>
                <a:lnTo>
                  <a:pt x="36328" y="22885"/>
                </a:lnTo>
                <a:close/>
                <a:moveTo>
                  <a:pt x="21599" y="11100"/>
                </a:moveTo>
                <a:lnTo>
                  <a:pt x="14730" y="21933"/>
                </a:lnTo>
                <a:lnTo>
                  <a:pt x="36328" y="22885"/>
                </a:lnTo>
                <a:close/>
                <a:moveTo>
                  <a:pt x="21599" y="11100"/>
                </a:moveTo>
                <a:lnTo>
                  <a:pt x="6869" y="0"/>
                </a:lnTo>
                <a:lnTo>
                  <a:pt x="14730" y="21933"/>
                </a:lnTo>
                <a:close/>
                <a:moveTo>
                  <a:pt x="0" y="10022"/>
                </a:moveTo>
                <a:lnTo>
                  <a:pt x="14730" y="21933"/>
                </a:lnTo>
                <a:lnTo>
                  <a:pt x="6869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701" name="PANEL_01-slope-26-225_995">
            <a:extLst>
              <a:ext uri="{FF2B5EF4-FFF2-40B4-BE49-F238E27FC236}">
                <a16:creationId xmlns:a16="http://schemas.microsoft.com/office/drawing/2014/main" id="{CF70AB0A-76E2-4706-89C0-CD37FA3E414F}"/>
              </a:ext>
            </a:extLst>
          </p:cNvPr>
          <p:cNvSpPr>
            <a:spLocks/>
          </p:cNvSpPr>
          <p:nvPr/>
        </p:nvSpPr>
        <p:spPr>
          <a:xfrm>
            <a:off x="785194" y="1007676"/>
            <a:ext cx="1087223" cy="272549"/>
          </a:xfrm>
          <a:custGeom>
            <a:pathLst>
              <a:path w="736414" h="184607">
                <a:moveTo>
                  <a:pt x="721684" y="156456"/>
                </a:moveTo>
                <a:lnTo>
                  <a:pt x="714815" y="164497"/>
                </a:lnTo>
                <a:lnTo>
                  <a:pt x="736414" y="157586"/>
                </a:lnTo>
                <a:close/>
                <a:moveTo>
                  <a:pt x="700085" y="163282"/>
                </a:moveTo>
                <a:lnTo>
                  <a:pt x="693217" y="170270"/>
                </a:lnTo>
                <a:lnTo>
                  <a:pt x="714815" y="164497"/>
                </a:lnTo>
                <a:close/>
                <a:moveTo>
                  <a:pt x="700085" y="163282"/>
                </a:moveTo>
                <a:lnTo>
                  <a:pt x="685356" y="160994"/>
                </a:lnTo>
                <a:lnTo>
                  <a:pt x="693217" y="170270"/>
                </a:lnTo>
                <a:close/>
                <a:moveTo>
                  <a:pt x="700085" y="163282"/>
                </a:moveTo>
                <a:lnTo>
                  <a:pt x="714815" y="164497"/>
                </a:lnTo>
                <a:lnTo>
                  <a:pt x="706954" y="154722"/>
                </a:lnTo>
                <a:close/>
                <a:moveTo>
                  <a:pt x="678487" y="168545"/>
                </a:moveTo>
                <a:lnTo>
                  <a:pt x="671618" y="175524"/>
                </a:lnTo>
                <a:lnTo>
                  <a:pt x="693217" y="170270"/>
                </a:lnTo>
                <a:close/>
                <a:moveTo>
                  <a:pt x="678487" y="168545"/>
                </a:moveTo>
                <a:lnTo>
                  <a:pt x="663757" y="167149"/>
                </a:lnTo>
                <a:lnTo>
                  <a:pt x="671618" y="175524"/>
                </a:lnTo>
                <a:close/>
                <a:moveTo>
                  <a:pt x="678487" y="168545"/>
                </a:moveTo>
                <a:lnTo>
                  <a:pt x="685356" y="160994"/>
                </a:lnTo>
                <a:lnTo>
                  <a:pt x="663757" y="167149"/>
                </a:lnTo>
                <a:close/>
                <a:moveTo>
                  <a:pt x="678487" y="168545"/>
                </a:moveTo>
                <a:lnTo>
                  <a:pt x="693217" y="170270"/>
                </a:lnTo>
                <a:lnTo>
                  <a:pt x="685356" y="160994"/>
                </a:lnTo>
                <a:close/>
                <a:moveTo>
                  <a:pt x="656888" y="174575"/>
                </a:moveTo>
                <a:lnTo>
                  <a:pt x="642159" y="174281"/>
                </a:lnTo>
                <a:lnTo>
                  <a:pt x="650020" y="182086"/>
                </a:lnTo>
                <a:close/>
                <a:moveTo>
                  <a:pt x="656888" y="174575"/>
                </a:moveTo>
                <a:lnTo>
                  <a:pt x="663757" y="167149"/>
                </a:lnTo>
                <a:lnTo>
                  <a:pt x="642159" y="174281"/>
                </a:lnTo>
                <a:close/>
                <a:moveTo>
                  <a:pt x="656888" y="174575"/>
                </a:moveTo>
                <a:lnTo>
                  <a:pt x="671618" y="175524"/>
                </a:lnTo>
                <a:lnTo>
                  <a:pt x="663757" y="167149"/>
                </a:lnTo>
                <a:close/>
                <a:moveTo>
                  <a:pt x="635290" y="182465"/>
                </a:moveTo>
                <a:lnTo>
                  <a:pt x="642159" y="174281"/>
                </a:lnTo>
                <a:lnTo>
                  <a:pt x="620560" y="180638"/>
                </a:lnTo>
                <a:close/>
                <a:moveTo>
                  <a:pt x="635290" y="182465"/>
                </a:moveTo>
                <a:lnTo>
                  <a:pt x="650020" y="182086"/>
                </a:lnTo>
                <a:lnTo>
                  <a:pt x="642159" y="174281"/>
                </a:lnTo>
                <a:close/>
                <a:moveTo>
                  <a:pt x="649027" y="166138"/>
                </a:moveTo>
                <a:lnTo>
                  <a:pt x="642159" y="174281"/>
                </a:lnTo>
                <a:lnTo>
                  <a:pt x="663757" y="167149"/>
                </a:lnTo>
                <a:close/>
                <a:moveTo>
                  <a:pt x="627429" y="173946"/>
                </a:moveTo>
                <a:lnTo>
                  <a:pt x="620560" y="180638"/>
                </a:lnTo>
                <a:lnTo>
                  <a:pt x="642159" y="174281"/>
                </a:lnTo>
                <a:close/>
                <a:moveTo>
                  <a:pt x="627429" y="173946"/>
                </a:moveTo>
                <a:lnTo>
                  <a:pt x="612699" y="170662"/>
                </a:lnTo>
                <a:lnTo>
                  <a:pt x="620560" y="180638"/>
                </a:lnTo>
                <a:close/>
                <a:moveTo>
                  <a:pt x="605830" y="177978"/>
                </a:moveTo>
                <a:lnTo>
                  <a:pt x="598962" y="184607"/>
                </a:lnTo>
                <a:lnTo>
                  <a:pt x="620560" y="180638"/>
                </a:lnTo>
                <a:close/>
                <a:moveTo>
                  <a:pt x="605830" y="177978"/>
                </a:moveTo>
                <a:lnTo>
                  <a:pt x="612699" y="170662"/>
                </a:lnTo>
                <a:lnTo>
                  <a:pt x="591100" y="173246"/>
                </a:lnTo>
                <a:close/>
                <a:moveTo>
                  <a:pt x="605830" y="177978"/>
                </a:moveTo>
                <a:lnTo>
                  <a:pt x="620560" y="180638"/>
                </a:lnTo>
                <a:lnTo>
                  <a:pt x="612699" y="170662"/>
                </a:lnTo>
                <a:close/>
                <a:moveTo>
                  <a:pt x="584232" y="180456"/>
                </a:moveTo>
                <a:lnTo>
                  <a:pt x="598962" y="184607"/>
                </a:lnTo>
                <a:lnTo>
                  <a:pt x="591100" y="173246"/>
                </a:lnTo>
                <a:close/>
                <a:moveTo>
                  <a:pt x="226824" y="101909"/>
                </a:moveTo>
                <a:lnTo>
                  <a:pt x="241554" y="107311"/>
                </a:lnTo>
                <a:lnTo>
                  <a:pt x="233693" y="90977"/>
                </a:lnTo>
                <a:close/>
                <a:moveTo>
                  <a:pt x="197364" y="81201"/>
                </a:moveTo>
                <a:lnTo>
                  <a:pt x="190496" y="90687"/>
                </a:lnTo>
                <a:lnTo>
                  <a:pt x="212094" y="90634"/>
                </a:lnTo>
                <a:close/>
                <a:moveTo>
                  <a:pt x="197364" y="81201"/>
                </a:moveTo>
                <a:lnTo>
                  <a:pt x="182634" y="72610"/>
                </a:lnTo>
                <a:lnTo>
                  <a:pt x="190496" y="90687"/>
                </a:lnTo>
                <a:close/>
                <a:moveTo>
                  <a:pt x="197364" y="81201"/>
                </a:moveTo>
                <a:lnTo>
                  <a:pt x="204233" y="69687"/>
                </a:lnTo>
                <a:lnTo>
                  <a:pt x="182634" y="72610"/>
                </a:lnTo>
                <a:close/>
                <a:moveTo>
                  <a:pt x="197364" y="81201"/>
                </a:moveTo>
                <a:lnTo>
                  <a:pt x="212094" y="90634"/>
                </a:lnTo>
                <a:lnTo>
                  <a:pt x="204233" y="69687"/>
                </a:lnTo>
                <a:close/>
                <a:moveTo>
                  <a:pt x="175766" y="83470"/>
                </a:moveTo>
                <a:lnTo>
                  <a:pt x="182634" y="72610"/>
                </a:lnTo>
                <a:lnTo>
                  <a:pt x="161036" y="73921"/>
                </a:lnTo>
                <a:close/>
                <a:moveTo>
                  <a:pt x="175766" y="83470"/>
                </a:moveTo>
                <a:lnTo>
                  <a:pt x="190496" y="90687"/>
                </a:lnTo>
                <a:lnTo>
                  <a:pt x="182634" y="72610"/>
                </a:lnTo>
                <a:close/>
                <a:moveTo>
                  <a:pt x="167905" y="64866"/>
                </a:moveTo>
                <a:lnTo>
                  <a:pt x="161036" y="73921"/>
                </a:lnTo>
                <a:lnTo>
                  <a:pt x="182634" y="72610"/>
                </a:lnTo>
                <a:close/>
                <a:moveTo>
                  <a:pt x="167905" y="64866"/>
                </a:moveTo>
                <a:lnTo>
                  <a:pt x="153175" y="56064"/>
                </a:lnTo>
                <a:lnTo>
                  <a:pt x="161036" y="73921"/>
                </a:lnTo>
                <a:close/>
                <a:moveTo>
                  <a:pt x="95248" y="42488"/>
                </a:moveTo>
                <a:lnTo>
                  <a:pt x="88379" y="56489"/>
                </a:lnTo>
                <a:lnTo>
                  <a:pt x="109978" y="54399"/>
                </a:lnTo>
                <a:close/>
                <a:moveTo>
                  <a:pt x="95248" y="42488"/>
                </a:moveTo>
                <a:lnTo>
                  <a:pt x="80518" y="34092"/>
                </a:lnTo>
                <a:lnTo>
                  <a:pt x="88379" y="56489"/>
                </a:lnTo>
                <a:close/>
                <a:moveTo>
                  <a:pt x="95248" y="42488"/>
                </a:moveTo>
                <a:lnTo>
                  <a:pt x="102116" y="32466"/>
                </a:lnTo>
                <a:lnTo>
                  <a:pt x="80518" y="34092"/>
                </a:lnTo>
                <a:close/>
                <a:moveTo>
                  <a:pt x="73649" y="47656"/>
                </a:moveTo>
                <a:lnTo>
                  <a:pt x="80518" y="34092"/>
                </a:lnTo>
                <a:lnTo>
                  <a:pt x="58919" y="40231"/>
                </a:lnTo>
                <a:close/>
                <a:moveTo>
                  <a:pt x="73649" y="47656"/>
                </a:moveTo>
                <a:lnTo>
                  <a:pt x="88379" y="56489"/>
                </a:lnTo>
                <a:lnTo>
                  <a:pt x="80518" y="34092"/>
                </a:lnTo>
                <a:close/>
                <a:moveTo>
                  <a:pt x="87387" y="20618"/>
                </a:moveTo>
                <a:lnTo>
                  <a:pt x="80518" y="34092"/>
                </a:lnTo>
                <a:lnTo>
                  <a:pt x="102116" y="32466"/>
                </a:lnTo>
                <a:close/>
                <a:moveTo>
                  <a:pt x="87387" y="20618"/>
                </a:moveTo>
                <a:lnTo>
                  <a:pt x="72657" y="14757"/>
                </a:lnTo>
                <a:lnTo>
                  <a:pt x="80518" y="34092"/>
                </a:lnTo>
                <a:close/>
                <a:moveTo>
                  <a:pt x="65788" y="25604"/>
                </a:moveTo>
                <a:lnTo>
                  <a:pt x="58919" y="40231"/>
                </a:lnTo>
                <a:lnTo>
                  <a:pt x="80518" y="34092"/>
                </a:lnTo>
                <a:close/>
                <a:moveTo>
                  <a:pt x="65788" y="25604"/>
                </a:moveTo>
                <a:lnTo>
                  <a:pt x="51058" y="18420"/>
                </a:lnTo>
                <a:lnTo>
                  <a:pt x="58919" y="40231"/>
                </a:lnTo>
                <a:close/>
                <a:moveTo>
                  <a:pt x="65788" y="25604"/>
                </a:moveTo>
                <a:lnTo>
                  <a:pt x="72657" y="14757"/>
                </a:lnTo>
                <a:lnTo>
                  <a:pt x="51058" y="18420"/>
                </a:lnTo>
                <a:close/>
                <a:moveTo>
                  <a:pt x="65788" y="25604"/>
                </a:moveTo>
                <a:lnTo>
                  <a:pt x="80518" y="34092"/>
                </a:lnTo>
                <a:lnTo>
                  <a:pt x="72657" y="14757"/>
                </a:lnTo>
                <a:close/>
                <a:moveTo>
                  <a:pt x="44190" y="32880"/>
                </a:moveTo>
                <a:lnTo>
                  <a:pt x="37321" y="46362"/>
                </a:lnTo>
                <a:lnTo>
                  <a:pt x="58919" y="40231"/>
                </a:lnTo>
                <a:close/>
                <a:moveTo>
                  <a:pt x="44190" y="32880"/>
                </a:moveTo>
                <a:lnTo>
                  <a:pt x="29460" y="23326"/>
                </a:lnTo>
                <a:lnTo>
                  <a:pt x="37321" y="46362"/>
                </a:lnTo>
                <a:close/>
                <a:moveTo>
                  <a:pt x="44190" y="32880"/>
                </a:moveTo>
                <a:lnTo>
                  <a:pt x="51058" y="18420"/>
                </a:lnTo>
                <a:lnTo>
                  <a:pt x="29460" y="23326"/>
                </a:lnTo>
                <a:close/>
                <a:moveTo>
                  <a:pt x="44190" y="32880"/>
                </a:moveTo>
                <a:lnTo>
                  <a:pt x="58919" y="40231"/>
                </a:lnTo>
                <a:lnTo>
                  <a:pt x="51058" y="18420"/>
                </a:lnTo>
                <a:close/>
                <a:moveTo>
                  <a:pt x="22591" y="37801"/>
                </a:moveTo>
                <a:lnTo>
                  <a:pt x="29460" y="23326"/>
                </a:lnTo>
                <a:lnTo>
                  <a:pt x="7861" y="28016"/>
                </a:lnTo>
                <a:close/>
                <a:moveTo>
                  <a:pt x="22591" y="37801"/>
                </a:moveTo>
                <a:lnTo>
                  <a:pt x="37321" y="46362"/>
                </a:lnTo>
                <a:lnTo>
                  <a:pt x="29460" y="23326"/>
                </a:lnTo>
                <a:close/>
                <a:moveTo>
                  <a:pt x="36328" y="9265"/>
                </a:moveTo>
                <a:lnTo>
                  <a:pt x="29460" y="23326"/>
                </a:lnTo>
                <a:lnTo>
                  <a:pt x="51058" y="18420"/>
                </a:lnTo>
                <a:close/>
                <a:moveTo>
                  <a:pt x="36328" y="9265"/>
                </a:moveTo>
                <a:lnTo>
                  <a:pt x="21599" y="0"/>
                </a:lnTo>
                <a:lnTo>
                  <a:pt x="29460" y="23326"/>
                </a:lnTo>
                <a:close/>
                <a:moveTo>
                  <a:pt x="14730" y="13359"/>
                </a:moveTo>
                <a:lnTo>
                  <a:pt x="7861" y="28016"/>
                </a:lnTo>
                <a:lnTo>
                  <a:pt x="29460" y="23326"/>
                </a:lnTo>
                <a:close/>
                <a:moveTo>
                  <a:pt x="14730" y="13359"/>
                </a:moveTo>
                <a:lnTo>
                  <a:pt x="0" y="4668"/>
                </a:lnTo>
                <a:lnTo>
                  <a:pt x="7861" y="28016"/>
                </a:lnTo>
                <a:close/>
                <a:moveTo>
                  <a:pt x="14730" y="13359"/>
                </a:moveTo>
                <a:lnTo>
                  <a:pt x="21599" y="0"/>
                </a:lnTo>
                <a:lnTo>
                  <a:pt x="0" y="4668"/>
                </a:lnTo>
                <a:close/>
                <a:moveTo>
                  <a:pt x="14730" y="13359"/>
                </a:moveTo>
                <a:lnTo>
                  <a:pt x="29460" y="23326"/>
                </a:lnTo>
                <a:lnTo>
                  <a:pt x="21599" y="0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702" name="PANEL_01-slope-27-215_996">
            <a:extLst>
              <a:ext uri="{FF2B5EF4-FFF2-40B4-BE49-F238E27FC236}">
                <a16:creationId xmlns:a16="http://schemas.microsoft.com/office/drawing/2014/main" id="{95DDDA8B-2161-484D-8616-59779642836D}"/>
              </a:ext>
            </a:extLst>
          </p:cNvPr>
          <p:cNvSpPr>
            <a:spLocks/>
          </p:cNvSpPr>
          <p:nvPr/>
        </p:nvSpPr>
        <p:spPr>
          <a:xfrm>
            <a:off x="1185311" y="1171180"/>
            <a:ext cx="301525" cy="63299"/>
          </a:xfrm>
          <a:custGeom>
            <a:pathLst>
              <a:path w="204233" h="42875">
                <a:moveTo>
                  <a:pt x="189503" y="36794"/>
                </a:moveTo>
                <a:lnTo>
                  <a:pt x="182634" y="39943"/>
                </a:lnTo>
                <a:lnTo>
                  <a:pt x="204233" y="42875"/>
                </a:lnTo>
                <a:close/>
                <a:moveTo>
                  <a:pt x="189503" y="36794"/>
                </a:moveTo>
                <a:lnTo>
                  <a:pt x="174773" y="32015"/>
                </a:lnTo>
                <a:lnTo>
                  <a:pt x="182634" y="39943"/>
                </a:lnTo>
                <a:close/>
                <a:moveTo>
                  <a:pt x="189503" y="36794"/>
                </a:moveTo>
                <a:lnTo>
                  <a:pt x="196372" y="34357"/>
                </a:lnTo>
                <a:lnTo>
                  <a:pt x="174773" y="32015"/>
                </a:lnTo>
                <a:close/>
                <a:moveTo>
                  <a:pt x="189503" y="36794"/>
                </a:moveTo>
                <a:lnTo>
                  <a:pt x="204233" y="42875"/>
                </a:lnTo>
                <a:lnTo>
                  <a:pt x="196372" y="34357"/>
                </a:lnTo>
                <a:close/>
                <a:moveTo>
                  <a:pt x="167905" y="32620"/>
                </a:moveTo>
                <a:lnTo>
                  <a:pt x="174773" y="32015"/>
                </a:lnTo>
                <a:lnTo>
                  <a:pt x="153175" y="28466"/>
                </a:lnTo>
                <a:close/>
                <a:moveTo>
                  <a:pt x="167905" y="32620"/>
                </a:moveTo>
                <a:lnTo>
                  <a:pt x="182634" y="39943"/>
                </a:lnTo>
                <a:lnTo>
                  <a:pt x="174773" y="32015"/>
                </a:lnTo>
                <a:close/>
                <a:moveTo>
                  <a:pt x="160043" y="27728"/>
                </a:moveTo>
                <a:lnTo>
                  <a:pt x="153175" y="28466"/>
                </a:lnTo>
                <a:lnTo>
                  <a:pt x="174773" y="32015"/>
                </a:lnTo>
                <a:close/>
                <a:moveTo>
                  <a:pt x="160043" y="27728"/>
                </a:moveTo>
                <a:lnTo>
                  <a:pt x="145314" y="24495"/>
                </a:lnTo>
                <a:lnTo>
                  <a:pt x="153175" y="28466"/>
                </a:lnTo>
                <a:close/>
                <a:moveTo>
                  <a:pt x="138445" y="25034"/>
                </a:moveTo>
                <a:lnTo>
                  <a:pt x="131576" y="26314"/>
                </a:lnTo>
                <a:lnTo>
                  <a:pt x="153175" y="28466"/>
                </a:lnTo>
                <a:close/>
                <a:moveTo>
                  <a:pt x="138445" y="25034"/>
                </a:moveTo>
                <a:lnTo>
                  <a:pt x="123715" y="21526"/>
                </a:lnTo>
                <a:lnTo>
                  <a:pt x="131576" y="26314"/>
                </a:lnTo>
                <a:close/>
                <a:moveTo>
                  <a:pt x="138445" y="25034"/>
                </a:moveTo>
                <a:lnTo>
                  <a:pt x="145314" y="24495"/>
                </a:lnTo>
                <a:lnTo>
                  <a:pt x="123715" y="21526"/>
                </a:lnTo>
                <a:close/>
                <a:moveTo>
                  <a:pt x="138445" y="25034"/>
                </a:moveTo>
                <a:lnTo>
                  <a:pt x="153175" y="28466"/>
                </a:lnTo>
                <a:lnTo>
                  <a:pt x="145314" y="24495"/>
                </a:lnTo>
                <a:close/>
                <a:moveTo>
                  <a:pt x="116846" y="23855"/>
                </a:moveTo>
                <a:lnTo>
                  <a:pt x="123715" y="21526"/>
                </a:lnTo>
                <a:lnTo>
                  <a:pt x="102116" y="18508"/>
                </a:lnTo>
                <a:close/>
                <a:moveTo>
                  <a:pt x="116846" y="23855"/>
                </a:moveTo>
                <a:lnTo>
                  <a:pt x="131576" y="26314"/>
                </a:lnTo>
                <a:lnTo>
                  <a:pt x="123715" y="21526"/>
                </a:lnTo>
                <a:close/>
                <a:moveTo>
                  <a:pt x="108985" y="16215"/>
                </a:moveTo>
                <a:lnTo>
                  <a:pt x="102116" y="18508"/>
                </a:lnTo>
                <a:lnTo>
                  <a:pt x="123715" y="21526"/>
                </a:lnTo>
                <a:close/>
                <a:moveTo>
                  <a:pt x="108985" y="16215"/>
                </a:moveTo>
                <a:lnTo>
                  <a:pt x="94255" y="10711"/>
                </a:lnTo>
                <a:lnTo>
                  <a:pt x="102116" y="18508"/>
                </a:lnTo>
                <a:close/>
                <a:moveTo>
                  <a:pt x="87387" y="12772"/>
                </a:moveTo>
                <a:lnTo>
                  <a:pt x="80518" y="15795"/>
                </a:lnTo>
                <a:lnTo>
                  <a:pt x="102116" y="18508"/>
                </a:lnTo>
                <a:close/>
                <a:moveTo>
                  <a:pt x="87387" y="12772"/>
                </a:moveTo>
                <a:lnTo>
                  <a:pt x="72657" y="8067"/>
                </a:lnTo>
                <a:lnTo>
                  <a:pt x="80518" y="15795"/>
                </a:lnTo>
                <a:close/>
                <a:moveTo>
                  <a:pt x="87387" y="12772"/>
                </a:moveTo>
                <a:lnTo>
                  <a:pt x="94255" y="10711"/>
                </a:lnTo>
                <a:lnTo>
                  <a:pt x="72657" y="8067"/>
                </a:lnTo>
                <a:close/>
                <a:moveTo>
                  <a:pt x="87387" y="12772"/>
                </a:moveTo>
                <a:lnTo>
                  <a:pt x="102116" y="18508"/>
                </a:lnTo>
                <a:lnTo>
                  <a:pt x="94255" y="10711"/>
                </a:lnTo>
                <a:close/>
                <a:moveTo>
                  <a:pt x="65788" y="9328"/>
                </a:moveTo>
                <a:lnTo>
                  <a:pt x="72657" y="8067"/>
                </a:lnTo>
                <a:lnTo>
                  <a:pt x="51058" y="5401"/>
                </a:lnTo>
                <a:close/>
                <a:moveTo>
                  <a:pt x="65788" y="9328"/>
                </a:moveTo>
                <a:lnTo>
                  <a:pt x="80518" y="15795"/>
                </a:lnTo>
                <a:lnTo>
                  <a:pt x="72657" y="8067"/>
                </a:lnTo>
                <a:close/>
                <a:moveTo>
                  <a:pt x="57927" y="4428"/>
                </a:moveTo>
                <a:lnTo>
                  <a:pt x="51058" y="5401"/>
                </a:lnTo>
                <a:lnTo>
                  <a:pt x="72657" y="8067"/>
                </a:lnTo>
                <a:close/>
                <a:moveTo>
                  <a:pt x="57927" y="4428"/>
                </a:moveTo>
                <a:lnTo>
                  <a:pt x="43197" y="2347"/>
                </a:lnTo>
                <a:lnTo>
                  <a:pt x="51058" y="5401"/>
                </a:lnTo>
                <a:close/>
                <a:moveTo>
                  <a:pt x="36328" y="2032"/>
                </a:moveTo>
                <a:lnTo>
                  <a:pt x="29460" y="2312"/>
                </a:lnTo>
                <a:lnTo>
                  <a:pt x="51058" y="5401"/>
                </a:lnTo>
                <a:close/>
                <a:moveTo>
                  <a:pt x="36328" y="2032"/>
                </a:moveTo>
                <a:lnTo>
                  <a:pt x="21599" y="769"/>
                </a:lnTo>
                <a:lnTo>
                  <a:pt x="29460" y="2312"/>
                </a:lnTo>
                <a:close/>
                <a:moveTo>
                  <a:pt x="36328" y="2032"/>
                </a:moveTo>
                <a:lnTo>
                  <a:pt x="51058" y="5401"/>
                </a:lnTo>
                <a:lnTo>
                  <a:pt x="43197" y="2347"/>
                </a:lnTo>
                <a:close/>
                <a:moveTo>
                  <a:pt x="14730" y="0"/>
                </a:moveTo>
                <a:lnTo>
                  <a:pt x="21599" y="769"/>
                </a:lnTo>
                <a:lnTo>
                  <a:pt x="0" y="1501"/>
                </a:lnTo>
                <a:close/>
                <a:moveTo>
                  <a:pt x="14730" y="0"/>
                </a:moveTo>
                <a:lnTo>
                  <a:pt x="29460" y="2312"/>
                </a:lnTo>
                <a:lnTo>
                  <a:pt x="21599" y="769"/>
                </a:lnTo>
                <a:close/>
                <a:moveTo>
                  <a:pt x="6869" y="357"/>
                </a:moveTo>
                <a:lnTo>
                  <a:pt x="0" y="1501"/>
                </a:lnTo>
                <a:lnTo>
                  <a:pt x="21599" y="769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703" name="PANEL_01-slope-27-220_997">
            <a:extLst>
              <a:ext uri="{FF2B5EF4-FFF2-40B4-BE49-F238E27FC236}">
                <a16:creationId xmlns:a16="http://schemas.microsoft.com/office/drawing/2014/main" id="{2B51D719-8E8C-4522-9E66-5C74D9B6A514}"/>
              </a:ext>
            </a:extLst>
          </p:cNvPr>
          <p:cNvSpPr>
            <a:spLocks/>
          </p:cNvSpPr>
          <p:nvPr/>
        </p:nvSpPr>
        <p:spPr>
          <a:xfrm>
            <a:off x="808405" y="1081404"/>
            <a:ext cx="861079" cy="218939"/>
          </a:xfrm>
          <a:custGeom>
            <a:pathLst>
              <a:path w="583239" h="148295">
                <a:moveTo>
                  <a:pt x="576370" y="141893"/>
                </a:moveTo>
                <a:lnTo>
                  <a:pt x="561641" y="136564"/>
                </a:lnTo>
                <a:lnTo>
                  <a:pt x="569502" y="148295"/>
                </a:lnTo>
                <a:close/>
                <a:moveTo>
                  <a:pt x="576370" y="141893"/>
                </a:moveTo>
                <a:lnTo>
                  <a:pt x="583239" y="134668"/>
                </a:lnTo>
                <a:lnTo>
                  <a:pt x="561641" y="136564"/>
                </a:lnTo>
                <a:close/>
                <a:moveTo>
                  <a:pt x="554772" y="143477"/>
                </a:moveTo>
                <a:lnTo>
                  <a:pt x="561641" y="136564"/>
                </a:lnTo>
                <a:lnTo>
                  <a:pt x="540042" y="136074"/>
                </a:lnTo>
                <a:close/>
                <a:moveTo>
                  <a:pt x="568509" y="130517"/>
                </a:moveTo>
                <a:lnTo>
                  <a:pt x="561641" y="136564"/>
                </a:lnTo>
                <a:lnTo>
                  <a:pt x="583239" y="134668"/>
                </a:lnTo>
                <a:close/>
                <a:moveTo>
                  <a:pt x="546911" y="130372"/>
                </a:moveTo>
                <a:lnTo>
                  <a:pt x="540042" y="136074"/>
                </a:lnTo>
                <a:lnTo>
                  <a:pt x="561641" y="136564"/>
                </a:lnTo>
                <a:close/>
                <a:moveTo>
                  <a:pt x="546911" y="130372"/>
                </a:moveTo>
                <a:lnTo>
                  <a:pt x="532181" y="123353"/>
                </a:lnTo>
                <a:lnTo>
                  <a:pt x="540042" y="136074"/>
                </a:lnTo>
                <a:close/>
                <a:moveTo>
                  <a:pt x="546911" y="130372"/>
                </a:moveTo>
                <a:lnTo>
                  <a:pt x="561641" y="136564"/>
                </a:lnTo>
                <a:lnTo>
                  <a:pt x="553779" y="124352"/>
                </a:lnTo>
                <a:close/>
                <a:moveTo>
                  <a:pt x="525312" y="128033"/>
                </a:moveTo>
                <a:lnTo>
                  <a:pt x="510582" y="120548"/>
                </a:lnTo>
                <a:lnTo>
                  <a:pt x="518444" y="134056"/>
                </a:lnTo>
                <a:close/>
                <a:moveTo>
                  <a:pt x="525312" y="128033"/>
                </a:moveTo>
                <a:lnTo>
                  <a:pt x="532181" y="123353"/>
                </a:lnTo>
                <a:lnTo>
                  <a:pt x="510582" y="120548"/>
                </a:lnTo>
                <a:close/>
                <a:moveTo>
                  <a:pt x="525312" y="128033"/>
                </a:moveTo>
                <a:lnTo>
                  <a:pt x="540042" y="136074"/>
                </a:lnTo>
                <a:lnTo>
                  <a:pt x="532181" y="123353"/>
                </a:lnTo>
                <a:close/>
                <a:moveTo>
                  <a:pt x="517451" y="116447"/>
                </a:moveTo>
                <a:lnTo>
                  <a:pt x="510582" y="120548"/>
                </a:lnTo>
                <a:lnTo>
                  <a:pt x="532181" y="123353"/>
                </a:lnTo>
                <a:close/>
                <a:moveTo>
                  <a:pt x="517451" y="116447"/>
                </a:moveTo>
                <a:lnTo>
                  <a:pt x="502721" y="107855"/>
                </a:lnTo>
                <a:lnTo>
                  <a:pt x="510582" y="120548"/>
                </a:lnTo>
                <a:close/>
                <a:moveTo>
                  <a:pt x="495853" y="112646"/>
                </a:moveTo>
                <a:lnTo>
                  <a:pt x="488984" y="117797"/>
                </a:lnTo>
                <a:lnTo>
                  <a:pt x="510582" y="120548"/>
                </a:lnTo>
                <a:close/>
                <a:moveTo>
                  <a:pt x="495853" y="112646"/>
                </a:moveTo>
                <a:lnTo>
                  <a:pt x="481123" y="105680"/>
                </a:lnTo>
                <a:lnTo>
                  <a:pt x="488984" y="117797"/>
                </a:lnTo>
                <a:close/>
                <a:moveTo>
                  <a:pt x="495853" y="112646"/>
                </a:moveTo>
                <a:lnTo>
                  <a:pt x="502721" y="107855"/>
                </a:lnTo>
                <a:lnTo>
                  <a:pt x="481123" y="105680"/>
                </a:lnTo>
                <a:close/>
                <a:moveTo>
                  <a:pt x="495853" y="112646"/>
                </a:moveTo>
                <a:lnTo>
                  <a:pt x="510582" y="120548"/>
                </a:lnTo>
                <a:lnTo>
                  <a:pt x="502721" y="107855"/>
                </a:lnTo>
                <a:close/>
                <a:moveTo>
                  <a:pt x="474254" y="109872"/>
                </a:moveTo>
                <a:lnTo>
                  <a:pt x="481123" y="105680"/>
                </a:lnTo>
                <a:lnTo>
                  <a:pt x="459524" y="103684"/>
                </a:lnTo>
                <a:close/>
                <a:moveTo>
                  <a:pt x="474254" y="109872"/>
                </a:moveTo>
                <a:lnTo>
                  <a:pt x="488984" y="117797"/>
                </a:lnTo>
                <a:lnTo>
                  <a:pt x="481123" y="105680"/>
                </a:lnTo>
                <a:close/>
                <a:moveTo>
                  <a:pt x="466393" y="99924"/>
                </a:moveTo>
                <a:lnTo>
                  <a:pt x="459524" y="103684"/>
                </a:lnTo>
                <a:lnTo>
                  <a:pt x="481123" y="105680"/>
                </a:lnTo>
                <a:close/>
                <a:moveTo>
                  <a:pt x="466393" y="99924"/>
                </a:moveTo>
                <a:lnTo>
                  <a:pt x="451663" y="95165"/>
                </a:lnTo>
                <a:lnTo>
                  <a:pt x="459524" y="103684"/>
                </a:lnTo>
                <a:close/>
                <a:moveTo>
                  <a:pt x="248423" y="63789"/>
                </a:moveTo>
                <a:lnTo>
                  <a:pt x="255291" y="62309"/>
                </a:lnTo>
                <a:lnTo>
                  <a:pt x="233693" y="64178"/>
                </a:lnTo>
                <a:close/>
                <a:moveTo>
                  <a:pt x="240561" y="63473"/>
                </a:moveTo>
                <a:lnTo>
                  <a:pt x="233693" y="64178"/>
                </a:lnTo>
                <a:lnTo>
                  <a:pt x="255291" y="62309"/>
                </a:lnTo>
                <a:close/>
                <a:moveTo>
                  <a:pt x="240561" y="63473"/>
                </a:moveTo>
                <a:lnTo>
                  <a:pt x="225831" y="57372"/>
                </a:lnTo>
                <a:lnTo>
                  <a:pt x="233693" y="64178"/>
                </a:lnTo>
                <a:close/>
                <a:moveTo>
                  <a:pt x="218963" y="62008"/>
                </a:moveTo>
                <a:lnTo>
                  <a:pt x="212094" y="64622"/>
                </a:lnTo>
                <a:lnTo>
                  <a:pt x="233693" y="64178"/>
                </a:lnTo>
                <a:close/>
                <a:moveTo>
                  <a:pt x="218963" y="62008"/>
                </a:moveTo>
                <a:lnTo>
                  <a:pt x="204233" y="55911"/>
                </a:lnTo>
                <a:lnTo>
                  <a:pt x="212094" y="64622"/>
                </a:lnTo>
                <a:close/>
                <a:moveTo>
                  <a:pt x="218963" y="62008"/>
                </a:moveTo>
                <a:lnTo>
                  <a:pt x="225831" y="57372"/>
                </a:lnTo>
                <a:lnTo>
                  <a:pt x="204233" y="55911"/>
                </a:lnTo>
                <a:close/>
                <a:moveTo>
                  <a:pt x="218963" y="62008"/>
                </a:moveTo>
                <a:lnTo>
                  <a:pt x="233693" y="64178"/>
                </a:lnTo>
                <a:lnTo>
                  <a:pt x="225831" y="57372"/>
                </a:lnTo>
                <a:close/>
                <a:moveTo>
                  <a:pt x="197364" y="59456"/>
                </a:moveTo>
                <a:lnTo>
                  <a:pt x="204233" y="55911"/>
                </a:lnTo>
                <a:lnTo>
                  <a:pt x="182634" y="54132"/>
                </a:lnTo>
                <a:close/>
                <a:moveTo>
                  <a:pt x="197364" y="59456"/>
                </a:moveTo>
                <a:lnTo>
                  <a:pt x="212094" y="64622"/>
                </a:lnTo>
                <a:lnTo>
                  <a:pt x="204233" y="55911"/>
                </a:lnTo>
                <a:close/>
                <a:moveTo>
                  <a:pt x="189503" y="50208"/>
                </a:moveTo>
                <a:lnTo>
                  <a:pt x="182634" y="54132"/>
                </a:lnTo>
                <a:lnTo>
                  <a:pt x="204233" y="55911"/>
                </a:lnTo>
                <a:close/>
                <a:moveTo>
                  <a:pt x="189503" y="50208"/>
                </a:moveTo>
                <a:lnTo>
                  <a:pt x="174773" y="40748"/>
                </a:lnTo>
                <a:lnTo>
                  <a:pt x="182634" y="54132"/>
                </a:lnTo>
                <a:close/>
                <a:moveTo>
                  <a:pt x="167905" y="47991"/>
                </a:moveTo>
                <a:lnTo>
                  <a:pt x="161036" y="54134"/>
                </a:lnTo>
                <a:lnTo>
                  <a:pt x="182634" y="54132"/>
                </a:lnTo>
                <a:close/>
                <a:moveTo>
                  <a:pt x="167905" y="47991"/>
                </a:moveTo>
                <a:lnTo>
                  <a:pt x="153175" y="40367"/>
                </a:lnTo>
                <a:lnTo>
                  <a:pt x="161036" y="54134"/>
                </a:lnTo>
                <a:close/>
                <a:moveTo>
                  <a:pt x="167905" y="47991"/>
                </a:moveTo>
                <a:lnTo>
                  <a:pt x="174773" y="40748"/>
                </a:lnTo>
                <a:lnTo>
                  <a:pt x="153175" y="40367"/>
                </a:lnTo>
                <a:close/>
                <a:moveTo>
                  <a:pt x="167905" y="47991"/>
                </a:moveTo>
                <a:lnTo>
                  <a:pt x="182634" y="54132"/>
                </a:lnTo>
                <a:lnTo>
                  <a:pt x="174773" y="40748"/>
                </a:lnTo>
                <a:close/>
                <a:moveTo>
                  <a:pt x="146306" y="47716"/>
                </a:moveTo>
                <a:lnTo>
                  <a:pt x="161036" y="54134"/>
                </a:lnTo>
                <a:lnTo>
                  <a:pt x="153175" y="40367"/>
                </a:lnTo>
                <a:close/>
                <a:moveTo>
                  <a:pt x="138445" y="32231"/>
                </a:moveTo>
                <a:lnTo>
                  <a:pt x="153175" y="40367"/>
                </a:lnTo>
                <a:lnTo>
                  <a:pt x="145314" y="23982"/>
                </a:lnTo>
                <a:close/>
                <a:moveTo>
                  <a:pt x="14730" y="10043"/>
                </a:moveTo>
                <a:lnTo>
                  <a:pt x="0" y="0"/>
                </a:lnTo>
                <a:lnTo>
                  <a:pt x="7861" y="17898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704" name="PANEL_01-slope-27-225_998">
            <a:extLst>
              <a:ext uri="{FF2B5EF4-FFF2-40B4-BE49-F238E27FC236}">
                <a16:creationId xmlns:a16="http://schemas.microsoft.com/office/drawing/2014/main" id="{04DF7260-55C7-4778-8259-962AE1A6C936}"/>
              </a:ext>
            </a:extLst>
          </p:cNvPr>
          <p:cNvSpPr>
            <a:spLocks/>
          </p:cNvSpPr>
          <p:nvPr/>
        </p:nvSpPr>
        <p:spPr>
          <a:xfrm>
            <a:off x="796800" y="1049037"/>
            <a:ext cx="979955" cy="246326"/>
          </a:xfrm>
          <a:custGeom>
            <a:pathLst>
              <a:path w="663757" h="166845">
                <a:moveTo>
                  <a:pt x="649027" y="146558"/>
                </a:moveTo>
                <a:lnTo>
                  <a:pt x="642159" y="154070"/>
                </a:lnTo>
                <a:lnTo>
                  <a:pt x="663757" y="147508"/>
                </a:lnTo>
                <a:close/>
                <a:moveTo>
                  <a:pt x="627429" y="154449"/>
                </a:moveTo>
                <a:lnTo>
                  <a:pt x="620560" y="161341"/>
                </a:lnTo>
                <a:lnTo>
                  <a:pt x="642159" y="154070"/>
                </a:lnTo>
                <a:close/>
                <a:moveTo>
                  <a:pt x="627429" y="154449"/>
                </a:moveTo>
                <a:lnTo>
                  <a:pt x="612699" y="152621"/>
                </a:lnTo>
                <a:lnTo>
                  <a:pt x="620560" y="161341"/>
                </a:lnTo>
                <a:close/>
                <a:moveTo>
                  <a:pt x="605830" y="160144"/>
                </a:moveTo>
                <a:lnTo>
                  <a:pt x="598962" y="166845"/>
                </a:lnTo>
                <a:lnTo>
                  <a:pt x="620560" y="161341"/>
                </a:lnTo>
                <a:close/>
                <a:moveTo>
                  <a:pt x="605830" y="160144"/>
                </a:moveTo>
                <a:lnTo>
                  <a:pt x="591100" y="156590"/>
                </a:lnTo>
                <a:lnTo>
                  <a:pt x="598962" y="166845"/>
                </a:lnTo>
                <a:close/>
                <a:moveTo>
                  <a:pt x="605830" y="160144"/>
                </a:moveTo>
                <a:lnTo>
                  <a:pt x="612699" y="152621"/>
                </a:lnTo>
                <a:lnTo>
                  <a:pt x="591100" y="156590"/>
                </a:lnTo>
                <a:close/>
                <a:moveTo>
                  <a:pt x="605830" y="160144"/>
                </a:moveTo>
                <a:lnTo>
                  <a:pt x="620560" y="161341"/>
                </a:lnTo>
                <a:lnTo>
                  <a:pt x="612699" y="152621"/>
                </a:lnTo>
                <a:close/>
                <a:moveTo>
                  <a:pt x="584232" y="163816"/>
                </a:moveTo>
                <a:lnTo>
                  <a:pt x="598962" y="166845"/>
                </a:lnTo>
                <a:lnTo>
                  <a:pt x="591100" y="156590"/>
                </a:lnTo>
                <a:close/>
                <a:moveTo>
                  <a:pt x="154167" y="69639"/>
                </a:moveTo>
                <a:lnTo>
                  <a:pt x="161036" y="62290"/>
                </a:lnTo>
                <a:lnTo>
                  <a:pt x="139437" y="63426"/>
                </a:lnTo>
                <a:close/>
                <a:moveTo>
                  <a:pt x="146306" y="54154"/>
                </a:moveTo>
                <a:lnTo>
                  <a:pt x="139437" y="63426"/>
                </a:lnTo>
                <a:lnTo>
                  <a:pt x="161036" y="62290"/>
                </a:lnTo>
                <a:close/>
                <a:moveTo>
                  <a:pt x="146306" y="54154"/>
                </a:moveTo>
                <a:lnTo>
                  <a:pt x="131576" y="46147"/>
                </a:lnTo>
                <a:lnTo>
                  <a:pt x="139437" y="63426"/>
                </a:lnTo>
                <a:close/>
                <a:moveTo>
                  <a:pt x="124708" y="56495"/>
                </a:moveTo>
                <a:lnTo>
                  <a:pt x="117839" y="66315"/>
                </a:lnTo>
                <a:lnTo>
                  <a:pt x="139437" y="63426"/>
                </a:lnTo>
                <a:close/>
                <a:moveTo>
                  <a:pt x="124708" y="56495"/>
                </a:moveTo>
                <a:lnTo>
                  <a:pt x="109978" y="47526"/>
                </a:lnTo>
                <a:lnTo>
                  <a:pt x="117839" y="66315"/>
                </a:lnTo>
                <a:close/>
                <a:moveTo>
                  <a:pt x="124708" y="56495"/>
                </a:moveTo>
                <a:lnTo>
                  <a:pt x="131576" y="46147"/>
                </a:lnTo>
                <a:lnTo>
                  <a:pt x="109978" y="47526"/>
                </a:lnTo>
                <a:close/>
                <a:moveTo>
                  <a:pt x="124708" y="56495"/>
                </a:moveTo>
                <a:lnTo>
                  <a:pt x="139437" y="63426"/>
                </a:lnTo>
                <a:lnTo>
                  <a:pt x="131576" y="46147"/>
                </a:lnTo>
                <a:close/>
                <a:moveTo>
                  <a:pt x="103109" y="58102"/>
                </a:moveTo>
                <a:lnTo>
                  <a:pt x="109978" y="47526"/>
                </a:lnTo>
                <a:lnTo>
                  <a:pt x="88379" y="49590"/>
                </a:lnTo>
                <a:close/>
                <a:moveTo>
                  <a:pt x="103109" y="58102"/>
                </a:moveTo>
                <a:lnTo>
                  <a:pt x="117839" y="66315"/>
                </a:lnTo>
                <a:lnTo>
                  <a:pt x="109978" y="47526"/>
                </a:lnTo>
                <a:close/>
                <a:moveTo>
                  <a:pt x="116846" y="36779"/>
                </a:moveTo>
                <a:lnTo>
                  <a:pt x="109978" y="47526"/>
                </a:lnTo>
                <a:lnTo>
                  <a:pt x="131576" y="46147"/>
                </a:lnTo>
                <a:close/>
                <a:moveTo>
                  <a:pt x="116846" y="36779"/>
                </a:moveTo>
                <a:lnTo>
                  <a:pt x="102116" y="26382"/>
                </a:lnTo>
                <a:lnTo>
                  <a:pt x="109978" y="47526"/>
                </a:lnTo>
                <a:close/>
                <a:moveTo>
                  <a:pt x="95248" y="38728"/>
                </a:moveTo>
                <a:lnTo>
                  <a:pt x="88379" y="49590"/>
                </a:lnTo>
                <a:lnTo>
                  <a:pt x="109978" y="47526"/>
                </a:lnTo>
                <a:close/>
                <a:moveTo>
                  <a:pt x="95248" y="38728"/>
                </a:moveTo>
                <a:lnTo>
                  <a:pt x="80518" y="28472"/>
                </a:lnTo>
                <a:lnTo>
                  <a:pt x="88379" y="49590"/>
                </a:lnTo>
                <a:close/>
                <a:moveTo>
                  <a:pt x="95248" y="38728"/>
                </a:moveTo>
                <a:lnTo>
                  <a:pt x="102116" y="26382"/>
                </a:lnTo>
                <a:lnTo>
                  <a:pt x="80518" y="28472"/>
                </a:lnTo>
                <a:close/>
                <a:moveTo>
                  <a:pt x="95248" y="38728"/>
                </a:moveTo>
                <a:lnTo>
                  <a:pt x="109978" y="47526"/>
                </a:lnTo>
                <a:lnTo>
                  <a:pt x="102116" y="26382"/>
                </a:lnTo>
                <a:close/>
                <a:moveTo>
                  <a:pt x="73649" y="41051"/>
                </a:moveTo>
                <a:lnTo>
                  <a:pt x="66781" y="52032"/>
                </a:lnTo>
                <a:lnTo>
                  <a:pt x="88379" y="49590"/>
                </a:lnTo>
                <a:close/>
                <a:moveTo>
                  <a:pt x="73649" y="41051"/>
                </a:moveTo>
                <a:lnTo>
                  <a:pt x="58919" y="33273"/>
                </a:lnTo>
                <a:lnTo>
                  <a:pt x="66781" y="52032"/>
                </a:lnTo>
                <a:close/>
                <a:moveTo>
                  <a:pt x="73649" y="41051"/>
                </a:moveTo>
                <a:lnTo>
                  <a:pt x="80518" y="28472"/>
                </a:lnTo>
                <a:lnTo>
                  <a:pt x="58919" y="33273"/>
                </a:lnTo>
                <a:close/>
                <a:moveTo>
                  <a:pt x="73649" y="41051"/>
                </a:moveTo>
                <a:lnTo>
                  <a:pt x="88379" y="49590"/>
                </a:lnTo>
                <a:lnTo>
                  <a:pt x="80518" y="28472"/>
                </a:lnTo>
                <a:close/>
                <a:moveTo>
                  <a:pt x="52051" y="45633"/>
                </a:moveTo>
                <a:lnTo>
                  <a:pt x="58919" y="33273"/>
                </a:lnTo>
                <a:lnTo>
                  <a:pt x="37321" y="38038"/>
                </a:lnTo>
                <a:close/>
                <a:moveTo>
                  <a:pt x="52051" y="45633"/>
                </a:moveTo>
                <a:lnTo>
                  <a:pt x="66781" y="52032"/>
                </a:lnTo>
                <a:lnTo>
                  <a:pt x="58919" y="33273"/>
                </a:lnTo>
                <a:close/>
                <a:moveTo>
                  <a:pt x="65788" y="19640"/>
                </a:moveTo>
                <a:lnTo>
                  <a:pt x="58919" y="33273"/>
                </a:lnTo>
                <a:lnTo>
                  <a:pt x="80518" y="28472"/>
                </a:lnTo>
                <a:close/>
                <a:moveTo>
                  <a:pt x="65788" y="19640"/>
                </a:moveTo>
                <a:lnTo>
                  <a:pt x="51058" y="12215"/>
                </a:lnTo>
                <a:lnTo>
                  <a:pt x="58919" y="33273"/>
                </a:lnTo>
                <a:close/>
                <a:moveTo>
                  <a:pt x="44190" y="26767"/>
                </a:moveTo>
                <a:lnTo>
                  <a:pt x="37321" y="38038"/>
                </a:lnTo>
                <a:lnTo>
                  <a:pt x="58919" y="33273"/>
                </a:lnTo>
                <a:close/>
                <a:moveTo>
                  <a:pt x="44190" y="26767"/>
                </a:moveTo>
                <a:lnTo>
                  <a:pt x="29460" y="18345"/>
                </a:lnTo>
                <a:lnTo>
                  <a:pt x="37321" y="38038"/>
                </a:lnTo>
                <a:close/>
                <a:moveTo>
                  <a:pt x="44190" y="26767"/>
                </a:moveTo>
                <a:lnTo>
                  <a:pt x="51058" y="12215"/>
                </a:lnTo>
                <a:lnTo>
                  <a:pt x="29460" y="18345"/>
                </a:lnTo>
                <a:close/>
                <a:moveTo>
                  <a:pt x="44190" y="26767"/>
                </a:moveTo>
                <a:lnTo>
                  <a:pt x="58919" y="33273"/>
                </a:lnTo>
                <a:lnTo>
                  <a:pt x="51058" y="12215"/>
                </a:lnTo>
                <a:close/>
                <a:moveTo>
                  <a:pt x="22591" y="31966"/>
                </a:moveTo>
                <a:lnTo>
                  <a:pt x="15722" y="39821"/>
                </a:lnTo>
                <a:lnTo>
                  <a:pt x="37321" y="38038"/>
                </a:lnTo>
                <a:close/>
                <a:moveTo>
                  <a:pt x="22591" y="31966"/>
                </a:moveTo>
                <a:lnTo>
                  <a:pt x="29460" y="18345"/>
                </a:lnTo>
                <a:lnTo>
                  <a:pt x="7861" y="21923"/>
                </a:lnTo>
                <a:close/>
                <a:moveTo>
                  <a:pt x="22591" y="31966"/>
                </a:moveTo>
                <a:lnTo>
                  <a:pt x="37321" y="38038"/>
                </a:lnTo>
                <a:lnTo>
                  <a:pt x="29460" y="18345"/>
                </a:lnTo>
                <a:close/>
                <a:moveTo>
                  <a:pt x="14730" y="9785"/>
                </a:moveTo>
                <a:lnTo>
                  <a:pt x="7861" y="21923"/>
                </a:lnTo>
                <a:lnTo>
                  <a:pt x="29460" y="18345"/>
                </a:lnTo>
                <a:close/>
                <a:moveTo>
                  <a:pt x="14730" y="9785"/>
                </a:moveTo>
                <a:lnTo>
                  <a:pt x="0" y="0"/>
                </a:lnTo>
                <a:lnTo>
                  <a:pt x="7861" y="21923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705" name="PANEL_01-slope-28-215_999">
            <a:extLst>
              <a:ext uri="{FF2B5EF4-FFF2-40B4-BE49-F238E27FC236}">
                <a16:creationId xmlns:a16="http://schemas.microsoft.com/office/drawing/2014/main" id="{0B80159B-36B0-4BDB-A84A-EF3BD97F9FD9}"/>
              </a:ext>
            </a:extLst>
          </p:cNvPr>
          <p:cNvSpPr>
            <a:spLocks/>
          </p:cNvSpPr>
          <p:nvPr/>
        </p:nvSpPr>
        <p:spPr>
          <a:xfrm>
            <a:off x="1218664" y="1173248"/>
            <a:ext cx="204397" cy="52463"/>
          </a:xfrm>
          <a:custGeom>
            <a:pathLst>
              <a:path w="138445" h="35535">
                <a:moveTo>
                  <a:pt x="123715" y="27081"/>
                </a:moveTo>
                <a:lnTo>
                  <a:pt x="130584" y="27065"/>
                </a:lnTo>
                <a:lnTo>
                  <a:pt x="108985" y="24913"/>
                </a:lnTo>
                <a:close/>
                <a:moveTo>
                  <a:pt x="123715" y="27081"/>
                </a:moveTo>
                <a:lnTo>
                  <a:pt x="138445" y="35535"/>
                </a:lnTo>
                <a:lnTo>
                  <a:pt x="130584" y="27065"/>
                </a:lnTo>
                <a:close/>
                <a:moveTo>
                  <a:pt x="94255" y="22454"/>
                </a:moveTo>
                <a:lnTo>
                  <a:pt x="87387" y="24325"/>
                </a:lnTo>
                <a:lnTo>
                  <a:pt x="108985" y="24913"/>
                </a:lnTo>
                <a:close/>
                <a:moveTo>
                  <a:pt x="94255" y="22454"/>
                </a:moveTo>
                <a:lnTo>
                  <a:pt x="79525" y="17107"/>
                </a:lnTo>
                <a:lnTo>
                  <a:pt x="87387" y="24325"/>
                </a:lnTo>
                <a:close/>
                <a:moveTo>
                  <a:pt x="21599" y="4414"/>
                </a:moveTo>
                <a:lnTo>
                  <a:pt x="28467" y="4000"/>
                </a:lnTo>
                <a:lnTo>
                  <a:pt x="6869" y="911"/>
                </a:lnTo>
                <a:close/>
                <a:moveTo>
                  <a:pt x="21599" y="4414"/>
                </a:moveTo>
                <a:lnTo>
                  <a:pt x="36328" y="12471"/>
                </a:lnTo>
                <a:lnTo>
                  <a:pt x="28467" y="4000"/>
                </a:lnTo>
                <a:close/>
                <a:moveTo>
                  <a:pt x="0" y="0"/>
                </a:moveTo>
                <a:lnTo>
                  <a:pt x="14730" y="10240"/>
                </a:lnTo>
                <a:lnTo>
                  <a:pt x="6869" y="911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706" name="PANEL_01-slope-28-220_1000">
            <a:extLst>
              <a:ext uri="{FF2B5EF4-FFF2-40B4-BE49-F238E27FC236}">
                <a16:creationId xmlns:a16="http://schemas.microsoft.com/office/drawing/2014/main" id="{D88F3372-8BD3-4BA7-92AD-327A323C93E9}"/>
              </a:ext>
            </a:extLst>
          </p:cNvPr>
          <p:cNvSpPr>
            <a:spLocks/>
          </p:cNvSpPr>
          <p:nvPr/>
        </p:nvSpPr>
        <p:spPr>
          <a:xfrm>
            <a:off x="820011" y="1107827"/>
            <a:ext cx="829193" cy="194372"/>
          </a:xfrm>
          <a:custGeom>
            <a:pathLst>
              <a:path w="561641" h="131654">
                <a:moveTo>
                  <a:pt x="546911" y="125579"/>
                </a:moveTo>
                <a:lnTo>
                  <a:pt x="540042" y="131654"/>
                </a:lnTo>
                <a:lnTo>
                  <a:pt x="561641" y="130397"/>
                </a:lnTo>
                <a:close/>
                <a:moveTo>
                  <a:pt x="546911" y="125579"/>
                </a:moveTo>
                <a:lnTo>
                  <a:pt x="532181" y="118176"/>
                </a:lnTo>
                <a:lnTo>
                  <a:pt x="540042" y="131654"/>
                </a:lnTo>
                <a:close/>
                <a:moveTo>
                  <a:pt x="546911" y="125579"/>
                </a:moveTo>
                <a:lnTo>
                  <a:pt x="561641" y="130397"/>
                </a:lnTo>
                <a:lnTo>
                  <a:pt x="553779" y="118666"/>
                </a:lnTo>
                <a:close/>
                <a:moveTo>
                  <a:pt x="525312" y="124516"/>
                </a:moveTo>
                <a:lnTo>
                  <a:pt x="510582" y="116157"/>
                </a:lnTo>
                <a:lnTo>
                  <a:pt x="518444" y="130924"/>
                </a:lnTo>
                <a:close/>
                <a:moveTo>
                  <a:pt x="525312" y="124516"/>
                </a:moveTo>
                <a:lnTo>
                  <a:pt x="532181" y="118176"/>
                </a:lnTo>
                <a:lnTo>
                  <a:pt x="510582" y="116157"/>
                </a:lnTo>
                <a:close/>
                <a:moveTo>
                  <a:pt x="525312" y="124516"/>
                </a:moveTo>
                <a:lnTo>
                  <a:pt x="540042" y="131654"/>
                </a:lnTo>
                <a:lnTo>
                  <a:pt x="532181" y="118176"/>
                </a:lnTo>
                <a:close/>
                <a:moveTo>
                  <a:pt x="503714" y="122811"/>
                </a:moveTo>
                <a:lnTo>
                  <a:pt x="510582" y="116157"/>
                </a:lnTo>
                <a:lnTo>
                  <a:pt x="488984" y="114411"/>
                </a:lnTo>
                <a:close/>
                <a:moveTo>
                  <a:pt x="517451" y="110135"/>
                </a:moveTo>
                <a:lnTo>
                  <a:pt x="510582" y="116157"/>
                </a:lnTo>
                <a:lnTo>
                  <a:pt x="532181" y="118176"/>
                </a:lnTo>
                <a:close/>
                <a:moveTo>
                  <a:pt x="495853" y="107168"/>
                </a:moveTo>
                <a:lnTo>
                  <a:pt x="488984" y="114411"/>
                </a:lnTo>
                <a:lnTo>
                  <a:pt x="510582" y="116157"/>
                </a:lnTo>
                <a:close/>
                <a:moveTo>
                  <a:pt x="495853" y="107168"/>
                </a:moveTo>
                <a:lnTo>
                  <a:pt x="481123" y="99899"/>
                </a:lnTo>
                <a:lnTo>
                  <a:pt x="488984" y="114411"/>
                </a:lnTo>
                <a:close/>
                <a:moveTo>
                  <a:pt x="495853" y="107168"/>
                </a:moveTo>
                <a:lnTo>
                  <a:pt x="502721" y="102650"/>
                </a:lnTo>
                <a:lnTo>
                  <a:pt x="481123" y="99899"/>
                </a:lnTo>
                <a:close/>
                <a:moveTo>
                  <a:pt x="495853" y="107168"/>
                </a:moveTo>
                <a:lnTo>
                  <a:pt x="510582" y="116157"/>
                </a:lnTo>
                <a:lnTo>
                  <a:pt x="502721" y="102650"/>
                </a:lnTo>
                <a:close/>
                <a:moveTo>
                  <a:pt x="474254" y="105706"/>
                </a:moveTo>
                <a:lnTo>
                  <a:pt x="481123" y="99899"/>
                </a:lnTo>
                <a:lnTo>
                  <a:pt x="459524" y="97529"/>
                </a:lnTo>
                <a:close/>
                <a:moveTo>
                  <a:pt x="474254" y="105706"/>
                </a:moveTo>
                <a:lnTo>
                  <a:pt x="488984" y="114411"/>
                </a:lnTo>
                <a:lnTo>
                  <a:pt x="481123" y="99899"/>
                </a:lnTo>
                <a:close/>
                <a:moveTo>
                  <a:pt x="466393" y="91974"/>
                </a:moveTo>
                <a:lnTo>
                  <a:pt x="459524" y="97529"/>
                </a:lnTo>
                <a:lnTo>
                  <a:pt x="481123" y="99899"/>
                </a:lnTo>
                <a:close/>
                <a:moveTo>
                  <a:pt x="466393" y="91974"/>
                </a:moveTo>
                <a:lnTo>
                  <a:pt x="451663" y="85785"/>
                </a:lnTo>
                <a:lnTo>
                  <a:pt x="459524" y="97529"/>
                </a:lnTo>
                <a:close/>
                <a:moveTo>
                  <a:pt x="444794" y="89437"/>
                </a:moveTo>
                <a:lnTo>
                  <a:pt x="437926" y="95432"/>
                </a:lnTo>
                <a:lnTo>
                  <a:pt x="459524" y="97529"/>
                </a:lnTo>
                <a:close/>
                <a:moveTo>
                  <a:pt x="444794" y="89437"/>
                </a:moveTo>
                <a:lnTo>
                  <a:pt x="430064" y="82854"/>
                </a:lnTo>
                <a:lnTo>
                  <a:pt x="437926" y="95432"/>
                </a:lnTo>
                <a:close/>
                <a:moveTo>
                  <a:pt x="444794" y="89437"/>
                </a:moveTo>
                <a:lnTo>
                  <a:pt x="451663" y="85785"/>
                </a:lnTo>
                <a:lnTo>
                  <a:pt x="430064" y="82854"/>
                </a:lnTo>
                <a:close/>
                <a:moveTo>
                  <a:pt x="444794" y="89437"/>
                </a:moveTo>
                <a:lnTo>
                  <a:pt x="459524" y="97529"/>
                </a:lnTo>
                <a:lnTo>
                  <a:pt x="451663" y="85785"/>
                </a:lnTo>
                <a:close/>
                <a:moveTo>
                  <a:pt x="423196" y="86743"/>
                </a:moveTo>
                <a:lnTo>
                  <a:pt x="430064" y="82854"/>
                </a:lnTo>
                <a:lnTo>
                  <a:pt x="408466" y="79846"/>
                </a:lnTo>
                <a:close/>
                <a:moveTo>
                  <a:pt x="423196" y="86743"/>
                </a:moveTo>
                <a:lnTo>
                  <a:pt x="437926" y="95432"/>
                </a:lnTo>
                <a:lnTo>
                  <a:pt x="430064" y="82854"/>
                </a:lnTo>
                <a:close/>
                <a:moveTo>
                  <a:pt x="415335" y="75530"/>
                </a:moveTo>
                <a:lnTo>
                  <a:pt x="408466" y="79846"/>
                </a:lnTo>
                <a:lnTo>
                  <a:pt x="430064" y="82854"/>
                </a:lnTo>
                <a:close/>
                <a:moveTo>
                  <a:pt x="415335" y="75530"/>
                </a:moveTo>
                <a:lnTo>
                  <a:pt x="400605" y="71377"/>
                </a:lnTo>
                <a:lnTo>
                  <a:pt x="408466" y="79846"/>
                </a:lnTo>
                <a:close/>
                <a:moveTo>
                  <a:pt x="393736" y="71393"/>
                </a:moveTo>
                <a:lnTo>
                  <a:pt x="386867" y="78222"/>
                </a:lnTo>
                <a:lnTo>
                  <a:pt x="408466" y="79846"/>
                </a:lnTo>
                <a:close/>
                <a:moveTo>
                  <a:pt x="393736" y="71393"/>
                </a:moveTo>
                <a:lnTo>
                  <a:pt x="379006" y="69225"/>
                </a:lnTo>
                <a:lnTo>
                  <a:pt x="386867" y="78222"/>
                </a:lnTo>
                <a:close/>
                <a:moveTo>
                  <a:pt x="372138" y="70796"/>
                </a:moveTo>
                <a:lnTo>
                  <a:pt x="379006" y="69225"/>
                </a:lnTo>
                <a:lnTo>
                  <a:pt x="357408" y="68637"/>
                </a:lnTo>
                <a:close/>
                <a:moveTo>
                  <a:pt x="372138" y="70796"/>
                </a:moveTo>
                <a:lnTo>
                  <a:pt x="386867" y="78222"/>
                </a:lnTo>
                <a:lnTo>
                  <a:pt x="379006" y="69225"/>
                </a:lnTo>
                <a:close/>
                <a:moveTo>
                  <a:pt x="342678" y="64100"/>
                </a:moveTo>
                <a:lnTo>
                  <a:pt x="335809" y="69752"/>
                </a:lnTo>
                <a:lnTo>
                  <a:pt x="357408" y="68637"/>
                </a:lnTo>
                <a:close/>
                <a:moveTo>
                  <a:pt x="342678" y="64100"/>
                </a:moveTo>
                <a:lnTo>
                  <a:pt x="327948" y="58705"/>
                </a:lnTo>
                <a:lnTo>
                  <a:pt x="335809" y="69752"/>
                </a:lnTo>
                <a:close/>
                <a:moveTo>
                  <a:pt x="342678" y="64100"/>
                </a:moveTo>
                <a:lnTo>
                  <a:pt x="349546" y="61418"/>
                </a:lnTo>
                <a:lnTo>
                  <a:pt x="327948" y="58705"/>
                </a:lnTo>
                <a:close/>
                <a:moveTo>
                  <a:pt x="342678" y="64100"/>
                </a:moveTo>
                <a:lnTo>
                  <a:pt x="357408" y="68637"/>
                </a:lnTo>
                <a:lnTo>
                  <a:pt x="349546" y="61418"/>
                </a:lnTo>
                <a:close/>
                <a:moveTo>
                  <a:pt x="321079" y="62801"/>
                </a:moveTo>
                <a:lnTo>
                  <a:pt x="327948" y="58705"/>
                </a:lnTo>
                <a:lnTo>
                  <a:pt x="306349" y="56782"/>
                </a:lnTo>
                <a:close/>
                <a:moveTo>
                  <a:pt x="321079" y="62801"/>
                </a:moveTo>
                <a:lnTo>
                  <a:pt x="335809" y="69752"/>
                </a:lnTo>
                <a:lnTo>
                  <a:pt x="327948" y="58705"/>
                </a:lnTo>
                <a:close/>
                <a:moveTo>
                  <a:pt x="313218" y="52239"/>
                </a:moveTo>
                <a:lnTo>
                  <a:pt x="306349" y="56782"/>
                </a:lnTo>
                <a:lnTo>
                  <a:pt x="327948" y="58705"/>
                </a:lnTo>
                <a:close/>
                <a:moveTo>
                  <a:pt x="313218" y="52239"/>
                </a:moveTo>
                <a:lnTo>
                  <a:pt x="298488" y="48312"/>
                </a:lnTo>
                <a:lnTo>
                  <a:pt x="306349" y="56782"/>
                </a:lnTo>
                <a:close/>
                <a:moveTo>
                  <a:pt x="291620" y="48726"/>
                </a:moveTo>
                <a:lnTo>
                  <a:pt x="284751" y="54552"/>
                </a:lnTo>
                <a:lnTo>
                  <a:pt x="306349" y="56782"/>
                </a:lnTo>
                <a:close/>
                <a:moveTo>
                  <a:pt x="291620" y="48726"/>
                </a:moveTo>
                <a:lnTo>
                  <a:pt x="276890" y="45223"/>
                </a:lnTo>
                <a:lnTo>
                  <a:pt x="284751" y="54552"/>
                </a:lnTo>
                <a:close/>
                <a:moveTo>
                  <a:pt x="270021" y="44312"/>
                </a:moveTo>
                <a:lnTo>
                  <a:pt x="276890" y="45223"/>
                </a:lnTo>
                <a:lnTo>
                  <a:pt x="255291" y="45826"/>
                </a:lnTo>
                <a:close/>
                <a:moveTo>
                  <a:pt x="262160" y="42911"/>
                </a:moveTo>
                <a:lnTo>
                  <a:pt x="255291" y="45826"/>
                </a:lnTo>
                <a:lnTo>
                  <a:pt x="276890" y="45223"/>
                </a:lnTo>
                <a:close/>
                <a:moveTo>
                  <a:pt x="262160" y="42911"/>
                </a:moveTo>
                <a:lnTo>
                  <a:pt x="247430" y="44411"/>
                </a:lnTo>
                <a:lnTo>
                  <a:pt x="255291" y="45826"/>
                </a:lnTo>
                <a:close/>
                <a:moveTo>
                  <a:pt x="240561" y="45891"/>
                </a:moveTo>
                <a:lnTo>
                  <a:pt x="233693" y="52015"/>
                </a:lnTo>
                <a:lnTo>
                  <a:pt x="255291" y="45826"/>
                </a:lnTo>
                <a:close/>
                <a:moveTo>
                  <a:pt x="240561" y="45891"/>
                </a:moveTo>
                <a:lnTo>
                  <a:pt x="225831" y="46280"/>
                </a:lnTo>
                <a:lnTo>
                  <a:pt x="233693" y="52015"/>
                </a:lnTo>
                <a:close/>
                <a:moveTo>
                  <a:pt x="240561" y="45891"/>
                </a:moveTo>
                <a:lnTo>
                  <a:pt x="255291" y="45826"/>
                </a:lnTo>
                <a:lnTo>
                  <a:pt x="247430" y="44411"/>
                </a:lnTo>
                <a:close/>
                <a:moveTo>
                  <a:pt x="218963" y="49542"/>
                </a:moveTo>
                <a:lnTo>
                  <a:pt x="225831" y="46280"/>
                </a:lnTo>
                <a:lnTo>
                  <a:pt x="204233" y="46724"/>
                </a:lnTo>
                <a:close/>
                <a:moveTo>
                  <a:pt x="218963" y="49542"/>
                </a:moveTo>
                <a:lnTo>
                  <a:pt x="233693" y="52015"/>
                </a:lnTo>
                <a:lnTo>
                  <a:pt x="225831" y="46280"/>
                </a:lnTo>
                <a:close/>
                <a:moveTo>
                  <a:pt x="197364" y="51686"/>
                </a:moveTo>
                <a:lnTo>
                  <a:pt x="204233" y="46724"/>
                </a:lnTo>
                <a:lnTo>
                  <a:pt x="182634" y="47597"/>
                </a:lnTo>
                <a:close/>
                <a:moveTo>
                  <a:pt x="197364" y="51686"/>
                </a:moveTo>
                <a:lnTo>
                  <a:pt x="212094" y="57950"/>
                </a:lnTo>
                <a:lnTo>
                  <a:pt x="204233" y="46724"/>
                </a:lnTo>
                <a:close/>
                <a:moveTo>
                  <a:pt x="189503" y="41558"/>
                </a:moveTo>
                <a:lnTo>
                  <a:pt x="182634" y="47597"/>
                </a:lnTo>
                <a:lnTo>
                  <a:pt x="204233" y="46724"/>
                </a:lnTo>
                <a:close/>
                <a:moveTo>
                  <a:pt x="189503" y="41558"/>
                </a:moveTo>
                <a:lnTo>
                  <a:pt x="174773" y="36234"/>
                </a:lnTo>
                <a:lnTo>
                  <a:pt x="182634" y="47597"/>
                </a:lnTo>
                <a:close/>
                <a:moveTo>
                  <a:pt x="167905" y="40976"/>
                </a:moveTo>
                <a:lnTo>
                  <a:pt x="174773" y="36234"/>
                </a:lnTo>
                <a:lnTo>
                  <a:pt x="153175" y="36235"/>
                </a:lnTo>
                <a:close/>
                <a:moveTo>
                  <a:pt x="167905" y="40976"/>
                </a:moveTo>
                <a:lnTo>
                  <a:pt x="182634" y="47597"/>
                </a:lnTo>
                <a:lnTo>
                  <a:pt x="174773" y="36234"/>
                </a:lnTo>
                <a:close/>
                <a:moveTo>
                  <a:pt x="14730" y="7966"/>
                </a:moveTo>
                <a:lnTo>
                  <a:pt x="7861" y="14439"/>
                </a:lnTo>
                <a:lnTo>
                  <a:pt x="29460" y="13947"/>
                </a:lnTo>
                <a:close/>
                <a:moveTo>
                  <a:pt x="14730" y="7966"/>
                </a:moveTo>
                <a:lnTo>
                  <a:pt x="0" y="0"/>
                </a:lnTo>
                <a:lnTo>
                  <a:pt x="7861" y="14439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707" name="PANEL_01-slope-28-225_1001">
            <a:extLst>
              <a:ext uri="{FF2B5EF4-FFF2-40B4-BE49-F238E27FC236}">
                <a16:creationId xmlns:a16="http://schemas.microsoft.com/office/drawing/2014/main" id="{1686B40A-FCA1-4394-A089-02C72C387086}"/>
              </a:ext>
            </a:extLst>
          </p:cNvPr>
          <p:cNvSpPr>
            <a:spLocks/>
          </p:cNvSpPr>
          <p:nvPr/>
        </p:nvSpPr>
        <p:spPr>
          <a:xfrm>
            <a:off x="820011" y="1105195"/>
            <a:ext cx="861079" cy="195147"/>
          </a:xfrm>
          <a:custGeom>
            <a:pathLst>
              <a:path w="583239" h="132180">
                <a:moveTo>
                  <a:pt x="568509" y="125778"/>
                </a:moveTo>
                <a:lnTo>
                  <a:pt x="561641" y="132180"/>
                </a:lnTo>
                <a:lnTo>
                  <a:pt x="583239" y="128807"/>
                </a:lnTo>
                <a:close/>
                <a:moveTo>
                  <a:pt x="218963" y="51325"/>
                </a:moveTo>
                <a:lnTo>
                  <a:pt x="204233" y="48507"/>
                </a:lnTo>
                <a:lnTo>
                  <a:pt x="212094" y="59733"/>
                </a:lnTo>
                <a:close/>
                <a:moveTo>
                  <a:pt x="167905" y="42758"/>
                </a:moveTo>
                <a:lnTo>
                  <a:pt x="161036" y="52151"/>
                </a:lnTo>
                <a:lnTo>
                  <a:pt x="182634" y="49380"/>
                </a:lnTo>
                <a:close/>
                <a:moveTo>
                  <a:pt x="167905" y="42758"/>
                </a:moveTo>
                <a:lnTo>
                  <a:pt x="153175" y="38018"/>
                </a:lnTo>
                <a:lnTo>
                  <a:pt x="161036" y="52151"/>
                </a:lnTo>
                <a:close/>
                <a:moveTo>
                  <a:pt x="146306" y="45838"/>
                </a:moveTo>
                <a:lnTo>
                  <a:pt x="153175" y="38018"/>
                </a:lnTo>
                <a:lnTo>
                  <a:pt x="131576" y="40937"/>
                </a:lnTo>
                <a:close/>
                <a:moveTo>
                  <a:pt x="146306" y="45838"/>
                </a:moveTo>
                <a:lnTo>
                  <a:pt x="161036" y="52151"/>
                </a:lnTo>
                <a:lnTo>
                  <a:pt x="153175" y="38018"/>
                </a:lnTo>
                <a:close/>
                <a:moveTo>
                  <a:pt x="138445" y="31601"/>
                </a:moveTo>
                <a:lnTo>
                  <a:pt x="131576" y="40937"/>
                </a:lnTo>
                <a:lnTo>
                  <a:pt x="153175" y="38018"/>
                </a:lnTo>
                <a:close/>
                <a:moveTo>
                  <a:pt x="138445" y="31601"/>
                </a:moveTo>
                <a:lnTo>
                  <a:pt x="123715" y="25388"/>
                </a:lnTo>
                <a:lnTo>
                  <a:pt x="131576" y="40937"/>
                </a:lnTo>
                <a:close/>
                <a:moveTo>
                  <a:pt x="116846" y="35379"/>
                </a:moveTo>
                <a:lnTo>
                  <a:pt x="109978" y="44804"/>
                </a:lnTo>
                <a:lnTo>
                  <a:pt x="131576" y="40937"/>
                </a:lnTo>
                <a:close/>
                <a:moveTo>
                  <a:pt x="116846" y="35379"/>
                </a:moveTo>
                <a:lnTo>
                  <a:pt x="102116" y="28277"/>
                </a:lnTo>
                <a:lnTo>
                  <a:pt x="109978" y="44804"/>
                </a:lnTo>
                <a:close/>
                <a:moveTo>
                  <a:pt x="116846" y="35379"/>
                </a:moveTo>
                <a:lnTo>
                  <a:pt x="123715" y="25388"/>
                </a:lnTo>
                <a:lnTo>
                  <a:pt x="102116" y="28277"/>
                </a:lnTo>
                <a:close/>
                <a:moveTo>
                  <a:pt x="116846" y="35379"/>
                </a:moveTo>
                <a:lnTo>
                  <a:pt x="131576" y="40937"/>
                </a:lnTo>
                <a:lnTo>
                  <a:pt x="123715" y="25388"/>
                </a:lnTo>
                <a:close/>
                <a:moveTo>
                  <a:pt x="95248" y="39206"/>
                </a:moveTo>
                <a:lnTo>
                  <a:pt x="80518" y="30608"/>
                </a:lnTo>
                <a:lnTo>
                  <a:pt x="88379" y="47009"/>
                </a:lnTo>
                <a:close/>
                <a:moveTo>
                  <a:pt x="95248" y="39206"/>
                </a:moveTo>
                <a:lnTo>
                  <a:pt x="102116" y="28277"/>
                </a:lnTo>
                <a:lnTo>
                  <a:pt x="80518" y="30608"/>
                </a:lnTo>
                <a:close/>
                <a:moveTo>
                  <a:pt x="95248" y="39206"/>
                </a:moveTo>
                <a:lnTo>
                  <a:pt x="109978" y="44804"/>
                </a:lnTo>
                <a:lnTo>
                  <a:pt x="102116" y="28277"/>
                </a:lnTo>
                <a:close/>
                <a:moveTo>
                  <a:pt x="87387" y="20064"/>
                </a:moveTo>
                <a:lnTo>
                  <a:pt x="80518" y="30608"/>
                </a:lnTo>
                <a:lnTo>
                  <a:pt x="102116" y="28277"/>
                </a:lnTo>
                <a:close/>
                <a:moveTo>
                  <a:pt x="87387" y="20064"/>
                </a:moveTo>
                <a:lnTo>
                  <a:pt x="72657" y="11552"/>
                </a:lnTo>
                <a:lnTo>
                  <a:pt x="80518" y="30608"/>
                </a:lnTo>
                <a:close/>
                <a:moveTo>
                  <a:pt x="65788" y="22442"/>
                </a:moveTo>
                <a:lnTo>
                  <a:pt x="58919" y="31545"/>
                </a:lnTo>
                <a:lnTo>
                  <a:pt x="80518" y="30608"/>
                </a:lnTo>
                <a:close/>
                <a:moveTo>
                  <a:pt x="65788" y="22442"/>
                </a:moveTo>
                <a:lnTo>
                  <a:pt x="51058" y="13994"/>
                </a:lnTo>
                <a:lnTo>
                  <a:pt x="58919" y="31545"/>
                </a:lnTo>
                <a:close/>
                <a:moveTo>
                  <a:pt x="65788" y="22442"/>
                </a:moveTo>
                <a:lnTo>
                  <a:pt x="72657" y="11552"/>
                </a:lnTo>
                <a:lnTo>
                  <a:pt x="51058" y="13994"/>
                </a:lnTo>
                <a:close/>
                <a:moveTo>
                  <a:pt x="65788" y="22442"/>
                </a:moveTo>
                <a:lnTo>
                  <a:pt x="80518" y="30608"/>
                </a:lnTo>
                <a:lnTo>
                  <a:pt x="72657" y="11552"/>
                </a:lnTo>
                <a:close/>
                <a:moveTo>
                  <a:pt x="44190" y="22926"/>
                </a:moveTo>
                <a:lnTo>
                  <a:pt x="51058" y="13994"/>
                </a:lnTo>
                <a:lnTo>
                  <a:pt x="29460" y="15730"/>
                </a:lnTo>
                <a:close/>
                <a:moveTo>
                  <a:pt x="44190" y="22926"/>
                </a:moveTo>
                <a:lnTo>
                  <a:pt x="58919" y="31545"/>
                </a:lnTo>
                <a:lnTo>
                  <a:pt x="51058" y="13994"/>
                </a:lnTo>
                <a:close/>
                <a:moveTo>
                  <a:pt x="36328" y="7595"/>
                </a:moveTo>
                <a:lnTo>
                  <a:pt x="29460" y="15730"/>
                </a:lnTo>
                <a:lnTo>
                  <a:pt x="51058" y="13994"/>
                </a:lnTo>
                <a:close/>
                <a:moveTo>
                  <a:pt x="36328" y="7595"/>
                </a:moveTo>
                <a:lnTo>
                  <a:pt x="21599" y="0"/>
                </a:lnTo>
                <a:lnTo>
                  <a:pt x="29460" y="15730"/>
                </a:lnTo>
                <a:close/>
                <a:moveTo>
                  <a:pt x="14730" y="9748"/>
                </a:moveTo>
                <a:lnTo>
                  <a:pt x="21599" y="0"/>
                </a:lnTo>
                <a:lnTo>
                  <a:pt x="0" y="1783"/>
                </a:lnTo>
                <a:close/>
                <a:moveTo>
                  <a:pt x="14730" y="9748"/>
                </a:moveTo>
                <a:lnTo>
                  <a:pt x="29460" y="15730"/>
                </a:lnTo>
                <a:lnTo>
                  <a:pt x="21599" y="0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708" name="PANEL_01-slope-29-220_1002">
            <a:extLst>
              <a:ext uri="{FF2B5EF4-FFF2-40B4-BE49-F238E27FC236}">
                <a16:creationId xmlns:a16="http://schemas.microsoft.com/office/drawing/2014/main" id="{985CB059-1488-49C6-B0A8-6311B60C30E6}"/>
              </a:ext>
            </a:extLst>
          </p:cNvPr>
          <p:cNvSpPr>
            <a:spLocks/>
          </p:cNvSpPr>
          <p:nvPr/>
        </p:nvSpPr>
        <p:spPr>
          <a:xfrm>
            <a:off x="831618" y="1128419"/>
            <a:ext cx="785698" cy="173780"/>
          </a:xfrm>
          <a:custGeom>
            <a:pathLst>
              <a:path w="532181" h="117707">
                <a:moveTo>
                  <a:pt x="517451" y="110569"/>
                </a:moveTo>
                <a:lnTo>
                  <a:pt x="510582" y="116977"/>
                </a:lnTo>
                <a:lnTo>
                  <a:pt x="532181" y="117707"/>
                </a:lnTo>
                <a:close/>
                <a:moveTo>
                  <a:pt x="495853" y="108864"/>
                </a:moveTo>
                <a:lnTo>
                  <a:pt x="488984" y="115307"/>
                </a:lnTo>
                <a:lnTo>
                  <a:pt x="510582" y="116977"/>
                </a:lnTo>
                <a:close/>
                <a:moveTo>
                  <a:pt x="495853" y="108864"/>
                </a:moveTo>
                <a:lnTo>
                  <a:pt x="481123" y="100463"/>
                </a:lnTo>
                <a:lnTo>
                  <a:pt x="488984" y="115307"/>
                </a:lnTo>
                <a:close/>
                <a:moveTo>
                  <a:pt x="495853" y="108864"/>
                </a:moveTo>
                <a:lnTo>
                  <a:pt x="510582" y="116977"/>
                </a:lnTo>
                <a:lnTo>
                  <a:pt x="502721" y="102210"/>
                </a:lnTo>
                <a:close/>
                <a:moveTo>
                  <a:pt x="474254" y="108010"/>
                </a:moveTo>
                <a:lnTo>
                  <a:pt x="459524" y="99073"/>
                </a:lnTo>
                <a:lnTo>
                  <a:pt x="467385" y="114043"/>
                </a:lnTo>
                <a:close/>
                <a:moveTo>
                  <a:pt x="474254" y="108010"/>
                </a:moveTo>
                <a:lnTo>
                  <a:pt x="481123" y="100463"/>
                </a:lnTo>
                <a:lnTo>
                  <a:pt x="459524" y="99073"/>
                </a:lnTo>
                <a:close/>
                <a:moveTo>
                  <a:pt x="474254" y="108010"/>
                </a:moveTo>
                <a:lnTo>
                  <a:pt x="488984" y="115307"/>
                </a:lnTo>
                <a:lnTo>
                  <a:pt x="481123" y="100463"/>
                </a:lnTo>
                <a:close/>
                <a:moveTo>
                  <a:pt x="452656" y="107470"/>
                </a:moveTo>
                <a:lnTo>
                  <a:pt x="459524" y="99073"/>
                </a:lnTo>
                <a:lnTo>
                  <a:pt x="437926" y="97924"/>
                </a:lnTo>
                <a:close/>
                <a:moveTo>
                  <a:pt x="466393" y="91759"/>
                </a:moveTo>
                <a:lnTo>
                  <a:pt x="459524" y="99073"/>
                </a:lnTo>
                <a:lnTo>
                  <a:pt x="481123" y="100463"/>
                </a:lnTo>
                <a:close/>
                <a:moveTo>
                  <a:pt x="466393" y="91759"/>
                </a:moveTo>
                <a:lnTo>
                  <a:pt x="451663" y="83582"/>
                </a:lnTo>
                <a:lnTo>
                  <a:pt x="459524" y="99073"/>
                </a:lnTo>
                <a:close/>
                <a:moveTo>
                  <a:pt x="444794" y="89053"/>
                </a:moveTo>
                <a:lnTo>
                  <a:pt x="437926" y="97924"/>
                </a:lnTo>
                <a:lnTo>
                  <a:pt x="459524" y="99073"/>
                </a:lnTo>
                <a:close/>
                <a:moveTo>
                  <a:pt x="444794" y="89053"/>
                </a:moveTo>
                <a:lnTo>
                  <a:pt x="430064" y="81485"/>
                </a:lnTo>
                <a:lnTo>
                  <a:pt x="437926" y="97924"/>
                </a:lnTo>
                <a:close/>
                <a:moveTo>
                  <a:pt x="444794" y="89053"/>
                </a:moveTo>
                <a:lnTo>
                  <a:pt x="451663" y="83582"/>
                </a:lnTo>
                <a:lnTo>
                  <a:pt x="430064" y="81485"/>
                </a:lnTo>
                <a:close/>
                <a:moveTo>
                  <a:pt x="444794" y="89053"/>
                </a:moveTo>
                <a:lnTo>
                  <a:pt x="459524" y="99073"/>
                </a:lnTo>
                <a:lnTo>
                  <a:pt x="451663" y="83582"/>
                </a:lnTo>
                <a:close/>
                <a:moveTo>
                  <a:pt x="423196" y="88601"/>
                </a:moveTo>
                <a:lnTo>
                  <a:pt x="430064" y="81485"/>
                </a:lnTo>
                <a:lnTo>
                  <a:pt x="408466" y="80310"/>
                </a:lnTo>
                <a:close/>
                <a:moveTo>
                  <a:pt x="423196" y="88601"/>
                </a:moveTo>
                <a:lnTo>
                  <a:pt x="437926" y="97924"/>
                </a:lnTo>
                <a:lnTo>
                  <a:pt x="430064" y="81485"/>
                </a:lnTo>
                <a:close/>
                <a:moveTo>
                  <a:pt x="415335" y="72796"/>
                </a:moveTo>
                <a:lnTo>
                  <a:pt x="408466" y="80310"/>
                </a:lnTo>
                <a:lnTo>
                  <a:pt x="430064" y="81485"/>
                </a:lnTo>
                <a:close/>
                <a:moveTo>
                  <a:pt x="415335" y="72796"/>
                </a:moveTo>
                <a:lnTo>
                  <a:pt x="400605" y="65899"/>
                </a:lnTo>
                <a:lnTo>
                  <a:pt x="408466" y="80310"/>
                </a:lnTo>
                <a:close/>
                <a:moveTo>
                  <a:pt x="393736" y="71772"/>
                </a:moveTo>
                <a:lnTo>
                  <a:pt x="386867" y="80096"/>
                </a:lnTo>
                <a:lnTo>
                  <a:pt x="408466" y="80310"/>
                </a:lnTo>
                <a:close/>
                <a:moveTo>
                  <a:pt x="393736" y="71772"/>
                </a:moveTo>
                <a:lnTo>
                  <a:pt x="379006" y="64275"/>
                </a:lnTo>
                <a:lnTo>
                  <a:pt x="386867" y="80096"/>
                </a:lnTo>
                <a:close/>
                <a:moveTo>
                  <a:pt x="393736" y="71772"/>
                </a:moveTo>
                <a:lnTo>
                  <a:pt x="400605" y="65899"/>
                </a:lnTo>
                <a:lnTo>
                  <a:pt x="379006" y="64275"/>
                </a:lnTo>
                <a:close/>
                <a:moveTo>
                  <a:pt x="393736" y="71772"/>
                </a:moveTo>
                <a:lnTo>
                  <a:pt x="408466" y="80310"/>
                </a:lnTo>
                <a:lnTo>
                  <a:pt x="400605" y="65899"/>
                </a:lnTo>
                <a:close/>
                <a:moveTo>
                  <a:pt x="372138" y="71033"/>
                </a:moveTo>
                <a:lnTo>
                  <a:pt x="379006" y="64275"/>
                </a:lnTo>
                <a:lnTo>
                  <a:pt x="357408" y="64982"/>
                </a:lnTo>
                <a:close/>
                <a:moveTo>
                  <a:pt x="372138" y="71033"/>
                </a:moveTo>
                <a:lnTo>
                  <a:pt x="386867" y="80096"/>
                </a:lnTo>
                <a:lnTo>
                  <a:pt x="379006" y="64275"/>
                </a:lnTo>
                <a:close/>
                <a:moveTo>
                  <a:pt x="364276" y="56849"/>
                </a:moveTo>
                <a:lnTo>
                  <a:pt x="357408" y="64982"/>
                </a:lnTo>
                <a:lnTo>
                  <a:pt x="379006" y="64275"/>
                </a:lnTo>
                <a:close/>
                <a:moveTo>
                  <a:pt x="364276" y="56849"/>
                </a:moveTo>
                <a:lnTo>
                  <a:pt x="349546" y="54690"/>
                </a:lnTo>
                <a:lnTo>
                  <a:pt x="357408" y="64982"/>
                </a:lnTo>
                <a:close/>
                <a:moveTo>
                  <a:pt x="342678" y="58939"/>
                </a:moveTo>
                <a:lnTo>
                  <a:pt x="349546" y="54690"/>
                </a:lnTo>
                <a:lnTo>
                  <a:pt x="327948" y="55805"/>
                </a:lnTo>
                <a:close/>
                <a:moveTo>
                  <a:pt x="342678" y="58939"/>
                </a:moveTo>
                <a:lnTo>
                  <a:pt x="357408" y="64982"/>
                </a:lnTo>
                <a:lnTo>
                  <a:pt x="349546" y="54690"/>
                </a:lnTo>
                <a:close/>
                <a:moveTo>
                  <a:pt x="313218" y="48853"/>
                </a:moveTo>
                <a:lnTo>
                  <a:pt x="298488" y="42835"/>
                </a:lnTo>
                <a:lnTo>
                  <a:pt x="306349" y="57830"/>
                </a:lnTo>
                <a:close/>
                <a:moveTo>
                  <a:pt x="291620" y="49417"/>
                </a:moveTo>
                <a:lnTo>
                  <a:pt x="284751" y="57807"/>
                </a:lnTo>
                <a:lnTo>
                  <a:pt x="306349" y="57830"/>
                </a:lnTo>
                <a:close/>
                <a:moveTo>
                  <a:pt x="291620" y="49417"/>
                </a:moveTo>
                <a:lnTo>
                  <a:pt x="276890" y="40604"/>
                </a:lnTo>
                <a:lnTo>
                  <a:pt x="284751" y="57807"/>
                </a:lnTo>
                <a:close/>
                <a:moveTo>
                  <a:pt x="291620" y="49417"/>
                </a:moveTo>
                <a:lnTo>
                  <a:pt x="298488" y="42835"/>
                </a:lnTo>
                <a:lnTo>
                  <a:pt x="276890" y="40604"/>
                </a:lnTo>
                <a:close/>
                <a:moveTo>
                  <a:pt x="291620" y="49417"/>
                </a:moveTo>
                <a:lnTo>
                  <a:pt x="306349" y="57830"/>
                </a:lnTo>
                <a:lnTo>
                  <a:pt x="298488" y="42835"/>
                </a:lnTo>
                <a:close/>
                <a:moveTo>
                  <a:pt x="270021" y="47857"/>
                </a:moveTo>
                <a:lnTo>
                  <a:pt x="284751" y="57807"/>
                </a:lnTo>
                <a:lnTo>
                  <a:pt x="276890" y="40604"/>
                </a:lnTo>
                <a:close/>
                <a:moveTo>
                  <a:pt x="95248" y="37969"/>
                </a:moveTo>
                <a:lnTo>
                  <a:pt x="80518" y="31279"/>
                </a:lnTo>
                <a:lnTo>
                  <a:pt x="88379" y="44852"/>
                </a:lnTo>
                <a:close/>
                <a:moveTo>
                  <a:pt x="73649" y="38683"/>
                </a:moveTo>
                <a:lnTo>
                  <a:pt x="80518" y="31279"/>
                </a:lnTo>
                <a:lnTo>
                  <a:pt x="58919" y="31416"/>
                </a:lnTo>
                <a:close/>
                <a:moveTo>
                  <a:pt x="65788" y="24987"/>
                </a:moveTo>
                <a:lnTo>
                  <a:pt x="58919" y="31416"/>
                </a:lnTo>
                <a:lnTo>
                  <a:pt x="80518" y="31279"/>
                </a:lnTo>
                <a:close/>
                <a:moveTo>
                  <a:pt x="65788" y="24987"/>
                </a:moveTo>
                <a:lnTo>
                  <a:pt x="51058" y="15815"/>
                </a:lnTo>
                <a:lnTo>
                  <a:pt x="58919" y="31416"/>
                </a:lnTo>
                <a:close/>
                <a:moveTo>
                  <a:pt x="44190" y="24364"/>
                </a:moveTo>
                <a:lnTo>
                  <a:pt x="29460" y="15647"/>
                </a:lnTo>
                <a:lnTo>
                  <a:pt x="37321" y="30737"/>
                </a:lnTo>
                <a:close/>
                <a:moveTo>
                  <a:pt x="44190" y="24364"/>
                </a:moveTo>
                <a:lnTo>
                  <a:pt x="51058" y="15815"/>
                </a:lnTo>
                <a:lnTo>
                  <a:pt x="29460" y="15647"/>
                </a:lnTo>
                <a:close/>
                <a:moveTo>
                  <a:pt x="44190" y="24364"/>
                </a:moveTo>
                <a:lnTo>
                  <a:pt x="58919" y="31416"/>
                </a:lnTo>
                <a:lnTo>
                  <a:pt x="51058" y="15815"/>
                </a:lnTo>
                <a:close/>
                <a:moveTo>
                  <a:pt x="22591" y="24106"/>
                </a:moveTo>
                <a:lnTo>
                  <a:pt x="29460" y="15647"/>
                </a:lnTo>
                <a:lnTo>
                  <a:pt x="7861" y="15096"/>
                </a:lnTo>
                <a:close/>
                <a:moveTo>
                  <a:pt x="36328" y="7196"/>
                </a:moveTo>
                <a:lnTo>
                  <a:pt x="29460" y="15647"/>
                </a:lnTo>
                <a:lnTo>
                  <a:pt x="51058" y="15815"/>
                </a:lnTo>
                <a:close/>
                <a:moveTo>
                  <a:pt x="36328" y="7196"/>
                </a:moveTo>
                <a:lnTo>
                  <a:pt x="21599" y="0"/>
                </a:lnTo>
                <a:lnTo>
                  <a:pt x="29460" y="15647"/>
                </a:lnTo>
                <a:close/>
                <a:moveTo>
                  <a:pt x="14730" y="6921"/>
                </a:moveTo>
                <a:lnTo>
                  <a:pt x="7861" y="15096"/>
                </a:lnTo>
                <a:lnTo>
                  <a:pt x="29460" y="15647"/>
                </a:lnTo>
                <a:close/>
                <a:moveTo>
                  <a:pt x="14730" y="6921"/>
                </a:moveTo>
                <a:lnTo>
                  <a:pt x="0" y="492"/>
                </a:lnTo>
                <a:lnTo>
                  <a:pt x="7861" y="15096"/>
                </a:lnTo>
                <a:close/>
                <a:moveTo>
                  <a:pt x="14730" y="6921"/>
                </a:moveTo>
                <a:lnTo>
                  <a:pt x="21599" y="0"/>
                </a:lnTo>
                <a:lnTo>
                  <a:pt x="0" y="492"/>
                </a:lnTo>
                <a:close/>
                <a:moveTo>
                  <a:pt x="14730" y="6921"/>
                </a:moveTo>
                <a:lnTo>
                  <a:pt x="29460" y="15647"/>
                </a:lnTo>
                <a:lnTo>
                  <a:pt x="21599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709" name="PANEL_01-slope-29-225_1003">
            <a:extLst>
              <a:ext uri="{FF2B5EF4-FFF2-40B4-BE49-F238E27FC236}">
                <a16:creationId xmlns:a16="http://schemas.microsoft.com/office/drawing/2014/main" id="{CF42B46B-4D77-4119-9F48-7F29674E8D41}"/>
              </a:ext>
            </a:extLst>
          </p:cNvPr>
          <p:cNvSpPr>
            <a:spLocks/>
          </p:cNvSpPr>
          <p:nvPr/>
        </p:nvSpPr>
        <p:spPr>
          <a:xfrm>
            <a:off x="906999" y="1150384"/>
            <a:ext cx="452287" cy="80082"/>
          </a:xfrm>
          <a:custGeom>
            <a:pathLst>
              <a:path w="306349" h="54242">
                <a:moveTo>
                  <a:pt x="291620" y="44062"/>
                </a:moveTo>
                <a:lnTo>
                  <a:pt x="284751" y="54242"/>
                </a:lnTo>
                <a:lnTo>
                  <a:pt x="306349" y="50104"/>
                </a:lnTo>
                <a:close/>
                <a:moveTo>
                  <a:pt x="291620" y="44062"/>
                </a:moveTo>
                <a:lnTo>
                  <a:pt x="276890" y="40927"/>
                </a:lnTo>
                <a:lnTo>
                  <a:pt x="284751" y="54242"/>
                </a:lnTo>
                <a:close/>
                <a:moveTo>
                  <a:pt x="270021" y="50396"/>
                </a:moveTo>
                <a:lnTo>
                  <a:pt x="276890" y="40927"/>
                </a:lnTo>
                <a:lnTo>
                  <a:pt x="255291" y="42952"/>
                </a:lnTo>
                <a:close/>
                <a:moveTo>
                  <a:pt x="270021" y="50396"/>
                </a:moveTo>
                <a:lnTo>
                  <a:pt x="284751" y="54242"/>
                </a:lnTo>
                <a:lnTo>
                  <a:pt x="276890" y="40927"/>
                </a:lnTo>
                <a:close/>
                <a:moveTo>
                  <a:pt x="262160" y="33976"/>
                </a:moveTo>
                <a:lnTo>
                  <a:pt x="255291" y="42952"/>
                </a:lnTo>
                <a:lnTo>
                  <a:pt x="276890" y="40927"/>
                </a:lnTo>
                <a:close/>
                <a:moveTo>
                  <a:pt x="218963" y="32980"/>
                </a:moveTo>
                <a:lnTo>
                  <a:pt x="225831" y="25727"/>
                </a:lnTo>
                <a:lnTo>
                  <a:pt x="204233" y="26561"/>
                </a:lnTo>
                <a:close/>
                <a:moveTo>
                  <a:pt x="211102" y="15487"/>
                </a:moveTo>
                <a:lnTo>
                  <a:pt x="204233" y="26561"/>
                </a:lnTo>
                <a:lnTo>
                  <a:pt x="225831" y="25727"/>
                </a:lnTo>
                <a:close/>
                <a:moveTo>
                  <a:pt x="211102" y="15487"/>
                </a:moveTo>
                <a:lnTo>
                  <a:pt x="196372" y="17002"/>
                </a:lnTo>
                <a:lnTo>
                  <a:pt x="204233" y="26561"/>
                </a:lnTo>
                <a:close/>
                <a:moveTo>
                  <a:pt x="189503" y="21367"/>
                </a:moveTo>
                <a:lnTo>
                  <a:pt x="182634" y="35291"/>
                </a:lnTo>
                <a:lnTo>
                  <a:pt x="204233" y="26561"/>
                </a:lnTo>
                <a:close/>
                <a:moveTo>
                  <a:pt x="189503" y="21367"/>
                </a:moveTo>
                <a:lnTo>
                  <a:pt x="174773" y="23191"/>
                </a:lnTo>
                <a:lnTo>
                  <a:pt x="182634" y="35291"/>
                </a:lnTo>
                <a:close/>
                <a:moveTo>
                  <a:pt x="189503" y="21367"/>
                </a:moveTo>
                <a:lnTo>
                  <a:pt x="196372" y="17002"/>
                </a:lnTo>
                <a:lnTo>
                  <a:pt x="174773" y="23191"/>
                </a:lnTo>
                <a:close/>
                <a:moveTo>
                  <a:pt x="189503" y="21367"/>
                </a:moveTo>
                <a:lnTo>
                  <a:pt x="204233" y="26561"/>
                </a:lnTo>
                <a:lnTo>
                  <a:pt x="196372" y="17002"/>
                </a:lnTo>
                <a:close/>
                <a:moveTo>
                  <a:pt x="167905" y="33611"/>
                </a:moveTo>
                <a:lnTo>
                  <a:pt x="161036" y="44960"/>
                </a:lnTo>
                <a:lnTo>
                  <a:pt x="182634" y="35291"/>
                </a:lnTo>
                <a:close/>
                <a:moveTo>
                  <a:pt x="167905" y="33611"/>
                </a:moveTo>
                <a:lnTo>
                  <a:pt x="153175" y="29125"/>
                </a:lnTo>
                <a:lnTo>
                  <a:pt x="161036" y="44960"/>
                </a:lnTo>
                <a:close/>
                <a:moveTo>
                  <a:pt x="167905" y="33611"/>
                </a:moveTo>
                <a:lnTo>
                  <a:pt x="174773" y="23191"/>
                </a:lnTo>
                <a:lnTo>
                  <a:pt x="153175" y="29125"/>
                </a:lnTo>
                <a:close/>
                <a:moveTo>
                  <a:pt x="167905" y="33611"/>
                </a:moveTo>
                <a:lnTo>
                  <a:pt x="182634" y="35291"/>
                </a:lnTo>
                <a:lnTo>
                  <a:pt x="174773" y="23191"/>
                </a:lnTo>
                <a:close/>
                <a:moveTo>
                  <a:pt x="146306" y="39312"/>
                </a:moveTo>
                <a:lnTo>
                  <a:pt x="153175" y="29125"/>
                </a:lnTo>
                <a:lnTo>
                  <a:pt x="131576" y="33465"/>
                </a:lnTo>
                <a:close/>
                <a:moveTo>
                  <a:pt x="146306" y="39312"/>
                </a:moveTo>
                <a:lnTo>
                  <a:pt x="161036" y="44960"/>
                </a:lnTo>
                <a:lnTo>
                  <a:pt x="153175" y="29125"/>
                </a:lnTo>
                <a:close/>
                <a:moveTo>
                  <a:pt x="160043" y="20718"/>
                </a:moveTo>
                <a:lnTo>
                  <a:pt x="153175" y="29125"/>
                </a:lnTo>
                <a:lnTo>
                  <a:pt x="174773" y="23191"/>
                </a:lnTo>
                <a:close/>
                <a:moveTo>
                  <a:pt x="138445" y="22861"/>
                </a:moveTo>
                <a:lnTo>
                  <a:pt x="131576" y="33465"/>
                </a:lnTo>
                <a:lnTo>
                  <a:pt x="153175" y="29125"/>
                </a:lnTo>
                <a:close/>
                <a:moveTo>
                  <a:pt x="138445" y="22861"/>
                </a:moveTo>
                <a:lnTo>
                  <a:pt x="123715" y="18772"/>
                </a:lnTo>
                <a:lnTo>
                  <a:pt x="131576" y="33465"/>
                </a:lnTo>
                <a:close/>
                <a:moveTo>
                  <a:pt x="116846" y="27344"/>
                </a:moveTo>
                <a:lnTo>
                  <a:pt x="109978" y="37639"/>
                </a:lnTo>
                <a:lnTo>
                  <a:pt x="131576" y="33465"/>
                </a:lnTo>
                <a:close/>
                <a:moveTo>
                  <a:pt x="116846" y="27344"/>
                </a:moveTo>
                <a:lnTo>
                  <a:pt x="102116" y="21543"/>
                </a:lnTo>
                <a:lnTo>
                  <a:pt x="109978" y="37639"/>
                </a:lnTo>
                <a:close/>
                <a:moveTo>
                  <a:pt x="116846" y="27344"/>
                </a:moveTo>
                <a:lnTo>
                  <a:pt x="123715" y="18772"/>
                </a:lnTo>
                <a:lnTo>
                  <a:pt x="102116" y="21543"/>
                </a:lnTo>
                <a:close/>
                <a:moveTo>
                  <a:pt x="116846" y="27344"/>
                </a:moveTo>
                <a:lnTo>
                  <a:pt x="131576" y="33465"/>
                </a:lnTo>
                <a:lnTo>
                  <a:pt x="123715" y="18772"/>
                </a:lnTo>
                <a:close/>
                <a:moveTo>
                  <a:pt x="95248" y="31448"/>
                </a:moveTo>
                <a:lnTo>
                  <a:pt x="80518" y="25545"/>
                </a:lnTo>
                <a:lnTo>
                  <a:pt x="88379" y="40507"/>
                </a:lnTo>
                <a:close/>
                <a:moveTo>
                  <a:pt x="95248" y="31448"/>
                </a:moveTo>
                <a:lnTo>
                  <a:pt x="102116" y="21543"/>
                </a:lnTo>
                <a:lnTo>
                  <a:pt x="80518" y="25545"/>
                </a:lnTo>
                <a:close/>
                <a:moveTo>
                  <a:pt x="95248" y="31448"/>
                </a:moveTo>
                <a:lnTo>
                  <a:pt x="109978" y="37639"/>
                </a:lnTo>
                <a:lnTo>
                  <a:pt x="102116" y="21543"/>
                </a:lnTo>
                <a:close/>
                <a:moveTo>
                  <a:pt x="73649" y="35177"/>
                </a:moveTo>
                <a:lnTo>
                  <a:pt x="80518" y="25545"/>
                </a:lnTo>
                <a:lnTo>
                  <a:pt x="58919" y="28813"/>
                </a:lnTo>
                <a:close/>
                <a:moveTo>
                  <a:pt x="87387" y="15230"/>
                </a:moveTo>
                <a:lnTo>
                  <a:pt x="80518" y="25545"/>
                </a:lnTo>
                <a:lnTo>
                  <a:pt x="102116" y="21543"/>
                </a:lnTo>
                <a:close/>
                <a:moveTo>
                  <a:pt x="87387" y="15230"/>
                </a:moveTo>
                <a:lnTo>
                  <a:pt x="72657" y="10330"/>
                </a:lnTo>
                <a:lnTo>
                  <a:pt x="80518" y="25545"/>
                </a:lnTo>
                <a:close/>
                <a:moveTo>
                  <a:pt x="65788" y="20323"/>
                </a:moveTo>
                <a:lnTo>
                  <a:pt x="58919" y="28813"/>
                </a:lnTo>
                <a:lnTo>
                  <a:pt x="80518" y="25545"/>
                </a:lnTo>
                <a:close/>
                <a:moveTo>
                  <a:pt x="65788" y="20323"/>
                </a:moveTo>
                <a:lnTo>
                  <a:pt x="51058" y="14196"/>
                </a:lnTo>
                <a:lnTo>
                  <a:pt x="58919" y="28813"/>
                </a:lnTo>
                <a:close/>
                <a:moveTo>
                  <a:pt x="65788" y="20323"/>
                </a:moveTo>
                <a:lnTo>
                  <a:pt x="72657" y="10330"/>
                </a:lnTo>
                <a:lnTo>
                  <a:pt x="51058" y="14196"/>
                </a:lnTo>
                <a:close/>
                <a:moveTo>
                  <a:pt x="65788" y="20323"/>
                </a:moveTo>
                <a:lnTo>
                  <a:pt x="80518" y="25545"/>
                </a:lnTo>
                <a:lnTo>
                  <a:pt x="72657" y="10330"/>
                </a:lnTo>
                <a:close/>
                <a:moveTo>
                  <a:pt x="44190" y="23092"/>
                </a:moveTo>
                <a:lnTo>
                  <a:pt x="51058" y="14196"/>
                </a:lnTo>
                <a:lnTo>
                  <a:pt x="29460" y="16401"/>
                </a:lnTo>
                <a:close/>
                <a:moveTo>
                  <a:pt x="44190" y="23092"/>
                </a:moveTo>
                <a:lnTo>
                  <a:pt x="58919" y="28813"/>
                </a:lnTo>
                <a:lnTo>
                  <a:pt x="51058" y="14196"/>
                </a:lnTo>
                <a:close/>
                <a:moveTo>
                  <a:pt x="36328" y="8599"/>
                </a:moveTo>
                <a:lnTo>
                  <a:pt x="29460" y="16401"/>
                </a:lnTo>
                <a:lnTo>
                  <a:pt x="51058" y="14196"/>
                </a:lnTo>
                <a:close/>
                <a:moveTo>
                  <a:pt x="14730" y="10110"/>
                </a:moveTo>
                <a:lnTo>
                  <a:pt x="21599" y="0"/>
                </a:lnTo>
                <a:lnTo>
                  <a:pt x="0" y="937"/>
                </a:lnTo>
                <a:close/>
                <a:moveTo>
                  <a:pt x="14730" y="10110"/>
                </a:moveTo>
                <a:lnTo>
                  <a:pt x="29460" y="16401"/>
                </a:lnTo>
                <a:lnTo>
                  <a:pt x="21599" y="0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710" name="PANEL_01-slope-30-220_1004">
            <a:extLst>
              <a:ext uri="{FF2B5EF4-FFF2-40B4-BE49-F238E27FC236}">
                <a16:creationId xmlns:a16="http://schemas.microsoft.com/office/drawing/2014/main" id="{D87E5980-7C0E-4C6C-8D2A-65DD64C25D24}"/>
              </a:ext>
            </a:extLst>
          </p:cNvPr>
          <p:cNvSpPr>
            <a:spLocks/>
          </p:cNvSpPr>
          <p:nvPr/>
        </p:nvSpPr>
        <p:spPr>
          <a:xfrm>
            <a:off x="843224" y="1150706"/>
            <a:ext cx="710317" cy="147949"/>
          </a:xfrm>
          <a:custGeom>
            <a:pathLst>
              <a:path w="481123" h="100211">
                <a:moveTo>
                  <a:pt x="466393" y="92914"/>
                </a:moveTo>
                <a:lnTo>
                  <a:pt x="459524" y="98947"/>
                </a:lnTo>
                <a:lnTo>
                  <a:pt x="481123" y="100211"/>
                </a:lnTo>
                <a:close/>
                <a:moveTo>
                  <a:pt x="444794" y="92374"/>
                </a:moveTo>
                <a:lnTo>
                  <a:pt x="437926" y="98712"/>
                </a:lnTo>
                <a:lnTo>
                  <a:pt x="459524" y="98947"/>
                </a:lnTo>
                <a:close/>
                <a:moveTo>
                  <a:pt x="444794" y="92374"/>
                </a:moveTo>
                <a:lnTo>
                  <a:pt x="430064" y="82828"/>
                </a:lnTo>
                <a:lnTo>
                  <a:pt x="437926" y="98712"/>
                </a:lnTo>
                <a:close/>
                <a:moveTo>
                  <a:pt x="444794" y="92374"/>
                </a:moveTo>
                <a:lnTo>
                  <a:pt x="459524" y="98947"/>
                </a:lnTo>
                <a:lnTo>
                  <a:pt x="451663" y="83977"/>
                </a:lnTo>
                <a:close/>
                <a:moveTo>
                  <a:pt x="423196" y="91474"/>
                </a:moveTo>
                <a:lnTo>
                  <a:pt x="408466" y="82472"/>
                </a:lnTo>
                <a:lnTo>
                  <a:pt x="416327" y="99026"/>
                </a:lnTo>
                <a:close/>
                <a:moveTo>
                  <a:pt x="423196" y="91474"/>
                </a:moveTo>
                <a:lnTo>
                  <a:pt x="430064" y="82828"/>
                </a:lnTo>
                <a:lnTo>
                  <a:pt x="408466" y="82472"/>
                </a:lnTo>
                <a:close/>
                <a:moveTo>
                  <a:pt x="423196" y="91474"/>
                </a:moveTo>
                <a:lnTo>
                  <a:pt x="437926" y="98712"/>
                </a:lnTo>
                <a:lnTo>
                  <a:pt x="430064" y="82828"/>
                </a:lnTo>
                <a:close/>
                <a:moveTo>
                  <a:pt x="415335" y="73505"/>
                </a:moveTo>
                <a:lnTo>
                  <a:pt x="408466" y="82472"/>
                </a:lnTo>
                <a:lnTo>
                  <a:pt x="430064" y="82828"/>
                </a:lnTo>
                <a:close/>
                <a:moveTo>
                  <a:pt x="415335" y="73505"/>
                </a:moveTo>
                <a:lnTo>
                  <a:pt x="400605" y="65214"/>
                </a:lnTo>
                <a:lnTo>
                  <a:pt x="408466" y="82472"/>
                </a:lnTo>
                <a:close/>
                <a:moveTo>
                  <a:pt x="393736" y="72975"/>
                </a:moveTo>
                <a:lnTo>
                  <a:pt x="400605" y="65214"/>
                </a:lnTo>
                <a:lnTo>
                  <a:pt x="379006" y="65000"/>
                </a:lnTo>
                <a:close/>
                <a:moveTo>
                  <a:pt x="393736" y="72975"/>
                </a:moveTo>
                <a:lnTo>
                  <a:pt x="408466" y="82472"/>
                </a:lnTo>
                <a:lnTo>
                  <a:pt x="400605" y="65214"/>
                </a:lnTo>
                <a:close/>
                <a:moveTo>
                  <a:pt x="291620" y="52679"/>
                </a:moveTo>
                <a:lnTo>
                  <a:pt x="276890" y="42711"/>
                </a:lnTo>
                <a:lnTo>
                  <a:pt x="284751" y="60413"/>
                </a:lnTo>
                <a:close/>
                <a:moveTo>
                  <a:pt x="291620" y="52679"/>
                </a:moveTo>
                <a:lnTo>
                  <a:pt x="298488" y="42734"/>
                </a:lnTo>
                <a:lnTo>
                  <a:pt x="276890" y="42711"/>
                </a:lnTo>
                <a:close/>
                <a:moveTo>
                  <a:pt x="270021" y="51083"/>
                </a:moveTo>
                <a:lnTo>
                  <a:pt x="284751" y="60413"/>
                </a:lnTo>
                <a:lnTo>
                  <a:pt x="276890" y="42711"/>
                </a:lnTo>
                <a:close/>
                <a:moveTo>
                  <a:pt x="146306" y="47201"/>
                </a:moveTo>
                <a:lnTo>
                  <a:pt x="131576" y="40288"/>
                </a:lnTo>
                <a:lnTo>
                  <a:pt x="139437" y="53615"/>
                </a:lnTo>
                <a:close/>
                <a:moveTo>
                  <a:pt x="124708" y="47765"/>
                </a:moveTo>
                <a:lnTo>
                  <a:pt x="131576" y="40288"/>
                </a:lnTo>
                <a:lnTo>
                  <a:pt x="109978" y="41857"/>
                </a:lnTo>
                <a:close/>
                <a:moveTo>
                  <a:pt x="116846" y="34958"/>
                </a:moveTo>
                <a:lnTo>
                  <a:pt x="102116" y="28595"/>
                </a:lnTo>
                <a:lnTo>
                  <a:pt x="109978" y="41857"/>
                </a:lnTo>
                <a:close/>
                <a:moveTo>
                  <a:pt x="95248" y="36442"/>
                </a:moveTo>
                <a:lnTo>
                  <a:pt x="80518" y="29756"/>
                </a:lnTo>
                <a:lnTo>
                  <a:pt x="88379" y="42397"/>
                </a:lnTo>
                <a:close/>
                <a:moveTo>
                  <a:pt x="95248" y="36442"/>
                </a:moveTo>
                <a:lnTo>
                  <a:pt x="102116" y="28595"/>
                </a:lnTo>
                <a:lnTo>
                  <a:pt x="80518" y="29756"/>
                </a:lnTo>
                <a:close/>
                <a:moveTo>
                  <a:pt x="73649" y="36120"/>
                </a:moveTo>
                <a:lnTo>
                  <a:pt x="80518" y="29756"/>
                </a:lnTo>
                <a:lnTo>
                  <a:pt x="58919" y="29418"/>
                </a:lnTo>
                <a:close/>
                <a:moveTo>
                  <a:pt x="87387" y="22873"/>
                </a:moveTo>
                <a:lnTo>
                  <a:pt x="80518" y="29756"/>
                </a:lnTo>
                <a:lnTo>
                  <a:pt x="102116" y="28595"/>
                </a:lnTo>
                <a:close/>
                <a:moveTo>
                  <a:pt x="65788" y="23587"/>
                </a:moveTo>
                <a:lnTo>
                  <a:pt x="58919" y="29418"/>
                </a:lnTo>
                <a:lnTo>
                  <a:pt x="80518" y="29756"/>
                </a:lnTo>
                <a:close/>
                <a:moveTo>
                  <a:pt x="65788" y="23587"/>
                </a:moveTo>
                <a:lnTo>
                  <a:pt x="51058" y="16320"/>
                </a:lnTo>
                <a:lnTo>
                  <a:pt x="58919" y="29418"/>
                </a:lnTo>
                <a:close/>
                <a:moveTo>
                  <a:pt x="65788" y="23587"/>
                </a:moveTo>
                <a:lnTo>
                  <a:pt x="80518" y="29756"/>
                </a:lnTo>
                <a:lnTo>
                  <a:pt x="72657" y="16183"/>
                </a:lnTo>
                <a:close/>
                <a:moveTo>
                  <a:pt x="44190" y="22535"/>
                </a:moveTo>
                <a:lnTo>
                  <a:pt x="29460" y="15641"/>
                </a:lnTo>
                <a:lnTo>
                  <a:pt x="37321" y="28507"/>
                </a:lnTo>
                <a:close/>
                <a:moveTo>
                  <a:pt x="44190" y="22535"/>
                </a:moveTo>
                <a:lnTo>
                  <a:pt x="51058" y="16320"/>
                </a:lnTo>
                <a:lnTo>
                  <a:pt x="29460" y="15641"/>
                </a:lnTo>
                <a:close/>
                <a:moveTo>
                  <a:pt x="44190" y="22535"/>
                </a:moveTo>
                <a:lnTo>
                  <a:pt x="58919" y="29418"/>
                </a:lnTo>
                <a:lnTo>
                  <a:pt x="51058" y="16320"/>
                </a:lnTo>
                <a:close/>
                <a:moveTo>
                  <a:pt x="22591" y="21753"/>
                </a:moveTo>
                <a:lnTo>
                  <a:pt x="29460" y="15641"/>
                </a:lnTo>
                <a:lnTo>
                  <a:pt x="7861" y="14768"/>
                </a:lnTo>
                <a:close/>
                <a:moveTo>
                  <a:pt x="36328" y="9268"/>
                </a:moveTo>
                <a:lnTo>
                  <a:pt x="29460" y="15641"/>
                </a:lnTo>
                <a:lnTo>
                  <a:pt x="51058" y="16320"/>
                </a:lnTo>
                <a:close/>
                <a:moveTo>
                  <a:pt x="14730" y="9010"/>
                </a:moveTo>
                <a:lnTo>
                  <a:pt x="7861" y="14768"/>
                </a:lnTo>
                <a:lnTo>
                  <a:pt x="29460" y="15641"/>
                </a:lnTo>
                <a:close/>
                <a:moveTo>
                  <a:pt x="14730" y="9010"/>
                </a:moveTo>
                <a:lnTo>
                  <a:pt x="0" y="0"/>
                </a:lnTo>
                <a:lnTo>
                  <a:pt x="7861" y="14768"/>
                </a:lnTo>
                <a:close/>
                <a:moveTo>
                  <a:pt x="14730" y="9010"/>
                </a:moveTo>
                <a:lnTo>
                  <a:pt x="29460" y="15641"/>
                </a:lnTo>
                <a:lnTo>
                  <a:pt x="21599" y="551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711" name="PANEL_01-slope-30-225_1005">
            <a:extLst>
              <a:ext uri="{FF2B5EF4-FFF2-40B4-BE49-F238E27FC236}">
                <a16:creationId xmlns:a16="http://schemas.microsoft.com/office/drawing/2014/main" id="{261A0C6D-7DEE-4617-86EF-BCF0A016D6E9}"/>
              </a:ext>
            </a:extLst>
          </p:cNvPr>
          <p:cNvSpPr>
            <a:spLocks/>
          </p:cNvSpPr>
          <p:nvPr/>
        </p:nvSpPr>
        <p:spPr>
          <a:xfrm>
            <a:off x="983845" y="1188097"/>
            <a:ext cx="462427" cy="98335"/>
          </a:xfrm>
          <a:custGeom>
            <a:pathLst>
              <a:path w="313218" h="66606">
                <a:moveTo>
                  <a:pt x="306349" y="66606"/>
                </a:moveTo>
                <a:lnTo>
                  <a:pt x="313218" y="57145"/>
                </a:lnTo>
                <a:lnTo>
                  <a:pt x="291620" y="57647"/>
                </a:lnTo>
                <a:close/>
                <a:moveTo>
                  <a:pt x="298488" y="47649"/>
                </a:moveTo>
                <a:lnTo>
                  <a:pt x="291620" y="57647"/>
                </a:lnTo>
                <a:lnTo>
                  <a:pt x="313218" y="57145"/>
                </a:lnTo>
                <a:close/>
                <a:moveTo>
                  <a:pt x="298488" y="47649"/>
                </a:moveTo>
                <a:lnTo>
                  <a:pt x="283758" y="39674"/>
                </a:lnTo>
                <a:lnTo>
                  <a:pt x="291620" y="57647"/>
                </a:lnTo>
                <a:close/>
                <a:moveTo>
                  <a:pt x="276890" y="49087"/>
                </a:moveTo>
                <a:lnTo>
                  <a:pt x="283758" y="39674"/>
                </a:lnTo>
                <a:lnTo>
                  <a:pt x="262160" y="40821"/>
                </a:lnTo>
                <a:close/>
                <a:moveTo>
                  <a:pt x="276890" y="49087"/>
                </a:moveTo>
                <a:lnTo>
                  <a:pt x="291620" y="57647"/>
                </a:lnTo>
                <a:lnTo>
                  <a:pt x="283758" y="39674"/>
                </a:lnTo>
                <a:close/>
                <a:moveTo>
                  <a:pt x="269028" y="30611"/>
                </a:moveTo>
                <a:lnTo>
                  <a:pt x="262160" y="40821"/>
                </a:lnTo>
                <a:lnTo>
                  <a:pt x="283758" y="39674"/>
                </a:lnTo>
                <a:close/>
                <a:moveTo>
                  <a:pt x="269028" y="30611"/>
                </a:moveTo>
                <a:lnTo>
                  <a:pt x="254299" y="24560"/>
                </a:lnTo>
                <a:lnTo>
                  <a:pt x="262160" y="40821"/>
                </a:lnTo>
                <a:close/>
                <a:moveTo>
                  <a:pt x="247430" y="32683"/>
                </a:moveTo>
                <a:lnTo>
                  <a:pt x="240561" y="44627"/>
                </a:lnTo>
                <a:lnTo>
                  <a:pt x="262160" y="40821"/>
                </a:lnTo>
                <a:close/>
                <a:moveTo>
                  <a:pt x="247430" y="32683"/>
                </a:moveTo>
                <a:lnTo>
                  <a:pt x="232700" y="28698"/>
                </a:lnTo>
                <a:lnTo>
                  <a:pt x="240561" y="44627"/>
                </a:lnTo>
                <a:close/>
                <a:moveTo>
                  <a:pt x="247430" y="32683"/>
                </a:moveTo>
                <a:lnTo>
                  <a:pt x="254299" y="24560"/>
                </a:lnTo>
                <a:lnTo>
                  <a:pt x="232700" y="28698"/>
                </a:lnTo>
                <a:close/>
                <a:moveTo>
                  <a:pt x="247430" y="32683"/>
                </a:moveTo>
                <a:lnTo>
                  <a:pt x="262160" y="40821"/>
                </a:lnTo>
                <a:lnTo>
                  <a:pt x="254299" y="24560"/>
                </a:lnTo>
                <a:close/>
                <a:moveTo>
                  <a:pt x="225831" y="38739"/>
                </a:moveTo>
                <a:lnTo>
                  <a:pt x="211102" y="33384"/>
                </a:lnTo>
                <a:lnTo>
                  <a:pt x="218963" y="49532"/>
                </a:lnTo>
                <a:close/>
                <a:moveTo>
                  <a:pt x="225831" y="38739"/>
                </a:moveTo>
                <a:lnTo>
                  <a:pt x="232700" y="28698"/>
                </a:lnTo>
                <a:lnTo>
                  <a:pt x="211102" y="33384"/>
                </a:lnTo>
                <a:close/>
                <a:moveTo>
                  <a:pt x="225831" y="38739"/>
                </a:moveTo>
                <a:lnTo>
                  <a:pt x="240561" y="44627"/>
                </a:lnTo>
                <a:lnTo>
                  <a:pt x="232700" y="28698"/>
                </a:lnTo>
                <a:close/>
                <a:moveTo>
                  <a:pt x="204233" y="42592"/>
                </a:moveTo>
                <a:lnTo>
                  <a:pt x="211102" y="33384"/>
                </a:lnTo>
                <a:lnTo>
                  <a:pt x="189503" y="35087"/>
                </a:lnTo>
                <a:close/>
                <a:moveTo>
                  <a:pt x="217970" y="24851"/>
                </a:moveTo>
                <a:lnTo>
                  <a:pt x="211102" y="33384"/>
                </a:lnTo>
                <a:lnTo>
                  <a:pt x="232700" y="28698"/>
                </a:lnTo>
                <a:close/>
                <a:moveTo>
                  <a:pt x="217970" y="24851"/>
                </a:moveTo>
                <a:lnTo>
                  <a:pt x="203240" y="17407"/>
                </a:lnTo>
                <a:lnTo>
                  <a:pt x="211102" y="33384"/>
                </a:lnTo>
                <a:close/>
                <a:moveTo>
                  <a:pt x="196372" y="27353"/>
                </a:moveTo>
                <a:lnTo>
                  <a:pt x="189503" y="35087"/>
                </a:lnTo>
                <a:lnTo>
                  <a:pt x="211102" y="33384"/>
                </a:lnTo>
                <a:close/>
                <a:moveTo>
                  <a:pt x="196372" y="27353"/>
                </a:moveTo>
                <a:lnTo>
                  <a:pt x="211102" y="33384"/>
                </a:lnTo>
                <a:lnTo>
                  <a:pt x="203240" y="17407"/>
                </a:lnTo>
                <a:close/>
                <a:moveTo>
                  <a:pt x="174773" y="25757"/>
                </a:moveTo>
                <a:lnTo>
                  <a:pt x="160043" y="18553"/>
                </a:lnTo>
                <a:lnTo>
                  <a:pt x="167905" y="37113"/>
                </a:lnTo>
                <a:close/>
                <a:moveTo>
                  <a:pt x="174773" y="25757"/>
                </a:moveTo>
                <a:lnTo>
                  <a:pt x="181642" y="17385"/>
                </a:lnTo>
                <a:lnTo>
                  <a:pt x="160043" y="18553"/>
                </a:lnTo>
                <a:close/>
                <a:moveTo>
                  <a:pt x="153175" y="30154"/>
                </a:moveTo>
                <a:lnTo>
                  <a:pt x="160043" y="18553"/>
                </a:lnTo>
                <a:lnTo>
                  <a:pt x="138445" y="26371"/>
                </a:lnTo>
                <a:close/>
                <a:moveTo>
                  <a:pt x="166912" y="7435"/>
                </a:moveTo>
                <a:lnTo>
                  <a:pt x="160043" y="18553"/>
                </a:lnTo>
                <a:lnTo>
                  <a:pt x="181642" y="17385"/>
                </a:lnTo>
                <a:close/>
                <a:moveTo>
                  <a:pt x="166912" y="7435"/>
                </a:moveTo>
                <a:lnTo>
                  <a:pt x="152182" y="1016"/>
                </a:lnTo>
                <a:lnTo>
                  <a:pt x="160043" y="18553"/>
                </a:lnTo>
                <a:close/>
                <a:moveTo>
                  <a:pt x="145314" y="10864"/>
                </a:moveTo>
                <a:lnTo>
                  <a:pt x="138445" y="26371"/>
                </a:lnTo>
                <a:lnTo>
                  <a:pt x="160043" y="18553"/>
                </a:lnTo>
                <a:close/>
                <a:moveTo>
                  <a:pt x="145314" y="10864"/>
                </a:moveTo>
                <a:lnTo>
                  <a:pt x="152182" y="1016"/>
                </a:lnTo>
                <a:lnTo>
                  <a:pt x="130584" y="9747"/>
                </a:lnTo>
                <a:close/>
                <a:moveTo>
                  <a:pt x="145314" y="10864"/>
                </a:moveTo>
                <a:lnTo>
                  <a:pt x="160043" y="18553"/>
                </a:lnTo>
                <a:lnTo>
                  <a:pt x="152182" y="1016"/>
                </a:lnTo>
                <a:close/>
                <a:moveTo>
                  <a:pt x="123715" y="24234"/>
                </a:moveTo>
                <a:lnTo>
                  <a:pt x="116846" y="35111"/>
                </a:lnTo>
                <a:lnTo>
                  <a:pt x="138445" y="26371"/>
                </a:lnTo>
                <a:close/>
                <a:moveTo>
                  <a:pt x="123715" y="24234"/>
                </a:moveTo>
                <a:lnTo>
                  <a:pt x="108985" y="19415"/>
                </a:lnTo>
                <a:lnTo>
                  <a:pt x="116846" y="35111"/>
                </a:lnTo>
                <a:close/>
                <a:moveTo>
                  <a:pt x="102116" y="31593"/>
                </a:moveTo>
                <a:lnTo>
                  <a:pt x="87387" y="24522"/>
                </a:lnTo>
                <a:lnTo>
                  <a:pt x="95248" y="38826"/>
                </a:lnTo>
                <a:close/>
                <a:moveTo>
                  <a:pt x="102116" y="31593"/>
                </a:moveTo>
                <a:lnTo>
                  <a:pt x="108985" y="19415"/>
                </a:lnTo>
                <a:lnTo>
                  <a:pt x="87387" y="24522"/>
                </a:lnTo>
                <a:close/>
                <a:moveTo>
                  <a:pt x="102116" y="31593"/>
                </a:moveTo>
                <a:lnTo>
                  <a:pt x="116846" y="35111"/>
                </a:lnTo>
                <a:lnTo>
                  <a:pt x="108985" y="19415"/>
                </a:lnTo>
                <a:close/>
                <a:moveTo>
                  <a:pt x="80518" y="33927"/>
                </a:moveTo>
                <a:lnTo>
                  <a:pt x="87387" y="24522"/>
                </a:lnTo>
                <a:lnTo>
                  <a:pt x="65788" y="27250"/>
                </a:lnTo>
                <a:close/>
                <a:moveTo>
                  <a:pt x="94255" y="13768"/>
                </a:moveTo>
                <a:lnTo>
                  <a:pt x="87387" y="24522"/>
                </a:lnTo>
                <a:lnTo>
                  <a:pt x="108985" y="19415"/>
                </a:lnTo>
                <a:close/>
                <a:moveTo>
                  <a:pt x="94255" y="13768"/>
                </a:moveTo>
                <a:lnTo>
                  <a:pt x="79525" y="7921"/>
                </a:lnTo>
                <a:lnTo>
                  <a:pt x="87387" y="24522"/>
                </a:lnTo>
                <a:close/>
                <a:moveTo>
                  <a:pt x="72657" y="18800"/>
                </a:moveTo>
                <a:lnTo>
                  <a:pt x="65788" y="27250"/>
                </a:lnTo>
                <a:lnTo>
                  <a:pt x="87387" y="24522"/>
                </a:lnTo>
                <a:close/>
                <a:moveTo>
                  <a:pt x="72657" y="18800"/>
                </a:moveTo>
                <a:lnTo>
                  <a:pt x="57927" y="12094"/>
                </a:lnTo>
                <a:lnTo>
                  <a:pt x="65788" y="27250"/>
                </a:lnTo>
                <a:close/>
                <a:moveTo>
                  <a:pt x="72657" y="18800"/>
                </a:moveTo>
                <a:lnTo>
                  <a:pt x="79525" y="7921"/>
                </a:lnTo>
                <a:lnTo>
                  <a:pt x="57927" y="12094"/>
                </a:lnTo>
                <a:close/>
                <a:moveTo>
                  <a:pt x="72657" y="18800"/>
                </a:moveTo>
                <a:lnTo>
                  <a:pt x="87387" y="24522"/>
                </a:lnTo>
                <a:lnTo>
                  <a:pt x="79525" y="7921"/>
                </a:lnTo>
                <a:close/>
                <a:moveTo>
                  <a:pt x="51058" y="21875"/>
                </a:moveTo>
                <a:lnTo>
                  <a:pt x="57927" y="12094"/>
                </a:lnTo>
                <a:lnTo>
                  <a:pt x="36328" y="14962"/>
                </a:lnTo>
                <a:close/>
                <a:moveTo>
                  <a:pt x="51058" y="21875"/>
                </a:moveTo>
                <a:lnTo>
                  <a:pt x="65788" y="27250"/>
                </a:lnTo>
                <a:lnTo>
                  <a:pt x="57927" y="12094"/>
                </a:lnTo>
                <a:close/>
                <a:moveTo>
                  <a:pt x="43197" y="5903"/>
                </a:moveTo>
                <a:lnTo>
                  <a:pt x="36328" y="14962"/>
                </a:lnTo>
                <a:lnTo>
                  <a:pt x="57927" y="12094"/>
                </a:lnTo>
                <a:close/>
                <a:moveTo>
                  <a:pt x="21599" y="9632"/>
                </a:moveTo>
                <a:lnTo>
                  <a:pt x="14730" y="16531"/>
                </a:lnTo>
                <a:lnTo>
                  <a:pt x="36328" y="14962"/>
                </a:lnTo>
                <a:close/>
                <a:moveTo>
                  <a:pt x="21599" y="9632"/>
                </a:moveTo>
                <a:lnTo>
                  <a:pt x="36328" y="14962"/>
                </a:lnTo>
                <a:lnTo>
                  <a:pt x="28467" y="0"/>
                </a:lnTo>
                <a:close/>
                <a:moveTo>
                  <a:pt x="0" y="11116"/>
                </a:moveTo>
                <a:lnTo>
                  <a:pt x="14730" y="16531"/>
                </a:lnTo>
                <a:lnTo>
                  <a:pt x="6869" y="3269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712" name="PANEL_01-slope-30-230_1006">
            <a:extLst>
              <a:ext uri="{FF2B5EF4-FFF2-40B4-BE49-F238E27FC236}">
                <a16:creationId xmlns:a16="http://schemas.microsoft.com/office/drawing/2014/main" id="{E7339DAE-F39D-416C-95E5-D0A369842C06}"/>
              </a:ext>
            </a:extLst>
          </p:cNvPr>
          <p:cNvSpPr>
            <a:spLocks/>
          </p:cNvSpPr>
          <p:nvPr/>
        </p:nvSpPr>
        <p:spPr>
          <a:xfrm>
            <a:off x="1144749" y="1202487"/>
            <a:ext cx="53635" cy="24543"/>
          </a:xfrm>
          <a:custGeom>
            <a:pathLst>
              <a:path w="36328" h="16624">
                <a:moveTo>
                  <a:pt x="36328" y="1118"/>
                </a:moveTo>
                <a:lnTo>
                  <a:pt x="21599" y="0"/>
                </a:lnTo>
                <a:lnTo>
                  <a:pt x="29460" y="16624"/>
                </a:lnTo>
                <a:close/>
                <a:moveTo>
                  <a:pt x="14730" y="14487"/>
                </a:moveTo>
                <a:lnTo>
                  <a:pt x="21599" y="0"/>
                </a:lnTo>
                <a:lnTo>
                  <a:pt x="0" y="9668"/>
                </a:lnTo>
                <a:close/>
                <a:moveTo>
                  <a:pt x="14730" y="14487"/>
                </a:moveTo>
                <a:lnTo>
                  <a:pt x="29460" y="16624"/>
                </a:lnTo>
                <a:lnTo>
                  <a:pt x="21599" y="0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713" name="PANEL_01-slope-31-220_1007">
            <a:extLst>
              <a:ext uri="{FF2B5EF4-FFF2-40B4-BE49-F238E27FC236}">
                <a16:creationId xmlns:a16="http://schemas.microsoft.com/office/drawing/2014/main" id="{3E38DAA8-4F93-4944-9270-7A7CD42E3016}"/>
              </a:ext>
            </a:extLst>
          </p:cNvPr>
          <p:cNvSpPr>
            <a:spLocks/>
          </p:cNvSpPr>
          <p:nvPr/>
        </p:nvSpPr>
        <p:spPr>
          <a:xfrm>
            <a:off x="854831" y="1172509"/>
            <a:ext cx="634936" cy="125336"/>
          </a:xfrm>
          <a:custGeom>
            <a:pathLst>
              <a:path w="430064" h="84895">
                <a:moveTo>
                  <a:pt x="415335" y="76707"/>
                </a:moveTo>
                <a:lnTo>
                  <a:pt x="408466" y="84258"/>
                </a:lnTo>
                <a:lnTo>
                  <a:pt x="430064" y="83944"/>
                </a:lnTo>
                <a:close/>
                <a:moveTo>
                  <a:pt x="393736" y="77164"/>
                </a:moveTo>
                <a:lnTo>
                  <a:pt x="386867" y="84895"/>
                </a:lnTo>
                <a:lnTo>
                  <a:pt x="408466" y="84258"/>
                </a:lnTo>
                <a:close/>
                <a:moveTo>
                  <a:pt x="393736" y="77164"/>
                </a:moveTo>
                <a:lnTo>
                  <a:pt x="379006" y="68205"/>
                </a:lnTo>
                <a:lnTo>
                  <a:pt x="386867" y="84895"/>
                </a:lnTo>
                <a:close/>
                <a:moveTo>
                  <a:pt x="197364" y="54943"/>
                </a:moveTo>
                <a:lnTo>
                  <a:pt x="182634" y="49384"/>
                </a:lnTo>
                <a:lnTo>
                  <a:pt x="190496" y="61533"/>
                </a:lnTo>
                <a:close/>
                <a:moveTo>
                  <a:pt x="175766" y="55958"/>
                </a:moveTo>
                <a:lnTo>
                  <a:pt x="182634" y="49384"/>
                </a:lnTo>
                <a:lnTo>
                  <a:pt x="161036" y="50485"/>
                </a:lnTo>
                <a:close/>
                <a:moveTo>
                  <a:pt x="167905" y="44485"/>
                </a:moveTo>
                <a:lnTo>
                  <a:pt x="161036" y="50485"/>
                </a:lnTo>
                <a:lnTo>
                  <a:pt x="182634" y="49384"/>
                </a:lnTo>
                <a:close/>
                <a:moveTo>
                  <a:pt x="167905" y="44485"/>
                </a:moveTo>
                <a:lnTo>
                  <a:pt x="153175" y="37809"/>
                </a:lnTo>
                <a:lnTo>
                  <a:pt x="161036" y="50485"/>
                </a:lnTo>
                <a:close/>
                <a:moveTo>
                  <a:pt x="146306" y="44958"/>
                </a:moveTo>
                <a:lnTo>
                  <a:pt x="131576" y="38847"/>
                </a:lnTo>
                <a:lnTo>
                  <a:pt x="139437" y="50721"/>
                </a:lnTo>
                <a:close/>
                <a:moveTo>
                  <a:pt x="146306" y="44958"/>
                </a:moveTo>
                <a:lnTo>
                  <a:pt x="153175" y="37809"/>
                </a:lnTo>
                <a:lnTo>
                  <a:pt x="131576" y="38847"/>
                </a:lnTo>
                <a:close/>
                <a:moveTo>
                  <a:pt x="146306" y="44958"/>
                </a:moveTo>
                <a:lnTo>
                  <a:pt x="161036" y="50485"/>
                </a:lnTo>
                <a:lnTo>
                  <a:pt x="153175" y="37809"/>
                </a:lnTo>
                <a:close/>
                <a:moveTo>
                  <a:pt x="124708" y="45001"/>
                </a:moveTo>
                <a:lnTo>
                  <a:pt x="131576" y="38847"/>
                </a:lnTo>
                <a:lnTo>
                  <a:pt x="109978" y="38940"/>
                </a:lnTo>
                <a:close/>
                <a:moveTo>
                  <a:pt x="138445" y="32433"/>
                </a:moveTo>
                <a:lnTo>
                  <a:pt x="131576" y="38847"/>
                </a:lnTo>
                <a:lnTo>
                  <a:pt x="153175" y="37809"/>
                </a:lnTo>
                <a:close/>
                <a:moveTo>
                  <a:pt x="116846" y="32997"/>
                </a:moveTo>
                <a:lnTo>
                  <a:pt x="109978" y="38940"/>
                </a:lnTo>
                <a:lnTo>
                  <a:pt x="131576" y="38847"/>
                </a:lnTo>
                <a:close/>
                <a:moveTo>
                  <a:pt x="116846" y="32997"/>
                </a:moveTo>
                <a:lnTo>
                  <a:pt x="102116" y="27089"/>
                </a:lnTo>
                <a:lnTo>
                  <a:pt x="109978" y="38940"/>
                </a:lnTo>
                <a:close/>
                <a:moveTo>
                  <a:pt x="116846" y="32997"/>
                </a:moveTo>
                <a:lnTo>
                  <a:pt x="131576" y="38847"/>
                </a:lnTo>
                <a:lnTo>
                  <a:pt x="123715" y="25521"/>
                </a:lnTo>
                <a:close/>
                <a:moveTo>
                  <a:pt x="95248" y="33495"/>
                </a:moveTo>
                <a:lnTo>
                  <a:pt x="80518" y="27630"/>
                </a:lnTo>
                <a:lnTo>
                  <a:pt x="88379" y="38841"/>
                </a:lnTo>
                <a:close/>
                <a:moveTo>
                  <a:pt x="95248" y="33495"/>
                </a:moveTo>
                <a:lnTo>
                  <a:pt x="102116" y="27089"/>
                </a:lnTo>
                <a:lnTo>
                  <a:pt x="80518" y="27630"/>
                </a:lnTo>
                <a:close/>
                <a:moveTo>
                  <a:pt x="95248" y="33495"/>
                </a:moveTo>
                <a:lnTo>
                  <a:pt x="109978" y="38940"/>
                </a:lnTo>
                <a:lnTo>
                  <a:pt x="102116" y="27089"/>
                </a:lnTo>
                <a:close/>
                <a:moveTo>
                  <a:pt x="73649" y="33997"/>
                </a:moveTo>
                <a:lnTo>
                  <a:pt x="80518" y="27630"/>
                </a:lnTo>
                <a:lnTo>
                  <a:pt x="58919" y="27387"/>
                </a:lnTo>
                <a:close/>
                <a:moveTo>
                  <a:pt x="73649" y="33997"/>
                </a:moveTo>
                <a:lnTo>
                  <a:pt x="88379" y="38841"/>
                </a:lnTo>
                <a:lnTo>
                  <a:pt x="80518" y="27630"/>
                </a:lnTo>
                <a:close/>
                <a:moveTo>
                  <a:pt x="87387" y="21674"/>
                </a:moveTo>
                <a:lnTo>
                  <a:pt x="80518" y="27630"/>
                </a:lnTo>
                <a:lnTo>
                  <a:pt x="102116" y="27089"/>
                </a:lnTo>
                <a:close/>
                <a:moveTo>
                  <a:pt x="65788" y="21352"/>
                </a:moveTo>
                <a:lnTo>
                  <a:pt x="58919" y="27387"/>
                </a:lnTo>
                <a:lnTo>
                  <a:pt x="80518" y="27630"/>
                </a:lnTo>
                <a:close/>
                <a:moveTo>
                  <a:pt x="65788" y="21352"/>
                </a:moveTo>
                <a:lnTo>
                  <a:pt x="51058" y="14651"/>
                </a:lnTo>
                <a:lnTo>
                  <a:pt x="58919" y="27387"/>
                </a:lnTo>
                <a:close/>
                <a:moveTo>
                  <a:pt x="65788" y="21352"/>
                </a:moveTo>
                <a:lnTo>
                  <a:pt x="80518" y="27630"/>
                </a:lnTo>
                <a:lnTo>
                  <a:pt x="72657" y="14988"/>
                </a:lnTo>
                <a:close/>
                <a:moveTo>
                  <a:pt x="44190" y="20663"/>
                </a:moveTo>
                <a:lnTo>
                  <a:pt x="37321" y="26530"/>
                </a:lnTo>
                <a:lnTo>
                  <a:pt x="58919" y="27387"/>
                </a:lnTo>
                <a:close/>
                <a:moveTo>
                  <a:pt x="44190" y="20663"/>
                </a:moveTo>
                <a:lnTo>
                  <a:pt x="29460" y="13739"/>
                </a:lnTo>
                <a:lnTo>
                  <a:pt x="37321" y="26530"/>
                </a:lnTo>
                <a:close/>
                <a:moveTo>
                  <a:pt x="44190" y="20663"/>
                </a:moveTo>
                <a:lnTo>
                  <a:pt x="51058" y="14651"/>
                </a:lnTo>
                <a:lnTo>
                  <a:pt x="29460" y="13739"/>
                </a:lnTo>
                <a:close/>
                <a:moveTo>
                  <a:pt x="44190" y="20663"/>
                </a:moveTo>
                <a:lnTo>
                  <a:pt x="58919" y="27387"/>
                </a:lnTo>
                <a:lnTo>
                  <a:pt x="51058" y="14651"/>
                </a:lnTo>
                <a:close/>
                <a:moveTo>
                  <a:pt x="22591" y="19540"/>
                </a:moveTo>
                <a:lnTo>
                  <a:pt x="29460" y="13739"/>
                </a:lnTo>
                <a:lnTo>
                  <a:pt x="7861" y="13516"/>
                </a:lnTo>
                <a:close/>
                <a:moveTo>
                  <a:pt x="36328" y="7767"/>
                </a:moveTo>
                <a:lnTo>
                  <a:pt x="29460" y="13739"/>
                </a:lnTo>
                <a:lnTo>
                  <a:pt x="51058" y="14651"/>
                </a:lnTo>
                <a:close/>
                <a:moveTo>
                  <a:pt x="14730" y="6985"/>
                </a:moveTo>
                <a:lnTo>
                  <a:pt x="7861" y="13516"/>
                </a:lnTo>
                <a:lnTo>
                  <a:pt x="29460" y="13739"/>
                </a:lnTo>
                <a:close/>
                <a:moveTo>
                  <a:pt x="14730" y="6985"/>
                </a:moveTo>
                <a:lnTo>
                  <a:pt x="0" y="0"/>
                </a:lnTo>
                <a:lnTo>
                  <a:pt x="7861" y="13516"/>
                </a:lnTo>
                <a:close/>
                <a:moveTo>
                  <a:pt x="14730" y="6985"/>
                </a:moveTo>
                <a:lnTo>
                  <a:pt x="29460" y="13739"/>
                </a:lnTo>
                <a:lnTo>
                  <a:pt x="21599" y="874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714" name="PANEL_01-slope-31-225_1008">
            <a:extLst>
              <a:ext uri="{FF2B5EF4-FFF2-40B4-BE49-F238E27FC236}">
                <a16:creationId xmlns:a16="http://schemas.microsoft.com/office/drawing/2014/main" id="{500329AE-E52D-4552-83D9-2C22A8F0E456}"/>
              </a:ext>
            </a:extLst>
          </p:cNvPr>
          <p:cNvSpPr>
            <a:spLocks/>
          </p:cNvSpPr>
          <p:nvPr/>
        </p:nvSpPr>
        <p:spPr>
          <a:xfrm>
            <a:off x="1102721" y="1215489"/>
            <a:ext cx="355159" cy="84729"/>
          </a:xfrm>
          <a:custGeom>
            <a:pathLst>
              <a:path w="240561" h="57390">
                <a:moveTo>
                  <a:pt x="225831" y="48053"/>
                </a:moveTo>
                <a:lnTo>
                  <a:pt x="240561" y="55147"/>
                </a:lnTo>
                <a:lnTo>
                  <a:pt x="232700" y="38593"/>
                </a:lnTo>
                <a:close/>
                <a:moveTo>
                  <a:pt x="204233" y="48692"/>
                </a:moveTo>
                <a:lnTo>
                  <a:pt x="197364" y="57390"/>
                </a:lnTo>
                <a:lnTo>
                  <a:pt x="218963" y="55783"/>
                </a:lnTo>
                <a:close/>
                <a:moveTo>
                  <a:pt x="204233" y="48692"/>
                </a:moveTo>
                <a:lnTo>
                  <a:pt x="189503" y="40394"/>
                </a:lnTo>
                <a:lnTo>
                  <a:pt x="197364" y="57390"/>
                </a:lnTo>
                <a:close/>
                <a:moveTo>
                  <a:pt x="204233" y="48692"/>
                </a:moveTo>
                <a:lnTo>
                  <a:pt x="211102" y="39094"/>
                </a:lnTo>
                <a:lnTo>
                  <a:pt x="189503" y="40394"/>
                </a:lnTo>
                <a:close/>
                <a:moveTo>
                  <a:pt x="204233" y="48692"/>
                </a:moveTo>
                <a:lnTo>
                  <a:pt x="218963" y="55783"/>
                </a:lnTo>
                <a:lnTo>
                  <a:pt x="211102" y="39094"/>
                </a:lnTo>
                <a:close/>
                <a:moveTo>
                  <a:pt x="182634" y="49999"/>
                </a:moveTo>
                <a:lnTo>
                  <a:pt x="189503" y="40394"/>
                </a:lnTo>
                <a:lnTo>
                  <a:pt x="167905" y="43467"/>
                </a:lnTo>
                <a:close/>
                <a:moveTo>
                  <a:pt x="196372" y="30534"/>
                </a:moveTo>
                <a:lnTo>
                  <a:pt x="189503" y="40394"/>
                </a:lnTo>
                <a:lnTo>
                  <a:pt x="211102" y="39094"/>
                </a:lnTo>
                <a:close/>
                <a:moveTo>
                  <a:pt x="196372" y="30534"/>
                </a:moveTo>
                <a:lnTo>
                  <a:pt x="181642" y="22268"/>
                </a:lnTo>
                <a:lnTo>
                  <a:pt x="189503" y="40394"/>
                </a:lnTo>
                <a:close/>
                <a:moveTo>
                  <a:pt x="174773" y="32351"/>
                </a:moveTo>
                <a:lnTo>
                  <a:pt x="167905" y="43467"/>
                </a:lnTo>
                <a:lnTo>
                  <a:pt x="189503" y="40394"/>
                </a:lnTo>
                <a:close/>
                <a:moveTo>
                  <a:pt x="174773" y="32351"/>
                </a:moveTo>
                <a:lnTo>
                  <a:pt x="160043" y="26075"/>
                </a:lnTo>
                <a:lnTo>
                  <a:pt x="167905" y="43467"/>
                </a:lnTo>
                <a:close/>
                <a:moveTo>
                  <a:pt x="174773" y="32351"/>
                </a:moveTo>
                <a:lnTo>
                  <a:pt x="181642" y="22268"/>
                </a:lnTo>
                <a:lnTo>
                  <a:pt x="160043" y="26075"/>
                </a:lnTo>
                <a:close/>
                <a:moveTo>
                  <a:pt x="174773" y="32351"/>
                </a:moveTo>
                <a:lnTo>
                  <a:pt x="189503" y="40394"/>
                </a:lnTo>
                <a:lnTo>
                  <a:pt x="181642" y="22268"/>
                </a:lnTo>
                <a:close/>
                <a:moveTo>
                  <a:pt x="153175" y="37630"/>
                </a:moveTo>
                <a:lnTo>
                  <a:pt x="146306" y="47799"/>
                </a:lnTo>
                <a:lnTo>
                  <a:pt x="167905" y="43467"/>
                </a:lnTo>
                <a:close/>
                <a:moveTo>
                  <a:pt x="153175" y="37630"/>
                </a:moveTo>
                <a:lnTo>
                  <a:pt x="138445" y="30979"/>
                </a:lnTo>
                <a:lnTo>
                  <a:pt x="146306" y="47799"/>
                </a:lnTo>
                <a:close/>
                <a:moveTo>
                  <a:pt x="153175" y="37630"/>
                </a:moveTo>
                <a:lnTo>
                  <a:pt x="160043" y="26075"/>
                </a:lnTo>
                <a:lnTo>
                  <a:pt x="138445" y="30979"/>
                </a:lnTo>
                <a:close/>
                <a:moveTo>
                  <a:pt x="153175" y="37630"/>
                </a:moveTo>
                <a:lnTo>
                  <a:pt x="167905" y="43467"/>
                </a:lnTo>
                <a:lnTo>
                  <a:pt x="160043" y="26075"/>
                </a:lnTo>
                <a:close/>
                <a:moveTo>
                  <a:pt x="131576" y="42061"/>
                </a:moveTo>
                <a:lnTo>
                  <a:pt x="138445" y="30979"/>
                </a:lnTo>
                <a:lnTo>
                  <a:pt x="116846" y="34156"/>
                </a:lnTo>
                <a:close/>
                <a:moveTo>
                  <a:pt x="131576" y="42061"/>
                </a:moveTo>
                <a:lnTo>
                  <a:pt x="146306" y="47799"/>
                </a:lnTo>
                <a:lnTo>
                  <a:pt x="138445" y="30979"/>
                </a:lnTo>
                <a:close/>
                <a:moveTo>
                  <a:pt x="145314" y="20186"/>
                </a:moveTo>
                <a:lnTo>
                  <a:pt x="138445" y="30979"/>
                </a:lnTo>
                <a:lnTo>
                  <a:pt x="160043" y="26075"/>
                </a:lnTo>
                <a:close/>
                <a:moveTo>
                  <a:pt x="123715" y="24040"/>
                </a:moveTo>
                <a:lnTo>
                  <a:pt x="116846" y="34156"/>
                </a:lnTo>
                <a:lnTo>
                  <a:pt x="138445" y="30979"/>
                </a:lnTo>
                <a:close/>
                <a:moveTo>
                  <a:pt x="123715" y="24040"/>
                </a:moveTo>
                <a:lnTo>
                  <a:pt x="108985" y="16534"/>
                </a:lnTo>
                <a:lnTo>
                  <a:pt x="116846" y="34156"/>
                </a:lnTo>
                <a:close/>
                <a:moveTo>
                  <a:pt x="123715" y="24040"/>
                </a:moveTo>
                <a:lnTo>
                  <a:pt x="138445" y="30979"/>
                </a:lnTo>
                <a:lnTo>
                  <a:pt x="130584" y="14831"/>
                </a:lnTo>
                <a:close/>
                <a:moveTo>
                  <a:pt x="102116" y="26093"/>
                </a:moveTo>
                <a:lnTo>
                  <a:pt x="95248" y="36684"/>
                </a:lnTo>
                <a:lnTo>
                  <a:pt x="116846" y="34156"/>
                </a:lnTo>
                <a:close/>
                <a:moveTo>
                  <a:pt x="102116" y="26093"/>
                </a:moveTo>
                <a:lnTo>
                  <a:pt x="87387" y="18561"/>
                </a:lnTo>
                <a:lnTo>
                  <a:pt x="95248" y="36684"/>
                </a:lnTo>
                <a:close/>
                <a:moveTo>
                  <a:pt x="102116" y="26093"/>
                </a:moveTo>
                <a:lnTo>
                  <a:pt x="108985" y="16534"/>
                </a:lnTo>
                <a:lnTo>
                  <a:pt x="87387" y="18561"/>
                </a:lnTo>
                <a:close/>
                <a:moveTo>
                  <a:pt x="102116" y="26093"/>
                </a:moveTo>
                <a:lnTo>
                  <a:pt x="116846" y="34156"/>
                </a:lnTo>
                <a:lnTo>
                  <a:pt x="108985" y="16534"/>
                </a:lnTo>
                <a:close/>
                <a:moveTo>
                  <a:pt x="80518" y="29344"/>
                </a:moveTo>
                <a:lnTo>
                  <a:pt x="87387" y="18561"/>
                </a:lnTo>
                <a:lnTo>
                  <a:pt x="65788" y="24502"/>
                </a:lnTo>
                <a:close/>
                <a:moveTo>
                  <a:pt x="80518" y="29344"/>
                </a:moveTo>
                <a:lnTo>
                  <a:pt x="95248" y="36684"/>
                </a:lnTo>
                <a:lnTo>
                  <a:pt x="87387" y="18561"/>
                </a:lnTo>
                <a:close/>
                <a:moveTo>
                  <a:pt x="94255" y="7204"/>
                </a:moveTo>
                <a:lnTo>
                  <a:pt x="87387" y="18561"/>
                </a:lnTo>
                <a:lnTo>
                  <a:pt x="108985" y="16534"/>
                </a:lnTo>
                <a:close/>
                <a:moveTo>
                  <a:pt x="72657" y="11601"/>
                </a:moveTo>
                <a:lnTo>
                  <a:pt x="65788" y="24502"/>
                </a:lnTo>
                <a:lnTo>
                  <a:pt x="87387" y="18561"/>
                </a:lnTo>
                <a:close/>
                <a:moveTo>
                  <a:pt x="72657" y="11601"/>
                </a:moveTo>
                <a:lnTo>
                  <a:pt x="57927" y="7818"/>
                </a:lnTo>
                <a:lnTo>
                  <a:pt x="65788" y="24502"/>
                </a:lnTo>
                <a:close/>
                <a:moveTo>
                  <a:pt x="72657" y="11601"/>
                </a:moveTo>
                <a:lnTo>
                  <a:pt x="87387" y="18561"/>
                </a:lnTo>
                <a:lnTo>
                  <a:pt x="79525" y="0"/>
                </a:lnTo>
                <a:close/>
                <a:moveTo>
                  <a:pt x="51058" y="21678"/>
                </a:moveTo>
                <a:lnTo>
                  <a:pt x="44190" y="30228"/>
                </a:lnTo>
                <a:lnTo>
                  <a:pt x="65788" y="24502"/>
                </a:lnTo>
                <a:close/>
                <a:moveTo>
                  <a:pt x="51058" y="21678"/>
                </a:moveTo>
                <a:lnTo>
                  <a:pt x="36328" y="16558"/>
                </a:lnTo>
                <a:lnTo>
                  <a:pt x="44190" y="30228"/>
                </a:lnTo>
                <a:close/>
                <a:moveTo>
                  <a:pt x="51058" y="21678"/>
                </a:moveTo>
                <a:lnTo>
                  <a:pt x="57927" y="7818"/>
                </a:lnTo>
                <a:lnTo>
                  <a:pt x="36328" y="16558"/>
                </a:lnTo>
                <a:close/>
                <a:moveTo>
                  <a:pt x="29460" y="25832"/>
                </a:moveTo>
                <a:lnTo>
                  <a:pt x="36328" y="16558"/>
                </a:lnTo>
                <a:lnTo>
                  <a:pt x="14730" y="20273"/>
                </a:lnTo>
                <a:close/>
                <a:moveTo>
                  <a:pt x="29460" y="25832"/>
                </a:moveTo>
                <a:lnTo>
                  <a:pt x="44190" y="30228"/>
                </a:lnTo>
                <a:lnTo>
                  <a:pt x="36328" y="16558"/>
                </a:lnTo>
                <a:close/>
                <a:moveTo>
                  <a:pt x="21599" y="13040"/>
                </a:moveTo>
                <a:lnTo>
                  <a:pt x="14730" y="20273"/>
                </a:lnTo>
                <a:lnTo>
                  <a:pt x="36328" y="16558"/>
                </a:lnTo>
                <a:close/>
                <a:moveTo>
                  <a:pt x="0" y="15374"/>
                </a:moveTo>
                <a:lnTo>
                  <a:pt x="14730" y="20273"/>
                </a:lnTo>
                <a:lnTo>
                  <a:pt x="6869" y="5969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715" name="PANEL_01-slope-31-230_1009">
            <a:extLst>
              <a:ext uri="{FF2B5EF4-FFF2-40B4-BE49-F238E27FC236}">
                <a16:creationId xmlns:a16="http://schemas.microsoft.com/office/drawing/2014/main" id="{3929F7D6-7C3B-4C44-B3FB-FD3717BFEF90}"/>
              </a:ext>
            </a:extLst>
          </p:cNvPr>
          <p:cNvSpPr>
            <a:spLocks/>
          </p:cNvSpPr>
          <p:nvPr/>
        </p:nvSpPr>
        <p:spPr>
          <a:xfrm>
            <a:off x="1178102" y="1227032"/>
            <a:ext cx="21746" cy="24633"/>
          </a:xfrm>
          <a:custGeom>
            <a:pathLst>
              <a:path w="14730" h="16684">
                <a:moveTo>
                  <a:pt x="0" y="13860"/>
                </a:moveTo>
                <a:lnTo>
                  <a:pt x="14730" y="16684"/>
                </a:lnTo>
                <a:lnTo>
                  <a:pt x="6869" y="0"/>
                </a:lnTo>
                <a:close/>
              </a:path>
            </a:pathLst>
          </a:custGeom>
          <a:solidFill>
            <a:srgbClr val="F9F9F9"/>
          </a:solidFill>
          <a:ln w="1417">
            <a:solidFill>
              <a:srgbClr val="F9F9F9"/>
            </a:solidFill>
            <a:prstDash val="solid"/>
          </a:ln>
        </p:spPr>
      </p:sp>
      <p:sp>
        <p:nvSpPr>
          <p:cNvPr id="716" name="PANEL_01-slope-32-220_1010">
            <a:extLst>
              <a:ext uri="{FF2B5EF4-FFF2-40B4-BE49-F238E27FC236}">
                <a16:creationId xmlns:a16="http://schemas.microsoft.com/office/drawing/2014/main" id="{FCE491F2-3945-4714-8F00-4BCA6C1414C5}"/>
              </a:ext>
            </a:extLst>
          </p:cNvPr>
          <p:cNvSpPr>
            <a:spLocks/>
          </p:cNvSpPr>
          <p:nvPr/>
        </p:nvSpPr>
        <p:spPr>
          <a:xfrm>
            <a:off x="866436" y="1192463"/>
            <a:ext cx="291384" cy="88748"/>
          </a:xfrm>
          <a:custGeom>
            <a:pathLst>
              <a:path w="197364" h="60112">
                <a:moveTo>
                  <a:pt x="197364" y="53610"/>
                </a:moveTo>
                <a:lnTo>
                  <a:pt x="182634" y="48017"/>
                </a:lnTo>
                <a:lnTo>
                  <a:pt x="190496" y="60112"/>
                </a:lnTo>
                <a:close/>
                <a:moveTo>
                  <a:pt x="175766" y="54590"/>
                </a:moveTo>
                <a:lnTo>
                  <a:pt x="182634" y="48017"/>
                </a:lnTo>
                <a:lnTo>
                  <a:pt x="161036" y="48866"/>
                </a:lnTo>
                <a:close/>
                <a:moveTo>
                  <a:pt x="167905" y="42442"/>
                </a:moveTo>
                <a:lnTo>
                  <a:pt x="161036" y="48866"/>
                </a:lnTo>
                <a:lnTo>
                  <a:pt x="182634" y="48017"/>
                </a:lnTo>
                <a:close/>
                <a:moveTo>
                  <a:pt x="167905" y="42442"/>
                </a:moveTo>
                <a:lnTo>
                  <a:pt x="153175" y="36969"/>
                </a:lnTo>
                <a:lnTo>
                  <a:pt x="161036" y="48866"/>
                </a:lnTo>
                <a:close/>
                <a:moveTo>
                  <a:pt x="167905" y="42442"/>
                </a:moveTo>
                <a:lnTo>
                  <a:pt x="182634" y="48017"/>
                </a:lnTo>
                <a:lnTo>
                  <a:pt x="174773" y="35868"/>
                </a:lnTo>
                <a:close/>
                <a:moveTo>
                  <a:pt x="146306" y="43022"/>
                </a:moveTo>
                <a:lnTo>
                  <a:pt x="131576" y="37204"/>
                </a:lnTo>
                <a:lnTo>
                  <a:pt x="139437" y="48984"/>
                </a:lnTo>
                <a:close/>
                <a:moveTo>
                  <a:pt x="146306" y="43022"/>
                </a:moveTo>
                <a:lnTo>
                  <a:pt x="153175" y="36969"/>
                </a:lnTo>
                <a:lnTo>
                  <a:pt x="131576" y="37204"/>
                </a:lnTo>
                <a:close/>
                <a:moveTo>
                  <a:pt x="146306" y="43022"/>
                </a:moveTo>
                <a:lnTo>
                  <a:pt x="161036" y="48866"/>
                </a:lnTo>
                <a:lnTo>
                  <a:pt x="153175" y="36969"/>
                </a:lnTo>
                <a:close/>
                <a:moveTo>
                  <a:pt x="124708" y="42869"/>
                </a:moveTo>
                <a:lnTo>
                  <a:pt x="131576" y="37204"/>
                </a:lnTo>
                <a:lnTo>
                  <a:pt x="109978" y="36701"/>
                </a:lnTo>
                <a:close/>
                <a:moveTo>
                  <a:pt x="138445" y="31442"/>
                </a:moveTo>
                <a:lnTo>
                  <a:pt x="131576" y="37204"/>
                </a:lnTo>
                <a:lnTo>
                  <a:pt x="153175" y="36969"/>
                </a:lnTo>
                <a:close/>
                <a:moveTo>
                  <a:pt x="116846" y="31485"/>
                </a:moveTo>
                <a:lnTo>
                  <a:pt x="109978" y="36701"/>
                </a:lnTo>
                <a:lnTo>
                  <a:pt x="131576" y="37204"/>
                </a:lnTo>
                <a:close/>
                <a:moveTo>
                  <a:pt x="116846" y="31485"/>
                </a:moveTo>
                <a:lnTo>
                  <a:pt x="102116" y="25424"/>
                </a:lnTo>
                <a:lnTo>
                  <a:pt x="109978" y="36701"/>
                </a:lnTo>
                <a:close/>
                <a:moveTo>
                  <a:pt x="116846" y="31485"/>
                </a:moveTo>
                <a:lnTo>
                  <a:pt x="131576" y="37204"/>
                </a:lnTo>
                <a:lnTo>
                  <a:pt x="123715" y="25331"/>
                </a:lnTo>
                <a:close/>
                <a:moveTo>
                  <a:pt x="95248" y="30752"/>
                </a:moveTo>
                <a:lnTo>
                  <a:pt x="80518" y="25325"/>
                </a:lnTo>
                <a:lnTo>
                  <a:pt x="88379" y="35924"/>
                </a:lnTo>
                <a:close/>
                <a:moveTo>
                  <a:pt x="95248" y="30752"/>
                </a:moveTo>
                <a:lnTo>
                  <a:pt x="102116" y="25424"/>
                </a:lnTo>
                <a:lnTo>
                  <a:pt x="80518" y="25325"/>
                </a:lnTo>
                <a:close/>
                <a:moveTo>
                  <a:pt x="95248" y="30752"/>
                </a:moveTo>
                <a:lnTo>
                  <a:pt x="109978" y="36701"/>
                </a:lnTo>
                <a:lnTo>
                  <a:pt x="102116" y="25424"/>
                </a:lnTo>
                <a:close/>
                <a:moveTo>
                  <a:pt x="73649" y="30090"/>
                </a:moveTo>
                <a:lnTo>
                  <a:pt x="80518" y="25325"/>
                </a:lnTo>
                <a:lnTo>
                  <a:pt x="58919" y="24954"/>
                </a:lnTo>
                <a:close/>
                <a:moveTo>
                  <a:pt x="87387" y="19978"/>
                </a:moveTo>
                <a:lnTo>
                  <a:pt x="80518" y="25325"/>
                </a:lnTo>
                <a:lnTo>
                  <a:pt x="102116" y="25424"/>
                </a:lnTo>
                <a:close/>
                <a:moveTo>
                  <a:pt x="65788" y="20481"/>
                </a:moveTo>
                <a:lnTo>
                  <a:pt x="58919" y="24954"/>
                </a:lnTo>
                <a:lnTo>
                  <a:pt x="80518" y="25325"/>
                </a:lnTo>
                <a:close/>
                <a:moveTo>
                  <a:pt x="65788" y="20481"/>
                </a:moveTo>
                <a:lnTo>
                  <a:pt x="51058" y="13871"/>
                </a:lnTo>
                <a:lnTo>
                  <a:pt x="58919" y="24954"/>
                </a:lnTo>
                <a:close/>
                <a:moveTo>
                  <a:pt x="44190" y="20018"/>
                </a:moveTo>
                <a:lnTo>
                  <a:pt x="37321" y="24031"/>
                </a:lnTo>
                <a:lnTo>
                  <a:pt x="58919" y="24954"/>
                </a:lnTo>
                <a:close/>
                <a:moveTo>
                  <a:pt x="44190" y="20018"/>
                </a:moveTo>
                <a:lnTo>
                  <a:pt x="29460" y="13013"/>
                </a:lnTo>
                <a:lnTo>
                  <a:pt x="37321" y="24031"/>
                </a:lnTo>
                <a:close/>
                <a:moveTo>
                  <a:pt x="44190" y="20018"/>
                </a:moveTo>
                <a:lnTo>
                  <a:pt x="51058" y="13871"/>
                </a:lnTo>
                <a:lnTo>
                  <a:pt x="29460" y="13013"/>
                </a:lnTo>
                <a:close/>
                <a:moveTo>
                  <a:pt x="44190" y="20018"/>
                </a:moveTo>
                <a:lnTo>
                  <a:pt x="58919" y="24954"/>
                </a:lnTo>
                <a:lnTo>
                  <a:pt x="51058" y="13871"/>
                </a:lnTo>
                <a:close/>
                <a:moveTo>
                  <a:pt x="22591" y="18865"/>
                </a:moveTo>
                <a:lnTo>
                  <a:pt x="29460" y="13013"/>
                </a:lnTo>
                <a:lnTo>
                  <a:pt x="7861" y="12609"/>
                </a:lnTo>
                <a:close/>
                <a:moveTo>
                  <a:pt x="22591" y="18865"/>
                </a:moveTo>
                <a:lnTo>
                  <a:pt x="37321" y="24031"/>
                </a:lnTo>
                <a:lnTo>
                  <a:pt x="29460" y="13013"/>
                </a:lnTo>
                <a:close/>
                <a:moveTo>
                  <a:pt x="14730" y="6023"/>
                </a:moveTo>
                <a:lnTo>
                  <a:pt x="7861" y="12609"/>
                </a:lnTo>
                <a:lnTo>
                  <a:pt x="29460" y="13013"/>
                </a:lnTo>
                <a:close/>
                <a:moveTo>
                  <a:pt x="14730" y="6023"/>
                </a:moveTo>
                <a:lnTo>
                  <a:pt x="0" y="0"/>
                </a:lnTo>
                <a:lnTo>
                  <a:pt x="7861" y="12609"/>
                </a:lnTo>
                <a:close/>
                <a:moveTo>
                  <a:pt x="14730" y="6023"/>
                </a:moveTo>
                <a:lnTo>
                  <a:pt x="29460" y="13013"/>
                </a:lnTo>
                <a:lnTo>
                  <a:pt x="21599" y="223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717" name="PANEL_01-slope-32-225_1011">
            <a:extLst>
              <a:ext uri="{FF2B5EF4-FFF2-40B4-BE49-F238E27FC236}">
                <a16:creationId xmlns:a16="http://schemas.microsoft.com/office/drawing/2014/main" id="{40C3EE0C-4D63-499C-89EF-E6546CB80F86}"/>
              </a:ext>
            </a:extLst>
          </p:cNvPr>
          <p:cNvSpPr>
            <a:spLocks/>
          </p:cNvSpPr>
          <p:nvPr/>
        </p:nvSpPr>
        <p:spPr>
          <a:xfrm>
            <a:off x="1136074" y="1251663"/>
            <a:ext cx="258032" cy="56360"/>
          </a:xfrm>
          <a:custGeom>
            <a:pathLst>
              <a:path w="174773" h="38174">
                <a:moveTo>
                  <a:pt x="160043" y="25497"/>
                </a:moveTo>
                <a:lnTo>
                  <a:pt x="153175" y="35647"/>
                </a:lnTo>
                <a:lnTo>
                  <a:pt x="174773" y="32888"/>
                </a:lnTo>
                <a:close/>
                <a:moveTo>
                  <a:pt x="160043" y="25497"/>
                </a:moveTo>
                <a:lnTo>
                  <a:pt x="145314" y="18964"/>
                </a:lnTo>
                <a:lnTo>
                  <a:pt x="153175" y="35647"/>
                </a:lnTo>
                <a:close/>
                <a:moveTo>
                  <a:pt x="160043" y="25497"/>
                </a:moveTo>
                <a:lnTo>
                  <a:pt x="174773" y="32888"/>
                </a:lnTo>
                <a:lnTo>
                  <a:pt x="166912" y="15892"/>
                </a:lnTo>
                <a:close/>
                <a:moveTo>
                  <a:pt x="138445" y="29384"/>
                </a:moveTo>
                <a:lnTo>
                  <a:pt x="131576" y="38174"/>
                </a:lnTo>
                <a:lnTo>
                  <a:pt x="153175" y="35647"/>
                </a:lnTo>
                <a:close/>
                <a:moveTo>
                  <a:pt x="138445" y="29384"/>
                </a:moveTo>
                <a:lnTo>
                  <a:pt x="123715" y="23297"/>
                </a:lnTo>
                <a:lnTo>
                  <a:pt x="131576" y="38174"/>
                </a:lnTo>
                <a:close/>
                <a:moveTo>
                  <a:pt x="138445" y="29384"/>
                </a:moveTo>
                <a:lnTo>
                  <a:pt x="145314" y="18964"/>
                </a:lnTo>
                <a:lnTo>
                  <a:pt x="123715" y="23297"/>
                </a:lnTo>
                <a:close/>
                <a:moveTo>
                  <a:pt x="138445" y="29384"/>
                </a:moveTo>
                <a:lnTo>
                  <a:pt x="153175" y="35647"/>
                </a:lnTo>
                <a:lnTo>
                  <a:pt x="145314" y="18964"/>
                </a:lnTo>
                <a:close/>
                <a:moveTo>
                  <a:pt x="116846" y="33118"/>
                </a:moveTo>
                <a:lnTo>
                  <a:pt x="123715" y="23297"/>
                </a:lnTo>
                <a:lnTo>
                  <a:pt x="102116" y="26251"/>
                </a:lnTo>
                <a:close/>
                <a:moveTo>
                  <a:pt x="116846" y="33118"/>
                </a:moveTo>
                <a:lnTo>
                  <a:pt x="131576" y="38174"/>
                </a:lnTo>
                <a:lnTo>
                  <a:pt x="123715" y="23297"/>
                </a:lnTo>
                <a:close/>
                <a:moveTo>
                  <a:pt x="108985" y="17559"/>
                </a:moveTo>
                <a:lnTo>
                  <a:pt x="102116" y="26251"/>
                </a:lnTo>
                <a:lnTo>
                  <a:pt x="123715" y="23297"/>
                </a:lnTo>
                <a:close/>
                <a:moveTo>
                  <a:pt x="108985" y="17559"/>
                </a:moveTo>
                <a:lnTo>
                  <a:pt x="94255" y="9654"/>
                </a:lnTo>
                <a:lnTo>
                  <a:pt x="102116" y="26251"/>
                </a:lnTo>
                <a:close/>
                <a:moveTo>
                  <a:pt x="87387" y="19929"/>
                </a:moveTo>
                <a:lnTo>
                  <a:pt x="80518" y="28058"/>
                </a:lnTo>
                <a:lnTo>
                  <a:pt x="102116" y="26251"/>
                </a:lnTo>
                <a:close/>
                <a:moveTo>
                  <a:pt x="87387" y="19929"/>
                </a:moveTo>
                <a:lnTo>
                  <a:pt x="72657" y="12182"/>
                </a:lnTo>
                <a:lnTo>
                  <a:pt x="80518" y="28058"/>
                </a:lnTo>
                <a:close/>
                <a:moveTo>
                  <a:pt x="87387" y="19929"/>
                </a:moveTo>
                <a:lnTo>
                  <a:pt x="94255" y="9654"/>
                </a:lnTo>
                <a:lnTo>
                  <a:pt x="72657" y="12182"/>
                </a:lnTo>
                <a:close/>
                <a:moveTo>
                  <a:pt x="87387" y="19929"/>
                </a:moveTo>
                <a:lnTo>
                  <a:pt x="102116" y="26251"/>
                </a:lnTo>
                <a:lnTo>
                  <a:pt x="94255" y="9654"/>
                </a:lnTo>
                <a:close/>
                <a:moveTo>
                  <a:pt x="65788" y="22364"/>
                </a:moveTo>
                <a:lnTo>
                  <a:pt x="72657" y="12182"/>
                </a:lnTo>
                <a:lnTo>
                  <a:pt x="51058" y="15795"/>
                </a:lnTo>
                <a:close/>
                <a:moveTo>
                  <a:pt x="65788" y="22364"/>
                </a:moveTo>
                <a:lnTo>
                  <a:pt x="80518" y="28058"/>
                </a:lnTo>
                <a:lnTo>
                  <a:pt x="72657" y="12182"/>
                </a:lnTo>
                <a:close/>
                <a:moveTo>
                  <a:pt x="44190" y="25090"/>
                </a:moveTo>
                <a:lnTo>
                  <a:pt x="51058" y="15795"/>
                </a:lnTo>
                <a:lnTo>
                  <a:pt x="29460" y="18737"/>
                </a:lnTo>
                <a:close/>
                <a:moveTo>
                  <a:pt x="57927" y="4842"/>
                </a:moveTo>
                <a:lnTo>
                  <a:pt x="51058" y="15795"/>
                </a:lnTo>
                <a:lnTo>
                  <a:pt x="72657" y="12182"/>
                </a:lnTo>
                <a:close/>
                <a:moveTo>
                  <a:pt x="57927" y="4842"/>
                </a:moveTo>
                <a:lnTo>
                  <a:pt x="43197" y="0"/>
                </a:lnTo>
                <a:lnTo>
                  <a:pt x="51058" y="15795"/>
                </a:lnTo>
                <a:close/>
                <a:moveTo>
                  <a:pt x="36328" y="10883"/>
                </a:moveTo>
                <a:lnTo>
                  <a:pt x="29460" y="18737"/>
                </a:lnTo>
                <a:lnTo>
                  <a:pt x="51058" y="15795"/>
                </a:lnTo>
                <a:close/>
                <a:moveTo>
                  <a:pt x="36328" y="10883"/>
                </a:moveTo>
                <a:lnTo>
                  <a:pt x="21599" y="5725"/>
                </a:lnTo>
                <a:lnTo>
                  <a:pt x="29460" y="18737"/>
                </a:lnTo>
                <a:close/>
                <a:moveTo>
                  <a:pt x="36328" y="10883"/>
                </a:moveTo>
                <a:lnTo>
                  <a:pt x="43197" y="0"/>
                </a:lnTo>
                <a:lnTo>
                  <a:pt x="21599" y="5725"/>
                </a:lnTo>
                <a:close/>
                <a:moveTo>
                  <a:pt x="36328" y="10883"/>
                </a:moveTo>
                <a:lnTo>
                  <a:pt x="51058" y="15795"/>
                </a:lnTo>
                <a:lnTo>
                  <a:pt x="43197" y="0"/>
                </a:lnTo>
                <a:close/>
                <a:moveTo>
                  <a:pt x="14730" y="13513"/>
                </a:moveTo>
                <a:lnTo>
                  <a:pt x="21599" y="5725"/>
                </a:lnTo>
                <a:lnTo>
                  <a:pt x="0" y="7920"/>
                </a:lnTo>
                <a:close/>
                <a:moveTo>
                  <a:pt x="14730" y="13513"/>
                </a:moveTo>
                <a:lnTo>
                  <a:pt x="29460" y="18737"/>
                </a:lnTo>
                <a:lnTo>
                  <a:pt x="21599" y="5725"/>
                </a:lnTo>
                <a:close/>
                <a:moveTo>
                  <a:pt x="6869" y="1329"/>
                </a:moveTo>
                <a:lnTo>
                  <a:pt x="0" y="7920"/>
                </a:lnTo>
                <a:lnTo>
                  <a:pt x="21599" y="5725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718" name="PANEL_01-slope-33-220_1012">
            <a:extLst>
              <a:ext uri="{FF2B5EF4-FFF2-40B4-BE49-F238E27FC236}">
                <a16:creationId xmlns:a16="http://schemas.microsoft.com/office/drawing/2014/main" id="{64AA1560-AE18-4CFF-B2FC-244DD17E8271}"/>
              </a:ext>
            </a:extLst>
          </p:cNvPr>
          <p:cNvSpPr>
            <a:spLocks/>
          </p:cNvSpPr>
          <p:nvPr/>
        </p:nvSpPr>
        <p:spPr>
          <a:xfrm>
            <a:off x="878042" y="1211080"/>
            <a:ext cx="452287" cy="99140"/>
          </a:xfrm>
          <a:custGeom>
            <a:pathLst>
              <a:path w="306349" h="67150">
                <a:moveTo>
                  <a:pt x="291620" y="60606"/>
                </a:moveTo>
                <a:lnTo>
                  <a:pt x="284751" y="66931"/>
                </a:lnTo>
                <a:lnTo>
                  <a:pt x="306349" y="65662"/>
                </a:lnTo>
                <a:close/>
                <a:moveTo>
                  <a:pt x="291620" y="60606"/>
                </a:moveTo>
                <a:lnTo>
                  <a:pt x="276890" y="53739"/>
                </a:lnTo>
                <a:lnTo>
                  <a:pt x="284751" y="66931"/>
                </a:lnTo>
                <a:close/>
                <a:moveTo>
                  <a:pt x="270021" y="61887"/>
                </a:moveTo>
                <a:lnTo>
                  <a:pt x="263152" y="67150"/>
                </a:lnTo>
                <a:lnTo>
                  <a:pt x="284751" y="66931"/>
                </a:lnTo>
                <a:close/>
                <a:moveTo>
                  <a:pt x="270021" y="61887"/>
                </a:moveTo>
                <a:lnTo>
                  <a:pt x="255291" y="55546"/>
                </a:lnTo>
                <a:lnTo>
                  <a:pt x="263152" y="67150"/>
                </a:lnTo>
                <a:close/>
                <a:moveTo>
                  <a:pt x="248423" y="63028"/>
                </a:moveTo>
                <a:lnTo>
                  <a:pt x="233693" y="57324"/>
                </a:lnTo>
                <a:lnTo>
                  <a:pt x="241554" y="66349"/>
                </a:lnTo>
                <a:close/>
                <a:moveTo>
                  <a:pt x="248423" y="63028"/>
                </a:moveTo>
                <a:lnTo>
                  <a:pt x="255291" y="55546"/>
                </a:lnTo>
                <a:lnTo>
                  <a:pt x="233693" y="57324"/>
                </a:lnTo>
                <a:close/>
                <a:moveTo>
                  <a:pt x="248423" y="63028"/>
                </a:moveTo>
                <a:lnTo>
                  <a:pt x="263152" y="67150"/>
                </a:lnTo>
                <a:lnTo>
                  <a:pt x="255291" y="55546"/>
                </a:lnTo>
                <a:close/>
                <a:moveTo>
                  <a:pt x="226824" y="63838"/>
                </a:moveTo>
                <a:lnTo>
                  <a:pt x="233693" y="57324"/>
                </a:lnTo>
                <a:lnTo>
                  <a:pt x="212094" y="57945"/>
                </a:lnTo>
                <a:close/>
                <a:moveTo>
                  <a:pt x="218963" y="52579"/>
                </a:moveTo>
                <a:lnTo>
                  <a:pt x="212094" y="57945"/>
                </a:lnTo>
                <a:lnTo>
                  <a:pt x="233693" y="57324"/>
                </a:lnTo>
                <a:close/>
                <a:moveTo>
                  <a:pt x="218963" y="52579"/>
                </a:moveTo>
                <a:lnTo>
                  <a:pt x="204233" y="46225"/>
                </a:lnTo>
                <a:lnTo>
                  <a:pt x="212094" y="57945"/>
                </a:lnTo>
                <a:close/>
                <a:moveTo>
                  <a:pt x="197364" y="52950"/>
                </a:moveTo>
                <a:lnTo>
                  <a:pt x="182634" y="47503"/>
                </a:lnTo>
                <a:lnTo>
                  <a:pt x="190496" y="57781"/>
                </a:lnTo>
                <a:close/>
                <a:moveTo>
                  <a:pt x="197364" y="52950"/>
                </a:moveTo>
                <a:lnTo>
                  <a:pt x="204233" y="46225"/>
                </a:lnTo>
                <a:lnTo>
                  <a:pt x="182634" y="47503"/>
                </a:lnTo>
                <a:close/>
                <a:moveTo>
                  <a:pt x="197364" y="52950"/>
                </a:moveTo>
                <a:lnTo>
                  <a:pt x="212094" y="57945"/>
                </a:lnTo>
                <a:lnTo>
                  <a:pt x="204233" y="46225"/>
                </a:lnTo>
                <a:close/>
                <a:moveTo>
                  <a:pt x="175766" y="54081"/>
                </a:moveTo>
                <a:lnTo>
                  <a:pt x="182634" y="47503"/>
                </a:lnTo>
                <a:lnTo>
                  <a:pt x="161036" y="48236"/>
                </a:lnTo>
                <a:close/>
                <a:moveTo>
                  <a:pt x="189503" y="41001"/>
                </a:moveTo>
                <a:lnTo>
                  <a:pt x="182634" y="47503"/>
                </a:lnTo>
                <a:lnTo>
                  <a:pt x="204233" y="46225"/>
                </a:lnTo>
                <a:close/>
                <a:moveTo>
                  <a:pt x="167905" y="41980"/>
                </a:moveTo>
                <a:lnTo>
                  <a:pt x="161036" y="48236"/>
                </a:lnTo>
                <a:lnTo>
                  <a:pt x="182634" y="47503"/>
                </a:lnTo>
                <a:close/>
                <a:moveTo>
                  <a:pt x="167905" y="41980"/>
                </a:moveTo>
                <a:lnTo>
                  <a:pt x="153175" y="36257"/>
                </a:lnTo>
                <a:lnTo>
                  <a:pt x="161036" y="48236"/>
                </a:lnTo>
                <a:close/>
                <a:moveTo>
                  <a:pt x="167905" y="41980"/>
                </a:moveTo>
                <a:lnTo>
                  <a:pt x="182634" y="47503"/>
                </a:lnTo>
                <a:lnTo>
                  <a:pt x="174773" y="35408"/>
                </a:lnTo>
                <a:close/>
                <a:moveTo>
                  <a:pt x="146306" y="42802"/>
                </a:moveTo>
                <a:lnTo>
                  <a:pt x="131576" y="36375"/>
                </a:lnTo>
                <a:lnTo>
                  <a:pt x="139437" y="47884"/>
                </a:lnTo>
                <a:close/>
                <a:moveTo>
                  <a:pt x="146306" y="42802"/>
                </a:moveTo>
                <a:lnTo>
                  <a:pt x="153175" y="36257"/>
                </a:lnTo>
                <a:lnTo>
                  <a:pt x="131576" y="36375"/>
                </a:lnTo>
                <a:close/>
                <a:moveTo>
                  <a:pt x="146306" y="42802"/>
                </a:moveTo>
                <a:lnTo>
                  <a:pt x="161036" y="48236"/>
                </a:lnTo>
                <a:lnTo>
                  <a:pt x="153175" y="36257"/>
                </a:lnTo>
                <a:close/>
                <a:moveTo>
                  <a:pt x="124708" y="42025"/>
                </a:moveTo>
                <a:lnTo>
                  <a:pt x="131576" y="36375"/>
                </a:lnTo>
                <a:lnTo>
                  <a:pt x="109978" y="36056"/>
                </a:lnTo>
                <a:close/>
                <a:moveTo>
                  <a:pt x="138445" y="30413"/>
                </a:moveTo>
                <a:lnTo>
                  <a:pt x="131576" y="36375"/>
                </a:lnTo>
                <a:lnTo>
                  <a:pt x="153175" y="36257"/>
                </a:lnTo>
                <a:close/>
                <a:moveTo>
                  <a:pt x="116846" y="30260"/>
                </a:moveTo>
                <a:lnTo>
                  <a:pt x="109978" y="36056"/>
                </a:lnTo>
                <a:lnTo>
                  <a:pt x="131576" y="36375"/>
                </a:lnTo>
                <a:close/>
                <a:moveTo>
                  <a:pt x="116846" y="30260"/>
                </a:moveTo>
                <a:lnTo>
                  <a:pt x="102116" y="24092"/>
                </a:lnTo>
                <a:lnTo>
                  <a:pt x="109978" y="36056"/>
                </a:lnTo>
                <a:close/>
                <a:moveTo>
                  <a:pt x="116846" y="30260"/>
                </a:moveTo>
                <a:lnTo>
                  <a:pt x="131576" y="36375"/>
                </a:lnTo>
                <a:lnTo>
                  <a:pt x="123715" y="24595"/>
                </a:lnTo>
                <a:close/>
                <a:moveTo>
                  <a:pt x="95248" y="29089"/>
                </a:moveTo>
                <a:lnTo>
                  <a:pt x="80518" y="23315"/>
                </a:lnTo>
                <a:lnTo>
                  <a:pt x="88379" y="35695"/>
                </a:lnTo>
                <a:close/>
                <a:moveTo>
                  <a:pt x="95248" y="29089"/>
                </a:moveTo>
                <a:lnTo>
                  <a:pt x="102116" y="24092"/>
                </a:lnTo>
                <a:lnTo>
                  <a:pt x="80518" y="23315"/>
                </a:lnTo>
                <a:close/>
                <a:moveTo>
                  <a:pt x="95248" y="29089"/>
                </a:moveTo>
                <a:lnTo>
                  <a:pt x="109978" y="36056"/>
                </a:lnTo>
                <a:lnTo>
                  <a:pt x="102116" y="24092"/>
                </a:lnTo>
                <a:close/>
                <a:moveTo>
                  <a:pt x="73649" y="28548"/>
                </a:moveTo>
                <a:lnTo>
                  <a:pt x="80518" y="23315"/>
                </a:lnTo>
                <a:lnTo>
                  <a:pt x="58919" y="22854"/>
                </a:lnTo>
                <a:close/>
                <a:moveTo>
                  <a:pt x="87387" y="18143"/>
                </a:moveTo>
                <a:lnTo>
                  <a:pt x="80518" y="23315"/>
                </a:lnTo>
                <a:lnTo>
                  <a:pt x="102116" y="24092"/>
                </a:lnTo>
                <a:close/>
                <a:moveTo>
                  <a:pt x="65788" y="17481"/>
                </a:moveTo>
                <a:lnTo>
                  <a:pt x="58919" y="22854"/>
                </a:lnTo>
                <a:lnTo>
                  <a:pt x="80518" y="23315"/>
                </a:lnTo>
                <a:close/>
                <a:moveTo>
                  <a:pt x="65788" y="17481"/>
                </a:moveTo>
                <a:lnTo>
                  <a:pt x="51058" y="12345"/>
                </a:lnTo>
                <a:lnTo>
                  <a:pt x="58919" y="22854"/>
                </a:lnTo>
                <a:close/>
                <a:moveTo>
                  <a:pt x="65788" y="17481"/>
                </a:moveTo>
                <a:lnTo>
                  <a:pt x="80518" y="23315"/>
                </a:lnTo>
                <a:lnTo>
                  <a:pt x="72657" y="12716"/>
                </a:lnTo>
                <a:close/>
                <a:moveTo>
                  <a:pt x="44190" y="16618"/>
                </a:moveTo>
                <a:lnTo>
                  <a:pt x="29460" y="11422"/>
                </a:lnTo>
                <a:lnTo>
                  <a:pt x="37321" y="21886"/>
                </a:lnTo>
                <a:close/>
                <a:moveTo>
                  <a:pt x="44190" y="16618"/>
                </a:moveTo>
                <a:lnTo>
                  <a:pt x="51058" y="12345"/>
                </a:lnTo>
                <a:lnTo>
                  <a:pt x="29460" y="11422"/>
                </a:lnTo>
                <a:close/>
                <a:moveTo>
                  <a:pt x="44190" y="16618"/>
                </a:moveTo>
                <a:lnTo>
                  <a:pt x="58919" y="22854"/>
                </a:lnTo>
                <a:lnTo>
                  <a:pt x="51058" y="12345"/>
                </a:lnTo>
                <a:close/>
                <a:moveTo>
                  <a:pt x="22591" y="15406"/>
                </a:moveTo>
                <a:lnTo>
                  <a:pt x="29460" y="11422"/>
                </a:lnTo>
                <a:lnTo>
                  <a:pt x="7861" y="9875"/>
                </a:lnTo>
                <a:close/>
                <a:moveTo>
                  <a:pt x="14730" y="6256"/>
                </a:moveTo>
                <a:lnTo>
                  <a:pt x="7861" y="9875"/>
                </a:lnTo>
                <a:lnTo>
                  <a:pt x="29460" y="11422"/>
                </a:lnTo>
                <a:close/>
                <a:moveTo>
                  <a:pt x="14730" y="6256"/>
                </a:moveTo>
                <a:lnTo>
                  <a:pt x="0" y="0"/>
                </a:lnTo>
                <a:lnTo>
                  <a:pt x="7861" y="9875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719" name="PANEL_01-slope-33-225_1013">
            <a:extLst>
              <a:ext uri="{FF2B5EF4-FFF2-40B4-BE49-F238E27FC236}">
                <a16:creationId xmlns:a16="http://schemas.microsoft.com/office/drawing/2014/main" id="{D13DC426-BD9F-45E8-A3E4-2656CB8356D3}"/>
              </a:ext>
            </a:extLst>
          </p:cNvPr>
          <p:cNvSpPr>
            <a:spLocks/>
          </p:cNvSpPr>
          <p:nvPr/>
        </p:nvSpPr>
        <p:spPr>
          <a:xfrm>
            <a:off x="1201313" y="1274982"/>
            <a:ext cx="97128" cy="34914"/>
          </a:xfrm>
          <a:custGeom>
            <a:pathLst>
              <a:path w="65788" h="23648">
                <a:moveTo>
                  <a:pt x="51058" y="18604"/>
                </a:moveTo>
                <a:lnTo>
                  <a:pt x="57927" y="10456"/>
                </a:lnTo>
                <a:lnTo>
                  <a:pt x="36328" y="12263"/>
                </a:lnTo>
                <a:close/>
                <a:moveTo>
                  <a:pt x="51058" y="18604"/>
                </a:moveTo>
                <a:lnTo>
                  <a:pt x="65788" y="23648"/>
                </a:lnTo>
                <a:lnTo>
                  <a:pt x="57927" y="10456"/>
                </a:lnTo>
                <a:close/>
                <a:moveTo>
                  <a:pt x="21599" y="6570"/>
                </a:moveTo>
                <a:lnTo>
                  <a:pt x="14730" y="14041"/>
                </a:lnTo>
                <a:lnTo>
                  <a:pt x="36328" y="12263"/>
                </a:lnTo>
                <a:close/>
                <a:moveTo>
                  <a:pt x="21599" y="6570"/>
                </a:moveTo>
                <a:lnTo>
                  <a:pt x="6869" y="0"/>
                </a:lnTo>
                <a:lnTo>
                  <a:pt x="14730" y="14041"/>
                </a:lnTo>
                <a:close/>
                <a:moveTo>
                  <a:pt x="0" y="9295"/>
                </a:moveTo>
                <a:lnTo>
                  <a:pt x="14730" y="14041"/>
                </a:lnTo>
                <a:lnTo>
                  <a:pt x="6869" y="0"/>
                </a:lnTo>
                <a:close/>
              </a:path>
            </a:pathLst>
          </a:custGeom>
          <a:solidFill>
            <a:srgbClr val="F8F8F8"/>
          </a:solidFill>
          <a:ln w="1417">
            <a:solidFill>
              <a:srgbClr val="F8F8F8"/>
            </a:solidFill>
            <a:prstDash val="solid"/>
          </a:ln>
        </p:spPr>
      </p:sp>
      <p:sp>
        <p:nvSpPr>
          <p:cNvPr id="720" name="PANEL_01-slope-34-215_1014">
            <a:extLst>
              <a:ext uri="{FF2B5EF4-FFF2-40B4-BE49-F238E27FC236}">
                <a16:creationId xmlns:a16="http://schemas.microsoft.com/office/drawing/2014/main" id="{585BA2A7-FE0C-4CD1-9481-39C0F8C4CC5A}"/>
              </a:ext>
            </a:extLst>
          </p:cNvPr>
          <p:cNvSpPr>
            <a:spLocks/>
          </p:cNvSpPr>
          <p:nvPr/>
        </p:nvSpPr>
        <p:spPr>
          <a:xfrm>
            <a:off x="1159285" y="1296386"/>
            <a:ext cx="75381" cy="12650"/>
          </a:xfrm>
          <a:custGeom>
            <a:pathLst>
              <a:path w="51058" h="8568">
                <a:moveTo>
                  <a:pt x="36328" y="6058"/>
                </a:moveTo>
                <a:lnTo>
                  <a:pt x="29460" y="6548"/>
                </a:lnTo>
                <a:lnTo>
                  <a:pt x="51058" y="8568"/>
                </a:lnTo>
                <a:close/>
                <a:moveTo>
                  <a:pt x="36328" y="6058"/>
                </a:moveTo>
                <a:lnTo>
                  <a:pt x="21599" y="164"/>
                </a:lnTo>
                <a:lnTo>
                  <a:pt x="29460" y="6548"/>
                </a:lnTo>
                <a:close/>
                <a:moveTo>
                  <a:pt x="14730" y="4632"/>
                </a:moveTo>
                <a:lnTo>
                  <a:pt x="0" y="0"/>
                </a:lnTo>
                <a:lnTo>
                  <a:pt x="7861" y="4383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721" name="PANEL_01-slope-34-220_1015">
            <a:extLst>
              <a:ext uri="{FF2B5EF4-FFF2-40B4-BE49-F238E27FC236}">
                <a16:creationId xmlns:a16="http://schemas.microsoft.com/office/drawing/2014/main" id="{6FF429C6-FA98-404A-AA68-D5ED605DA024}"/>
              </a:ext>
            </a:extLst>
          </p:cNvPr>
          <p:cNvSpPr>
            <a:spLocks/>
          </p:cNvSpPr>
          <p:nvPr/>
        </p:nvSpPr>
        <p:spPr>
          <a:xfrm>
            <a:off x="889648" y="1225660"/>
            <a:ext cx="376906" cy="84559"/>
          </a:xfrm>
          <a:custGeom>
            <a:pathLst>
              <a:path w="255291" h="57275">
                <a:moveTo>
                  <a:pt x="240561" y="53153"/>
                </a:moveTo>
                <a:lnTo>
                  <a:pt x="233693" y="56474"/>
                </a:lnTo>
                <a:lnTo>
                  <a:pt x="255291" y="57275"/>
                </a:lnTo>
                <a:close/>
                <a:moveTo>
                  <a:pt x="218963" y="53963"/>
                </a:moveTo>
                <a:lnTo>
                  <a:pt x="233693" y="56474"/>
                </a:lnTo>
                <a:lnTo>
                  <a:pt x="225831" y="47449"/>
                </a:lnTo>
                <a:close/>
                <a:moveTo>
                  <a:pt x="197364" y="52538"/>
                </a:moveTo>
                <a:lnTo>
                  <a:pt x="204233" y="48070"/>
                </a:lnTo>
                <a:lnTo>
                  <a:pt x="182634" y="47905"/>
                </a:lnTo>
                <a:close/>
                <a:moveTo>
                  <a:pt x="197364" y="52538"/>
                </a:moveTo>
                <a:lnTo>
                  <a:pt x="212094" y="54453"/>
                </a:lnTo>
                <a:lnTo>
                  <a:pt x="204233" y="48070"/>
                </a:lnTo>
                <a:close/>
                <a:moveTo>
                  <a:pt x="175766" y="51804"/>
                </a:moveTo>
                <a:lnTo>
                  <a:pt x="182634" y="47905"/>
                </a:lnTo>
                <a:lnTo>
                  <a:pt x="161036" y="47507"/>
                </a:lnTo>
                <a:close/>
                <a:moveTo>
                  <a:pt x="189503" y="43074"/>
                </a:moveTo>
                <a:lnTo>
                  <a:pt x="182634" y="47905"/>
                </a:lnTo>
                <a:lnTo>
                  <a:pt x="204233" y="48070"/>
                </a:lnTo>
                <a:close/>
                <a:moveTo>
                  <a:pt x="167905" y="44205"/>
                </a:moveTo>
                <a:lnTo>
                  <a:pt x="161036" y="47507"/>
                </a:lnTo>
                <a:lnTo>
                  <a:pt x="182634" y="47905"/>
                </a:lnTo>
                <a:close/>
                <a:moveTo>
                  <a:pt x="167905" y="44205"/>
                </a:moveTo>
                <a:lnTo>
                  <a:pt x="153175" y="38361"/>
                </a:lnTo>
                <a:lnTo>
                  <a:pt x="161036" y="47507"/>
                </a:lnTo>
                <a:close/>
                <a:moveTo>
                  <a:pt x="167905" y="44205"/>
                </a:moveTo>
                <a:lnTo>
                  <a:pt x="182634" y="47905"/>
                </a:lnTo>
                <a:lnTo>
                  <a:pt x="174773" y="37628"/>
                </a:lnTo>
                <a:close/>
                <a:moveTo>
                  <a:pt x="146306" y="44205"/>
                </a:moveTo>
                <a:lnTo>
                  <a:pt x="131576" y="38008"/>
                </a:lnTo>
                <a:lnTo>
                  <a:pt x="139437" y="46181"/>
                </a:lnTo>
                <a:close/>
                <a:moveTo>
                  <a:pt x="146306" y="44205"/>
                </a:moveTo>
                <a:lnTo>
                  <a:pt x="153175" y="38361"/>
                </a:lnTo>
                <a:lnTo>
                  <a:pt x="131576" y="38008"/>
                </a:lnTo>
                <a:close/>
                <a:moveTo>
                  <a:pt x="146306" y="44205"/>
                </a:moveTo>
                <a:lnTo>
                  <a:pt x="161036" y="47507"/>
                </a:lnTo>
                <a:lnTo>
                  <a:pt x="153175" y="38361"/>
                </a:lnTo>
                <a:close/>
                <a:moveTo>
                  <a:pt x="124708" y="42752"/>
                </a:moveTo>
                <a:lnTo>
                  <a:pt x="131576" y="38008"/>
                </a:lnTo>
                <a:lnTo>
                  <a:pt x="109978" y="37739"/>
                </a:lnTo>
                <a:close/>
                <a:moveTo>
                  <a:pt x="138445" y="32927"/>
                </a:moveTo>
                <a:lnTo>
                  <a:pt x="131576" y="38008"/>
                </a:lnTo>
                <a:lnTo>
                  <a:pt x="153175" y="38361"/>
                </a:lnTo>
                <a:close/>
                <a:moveTo>
                  <a:pt x="116846" y="32150"/>
                </a:moveTo>
                <a:lnTo>
                  <a:pt x="109978" y="37739"/>
                </a:lnTo>
                <a:lnTo>
                  <a:pt x="131576" y="38008"/>
                </a:lnTo>
                <a:close/>
                <a:moveTo>
                  <a:pt x="116846" y="32150"/>
                </a:moveTo>
                <a:lnTo>
                  <a:pt x="102116" y="26181"/>
                </a:lnTo>
                <a:lnTo>
                  <a:pt x="109978" y="37739"/>
                </a:lnTo>
                <a:close/>
                <a:moveTo>
                  <a:pt x="116846" y="32150"/>
                </a:moveTo>
                <a:lnTo>
                  <a:pt x="131576" y="38008"/>
                </a:lnTo>
                <a:lnTo>
                  <a:pt x="123715" y="26500"/>
                </a:lnTo>
                <a:close/>
                <a:moveTo>
                  <a:pt x="95248" y="32975"/>
                </a:moveTo>
                <a:lnTo>
                  <a:pt x="88379" y="37800"/>
                </a:lnTo>
                <a:lnTo>
                  <a:pt x="109978" y="37739"/>
                </a:lnTo>
                <a:close/>
                <a:moveTo>
                  <a:pt x="95248" y="32975"/>
                </a:moveTo>
                <a:lnTo>
                  <a:pt x="80518" y="25819"/>
                </a:lnTo>
                <a:lnTo>
                  <a:pt x="88379" y="37800"/>
                </a:lnTo>
                <a:close/>
                <a:moveTo>
                  <a:pt x="95248" y="32975"/>
                </a:moveTo>
                <a:lnTo>
                  <a:pt x="102116" y="26181"/>
                </a:lnTo>
                <a:lnTo>
                  <a:pt x="80518" y="25819"/>
                </a:lnTo>
                <a:close/>
                <a:moveTo>
                  <a:pt x="95248" y="32975"/>
                </a:moveTo>
                <a:lnTo>
                  <a:pt x="109978" y="37739"/>
                </a:lnTo>
                <a:lnTo>
                  <a:pt x="102116" y="26181"/>
                </a:lnTo>
                <a:close/>
                <a:moveTo>
                  <a:pt x="73649" y="32416"/>
                </a:moveTo>
                <a:lnTo>
                  <a:pt x="80518" y="25819"/>
                </a:lnTo>
                <a:lnTo>
                  <a:pt x="58919" y="24592"/>
                </a:lnTo>
                <a:close/>
                <a:moveTo>
                  <a:pt x="73649" y="32416"/>
                </a:moveTo>
                <a:lnTo>
                  <a:pt x="88379" y="37800"/>
                </a:lnTo>
                <a:lnTo>
                  <a:pt x="80518" y="25819"/>
                </a:lnTo>
                <a:close/>
                <a:moveTo>
                  <a:pt x="87387" y="19214"/>
                </a:moveTo>
                <a:lnTo>
                  <a:pt x="80518" y="25819"/>
                </a:lnTo>
                <a:lnTo>
                  <a:pt x="102116" y="26181"/>
                </a:lnTo>
                <a:close/>
                <a:moveTo>
                  <a:pt x="65788" y="18673"/>
                </a:moveTo>
                <a:lnTo>
                  <a:pt x="58919" y="24592"/>
                </a:lnTo>
                <a:lnTo>
                  <a:pt x="80518" y="25819"/>
                </a:lnTo>
                <a:close/>
                <a:moveTo>
                  <a:pt x="65788" y="18673"/>
                </a:moveTo>
                <a:lnTo>
                  <a:pt x="51058" y="12979"/>
                </a:lnTo>
                <a:lnTo>
                  <a:pt x="58919" y="24592"/>
                </a:lnTo>
                <a:close/>
                <a:moveTo>
                  <a:pt x="65788" y="18673"/>
                </a:moveTo>
                <a:lnTo>
                  <a:pt x="80518" y="25819"/>
                </a:lnTo>
                <a:lnTo>
                  <a:pt x="72657" y="13440"/>
                </a:lnTo>
                <a:close/>
                <a:moveTo>
                  <a:pt x="44190" y="18896"/>
                </a:moveTo>
                <a:lnTo>
                  <a:pt x="29460" y="12011"/>
                </a:lnTo>
                <a:lnTo>
                  <a:pt x="37321" y="21868"/>
                </a:lnTo>
                <a:close/>
                <a:moveTo>
                  <a:pt x="44190" y="18896"/>
                </a:moveTo>
                <a:lnTo>
                  <a:pt x="51058" y="12979"/>
                </a:lnTo>
                <a:lnTo>
                  <a:pt x="29460" y="12011"/>
                </a:lnTo>
                <a:close/>
                <a:moveTo>
                  <a:pt x="44190" y="18896"/>
                </a:moveTo>
                <a:lnTo>
                  <a:pt x="58919" y="24592"/>
                </a:lnTo>
                <a:lnTo>
                  <a:pt x="51058" y="12979"/>
                </a:lnTo>
                <a:close/>
                <a:moveTo>
                  <a:pt x="22591" y="16875"/>
                </a:moveTo>
                <a:lnTo>
                  <a:pt x="29460" y="12011"/>
                </a:lnTo>
                <a:lnTo>
                  <a:pt x="7861" y="9586"/>
                </a:lnTo>
                <a:close/>
                <a:moveTo>
                  <a:pt x="36328" y="6742"/>
                </a:moveTo>
                <a:lnTo>
                  <a:pt x="29460" y="12011"/>
                </a:lnTo>
                <a:lnTo>
                  <a:pt x="51058" y="12979"/>
                </a:lnTo>
                <a:close/>
                <a:moveTo>
                  <a:pt x="14730" y="5531"/>
                </a:moveTo>
                <a:lnTo>
                  <a:pt x="7861" y="9586"/>
                </a:lnTo>
                <a:lnTo>
                  <a:pt x="29460" y="12011"/>
                </a:lnTo>
                <a:close/>
                <a:moveTo>
                  <a:pt x="14730" y="5531"/>
                </a:moveTo>
                <a:lnTo>
                  <a:pt x="0" y="0"/>
                </a:lnTo>
                <a:lnTo>
                  <a:pt x="7861" y="9586"/>
                </a:lnTo>
                <a:close/>
                <a:moveTo>
                  <a:pt x="14730" y="5531"/>
                </a:moveTo>
                <a:lnTo>
                  <a:pt x="29460" y="12011"/>
                </a:lnTo>
                <a:lnTo>
                  <a:pt x="21599" y="1547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722" name="PANEL_01-slope-35-215_1016">
            <a:extLst>
              <a:ext uri="{FF2B5EF4-FFF2-40B4-BE49-F238E27FC236}">
                <a16:creationId xmlns:a16="http://schemas.microsoft.com/office/drawing/2014/main" id="{D212B84F-D03D-48EF-AD89-93D94D1AC29E}"/>
              </a:ext>
            </a:extLst>
          </p:cNvPr>
          <p:cNvSpPr>
            <a:spLocks/>
          </p:cNvSpPr>
          <p:nvPr/>
        </p:nvSpPr>
        <p:spPr>
          <a:xfrm>
            <a:off x="901255" y="1239813"/>
            <a:ext cx="301525" cy="66241"/>
          </a:xfrm>
          <a:custGeom>
            <a:pathLst>
              <a:path w="204233" h="44867">
                <a:moveTo>
                  <a:pt x="189503" y="42951"/>
                </a:moveTo>
                <a:lnTo>
                  <a:pt x="182634" y="42702"/>
                </a:lnTo>
                <a:lnTo>
                  <a:pt x="204233" y="44867"/>
                </a:lnTo>
                <a:close/>
                <a:moveTo>
                  <a:pt x="167905" y="42218"/>
                </a:moveTo>
                <a:lnTo>
                  <a:pt x="161036" y="41418"/>
                </a:lnTo>
                <a:lnTo>
                  <a:pt x="182634" y="42702"/>
                </a:lnTo>
                <a:close/>
                <a:moveTo>
                  <a:pt x="167905" y="42218"/>
                </a:moveTo>
                <a:lnTo>
                  <a:pt x="153175" y="37920"/>
                </a:lnTo>
                <a:lnTo>
                  <a:pt x="161036" y="41418"/>
                </a:lnTo>
                <a:close/>
                <a:moveTo>
                  <a:pt x="146306" y="40226"/>
                </a:moveTo>
                <a:lnTo>
                  <a:pt x="153175" y="37920"/>
                </a:lnTo>
                <a:lnTo>
                  <a:pt x="131576" y="36595"/>
                </a:lnTo>
                <a:close/>
                <a:moveTo>
                  <a:pt x="146306" y="40226"/>
                </a:moveTo>
                <a:lnTo>
                  <a:pt x="161036" y="41418"/>
                </a:lnTo>
                <a:lnTo>
                  <a:pt x="153175" y="37920"/>
                </a:lnTo>
                <a:close/>
                <a:moveTo>
                  <a:pt x="124708" y="38368"/>
                </a:moveTo>
                <a:lnTo>
                  <a:pt x="131576" y="36595"/>
                </a:lnTo>
                <a:lnTo>
                  <a:pt x="109978" y="35763"/>
                </a:lnTo>
                <a:close/>
                <a:moveTo>
                  <a:pt x="138445" y="34618"/>
                </a:moveTo>
                <a:lnTo>
                  <a:pt x="131576" y="36595"/>
                </a:lnTo>
                <a:lnTo>
                  <a:pt x="153175" y="37920"/>
                </a:lnTo>
                <a:close/>
                <a:moveTo>
                  <a:pt x="44190" y="18796"/>
                </a:moveTo>
                <a:lnTo>
                  <a:pt x="29460" y="12282"/>
                </a:lnTo>
                <a:lnTo>
                  <a:pt x="37321" y="22170"/>
                </a:lnTo>
                <a:close/>
                <a:moveTo>
                  <a:pt x="22591" y="13732"/>
                </a:moveTo>
                <a:lnTo>
                  <a:pt x="29460" y="12282"/>
                </a:lnTo>
                <a:lnTo>
                  <a:pt x="7861" y="8659"/>
                </a:lnTo>
                <a:close/>
                <a:moveTo>
                  <a:pt x="14730" y="7289"/>
                </a:moveTo>
                <a:lnTo>
                  <a:pt x="7861" y="8659"/>
                </a:lnTo>
                <a:lnTo>
                  <a:pt x="29460" y="12282"/>
                </a:lnTo>
                <a:close/>
                <a:moveTo>
                  <a:pt x="14730" y="7289"/>
                </a:moveTo>
                <a:lnTo>
                  <a:pt x="0" y="0"/>
                </a:lnTo>
                <a:lnTo>
                  <a:pt x="7861" y="8659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723" name="PANEL_01-slope-35-220_1017">
            <a:extLst>
              <a:ext uri="{FF2B5EF4-FFF2-40B4-BE49-F238E27FC236}">
                <a16:creationId xmlns:a16="http://schemas.microsoft.com/office/drawing/2014/main" id="{2836E0DF-5DAF-45AF-9C09-CCD8E1E58F8F}"/>
              </a:ext>
            </a:extLst>
          </p:cNvPr>
          <p:cNvSpPr>
            <a:spLocks/>
          </p:cNvSpPr>
          <p:nvPr/>
        </p:nvSpPr>
        <p:spPr>
          <a:xfrm>
            <a:off x="923001" y="1243393"/>
            <a:ext cx="247890" cy="59464"/>
          </a:xfrm>
          <a:custGeom>
            <a:pathLst>
              <a:path w="167905" h="40277">
                <a:moveTo>
                  <a:pt x="153175" y="39793"/>
                </a:moveTo>
                <a:lnTo>
                  <a:pt x="167905" y="40277"/>
                </a:lnTo>
                <a:lnTo>
                  <a:pt x="160043" y="35894"/>
                </a:lnTo>
                <a:close/>
                <a:moveTo>
                  <a:pt x="102116" y="30741"/>
                </a:moveTo>
                <a:lnTo>
                  <a:pt x="95248" y="33338"/>
                </a:lnTo>
                <a:lnTo>
                  <a:pt x="116846" y="34170"/>
                </a:lnTo>
                <a:close/>
                <a:moveTo>
                  <a:pt x="102116" y="30741"/>
                </a:moveTo>
                <a:lnTo>
                  <a:pt x="87387" y="25728"/>
                </a:lnTo>
                <a:lnTo>
                  <a:pt x="95248" y="33338"/>
                </a:lnTo>
                <a:close/>
                <a:moveTo>
                  <a:pt x="102116" y="30741"/>
                </a:moveTo>
                <a:lnTo>
                  <a:pt x="116846" y="34170"/>
                </a:lnTo>
                <a:lnTo>
                  <a:pt x="108985" y="25997"/>
                </a:lnTo>
                <a:close/>
                <a:moveTo>
                  <a:pt x="80518" y="31067"/>
                </a:moveTo>
                <a:lnTo>
                  <a:pt x="65788" y="25789"/>
                </a:lnTo>
                <a:lnTo>
                  <a:pt x="73649" y="33282"/>
                </a:lnTo>
                <a:close/>
                <a:moveTo>
                  <a:pt x="80518" y="31067"/>
                </a:moveTo>
                <a:lnTo>
                  <a:pt x="87387" y="25728"/>
                </a:lnTo>
                <a:lnTo>
                  <a:pt x="65788" y="25789"/>
                </a:lnTo>
                <a:close/>
                <a:moveTo>
                  <a:pt x="80518" y="31067"/>
                </a:moveTo>
                <a:lnTo>
                  <a:pt x="95248" y="33338"/>
                </a:lnTo>
                <a:lnTo>
                  <a:pt x="87387" y="25728"/>
                </a:lnTo>
                <a:close/>
                <a:moveTo>
                  <a:pt x="58919" y="30720"/>
                </a:moveTo>
                <a:lnTo>
                  <a:pt x="65788" y="25789"/>
                </a:lnTo>
                <a:lnTo>
                  <a:pt x="44190" y="23766"/>
                </a:lnTo>
                <a:close/>
                <a:moveTo>
                  <a:pt x="51058" y="20405"/>
                </a:moveTo>
                <a:lnTo>
                  <a:pt x="44190" y="23766"/>
                </a:lnTo>
                <a:lnTo>
                  <a:pt x="65788" y="25789"/>
                </a:lnTo>
                <a:close/>
                <a:moveTo>
                  <a:pt x="51058" y="20405"/>
                </a:moveTo>
                <a:lnTo>
                  <a:pt x="36328" y="12581"/>
                </a:lnTo>
                <a:lnTo>
                  <a:pt x="44190" y="23766"/>
                </a:lnTo>
                <a:close/>
                <a:moveTo>
                  <a:pt x="29460" y="16371"/>
                </a:moveTo>
                <a:lnTo>
                  <a:pt x="36328" y="12581"/>
                </a:lnTo>
                <a:lnTo>
                  <a:pt x="14730" y="9857"/>
                </a:lnTo>
                <a:close/>
                <a:moveTo>
                  <a:pt x="29460" y="16371"/>
                </a:moveTo>
                <a:lnTo>
                  <a:pt x="44190" y="23766"/>
                </a:lnTo>
                <a:lnTo>
                  <a:pt x="36328" y="12581"/>
                </a:lnTo>
                <a:close/>
                <a:moveTo>
                  <a:pt x="21599" y="6885"/>
                </a:moveTo>
                <a:lnTo>
                  <a:pt x="14730" y="9857"/>
                </a:lnTo>
                <a:lnTo>
                  <a:pt x="36328" y="12581"/>
                </a:lnTo>
                <a:close/>
                <a:moveTo>
                  <a:pt x="0" y="4864"/>
                </a:moveTo>
                <a:lnTo>
                  <a:pt x="14730" y="9857"/>
                </a:lnTo>
                <a:lnTo>
                  <a:pt x="6869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724" name="PANEL_01-slope-36-215_1018">
            <a:extLst>
              <a:ext uri="{FF2B5EF4-FFF2-40B4-BE49-F238E27FC236}">
                <a16:creationId xmlns:a16="http://schemas.microsoft.com/office/drawing/2014/main" id="{F8212B90-AAF3-45DF-9563-00A44356EFD3}"/>
              </a:ext>
            </a:extLst>
          </p:cNvPr>
          <p:cNvSpPr>
            <a:spLocks/>
          </p:cNvSpPr>
          <p:nvPr/>
        </p:nvSpPr>
        <p:spPr>
          <a:xfrm>
            <a:off x="912861" y="1252597"/>
            <a:ext cx="226143" cy="48365"/>
          </a:xfrm>
          <a:custGeom>
            <a:pathLst>
              <a:path w="153175" h="32759">
                <a:moveTo>
                  <a:pt x="138445" y="31567"/>
                </a:moveTo>
                <a:lnTo>
                  <a:pt x="131576" y="31946"/>
                </a:lnTo>
                <a:lnTo>
                  <a:pt x="153175" y="32759"/>
                </a:lnTo>
                <a:close/>
                <a:moveTo>
                  <a:pt x="138445" y="31567"/>
                </a:moveTo>
                <a:lnTo>
                  <a:pt x="123715" y="27935"/>
                </a:lnTo>
                <a:lnTo>
                  <a:pt x="131576" y="31946"/>
                </a:lnTo>
                <a:close/>
                <a:moveTo>
                  <a:pt x="116846" y="29709"/>
                </a:moveTo>
                <a:lnTo>
                  <a:pt x="109978" y="31019"/>
                </a:lnTo>
                <a:lnTo>
                  <a:pt x="131576" y="31946"/>
                </a:lnTo>
                <a:close/>
                <a:moveTo>
                  <a:pt x="116846" y="29709"/>
                </a:moveTo>
                <a:lnTo>
                  <a:pt x="102116" y="27104"/>
                </a:lnTo>
                <a:lnTo>
                  <a:pt x="109978" y="31019"/>
                </a:lnTo>
                <a:close/>
                <a:moveTo>
                  <a:pt x="116846" y="29709"/>
                </a:moveTo>
                <a:lnTo>
                  <a:pt x="131576" y="31946"/>
                </a:lnTo>
                <a:lnTo>
                  <a:pt x="123715" y="27935"/>
                </a:lnTo>
                <a:close/>
                <a:moveTo>
                  <a:pt x="95248" y="29366"/>
                </a:moveTo>
                <a:lnTo>
                  <a:pt x="102116" y="27104"/>
                </a:lnTo>
                <a:lnTo>
                  <a:pt x="80518" y="27048"/>
                </a:lnTo>
                <a:close/>
                <a:moveTo>
                  <a:pt x="95248" y="29366"/>
                </a:moveTo>
                <a:lnTo>
                  <a:pt x="109978" y="31019"/>
                </a:lnTo>
                <a:lnTo>
                  <a:pt x="102116" y="27104"/>
                </a:lnTo>
                <a:close/>
                <a:moveTo>
                  <a:pt x="73649" y="29507"/>
                </a:moveTo>
                <a:lnTo>
                  <a:pt x="80518" y="27048"/>
                </a:lnTo>
                <a:lnTo>
                  <a:pt x="58919" y="25617"/>
                </a:lnTo>
                <a:close/>
                <a:moveTo>
                  <a:pt x="65788" y="24486"/>
                </a:moveTo>
                <a:lnTo>
                  <a:pt x="58919" y="25617"/>
                </a:lnTo>
                <a:lnTo>
                  <a:pt x="80518" y="27048"/>
                </a:lnTo>
                <a:close/>
                <a:moveTo>
                  <a:pt x="65788" y="24486"/>
                </a:moveTo>
                <a:lnTo>
                  <a:pt x="51058" y="17532"/>
                </a:lnTo>
                <a:lnTo>
                  <a:pt x="58919" y="25617"/>
                </a:lnTo>
                <a:close/>
                <a:moveTo>
                  <a:pt x="44190" y="21334"/>
                </a:moveTo>
                <a:lnTo>
                  <a:pt x="29460" y="13511"/>
                </a:lnTo>
                <a:lnTo>
                  <a:pt x="37321" y="22403"/>
                </a:lnTo>
                <a:close/>
                <a:moveTo>
                  <a:pt x="44190" y="21334"/>
                </a:moveTo>
                <a:lnTo>
                  <a:pt x="51058" y="17532"/>
                </a:lnTo>
                <a:lnTo>
                  <a:pt x="29460" y="13511"/>
                </a:lnTo>
                <a:close/>
                <a:moveTo>
                  <a:pt x="44190" y="21334"/>
                </a:moveTo>
                <a:lnTo>
                  <a:pt x="58919" y="25617"/>
                </a:lnTo>
                <a:lnTo>
                  <a:pt x="51058" y="17532"/>
                </a:lnTo>
                <a:close/>
                <a:moveTo>
                  <a:pt x="36328" y="10137"/>
                </a:moveTo>
                <a:lnTo>
                  <a:pt x="29460" y="13511"/>
                </a:lnTo>
                <a:lnTo>
                  <a:pt x="51058" y="17532"/>
                </a:lnTo>
                <a:close/>
                <a:moveTo>
                  <a:pt x="14730" y="5073"/>
                </a:moveTo>
                <a:lnTo>
                  <a:pt x="7861" y="8152"/>
                </a:lnTo>
                <a:lnTo>
                  <a:pt x="29460" y="13511"/>
                </a:lnTo>
                <a:close/>
                <a:moveTo>
                  <a:pt x="14730" y="5073"/>
                </a:moveTo>
                <a:lnTo>
                  <a:pt x="0" y="0"/>
                </a:lnTo>
                <a:lnTo>
                  <a:pt x="7861" y="8152"/>
                </a:lnTo>
                <a:close/>
                <a:moveTo>
                  <a:pt x="14730" y="5073"/>
                </a:moveTo>
                <a:lnTo>
                  <a:pt x="29460" y="13511"/>
                </a:lnTo>
                <a:lnTo>
                  <a:pt x="21599" y="3623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725" name="PANEL_01-slope-36-220_1019">
            <a:extLst>
              <a:ext uri="{FF2B5EF4-FFF2-40B4-BE49-F238E27FC236}">
                <a16:creationId xmlns:a16="http://schemas.microsoft.com/office/drawing/2014/main" id="{FCBF84A2-B267-48A1-B8E6-3AF81FCFD605}"/>
              </a:ext>
            </a:extLst>
          </p:cNvPr>
          <p:cNvSpPr>
            <a:spLocks/>
          </p:cNvSpPr>
          <p:nvPr/>
        </p:nvSpPr>
        <p:spPr>
          <a:xfrm>
            <a:off x="1009989" y="1281468"/>
            <a:ext cx="53635" cy="11144"/>
          </a:xfrm>
          <a:custGeom>
            <a:pathLst>
              <a:path w="36328" h="7549">
                <a:moveTo>
                  <a:pt x="21599" y="5278"/>
                </a:moveTo>
                <a:lnTo>
                  <a:pt x="14730" y="7493"/>
                </a:lnTo>
                <a:lnTo>
                  <a:pt x="36328" y="7549"/>
                </a:lnTo>
                <a:close/>
                <a:moveTo>
                  <a:pt x="0" y="4931"/>
                </a:moveTo>
                <a:lnTo>
                  <a:pt x="14730" y="7493"/>
                </a:lnTo>
                <a:lnTo>
                  <a:pt x="6869" y="0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726" name="PANEL_01-slope-37-215_1020">
            <a:extLst>
              <a:ext uri="{FF2B5EF4-FFF2-40B4-BE49-F238E27FC236}">
                <a16:creationId xmlns:a16="http://schemas.microsoft.com/office/drawing/2014/main" id="{639A0EC3-CD03-4023-BA4D-13166EA85A35}"/>
              </a:ext>
            </a:extLst>
          </p:cNvPr>
          <p:cNvSpPr>
            <a:spLocks/>
          </p:cNvSpPr>
          <p:nvPr/>
        </p:nvSpPr>
        <p:spPr>
          <a:xfrm>
            <a:off x="924466" y="1264631"/>
            <a:ext cx="150762" cy="33761"/>
          </a:xfrm>
          <a:custGeom>
            <a:pathLst>
              <a:path w="102116" h="22867">
                <a:moveTo>
                  <a:pt x="87387" y="21215"/>
                </a:moveTo>
                <a:lnTo>
                  <a:pt x="80518" y="21809"/>
                </a:lnTo>
                <a:lnTo>
                  <a:pt x="102116" y="22867"/>
                </a:lnTo>
                <a:close/>
                <a:moveTo>
                  <a:pt x="87387" y="21215"/>
                </a:moveTo>
                <a:lnTo>
                  <a:pt x="72657" y="18896"/>
                </a:lnTo>
                <a:lnTo>
                  <a:pt x="80518" y="21809"/>
                </a:lnTo>
                <a:close/>
                <a:moveTo>
                  <a:pt x="65788" y="21355"/>
                </a:moveTo>
                <a:lnTo>
                  <a:pt x="58919" y="20241"/>
                </a:lnTo>
                <a:lnTo>
                  <a:pt x="80518" y="21809"/>
                </a:lnTo>
                <a:close/>
                <a:moveTo>
                  <a:pt x="65788" y="21355"/>
                </a:moveTo>
                <a:lnTo>
                  <a:pt x="51058" y="17465"/>
                </a:lnTo>
                <a:lnTo>
                  <a:pt x="58919" y="20241"/>
                </a:lnTo>
                <a:close/>
                <a:moveTo>
                  <a:pt x="65788" y="21355"/>
                </a:moveTo>
                <a:lnTo>
                  <a:pt x="80518" y="21809"/>
                </a:lnTo>
                <a:lnTo>
                  <a:pt x="72657" y="18896"/>
                </a:lnTo>
                <a:close/>
                <a:moveTo>
                  <a:pt x="44190" y="18990"/>
                </a:moveTo>
                <a:lnTo>
                  <a:pt x="51058" y="17465"/>
                </a:lnTo>
                <a:lnTo>
                  <a:pt x="29460" y="14251"/>
                </a:lnTo>
                <a:close/>
                <a:moveTo>
                  <a:pt x="44190" y="18990"/>
                </a:moveTo>
                <a:lnTo>
                  <a:pt x="58919" y="20241"/>
                </a:lnTo>
                <a:lnTo>
                  <a:pt x="51058" y="17465"/>
                </a:lnTo>
                <a:close/>
                <a:moveTo>
                  <a:pt x="36328" y="13182"/>
                </a:moveTo>
                <a:lnTo>
                  <a:pt x="29460" y="14251"/>
                </a:lnTo>
                <a:lnTo>
                  <a:pt x="51058" y="17465"/>
                </a:lnTo>
                <a:close/>
                <a:moveTo>
                  <a:pt x="14730" y="9348"/>
                </a:moveTo>
                <a:lnTo>
                  <a:pt x="7861" y="8895"/>
                </a:lnTo>
                <a:lnTo>
                  <a:pt x="29460" y="14251"/>
                </a:lnTo>
                <a:close/>
                <a:moveTo>
                  <a:pt x="14730" y="9348"/>
                </a:moveTo>
                <a:lnTo>
                  <a:pt x="0" y="0"/>
                </a:lnTo>
                <a:lnTo>
                  <a:pt x="7861" y="8895"/>
                </a:lnTo>
                <a:close/>
                <a:moveTo>
                  <a:pt x="14730" y="9348"/>
                </a:moveTo>
                <a:lnTo>
                  <a:pt x="21599" y="5359"/>
                </a:lnTo>
                <a:lnTo>
                  <a:pt x="0" y="0"/>
                </a:lnTo>
                <a:close/>
                <a:moveTo>
                  <a:pt x="14730" y="9348"/>
                </a:moveTo>
                <a:lnTo>
                  <a:pt x="29460" y="14251"/>
                </a:lnTo>
                <a:lnTo>
                  <a:pt x="21599" y="5359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727" name="PANEL_01-slope-38-215_1021">
            <a:extLst>
              <a:ext uri="{FF2B5EF4-FFF2-40B4-BE49-F238E27FC236}">
                <a16:creationId xmlns:a16="http://schemas.microsoft.com/office/drawing/2014/main" id="{11FE84A3-A78D-49F2-9895-B78E6395F548}"/>
              </a:ext>
            </a:extLst>
          </p:cNvPr>
          <p:cNvSpPr>
            <a:spLocks/>
          </p:cNvSpPr>
          <p:nvPr/>
        </p:nvSpPr>
        <p:spPr>
          <a:xfrm>
            <a:off x="936072" y="1277763"/>
            <a:ext cx="75381" cy="16752"/>
          </a:xfrm>
          <a:custGeom>
            <a:pathLst>
              <a:path w="51058" h="11347">
                <a:moveTo>
                  <a:pt x="36328" y="10095"/>
                </a:moveTo>
                <a:lnTo>
                  <a:pt x="29460" y="9168"/>
                </a:lnTo>
                <a:lnTo>
                  <a:pt x="51058" y="11347"/>
                </a:lnTo>
                <a:close/>
                <a:moveTo>
                  <a:pt x="36328" y="10095"/>
                </a:moveTo>
                <a:lnTo>
                  <a:pt x="21599" y="5357"/>
                </a:lnTo>
                <a:lnTo>
                  <a:pt x="29460" y="9168"/>
                </a:lnTo>
                <a:close/>
                <a:moveTo>
                  <a:pt x="14730" y="6592"/>
                </a:moveTo>
                <a:lnTo>
                  <a:pt x="7861" y="6728"/>
                </a:lnTo>
                <a:lnTo>
                  <a:pt x="29460" y="9168"/>
                </a:lnTo>
                <a:close/>
                <a:moveTo>
                  <a:pt x="14730" y="6592"/>
                </a:moveTo>
                <a:lnTo>
                  <a:pt x="0" y="0"/>
                </a:lnTo>
                <a:lnTo>
                  <a:pt x="7861" y="6728"/>
                </a:lnTo>
                <a:close/>
                <a:moveTo>
                  <a:pt x="14730" y="6592"/>
                </a:moveTo>
                <a:lnTo>
                  <a:pt x="21599" y="5357"/>
                </a:lnTo>
                <a:lnTo>
                  <a:pt x="0" y="0"/>
                </a:lnTo>
                <a:close/>
                <a:moveTo>
                  <a:pt x="14730" y="6592"/>
                </a:moveTo>
                <a:lnTo>
                  <a:pt x="29460" y="9168"/>
                </a:lnTo>
                <a:lnTo>
                  <a:pt x="21599" y="5357"/>
                </a:lnTo>
                <a:close/>
              </a:path>
            </a:pathLst>
          </a:custGeom>
          <a:solidFill>
            <a:srgbClr val="F7F7F7"/>
          </a:solidFill>
          <a:ln w="1417">
            <a:solidFill>
              <a:srgbClr val="F7F7F7"/>
            </a:solidFill>
            <a:prstDash val="solid"/>
          </a:ln>
        </p:spPr>
      </p:sp>
      <p:sp>
        <p:nvSpPr>
          <p:cNvPr id="728" name="PANEL_01-exact-dem-shore-edges_1022">
            <a:extLst>
              <a:ext uri="{FF2B5EF4-FFF2-40B4-BE49-F238E27FC236}">
                <a16:creationId xmlns:a16="http://schemas.microsoft.com/office/drawing/2014/main" id="{6907AA00-EFBA-401E-915D-9C6C596018EC}"/>
              </a:ext>
            </a:extLst>
          </p:cNvPr>
          <p:cNvSpPr>
            <a:spLocks/>
          </p:cNvSpPr>
          <p:nvPr/>
        </p:nvSpPr>
        <p:spPr>
          <a:xfrm>
            <a:off x="1126812" y="303407"/>
            <a:ext cx="1098947" cy="741745"/>
          </a:xfrm>
          <a:custGeom>
            <a:pathLst>
              <a:path w="744354" h="502409">
                <a:moveTo>
                  <a:pt x="512805" y="502409"/>
                </a:moveTo>
                <a:lnTo>
                  <a:pt x="534404" y="498718"/>
                </a:lnTo>
                <a:moveTo>
                  <a:pt x="569740" y="481197"/>
                </a:moveTo>
                <a:lnTo>
                  <a:pt x="591338" y="477507"/>
                </a:lnTo>
                <a:moveTo>
                  <a:pt x="548141" y="484888"/>
                </a:moveTo>
                <a:lnTo>
                  <a:pt x="569740" y="481197"/>
                </a:lnTo>
                <a:moveTo>
                  <a:pt x="534404" y="498718"/>
                </a:moveTo>
                <a:lnTo>
                  <a:pt x="526543" y="488579"/>
                </a:lnTo>
                <a:moveTo>
                  <a:pt x="526543" y="488579"/>
                </a:moveTo>
                <a:lnTo>
                  <a:pt x="548141" y="484888"/>
                </a:lnTo>
                <a:moveTo>
                  <a:pt x="512805" y="502409"/>
                </a:moveTo>
                <a:lnTo>
                  <a:pt x="504944" y="492269"/>
                </a:lnTo>
                <a:moveTo>
                  <a:pt x="483346" y="495960"/>
                </a:moveTo>
                <a:lnTo>
                  <a:pt x="504944" y="492269"/>
                </a:lnTo>
                <a:moveTo>
                  <a:pt x="461747" y="499650"/>
                </a:moveTo>
                <a:lnTo>
                  <a:pt x="483346" y="495960"/>
                </a:lnTo>
                <a:moveTo>
                  <a:pt x="591338" y="477507"/>
                </a:moveTo>
                <a:lnTo>
                  <a:pt x="583477" y="467367"/>
                </a:lnTo>
                <a:moveTo>
                  <a:pt x="461747" y="499650"/>
                </a:moveTo>
                <a:lnTo>
                  <a:pt x="453886" y="489510"/>
                </a:lnTo>
                <a:moveTo>
                  <a:pt x="432288" y="493201"/>
                </a:moveTo>
                <a:lnTo>
                  <a:pt x="453886" y="489510"/>
                </a:lnTo>
                <a:moveTo>
                  <a:pt x="410689" y="496892"/>
                </a:moveTo>
                <a:lnTo>
                  <a:pt x="432288" y="493201"/>
                </a:lnTo>
                <a:moveTo>
                  <a:pt x="583477" y="467367"/>
                </a:moveTo>
                <a:lnTo>
                  <a:pt x="575616" y="457227"/>
                </a:lnTo>
                <a:moveTo>
                  <a:pt x="410689" y="496892"/>
                </a:moveTo>
                <a:lnTo>
                  <a:pt x="402828" y="486752"/>
                </a:lnTo>
                <a:moveTo>
                  <a:pt x="575616" y="457227"/>
                </a:moveTo>
                <a:lnTo>
                  <a:pt x="567755" y="447087"/>
                </a:lnTo>
                <a:moveTo>
                  <a:pt x="567755" y="447087"/>
                </a:moveTo>
                <a:lnTo>
                  <a:pt x="589353" y="443396"/>
                </a:lnTo>
                <a:moveTo>
                  <a:pt x="402828" y="486752"/>
                </a:moveTo>
                <a:lnTo>
                  <a:pt x="394967" y="476612"/>
                </a:lnTo>
                <a:moveTo>
                  <a:pt x="373368" y="480303"/>
                </a:moveTo>
                <a:lnTo>
                  <a:pt x="394967" y="476612"/>
                </a:lnTo>
                <a:moveTo>
                  <a:pt x="589353" y="443396"/>
                </a:moveTo>
                <a:lnTo>
                  <a:pt x="581492" y="433256"/>
                </a:lnTo>
                <a:moveTo>
                  <a:pt x="581492" y="433256"/>
                </a:moveTo>
                <a:lnTo>
                  <a:pt x="603090" y="429566"/>
                </a:lnTo>
                <a:moveTo>
                  <a:pt x="373368" y="480303"/>
                </a:moveTo>
                <a:lnTo>
                  <a:pt x="365507" y="470163"/>
                </a:lnTo>
                <a:moveTo>
                  <a:pt x="603090" y="429566"/>
                </a:moveTo>
                <a:lnTo>
                  <a:pt x="595229" y="419426"/>
                </a:lnTo>
                <a:moveTo>
                  <a:pt x="573631" y="423117"/>
                </a:moveTo>
                <a:lnTo>
                  <a:pt x="595229" y="419426"/>
                </a:lnTo>
                <a:moveTo>
                  <a:pt x="365507" y="470163"/>
                </a:moveTo>
                <a:lnTo>
                  <a:pt x="357646" y="460023"/>
                </a:lnTo>
                <a:moveTo>
                  <a:pt x="573631" y="423117"/>
                </a:moveTo>
                <a:lnTo>
                  <a:pt x="565770" y="412977"/>
                </a:lnTo>
                <a:moveTo>
                  <a:pt x="565770" y="412977"/>
                </a:moveTo>
                <a:lnTo>
                  <a:pt x="587368" y="409286"/>
                </a:lnTo>
                <a:moveTo>
                  <a:pt x="357646" y="460023"/>
                </a:moveTo>
                <a:lnTo>
                  <a:pt x="349784" y="449883"/>
                </a:lnTo>
                <a:moveTo>
                  <a:pt x="328186" y="453574"/>
                </a:moveTo>
                <a:lnTo>
                  <a:pt x="349784" y="449883"/>
                </a:lnTo>
                <a:moveTo>
                  <a:pt x="306587" y="457264"/>
                </a:moveTo>
                <a:lnTo>
                  <a:pt x="328186" y="453574"/>
                </a:lnTo>
                <a:moveTo>
                  <a:pt x="601105" y="395456"/>
                </a:moveTo>
                <a:lnTo>
                  <a:pt x="622704" y="391765"/>
                </a:lnTo>
                <a:moveTo>
                  <a:pt x="587368" y="409286"/>
                </a:moveTo>
                <a:lnTo>
                  <a:pt x="579507" y="399146"/>
                </a:lnTo>
                <a:moveTo>
                  <a:pt x="579507" y="399146"/>
                </a:moveTo>
                <a:lnTo>
                  <a:pt x="601105" y="395456"/>
                </a:lnTo>
                <a:moveTo>
                  <a:pt x="306587" y="457264"/>
                </a:moveTo>
                <a:lnTo>
                  <a:pt x="298726" y="447124"/>
                </a:lnTo>
                <a:moveTo>
                  <a:pt x="277128" y="450815"/>
                </a:moveTo>
                <a:lnTo>
                  <a:pt x="298726" y="447124"/>
                </a:lnTo>
                <a:moveTo>
                  <a:pt x="255529" y="454505"/>
                </a:moveTo>
                <a:lnTo>
                  <a:pt x="277128" y="450815"/>
                </a:lnTo>
                <a:moveTo>
                  <a:pt x="233931" y="458196"/>
                </a:moveTo>
                <a:lnTo>
                  <a:pt x="255529" y="454505"/>
                </a:lnTo>
                <a:moveTo>
                  <a:pt x="622704" y="391765"/>
                </a:moveTo>
                <a:lnTo>
                  <a:pt x="614843" y="381625"/>
                </a:lnTo>
                <a:moveTo>
                  <a:pt x="233931" y="458196"/>
                </a:moveTo>
                <a:lnTo>
                  <a:pt x="226069" y="448056"/>
                </a:lnTo>
                <a:moveTo>
                  <a:pt x="614843" y="381625"/>
                </a:moveTo>
                <a:lnTo>
                  <a:pt x="606981" y="371485"/>
                </a:lnTo>
                <a:moveTo>
                  <a:pt x="226069" y="448056"/>
                </a:moveTo>
                <a:lnTo>
                  <a:pt x="218208" y="437916"/>
                </a:lnTo>
                <a:moveTo>
                  <a:pt x="218208" y="437916"/>
                </a:moveTo>
                <a:lnTo>
                  <a:pt x="239807" y="434226"/>
                </a:lnTo>
                <a:moveTo>
                  <a:pt x="606981" y="371485"/>
                </a:moveTo>
                <a:lnTo>
                  <a:pt x="599120" y="361345"/>
                </a:lnTo>
                <a:moveTo>
                  <a:pt x="599120" y="361345"/>
                </a:moveTo>
                <a:lnTo>
                  <a:pt x="620719" y="357655"/>
                </a:lnTo>
                <a:moveTo>
                  <a:pt x="239807" y="434226"/>
                </a:moveTo>
                <a:lnTo>
                  <a:pt x="231946" y="424086"/>
                </a:lnTo>
                <a:moveTo>
                  <a:pt x="231946" y="424086"/>
                </a:moveTo>
                <a:lnTo>
                  <a:pt x="253544" y="420395"/>
                </a:lnTo>
                <a:moveTo>
                  <a:pt x="620719" y="357655"/>
                </a:moveTo>
                <a:lnTo>
                  <a:pt x="612858" y="347515"/>
                </a:lnTo>
                <a:moveTo>
                  <a:pt x="612858" y="347515"/>
                </a:moveTo>
                <a:lnTo>
                  <a:pt x="634456" y="343824"/>
                </a:lnTo>
                <a:moveTo>
                  <a:pt x="253544" y="420395"/>
                </a:moveTo>
                <a:lnTo>
                  <a:pt x="245683" y="410255"/>
                </a:lnTo>
                <a:moveTo>
                  <a:pt x="634456" y="343824"/>
                </a:moveTo>
                <a:lnTo>
                  <a:pt x="626595" y="333684"/>
                </a:lnTo>
                <a:moveTo>
                  <a:pt x="626595" y="333684"/>
                </a:moveTo>
                <a:lnTo>
                  <a:pt x="648193" y="329994"/>
                </a:lnTo>
                <a:moveTo>
                  <a:pt x="245683" y="410255"/>
                </a:moveTo>
                <a:lnTo>
                  <a:pt x="237822" y="400115"/>
                </a:lnTo>
                <a:moveTo>
                  <a:pt x="648193" y="329994"/>
                </a:moveTo>
                <a:lnTo>
                  <a:pt x="640332" y="319854"/>
                </a:lnTo>
                <a:moveTo>
                  <a:pt x="237822" y="400115"/>
                </a:moveTo>
                <a:lnTo>
                  <a:pt x="229960" y="389976"/>
                </a:lnTo>
                <a:moveTo>
                  <a:pt x="640332" y="319854"/>
                </a:moveTo>
                <a:lnTo>
                  <a:pt x="632471" y="309714"/>
                </a:lnTo>
                <a:moveTo>
                  <a:pt x="632471" y="309714"/>
                </a:moveTo>
                <a:lnTo>
                  <a:pt x="654069" y="306023"/>
                </a:lnTo>
                <a:moveTo>
                  <a:pt x="229960" y="389976"/>
                </a:moveTo>
                <a:lnTo>
                  <a:pt x="222099" y="379836"/>
                </a:lnTo>
                <a:moveTo>
                  <a:pt x="654069" y="306023"/>
                </a:moveTo>
                <a:lnTo>
                  <a:pt x="646208" y="295883"/>
                </a:lnTo>
                <a:moveTo>
                  <a:pt x="646208" y="295883"/>
                </a:moveTo>
                <a:lnTo>
                  <a:pt x="667807" y="292193"/>
                </a:lnTo>
                <a:moveTo>
                  <a:pt x="222099" y="379836"/>
                </a:moveTo>
                <a:lnTo>
                  <a:pt x="214238" y="369696"/>
                </a:lnTo>
                <a:moveTo>
                  <a:pt x="214238" y="369696"/>
                </a:moveTo>
                <a:lnTo>
                  <a:pt x="235836" y="366005"/>
                </a:lnTo>
                <a:moveTo>
                  <a:pt x="667807" y="292193"/>
                </a:moveTo>
                <a:lnTo>
                  <a:pt x="659945" y="282053"/>
                </a:lnTo>
                <a:moveTo>
                  <a:pt x="659945" y="282053"/>
                </a:moveTo>
                <a:lnTo>
                  <a:pt x="681544" y="278362"/>
                </a:lnTo>
                <a:moveTo>
                  <a:pt x="235836" y="366005"/>
                </a:moveTo>
                <a:lnTo>
                  <a:pt x="227975" y="355865"/>
                </a:lnTo>
                <a:moveTo>
                  <a:pt x="227975" y="355865"/>
                </a:moveTo>
                <a:lnTo>
                  <a:pt x="249574" y="352175"/>
                </a:lnTo>
                <a:moveTo>
                  <a:pt x="695281" y="264532"/>
                </a:moveTo>
                <a:lnTo>
                  <a:pt x="716880" y="260841"/>
                </a:lnTo>
                <a:moveTo>
                  <a:pt x="681544" y="278362"/>
                </a:moveTo>
                <a:lnTo>
                  <a:pt x="673683" y="268222"/>
                </a:lnTo>
                <a:moveTo>
                  <a:pt x="673683" y="268222"/>
                </a:moveTo>
                <a:lnTo>
                  <a:pt x="695281" y="264532"/>
                </a:lnTo>
                <a:moveTo>
                  <a:pt x="249574" y="352175"/>
                </a:moveTo>
                <a:lnTo>
                  <a:pt x="241713" y="342035"/>
                </a:lnTo>
                <a:moveTo>
                  <a:pt x="220114" y="345725"/>
                </a:moveTo>
                <a:lnTo>
                  <a:pt x="241713" y="342035"/>
                </a:lnTo>
                <a:moveTo>
                  <a:pt x="716880" y="260841"/>
                </a:moveTo>
                <a:lnTo>
                  <a:pt x="709019" y="250701"/>
                </a:lnTo>
                <a:moveTo>
                  <a:pt x="709019" y="250701"/>
                </a:moveTo>
                <a:lnTo>
                  <a:pt x="730617" y="247011"/>
                </a:lnTo>
                <a:moveTo>
                  <a:pt x="220114" y="345725"/>
                </a:moveTo>
                <a:lnTo>
                  <a:pt x="212253" y="335585"/>
                </a:lnTo>
                <a:moveTo>
                  <a:pt x="190654" y="339276"/>
                </a:moveTo>
                <a:lnTo>
                  <a:pt x="212253" y="335585"/>
                </a:lnTo>
                <a:moveTo>
                  <a:pt x="730617" y="247011"/>
                </a:moveTo>
                <a:lnTo>
                  <a:pt x="722756" y="236871"/>
                </a:lnTo>
                <a:moveTo>
                  <a:pt x="722756" y="236871"/>
                </a:moveTo>
                <a:lnTo>
                  <a:pt x="744354" y="233180"/>
                </a:lnTo>
                <a:moveTo>
                  <a:pt x="190654" y="339276"/>
                </a:moveTo>
                <a:lnTo>
                  <a:pt x="182793" y="329136"/>
                </a:lnTo>
                <a:moveTo>
                  <a:pt x="744354" y="233180"/>
                </a:moveTo>
                <a:lnTo>
                  <a:pt x="736493" y="223040"/>
                </a:lnTo>
                <a:moveTo>
                  <a:pt x="182793" y="329136"/>
                </a:moveTo>
                <a:lnTo>
                  <a:pt x="174932" y="318996"/>
                </a:lnTo>
                <a:moveTo>
                  <a:pt x="736493" y="223040"/>
                </a:moveTo>
                <a:lnTo>
                  <a:pt x="728632" y="212900"/>
                </a:lnTo>
                <a:moveTo>
                  <a:pt x="174932" y="318996"/>
                </a:moveTo>
                <a:lnTo>
                  <a:pt x="167071" y="308856"/>
                </a:lnTo>
                <a:moveTo>
                  <a:pt x="728632" y="212900"/>
                </a:moveTo>
                <a:lnTo>
                  <a:pt x="720771" y="202761"/>
                </a:lnTo>
                <a:moveTo>
                  <a:pt x="699172" y="206451"/>
                </a:moveTo>
                <a:lnTo>
                  <a:pt x="720771" y="202761"/>
                </a:lnTo>
                <a:moveTo>
                  <a:pt x="167071" y="308856"/>
                </a:moveTo>
                <a:lnTo>
                  <a:pt x="159209" y="298717"/>
                </a:lnTo>
                <a:moveTo>
                  <a:pt x="159209" y="298717"/>
                </a:moveTo>
                <a:lnTo>
                  <a:pt x="180808" y="295026"/>
                </a:lnTo>
                <a:moveTo>
                  <a:pt x="699172" y="206451"/>
                </a:moveTo>
                <a:lnTo>
                  <a:pt x="691311" y="196311"/>
                </a:lnTo>
                <a:moveTo>
                  <a:pt x="669713" y="200002"/>
                </a:moveTo>
                <a:lnTo>
                  <a:pt x="691311" y="196311"/>
                </a:lnTo>
                <a:moveTo>
                  <a:pt x="180808" y="295026"/>
                </a:moveTo>
                <a:lnTo>
                  <a:pt x="172947" y="284886"/>
                </a:lnTo>
                <a:moveTo>
                  <a:pt x="151348" y="288577"/>
                </a:moveTo>
                <a:lnTo>
                  <a:pt x="172947" y="284886"/>
                </a:lnTo>
                <a:moveTo>
                  <a:pt x="669713" y="200002"/>
                </a:moveTo>
                <a:lnTo>
                  <a:pt x="661851" y="189862"/>
                </a:lnTo>
                <a:moveTo>
                  <a:pt x="151348" y="288577"/>
                </a:moveTo>
                <a:lnTo>
                  <a:pt x="143487" y="278437"/>
                </a:lnTo>
                <a:moveTo>
                  <a:pt x="143487" y="278437"/>
                </a:moveTo>
                <a:lnTo>
                  <a:pt x="165086" y="274746"/>
                </a:lnTo>
                <a:moveTo>
                  <a:pt x="661851" y="189862"/>
                </a:moveTo>
                <a:lnTo>
                  <a:pt x="653990" y="179722"/>
                </a:lnTo>
                <a:moveTo>
                  <a:pt x="545998" y="198175"/>
                </a:moveTo>
                <a:lnTo>
                  <a:pt x="567596" y="194485"/>
                </a:lnTo>
                <a:moveTo>
                  <a:pt x="524399" y="201866"/>
                </a:moveTo>
                <a:lnTo>
                  <a:pt x="545998" y="198175"/>
                </a:lnTo>
                <a:moveTo>
                  <a:pt x="481202" y="209247"/>
                </a:moveTo>
                <a:lnTo>
                  <a:pt x="502801" y="205556"/>
                </a:lnTo>
                <a:moveTo>
                  <a:pt x="459603" y="212938"/>
                </a:moveTo>
                <a:lnTo>
                  <a:pt x="481202" y="209247"/>
                </a:lnTo>
                <a:moveTo>
                  <a:pt x="165086" y="274746"/>
                </a:moveTo>
                <a:lnTo>
                  <a:pt x="157224" y="264606"/>
                </a:lnTo>
                <a:moveTo>
                  <a:pt x="653990" y="179722"/>
                </a:moveTo>
                <a:lnTo>
                  <a:pt x="646129" y="169582"/>
                </a:lnTo>
                <a:moveTo>
                  <a:pt x="624530" y="173273"/>
                </a:moveTo>
                <a:lnTo>
                  <a:pt x="646129" y="169582"/>
                </a:lnTo>
                <a:moveTo>
                  <a:pt x="581333" y="180654"/>
                </a:moveTo>
                <a:lnTo>
                  <a:pt x="602932" y="176963"/>
                </a:lnTo>
                <a:moveTo>
                  <a:pt x="567596" y="194485"/>
                </a:moveTo>
                <a:lnTo>
                  <a:pt x="559735" y="184345"/>
                </a:lnTo>
                <a:moveTo>
                  <a:pt x="559735" y="184345"/>
                </a:moveTo>
                <a:lnTo>
                  <a:pt x="581333" y="180654"/>
                </a:lnTo>
                <a:moveTo>
                  <a:pt x="524399" y="201866"/>
                </a:moveTo>
                <a:lnTo>
                  <a:pt x="516538" y="191726"/>
                </a:lnTo>
                <a:moveTo>
                  <a:pt x="502801" y="205556"/>
                </a:moveTo>
                <a:lnTo>
                  <a:pt x="494939" y="195417"/>
                </a:lnTo>
                <a:moveTo>
                  <a:pt x="494939" y="195417"/>
                </a:moveTo>
                <a:lnTo>
                  <a:pt x="516538" y="191726"/>
                </a:lnTo>
                <a:moveTo>
                  <a:pt x="459603" y="212938"/>
                </a:moveTo>
                <a:lnTo>
                  <a:pt x="451742" y="202798"/>
                </a:lnTo>
                <a:moveTo>
                  <a:pt x="157224" y="264606"/>
                </a:moveTo>
                <a:lnTo>
                  <a:pt x="149363" y="254466"/>
                </a:lnTo>
                <a:moveTo>
                  <a:pt x="127765" y="258157"/>
                </a:moveTo>
                <a:lnTo>
                  <a:pt x="149363" y="254466"/>
                </a:lnTo>
                <a:moveTo>
                  <a:pt x="624530" y="173273"/>
                </a:moveTo>
                <a:lnTo>
                  <a:pt x="616669" y="163133"/>
                </a:lnTo>
                <a:moveTo>
                  <a:pt x="602932" y="176963"/>
                </a:moveTo>
                <a:lnTo>
                  <a:pt x="595071" y="166824"/>
                </a:lnTo>
                <a:moveTo>
                  <a:pt x="595071" y="166824"/>
                </a:moveTo>
                <a:lnTo>
                  <a:pt x="616669" y="163133"/>
                </a:lnTo>
                <a:moveTo>
                  <a:pt x="451742" y="202798"/>
                </a:moveTo>
                <a:lnTo>
                  <a:pt x="443881" y="192658"/>
                </a:lnTo>
                <a:moveTo>
                  <a:pt x="422283" y="196348"/>
                </a:moveTo>
                <a:lnTo>
                  <a:pt x="443881" y="192658"/>
                </a:lnTo>
                <a:moveTo>
                  <a:pt x="127765" y="258157"/>
                </a:moveTo>
                <a:lnTo>
                  <a:pt x="119903" y="248017"/>
                </a:lnTo>
                <a:moveTo>
                  <a:pt x="119903" y="248017"/>
                </a:moveTo>
                <a:lnTo>
                  <a:pt x="141502" y="244326"/>
                </a:lnTo>
                <a:moveTo>
                  <a:pt x="422283" y="196348"/>
                </a:moveTo>
                <a:lnTo>
                  <a:pt x="414421" y="186209"/>
                </a:lnTo>
                <a:moveTo>
                  <a:pt x="141502" y="244326"/>
                </a:moveTo>
                <a:lnTo>
                  <a:pt x="133641" y="234187"/>
                </a:lnTo>
                <a:moveTo>
                  <a:pt x="112042" y="237877"/>
                </a:moveTo>
                <a:lnTo>
                  <a:pt x="133641" y="234187"/>
                </a:lnTo>
                <a:moveTo>
                  <a:pt x="414421" y="186209"/>
                </a:moveTo>
                <a:lnTo>
                  <a:pt x="406560" y="176069"/>
                </a:lnTo>
                <a:moveTo>
                  <a:pt x="112042" y="237877"/>
                </a:moveTo>
                <a:lnTo>
                  <a:pt x="104181" y="227737"/>
                </a:lnTo>
                <a:moveTo>
                  <a:pt x="406560" y="176069"/>
                </a:moveTo>
                <a:lnTo>
                  <a:pt x="398699" y="165929"/>
                </a:lnTo>
                <a:moveTo>
                  <a:pt x="398699" y="165929"/>
                </a:moveTo>
                <a:lnTo>
                  <a:pt x="420297" y="162238"/>
                </a:lnTo>
                <a:moveTo>
                  <a:pt x="104181" y="227737"/>
                </a:moveTo>
                <a:lnTo>
                  <a:pt x="96320" y="217597"/>
                </a:lnTo>
                <a:moveTo>
                  <a:pt x="96320" y="217597"/>
                </a:moveTo>
                <a:lnTo>
                  <a:pt x="117918" y="213907"/>
                </a:lnTo>
                <a:moveTo>
                  <a:pt x="420297" y="162238"/>
                </a:moveTo>
                <a:lnTo>
                  <a:pt x="412436" y="152098"/>
                </a:lnTo>
                <a:moveTo>
                  <a:pt x="117918" y="213907"/>
                </a:moveTo>
                <a:lnTo>
                  <a:pt x="110057" y="203767"/>
                </a:lnTo>
                <a:moveTo>
                  <a:pt x="412436" y="152098"/>
                </a:moveTo>
                <a:lnTo>
                  <a:pt x="404575" y="141958"/>
                </a:lnTo>
                <a:moveTo>
                  <a:pt x="404575" y="141958"/>
                </a:moveTo>
                <a:lnTo>
                  <a:pt x="426173" y="138268"/>
                </a:lnTo>
                <a:moveTo>
                  <a:pt x="110057" y="203767"/>
                </a:moveTo>
                <a:lnTo>
                  <a:pt x="102196" y="193627"/>
                </a:lnTo>
                <a:moveTo>
                  <a:pt x="439911" y="124437"/>
                </a:moveTo>
                <a:lnTo>
                  <a:pt x="461509" y="120747"/>
                </a:lnTo>
                <a:moveTo>
                  <a:pt x="426173" y="138268"/>
                </a:moveTo>
                <a:lnTo>
                  <a:pt x="418312" y="128128"/>
                </a:lnTo>
                <a:moveTo>
                  <a:pt x="418312" y="128128"/>
                </a:moveTo>
                <a:lnTo>
                  <a:pt x="439911" y="124437"/>
                </a:lnTo>
                <a:moveTo>
                  <a:pt x="102196" y="193627"/>
                </a:moveTo>
                <a:lnTo>
                  <a:pt x="94335" y="183487"/>
                </a:lnTo>
                <a:moveTo>
                  <a:pt x="461509" y="120747"/>
                </a:moveTo>
                <a:lnTo>
                  <a:pt x="453648" y="110607"/>
                </a:lnTo>
                <a:moveTo>
                  <a:pt x="432050" y="114297"/>
                </a:moveTo>
                <a:lnTo>
                  <a:pt x="453648" y="110607"/>
                </a:lnTo>
                <a:moveTo>
                  <a:pt x="94335" y="183487"/>
                </a:moveTo>
                <a:lnTo>
                  <a:pt x="86473" y="173347"/>
                </a:lnTo>
                <a:moveTo>
                  <a:pt x="86473" y="173347"/>
                </a:moveTo>
                <a:lnTo>
                  <a:pt x="108072" y="169657"/>
                </a:lnTo>
                <a:moveTo>
                  <a:pt x="432050" y="114297"/>
                </a:moveTo>
                <a:lnTo>
                  <a:pt x="424188" y="104158"/>
                </a:lnTo>
                <a:moveTo>
                  <a:pt x="108072" y="169657"/>
                </a:moveTo>
                <a:lnTo>
                  <a:pt x="100211" y="159517"/>
                </a:lnTo>
                <a:moveTo>
                  <a:pt x="424188" y="104158"/>
                </a:moveTo>
                <a:lnTo>
                  <a:pt x="416327" y="94018"/>
                </a:lnTo>
                <a:moveTo>
                  <a:pt x="100211" y="159517"/>
                </a:moveTo>
                <a:lnTo>
                  <a:pt x="92349" y="149377"/>
                </a:lnTo>
                <a:moveTo>
                  <a:pt x="92349" y="149377"/>
                </a:moveTo>
                <a:lnTo>
                  <a:pt x="113948" y="145686"/>
                </a:lnTo>
                <a:moveTo>
                  <a:pt x="416327" y="94018"/>
                </a:moveTo>
                <a:lnTo>
                  <a:pt x="408466" y="83878"/>
                </a:lnTo>
                <a:moveTo>
                  <a:pt x="113948" y="145686"/>
                </a:moveTo>
                <a:lnTo>
                  <a:pt x="106087" y="135546"/>
                </a:lnTo>
                <a:moveTo>
                  <a:pt x="408466" y="83878"/>
                </a:moveTo>
                <a:lnTo>
                  <a:pt x="400605" y="73738"/>
                </a:lnTo>
                <a:moveTo>
                  <a:pt x="106087" y="135546"/>
                </a:moveTo>
                <a:lnTo>
                  <a:pt x="98226" y="125407"/>
                </a:lnTo>
                <a:moveTo>
                  <a:pt x="76627" y="129097"/>
                </a:moveTo>
                <a:lnTo>
                  <a:pt x="98226" y="125407"/>
                </a:lnTo>
                <a:moveTo>
                  <a:pt x="400605" y="73738"/>
                </a:moveTo>
                <a:lnTo>
                  <a:pt x="392743" y="63598"/>
                </a:lnTo>
                <a:moveTo>
                  <a:pt x="76627" y="129097"/>
                </a:moveTo>
                <a:lnTo>
                  <a:pt x="68766" y="118957"/>
                </a:lnTo>
                <a:moveTo>
                  <a:pt x="392743" y="63598"/>
                </a:moveTo>
                <a:lnTo>
                  <a:pt x="384882" y="53458"/>
                </a:lnTo>
                <a:moveTo>
                  <a:pt x="363284" y="57149"/>
                </a:moveTo>
                <a:lnTo>
                  <a:pt x="384882" y="53458"/>
                </a:lnTo>
                <a:moveTo>
                  <a:pt x="68766" y="118957"/>
                </a:moveTo>
                <a:lnTo>
                  <a:pt x="60905" y="108817"/>
                </a:lnTo>
                <a:moveTo>
                  <a:pt x="363284" y="57149"/>
                </a:moveTo>
                <a:lnTo>
                  <a:pt x="355423" y="47009"/>
                </a:lnTo>
                <a:moveTo>
                  <a:pt x="60905" y="108817"/>
                </a:moveTo>
                <a:lnTo>
                  <a:pt x="53043" y="98677"/>
                </a:lnTo>
                <a:moveTo>
                  <a:pt x="53043" y="98677"/>
                </a:moveTo>
                <a:lnTo>
                  <a:pt x="74642" y="94987"/>
                </a:lnTo>
                <a:moveTo>
                  <a:pt x="355423" y="47009"/>
                </a:moveTo>
                <a:lnTo>
                  <a:pt x="347561" y="36869"/>
                </a:lnTo>
                <a:moveTo>
                  <a:pt x="74642" y="94987"/>
                </a:moveTo>
                <a:lnTo>
                  <a:pt x="66781" y="84847"/>
                </a:lnTo>
                <a:moveTo>
                  <a:pt x="45182" y="88538"/>
                </a:moveTo>
                <a:lnTo>
                  <a:pt x="66781" y="84847"/>
                </a:lnTo>
                <a:moveTo>
                  <a:pt x="347561" y="36869"/>
                </a:moveTo>
                <a:lnTo>
                  <a:pt x="339700" y="26729"/>
                </a:lnTo>
                <a:moveTo>
                  <a:pt x="45182" y="88538"/>
                </a:moveTo>
                <a:lnTo>
                  <a:pt x="37321" y="78398"/>
                </a:lnTo>
                <a:moveTo>
                  <a:pt x="15722" y="82088"/>
                </a:moveTo>
                <a:lnTo>
                  <a:pt x="37321" y="78398"/>
                </a:lnTo>
                <a:moveTo>
                  <a:pt x="339700" y="26729"/>
                </a:moveTo>
                <a:lnTo>
                  <a:pt x="331839" y="16589"/>
                </a:lnTo>
                <a:moveTo>
                  <a:pt x="310240" y="20280"/>
                </a:moveTo>
                <a:lnTo>
                  <a:pt x="331839" y="16589"/>
                </a:lnTo>
                <a:moveTo>
                  <a:pt x="15722" y="82088"/>
                </a:moveTo>
                <a:lnTo>
                  <a:pt x="7861" y="71948"/>
                </a:lnTo>
                <a:moveTo>
                  <a:pt x="310240" y="20280"/>
                </a:moveTo>
                <a:lnTo>
                  <a:pt x="302379" y="10140"/>
                </a:lnTo>
                <a:moveTo>
                  <a:pt x="21599" y="58118"/>
                </a:moveTo>
                <a:lnTo>
                  <a:pt x="43197" y="54427"/>
                </a:lnTo>
                <a:moveTo>
                  <a:pt x="7861" y="71948"/>
                </a:moveTo>
                <a:lnTo>
                  <a:pt x="0" y="61809"/>
                </a:lnTo>
                <a:moveTo>
                  <a:pt x="0" y="61809"/>
                </a:moveTo>
                <a:lnTo>
                  <a:pt x="21599" y="58118"/>
                </a:lnTo>
                <a:moveTo>
                  <a:pt x="302379" y="10140"/>
                </a:moveTo>
                <a:lnTo>
                  <a:pt x="294518" y="0"/>
                </a:lnTo>
                <a:moveTo>
                  <a:pt x="43197" y="54427"/>
                </a:moveTo>
                <a:lnTo>
                  <a:pt x="35336" y="44287"/>
                </a:lnTo>
              </a:path>
            </a:pathLst>
          </a:custGeom>
          <a:noFill/>
          <a:ln w="5315">
            <a:solidFill>
              <a:srgbClr val="959595"/>
            </a:solidFill>
            <a:prstDash val="solid"/>
          </a:ln>
        </p:spPr>
      </p:sp>
      <p:sp>
        <p:nvSpPr>
          <p:cNvPr id="729" name="PANEL_01-contour-80_1023">
            <a:extLst>
              <a:ext uri="{FF2B5EF4-FFF2-40B4-BE49-F238E27FC236}">
                <a16:creationId xmlns:a16="http://schemas.microsoft.com/office/drawing/2014/main" id="{3EAB760E-4546-4B61-B5A7-3C4CC46DE8A4}"/>
              </a:ext>
            </a:extLst>
          </p:cNvPr>
          <p:cNvSpPr>
            <a:spLocks/>
          </p:cNvSpPr>
          <p:nvPr/>
        </p:nvSpPr>
        <p:spPr>
          <a:xfrm>
            <a:off x="446243" y="193154"/>
            <a:ext cx="2194405" cy="1097357"/>
          </a:xfrm>
          <a:custGeom>
            <a:pathLst>
              <a:path w="1486347" h="743277">
                <a:moveTo>
                  <a:pt x="344490" y="741276"/>
                </a:moveTo>
                <a:lnTo>
                  <a:pt x="356504" y="743277"/>
                </a:lnTo>
                <a:moveTo>
                  <a:pt x="337794" y="737336"/>
                </a:moveTo>
                <a:lnTo>
                  <a:pt x="344490" y="741276"/>
                </a:lnTo>
                <a:moveTo>
                  <a:pt x="335061" y="735458"/>
                </a:moveTo>
                <a:lnTo>
                  <a:pt x="337794" y="737336"/>
                </a:lnTo>
                <a:moveTo>
                  <a:pt x="333060" y="734729"/>
                </a:moveTo>
                <a:lnTo>
                  <a:pt x="335061" y="735458"/>
                </a:lnTo>
                <a:moveTo>
                  <a:pt x="324229" y="725948"/>
                </a:moveTo>
                <a:lnTo>
                  <a:pt x="333060" y="734729"/>
                </a:lnTo>
                <a:moveTo>
                  <a:pt x="324227" y="725827"/>
                </a:moveTo>
                <a:lnTo>
                  <a:pt x="324229" y="725948"/>
                </a:lnTo>
                <a:moveTo>
                  <a:pt x="324149" y="725646"/>
                </a:moveTo>
                <a:lnTo>
                  <a:pt x="324227" y="725827"/>
                </a:lnTo>
                <a:moveTo>
                  <a:pt x="323405" y="725218"/>
                </a:moveTo>
                <a:lnTo>
                  <a:pt x="324149" y="725646"/>
                </a:lnTo>
                <a:moveTo>
                  <a:pt x="283363" y="666488"/>
                </a:moveTo>
                <a:lnTo>
                  <a:pt x="280681" y="670110"/>
                </a:lnTo>
                <a:moveTo>
                  <a:pt x="284739" y="663675"/>
                </a:moveTo>
                <a:lnTo>
                  <a:pt x="283363" y="666488"/>
                </a:lnTo>
                <a:moveTo>
                  <a:pt x="1211629" y="500159"/>
                </a:moveTo>
                <a:lnTo>
                  <a:pt x="1213927" y="499772"/>
                </a:lnTo>
                <a:moveTo>
                  <a:pt x="1211076" y="499148"/>
                </a:moveTo>
                <a:lnTo>
                  <a:pt x="1211629" y="500159"/>
                </a:lnTo>
                <a:moveTo>
                  <a:pt x="1214932" y="496834"/>
                </a:moveTo>
                <a:lnTo>
                  <a:pt x="1211076" y="499148"/>
                </a:lnTo>
                <a:moveTo>
                  <a:pt x="1213927" y="499772"/>
                </a:moveTo>
                <a:lnTo>
                  <a:pt x="1214932" y="496834"/>
                </a:lnTo>
                <a:moveTo>
                  <a:pt x="296052" y="652428"/>
                </a:moveTo>
                <a:lnTo>
                  <a:pt x="293782" y="655459"/>
                </a:lnTo>
                <a:moveTo>
                  <a:pt x="302100" y="649225"/>
                </a:moveTo>
                <a:lnTo>
                  <a:pt x="296052" y="652428"/>
                </a:lnTo>
                <a:moveTo>
                  <a:pt x="284739" y="663675"/>
                </a:moveTo>
                <a:lnTo>
                  <a:pt x="285914" y="658627"/>
                </a:lnTo>
                <a:moveTo>
                  <a:pt x="285914" y="658627"/>
                </a:moveTo>
                <a:lnTo>
                  <a:pt x="293782" y="655459"/>
                </a:lnTo>
                <a:moveTo>
                  <a:pt x="1217045" y="483617"/>
                </a:moveTo>
                <a:lnTo>
                  <a:pt x="1215405" y="487588"/>
                </a:lnTo>
                <a:moveTo>
                  <a:pt x="1214335" y="481865"/>
                </a:moveTo>
                <a:lnTo>
                  <a:pt x="1217045" y="483617"/>
                </a:lnTo>
                <a:moveTo>
                  <a:pt x="1203026" y="490766"/>
                </a:moveTo>
                <a:lnTo>
                  <a:pt x="1213799" y="491326"/>
                </a:lnTo>
                <a:moveTo>
                  <a:pt x="1200725" y="488463"/>
                </a:moveTo>
                <a:lnTo>
                  <a:pt x="1203026" y="490766"/>
                </a:lnTo>
                <a:moveTo>
                  <a:pt x="1207582" y="483019"/>
                </a:moveTo>
                <a:lnTo>
                  <a:pt x="1200725" y="488463"/>
                </a:lnTo>
                <a:moveTo>
                  <a:pt x="1213799" y="491326"/>
                </a:moveTo>
                <a:lnTo>
                  <a:pt x="1215405" y="487588"/>
                </a:lnTo>
                <a:moveTo>
                  <a:pt x="370374" y="626604"/>
                </a:moveTo>
                <a:lnTo>
                  <a:pt x="369504" y="626932"/>
                </a:lnTo>
                <a:moveTo>
                  <a:pt x="371774" y="625837"/>
                </a:moveTo>
                <a:lnTo>
                  <a:pt x="370374" y="626604"/>
                </a:lnTo>
                <a:moveTo>
                  <a:pt x="354477" y="631542"/>
                </a:moveTo>
                <a:lnTo>
                  <a:pt x="349923" y="633224"/>
                </a:lnTo>
                <a:moveTo>
                  <a:pt x="368140" y="627193"/>
                </a:moveTo>
                <a:lnTo>
                  <a:pt x="354477" y="631542"/>
                </a:lnTo>
                <a:moveTo>
                  <a:pt x="369504" y="626932"/>
                </a:moveTo>
                <a:lnTo>
                  <a:pt x="368140" y="627193"/>
                </a:lnTo>
                <a:moveTo>
                  <a:pt x="338019" y="636358"/>
                </a:moveTo>
                <a:lnTo>
                  <a:pt x="329683" y="638668"/>
                </a:lnTo>
                <a:moveTo>
                  <a:pt x="342259" y="635195"/>
                </a:moveTo>
                <a:lnTo>
                  <a:pt x="338019" y="636358"/>
                </a:lnTo>
                <a:moveTo>
                  <a:pt x="349923" y="633224"/>
                </a:moveTo>
                <a:lnTo>
                  <a:pt x="342259" y="635195"/>
                </a:lnTo>
                <a:moveTo>
                  <a:pt x="317689" y="641878"/>
                </a:moveTo>
                <a:lnTo>
                  <a:pt x="320156" y="640867"/>
                </a:lnTo>
                <a:moveTo>
                  <a:pt x="310193" y="645078"/>
                </a:moveTo>
                <a:lnTo>
                  <a:pt x="317689" y="641878"/>
                </a:lnTo>
                <a:moveTo>
                  <a:pt x="320156" y="640867"/>
                </a:moveTo>
                <a:lnTo>
                  <a:pt x="329683" y="638668"/>
                </a:lnTo>
                <a:moveTo>
                  <a:pt x="302100" y="649225"/>
                </a:moveTo>
                <a:lnTo>
                  <a:pt x="307214" y="646452"/>
                </a:lnTo>
                <a:moveTo>
                  <a:pt x="307214" y="646452"/>
                </a:moveTo>
                <a:lnTo>
                  <a:pt x="310193" y="645078"/>
                </a:lnTo>
                <a:moveTo>
                  <a:pt x="1214335" y="481865"/>
                </a:moveTo>
                <a:lnTo>
                  <a:pt x="1219899" y="475823"/>
                </a:lnTo>
                <a:moveTo>
                  <a:pt x="1219025" y="474658"/>
                </a:moveTo>
                <a:lnTo>
                  <a:pt x="1206634" y="471698"/>
                </a:lnTo>
                <a:moveTo>
                  <a:pt x="1219899" y="475823"/>
                </a:moveTo>
                <a:lnTo>
                  <a:pt x="1219025" y="474658"/>
                </a:lnTo>
                <a:moveTo>
                  <a:pt x="1193870" y="481930"/>
                </a:moveTo>
                <a:lnTo>
                  <a:pt x="1207582" y="483019"/>
                </a:lnTo>
                <a:moveTo>
                  <a:pt x="1188621" y="477395"/>
                </a:moveTo>
                <a:lnTo>
                  <a:pt x="1193870" y="481930"/>
                </a:lnTo>
                <a:moveTo>
                  <a:pt x="1197437" y="473269"/>
                </a:moveTo>
                <a:lnTo>
                  <a:pt x="1188621" y="477395"/>
                </a:lnTo>
                <a:moveTo>
                  <a:pt x="450209" y="601986"/>
                </a:moveTo>
                <a:lnTo>
                  <a:pt x="448669" y="602844"/>
                </a:lnTo>
                <a:moveTo>
                  <a:pt x="453014" y="600472"/>
                </a:moveTo>
                <a:lnTo>
                  <a:pt x="450209" y="601986"/>
                </a:lnTo>
                <a:moveTo>
                  <a:pt x="438780" y="607903"/>
                </a:moveTo>
                <a:lnTo>
                  <a:pt x="429506" y="609676"/>
                </a:lnTo>
                <a:moveTo>
                  <a:pt x="442905" y="606085"/>
                </a:moveTo>
                <a:lnTo>
                  <a:pt x="438780" y="607903"/>
                </a:lnTo>
                <a:moveTo>
                  <a:pt x="448669" y="602844"/>
                </a:moveTo>
                <a:lnTo>
                  <a:pt x="442905" y="606085"/>
                </a:lnTo>
                <a:moveTo>
                  <a:pt x="417289" y="611617"/>
                </a:moveTo>
                <a:lnTo>
                  <a:pt x="407839" y="613279"/>
                </a:lnTo>
                <a:moveTo>
                  <a:pt x="419807" y="611284"/>
                </a:moveTo>
                <a:lnTo>
                  <a:pt x="417289" y="611617"/>
                </a:lnTo>
                <a:moveTo>
                  <a:pt x="429506" y="609676"/>
                </a:moveTo>
                <a:lnTo>
                  <a:pt x="419807" y="611284"/>
                </a:lnTo>
                <a:moveTo>
                  <a:pt x="395193" y="615199"/>
                </a:moveTo>
                <a:lnTo>
                  <a:pt x="387554" y="618664"/>
                </a:lnTo>
                <a:moveTo>
                  <a:pt x="398645" y="614536"/>
                </a:moveTo>
                <a:lnTo>
                  <a:pt x="395193" y="615199"/>
                </a:lnTo>
                <a:moveTo>
                  <a:pt x="407839" y="613279"/>
                </a:moveTo>
                <a:lnTo>
                  <a:pt x="398645" y="614536"/>
                </a:lnTo>
                <a:moveTo>
                  <a:pt x="371774" y="625837"/>
                </a:moveTo>
                <a:lnTo>
                  <a:pt x="382590" y="620859"/>
                </a:lnTo>
                <a:moveTo>
                  <a:pt x="382590" y="620859"/>
                </a:moveTo>
                <a:lnTo>
                  <a:pt x="387554" y="618664"/>
                </a:lnTo>
                <a:moveTo>
                  <a:pt x="1205724" y="469995"/>
                </a:moveTo>
                <a:lnTo>
                  <a:pt x="1206634" y="471698"/>
                </a:lnTo>
                <a:moveTo>
                  <a:pt x="1195966" y="462515"/>
                </a:moveTo>
                <a:lnTo>
                  <a:pt x="1205724" y="469995"/>
                </a:lnTo>
                <a:moveTo>
                  <a:pt x="1185549" y="472252"/>
                </a:moveTo>
                <a:lnTo>
                  <a:pt x="1197437" y="473269"/>
                </a:lnTo>
                <a:moveTo>
                  <a:pt x="1174340" y="466169"/>
                </a:moveTo>
                <a:lnTo>
                  <a:pt x="1185549" y="472252"/>
                </a:lnTo>
                <a:moveTo>
                  <a:pt x="1195511" y="462223"/>
                </a:moveTo>
                <a:lnTo>
                  <a:pt x="1189160" y="463200"/>
                </a:lnTo>
                <a:moveTo>
                  <a:pt x="1195966" y="462515"/>
                </a:moveTo>
                <a:lnTo>
                  <a:pt x="1195511" y="462223"/>
                </a:lnTo>
                <a:moveTo>
                  <a:pt x="1173935" y="465891"/>
                </a:moveTo>
                <a:lnTo>
                  <a:pt x="1173813" y="465823"/>
                </a:lnTo>
                <a:moveTo>
                  <a:pt x="1174340" y="466169"/>
                </a:moveTo>
                <a:lnTo>
                  <a:pt x="1173935" y="465891"/>
                </a:lnTo>
                <a:moveTo>
                  <a:pt x="489757" y="585387"/>
                </a:moveTo>
                <a:lnTo>
                  <a:pt x="485309" y="587005"/>
                </a:lnTo>
                <a:moveTo>
                  <a:pt x="496789" y="581508"/>
                </a:moveTo>
                <a:lnTo>
                  <a:pt x="489757" y="585387"/>
                </a:lnTo>
                <a:moveTo>
                  <a:pt x="473630" y="590276"/>
                </a:moveTo>
                <a:lnTo>
                  <a:pt x="466468" y="594253"/>
                </a:lnTo>
                <a:moveTo>
                  <a:pt x="478101" y="588704"/>
                </a:moveTo>
                <a:lnTo>
                  <a:pt x="473630" y="590276"/>
                </a:lnTo>
                <a:moveTo>
                  <a:pt x="485309" y="587005"/>
                </a:moveTo>
                <a:lnTo>
                  <a:pt x="478101" y="588704"/>
                </a:lnTo>
                <a:moveTo>
                  <a:pt x="453014" y="600472"/>
                </a:moveTo>
                <a:lnTo>
                  <a:pt x="460934" y="595915"/>
                </a:lnTo>
                <a:moveTo>
                  <a:pt x="460934" y="595915"/>
                </a:moveTo>
                <a:lnTo>
                  <a:pt x="466468" y="594253"/>
                </a:lnTo>
                <a:moveTo>
                  <a:pt x="1191223" y="452707"/>
                </a:moveTo>
                <a:lnTo>
                  <a:pt x="1195391" y="461773"/>
                </a:lnTo>
                <a:moveTo>
                  <a:pt x="1191412" y="451333"/>
                </a:moveTo>
                <a:lnTo>
                  <a:pt x="1191223" y="452707"/>
                </a:lnTo>
                <a:moveTo>
                  <a:pt x="1189160" y="463200"/>
                </a:moveTo>
                <a:lnTo>
                  <a:pt x="1195482" y="462059"/>
                </a:lnTo>
                <a:moveTo>
                  <a:pt x="1195482" y="462059"/>
                </a:moveTo>
                <a:lnTo>
                  <a:pt x="1195391" y="461773"/>
                </a:lnTo>
                <a:moveTo>
                  <a:pt x="1158915" y="462958"/>
                </a:moveTo>
                <a:lnTo>
                  <a:pt x="1173813" y="465823"/>
                </a:lnTo>
                <a:moveTo>
                  <a:pt x="1158074" y="462288"/>
                </a:moveTo>
                <a:lnTo>
                  <a:pt x="1158915" y="462958"/>
                </a:lnTo>
                <a:moveTo>
                  <a:pt x="1158940" y="456881"/>
                </a:moveTo>
                <a:lnTo>
                  <a:pt x="1158074" y="462288"/>
                </a:lnTo>
                <a:moveTo>
                  <a:pt x="508900" y="572740"/>
                </a:moveTo>
                <a:lnTo>
                  <a:pt x="502837" y="578065"/>
                </a:lnTo>
                <a:moveTo>
                  <a:pt x="514845" y="566940"/>
                </a:moveTo>
                <a:lnTo>
                  <a:pt x="508900" y="572740"/>
                </a:lnTo>
                <a:moveTo>
                  <a:pt x="496789" y="581508"/>
                </a:moveTo>
                <a:lnTo>
                  <a:pt x="501192" y="579472"/>
                </a:lnTo>
                <a:moveTo>
                  <a:pt x="501192" y="579472"/>
                </a:moveTo>
                <a:lnTo>
                  <a:pt x="502837" y="578065"/>
                </a:lnTo>
                <a:moveTo>
                  <a:pt x="1191723" y="447982"/>
                </a:moveTo>
                <a:lnTo>
                  <a:pt x="1191412" y="451333"/>
                </a:lnTo>
                <a:moveTo>
                  <a:pt x="1191124" y="444267"/>
                </a:moveTo>
                <a:lnTo>
                  <a:pt x="1191723" y="447982"/>
                </a:lnTo>
                <a:moveTo>
                  <a:pt x="1193330" y="439522"/>
                </a:moveTo>
                <a:lnTo>
                  <a:pt x="1191124" y="444267"/>
                </a:lnTo>
                <a:moveTo>
                  <a:pt x="1150110" y="453768"/>
                </a:moveTo>
                <a:lnTo>
                  <a:pt x="1158940" y="456881"/>
                </a:lnTo>
                <a:moveTo>
                  <a:pt x="1149265" y="451941"/>
                </a:moveTo>
                <a:lnTo>
                  <a:pt x="1150110" y="453768"/>
                </a:lnTo>
                <a:moveTo>
                  <a:pt x="1153567" y="446316"/>
                </a:moveTo>
                <a:lnTo>
                  <a:pt x="1149265" y="451941"/>
                </a:lnTo>
                <a:moveTo>
                  <a:pt x="520649" y="558474"/>
                </a:moveTo>
                <a:lnTo>
                  <a:pt x="516627" y="564302"/>
                </a:lnTo>
                <a:moveTo>
                  <a:pt x="521596" y="554303"/>
                </a:moveTo>
                <a:lnTo>
                  <a:pt x="520649" y="558474"/>
                </a:lnTo>
                <a:moveTo>
                  <a:pt x="514845" y="566940"/>
                </a:moveTo>
                <a:lnTo>
                  <a:pt x="515806" y="565833"/>
                </a:lnTo>
                <a:moveTo>
                  <a:pt x="515806" y="565833"/>
                </a:moveTo>
                <a:lnTo>
                  <a:pt x="516627" y="564302"/>
                </a:lnTo>
                <a:moveTo>
                  <a:pt x="1193330" y="439522"/>
                </a:moveTo>
                <a:lnTo>
                  <a:pt x="1193526" y="436374"/>
                </a:lnTo>
                <a:moveTo>
                  <a:pt x="1173415" y="431971"/>
                </a:moveTo>
                <a:lnTo>
                  <a:pt x="1172447" y="432178"/>
                </a:lnTo>
                <a:moveTo>
                  <a:pt x="1189010" y="432659"/>
                </a:moveTo>
                <a:lnTo>
                  <a:pt x="1173415" y="431971"/>
                </a:lnTo>
                <a:moveTo>
                  <a:pt x="1193526" y="436374"/>
                </a:moveTo>
                <a:lnTo>
                  <a:pt x="1189010" y="432659"/>
                </a:lnTo>
                <a:moveTo>
                  <a:pt x="1156558" y="436700"/>
                </a:moveTo>
                <a:lnTo>
                  <a:pt x="1155170" y="441442"/>
                </a:lnTo>
                <a:moveTo>
                  <a:pt x="1171848" y="431883"/>
                </a:moveTo>
                <a:lnTo>
                  <a:pt x="1156558" y="436700"/>
                </a:lnTo>
                <a:moveTo>
                  <a:pt x="1172447" y="432178"/>
                </a:moveTo>
                <a:lnTo>
                  <a:pt x="1171848" y="431883"/>
                </a:lnTo>
                <a:moveTo>
                  <a:pt x="1153567" y="446316"/>
                </a:moveTo>
                <a:lnTo>
                  <a:pt x="1152206" y="444166"/>
                </a:lnTo>
                <a:moveTo>
                  <a:pt x="1152206" y="444166"/>
                </a:moveTo>
                <a:lnTo>
                  <a:pt x="1155170" y="441442"/>
                </a:lnTo>
                <a:moveTo>
                  <a:pt x="521596" y="554303"/>
                </a:moveTo>
                <a:lnTo>
                  <a:pt x="522787" y="550524"/>
                </a:lnTo>
                <a:moveTo>
                  <a:pt x="522192" y="544314"/>
                </a:moveTo>
                <a:lnTo>
                  <a:pt x="521487" y="542839"/>
                </a:lnTo>
                <a:moveTo>
                  <a:pt x="522787" y="550524"/>
                </a:moveTo>
                <a:lnTo>
                  <a:pt x="522192" y="544314"/>
                </a:lnTo>
                <a:moveTo>
                  <a:pt x="521487" y="542839"/>
                </a:moveTo>
                <a:lnTo>
                  <a:pt x="521664" y="541859"/>
                </a:lnTo>
                <a:moveTo>
                  <a:pt x="515642" y="532854"/>
                </a:moveTo>
                <a:lnTo>
                  <a:pt x="513849" y="532661"/>
                </a:lnTo>
                <a:moveTo>
                  <a:pt x="521664" y="541859"/>
                </a:moveTo>
                <a:lnTo>
                  <a:pt x="515642" y="532854"/>
                </a:lnTo>
                <a:moveTo>
                  <a:pt x="513849" y="532661"/>
                </a:moveTo>
                <a:lnTo>
                  <a:pt x="509673" y="530815"/>
                </a:lnTo>
                <a:moveTo>
                  <a:pt x="499323" y="528549"/>
                </a:moveTo>
                <a:lnTo>
                  <a:pt x="490477" y="530572"/>
                </a:lnTo>
                <a:moveTo>
                  <a:pt x="502249" y="528283"/>
                </a:moveTo>
                <a:lnTo>
                  <a:pt x="499323" y="528549"/>
                </a:lnTo>
                <a:moveTo>
                  <a:pt x="509673" y="530815"/>
                </a:moveTo>
                <a:lnTo>
                  <a:pt x="502249" y="528283"/>
                </a:lnTo>
                <a:moveTo>
                  <a:pt x="478485" y="532406"/>
                </a:moveTo>
                <a:lnTo>
                  <a:pt x="468985" y="534400"/>
                </a:lnTo>
                <a:moveTo>
                  <a:pt x="480598" y="532026"/>
                </a:moveTo>
                <a:lnTo>
                  <a:pt x="478485" y="532406"/>
                </a:lnTo>
                <a:moveTo>
                  <a:pt x="490477" y="530572"/>
                </a:moveTo>
                <a:lnTo>
                  <a:pt x="480598" y="532026"/>
                </a:lnTo>
                <a:moveTo>
                  <a:pt x="454757" y="539989"/>
                </a:moveTo>
                <a:lnTo>
                  <a:pt x="464400" y="537742"/>
                </a:lnTo>
                <a:moveTo>
                  <a:pt x="447371" y="538070"/>
                </a:moveTo>
                <a:lnTo>
                  <a:pt x="454757" y="539989"/>
                </a:lnTo>
                <a:moveTo>
                  <a:pt x="464400" y="537742"/>
                </a:moveTo>
                <a:lnTo>
                  <a:pt x="468985" y="534400"/>
                </a:lnTo>
                <a:moveTo>
                  <a:pt x="434395" y="542435"/>
                </a:moveTo>
                <a:lnTo>
                  <a:pt x="442285" y="541319"/>
                </a:lnTo>
                <a:moveTo>
                  <a:pt x="429452" y="538510"/>
                </a:moveTo>
                <a:lnTo>
                  <a:pt x="434395" y="542435"/>
                </a:lnTo>
                <a:moveTo>
                  <a:pt x="430670" y="535391"/>
                </a:moveTo>
                <a:lnTo>
                  <a:pt x="429452" y="538510"/>
                </a:lnTo>
                <a:moveTo>
                  <a:pt x="442285" y="541319"/>
                </a:moveTo>
                <a:lnTo>
                  <a:pt x="447371" y="538070"/>
                </a:lnTo>
                <a:moveTo>
                  <a:pt x="1451026" y="349623"/>
                </a:moveTo>
                <a:lnTo>
                  <a:pt x="1450915" y="349667"/>
                </a:lnTo>
                <a:moveTo>
                  <a:pt x="1451191" y="349527"/>
                </a:moveTo>
                <a:lnTo>
                  <a:pt x="1451026" y="349623"/>
                </a:lnTo>
                <a:moveTo>
                  <a:pt x="1436218" y="354801"/>
                </a:moveTo>
                <a:lnTo>
                  <a:pt x="1431273" y="355881"/>
                </a:lnTo>
                <a:moveTo>
                  <a:pt x="1450662" y="349776"/>
                </a:moveTo>
                <a:lnTo>
                  <a:pt x="1436218" y="354801"/>
                </a:lnTo>
                <a:moveTo>
                  <a:pt x="1450915" y="349667"/>
                </a:moveTo>
                <a:lnTo>
                  <a:pt x="1450662" y="349776"/>
                </a:lnTo>
                <a:moveTo>
                  <a:pt x="1416028" y="358800"/>
                </a:moveTo>
                <a:lnTo>
                  <a:pt x="1410349" y="360442"/>
                </a:lnTo>
                <a:moveTo>
                  <a:pt x="1425751" y="356802"/>
                </a:moveTo>
                <a:lnTo>
                  <a:pt x="1416028" y="358800"/>
                </a:lnTo>
                <a:moveTo>
                  <a:pt x="1431273" y="355881"/>
                </a:moveTo>
                <a:lnTo>
                  <a:pt x="1425751" y="356802"/>
                </a:lnTo>
                <a:moveTo>
                  <a:pt x="1398252" y="363327"/>
                </a:moveTo>
                <a:lnTo>
                  <a:pt x="1389731" y="365397"/>
                </a:lnTo>
                <a:moveTo>
                  <a:pt x="1402280" y="362378"/>
                </a:moveTo>
                <a:lnTo>
                  <a:pt x="1398252" y="363327"/>
                </a:lnTo>
                <a:moveTo>
                  <a:pt x="1410349" y="360442"/>
                </a:moveTo>
                <a:lnTo>
                  <a:pt x="1402280" y="362378"/>
                </a:lnTo>
                <a:moveTo>
                  <a:pt x="1378110" y="368657"/>
                </a:moveTo>
                <a:lnTo>
                  <a:pt x="1381915" y="368170"/>
                </a:lnTo>
                <a:moveTo>
                  <a:pt x="1365792" y="366069"/>
                </a:moveTo>
                <a:lnTo>
                  <a:pt x="1378110" y="368657"/>
                </a:lnTo>
                <a:moveTo>
                  <a:pt x="1381915" y="368170"/>
                </a:moveTo>
                <a:lnTo>
                  <a:pt x="1389731" y="365397"/>
                </a:lnTo>
                <a:moveTo>
                  <a:pt x="1362992" y="365824"/>
                </a:moveTo>
                <a:lnTo>
                  <a:pt x="1361279" y="364891"/>
                </a:lnTo>
                <a:moveTo>
                  <a:pt x="1365792" y="366069"/>
                </a:moveTo>
                <a:lnTo>
                  <a:pt x="1362992" y="365824"/>
                </a:lnTo>
                <a:moveTo>
                  <a:pt x="435862" y="523075"/>
                </a:moveTo>
                <a:lnTo>
                  <a:pt x="435880" y="523249"/>
                </a:lnTo>
                <a:moveTo>
                  <a:pt x="435931" y="523009"/>
                </a:moveTo>
                <a:lnTo>
                  <a:pt x="435862" y="523075"/>
                </a:lnTo>
                <a:moveTo>
                  <a:pt x="428405" y="530410"/>
                </a:moveTo>
                <a:lnTo>
                  <a:pt x="430670" y="535391"/>
                </a:lnTo>
                <a:moveTo>
                  <a:pt x="428614" y="529907"/>
                </a:moveTo>
                <a:lnTo>
                  <a:pt x="428405" y="530410"/>
                </a:lnTo>
                <a:moveTo>
                  <a:pt x="433622" y="525158"/>
                </a:moveTo>
                <a:lnTo>
                  <a:pt x="428614" y="529907"/>
                </a:lnTo>
                <a:moveTo>
                  <a:pt x="435880" y="523249"/>
                </a:moveTo>
                <a:lnTo>
                  <a:pt x="433622" y="525158"/>
                </a:lnTo>
                <a:moveTo>
                  <a:pt x="1474026" y="337821"/>
                </a:moveTo>
                <a:lnTo>
                  <a:pt x="1468885" y="341297"/>
                </a:lnTo>
                <a:moveTo>
                  <a:pt x="1485775" y="332479"/>
                </a:moveTo>
                <a:lnTo>
                  <a:pt x="1474026" y="337821"/>
                </a:lnTo>
                <a:moveTo>
                  <a:pt x="1486347" y="332270"/>
                </a:moveTo>
                <a:lnTo>
                  <a:pt x="1485775" y="332479"/>
                </a:lnTo>
                <a:moveTo>
                  <a:pt x="1451191" y="349527"/>
                </a:moveTo>
                <a:lnTo>
                  <a:pt x="1461671" y="343535"/>
                </a:lnTo>
                <a:moveTo>
                  <a:pt x="1461671" y="343535"/>
                </a:moveTo>
                <a:lnTo>
                  <a:pt x="1468885" y="341297"/>
                </a:lnTo>
                <a:moveTo>
                  <a:pt x="1349638" y="361213"/>
                </a:moveTo>
                <a:lnTo>
                  <a:pt x="1361279" y="364891"/>
                </a:lnTo>
                <a:moveTo>
                  <a:pt x="1349504" y="361074"/>
                </a:moveTo>
                <a:lnTo>
                  <a:pt x="1349638" y="361213"/>
                </a:lnTo>
                <a:moveTo>
                  <a:pt x="1349420" y="355434"/>
                </a:moveTo>
                <a:lnTo>
                  <a:pt x="1349504" y="361074"/>
                </a:lnTo>
                <a:moveTo>
                  <a:pt x="450435" y="509428"/>
                </a:moveTo>
                <a:lnTo>
                  <a:pt x="450152" y="510108"/>
                </a:lnTo>
                <a:moveTo>
                  <a:pt x="451143" y="508926"/>
                </a:moveTo>
                <a:lnTo>
                  <a:pt x="450435" y="509428"/>
                </a:lnTo>
                <a:moveTo>
                  <a:pt x="436048" y="522715"/>
                </a:moveTo>
                <a:lnTo>
                  <a:pt x="435931" y="523009"/>
                </a:lnTo>
                <a:moveTo>
                  <a:pt x="440898" y="515759"/>
                </a:moveTo>
                <a:lnTo>
                  <a:pt x="436048" y="522715"/>
                </a:lnTo>
                <a:moveTo>
                  <a:pt x="447187" y="511502"/>
                </a:moveTo>
                <a:lnTo>
                  <a:pt x="440898" y="515759"/>
                </a:lnTo>
                <a:moveTo>
                  <a:pt x="450152" y="510108"/>
                </a:moveTo>
                <a:lnTo>
                  <a:pt x="447187" y="511502"/>
                </a:lnTo>
                <a:moveTo>
                  <a:pt x="1349420" y="355434"/>
                </a:moveTo>
                <a:lnTo>
                  <a:pt x="1349403" y="352633"/>
                </a:lnTo>
                <a:moveTo>
                  <a:pt x="1347592" y="345219"/>
                </a:moveTo>
                <a:lnTo>
                  <a:pt x="1347137" y="344341"/>
                </a:lnTo>
                <a:moveTo>
                  <a:pt x="1349403" y="352633"/>
                </a:moveTo>
                <a:lnTo>
                  <a:pt x="1347592" y="345219"/>
                </a:lnTo>
                <a:moveTo>
                  <a:pt x="467726" y="496375"/>
                </a:moveTo>
                <a:lnTo>
                  <a:pt x="465695" y="498606"/>
                </a:lnTo>
                <a:moveTo>
                  <a:pt x="470307" y="494168"/>
                </a:moveTo>
                <a:lnTo>
                  <a:pt x="467726" y="496375"/>
                </a:lnTo>
                <a:moveTo>
                  <a:pt x="451143" y="508926"/>
                </a:moveTo>
                <a:lnTo>
                  <a:pt x="458664" y="502810"/>
                </a:lnTo>
                <a:moveTo>
                  <a:pt x="458664" y="502810"/>
                </a:moveTo>
                <a:lnTo>
                  <a:pt x="465695" y="498606"/>
                </a:lnTo>
                <a:moveTo>
                  <a:pt x="1346632" y="335189"/>
                </a:moveTo>
                <a:lnTo>
                  <a:pt x="1347210" y="342101"/>
                </a:lnTo>
                <a:moveTo>
                  <a:pt x="1348224" y="332672"/>
                </a:moveTo>
                <a:lnTo>
                  <a:pt x="1346632" y="335189"/>
                </a:lnTo>
                <a:moveTo>
                  <a:pt x="1347137" y="344341"/>
                </a:moveTo>
                <a:lnTo>
                  <a:pt x="1347180" y="343728"/>
                </a:lnTo>
                <a:moveTo>
                  <a:pt x="1347180" y="343728"/>
                </a:moveTo>
                <a:lnTo>
                  <a:pt x="1347210" y="342101"/>
                </a:lnTo>
                <a:moveTo>
                  <a:pt x="482848" y="482848"/>
                </a:moveTo>
                <a:lnTo>
                  <a:pt x="480082" y="485614"/>
                </a:lnTo>
                <a:moveTo>
                  <a:pt x="487711" y="479711"/>
                </a:moveTo>
                <a:lnTo>
                  <a:pt x="482848" y="482848"/>
                </a:lnTo>
                <a:moveTo>
                  <a:pt x="470307" y="494168"/>
                </a:moveTo>
                <a:lnTo>
                  <a:pt x="475775" y="489718"/>
                </a:lnTo>
                <a:moveTo>
                  <a:pt x="475775" y="489718"/>
                </a:moveTo>
                <a:lnTo>
                  <a:pt x="480082" y="485614"/>
                </a:lnTo>
                <a:moveTo>
                  <a:pt x="1358188" y="320881"/>
                </a:moveTo>
                <a:lnTo>
                  <a:pt x="1356514" y="322552"/>
                </a:lnTo>
                <a:moveTo>
                  <a:pt x="1360900" y="319023"/>
                </a:moveTo>
                <a:lnTo>
                  <a:pt x="1358188" y="320881"/>
                </a:lnTo>
                <a:moveTo>
                  <a:pt x="1348224" y="332672"/>
                </a:moveTo>
                <a:lnTo>
                  <a:pt x="1350678" y="327656"/>
                </a:lnTo>
                <a:moveTo>
                  <a:pt x="1350678" y="327656"/>
                </a:moveTo>
                <a:lnTo>
                  <a:pt x="1356514" y="322552"/>
                </a:lnTo>
                <a:moveTo>
                  <a:pt x="516803" y="465024"/>
                </a:moveTo>
                <a:lnTo>
                  <a:pt x="513923" y="466165"/>
                </a:lnTo>
                <a:moveTo>
                  <a:pt x="521386" y="462474"/>
                </a:moveTo>
                <a:lnTo>
                  <a:pt x="516803" y="465024"/>
                </a:lnTo>
                <a:moveTo>
                  <a:pt x="502657" y="470346"/>
                </a:moveTo>
                <a:lnTo>
                  <a:pt x="495786" y="474320"/>
                </a:lnTo>
                <a:moveTo>
                  <a:pt x="508270" y="468058"/>
                </a:moveTo>
                <a:lnTo>
                  <a:pt x="502657" y="470346"/>
                </a:lnTo>
                <a:moveTo>
                  <a:pt x="513923" y="466165"/>
                </a:moveTo>
                <a:lnTo>
                  <a:pt x="508270" y="468058"/>
                </a:lnTo>
                <a:moveTo>
                  <a:pt x="487711" y="479711"/>
                </a:moveTo>
                <a:lnTo>
                  <a:pt x="491373" y="476295"/>
                </a:lnTo>
                <a:moveTo>
                  <a:pt x="491373" y="476295"/>
                </a:moveTo>
                <a:lnTo>
                  <a:pt x="495786" y="474320"/>
                </a:lnTo>
                <a:moveTo>
                  <a:pt x="1374265" y="307562"/>
                </a:moveTo>
                <a:lnTo>
                  <a:pt x="1371059" y="309763"/>
                </a:lnTo>
                <a:moveTo>
                  <a:pt x="1373823" y="305332"/>
                </a:moveTo>
                <a:lnTo>
                  <a:pt x="1374265" y="307562"/>
                </a:lnTo>
                <a:moveTo>
                  <a:pt x="1360900" y="319023"/>
                </a:moveTo>
                <a:lnTo>
                  <a:pt x="1368289" y="314673"/>
                </a:lnTo>
                <a:moveTo>
                  <a:pt x="1368289" y="314673"/>
                </a:moveTo>
                <a:lnTo>
                  <a:pt x="1371059" y="309763"/>
                </a:lnTo>
                <a:moveTo>
                  <a:pt x="536141" y="452420"/>
                </a:moveTo>
                <a:lnTo>
                  <a:pt x="530698" y="456253"/>
                </a:lnTo>
                <a:moveTo>
                  <a:pt x="537178" y="448292"/>
                </a:moveTo>
                <a:lnTo>
                  <a:pt x="536141" y="452420"/>
                </a:lnTo>
                <a:moveTo>
                  <a:pt x="521386" y="462474"/>
                </a:moveTo>
                <a:lnTo>
                  <a:pt x="528456" y="459156"/>
                </a:lnTo>
                <a:moveTo>
                  <a:pt x="528456" y="459156"/>
                </a:moveTo>
                <a:lnTo>
                  <a:pt x="530698" y="456253"/>
                </a:lnTo>
                <a:moveTo>
                  <a:pt x="1373823" y="305332"/>
                </a:moveTo>
                <a:lnTo>
                  <a:pt x="1375600" y="299436"/>
                </a:lnTo>
                <a:moveTo>
                  <a:pt x="1375453" y="299114"/>
                </a:moveTo>
                <a:lnTo>
                  <a:pt x="1371293" y="294281"/>
                </a:lnTo>
                <a:moveTo>
                  <a:pt x="1375600" y="299436"/>
                </a:moveTo>
                <a:lnTo>
                  <a:pt x="1375453" y="299114"/>
                </a:lnTo>
                <a:moveTo>
                  <a:pt x="537178" y="448292"/>
                </a:moveTo>
                <a:lnTo>
                  <a:pt x="538628" y="444545"/>
                </a:lnTo>
                <a:moveTo>
                  <a:pt x="536732" y="439403"/>
                </a:moveTo>
                <a:lnTo>
                  <a:pt x="535113" y="437162"/>
                </a:lnTo>
                <a:moveTo>
                  <a:pt x="538628" y="444545"/>
                </a:moveTo>
                <a:lnTo>
                  <a:pt x="536732" y="439403"/>
                </a:lnTo>
                <a:moveTo>
                  <a:pt x="1371293" y="294281"/>
                </a:moveTo>
                <a:lnTo>
                  <a:pt x="1371324" y="290081"/>
                </a:lnTo>
                <a:moveTo>
                  <a:pt x="1369712" y="286840"/>
                </a:moveTo>
                <a:lnTo>
                  <a:pt x="1366463" y="283623"/>
                </a:lnTo>
                <a:moveTo>
                  <a:pt x="1371324" y="290081"/>
                </a:moveTo>
                <a:lnTo>
                  <a:pt x="1369712" y="286840"/>
                </a:lnTo>
                <a:moveTo>
                  <a:pt x="535113" y="437162"/>
                </a:moveTo>
                <a:lnTo>
                  <a:pt x="533742" y="435057"/>
                </a:lnTo>
                <a:moveTo>
                  <a:pt x="530110" y="428015"/>
                </a:moveTo>
                <a:lnTo>
                  <a:pt x="529264" y="426678"/>
                </a:lnTo>
                <a:moveTo>
                  <a:pt x="533742" y="435057"/>
                </a:moveTo>
                <a:lnTo>
                  <a:pt x="530110" y="428015"/>
                </a:lnTo>
                <a:moveTo>
                  <a:pt x="1366463" y="283623"/>
                </a:moveTo>
                <a:lnTo>
                  <a:pt x="1366315" y="280565"/>
                </a:lnTo>
                <a:moveTo>
                  <a:pt x="1365022" y="273507"/>
                </a:moveTo>
                <a:lnTo>
                  <a:pt x="1364639" y="272451"/>
                </a:lnTo>
                <a:moveTo>
                  <a:pt x="1366315" y="280565"/>
                </a:moveTo>
                <a:lnTo>
                  <a:pt x="1365022" y="273507"/>
                </a:lnTo>
                <a:moveTo>
                  <a:pt x="529451" y="417280"/>
                </a:moveTo>
                <a:lnTo>
                  <a:pt x="529430" y="423067"/>
                </a:lnTo>
                <a:moveTo>
                  <a:pt x="531859" y="414752"/>
                </a:moveTo>
                <a:lnTo>
                  <a:pt x="529451" y="417280"/>
                </a:lnTo>
                <a:moveTo>
                  <a:pt x="529264" y="426678"/>
                </a:moveTo>
                <a:lnTo>
                  <a:pt x="528387" y="425466"/>
                </a:lnTo>
                <a:moveTo>
                  <a:pt x="528387" y="425466"/>
                </a:moveTo>
                <a:lnTo>
                  <a:pt x="529430" y="423067"/>
                </a:lnTo>
                <a:moveTo>
                  <a:pt x="1364901" y="263418"/>
                </a:moveTo>
                <a:lnTo>
                  <a:pt x="1364942" y="270323"/>
                </a:lnTo>
                <a:moveTo>
                  <a:pt x="1365010" y="260905"/>
                </a:moveTo>
                <a:lnTo>
                  <a:pt x="1364901" y="263418"/>
                </a:lnTo>
                <a:moveTo>
                  <a:pt x="1364639" y="272451"/>
                </a:moveTo>
                <a:lnTo>
                  <a:pt x="1364845" y="271824"/>
                </a:lnTo>
                <a:moveTo>
                  <a:pt x="1364845" y="271824"/>
                </a:moveTo>
                <a:lnTo>
                  <a:pt x="1364942" y="270323"/>
                </a:lnTo>
                <a:moveTo>
                  <a:pt x="531859" y="414752"/>
                </a:moveTo>
                <a:lnTo>
                  <a:pt x="536042" y="410304"/>
                </a:lnTo>
                <a:moveTo>
                  <a:pt x="537226" y="402797"/>
                </a:moveTo>
                <a:lnTo>
                  <a:pt x="537224" y="402352"/>
                </a:lnTo>
                <a:moveTo>
                  <a:pt x="536042" y="410304"/>
                </a:moveTo>
                <a:lnTo>
                  <a:pt x="537226" y="402797"/>
                </a:lnTo>
                <a:moveTo>
                  <a:pt x="1365010" y="260905"/>
                </a:moveTo>
                <a:lnTo>
                  <a:pt x="1366191" y="255281"/>
                </a:lnTo>
                <a:moveTo>
                  <a:pt x="1367233" y="253227"/>
                </a:moveTo>
                <a:lnTo>
                  <a:pt x="1369460" y="248661"/>
                </a:lnTo>
                <a:moveTo>
                  <a:pt x="1366191" y="255281"/>
                </a:moveTo>
                <a:lnTo>
                  <a:pt x="1367233" y="253227"/>
                </a:lnTo>
                <a:moveTo>
                  <a:pt x="537575" y="393801"/>
                </a:moveTo>
                <a:lnTo>
                  <a:pt x="537366" y="401754"/>
                </a:lnTo>
                <a:moveTo>
                  <a:pt x="538639" y="390627"/>
                </a:moveTo>
                <a:lnTo>
                  <a:pt x="537575" y="393801"/>
                </a:lnTo>
                <a:moveTo>
                  <a:pt x="537224" y="402352"/>
                </a:moveTo>
                <a:lnTo>
                  <a:pt x="537293" y="402158"/>
                </a:lnTo>
                <a:moveTo>
                  <a:pt x="537293" y="402158"/>
                </a:moveTo>
                <a:lnTo>
                  <a:pt x="537366" y="401754"/>
                </a:lnTo>
                <a:moveTo>
                  <a:pt x="1376099" y="240612"/>
                </a:moveTo>
                <a:lnTo>
                  <a:pt x="1370964" y="246541"/>
                </a:lnTo>
                <a:moveTo>
                  <a:pt x="1383110" y="234846"/>
                </a:moveTo>
                <a:lnTo>
                  <a:pt x="1376099" y="240612"/>
                </a:lnTo>
                <a:moveTo>
                  <a:pt x="1369460" y="248661"/>
                </a:moveTo>
                <a:lnTo>
                  <a:pt x="1369891" y="247672"/>
                </a:lnTo>
                <a:moveTo>
                  <a:pt x="1369891" y="247672"/>
                </a:moveTo>
                <a:lnTo>
                  <a:pt x="1370964" y="246541"/>
                </a:lnTo>
                <a:moveTo>
                  <a:pt x="538639" y="390627"/>
                </a:moveTo>
                <a:lnTo>
                  <a:pt x="539802" y="385870"/>
                </a:lnTo>
                <a:moveTo>
                  <a:pt x="539083" y="382872"/>
                </a:moveTo>
                <a:lnTo>
                  <a:pt x="537517" y="379335"/>
                </a:lnTo>
                <a:moveTo>
                  <a:pt x="539802" y="385870"/>
                </a:moveTo>
                <a:lnTo>
                  <a:pt x="539083" y="382872"/>
                </a:lnTo>
                <a:moveTo>
                  <a:pt x="1391677" y="227185"/>
                </a:moveTo>
                <a:lnTo>
                  <a:pt x="1384589" y="232566"/>
                </a:lnTo>
                <a:moveTo>
                  <a:pt x="1386982" y="222701"/>
                </a:moveTo>
                <a:lnTo>
                  <a:pt x="1391677" y="227185"/>
                </a:lnTo>
                <a:moveTo>
                  <a:pt x="1383110" y="234846"/>
                </a:moveTo>
                <a:lnTo>
                  <a:pt x="1384322" y="233994"/>
                </a:lnTo>
                <a:moveTo>
                  <a:pt x="1384322" y="233994"/>
                </a:moveTo>
                <a:lnTo>
                  <a:pt x="1384589" y="232566"/>
                </a:lnTo>
                <a:moveTo>
                  <a:pt x="537517" y="379335"/>
                </a:moveTo>
                <a:lnTo>
                  <a:pt x="536241" y="376671"/>
                </a:lnTo>
                <a:moveTo>
                  <a:pt x="532492" y="371454"/>
                </a:moveTo>
                <a:lnTo>
                  <a:pt x="530117" y="369117"/>
                </a:lnTo>
                <a:moveTo>
                  <a:pt x="536241" y="376671"/>
                </a:moveTo>
                <a:lnTo>
                  <a:pt x="532492" y="371454"/>
                </a:lnTo>
                <a:moveTo>
                  <a:pt x="1384704" y="217583"/>
                </a:moveTo>
                <a:lnTo>
                  <a:pt x="1386982" y="222701"/>
                </a:lnTo>
                <a:moveTo>
                  <a:pt x="1384202" y="217130"/>
                </a:moveTo>
                <a:lnTo>
                  <a:pt x="1384704" y="217583"/>
                </a:lnTo>
                <a:moveTo>
                  <a:pt x="1376149" y="213069"/>
                </a:moveTo>
                <a:lnTo>
                  <a:pt x="1384202" y="217130"/>
                </a:lnTo>
                <a:moveTo>
                  <a:pt x="530117" y="369117"/>
                </a:moveTo>
                <a:lnTo>
                  <a:pt x="526887" y="366205"/>
                </a:lnTo>
                <a:moveTo>
                  <a:pt x="523691" y="362260"/>
                </a:moveTo>
                <a:lnTo>
                  <a:pt x="521093" y="359176"/>
                </a:lnTo>
                <a:moveTo>
                  <a:pt x="526887" y="366205"/>
                </a:moveTo>
                <a:lnTo>
                  <a:pt x="523691" y="362260"/>
                </a:lnTo>
                <a:moveTo>
                  <a:pt x="1373104" y="211207"/>
                </a:moveTo>
                <a:lnTo>
                  <a:pt x="1376149" y="213069"/>
                </a:lnTo>
                <a:moveTo>
                  <a:pt x="1364036" y="204296"/>
                </a:moveTo>
                <a:lnTo>
                  <a:pt x="1373104" y="211207"/>
                </a:lnTo>
                <a:moveTo>
                  <a:pt x="1363459" y="203754"/>
                </a:moveTo>
                <a:lnTo>
                  <a:pt x="1364036" y="204296"/>
                </a:lnTo>
                <a:moveTo>
                  <a:pt x="521253" y="348134"/>
                </a:moveTo>
                <a:lnTo>
                  <a:pt x="521412" y="349626"/>
                </a:lnTo>
                <a:moveTo>
                  <a:pt x="521400" y="347640"/>
                </a:moveTo>
                <a:lnTo>
                  <a:pt x="521253" y="348134"/>
                </a:lnTo>
                <a:moveTo>
                  <a:pt x="521093" y="359176"/>
                </a:moveTo>
                <a:lnTo>
                  <a:pt x="517645" y="355762"/>
                </a:lnTo>
                <a:moveTo>
                  <a:pt x="517645" y="355762"/>
                </a:moveTo>
                <a:lnTo>
                  <a:pt x="521412" y="349626"/>
                </a:lnTo>
                <a:moveTo>
                  <a:pt x="1363013" y="203313"/>
                </a:moveTo>
                <a:lnTo>
                  <a:pt x="1363459" y="203754"/>
                </a:lnTo>
                <a:moveTo>
                  <a:pt x="1357931" y="194541"/>
                </a:moveTo>
                <a:lnTo>
                  <a:pt x="1363013" y="203313"/>
                </a:lnTo>
                <a:moveTo>
                  <a:pt x="1358205" y="193169"/>
                </a:moveTo>
                <a:lnTo>
                  <a:pt x="1357931" y="194541"/>
                </a:lnTo>
                <a:moveTo>
                  <a:pt x="521400" y="347640"/>
                </a:moveTo>
                <a:lnTo>
                  <a:pt x="527368" y="341053"/>
                </a:lnTo>
                <a:moveTo>
                  <a:pt x="528144" y="339723"/>
                </a:moveTo>
                <a:lnTo>
                  <a:pt x="530955" y="334524"/>
                </a:lnTo>
                <a:moveTo>
                  <a:pt x="527368" y="341053"/>
                </a:moveTo>
                <a:lnTo>
                  <a:pt x="528144" y="339723"/>
                </a:lnTo>
                <a:moveTo>
                  <a:pt x="1358533" y="189769"/>
                </a:moveTo>
                <a:lnTo>
                  <a:pt x="1358205" y="193169"/>
                </a:lnTo>
                <a:moveTo>
                  <a:pt x="1358293" y="186201"/>
                </a:moveTo>
                <a:lnTo>
                  <a:pt x="1358533" y="189769"/>
                </a:lnTo>
                <a:moveTo>
                  <a:pt x="1358810" y="181582"/>
                </a:moveTo>
                <a:lnTo>
                  <a:pt x="1358293" y="186201"/>
                </a:lnTo>
                <a:moveTo>
                  <a:pt x="531722" y="325169"/>
                </a:moveTo>
                <a:lnTo>
                  <a:pt x="531263" y="330782"/>
                </a:lnTo>
                <a:moveTo>
                  <a:pt x="530394" y="323137"/>
                </a:moveTo>
                <a:lnTo>
                  <a:pt x="531722" y="325169"/>
                </a:lnTo>
                <a:moveTo>
                  <a:pt x="530955" y="334524"/>
                </a:moveTo>
                <a:lnTo>
                  <a:pt x="531827" y="333611"/>
                </a:lnTo>
                <a:moveTo>
                  <a:pt x="531827" y="333611"/>
                </a:moveTo>
                <a:lnTo>
                  <a:pt x="531263" y="330782"/>
                </a:lnTo>
                <a:moveTo>
                  <a:pt x="1358810" y="181582"/>
                </a:moveTo>
                <a:lnTo>
                  <a:pt x="1357474" y="177603"/>
                </a:lnTo>
                <a:moveTo>
                  <a:pt x="1355312" y="174957"/>
                </a:moveTo>
                <a:lnTo>
                  <a:pt x="1347978" y="171950"/>
                </a:lnTo>
                <a:moveTo>
                  <a:pt x="1357474" y="177603"/>
                </a:moveTo>
                <a:lnTo>
                  <a:pt x="1355312" y="174957"/>
                </a:lnTo>
                <a:moveTo>
                  <a:pt x="529243" y="320562"/>
                </a:moveTo>
                <a:lnTo>
                  <a:pt x="530394" y="323137"/>
                </a:lnTo>
                <a:moveTo>
                  <a:pt x="525424" y="315371"/>
                </a:moveTo>
                <a:lnTo>
                  <a:pt x="529243" y="320562"/>
                </a:lnTo>
                <a:moveTo>
                  <a:pt x="522615" y="312983"/>
                </a:moveTo>
                <a:lnTo>
                  <a:pt x="525424" y="315371"/>
                </a:lnTo>
                <a:moveTo>
                  <a:pt x="1341609" y="170698"/>
                </a:moveTo>
                <a:lnTo>
                  <a:pt x="1347978" y="171950"/>
                </a:lnTo>
                <a:moveTo>
                  <a:pt x="1335689" y="169492"/>
                </a:moveTo>
                <a:lnTo>
                  <a:pt x="1341609" y="170698"/>
                </a:lnTo>
                <a:moveTo>
                  <a:pt x="1327435" y="166913"/>
                </a:moveTo>
                <a:lnTo>
                  <a:pt x="1320577" y="165149"/>
                </a:lnTo>
                <a:moveTo>
                  <a:pt x="1335689" y="169492"/>
                </a:moveTo>
                <a:lnTo>
                  <a:pt x="1327435" y="166913"/>
                </a:lnTo>
                <a:moveTo>
                  <a:pt x="520675" y="311133"/>
                </a:moveTo>
                <a:lnTo>
                  <a:pt x="522615" y="312983"/>
                </a:lnTo>
                <a:moveTo>
                  <a:pt x="513374" y="304314"/>
                </a:moveTo>
                <a:lnTo>
                  <a:pt x="520675" y="311133"/>
                </a:lnTo>
                <a:moveTo>
                  <a:pt x="512231" y="303274"/>
                </a:moveTo>
                <a:lnTo>
                  <a:pt x="513374" y="304314"/>
                </a:lnTo>
                <a:moveTo>
                  <a:pt x="1313113" y="163279"/>
                </a:moveTo>
                <a:lnTo>
                  <a:pt x="1320577" y="165149"/>
                </a:lnTo>
                <a:moveTo>
                  <a:pt x="1301642" y="157126"/>
                </a:moveTo>
                <a:lnTo>
                  <a:pt x="1313113" y="163279"/>
                </a:lnTo>
                <a:moveTo>
                  <a:pt x="1301392" y="157024"/>
                </a:moveTo>
                <a:lnTo>
                  <a:pt x="1301318" y="156957"/>
                </a:lnTo>
                <a:moveTo>
                  <a:pt x="1301642" y="157126"/>
                </a:moveTo>
                <a:lnTo>
                  <a:pt x="1301392" y="157024"/>
                </a:lnTo>
                <a:moveTo>
                  <a:pt x="511241" y="302577"/>
                </a:moveTo>
                <a:lnTo>
                  <a:pt x="512231" y="303274"/>
                </a:lnTo>
                <a:moveTo>
                  <a:pt x="503692" y="295220"/>
                </a:moveTo>
                <a:lnTo>
                  <a:pt x="511241" y="302577"/>
                </a:lnTo>
                <a:moveTo>
                  <a:pt x="502108" y="293718"/>
                </a:moveTo>
                <a:lnTo>
                  <a:pt x="501957" y="293546"/>
                </a:lnTo>
                <a:moveTo>
                  <a:pt x="503692" y="295220"/>
                </a:moveTo>
                <a:lnTo>
                  <a:pt x="502108" y="293718"/>
                </a:lnTo>
                <a:moveTo>
                  <a:pt x="1301318" y="156957"/>
                </a:moveTo>
                <a:lnTo>
                  <a:pt x="1301267" y="156879"/>
                </a:lnTo>
                <a:moveTo>
                  <a:pt x="1291595" y="148834"/>
                </a:moveTo>
                <a:lnTo>
                  <a:pt x="1288898" y="147596"/>
                </a:lnTo>
                <a:moveTo>
                  <a:pt x="1301267" y="156879"/>
                </a:moveTo>
                <a:lnTo>
                  <a:pt x="1291595" y="148834"/>
                </a:lnTo>
                <a:moveTo>
                  <a:pt x="501957" y="293546"/>
                </a:moveTo>
                <a:lnTo>
                  <a:pt x="501826" y="293367"/>
                </a:lnTo>
                <a:moveTo>
                  <a:pt x="493283" y="284548"/>
                </a:moveTo>
                <a:lnTo>
                  <a:pt x="492306" y="283712"/>
                </a:lnTo>
                <a:moveTo>
                  <a:pt x="501826" y="293367"/>
                </a:moveTo>
                <a:lnTo>
                  <a:pt x="493283" y="284548"/>
                </a:lnTo>
                <a:moveTo>
                  <a:pt x="1288898" y="147596"/>
                </a:moveTo>
                <a:lnTo>
                  <a:pt x="1287309" y="145404"/>
                </a:lnTo>
                <a:moveTo>
                  <a:pt x="1281176" y="141269"/>
                </a:moveTo>
                <a:lnTo>
                  <a:pt x="1269208" y="139477"/>
                </a:lnTo>
                <a:moveTo>
                  <a:pt x="1287309" y="145404"/>
                </a:moveTo>
                <a:lnTo>
                  <a:pt x="1281176" y="141269"/>
                </a:lnTo>
                <a:moveTo>
                  <a:pt x="492306" y="283712"/>
                </a:moveTo>
                <a:lnTo>
                  <a:pt x="490789" y="282532"/>
                </a:lnTo>
                <a:moveTo>
                  <a:pt x="483490" y="276353"/>
                </a:moveTo>
                <a:lnTo>
                  <a:pt x="480892" y="274180"/>
                </a:lnTo>
                <a:moveTo>
                  <a:pt x="490789" y="282532"/>
                </a:moveTo>
                <a:lnTo>
                  <a:pt x="483490" y="276353"/>
                </a:lnTo>
                <a:moveTo>
                  <a:pt x="1266012" y="138482"/>
                </a:moveTo>
                <a:lnTo>
                  <a:pt x="1269208" y="139477"/>
                </a:lnTo>
                <a:moveTo>
                  <a:pt x="1262546" y="138247"/>
                </a:moveTo>
                <a:lnTo>
                  <a:pt x="1266012" y="138482"/>
                </a:lnTo>
                <a:moveTo>
                  <a:pt x="1248066" y="136813"/>
                </a:moveTo>
                <a:lnTo>
                  <a:pt x="1237382" y="137338"/>
                </a:lnTo>
                <a:moveTo>
                  <a:pt x="1249748" y="136801"/>
                </a:moveTo>
                <a:lnTo>
                  <a:pt x="1248066" y="136813"/>
                </a:lnTo>
                <a:moveTo>
                  <a:pt x="1262546" y="138247"/>
                </a:moveTo>
                <a:lnTo>
                  <a:pt x="1249748" y="136801"/>
                </a:lnTo>
                <a:moveTo>
                  <a:pt x="1215051" y="138005"/>
                </a:moveTo>
                <a:lnTo>
                  <a:pt x="1213537" y="138132"/>
                </a:lnTo>
                <a:moveTo>
                  <a:pt x="1231279" y="137342"/>
                </a:moveTo>
                <a:lnTo>
                  <a:pt x="1215051" y="138005"/>
                </a:lnTo>
                <a:moveTo>
                  <a:pt x="1237382" y="137338"/>
                </a:moveTo>
                <a:lnTo>
                  <a:pt x="1231279" y="137342"/>
                </a:lnTo>
                <a:moveTo>
                  <a:pt x="1212456" y="138238"/>
                </a:moveTo>
                <a:lnTo>
                  <a:pt x="1210207" y="138076"/>
                </a:lnTo>
                <a:moveTo>
                  <a:pt x="1213537" y="138132"/>
                </a:moveTo>
                <a:lnTo>
                  <a:pt x="1212456" y="138238"/>
                </a:lnTo>
                <a:moveTo>
                  <a:pt x="480892" y="274180"/>
                </a:moveTo>
                <a:lnTo>
                  <a:pt x="474257" y="270494"/>
                </a:lnTo>
                <a:moveTo>
                  <a:pt x="472682" y="269180"/>
                </a:moveTo>
                <a:lnTo>
                  <a:pt x="470103" y="264540"/>
                </a:lnTo>
                <a:moveTo>
                  <a:pt x="474257" y="270494"/>
                </a:moveTo>
                <a:lnTo>
                  <a:pt x="472682" y="269180"/>
                </a:lnTo>
                <a:moveTo>
                  <a:pt x="1195312" y="137443"/>
                </a:moveTo>
                <a:lnTo>
                  <a:pt x="1210207" y="138076"/>
                </a:lnTo>
                <a:moveTo>
                  <a:pt x="1187606" y="136233"/>
                </a:moveTo>
                <a:lnTo>
                  <a:pt x="1195312" y="137443"/>
                </a:lnTo>
                <a:moveTo>
                  <a:pt x="1180121" y="134683"/>
                </a:moveTo>
                <a:lnTo>
                  <a:pt x="1165891" y="134165"/>
                </a:lnTo>
                <a:moveTo>
                  <a:pt x="1187606" y="136233"/>
                </a:moveTo>
                <a:lnTo>
                  <a:pt x="1180121" y="134683"/>
                </a:lnTo>
                <a:moveTo>
                  <a:pt x="470103" y="264540"/>
                </a:moveTo>
                <a:lnTo>
                  <a:pt x="464358" y="259908"/>
                </a:lnTo>
                <a:moveTo>
                  <a:pt x="464188" y="259677"/>
                </a:moveTo>
                <a:lnTo>
                  <a:pt x="462487" y="254358"/>
                </a:lnTo>
                <a:moveTo>
                  <a:pt x="464358" y="259908"/>
                </a:moveTo>
                <a:lnTo>
                  <a:pt x="464188" y="259677"/>
                </a:lnTo>
                <a:moveTo>
                  <a:pt x="1163025" y="133841"/>
                </a:moveTo>
                <a:lnTo>
                  <a:pt x="1165891" y="134165"/>
                </a:lnTo>
                <a:moveTo>
                  <a:pt x="1161373" y="133946"/>
                </a:moveTo>
                <a:lnTo>
                  <a:pt x="1163025" y="133841"/>
                </a:lnTo>
                <a:moveTo>
                  <a:pt x="1145097" y="133836"/>
                </a:moveTo>
                <a:lnTo>
                  <a:pt x="1157587" y="133844"/>
                </a:lnTo>
                <a:moveTo>
                  <a:pt x="1136970" y="134019"/>
                </a:moveTo>
                <a:lnTo>
                  <a:pt x="1145097" y="133836"/>
                </a:lnTo>
                <a:moveTo>
                  <a:pt x="1157587" y="133844"/>
                </a:moveTo>
                <a:lnTo>
                  <a:pt x="1161373" y="133946"/>
                </a:lnTo>
                <a:moveTo>
                  <a:pt x="1111626" y="132201"/>
                </a:moveTo>
                <a:lnTo>
                  <a:pt x="1111046" y="132132"/>
                </a:lnTo>
                <a:moveTo>
                  <a:pt x="1127149" y="133851"/>
                </a:moveTo>
                <a:lnTo>
                  <a:pt x="1111626" y="132201"/>
                </a:lnTo>
                <a:moveTo>
                  <a:pt x="1136970" y="134019"/>
                </a:moveTo>
                <a:lnTo>
                  <a:pt x="1127149" y="133851"/>
                </a:lnTo>
                <a:moveTo>
                  <a:pt x="1110937" y="132118"/>
                </a:moveTo>
                <a:lnTo>
                  <a:pt x="1110811" y="132093"/>
                </a:lnTo>
                <a:moveTo>
                  <a:pt x="1111046" y="132132"/>
                </a:moveTo>
                <a:lnTo>
                  <a:pt x="1110937" y="132118"/>
                </a:lnTo>
                <a:moveTo>
                  <a:pt x="462487" y="254358"/>
                </a:moveTo>
                <a:lnTo>
                  <a:pt x="459292" y="250380"/>
                </a:lnTo>
                <a:moveTo>
                  <a:pt x="458272" y="247579"/>
                </a:moveTo>
                <a:lnTo>
                  <a:pt x="457184" y="243781"/>
                </a:lnTo>
                <a:moveTo>
                  <a:pt x="459292" y="250380"/>
                </a:moveTo>
                <a:lnTo>
                  <a:pt x="458272" y="247579"/>
                </a:lnTo>
                <a:moveTo>
                  <a:pt x="1095049" y="130060"/>
                </a:moveTo>
                <a:lnTo>
                  <a:pt x="1110811" y="132093"/>
                </a:lnTo>
                <a:moveTo>
                  <a:pt x="1088075" y="127045"/>
                </a:moveTo>
                <a:lnTo>
                  <a:pt x="1095049" y="130060"/>
                </a:lnTo>
                <a:moveTo>
                  <a:pt x="1085188" y="124989"/>
                </a:moveTo>
                <a:lnTo>
                  <a:pt x="1088075" y="127045"/>
                </a:lnTo>
                <a:moveTo>
                  <a:pt x="457184" y="243781"/>
                </a:moveTo>
                <a:lnTo>
                  <a:pt x="455625" y="241158"/>
                </a:lnTo>
                <a:moveTo>
                  <a:pt x="454117" y="233707"/>
                </a:moveTo>
                <a:lnTo>
                  <a:pt x="453686" y="232896"/>
                </a:lnTo>
                <a:moveTo>
                  <a:pt x="455625" y="241158"/>
                </a:moveTo>
                <a:lnTo>
                  <a:pt x="454117" y="233707"/>
                </a:lnTo>
                <a:moveTo>
                  <a:pt x="1083155" y="123980"/>
                </a:moveTo>
                <a:lnTo>
                  <a:pt x="1085188" y="124989"/>
                </a:lnTo>
                <a:moveTo>
                  <a:pt x="1077389" y="116287"/>
                </a:moveTo>
                <a:lnTo>
                  <a:pt x="1083155" y="123980"/>
                </a:lnTo>
                <a:moveTo>
                  <a:pt x="1077611" y="114800"/>
                </a:moveTo>
                <a:lnTo>
                  <a:pt x="1077389" y="116287"/>
                </a:lnTo>
                <a:moveTo>
                  <a:pt x="453686" y="232896"/>
                </a:moveTo>
                <a:lnTo>
                  <a:pt x="453715" y="232321"/>
                </a:lnTo>
                <a:moveTo>
                  <a:pt x="446436" y="223386"/>
                </a:moveTo>
                <a:lnTo>
                  <a:pt x="443780" y="223105"/>
                </a:lnTo>
                <a:moveTo>
                  <a:pt x="453715" y="232321"/>
                </a:moveTo>
                <a:lnTo>
                  <a:pt x="446436" y="223386"/>
                </a:lnTo>
                <a:moveTo>
                  <a:pt x="1080434" y="108665"/>
                </a:moveTo>
                <a:lnTo>
                  <a:pt x="1077611" y="114800"/>
                </a:lnTo>
                <a:moveTo>
                  <a:pt x="1080479" y="108544"/>
                </a:moveTo>
                <a:lnTo>
                  <a:pt x="1080434" y="108665"/>
                </a:lnTo>
                <a:moveTo>
                  <a:pt x="1079456" y="103002"/>
                </a:moveTo>
                <a:lnTo>
                  <a:pt x="1080479" y="108544"/>
                </a:lnTo>
                <a:moveTo>
                  <a:pt x="443780" y="223105"/>
                </a:moveTo>
                <a:lnTo>
                  <a:pt x="440639" y="221040"/>
                </a:lnTo>
                <a:moveTo>
                  <a:pt x="429546" y="218611"/>
                </a:moveTo>
                <a:lnTo>
                  <a:pt x="421597" y="220878"/>
                </a:lnTo>
                <a:moveTo>
                  <a:pt x="433704" y="218150"/>
                </a:moveTo>
                <a:lnTo>
                  <a:pt x="429546" y="218611"/>
                </a:lnTo>
                <a:moveTo>
                  <a:pt x="440639" y="221040"/>
                </a:moveTo>
                <a:lnTo>
                  <a:pt x="433704" y="218150"/>
                </a:lnTo>
                <a:moveTo>
                  <a:pt x="409215" y="222579"/>
                </a:moveTo>
                <a:lnTo>
                  <a:pt x="400978" y="225832"/>
                </a:lnTo>
                <a:moveTo>
                  <a:pt x="412257" y="221688"/>
                </a:moveTo>
                <a:lnTo>
                  <a:pt x="409215" y="222579"/>
                </a:lnTo>
                <a:moveTo>
                  <a:pt x="421597" y="220878"/>
                </a:moveTo>
                <a:lnTo>
                  <a:pt x="412257" y="221688"/>
                </a:lnTo>
                <a:moveTo>
                  <a:pt x="386405" y="229661"/>
                </a:moveTo>
                <a:lnTo>
                  <a:pt x="394924" y="227870"/>
                </a:lnTo>
                <a:moveTo>
                  <a:pt x="380252" y="230648"/>
                </a:moveTo>
                <a:lnTo>
                  <a:pt x="386405" y="229661"/>
                </a:lnTo>
                <a:moveTo>
                  <a:pt x="394924" y="227870"/>
                </a:moveTo>
                <a:lnTo>
                  <a:pt x="400978" y="225832"/>
                </a:lnTo>
                <a:moveTo>
                  <a:pt x="363921" y="234243"/>
                </a:moveTo>
                <a:lnTo>
                  <a:pt x="374755" y="231873"/>
                </a:lnTo>
                <a:moveTo>
                  <a:pt x="359077" y="234885"/>
                </a:moveTo>
                <a:lnTo>
                  <a:pt x="363921" y="234243"/>
                </a:lnTo>
                <a:moveTo>
                  <a:pt x="374755" y="231873"/>
                </a:moveTo>
                <a:lnTo>
                  <a:pt x="380252" y="230648"/>
                </a:lnTo>
                <a:moveTo>
                  <a:pt x="340209" y="240061"/>
                </a:moveTo>
                <a:lnTo>
                  <a:pt x="355988" y="236184"/>
                </a:lnTo>
                <a:moveTo>
                  <a:pt x="338483" y="239872"/>
                </a:moveTo>
                <a:lnTo>
                  <a:pt x="340209" y="240061"/>
                </a:lnTo>
                <a:moveTo>
                  <a:pt x="355988" y="236184"/>
                </a:moveTo>
                <a:lnTo>
                  <a:pt x="359077" y="234885"/>
                </a:lnTo>
                <a:moveTo>
                  <a:pt x="319124" y="243236"/>
                </a:moveTo>
                <a:lnTo>
                  <a:pt x="337393" y="240532"/>
                </a:lnTo>
                <a:moveTo>
                  <a:pt x="313465" y="239151"/>
                </a:moveTo>
                <a:lnTo>
                  <a:pt x="319124" y="243236"/>
                </a:lnTo>
                <a:moveTo>
                  <a:pt x="337393" y="240532"/>
                </a:moveTo>
                <a:lnTo>
                  <a:pt x="338483" y="239872"/>
                </a:lnTo>
                <a:moveTo>
                  <a:pt x="306238" y="238155"/>
                </a:moveTo>
                <a:lnTo>
                  <a:pt x="307287" y="234945"/>
                </a:lnTo>
                <a:moveTo>
                  <a:pt x="313465" y="239151"/>
                </a:moveTo>
                <a:lnTo>
                  <a:pt x="306238" y="238155"/>
                </a:lnTo>
                <a:moveTo>
                  <a:pt x="1079456" y="103002"/>
                </a:moveTo>
                <a:lnTo>
                  <a:pt x="1080017" y="100024"/>
                </a:lnTo>
                <a:moveTo>
                  <a:pt x="1078867" y="92188"/>
                </a:moveTo>
                <a:lnTo>
                  <a:pt x="1078578" y="91669"/>
                </a:lnTo>
                <a:moveTo>
                  <a:pt x="1080017" y="100024"/>
                </a:moveTo>
                <a:lnTo>
                  <a:pt x="1078867" y="92188"/>
                </a:lnTo>
                <a:moveTo>
                  <a:pt x="307550" y="225580"/>
                </a:moveTo>
                <a:lnTo>
                  <a:pt x="307715" y="231734"/>
                </a:lnTo>
                <a:moveTo>
                  <a:pt x="309573" y="223071"/>
                </a:moveTo>
                <a:lnTo>
                  <a:pt x="307550" y="225580"/>
                </a:lnTo>
                <a:moveTo>
                  <a:pt x="307287" y="234945"/>
                </a:moveTo>
                <a:lnTo>
                  <a:pt x="306990" y="233876"/>
                </a:lnTo>
                <a:moveTo>
                  <a:pt x="306990" y="233876"/>
                </a:moveTo>
                <a:lnTo>
                  <a:pt x="307715" y="231734"/>
                </a:lnTo>
                <a:moveTo>
                  <a:pt x="1078578" y="91669"/>
                </a:moveTo>
                <a:lnTo>
                  <a:pt x="1078598" y="91295"/>
                </a:lnTo>
                <a:moveTo>
                  <a:pt x="1069858" y="83204"/>
                </a:moveTo>
                <a:lnTo>
                  <a:pt x="1064315" y="82623"/>
                </a:lnTo>
                <a:moveTo>
                  <a:pt x="1078598" y="91295"/>
                </a:moveTo>
                <a:lnTo>
                  <a:pt x="1069858" y="83204"/>
                </a:lnTo>
                <a:moveTo>
                  <a:pt x="309573" y="223071"/>
                </a:moveTo>
                <a:lnTo>
                  <a:pt x="312110" y="218159"/>
                </a:lnTo>
                <a:moveTo>
                  <a:pt x="311354" y="214949"/>
                </a:moveTo>
                <a:lnTo>
                  <a:pt x="309707" y="211565"/>
                </a:lnTo>
                <a:moveTo>
                  <a:pt x="312110" y="218159"/>
                </a:moveTo>
                <a:lnTo>
                  <a:pt x="311354" y="214949"/>
                </a:lnTo>
                <a:moveTo>
                  <a:pt x="1055530" y="79575"/>
                </a:moveTo>
                <a:lnTo>
                  <a:pt x="1064315" y="82623"/>
                </a:lnTo>
                <a:moveTo>
                  <a:pt x="1046419" y="80321"/>
                </a:moveTo>
                <a:lnTo>
                  <a:pt x="1055530" y="79575"/>
                </a:lnTo>
                <a:moveTo>
                  <a:pt x="1033287" y="81376"/>
                </a:moveTo>
                <a:lnTo>
                  <a:pt x="1023300" y="82050"/>
                </a:lnTo>
                <a:moveTo>
                  <a:pt x="1036094" y="81088"/>
                </a:moveTo>
                <a:lnTo>
                  <a:pt x="1033287" y="81376"/>
                </a:lnTo>
                <a:moveTo>
                  <a:pt x="1046419" y="80321"/>
                </a:moveTo>
                <a:lnTo>
                  <a:pt x="1036094" y="81088"/>
                </a:lnTo>
                <a:moveTo>
                  <a:pt x="1015939" y="83325"/>
                </a:moveTo>
                <a:lnTo>
                  <a:pt x="1003598" y="81514"/>
                </a:lnTo>
                <a:moveTo>
                  <a:pt x="1023300" y="82050"/>
                </a:moveTo>
                <a:lnTo>
                  <a:pt x="1015939" y="83325"/>
                </a:lnTo>
                <a:moveTo>
                  <a:pt x="309707" y="211565"/>
                </a:moveTo>
                <a:lnTo>
                  <a:pt x="308793" y="209014"/>
                </a:lnTo>
                <a:moveTo>
                  <a:pt x="304698" y="203596"/>
                </a:moveTo>
                <a:lnTo>
                  <a:pt x="301320" y="201515"/>
                </a:lnTo>
                <a:moveTo>
                  <a:pt x="308793" y="209014"/>
                </a:moveTo>
                <a:lnTo>
                  <a:pt x="304698" y="203596"/>
                </a:lnTo>
                <a:moveTo>
                  <a:pt x="76781" y="242412"/>
                </a:moveTo>
                <a:lnTo>
                  <a:pt x="72248" y="243512"/>
                </a:lnTo>
                <a:moveTo>
                  <a:pt x="85274" y="238432"/>
                </a:moveTo>
                <a:lnTo>
                  <a:pt x="76781" y="242412"/>
                </a:lnTo>
                <a:moveTo>
                  <a:pt x="62651" y="247737"/>
                </a:moveTo>
                <a:lnTo>
                  <a:pt x="51959" y="248892"/>
                </a:lnTo>
                <a:moveTo>
                  <a:pt x="63957" y="247371"/>
                </a:moveTo>
                <a:lnTo>
                  <a:pt x="62651" y="247737"/>
                </a:lnTo>
                <a:moveTo>
                  <a:pt x="72248" y="243512"/>
                </a:moveTo>
                <a:lnTo>
                  <a:pt x="63957" y="247371"/>
                </a:lnTo>
                <a:moveTo>
                  <a:pt x="38974" y="254470"/>
                </a:moveTo>
                <a:lnTo>
                  <a:pt x="47016" y="252733"/>
                </a:lnTo>
                <a:moveTo>
                  <a:pt x="30144" y="252303"/>
                </a:moveTo>
                <a:lnTo>
                  <a:pt x="38974" y="254470"/>
                </a:lnTo>
                <a:moveTo>
                  <a:pt x="47016" y="252733"/>
                </a:moveTo>
                <a:lnTo>
                  <a:pt x="51959" y="248892"/>
                </a:lnTo>
                <a:moveTo>
                  <a:pt x="19514" y="256007"/>
                </a:moveTo>
                <a:lnTo>
                  <a:pt x="21952" y="255665"/>
                </a:lnTo>
                <a:moveTo>
                  <a:pt x="17382" y="254665"/>
                </a:moveTo>
                <a:lnTo>
                  <a:pt x="19514" y="256007"/>
                </a:lnTo>
                <a:moveTo>
                  <a:pt x="15570" y="250342"/>
                </a:moveTo>
                <a:lnTo>
                  <a:pt x="17382" y="254665"/>
                </a:lnTo>
                <a:moveTo>
                  <a:pt x="21952" y="255665"/>
                </a:moveTo>
                <a:lnTo>
                  <a:pt x="30144" y="252303"/>
                </a:lnTo>
                <a:moveTo>
                  <a:pt x="999816" y="81503"/>
                </a:moveTo>
                <a:lnTo>
                  <a:pt x="1003598" y="81514"/>
                </a:lnTo>
                <a:moveTo>
                  <a:pt x="997651" y="80517"/>
                </a:moveTo>
                <a:lnTo>
                  <a:pt x="999816" y="81503"/>
                </a:lnTo>
                <a:moveTo>
                  <a:pt x="986533" y="76822"/>
                </a:moveTo>
                <a:lnTo>
                  <a:pt x="979239" y="74194"/>
                </a:lnTo>
                <a:moveTo>
                  <a:pt x="997651" y="80517"/>
                </a:moveTo>
                <a:lnTo>
                  <a:pt x="986533" y="76822"/>
                </a:lnTo>
                <a:moveTo>
                  <a:pt x="301320" y="201515"/>
                </a:moveTo>
                <a:lnTo>
                  <a:pt x="295244" y="197629"/>
                </a:lnTo>
                <a:moveTo>
                  <a:pt x="294005" y="196307"/>
                </a:moveTo>
                <a:lnTo>
                  <a:pt x="288674" y="192193"/>
                </a:lnTo>
                <a:moveTo>
                  <a:pt x="295244" y="197629"/>
                </a:moveTo>
                <a:lnTo>
                  <a:pt x="294005" y="196307"/>
                </a:lnTo>
                <a:moveTo>
                  <a:pt x="111246" y="224700"/>
                </a:moveTo>
                <a:lnTo>
                  <a:pt x="107951" y="226465"/>
                </a:lnTo>
                <a:moveTo>
                  <a:pt x="119219" y="221148"/>
                </a:moveTo>
                <a:lnTo>
                  <a:pt x="111246" y="224700"/>
                </a:lnTo>
                <a:moveTo>
                  <a:pt x="95246" y="233924"/>
                </a:moveTo>
                <a:lnTo>
                  <a:pt x="100945" y="230864"/>
                </a:lnTo>
                <a:moveTo>
                  <a:pt x="90554" y="235574"/>
                </a:moveTo>
                <a:lnTo>
                  <a:pt x="95246" y="233924"/>
                </a:lnTo>
                <a:moveTo>
                  <a:pt x="100945" y="230864"/>
                </a:moveTo>
                <a:lnTo>
                  <a:pt x="107951" y="226465"/>
                </a:lnTo>
                <a:moveTo>
                  <a:pt x="85274" y="238432"/>
                </a:moveTo>
                <a:lnTo>
                  <a:pt x="89613" y="236802"/>
                </a:lnTo>
                <a:moveTo>
                  <a:pt x="89613" y="236802"/>
                </a:moveTo>
                <a:lnTo>
                  <a:pt x="90554" y="235574"/>
                </a:lnTo>
                <a:moveTo>
                  <a:pt x="9322" y="248214"/>
                </a:moveTo>
                <a:lnTo>
                  <a:pt x="15570" y="250342"/>
                </a:lnTo>
                <a:moveTo>
                  <a:pt x="7232" y="244024"/>
                </a:moveTo>
                <a:lnTo>
                  <a:pt x="9322" y="248214"/>
                </a:lnTo>
                <a:moveTo>
                  <a:pt x="9084" y="239967"/>
                </a:moveTo>
                <a:lnTo>
                  <a:pt x="7232" y="244024"/>
                </a:lnTo>
                <a:moveTo>
                  <a:pt x="974476" y="70907"/>
                </a:moveTo>
                <a:lnTo>
                  <a:pt x="979239" y="74194"/>
                </a:lnTo>
                <a:moveTo>
                  <a:pt x="964910" y="69834"/>
                </a:moveTo>
                <a:lnTo>
                  <a:pt x="974476" y="70907"/>
                </a:lnTo>
                <a:moveTo>
                  <a:pt x="958422" y="69015"/>
                </a:moveTo>
                <a:lnTo>
                  <a:pt x="953915" y="67037"/>
                </a:lnTo>
                <a:moveTo>
                  <a:pt x="964910" y="69834"/>
                </a:moveTo>
                <a:lnTo>
                  <a:pt x="958422" y="69015"/>
                </a:lnTo>
                <a:moveTo>
                  <a:pt x="284042" y="188283"/>
                </a:moveTo>
                <a:lnTo>
                  <a:pt x="288674" y="192193"/>
                </a:lnTo>
                <a:moveTo>
                  <a:pt x="278735" y="185596"/>
                </a:moveTo>
                <a:lnTo>
                  <a:pt x="284042" y="188283"/>
                </a:lnTo>
                <a:moveTo>
                  <a:pt x="275079" y="183033"/>
                </a:moveTo>
                <a:lnTo>
                  <a:pt x="278735" y="185596"/>
                </a:lnTo>
                <a:moveTo>
                  <a:pt x="148150" y="207522"/>
                </a:moveTo>
                <a:lnTo>
                  <a:pt x="143874" y="209700"/>
                </a:lnTo>
                <a:moveTo>
                  <a:pt x="158764" y="202908"/>
                </a:moveTo>
                <a:lnTo>
                  <a:pt x="148150" y="207522"/>
                </a:lnTo>
                <a:moveTo>
                  <a:pt x="130905" y="216078"/>
                </a:moveTo>
                <a:lnTo>
                  <a:pt x="136523" y="213396"/>
                </a:lnTo>
                <a:moveTo>
                  <a:pt x="125761" y="217887"/>
                </a:moveTo>
                <a:lnTo>
                  <a:pt x="130905" y="216078"/>
                </a:lnTo>
                <a:moveTo>
                  <a:pt x="136523" y="213396"/>
                </a:moveTo>
                <a:lnTo>
                  <a:pt x="143874" y="209700"/>
                </a:lnTo>
                <a:moveTo>
                  <a:pt x="119219" y="221148"/>
                </a:moveTo>
                <a:lnTo>
                  <a:pt x="124279" y="219134"/>
                </a:lnTo>
                <a:moveTo>
                  <a:pt x="124279" y="219134"/>
                </a:moveTo>
                <a:lnTo>
                  <a:pt x="125761" y="217887"/>
                </a:lnTo>
                <a:moveTo>
                  <a:pt x="37340" y="225358"/>
                </a:moveTo>
                <a:lnTo>
                  <a:pt x="34957" y="226961"/>
                </a:lnTo>
                <a:moveTo>
                  <a:pt x="49176" y="221634"/>
                </a:moveTo>
                <a:lnTo>
                  <a:pt x="37340" y="225358"/>
                </a:lnTo>
                <a:moveTo>
                  <a:pt x="15986" y="229102"/>
                </a:moveTo>
                <a:lnTo>
                  <a:pt x="14121" y="231635"/>
                </a:lnTo>
                <a:moveTo>
                  <a:pt x="30746" y="226645"/>
                </a:moveTo>
                <a:lnTo>
                  <a:pt x="15986" y="229102"/>
                </a:lnTo>
                <a:moveTo>
                  <a:pt x="34957" y="226961"/>
                </a:moveTo>
                <a:lnTo>
                  <a:pt x="30746" y="226645"/>
                </a:lnTo>
                <a:moveTo>
                  <a:pt x="2374" y="237155"/>
                </a:moveTo>
                <a:lnTo>
                  <a:pt x="9084" y="239967"/>
                </a:lnTo>
                <a:moveTo>
                  <a:pt x="0" y="234022"/>
                </a:moveTo>
                <a:lnTo>
                  <a:pt x="2374" y="237155"/>
                </a:lnTo>
                <a:moveTo>
                  <a:pt x="7844" y="231648"/>
                </a:moveTo>
                <a:lnTo>
                  <a:pt x="0" y="234022"/>
                </a:lnTo>
                <a:moveTo>
                  <a:pt x="14121" y="231635"/>
                </a:moveTo>
                <a:lnTo>
                  <a:pt x="7844" y="231648"/>
                </a:lnTo>
                <a:moveTo>
                  <a:pt x="945562" y="63908"/>
                </a:moveTo>
                <a:lnTo>
                  <a:pt x="953915" y="67037"/>
                </a:lnTo>
                <a:moveTo>
                  <a:pt x="943863" y="61799"/>
                </a:moveTo>
                <a:lnTo>
                  <a:pt x="945562" y="63908"/>
                </a:lnTo>
                <a:moveTo>
                  <a:pt x="940189" y="57900"/>
                </a:moveTo>
                <a:lnTo>
                  <a:pt x="943863" y="61799"/>
                </a:lnTo>
                <a:moveTo>
                  <a:pt x="274692" y="179642"/>
                </a:moveTo>
                <a:lnTo>
                  <a:pt x="275079" y="183033"/>
                </a:lnTo>
                <a:moveTo>
                  <a:pt x="268978" y="181769"/>
                </a:moveTo>
                <a:lnTo>
                  <a:pt x="274692" y="179642"/>
                </a:lnTo>
                <a:moveTo>
                  <a:pt x="253527" y="180078"/>
                </a:moveTo>
                <a:lnTo>
                  <a:pt x="245117" y="182541"/>
                </a:lnTo>
                <a:moveTo>
                  <a:pt x="256997" y="179402"/>
                </a:moveTo>
                <a:lnTo>
                  <a:pt x="253527" y="180078"/>
                </a:lnTo>
                <a:moveTo>
                  <a:pt x="268978" y="181769"/>
                </a:moveTo>
                <a:lnTo>
                  <a:pt x="256997" y="179402"/>
                </a:lnTo>
                <a:moveTo>
                  <a:pt x="230911" y="183545"/>
                </a:moveTo>
                <a:lnTo>
                  <a:pt x="221696" y="183881"/>
                </a:lnTo>
                <a:moveTo>
                  <a:pt x="235542" y="182949"/>
                </a:moveTo>
                <a:lnTo>
                  <a:pt x="230911" y="183545"/>
                </a:lnTo>
                <a:moveTo>
                  <a:pt x="245117" y="182541"/>
                </a:moveTo>
                <a:lnTo>
                  <a:pt x="235542" y="182949"/>
                </a:lnTo>
                <a:moveTo>
                  <a:pt x="201907" y="185615"/>
                </a:moveTo>
                <a:lnTo>
                  <a:pt x="198951" y="186093"/>
                </a:lnTo>
                <a:moveTo>
                  <a:pt x="216946" y="183616"/>
                </a:moveTo>
                <a:lnTo>
                  <a:pt x="201907" y="185615"/>
                </a:lnTo>
                <a:moveTo>
                  <a:pt x="221696" y="183881"/>
                </a:moveTo>
                <a:lnTo>
                  <a:pt x="216946" y="183616"/>
                </a:lnTo>
                <a:moveTo>
                  <a:pt x="183473" y="189998"/>
                </a:moveTo>
                <a:lnTo>
                  <a:pt x="179376" y="192394"/>
                </a:lnTo>
                <a:moveTo>
                  <a:pt x="196371" y="186277"/>
                </a:moveTo>
                <a:lnTo>
                  <a:pt x="183473" y="189998"/>
                </a:lnTo>
                <a:moveTo>
                  <a:pt x="198951" y="186093"/>
                </a:moveTo>
                <a:lnTo>
                  <a:pt x="196371" y="186277"/>
                </a:lnTo>
                <a:moveTo>
                  <a:pt x="164951" y="199856"/>
                </a:moveTo>
                <a:lnTo>
                  <a:pt x="172387" y="195990"/>
                </a:lnTo>
                <a:moveTo>
                  <a:pt x="161884" y="201382"/>
                </a:moveTo>
                <a:lnTo>
                  <a:pt x="164951" y="199856"/>
                </a:lnTo>
                <a:moveTo>
                  <a:pt x="172387" y="195990"/>
                </a:moveTo>
                <a:lnTo>
                  <a:pt x="179376" y="192394"/>
                </a:lnTo>
                <a:moveTo>
                  <a:pt x="158764" y="202908"/>
                </a:moveTo>
                <a:lnTo>
                  <a:pt x="161178" y="201955"/>
                </a:lnTo>
                <a:moveTo>
                  <a:pt x="161178" y="201955"/>
                </a:moveTo>
                <a:lnTo>
                  <a:pt x="161884" y="201382"/>
                </a:lnTo>
                <a:moveTo>
                  <a:pt x="76716" y="208722"/>
                </a:moveTo>
                <a:lnTo>
                  <a:pt x="72455" y="212229"/>
                </a:lnTo>
                <a:moveTo>
                  <a:pt x="82853" y="204396"/>
                </a:moveTo>
                <a:lnTo>
                  <a:pt x="76716" y="208722"/>
                </a:lnTo>
                <a:moveTo>
                  <a:pt x="56075" y="219198"/>
                </a:moveTo>
                <a:lnTo>
                  <a:pt x="66434" y="214890"/>
                </a:lnTo>
                <a:moveTo>
                  <a:pt x="54097" y="220099"/>
                </a:moveTo>
                <a:lnTo>
                  <a:pt x="56075" y="219198"/>
                </a:lnTo>
                <a:moveTo>
                  <a:pt x="66434" y="214890"/>
                </a:moveTo>
                <a:lnTo>
                  <a:pt x="72455" y="212229"/>
                </a:lnTo>
                <a:moveTo>
                  <a:pt x="49176" y="221634"/>
                </a:moveTo>
                <a:lnTo>
                  <a:pt x="53338" y="220442"/>
                </a:lnTo>
                <a:moveTo>
                  <a:pt x="53338" y="220442"/>
                </a:moveTo>
                <a:lnTo>
                  <a:pt x="54097" y="220099"/>
                </a:lnTo>
                <a:moveTo>
                  <a:pt x="937318" y="54153"/>
                </a:moveTo>
                <a:lnTo>
                  <a:pt x="940189" y="57900"/>
                </a:lnTo>
                <a:moveTo>
                  <a:pt x="935790" y="51613"/>
                </a:moveTo>
                <a:lnTo>
                  <a:pt x="937318" y="54153"/>
                </a:lnTo>
                <a:moveTo>
                  <a:pt x="931680" y="47871"/>
                </a:moveTo>
                <a:lnTo>
                  <a:pt x="935790" y="51613"/>
                </a:lnTo>
                <a:moveTo>
                  <a:pt x="93000" y="195449"/>
                </a:moveTo>
                <a:lnTo>
                  <a:pt x="88034" y="200774"/>
                </a:lnTo>
                <a:moveTo>
                  <a:pt x="99140" y="190130"/>
                </a:moveTo>
                <a:lnTo>
                  <a:pt x="93000" y="195449"/>
                </a:lnTo>
                <a:moveTo>
                  <a:pt x="82853" y="204396"/>
                </a:moveTo>
                <a:lnTo>
                  <a:pt x="86300" y="202401"/>
                </a:lnTo>
                <a:moveTo>
                  <a:pt x="86300" y="202401"/>
                </a:moveTo>
                <a:lnTo>
                  <a:pt x="88034" y="200774"/>
                </a:lnTo>
                <a:moveTo>
                  <a:pt x="928671" y="44805"/>
                </a:moveTo>
                <a:lnTo>
                  <a:pt x="931680" y="47871"/>
                </a:lnTo>
                <a:moveTo>
                  <a:pt x="924983" y="40828"/>
                </a:moveTo>
                <a:lnTo>
                  <a:pt x="928671" y="44805"/>
                </a:lnTo>
                <a:moveTo>
                  <a:pt x="921901" y="38058"/>
                </a:moveTo>
                <a:lnTo>
                  <a:pt x="924983" y="40828"/>
                </a:lnTo>
                <a:moveTo>
                  <a:pt x="107795" y="181850"/>
                </a:moveTo>
                <a:lnTo>
                  <a:pt x="102087" y="187351"/>
                </a:lnTo>
                <a:moveTo>
                  <a:pt x="112573" y="176351"/>
                </a:moveTo>
                <a:lnTo>
                  <a:pt x="107795" y="181850"/>
                </a:lnTo>
                <a:moveTo>
                  <a:pt x="99140" y="190130"/>
                </a:moveTo>
                <a:lnTo>
                  <a:pt x="100690" y="188713"/>
                </a:lnTo>
                <a:moveTo>
                  <a:pt x="100690" y="188713"/>
                </a:moveTo>
                <a:lnTo>
                  <a:pt x="102087" y="187351"/>
                </a:lnTo>
                <a:moveTo>
                  <a:pt x="919455" y="36029"/>
                </a:moveTo>
                <a:lnTo>
                  <a:pt x="921901" y="38058"/>
                </a:lnTo>
                <a:moveTo>
                  <a:pt x="911051" y="29359"/>
                </a:moveTo>
                <a:lnTo>
                  <a:pt x="919455" y="36029"/>
                </a:lnTo>
                <a:moveTo>
                  <a:pt x="909990" y="28611"/>
                </a:moveTo>
                <a:lnTo>
                  <a:pt x="911051" y="29359"/>
                </a:lnTo>
                <a:moveTo>
                  <a:pt x="119630" y="167603"/>
                </a:moveTo>
                <a:lnTo>
                  <a:pt x="115463" y="173055"/>
                </a:lnTo>
                <a:moveTo>
                  <a:pt x="126890" y="162422"/>
                </a:moveTo>
                <a:lnTo>
                  <a:pt x="119630" y="167603"/>
                </a:lnTo>
                <a:moveTo>
                  <a:pt x="112573" y="176351"/>
                </a:moveTo>
                <a:lnTo>
                  <a:pt x="113853" y="174757"/>
                </a:lnTo>
                <a:moveTo>
                  <a:pt x="113853" y="174757"/>
                </a:moveTo>
                <a:lnTo>
                  <a:pt x="115463" y="173055"/>
                </a:lnTo>
                <a:moveTo>
                  <a:pt x="909355" y="28143"/>
                </a:moveTo>
                <a:lnTo>
                  <a:pt x="909990" y="28611"/>
                </a:lnTo>
                <a:moveTo>
                  <a:pt x="906812" y="26446"/>
                </a:moveTo>
                <a:lnTo>
                  <a:pt x="909355" y="28143"/>
                </a:lnTo>
                <a:moveTo>
                  <a:pt x="898803" y="20712"/>
                </a:moveTo>
                <a:lnTo>
                  <a:pt x="896405" y="19449"/>
                </a:lnTo>
                <a:moveTo>
                  <a:pt x="906812" y="26446"/>
                </a:moveTo>
                <a:lnTo>
                  <a:pt x="898803" y="20712"/>
                </a:lnTo>
                <a:moveTo>
                  <a:pt x="146995" y="148337"/>
                </a:moveTo>
                <a:lnTo>
                  <a:pt x="145795" y="149079"/>
                </a:lnTo>
                <a:moveTo>
                  <a:pt x="148657" y="147219"/>
                </a:moveTo>
                <a:lnTo>
                  <a:pt x="146995" y="148337"/>
                </a:lnTo>
                <a:moveTo>
                  <a:pt x="137184" y="154608"/>
                </a:moveTo>
                <a:lnTo>
                  <a:pt x="129813" y="160014"/>
                </a:lnTo>
                <a:moveTo>
                  <a:pt x="140057" y="152701"/>
                </a:moveTo>
                <a:lnTo>
                  <a:pt x="137184" y="154608"/>
                </a:lnTo>
                <a:moveTo>
                  <a:pt x="145795" y="149079"/>
                </a:moveTo>
                <a:lnTo>
                  <a:pt x="140057" y="152701"/>
                </a:lnTo>
                <a:moveTo>
                  <a:pt x="126890" y="162422"/>
                </a:moveTo>
                <a:lnTo>
                  <a:pt x="128355" y="161094"/>
                </a:lnTo>
                <a:moveTo>
                  <a:pt x="128355" y="161094"/>
                </a:moveTo>
                <a:lnTo>
                  <a:pt x="129813" y="160014"/>
                </a:lnTo>
                <a:moveTo>
                  <a:pt x="896405" y="19449"/>
                </a:moveTo>
                <a:lnTo>
                  <a:pt x="891546" y="16670"/>
                </a:lnTo>
                <a:moveTo>
                  <a:pt x="887658" y="13878"/>
                </a:moveTo>
                <a:lnTo>
                  <a:pt x="883184" y="10225"/>
                </a:lnTo>
                <a:moveTo>
                  <a:pt x="891546" y="16670"/>
                </a:moveTo>
                <a:lnTo>
                  <a:pt x="887658" y="13878"/>
                </a:lnTo>
                <a:moveTo>
                  <a:pt x="164908" y="135420"/>
                </a:moveTo>
                <a:lnTo>
                  <a:pt x="161289" y="137514"/>
                </a:lnTo>
                <a:moveTo>
                  <a:pt x="167172" y="132572"/>
                </a:moveTo>
                <a:lnTo>
                  <a:pt x="164908" y="135420"/>
                </a:lnTo>
                <a:moveTo>
                  <a:pt x="148657" y="147219"/>
                </a:moveTo>
                <a:lnTo>
                  <a:pt x="155987" y="141886"/>
                </a:lnTo>
                <a:moveTo>
                  <a:pt x="155987" y="141886"/>
                </a:moveTo>
                <a:lnTo>
                  <a:pt x="161289" y="137514"/>
                </a:lnTo>
                <a:moveTo>
                  <a:pt x="876738" y="6818"/>
                </a:moveTo>
                <a:lnTo>
                  <a:pt x="883184" y="10225"/>
                </a:lnTo>
                <a:moveTo>
                  <a:pt x="874378" y="4493"/>
                </a:moveTo>
                <a:lnTo>
                  <a:pt x="876738" y="6818"/>
                </a:lnTo>
                <a:moveTo>
                  <a:pt x="875819" y="0"/>
                </a:moveTo>
                <a:lnTo>
                  <a:pt x="874378" y="4493"/>
                </a:lnTo>
                <a:moveTo>
                  <a:pt x="167172" y="132572"/>
                </a:moveTo>
                <a:lnTo>
                  <a:pt x="171093" y="128355"/>
                </a:lnTo>
                <a:moveTo>
                  <a:pt x="169616" y="122941"/>
                </a:moveTo>
                <a:lnTo>
                  <a:pt x="168062" y="120937"/>
                </a:lnTo>
                <a:moveTo>
                  <a:pt x="171093" y="128355"/>
                </a:moveTo>
                <a:lnTo>
                  <a:pt x="169616" y="122941"/>
                </a:lnTo>
              </a:path>
            </a:pathLst>
          </a:custGeom>
          <a:noFill/>
          <a:ln w="3543">
            <a:solidFill>
              <a:srgbClr val="9C9C9C">
                <a:alpha val="24000"/>
              </a:srgbClr>
            </a:solidFill>
            <a:prstDash val="solid"/>
          </a:ln>
        </p:spPr>
      </p:sp>
      <p:sp>
        <p:nvSpPr>
          <p:cNvPr id="730" name="PANEL_01-contour-160_1024">
            <a:extLst>
              <a:ext uri="{FF2B5EF4-FFF2-40B4-BE49-F238E27FC236}">
                <a16:creationId xmlns:a16="http://schemas.microsoft.com/office/drawing/2014/main" id="{87B514D1-57C7-4B9E-9850-CFA4F2B58582}"/>
              </a:ext>
            </a:extLst>
          </p:cNvPr>
          <p:cNvSpPr>
            <a:spLocks/>
          </p:cNvSpPr>
          <p:nvPr/>
        </p:nvSpPr>
        <p:spPr>
          <a:xfrm>
            <a:off x="297878" y="45432"/>
            <a:ext cx="2019326" cy="952675"/>
          </a:xfrm>
          <a:custGeom>
            <a:pathLst>
              <a:path w="1367759" h="645279">
                <a:moveTo>
                  <a:pt x="372531" y="634176"/>
                </a:moveTo>
                <a:lnTo>
                  <a:pt x="368083" y="636065"/>
                </a:lnTo>
                <a:moveTo>
                  <a:pt x="375370" y="630916"/>
                </a:moveTo>
                <a:lnTo>
                  <a:pt x="372531" y="634176"/>
                </a:lnTo>
                <a:moveTo>
                  <a:pt x="357754" y="640326"/>
                </a:moveTo>
                <a:lnTo>
                  <a:pt x="359955" y="639842"/>
                </a:lnTo>
                <a:moveTo>
                  <a:pt x="348003" y="641713"/>
                </a:moveTo>
                <a:lnTo>
                  <a:pt x="357754" y="640326"/>
                </a:lnTo>
                <a:moveTo>
                  <a:pt x="359955" y="639842"/>
                </a:moveTo>
                <a:lnTo>
                  <a:pt x="368083" y="636065"/>
                </a:lnTo>
                <a:moveTo>
                  <a:pt x="335864" y="644310"/>
                </a:moveTo>
                <a:lnTo>
                  <a:pt x="339608" y="643807"/>
                </a:lnTo>
                <a:moveTo>
                  <a:pt x="326308" y="645279"/>
                </a:moveTo>
                <a:lnTo>
                  <a:pt x="335864" y="644310"/>
                </a:lnTo>
                <a:moveTo>
                  <a:pt x="339608" y="643807"/>
                </a:moveTo>
                <a:lnTo>
                  <a:pt x="348003" y="641713"/>
                </a:lnTo>
                <a:moveTo>
                  <a:pt x="386466" y="620389"/>
                </a:moveTo>
                <a:lnTo>
                  <a:pt x="383241" y="624066"/>
                </a:lnTo>
                <a:moveTo>
                  <a:pt x="388274" y="617228"/>
                </a:moveTo>
                <a:lnTo>
                  <a:pt x="386466" y="620389"/>
                </a:lnTo>
                <a:moveTo>
                  <a:pt x="375370" y="630916"/>
                </a:moveTo>
                <a:lnTo>
                  <a:pt x="381242" y="627664"/>
                </a:lnTo>
                <a:moveTo>
                  <a:pt x="381242" y="627664"/>
                </a:moveTo>
                <a:lnTo>
                  <a:pt x="383241" y="624066"/>
                </a:lnTo>
                <a:moveTo>
                  <a:pt x="388274" y="617228"/>
                </a:moveTo>
                <a:lnTo>
                  <a:pt x="390796" y="612918"/>
                </a:lnTo>
                <a:moveTo>
                  <a:pt x="388431" y="609441"/>
                </a:moveTo>
                <a:lnTo>
                  <a:pt x="382777" y="606684"/>
                </a:lnTo>
                <a:moveTo>
                  <a:pt x="390796" y="612918"/>
                </a:moveTo>
                <a:lnTo>
                  <a:pt x="388431" y="609441"/>
                </a:lnTo>
                <a:moveTo>
                  <a:pt x="376230" y="603670"/>
                </a:moveTo>
                <a:lnTo>
                  <a:pt x="382777" y="606684"/>
                </a:lnTo>
                <a:moveTo>
                  <a:pt x="373185" y="600644"/>
                </a:moveTo>
                <a:lnTo>
                  <a:pt x="376230" y="603670"/>
                </a:lnTo>
                <a:moveTo>
                  <a:pt x="371837" y="597070"/>
                </a:moveTo>
                <a:lnTo>
                  <a:pt x="373185" y="600644"/>
                </a:lnTo>
                <a:moveTo>
                  <a:pt x="369529" y="592363"/>
                </a:moveTo>
                <a:lnTo>
                  <a:pt x="371837" y="597070"/>
                </a:lnTo>
                <a:moveTo>
                  <a:pt x="368228" y="591140"/>
                </a:moveTo>
                <a:lnTo>
                  <a:pt x="369529" y="592363"/>
                </a:lnTo>
                <a:moveTo>
                  <a:pt x="362569" y="587170"/>
                </a:moveTo>
                <a:lnTo>
                  <a:pt x="368228" y="591140"/>
                </a:lnTo>
                <a:moveTo>
                  <a:pt x="359094" y="584814"/>
                </a:moveTo>
                <a:lnTo>
                  <a:pt x="362569" y="587170"/>
                </a:lnTo>
                <a:moveTo>
                  <a:pt x="354957" y="579815"/>
                </a:moveTo>
                <a:lnTo>
                  <a:pt x="359094" y="584814"/>
                </a:lnTo>
                <a:moveTo>
                  <a:pt x="354816" y="577012"/>
                </a:moveTo>
                <a:lnTo>
                  <a:pt x="354957" y="579815"/>
                </a:lnTo>
                <a:moveTo>
                  <a:pt x="354816" y="577012"/>
                </a:moveTo>
                <a:lnTo>
                  <a:pt x="354616" y="571322"/>
                </a:lnTo>
                <a:moveTo>
                  <a:pt x="355193" y="570687"/>
                </a:moveTo>
                <a:lnTo>
                  <a:pt x="360982" y="564475"/>
                </a:lnTo>
                <a:moveTo>
                  <a:pt x="354616" y="571322"/>
                </a:moveTo>
                <a:lnTo>
                  <a:pt x="355193" y="570687"/>
                </a:lnTo>
                <a:moveTo>
                  <a:pt x="491577" y="533954"/>
                </a:moveTo>
                <a:lnTo>
                  <a:pt x="486489" y="536394"/>
                </a:lnTo>
                <a:moveTo>
                  <a:pt x="500001" y="529237"/>
                </a:moveTo>
                <a:lnTo>
                  <a:pt x="491577" y="533954"/>
                </a:lnTo>
                <a:moveTo>
                  <a:pt x="473281" y="542070"/>
                </a:moveTo>
                <a:lnTo>
                  <a:pt x="479080" y="539637"/>
                </a:lnTo>
                <a:moveTo>
                  <a:pt x="467929" y="544003"/>
                </a:moveTo>
                <a:lnTo>
                  <a:pt x="473281" y="542070"/>
                </a:lnTo>
                <a:moveTo>
                  <a:pt x="479080" y="539637"/>
                </a:moveTo>
                <a:lnTo>
                  <a:pt x="486489" y="536394"/>
                </a:lnTo>
                <a:moveTo>
                  <a:pt x="449189" y="548271"/>
                </a:moveTo>
                <a:lnTo>
                  <a:pt x="464717" y="544911"/>
                </a:lnTo>
                <a:moveTo>
                  <a:pt x="446886" y="548411"/>
                </a:moveTo>
                <a:lnTo>
                  <a:pt x="449189" y="548271"/>
                </a:lnTo>
                <a:moveTo>
                  <a:pt x="464717" y="544911"/>
                </a:moveTo>
                <a:lnTo>
                  <a:pt x="467929" y="544003"/>
                </a:lnTo>
                <a:moveTo>
                  <a:pt x="430952" y="548577"/>
                </a:moveTo>
                <a:lnTo>
                  <a:pt x="443008" y="548578"/>
                </a:lnTo>
                <a:moveTo>
                  <a:pt x="421289" y="546945"/>
                </a:moveTo>
                <a:lnTo>
                  <a:pt x="430952" y="548577"/>
                </a:lnTo>
                <a:moveTo>
                  <a:pt x="443008" y="548578"/>
                </a:moveTo>
                <a:lnTo>
                  <a:pt x="446886" y="548411"/>
                </a:lnTo>
                <a:moveTo>
                  <a:pt x="415511" y="546069"/>
                </a:moveTo>
                <a:lnTo>
                  <a:pt x="406014" y="545297"/>
                </a:lnTo>
                <a:moveTo>
                  <a:pt x="421289" y="546945"/>
                </a:moveTo>
                <a:lnTo>
                  <a:pt x="415511" y="546069"/>
                </a:lnTo>
                <a:moveTo>
                  <a:pt x="366387" y="557061"/>
                </a:moveTo>
                <a:lnTo>
                  <a:pt x="361255" y="564158"/>
                </a:lnTo>
                <a:moveTo>
                  <a:pt x="372141" y="551085"/>
                </a:moveTo>
                <a:lnTo>
                  <a:pt x="366387" y="557061"/>
                </a:lnTo>
                <a:moveTo>
                  <a:pt x="360982" y="564475"/>
                </a:moveTo>
                <a:lnTo>
                  <a:pt x="361163" y="564336"/>
                </a:lnTo>
                <a:moveTo>
                  <a:pt x="361163" y="564336"/>
                </a:moveTo>
                <a:lnTo>
                  <a:pt x="361255" y="564158"/>
                </a:lnTo>
                <a:moveTo>
                  <a:pt x="511018" y="521372"/>
                </a:moveTo>
                <a:lnTo>
                  <a:pt x="503703" y="527049"/>
                </a:lnTo>
                <a:moveTo>
                  <a:pt x="515592" y="515090"/>
                </a:moveTo>
                <a:lnTo>
                  <a:pt x="511018" y="521372"/>
                </a:lnTo>
                <a:moveTo>
                  <a:pt x="500001" y="529237"/>
                </a:moveTo>
                <a:lnTo>
                  <a:pt x="502620" y="527952"/>
                </a:lnTo>
                <a:moveTo>
                  <a:pt x="502620" y="527952"/>
                </a:moveTo>
                <a:lnTo>
                  <a:pt x="503703" y="527049"/>
                </a:lnTo>
                <a:moveTo>
                  <a:pt x="399546" y="544087"/>
                </a:moveTo>
                <a:lnTo>
                  <a:pt x="406014" y="545297"/>
                </a:lnTo>
                <a:moveTo>
                  <a:pt x="394372" y="543775"/>
                </a:moveTo>
                <a:lnTo>
                  <a:pt x="399546" y="544087"/>
                </a:lnTo>
                <a:moveTo>
                  <a:pt x="379642" y="543125"/>
                </a:moveTo>
                <a:lnTo>
                  <a:pt x="373675" y="548628"/>
                </a:lnTo>
                <a:moveTo>
                  <a:pt x="383102" y="542589"/>
                </a:moveTo>
                <a:lnTo>
                  <a:pt x="379642" y="543125"/>
                </a:lnTo>
                <a:moveTo>
                  <a:pt x="394372" y="543775"/>
                </a:moveTo>
                <a:lnTo>
                  <a:pt x="383102" y="542589"/>
                </a:lnTo>
                <a:moveTo>
                  <a:pt x="372141" y="551085"/>
                </a:moveTo>
                <a:lnTo>
                  <a:pt x="372315" y="549940"/>
                </a:lnTo>
                <a:moveTo>
                  <a:pt x="372315" y="549940"/>
                </a:moveTo>
                <a:lnTo>
                  <a:pt x="373675" y="548628"/>
                </a:lnTo>
                <a:moveTo>
                  <a:pt x="521475" y="506823"/>
                </a:moveTo>
                <a:lnTo>
                  <a:pt x="517211" y="512922"/>
                </a:lnTo>
                <a:moveTo>
                  <a:pt x="526527" y="501739"/>
                </a:moveTo>
                <a:lnTo>
                  <a:pt x="521475" y="506823"/>
                </a:lnTo>
                <a:moveTo>
                  <a:pt x="515592" y="515090"/>
                </a:moveTo>
                <a:lnTo>
                  <a:pt x="516323" y="514114"/>
                </a:lnTo>
                <a:moveTo>
                  <a:pt x="516323" y="514114"/>
                </a:moveTo>
                <a:lnTo>
                  <a:pt x="517211" y="512922"/>
                </a:lnTo>
                <a:moveTo>
                  <a:pt x="533955" y="492717"/>
                </a:moveTo>
                <a:lnTo>
                  <a:pt x="529309" y="496976"/>
                </a:lnTo>
                <a:moveTo>
                  <a:pt x="533369" y="489086"/>
                </a:moveTo>
                <a:lnTo>
                  <a:pt x="533955" y="492717"/>
                </a:lnTo>
                <a:moveTo>
                  <a:pt x="526527" y="501739"/>
                </a:moveTo>
                <a:lnTo>
                  <a:pt x="527942" y="499820"/>
                </a:lnTo>
                <a:moveTo>
                  <a:pt x="527942" y="499820"/>
                </a:moveTo>
                <a:lnTo>
                  <a:pt x="529309" y="496976"/>
                </a:lnTo>
                <a:moveTo>
                  <a:pt x="533369" y="489086"/>
                </a:moveTo>
                <a:lnTo>
                  <a:pt x="533655" y="484233"/>
                </a:lnTo>
                <a:moveTo>
                  <a:pt x="532229" y="482722"/>
                </a:moveTo>
                <a:lnTo>
                  <a:pt x="525916" y="478877"/>
                </a:lnTo>
                <a:moveTo>
                  <a:pt x="533655" y="484233"/>
                </a:moveTo>
                <a:lnTo>
                  <a:pt x="532229" y="482722"/>
                </a:lnTo>
                <a:moveTo>
                  <a:pt x="521282" y="475689"/>
                </a:moveTo>
                <a:lnTo>
                  <a:pt x="525916" y="478877"/>
                </a:lnTo>
                <a:moveTo>
                  <a:pt x="517497" y="472277"/>
                </a:moveTo>
                <a:lnTo>
                  <a:pt x="521282" y="475689"/>
                </a:lnTo>
                <a:moveTo>
                  <a:pt x="515100" y="469242"/>
                </a:moveTo>
                <a:lnTo>
                  <a:pt x="517497" y="472277"/>
                </a:lnTo>
                <a:moveTo>
                  <a:pt x="511863" y="467117"/>
                </a:moveTo>
                <a:lnTo>
                  <a:pt x="515100" y="469242"/>
                </a:lnTo>
                <a:moveTo>
                  <a:pt x="509073" y="462014"/>
                </a:moveTo>
                <a:lnTo>
                  <a:pt x="511863" y="467117"/>
                </a:lnTo>
                <a:moveTo>
                  <a:pt x="512039" y="458282"/>
                </a:moveTo>
                <a:lnTo>
                  <a:pt x="509073" y="462014"/>
                </a:lnTo>
                <a:moveTo>
                  <a:pt x="515950" y="446681"/>
                </a:moveTo>
                <a:lnTo>
                  <a:pt x="515328" y="447393"/>
                </a:lnTo>
                <a:moveTo>
                  <a:pt x="516081" y="446108"/>
                </a:moveTo>
                <a:lnTo>
                  <a:pt x="515950" y="446681"/>
                </a:lnTo>
                <a:moveTo>
                  <a:pt x="512039" y="458282"/>
                </a:moveTo>
                <a:lnTo>
                  <a:pt x="512143" y="454267"/>
                </a:lnTo>
                <a:moveTo>
                  <a:pt x="512143" y="454267"/>
                </a:moveTo>
                <a:lnTo>
                  <a:pt x="515328" y="447393"/>
                </a:lnTo>
                <a:moveTo>
                  <a:pt x="516003" y="444895"/>
                </a:moveTo>
                <a:lnTo>
                  <a:pt x="516081" y="446108"/>
                </a:lnTo>
                <a:moveTo>
                  <a:pt x="516747" y="438437"/>
                </a:moveTo>
                <a:lnTo>
                  <a:pt x="516003" y="444895"/>
                </a:lnTo>
                <a:moveTo>
                  <a:pt x="516788" y="434504"/>
                </a:moveTo>
                <a:lnTo>
                  <a:pt x="516747" y="438437"/>
                </a:lnTo>
                <a:moveTo>
                  <a:pt x="516788" y="434504"/>
                </a:moveTo>
                <a:lnTo>
                  <a:pt x="514113" y="429441"/>
                </a:lnTo>
                <a:moveTo>
                  <a:pt x="513970" y="428887"/>
                </a:moveTo>
                <a:lnTo>
                  <a:pt x="514665" y="423383"/>
                </a:lnTo>
                <a:moveTo>
                  <a:pt x="514113" y="429441"/>
                </a:moveTo>
                <a:lnTo>
                  <a:pt x="513970" y="428887"/>
                </a:lnTo>
                <a:moveTo>
                  <a:pt x="514665" y="423383"/>
                </a:moveTo>
                <a:lnTo>
                  <a:pt x="513801" y="420954"/>
                </a:lnTo>
                <a:moveTo>
                  <a:pt x="510658" y="414167"/>
                </a:moveTo>
                <a:lnTo>
                  <a:pt x="510203" y="412663"/>
                </a:lnTo>
                <a:moveTo>
                  <a:pt x="513801" y="420954"/>
                </a:moveTo>
                <a:lnTo>
                  <a:pt x="510658" y="414167"/>
                </a:lnTo>
                <a:moveTo>
                  <a:pt x="505238" y="402242"/>
                </a:moveTo>
                <a:lnTo>
                  <a:pt x="506014" y="403831"/>
                </a:lnTo>
                <a:moveTo>
                  <a:pt x="505283" y="402020"/>
                </a:moveTo>
                <a:lnTo>
                  <a:pt x="505238" y="402242"/>
                </a:lnTo>
                <a:moveTo>
                  <a:pt x="510203" y="412663"/>
                </a:moveTo>
                <a:lnTo>
                  <a:pt x="509690" y="411635"/>
                </a:lnTo>
                <a:moveTo>
                  <a:pt x="509690" y="411635"/>
                </a:moveTo>
                <a:lnTo>
                  <a:pt x="506014" y="403831"/>
                </a:lnTo>
                <a:moveTo>
                  <a:pt x="505089" y="401720"/>
                </a:moveTo>
                <a:lnTo>
                  <a:pt x="505283" y="402020"/>
                </a:lnTo>
                <a:moveTo>
                  <a:pt x="502768" y="393282"/>
                </a:moveTo>
                <a:lnTo>
                  <a:pt x="505089" y="401720"/>
                </a:lnTo>
                <a:moveTo>
                  <a:pt x="506901" y="390260"/>
                </a:moveTo>
                <a:lnTo>
                  <a:pt x="502768" y="393282"/>
                </a:lnTo>
                <a:moveTo>
                  <a:pt x="537164" y="375555"/>
                </a:moveTo>
                <a:lnTo>
                  <a:pt x="533972" y="376793"/>
                </a:lnTo>
                <a:moveTo>
                  <a:pt x="539347" y="373233"/>
                </a:moveTo>
                <a:lnTo>
                  <a:pt x="537164" y="375555"/>
                </a:lnTo>
                <a:moveTo>
                  <a:pt x="524766" y="381260"/>
                </a:moveTo>
                <a:lnTo>
                  <a:pt x="515568" y="384604"/>
                </a:lnTo>
                <a:moveTo>
                  <a:pt x="525879" y="380788"/>
                </a:moveTo>
                <a:lnTo>
                  <a:pt x="524766" y="381260"/>
                </a:lnTo>
                <a:moveTo>
                  <a:pt x="533972" y="376793"/>
                </a:moveTo>
                <a:lnTo>
                  <a:pt x="525879" y="380788"/>
                </a:lnTo>
                <a:moveTo>
                  <a:pt x="506901" y="390260"/>
                </a:moveTo>
                <a:lnTo>
                  <a:pt x="508610" y="386142"/>
                </a:lnTo>
                <a:moveTo>
                  <a:pt x="508610" y="386142"/>
                </a:moveTo>
                <a:lnTo>
                  <a:pt x="515568" y="384604"/>
                </a:lnTo>
                <a:moveTo>
                  <a:pt x="539347" y="373233"/>
                </a:moveTo>
                <a:lnTo>
                  <a:pt x="545617" y="368987"/>
                </a:lnTo>
                <a:moveTo>
                  <a:pt x="542232" y="364325"/>
                </a:moveTo>
                <a:lnTo>
                  <a:pt x="536396" y="362254"/>
                </a:lnTo>
                <a:moveTo>
                  <a:pt x="545617" y="368987"/>
                </a:moveTo>
                <a:lnTo>
                  <a:pt x="542232" y="364325"/>
                </a:lnTo>
                <a:moveTo>
                  <a:pt x="530165" y="358419"/>
                </a:moveTo>
                <a:lnTo>
                  <a:pt x="536396" y="362254"/>
                </a:lnTo>
                <a:moveTo>
                  <a:pt x="526752" y="356438"/>
                </a:moveTo>
                <a:lnTo>
                  <a:pt x="530165" y="358419"/>
                </a:lnTo>
                <a:moveTo>
                  <a:pt x="521452" y="353325"/>
                </a:moveTo>
                <a:lnTo>
                  <a:pt x="526752" y="356438"/>
                </a:lnTo>
                <a:moveTo>
                  <a:pt x="518799" y="351807"/>
                </a:moveTo>
                <a:lnTo>
                  <a:pt x="521452" y="353325"/>
                </a:lnTo>
                <a:moveTo>
                  <a:pt x="512494" y="344898"/>
                </a:moveTo>
                <a:lnTo>
                  <a:pt x="518799" y="351807"/>
                </a:lnTo>
                <a:moveTo>
                  <a:pt x="512108" y="343438"/>
                </a:moveTo>
                <a:lnTo>
                  <a:pt x="512494" y="344898"/>
                </a:lnTo>
                <a:moveTo>
                  <a:pt x="365390" y="371626"/>
                </a:moveTo>
                <a:lnTo>
                  <a:pt x="360104" y="373375"/>
                </a:lnTo>
                <a:moveTo>
                  <a:pt x="373660" y="367095"/>
                </a:moveTo>
                <a:lnTo>
                  <a:pt x="365390" y="371626"/>
                </a:lnTo>
                <a:moveTo>
                  <a:pt x="341200" y="374750"/>
                </a:moveTo>
                <a:lnTo>
                  <a:pt x="335939" y="373755"/>
                </a:lnTo>
                <a:moveTo>
                  <a:pt x="350984" y="376326"/>
                </a:moveTo>
                <a:lnTo>
                  <a:pt x="341200" y="374750"/>
                </a:lnTo>
                <a:moveTo>
                  <a:pt x="360104" y="373375"/>
                </a:moveTo>
                <a:lnTo>
                  <a:pt x="350984" y="376326"/>
                </a:lnTo>
                <a:moveTo>
                  <a:pt x="335659" y="373700"/>
                </a:moveTo>
                <a:lnTo>
                  <a:pt x="335439" y="373626"/>
                </a:lnTo>
                <a:moveTo>
                  <a:pt x="335939" y="373755"/>
                </a:moveTo>
                <a:lnTo>
                  <a:pt x="335659" y="373700"/>
                </a:lnTo>
                <a:moveTo>
                  <a:pt x="511324" y="341278"/>
                </a:moveTo>
                <a:lnTo>
                  <a:pt x="512108" y="343438"/>
                </a:lnTo>
                <a:moveTo>
                  <a:pt x="507768" y="335444"/>
                </a:moveTo>
                <a:lnTo>
                  <a:pt x="511324" y="341278"/>
                </a:lnTo>
                <a:moveTo>
                  <a:pt x="505416" y="333099"/>
                </a:moveTo>
                <a:lnTo>
                  <a:pt x="507768" y="335444"/>
                </a:lnTo>
                <a:moveTo>
                  <a:pt x="394013" y="352636"/>
                </a:moveTo>
                <a:lnTo>
                  <a:pt x="393331" y="353134"/>
                </a:lnTo>
                <a:moveTo>
                  <a:pt x="394801" y="352000"/>
                </a:moveTo>
                <a:lnTo>
                  <a:pt x="394013" y="352636"/>
                </a:lnTo>
                <a:moveTo>
                  <a:pt x="382504" y="362647"/>
                </a:moveTo>
                <a:lnTo>
                  <a:pt x="387386" y="359604"/>
                </a:lnTo>
                <a:moveTo>
                  <a:pt x="378169" y="365126"/>
                </a:moveTo>
                <a:lnTo>
                  <a:pt x="382504" y="362647"/>
                </a:lnTo>
                <a:moveTo>
                  <a:pt x="387386" y="359604"/>
                </a:moveTo>
                <a:lnTo>
                  <a:pt x="393331" y="353134"/>
                </a:lnTo>
                <a:moveTo>
                  <a:pt x="373660" y="367095"/>
                </a:moveTo>
                <a:lnTo>
                  <a:pt x="377252" y="365804"/>
                </a:lnTo>
                <a:moveTo>
                  <a:pt x="377252" y="365804"/>
                </a:moveTo>
                <a:lnTo>
                  <a:pt x="378169" y="365126"/>
                </a:lnTo>
                <a:moveTo>
                  <a:pt x="335439" y="373626"/>
                </a:moveTo>
                <a:lnTo>
                  <a:pt x="331961" y="372727"/>
                </a:lnTo>
                <a:moveTo>
                  <a:pt x="321421" y="369980"/>
                </a:moveTo>
                <a:lnTo>
                  <a:pt x="312137" y="366125"/>
                </a:lnTo>
                <a:moveTo>
                  <a:pt x="331961" y="372727"/>
                </a:moveTo>
                <a:lnTo>
                  <a:pt x="321421" y="369980"/>
                </a:lnTo>
                <a:moveTo>
                  <a:pt x="504790" y="329803"/>
                </a:moveTo>
                <a:lnTo>
                  <a:pt x="505416" y="333099"/>
                </a:lnTo>
                <a:moveTo>
                  <a:pt x="493932" y="325146"/>
                </a:moveTo>
                <a:lnTo>
                  <a:pt x="504790" y="329803"/>
                </a:lnTo>
                <a:moveTo>
                  <a:pt x="473020" y="327837"/>
                </a:moveTo>
                <a:lnTo>
                  <a:pt x="471983" y="328385"/>
                </a:lnTo>
                <a:moveTo>
                  <a:pt x="492395" y="324227"/>
                </a:moveTo>
                <a:lnTo>
                  <a:pt x="473020" y="327837"/>
                </a:lnTo>
                <a:moveTo>
                  <a:pt x="493932" y="325146"/>
                </a:moveTo>
                <a:lnTo>
                  <a:pt x="492395" y="324227"/>
                </a:lnTo>
                <a:moveTo>
                  <a:pt x="459156" y="333221"/>
                </a:moveTo>
                <a:lnTo>
                  <a:pt x="452592" y="334923"/>
                </a:lnTo>
                <a:moveTo>
                  <a:pt x="469644" y="329079"/>
                </a:moveTo>
                <a:lnTo>
                  <a:pt x="459156" y="333221"/>
                </a:lnTo>
                <a:moveTo>
                  <a:pt x="471983" y="328385"/>
                </a:moveTo>
                <a:lnTo>
                  <a:pt x="469644" y="329079"/>
                </a:lnTo>
                <a:moveTo>
                  <a:pt x="440504" y="337557"/>
                </a:moveTo>
                <a:lnTo>
                  <a:pt x="430959" y="338570"/>
                </a:lnTo>
                <a:moveTo>
                  <a:pt x="443960" y="336882"/>
                </a:moveTo>
                <a:lnTo>
                  <a:pt x="440504" y="337557"/>
                </a:lnTo>
                <a:moveTo>
                  <a:pt x="452592" y="334923"/>
                </a:moveTo>
                <a:lnTo>
                  <a:pt x="443960" y="336882"/>
                </a:lnTo>
                <a:moveTo>
                  <a:pt x="415553" y="340513"/>
                </a:moveTo>
                <a:lnTo>
                  <a:pt x="409910" y="342968"/>
                </a:lnTo>
                <a:moveTo>
                  <a:pt x="423940" y="338983"/>
                </a:moveTo>
                <a:lnTo>
                  <a:pt x="415553" y="340513"/>
                </a:lnTo>
                <a:moveTo>
                  <a:pt x="430959" y="338570"/>
                </a:moveTo>
                <a:lnTo>
                  <a:pt x="423940" y="338983"/>
                </a:lnTo>
                <a:moveTo>
                  <a:pt x="396623" y="348432"/>
                </a:moveTo>
                <a:lnTo>
                  <a:pt x="394801" y="352000"/>
                </a:lnTo>
                <a:moveTo>
                  <a:pt x="398887" y="345284"/>
                </a:moveTo>
                <a:lnTo>
                  <a:pt x="396623" y="348432"/>
                </a:lnTo>
                <a:moveTo>
                  <a:pt x="400242" y="344788"/>
                </a:moveTo>
                <a:lnTo>
                  <a:pt x="398887" y="345284"/>
                </a:lnTo>
                <a:moveTo>
                  <a:pt x="409910" y="342968"/>
                </a:moveTo>
                <a:lnTo>
                  <a:pt x="400242" y="344788"/>
                </a:lnTo>
                <a:moveTo>
                  <a:pt x="308523" y="364912"/>
                </a:moveTo>
                <a:lnTo>
                  <a:pt x="312137" y="366125"/>
                </a:lnTo>
                <a:moveTo>
                  <a:pt x="300302" y="357377"/>
                </a:moveTo>
                <a:lnTo>
                  <a:pt x="308523" y="364912"/>
                </a:lnTo>
                <a:moveTo>
                  <a:pt x="300097" y="356699"/>
                </a:moveTo>
                <a:lnTo>
                  <a:pt x="300302" y="357377"/>
                </a:lnTo>
                <a:moveTo>
                  <a:pt x="299560" y="355881"/>
                </a:moveTo>
                <a:lnTo>
                  <a:pt x="300097" y="356699"/>
                </a:lnTo>
                <a:moveTo>
                  <a:pt x="298818" y="348634"/>
                </a:moveTo>
                <a:lnTo>
                  <a:pt x="299560" y="355881"/>
                </a:lnTo>
                <a:moveTo>
                  <a:pt x="302180" y="344860"/>
                </a:moveTo>
                <a:lnTo>
                  <a:pt x="298818" y="348634"/>
                </a:lnTo>
                <a:moveTo>
                  <a:pt x="309509" y="334136"/>
                </a:moveTo>
                <a:lnTo>
                  <a:pt x="307212" y="336702"/>
                </a:lnTo>
                <a:moveTo>
                  <a:pt x="309902" y="332057"/>
                </a:moveTo>
                <a:lnTo>
                  <a:pt x="309509" y="334136"/>
                </a:lnTo>
                <a:moveTo>
                  <a:pt x="302180" y="344860"/>
                </a:moveTo>
                <a:lnTo>
                  <a:pt x="304985" y="341565"/>
                </a:lnTo>
                <a:moveTo>
                  <a:pt x="304985" y="341565"/>
                </a:moveTo>
                <a:lnTo>
                  <a:pt x="307212" y="336702"/>
                </a:lnTo>
                <a:moveTo>
                  <a:pt x="309902" y="332057"/>
                </a:moveTo>
                <a:lnTo>
                  <a:pt x="315136" y="326949"/>
                </a:lnTo>
                <a:moveTo>
                  <a:pt x="315798" y="321478"/>
                </a:moveTo>
                <a:lnTo>
                  <a:pt x="312079" y="320202"/>
                </a:lnTo>
                <a:moveTo>
                  <a:pt x="315136" y="326949"/>
                </a:moveTo>
                <a:lnTo>
                  <a:pt x="315798" y="321478"/>
                </a:lnTo>
                <a:moveTo>
                  <a:pt x="315685" y="310232"/>
                </a:moveTo>
                <a:lnTo>
                  <a:pt x="314290" y="314281"/>
                </a:lnTo>
                <a:moveTo>
                  <a:pt x="313643" y="308452"/>
                </a:moveTo>
                <a:lnTo>
                  <a:pt x="315685" y="310232"/>
                </a:lnTo>
                <a:moveTo>
                  <a:pt x="312079" y="320202"/>
                </a:moveTo>
                <a:lnTo>
                  <a:pt x="314337" y="318355"/>
                </a:lnTo>
                <a:moveTo>
                  <a:pt x="314337" y="318355"/>
                </a:moveTo>
                <a:lnTo>
                  <a:pt x="314290" y="314281"/>
                </a:lnTo>
                <a:moveTo>
                  <a:pt x="281148" y="320254"/>
                </a:moveTo>
                <a:lnTo>
                  <a:pt x="283173" y="319952"/>
                </a:lnTo>
                <a:moveTo>
                  <a:pt x="271447" y="322118"/>
                </a:moveTo>
                <a:lnTo>
                  <a:pt x="281148" y="320254"/>
                </a:lnTo>
                <a:moveTo>
                  <a:pt x="284094" y="317288"/>
                </a:moveTo>
                <a:lnTo>
                  <a:pt x="285865" y="313198"/>
                </a:lnTo>
                <a:moveTo>
                  <a:pt x="283173" y="319952"/>
                </a:moveTo>
                <a:lnTo>
                  <a:pt x="284094" y="317288"/>
                </a:lnTo>
                <a:moveTo>
                  <a:pt x="257945" y="325560"/>
                </a:moveTo>
                <a:lnTo>
                  <a:pt x="265576" y="324519"/>
                </a:lnTo>
                <a:moveTo>
                  <a:pt x="250424" y="326552"/>
                </a:moveTo>
                <a:lnTo>
                  <a:pt x="257945" y="325560"/>
                </a:lnTo>
                <a:moveTo>
                  <a:pt x="265576" y="324519"/>
                </a:moveTo>
                <a:lnTo>
                  <a:pt x="271447" y="322118"/>
                </a:lnTo>
                <a:moveTo>
                  <a:pt x="236946" y="328647"/>
                </a:moveTo>
                <a:lnTo>
                  <a:pt x="242219" y="327824"/>
                </a:lnTo>
                <a:moveTo>
                  <a:pt x="228703" y="330084"/>
                </a:moveTo>
                <a:lnTo>
                  <a:pt x="236946" y="328647"/>
                </a:lnTo>
                <a:moveTo>
                  <a:pt x="242219" y="327824"/>
                </a:moveTo>
                <a:lnTo>
                  <a:pt x="250424" y="326552"/>
                </a:lnTo>
                <a:moveTo>
                  <a:pt x="215337" y="332348"/>
                </a:moveTo>
                <a:lnTo>
                  <a:pt x="220865" y="331568"/>
                </a:lnTo>
                <a:moveTo>
                  <a:pt x="205945" y="332280"/>
                </a:moveTo>
                <a:lnTo>
                  <a:pt x="215337" y="332348"/>
                </a:lnTo>
                <a:moveTo>
                  <a:pt x="220865" y="331568"/>
                </a:moveTo>
                <a:lnTo>
                  <a:pt x="228703" y="330084"/>
                </a:lnTo>
                <a:moveTo>
                  <a:pt x="185671" y="332283"/>
                </a:moveTo>
                <a:lnTo>
                  <a:pt x="181702" y="332559"/>
                </a:lnTo>
                <a:moveTo>
                  <a:pt x="197548" y="332204"/>
                </a:moveTo>
                <a:lnTo>
                  <a:pt x="185671" y="332283"/>
                </a:lnTo>
                <a:moveTo>
                  <a:pt x="205945" y="332280"/>
                </a:moveTo>
                <a:lnTo>
                  <a:pt x="197548" y="332204"/>
                </a:lnTo>
                <a:moveTo>
                  <a:pt x="161947" y="335508"/>
                </a:moveTo>
                <a:lnTo>
                  <a:pt x="160123" y="336275"/>
                </a:lnTo>
                <a:moveTo>
                  <a:pt x="179336" y="332485"/>
                </a:moveTo>
                <a:lnTo>
                  <a:pt x="161947" y="335508"/>
                </a:lnTo>
                <a:moveTo>
                  <a:pt x="181702" y="332559"/>
                </a:moveTo>
                <a:lnTo>
                  <a:pt x="179336" y="332485"/>
                </a:lnTo>
                <a:moveTo>
                  <a:pt x="147821" y="340834"/>
                </a:moveTo>
                <a:lnTo>
                  <a:pt x="140336" y="342302"/>
                </a:lnTo>
                <a:moveTo>
                  <a:pt x="156156" y="337768"/>
                </a:moveTo>
                <a:lnTo>
                  <a:pt x="147821" y="340834"/>
                </a:lnTo>
                <a:moveTo>
                  <a:pt x="160123" y="336275"/>
                </a:moveTo>
                <a:lnTo>
                  <a:pt x="156156" y="337768"/>
                </a:lnTo>
                <a:moveTo>
                  <a:pt x="129676" y="345281"/>
                </a:moveTo>
                <a:lnTo>
                  <a:pt x="120190" y="347866"/>
                </a:lnTo>
                <a:moveTo>
                  <a:pt x="131253" y="344785"/>
                </a:moveTo>
                <a:lnTo>
                  <a:pt x="129676" y="345281"/>
                </a:lnTo>
                <a:moveTo>
                  <a:pt x="140336" y="342302"/>
                </a:moveTo>
                <a:lnTo>
                  <a:pt x="131253" y="344785"/>
                </a:lnTo>
                <a:moveTo>
                  <a:pt x="104933" y="353229"/>
                </a:moveTo>
                <a:lnTo>
                  <a:pt x="113038" y="350058"/>
                </a:lnTo>
                <a:moveTo>
                  <a:pt x="101140" y="354844"/>
                </a:moveTo>
                <a:lnTo>
                  <a:pt x="104933" y="353229"/>
                </a:lnTo>
                <a:moveTo>
                  <a:pt x="113038" y="350058"/>
                </a:moveTo>
                <a:lnTo>
                  <a:pt x="120190" y="347866"/>
                </a:lnTo>
                <a:moveTo>
                  <a:pt x="313643" y="308452"/>
                </a:moveTo>
                <a:lnTo>
                  <a:pt x="318544" y="302439"/>
                </a:lnTo>
                <a:moveTo>
                  <a:pt x="305044" y="299483"/>
                </a:moveTo>
                <a:lnTo>
                  <a:pt x="303263" y="300058"/>
                </a:lnTo>
                <a:moveTo>
                  <a:pt x="317875" y="301332"/>
                </a:moveTo>
                <a:lnTo>
                  <a:pt x="305044" y="299483"/>
                </a:lnTo>
                <a:moveTo>
                  <a:pt x="318544" y="302439"/>
                </a:moveTo>
                <a:lnTo>
                  <a:pt x="317875" y="301332"/>
                </a:lnTo>
                <a:moveTo>
                  <a:pt x="287803" y="304128"/>
                </a:moveTo>
                <a:lnTo>
                  <a:pt x="287158" y="310835"/>
                </a:lnTo>
                <a:moveTo>
                  <a:pt x="302008" y="299253"/>
                </a:moveTo>
                <a:lnTo>
                  <a:pt x="287803" y="304128"/>
                </a:lnTo>
                <a:moveTo>
                  <a:pt x="303263" y="300058"/>
                </a:moveTo>
                <a:lnTo>
                  <a:pt x="302008" y="299253"/>
                </a:lnTo>
                <a:moveTo>
                  <a:pt x="285865" y="313198"/>
                </a:moveTo>
                <a:lnTo>
                  <a:pt x="286433" y="312247"/>
                </a:lnTo>
                <a:moveTo>
                  <a:pt x="286433" y="312247"/>
                </a:moveTo>
                <a:lnTo>
                  <a:pt x="287158" y="310835"/>
                </a:lnTo>
                <a:moveTo>
                  <a:pt x="1313957" y="116244"/>
                </a:moveTo>
                <a:lnTo>
                  <a:pt x="1311378" y="117550"/>
                </a:lnTo>
                <a:moveTo>
                  <a:pt x="1317066" y="114027"/>
                </a:moveTo>
                <a:lnTo>
                  <a:pt x="1313957" y="116244"/>
                </a:lnTo>
                <a:moveTo>
                  <a:pt x="1302570" y="122407"/>
                </a:moveTo>
                <a:lnTo>
                  <a:pt x="1303080" y="122282"/>
                </a:lnTo>
                <a:moveTo>
                  <a:pt x="1300185" y="121648"/>
                </a:moveTo>
                <a:lnTo>
                  <a:pt x="1302570" y="122407"/>
                </a:lnTo>
                <a:moveTo>
                  <a:pt x="1293784" y="118005"/>
                </a:moveTo>
                <a:lnTo>
                  <a:pt x="1300185" y="121648"/>
                </a:lnTo>
                <a:moveTo>
                  <a:pt x="1303080" y="122282"/>
                </a:moveTo>
                <a:lnTo>
                  <a:pt x="1311378" y="117550"/>
                </a:lnTo>
                <a:moveTo>
                  <a:pt x="1352077" y="99332"/>
                </a:moveTo>
                <a:lnTo>
                  <a:pt x="1347384" y="100894"/>
                </a:lnTo>
                <a:moveTo>
                  <a:pt x="1364472" y="96193"/>
                </a:moveTo>
                <a:lnTo>
                  <a:pt x="1352077" y="99332"/>
                </a:lnTo>
                <a:moveTo>
                  <a:pt x="1367759" y="95625"/>
                </a:moveTo>
                <a:lnTo>
                  <a:pt x="1364472" y="96193"/>
                </a:lnTo>
                <a:moveTo>
                  <a:pt x="1333845" y="103760"/>
                </a:moveTo>
                <a:lnTo>
                  <a:pt x="1328506" y="108093"/>
                </a:lnTo>
                <a:moveTo>
                  <a:pt x="1340939" y="101831"/>
                </a:moveTo>
                <a:lnTo>
                  <a:pt x="1333845" y="103760"/>
                </a:lnTo>
                <a:moveTo>
                  <a:pt x="1347384" y="100894"/>
                </a:moveTo>
                <a:lnTo>
                  <a:pt x="1340939" y="101831"/>
                </a:lnTo>
                <a:moveTo>
                  <a:pt x="1317066" y="114027"/>
                </a:moveTo>
                <a:lnTo>
                  <a:pt x="1324928" y="110227"/>
                </a:lnTo>
                <a:moveTo>
                  <a:pt x="1324928" y="110227"/>
                </a:moveTo>
                <a:lnTo>
                  <a:pt x="1328506" y="108093"/>
                </a:lnTo>
                <a:moveTo>
                  <a:pt x="1288634" y="118382"/>
                </a:moveTo>
                <a:lnTo>
                  <a:pt x="1293784" y="118005"/>
                </a:lnTo>
                <a:moveTo>
                  <a:pt x="1286202" y="116626"/>
                </a:moveTo>
                <a:lnTo>
                  <a:pt x="1288634" y="118382"/>
                </a:lnTo>
                <a:moveTo>
                  <a:pt x="1277855" y="111180"/>
                </a:moveTo>
                <a:lnTo>
                  <a:pt x="1276483" y="109478"/>
                </a:lnTo>
                <a:moveTo>
                  <a:pt x="1286202" y="116626"/>
                </a:moveTo>
                <a:lnTo>
                  <a:pt x="1277855" y="111180"/>
                </a:lnTo>
                <a:moveTo>
                  <a:pt x="1276483" y="109478"/>
                </a:moveTo>
                <a:lnTo>
                  <a:pt x="1274896" y="107693"/>
                </a:lnTo>
                <a:moveTo>
                  <a:pt x="1269559" y="101478"/>
                </a:moveTo>
                <a:lnTo>
                  <a:pt x="1268390" y="99378"/>
                </a:lnTo>
                <a:moveTo>
                  <a:pt x="1274896" y="107693"/>
                </a:moveTo>
                <a:lnTo>
                  <a:pt x="1269559" y="101478"/>
                </a:lnTo>
                <a:moveTo>
                  <a:pt x="1268390" y="99378"/>
                </a:moveTo>
                <a:lnTo>
                  <a:pt x="1268194" y="97807"/>
                </a:lnTo>
                <a:moveTo>
                  <a:pt x="1261410" y="91628"/>
                </a:moveTo>
                <a:lnTo>
                  <a:pt x="1257190" y="89808"/>
                </a:lnTo>
                <a:moveTo>
                  <a:pt x="1268194" y="97807"/>
                </a:moveTo>
                <a:lnTo>
                  <a:pt x="1261410" y="91628"/>
                </a:lnTo>
                <a:moveTo>
                  <a:pt x="1257190" y="89808"/>
                </a:moveTo>
                <a:lnTo>
                  <a:pt x="1251277" y="85684"/>
                </a:lnTo>
                <a:moveTo>
                  <a:pt x="1250039" y="85022"/>
                </a:moveTo>
                <a:lnTo>
                  <a:pt x="1237519" y="81687"/>
                </a:lnTo>
                <a:moveTo>
                  <a:pt x="1251277" y="85684"/>
                </a:moveTo>
                <a:lnTo>
                  <a:pt x="1250039" y="85022"/>
                </a:lnTo>
                <a:moveTo>
                  <a:pt x="1235974" y="81128"/>
                </a:moveTo>
                <a:lnTo>
                  <a:pt x="1237519" y="81687"/>
                </a:lnTo>
                <a:moveTo>
                  <a:pt x="1233873" y="80679"/>
                </a:moveTo>
                <a:lnTo>
                  <a:pt x="1235974" y="81128"/>
                </a:lnTo>
                <a:moveTo>
                  <a:pt x="1221086" y="78062"/>
                </a:moveTo>
                <a:lnTo>
                  <a:pt x="1207472" y="75338"/>
                </a:lnTo>
                <a:moveTo>
                  <a:pt x="1233873" y="80679"/>
                </a:moveTo>
                <a:lnTo>
                  <a:pt x="1221086" y="78062"/>
                </a:lnTo>
                <a:moveTo>
                  <a:pt x="1206127" y="75068"/>
                </a:moveTo>
                <a:lnTo>
                  <a:pt x="1207472" y="75338"/>
                </a:lnTo>
                <a:moveTo>
                  <a:pt x="1204605" y="74477"/>
                </a:moveTo>
                <a:lnTo>
                  <a:pt x="1206127" y="75068"/>
                </a:lnTo>
                <a:moveTo>
                  <a:pt x="1192915" y="70315"/>
                </a:moveTo>
                <a:lnTo>
                  <a:pt x="1181477" y="68296"/>
                </a:lnTo>
                <a:moveTo>
                  <a:pt x="1204605" y="74477"/>
                </a:moveTo>
                <a:lnTo>
                  <a:pt x="1192915" y="70315"/>
                </a:lnTo>
                <a:moveTo>
                  <a:pt x="1178255" y="67020"/>
                </a:moveTo>
                <a:lnTo>
                  <a:pt x="1181477" y="68296"/>
                </a:lnTo>
                <a:moveTo>
                  <a:pt x="1172785" y="64983"/>
                </a:moveTo>
                <a:lnTo>
                  <a:pt x="1178255" y="67020"/>
                </a:lnTo>
                <a:moveTo>
                  <a:pt x="1161334" y="66001"/>
                </a:moveTo>
                <a:lnTo>
                  <a:pt x="1161384" y="66005"/>
                </a:lnTo>
                <a:moveTo>
                  <a:pt x="1160985" y="65918"/>
                </a:moveTo>
                <a:lnTo>
                  <a:pt x="1161334" y="66001"/>
                </a:lnTo>
                <a:moveTo>
                  <a:pt x="1148355" y="62473"/>
                </a:moveTo>
                <a:lnTo>
                  <a:pt x="1160985" y="65918"/>
                </a:lnTo>
                <a:moveTo>
                  <a:pt x="1161384" y="66005"/>
                </a:moveTo>
                <a:lnTo>
                  <a:pt x="1172785" y="64983"/>
                </a:lnTo>
                <a:moveTo>
                  <a:pt x="1162007" y="49304"/>
                </a:moveTo>
                <a:lnTo>
                  <a:pt x="1161493" y="50419"/>
                </a:lnTo>
                <a:moveTo>
                  <a:pt x="1162626" y="48551"/>
                </a:moveTo>
                <a:lnTo>
                  <a:pt x="1162007" y="49304"/>
                </a:lnTo>
                <a:moveTo>
                  <a:pt x="1147112" y="62266"/>
                </a:moveTo>
                <a:lnTo>
                  <a:pt x="1148355" y="62473"/>
                </a:lnTo>
                <a:moveTo>
                  <a:pt x="1142719" y="53500"/>
                </a:moveTo>
                <a:lnTo>
                  <a:pt x="1147112" y="62266"/>
                </a:lnTo>
                <a:moveTo>
                  <a:pt x="1159436" y="49858"/>
                </a:moveTo>
                <a:lnTo>
                  <a:pt x="1142719" y="53500"/>
                </a:lnTo>
                <a:moveTo>
                  <a:pt x="1161493" y="50419"/>
                </a:moveTo>
                <a:lnTo>
                  <a:pt x="1159436" y="49858"/>
                </a:lnTo>
                <a:moveTo>
                  <a:pt x="1130889" y="60544"/>
                </a:moveTo>
                <a:lnTo>
                  <a:pt x="1143719" y="62138"/>
                </a:lnTo>
                <a:moveTo>
                  <a:pt x="1129081" y="58934"/>
                </a:moveTo>
                <a:lnTo>
                  <a:pt x="1130889" y="60544"/>
                </a:lnTo>
                <a:moveTo>
                  <a:pt x="1135084" y="56321"/>
                </a:moveTo>
                <a:lnTo>
                  <a:pt x="1129081" y="58934"/>
                </a:lnTo>
                <a:moveTo>
                  <a:pt x="1143719" y="62138"/>
                </a:moveTo>
                <a:lnTo>
                  <a:pt x="1135084" y="56321"/>
                </a:lnTo>
                <a:moveTo>
                  <a:pt x="1297586" y="19097"/>
                </a:moveTo>
                <a:lnTo>
                  <a:pt x="1292945" y="14800"/>
                </a:lnTo>
                <a:moveTo>
                  <a:pt x="1307867" y="18373"/>
                </a:moveTo>
                <a:lnTo>
                  <a:pt x="1297586" y="19097"/>
                </a:lnTo>
                <a:moveTo>
                  <a:pt x="1174268" y="35150"/>
                </a:moveTo>
                <a:lnTo>
                  <a:pt x="1174256" y="35330"/>
                </a:lnTo>
                <a:moveTo>
                  <a:pt x="1174243" y="35083"/>
                </a:moveTo>
                <a:lnTo>
                  <a:pt x="1174268" y="35150"/>
                </a:lnTo>
                <a:moveTo>
                  <a:pt x="1162626" y="48551"/>
                </a:moveTo>
                <a:lnTo>
                  <a:pt x="1174197" y="43553"/>
                </a:lnTo>
                <a:moveTo>
                  <a:pt x="1174197" y="43553"/>
                </a:moveTo>
                <a:lnTo>
                  <a:pt x="1174256" y="35330"/>
                </a:lnTo>
                <a:moveTo>
                  <a:pt x="140681" y="212987"/>
                </a:moveTo>
                <a:lnTo>
                  <a:pt x="138893" y="214242"/>
                </a:lnTo>
                <a:moveTo>
                  <a:pt x="141693" y="211519"/>
                </a:moveTo>
                <a:lnTo>
                  <a:pt x="140681" y="212987"/>
                </a:lnTo>
                <a:moveTo>
                  <a:pt x="127539" y="222143"/>
                </a:moveTo>
                <a:lnTo>
                  <a:pt x="133032" y="219732"/>
                </a:lnTo>
                <a:moveTo>
                  <a:pt x="121911" y="223887"/>
                </a:moveTo>
                <a:lnTo>
                  <a:pt x="127539" y="222143"/>
                </a:lnTo>
                <a:moveTo>
                  <a:pt x="133032" y="219732"/>
                </a:moveTo>
                <a:lnTo>
                  <a:pt x="138893" y="214242"/>
                </a:lnTo>
                <a:moveTo>
                  <a:pt x="103639" y="228151"/>
                </a:moveTo>
                <a:lnTo>
                  <a:pt x="119393" y="225165"/>
                </a:lnTo>
                <a:moveTo>
                  <a:pt x="100725" y="228110"/>
                </a:moveTo>
                <a:lnTo>
                  <a:pt x="103639" y="228151"/>
                </a:lnTo>
                <a:moveTo>
                  <a:pt x="119393" y="225165"/>
                </a:moveTo>
                <a:lnTo>
                  <a:pt x="121911" y="223887"/>
                </a:lnTo>
                <a:moveTo>
                  <a:pt x="84895" y="228968"/>
                </a:moveTo>
                <a:lnTo>
                  <a:pt x="96221" y="228511"/>
                </a:lnTo>
                <a:moveTo>
                  <a:pt x="75935" y="227683"/>
                </a:moveTo>
                <a:lnTo>
                  <a:pt x="84895" y="228968"/>
                </a:lnTo>
                <a:moveTo>
                  <a:pt x="96221" y="228511"/>
                </a:moveTo>
                <a:lnTo>
                  <a:pt x="100725" y="228110"/>
                </a:lnTo>
                <a:moveTo>
                  <a:pt x="68964" y="226953"/>
                </a:moveTo>
                <a:lnTo>
                  <a:pt x="59073" y="225636"/>
                </a:lnTo>
                <a:moveTo>
                  <a:pt x="75935" y="227683"/>
                </a:moveTo>
                <a:lnTo>
                  <a:pt x="68964" y="226953"/>
                </a:lnTo>
                <a:moveTo>
                  <a:pt x="1286251" y="12455"/>
                </a:moveTo>
                <a:lnTo>
                  <a:pt x="1292945" y="14800"/>
                </a:lnTo>
                <a:moveTo>
                  <a:pt x="1277971" y="7339"/>
                </a:moveTo>
                <a:lnTo>
                  <a:pt x="1286251" y="12455"/>
                </a:lnTo>
                <a:moveTo>
                  <a:pt x="1276468" y="6132"/>
                </a:moveTo>
                <a:lnTo>
                  <a:pt x="1277971" y="7339"/>
                </a:lnTo>
                <a:moveTo>
                  <a:pt x="1174220" y="34974"/>
                </a:moveTo>
                <a:lnTo>
                  <a:pt x="1174243" y="35083"/>
                </a:lnTo>
                <a:moveTo>
                  <a:pt x="1171705" y="26170"/>
                </a:moveTo>
                <a:lnTo>
                  <a:pt x="1174220" y="34974"/>
                </a:lnTo>
                <a:moveTo>
                  <a:pt x="1170768" y="24194"/>
                </a:moveTo>
                <a:lnTo>
                  <a:pt x="1171705" y="26170"/>
                </a:lnTo>
                <a:moveTo>
                  <a:pt x="152982" y="198842"/>
                </a:moveTo>
                <a:lnTo>
                  <a:pt x="152196" y="199851"/>
                </a:lnTo>
                <a:moveTo>
                  <a:pt x="153650" y="197992"/>
                </a:moveTo>
                <a:lnTo>
                  <a:pt x="152982" y="198842"/>
                </a:lnTo>
                <a:moveTo>
                  <a:pt x="141693" y="211519"/>
                </a:moveTo>
                <a:lnTo>
                  <a:pt x="147662" y="206097"/>
                </a:lnTo>
                <a:moveTo>
                  <a:pt x="147662" y="206097"/>
                </a:moveTo>
                <a:lnTo>
                  <a:pt x="152196" y="199851"/>
                </a:lnTo>
                <a:moveTo>
                  <a:pt x="53633" y="224333"/>
                </a:moveTo>
                <a:lnTo>
                  <a:pt x="59073" y="225636"/>
                </a:lnTo>
                <a:moveTo>
                  <a:pt x="48049" y="223265"/>
                </a:moveTo>
                <a:lnTo>
                  <a:pt x="53633" y="224333"/>
                </a:lnTo>
                <a:moveTo>
                  <a:pt x="30907" y="222632"/>
                </a:moveTo>
                <a:lnTo>
                  <a:pt x="23598" y="223276"/>
                </a:lnTo>
                <a:moveTo>
                  <a:pt x="37836" y="222182"/>
                </a:moveTo>
                <a:lnTo>
                  <a:pt x="30907" y="222632"/>
                </a:lnTo>
                <a:moveTo>
                  <a:pt x="48049" y="223265"/>
                </a:moveTo>
                <a:lnTo>
                  <a:pt x="37836" y="222182"/>
                </a:lnTo>
                <a:moveTo>
                  <a:pt x="1370" y="224584"/>
                </a:moveTo>
                <a:lnTo>
                  <a:pt x="0" y="224387"/>
                </a:lnTo>
                <a:moveTo>
                  <a:pt x="17092" y="225013"/>
                </a:moveTo>
                <a:lnTo>
                  <a:pt x="1370" y="224584"/>
                </a:lnTo>
                <a:moveTo>
                  <a:pt x="23598" y="223276"/>
                </a:moveTo>
                <a:lnTo>
                  <a:pt x="17092" y="225013"/>
                </a:lnTo>
                <a:moveTo>
                  <a:pt x="1275358" y="5368"/>
                </a:moveTo>
                <a:lnTo>
                  <a:pt x="1276468" y="6132"/>
                </a:lnTo>
                <a:moveTo>
                  <a:pt x="1272974" y="4914"/>
                </a:moveTo>
                <a:lnTo>
                  <a:pt x="1275358" y="5368"/>
                </a:lnTo>
                <a:moveTo>
                  <a:pt x="1261830" y="933"/>
                </a:moveTo>
                <a:lnTo>
                  <a:pt x="1245153" y="0"/>
                </a:lnTo>
                <a:moveTo>
                  <a:pt x="1272974" y="4914"/>
                </a:moveTo>
                <a:lnTo>
                  <a:pt x="1261830" y="933"/>
                </a:lnTo>
                <a:moveTo>
                  <a:pt x="1169114" y="22060"/>
                </a:moveTo>
                <a:lnTo>
                  <a:pt x="1170768" y="24194"/>
                </a:lnTo>
                <a:moveTo>
                  <a:pt x="1165690" y="16434"/>
                </a:moveTo>
                <a:lnTo>
                  <a:pt x="1169114" y="22060"/>
                </a:lnTo>
                <a:moveTo>
                  <a:pt x="1165118" y="13676"/>
                </a:moveTo>
                <a:lnTo>
                  <a:pt x="1165690" y="16434"/>
                </a:lnTo>
                <a:moveTo>
                  <a:pt x="153650" y="197992"/>
                </a:moveTo>
                <a:lnTo>
                  <a:pt x="159014" y="191744"/>
                </a:lnTo>
                <a:moveTo>
                  <a:pt x="163824" y="185613"/>
                </a:moveTo>
                <a:lnTo>
                  <a:pt x="164554" y="184646"/>
                </a:lnTo>
                <a:moveTo>
                  <a:pt x="159014" y="191744"/>
                </a:moveTo>
                <a:lnTo>
                  <a:pt x="163824" y="185613"/>
                </a:lnTo>
              </a:path>
            </a:pathLst>
          </a:custGeom>
          <a:noFill/>
          <a:ln w="3543">
            <a:solidFill>
              <a:srgbClr val="9C9C9C">
                <a:alpha val="24000"/>
              </a:srgbClr>
            </a:solidFill>
            <a:prstDash val="solid"/>
          </a:ln>
        </p:spPr>
      </p:sp>
      <p:sp>
        <p:nvSpPr>
          <p:cNvPr id="731" name="PANEL_01-contour-240_1025">
            <a:extLst>
              <a:ext uri="{FF2B5EF4-FFF2-40B4-BE49-F238E27FC236}">
                <a16:creationId xmlns:a16="http://schemas.microsoft.com/office/drawing/2014/main" id="{A7B0A9C3-1CA5-4F7B-83D5-D5AB6B18232E}"/>
              </a:ext>
            </a:extLst>
          </p:cNvPr>
          <p:cNvSpPr>
            <a:spLocks/>
          </p:cNvSpPr>
          <p:nvPr/>
        </p:nvSpPr>
        <p:spPr>
          <a:xfrm>
            <a:off x="493412" y="534295"/>
            <a:ext cx="459335" cy="246368"/>
          </a:xfrm>
          <a:custGeom>
            <a:pathLst>
              <a:path w="311123" h="166873">
                <a:moveTo>
                  <a:pt x="122184" y="164191"/>
                </a:moveTo>
                <a:lnTo>
                  <a:pt x="121637" y="166873"/>
                </a:lnTo>
                <a:moveTo>
                  <a:pt x="126541" y="162214"/>
                </a:moveTo>
                <a:lnTo>
                  <a:pt x="122184" y="164191"/>
                </a:lnTo>
                <a:moveTo>
                  <a:pt x="145745" y="152512"/>
                </a:moveTo>
                <a:lnTo>
                  <a:pt x="138015" y="156449"/>
                </a:lnTo>
                <a:moveTo>
                  <a:pt x="149718" y="146771"/>
                </a:moveTo>
                <a:lnTo>
                  <a:pt x="145745" y="152512"/>
                </a:lnTo>
                <a:moveTo>
                  <a:pt x="126541" y="162214"/>
                </a:moveTo>
                <a:lnTo>
                  <a:pt x="133659" y="158285"/>
                </a:lnTo>
                <a:moveTo>
                  <a:pt x="133659" y="158285"/>
                </a:moveTo>
                <a:lnTo>
                  <a:pt x="138015" y="156449"/>
                </a:lnTo>
                <a:moveTo>
                  <a:pt x="156478" y="138023"/>
                </a:moveTo>
                <a:lnTo>
                  <a:pt x="152682" y="143817"/>
                </a:lnTo>
                <a:moveTo>
                  <a:pt x="163866" y="132870"/>
                </a:moveTo>
                <a:lnTo>
                  <a:pt x="156478" y="138023"/>
                </a:lnTo>
                <a:moveTo>
                  <a:pt x="149718" y="146771"/>
                </a:moveTo>
                <a:lnTo>
                  <a:pt x="151430" y="145337"/>
                </a:lnTo>
                <a:moveTo>
                  <a:pt x="151430" y="145337"/>
                </a:moveTo>
                <a:lnTo>
                  <a:pt x="152682" y="143817"/>
                </a:lnTo>
                <a:moveTo>
                  <a:pt x="299411" y="108266"/>
                </a:moveTo>
                <a:lnTo>
                  <a:pt x="308607" y="103976"/>
                </a:lnTo>
                <a:moveTo>
                  <a:pt x="297074" y="109215"/>
                </a:moveTo>
                <a:lnTo>
                  <a:pt x="299411" y="108266"/>
                </a:lnTo>
                <a:moveTo>
                  <a:pt x="310356" y="97247"/>
                </a:moveTo>
                <a:lnTo>
                  <a:pt x="310468" y="96336"/>
                </a:lnTo>
                <a:moveTo>
                  <a:pt x="308607" y="103976"/>
                </a:moveTo>
                <a:lnTo>
                  <a:pt x="310356" y="97247"/>
                </a:lnTo>
                <a:moveTo>
                  <a:pt x="277589" y="112182"/>
                </a:moveTo>
                <a:lnTo>
                  <a:pt x="295847" y="109601"/>
                </a:lnTo>
                <a:moveTo>
                  <a:pt x="275123" y="112451"/>
                </a:moveTo>
                <a:lnTo>
                  <a:pt x="277589" y="112182"/>
                </a:lnTo>
                <a:moveTo>
                  <a:pt x="295847" y="109601"/>
                </a:moveTo>
                <a:lnTo>
                  <a:pt x="297074" y="109215"/>
                </a:lnTo>
                <a:moveTo>
                  <a:pt x="258686" y="113158"/>
                </a:moveTo>
                <a:lnTo>
                  <a:pt x="271947" y="112788"/>
                </a:lnTo>
                <a:moveTo>
                  <a:pt x="250179" y="111826"/>
                </a:moveTo>
                <a:lnTo>
                  <a:pt x="258686" y="113158"/>
                </a:lnTo>
                <a:moveTo>
                  <a:pt x="271947" y="112788"/>
                </a:moveTo>
                <a:lnTo>
                  <a:pt x="275123" y="112451"/>
                </a:lnTo>
                <a:moveTo>
                  <a:pt x="243092" y="110804"/>
                </a:moveTo>
                <a:lnTo>
                  <a:pt x="232861" y="109597"/>
                </a:lnTo>
                <a:moveTo>
                  <a:pt x="250179" y="111826"/>
                </a:moveTo>
                <a:lnTo>
                  <a:pt x="243092" y="110804"/>
                </a:lnTo>
                <a:moveTo>
                  <a:pt x="186675" y="119377"/>
                </a:moveTo>
                <a:lnTo>
                  <a:pt x="183972" y="121078"/>
                </a:lnTo>
                <a:moveTo>
                  <a:pt x="193449" y="116332"/>
                </a:moveTo>
                <a:lnTo>
                  <a:pt x="186675" y="119377"/>
                </a:lnTo>
                <a:moveTo>
                  <a:pt x="172195" y="128019"/>
                </a:moveTo>
                <a:lnTo>
                  <a:pt x="176564" y="125583"/>
                </a:lnTo>
                <a:moveTo>
                  <a:pt x="167010" y="130748"/>
                </a:moveTo>
                <a:lnTo>
                  <a:pt x="172195" y="128019"/>
                </a:lnTo>
                <a:moveTo>
                  <a:pt x="176564" y="125583"/>
                </a:moveTo>
                <a:lnTo>
                  <a:pt x="183972" y="121078"/>
                </a:lnTo>
                <a:moveTo>
                  <a:pt x="163866" y="132870"/>
                </a:moveTo>
                <a:lnTo>
                  <a:pt x="165328" y="131542"/>
                </a:lnTo>
                <a:moveTo>
                  <a:pt x="165328" y="131542"/>
                </a:moveTo>
                <a:lnTo>
                  <a:pt x="167010" y="130748"/>
                </a:lnTo>
                <a:moveTo>
                  <a:pt x="311123" y="87689"/>
                </a:moveTo>
                <a:lnTo>
                  <a:pt x="310803" y="95374"/>
                </a:lnTo>
                <a:moveTo>
                  <a:pt x="309781" y="84971"/>
                </a:moveTo>
                <a:lnTo>
                  <a:pt x="311123" y="87689"/>
                </a:lnTo>
                <a:moveTo>
                  <a:pt x="310468" y="96336"/>
                </a:moveTo>
                <a:lnTo>
                  <a:pt x="310842" y="96046"/>
                </a:lnTo>
                <a:moveTo>
                  <a:pt x="310842" y="96046"/>
                </a:moveTo>
                <a:lnTo>
                  <a:pt x="310803" y="95374"/>
                </a:lnTo>
                <a:moveTo>
                  <a:pt x="227401" y="108547"/>
                </a:moveTo>
                <a:lnTo>
                  <a:pt x="232861" y="109597"/>
                </a:lnTo>
                <a:moveTo>
                  <a:pt x="223218" y="108600"/>
                </a:moveTo>
                <a:lnTo>
                  <a:pt x="227401" y="108547"/>
                </a:lnTo>
                <a:moveTo>
                  <a:pt x="209698" y="108316"/>
                </a:moveTo>
                <a:lnTo>
                  <a:pt x="211824" y="108045"/>
                </a:lnTo>
                <a:moveTo>
                  <a:pt x="201483" y="112115"/>
                </a:moveTo>
                <a:lnTo>
                  <a:pt x="209698" y="108316"/>
                </a:lnTo>
                <a:moveTo>
                  <a:pt x="211824" y="108045"/>
                </a:moveTo>
                <a:lnTo>
                  <a:pt x="223218" y="108600"/>
                </a:lnTo>
                <a:moveTo>
                  <a:pt x="193449" y="116332"/>
                </a:moveTo>
                <a:lnTo>
                  <a:pt x="198340" y="113512"/>
                </a:lnTo>
                <a:moveTo>
                  <a:pt x="198340" y="113512"/>
                </a:moveTo>
                <a:lnTo>
                  <a:pt x="201483" y="112115"/>
                </a:lnTo>
                <a:moveTo>
                  <a:pt x="309359" y="80197"/>
                </a:moveTo>
                <a:lnTo>
                  <a:pt x="309781" y="84971"/>
                </a:lnTo>
                <a:moveTo>
                  <a:pt x="308845" y="78771"/>
                </a:moveTo>
                <a:lnTo>
                  <a:pt x="309359" y="80197"/>
                </a:lnTo>
                <a:moveTo>
                  <a:pt x="305645" y="74194"/>
                </a:moveTo>
                <a:lnTo>
                  <a:pt x="308845" y="78771"/>
                </a:lnTo>
                <a:moveTo>
                  <a:pt x="305645" y="74194"/>
                </a:moveTo>
                <a:lnTo>
                  <a:pt x="303546" y="69192"/>
                </a:lnTo>
                <a:moveTo>
                  <a:pt x="303354" y="68188"/>
                </a:moveTo>
                <a:lnTo>
                  <a:pt x="301668" y="63390"/>
                </a:lnTo>
                <a:moveTo>
                  <a:pt x="303546" y="69192"/>
                </a:moveTo>
                <a:lnTo>
                  <a:pt x="303354" y="68188"/>
                </a:lnTo>
                <a:moveTo>
                  <a:pt x="302444" y="52113"/>
                </a:moveTo>
                <a:lnTo>
                  <a:pt x="302363" y="52938"/>
                </a:lnTo>
                <a:moveTo>
                  <a:pt x="302532" y="51760"/>
                </a:moveTo>
                <a:lnTo>
                  <a:pt x="302444" y="52113"/>
                </a:lnTo>
                <a:moveTo>
                  <a:pt x="301668" y="63390"/>
                </a:moveTo>
                <a:lnTo>
                  <a:pt x="301479" y="60321"/>
                </a:lnTo>
                <a:moveTo>
                  <a:pt x="301479" y="60321"/>
                </a:moveTo>
                <a:lnTo>
                  <a:pt x="302363" y="52938"/>
                </a:lnTo>
                <a:moveTo>
                  <a:pt x="303423" y="50063"/>
                </a:moveTo>
                <a:lnTo>
                  <a:pt x="302532" y="51760"/>
                </a:lnTo>
                <a:moveTo>
                  <a:pt x="302653" y="43740"/>
                </a:moveTo>
                <a:lnTo>
                  <a:pt x="303423" y="50063"/>
                </a:lnTo>
                <a:moveTo>
                  <a:pt x="298526" y="40961"/>
                </a:moveTo>
                <a:lnTo>
                  <a:pt x="302653" y="43740"/>
                </a:lnTo>
                <a:moveTo>
                  <a:pt x="230998" y="53310"/>
                </a:moveTo>
                <a:lnTo>
                  <a:pt x="229699" y="53860"/>
                </a:lnTo>
                <a:moveTo>
                  <a:pt x="233443" y="52082"/>
                </a:moveTo>
                <a:lnTo>
                  <a:pt x="230998" y="53310"/>
                </a:lnTo>
                <a:moveTo>
                  <a:pt x="226794" y="54995"/>
                </a:moveTo>
                <a:lnTo>
                  <a:pt x="221678" y="54092"/>
                </a:lnTo>
                <a:moveTo>
                  <a:pt x="229699" y="53860"/>
                </a:moveTo>
                <a:lnTo>
                  <a:pt x="226794" y="54995"/>
                </a:lnTo>
                <a:moveTo>
                  <a:pt x="297377" y="38096"/>
                </a:moveTo>
                <a:lnTo>
                  <a:pt x="298526" y="40961"/>
                </a:lnTo>
                <a:moveTo>
                  <a:pt x="289266" y="36044"/>
                </a:moveTo>
                <a:lnTo>
                  <a:pt x="297377" y="38096"/>
                </a:lnTo>
                <a:moveTo>
                  <a:pt x="268642" y="36294"/>
                </a:moveTo>
                <a:lnTo>
                  <a:pt x="265991" y="37573"/>
                </a:lnTo>
                <a:moveTo>
                  <a:pt x="283908" y="33602"/>
                </a:moveTo>
                <a:lnTo>
                  <a:pt x="268642" y="36294"/>
                </a:lnTo>
                <a:moveTo>
                  <a:pt x="289266" y="36044"/>
                </a:moveTo>
                <a:lnTo>
                  <a:pt x="283908" y="33602"/>
                </a:lnTo>
                <a:moveTo>
                  <a:pt x="254882" y="41701"/>
                </a:moveTo>
                <a:lnTo>
                  <a:pt x="247868" y="45746"/>
                </a:lnTo>
                <a:moveTo>
                  <a:pt x="260420" y="39195"/>
                </a:moveTo>
                <a:lnTo>
                  <a:pt x="254882" y="41701"/>
                </a:lnTo>
                <a:moveTo>
                  <a:pt x="265991" y="37573"/>
                </a:moveTo>
                <a:lnTo>
                  <a:pt x="260420" y="39195"/>
                </a:lnTo>
                <a:moveTo>
                  <a:pt x="233443" y="52082"/>
                </a:moveTo>
                <a:lnTo>
                  <a:pt x="244338" y="47811"/>
                </a:lnTo>
                <a:moveTo>
                  <a:pt x="244338" y="47811"/>
                </a:moveTo>
                <a:lnTo>
                  <a:pt x="247868" y="45746"/>
                </a:lnTo>
                <a:moveTo>
                  <a:pt x="208821" y="55036"/>
                </a:moveTo>
                <a:lnTo>
                  <a:pt x="221678" y="54092"/>
                </a:lnTo>
                <a:moveTo>
                  <a:pt x="205317" y="53961"/>
                </a:moveTo>
                <a:lnTo>
                  <a:pt x="208821" y="55036"/>
                </a:lnTo>
                <a:moveTo>
                  <a:pt x="194436" y="51464"/>
                </a:moveTo>
                <a:lnTo>
                  <a:pt x="189097" y="48177"/>
                </a:lnTo>
                <a:moveTo>
                  <a:pt x="205317" y="53961"/>
                </a:moveTo>
                <a:lnTo>
                  <a:pt x="194436" y="51464"/>
                </a:lnTo>
                <a:moveTo>
                  <a:pt x="182126" y="45803"/>
                </a:moveTo>
                <a:lnTo>
                  <a:pt x="189097" y="48177"/>
                </a:lnTo>
                <a:moveTo>
                  <a:pt x="170920" y="40158"/>
                </a:moveTo>
                <a:lnTo>
                  <a:pt x="182126" y="45803"/>
                </a:lnTo>
                <a:moveTo>
                  <a:pt x="170445" y="39880"/>
                </a:moveTo>
                <a:lnTo>
                  <a:pt x="170920" y="40158"/>
                </a:lnTo>
                <a:moveTo>
                  <a:pt x="170176" y="39779"/>
                </a:moveTo>
                <a:lnTo>
                  <a:pt x="170445" y="39880"/>
                </a:lnTo>
                <a:moveTo>
                  <a:pt x="169701" y="39570"/>
                </a:moveTo>
                <a:lnTo>
                  <a:pt x="170176" y="39779"/>
                </a:lnTo>
                <a:moveTo>
                  <a:pt x="157883" y="34101"/>
                </a:moveTo>
                <a:lnTo>
                  <a:pt x="150744" y="31764"/>
                </a:lnTo>
                <a:moveTo>
                  <a:pt x="169701" y="39570"/>
                </a:moveTo>
                <a:lnTo>
                  <a:pt x="157883" y="34101"/>
                </a:lnTo>
                <a:moveTo>
                  <a:pt x="144709" y="29311"/>
                </a:moveTo>
                <a:lnTo>
                  <a:pt x="150744" y="31764"/>
                </a:lnTo>
                <a:moveTo>
                  <a:pt x="134652" y="25912"/>
                </a:moveTo>
                <a:lnTo>
                  <a:pt x="144709" y="29311"/>
                </a:lnTo>
                <a:moveTo>
                  <a:pt x="131294" y="24762"/>
                </a:moveTo>
                <a:lnTo>
                  <a:pt x="128191" y="24134"/>
                </a:lnTo>
                <a:moveTo>
                  <a:pt x="134652" y="25912"/>
                </a:moveTo>
                <a:lnTo>
                  <a:pt x="131294" y="24762"/>
                </a:lnTo>
                <a:moveTo>
                  <a:pt x="117308" y="20789"/>
                </a:moveTo>
                <a:lnTo>
                  <a:pt x="128191" y="24134"/>
                </a:lnTo>
                <a:moveTo>
                  <a:pt x="113455" y="19159"/>
                </a:moveTo>
                <a:lnTo>
                  <a:pt x="117308" y="20789"/>
                </a:lnTo>
                <a:moveTo>
                  <a:pt x="107240" y="16231"/>
                </a:moveTo>
                <a:lnTo>
                  <a:pt x="113455" y="19159"/>
                </a:lnTo>
                <a:moveTo>
                  <a:pt x="105780" y="14341"/>
                </a:moveTo>
                <a:lnTo>
                  <a:pt x="107240" y="16231"/>
                </a:lnTo>
                <a:moveTo>
                  <a:pt x="100034" y="12809"/>
                </a:moveTo>
                <a:lnTo>
                  <a:pt x="105780" y="14341"/>
                </a:lnTo>
                <a:moveTo>
                  <a:pt x="92596" y="9559"/>
                </a:moveTo>
                <a:lnTo>
                  <a:pt x="85779" y="8415"/>
                </a:lnTo>
                <a:moveTo>
                  <a:pt x="100034" y="12809"/>
                </a:moveTo>
                <a:lnTo>
                  <a:pt x="92596" y="9559"/>
                </a:lnTo>
                <a:moveTo>
                  <a:pt x="77038" y="7168"/>
                </a:moveTo>
                <a:lnTo>
                  <a:pt x="85779" y="8415"/>
                </a:lnTo>
                <a:moveTo>
                  <a:pt x="70183" y="5855"/>
                </a:moveTo>
                <a:lnTo>
                  <a:pt x="77038" y="7168"/>
                </a:lnTo>
                <a:moveTo>
                  <a:pt x="62513" y="3737"/>
                </a:moveTo>
                <a:lnTo>
                  <a:pt x="53267" y="2487"/>
                </a:lnTo>
                <a:moveTo>
                  <a:pt x="70183" y="5855"/>
                </a:moveTo>
                <a:lnTo>
                  <a:pt x="62513" y="3737"/>
                </a:lnTo>
                <a:moveTo>
                  <a:pt x="46886" y="1416"/>
                </a:moveTo>
                <a:lnTo>
                  <a:pt x="53267" y="2487"/>
                </a:lnTo>
                <a:moveTo>
                  <a:pt x="41919" y="948"/>
                </a:moveTo>
                <a:lnTo>
                  <a:pt x="46886" y="1416"/>
                </a:lnTo>
                <a:moveTo>
                  <a:pt x="27672" y="379"/>
                </a:moveTo>
                <a:lnTo>
                  <a:pt x="19151" y="3130"/>
                </a:lnTo>
                <a:moveTo>
                  <a:pt x="30360" y="0"/>
                </a:moveTo>
                <a:lnTo>
                  <a:pt x="27672" y="379"/>
                </a:lnTo>
                <a:moveTo>
                  <a:pt x="41919" y="948"/>
                </a:moveTo>
                <a:lnTo>
                  <a:pt x="30360" y="0"/>
                </a:lnTo>
                <a:moveTo>
                  <a:pt x="4244" y="8239"/>
                </a:moveTo>
                <a:lnTo>
                  <a:pt x="12073" y="5383"/>
                </a:lnTo>
                <a:moveTo>
                  <a:pt x="0" y="9978"/>
                </a:moveTo>
                <a:lnTo>
                  <a:pt x="4244" y="8239"/>
                </a:lnTo>
                <a:moveTo>
                  <a:pt x="12073" y="5383"/>
                </a:moveTo>
                <a:lnTo>
                  <a:pt x="19151" y="3130"/>
                </a:lnTo>
              </a:path>
            </a:pathLst>
          </a:custGeom>
          <a:noFill/>
          <a:ln w="3543">
            <a:solidFill>
              <a:srgbClr val="9C9C9C">
                <a:alpha val="24000"/>
              </a:srgbClr>
            </a:solidFill>
            <a:prstDash val="solid"/>
          </a:ln>
        </p:spPr>
      </p:sp>
      <p:sp>
        <p:nvSpPr>
          <p:cNvPr id="732" name="PANEL_01-contour-320_1026">
            <a:extLst>
              <a:ext uri="{FF2B5EF4-FFF2-40B4-BE49-F238E27FC236}">
                <a16:creationId xmlns:a16="http://schemas.microsoft.com/office/drawing/2014/main" id="{54BC639B-B89E-4529-B8BC-A98764016271}"/>
              </a:ext>
            </a:extLst>
          </p:cNvPr>
          <p:cNvSpPr>
            <a:spLocks/>
          </p:cNvSpPr>
          <p:nvPr/>
        </p:nvSpPr>
        <p:spPr>
          <a:xfrm>
            <a:off x="572889" y="571642"/>
            <a:ext cx="91462" cy="62994"/>
          </a:xfrm>
          <a:custGeom>
            <a:pathLst>
              <a:path w="61951" h="42668">
                <a:moveTo>
                  <a:pt x="38902" y="36235"/>
                </a:moveTo>
                <a:lnTo>
                  <a:pt x="33080" y="42668"/>
                </a:lnTo>
                <a:moveTo>
                  <a:pt x="46814" y="29809"/>
                </a:moveTo>
                <a:lnTo>
                  <a:pt x="38902" y="36235"/>
                </a:lnTo>
                <a:moveTo>
                  <a:pt x="61560" y="15939"/>
                </a:moveTo>
                <a:lnTo>
                  <a:pt x="61354" y="16039"/>
                </a:lnTo>
                <a:moveTo>
                  <a:pt x="61620" y="15795"/>
                </a:moveTo>
                <a:lnTo>
                  <a:pt x="61560" y="15939"/>
                </a:lnTo>
                <a:moveTo>
                  <a:pt x="48870" y="28297"/>
                </a:moveTo>
                <a:lnTo>
                  <a:pt x="56185" y="23181"/>
                </a:lnTo>
                <a:moveTo>
                  <a:pt x="47204" y="29337"/>
                </a:moveTo>
                <a:lnTo>
                  <a:pt x="48870" y="28297"/>
                </a:lnTo>
                <a:moveTo>
                  <a:pt x="56185" y="23181"/>
                </a:moveTo>
                <a:lnTo>
                  <a:pt x="61354" y="16039"/>
                </a:lnTo>
                <a:moveTo>
                  <a:pt x="46814" y="29809"/>
                </a:moveTo>
                <a:lnTo>
                  <a:pt x="47049" y="29600"/>
                </a:lnTo>
                <a:moveTo>
                  <a:pt x="47049" y="29600"/>
                </a:moveTo>
                <a:lnTo>
                  <a:pt x="47204" y="29337"/>
                </a:lnTo>
                <a:moveTo>
                  <a:pt x="61951" y="15127"/>
                </a:moveTo>
                <a:lnTo>
                  <a:pt x="61620" y="15795"/>
                </a:lnTo>
                <a:moveTo>
                  <a:pt x="60716" y="7335"/>
                </a:moveTo>
                <a:lnTo>
                  <a:pt x="61951" y="15127"/>
                </a:lnTo>
                <a:moveTo>
                  <a:pt x="57535" y="5010"/>
                </a:moveTo>
                <a:lnTo>
                  <a:pt x="60716" y="7335"/>
                </a:lnTo>
                <a:moveTo>
                  <a:pt x="56317" y="2745"/>
                </a:moveTo>
                <a:lnTo>
                  <a:pt x="57535" y="5010"/>
                </a:lnTo>
                <a:moveTo>
                  <a:pt x="51909" y="3856"/>
                </a:moveTo>
                <a:lnTo>
                  <a:pt x="56317" y="2745"/>
                </a:lnTo>
                <a:moveTo>
                  <a:pt x="34556" y="1608"/>
                </a:moveTo>
                <a:lnTo>
                  <a:pt x="25877" y="1828"/>
                </a:lnTo>
                <a:moveTo>
                  <a:pt x="39659" y="1461"/>
                </a:moveTo>
                <a:lnTo>
                  <a:pt x="34556" y="1608"/>
                </a:lnTo>
                <a:moveTo>
                  <a:pt x="51909" y="3856"/>
                </a:moveTo>
                <a:lnTo>
                  <a:pt x="39659" y="1461"/>
                </a:lnTo>
                <a:moveTo>
                  <a:pt x="22094" y="1091"/>
                </a:moveTo>
                <a:lnTo>
                  <a:pt x="14170" y="937"/>
                </a:lnTo>
                <a:moveTo>
                  <a:pt x="25877" y="1828"/>
                </a:moveTo>
                <a:lnTo>
                  <a:pt x="22094" y="1091"/>
                </a:lnTo>
                <a:moveTo>
                  <a:pt x="4518" y="731"/>
                </a:moveTo>
                <a:lnTo>
                  <a:pt x="14170" y="937"/>
                </a:lnTo>
                <a:moveTo>
                  <a:pt x="0" y="0"/>
                </a:moveTo>
                <a:lnTo>
                  <a:pt x="4518" y="731"/>
                </a:lnTo>
              </a:path>
            </a:pathLst>
          </a:custGeom>
          <a:noFill/>
          <a:ln w="3543">
            <a:solidFill>
              <a:srgbClr val="9C9C9C">
                <a:alpha val="24000"/>
              </a:srgbClr>
            </a:solidFill>
            <a:prstDash val="solid"/>
          </a:ln>
        </p:spPr>
      </p:sp>
      <p:sp>
        <p:nvSpPr>
          <p:cNvPr id="733" name="PANEL_01-actual-nearshore-window_1027">
            <a:extLst>
              <a:ext uri="{FF2B5EF4-FFF2-40B4-BE49-F238E27FC236}">
                <a16:creationId xmlns:a16="http://schemas.microsoft.com/office/drawing/2014/main" id="{2B0866A5-1E9B-4C1D-ABBC-12E2E0C4FE99}"/>
              </a:ext>
            </a:extLst>
          </p:cNvPr>
          <p:cNvSpPr>
            <a:spLocks/>
          </p:cNvSpPr>
          <p:nvPr/>
        </p:nvSpPr>
        <p:spPr>
          <a:xfrm>
            <a:off x="1168665" y="641009"/>
            <a:ext cx="673458" cy="230711"/>
          </a:xfrm>
          <a:custGeom>
            <a:pathLst>
              <a:path w="456156" h="156268">
                <a:moveTo>
                  <a:pt x="21789" y="114663"/>
                </a:moveTo>
                <a:lnTo>
                  <a:pt x="456156" y="156268"/>
                </a:lnTo>
                <a:lnTo>
                  <a:pt x="434367" y="57884"/>
                </a:lnTo>
                <a:lnTo>
                  <a:pt x="0" y="0"/>
                </a:lnTo>
                <a:close/>
              </a:path>
            </a:pathLst>
          </a:custGeom>
          <a:noFill/>
          <a:ln w="16192">
            <a:solidFill>
              <a:srgbClr val="707070"/>
            </a:solidFill>
            <a:prstDash val="dash"/>
          </a:ln>
        </p:spPr>
      </p:sp>
      <p:sp>
        <p:nvSpPr>
          <p:cNvPr id="734" name="PANEL_01-same-source-location_1028">
            <a:extLst>
              <a:ext uri="{FF2B5EF4-FFF2-40B4-BE49-F238E27FC236}">
                <a16:creationId xmlns:a16="http://schemas.microsoft.com/office/drawing/2014/main" id="{3BF10506-02EE-479F-98FF-8912B4F7B426}"/>
              </a:ext>
            </a:extLst>
          </p:cNvPr>
          <p:cNvSpPr>
            <a:spLocks/>
          </p:cNvSpPr>
          <p:nvPr/>
        </p:nvSpPr>
        <p:spPr>
          <a:xfrm>
            <a:off x="1401849" y="758752"/>
            <a:ext cx="61417" cy="61417"/>
          </a:xfrm>
          <a:prstGeom prst="ellipse">
            <a:avLst/>
          </a:prstGeom>
          <a:solidFill>
            <a:srgbClr val="7F7F7F"/>
          </a:solidFill>
          <a:ln w="4724">
            <a:solidFill>
              <a:srgbClr val="FCFCFC"/>
            </a:solidFill>
            <a:prstDash val="solid"/>
          </a:ln>
        </p:spPr>
      </p:sp>
      <p:sp>
        <p:nvSpPr>
          <p:cNvPr id="736" name="PANEL_01-locator-straight-zoom-guide-1-on-locator"/>
          <p:cNvSpPr/>
          <p:nvPr/>
        </p:nvSpPr>
        <p:spPr>
          <a:xfrm>
            <a:off x="1032221" y="810295"/>
            <a:ext cx="168613" cy="647091"/>
          </a:xfrm>
          <a:custGeom>
            <a:avLst/>
            <a:gdLst/>
            <a:ahLst/>
            <a:cxnLst/>
            <a:rect l="0" t="0" r="r" b="b"/>
            <a:pathLst>
              <a:path w="177022" h="679361">
                <a:moveTo>
                  <a:pt x="177022" y="0"/>
                </a:moveTo>
                <a:lnTo>
                  <a:pt x="0" y="679361"/>
                </a:lnTo>
              </a:path>
            </a:pathLst>
          </a:custGeom>
          <a:noFill/>
          <a:ln w="23812" cap="rnd" cmpd="sng">
            <a:solidFill>
              <a:srgbClr val="707070">
                <a:alpha val="85000"/>
              </a:srgbClr>
            </a:solidFill>
            <a:round/>
          </a:ln>
        </p:spPr>
      </p:sp>
      <p:sp>
        <p:nvSpPr>
          <p:cNvPr id="737" name="PANEL_01-locator-straight-zoom-guide-2-on-locator"/>
          <p:cNvSpPr/>
          <p:nvPr/>
        </p:nvSpPr>
        <p:spPr>
          <a:xfrm>
            <a:off x="677054" y="641009"/>
            <a:ext cx="491611" cy="816377"/>
          </a:xfrm>
          <a:custGeom>
            <a:avLst/>
            <a:gdLst/>
            <a:ahLst/>
            <a:cxnLst/>
            <a:rect l="0" t="0" r="r" b="b"/>
            <a:pathLst>
              <a:path w="516127" h="857089">
                <a:moveTo>
                  <a:pt x="516127" y="0"/>
                </a:moveTo>
                <a:lnTo>
                  <a:pt x="0" y="857089"/>
                </a:lnTo>
              </a:path>
            </a:pathLst>
          </a:custGeom>
          <a:noFill/>
          <a:ln w="23812" cap="rnd" cmpd="sng">
            <a:solidFill>
              <a:srgbClr val="707070">
                <a:alpha val="85000"/>
              </a:srgbClr>
            </a:solidFill>
            <a:round/>
          </a:ln>
        </p:spPr>
      </p:sp>
      <p:sp>
        <p:nvSpPr>
          <p:cNvPr id="739" name="airframe-arm-0-0_576">
            <a:extLst>
              <a:ext uri="{FF2B5EF4-FFF2-40B4-BE49-F238E27FC236}">
                <a16:creationId xmlns:a16="http://schemas.microsoft.com/office/drawing/2014/main" id="{50E7EDA9-A848-49AD-8724-D33A97CAC58C}"/>
              </a:ext>
            </a:extLst>
          </p:cNvPr>
          <p:cNvSpPr>
            <a:spLocks/>
          </p:cNvSpPr>
          <p:nvPr/>
        </p:nvSpPr>
        <p:spPr>
          <a:xfrm>
            <a:off x="9060248" y="3916953"/>
            <a:ext cx="112013" cy="123490"/>
          </a:xfrm>
          <a:custGeom>
            <a:pathLst>
              <a:path w="90461" h="99729">
                <a:moveTo>
                  <a:pt x="28029" y="0"/>
                </a:moveTo>
                <a:lnTo>
                  <a:pt x="90461" y="96736"/>
                </a:lnTo>
                <a:lnTo>
                  <a:pt x="62431" y="99729"/>
                </a:lnTo>
                <a:lnTo>
                  <a:pt x="0" y="2993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40" name="rotor-disc-0-0_577">
            <a:extLst>
              <a:ext uri="{FF2B5EF4-FFF2-40B4-BE49-F238E27FC236}">
                <a16:creationId xmlns:a16="http://schemas.microsoft.com/office/drawing/2014/main" id="{717C83D0-8EE5-4021-A733-7B4C2357DBBE}"/>
              </a:ext>
            </a:extLst>
          </p:cNvPr>
          <p:cNvSpPr>
            <a:spLocks/>
          </p:cNvSpPr>
          <p:nvPr/>
        </p:nvSpPr>
        <p:spPr>
          <a:xfrm>
            <a:off x="9005331" y="3944970"/>
            <a:ext cx="299153" cy="121676"/>
          </a:xfrm>
          <a:custGeom>
            <a:pathLst>
              <a:path w="241594" h="98265">
                <a:moveTo>
                  <a:pt x="174149" y="11985"/>
                </a:moveTo>
                <a:cubicBezTo>
                  <a:pt x="123708" y="0"/>
                  <a:pt x="58931" y="6916"/>
                  <a:pt x="29466" y="27432"/>
                </a:cubicBezTo>
                <a:cubicBezTo>
                  <a:pt x="0" y="47948"/>
                  <a:pt x="17004" y="74296"/>
                  <a:pt x="67445" y="86280"/>
                </a:cubicBezTo>
                <a:cubicBezTo>
                  <a:pt x="117886" y="98265"/>
                  <a:pt x="182663" y="91349"/>
                  <a:pt x="212128" y="70833"/>
                </a:cubicBezTo>
                <a:cubicBezTo>
                  <a:pt x="241594" y="50317"/>
                  <a:pt x="224590" y="23969"/>
                  <a:pt x="174149" y="11985"/>
                </a:cubicBezTo>
                <a:close/>
              </a:path>
            </a:pathLst>
          </a:custGeom>
          <a:solidFill>
            <a:srgbClr val="F4F4F4">
              <a:alpha val="95000"/>
            </a:srgbClr>
          </a:solidFill>
          <a:ln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41" name="rotor-motor-0-0_578">
            <a:extLst>
              <a:ext uri="{FF2B5EF4-FFF2-40B4-BE49-F238E27FC236}">
                <a16:creationId xmlns:a16="http://schemas.microsoft.com/office/drawing/2014/main" id="{31BC099F-28EE-4E83-9BBF-A6E3682FDAD6}"/>
              </a:ext>
            </a:extLst>
          </p:cNvPr>
          <p:cNvSpPr>
            <a:spLocks/>
          </p:cNvSpPr>
          <p:nvPr/>
        </p:nvSpPr>
        <p:spPr>
          <a:xfrm>
            <a:off x="9122123" y="3992475"/>
            <a:ext cx="65568" cy="26668"/>
          </a:xfrm>
          <a:custGeom>
            <a:pathLst>
              <a:path w="52952" h="21538">
                <a:moveTo>
                  <a:pt x="38170" y="2627"/>
                </a:moveTo>
                <a:cubicBezTo>
                  <a:pt x="27114" y="0"/>
                  <a:pt x="12916" y="1516"/>
                  <a:pt x="6458" y="6013"/>
                </a:cubicBezTo>
                <a:cubicBezTo>
                  <a:pt x="0" y="10509"/>
                  <a:pt x="3727" y="16284"/>
                  <a:pt x="14782" y="18911"/>
                </a:cubicBezTo>
                <a:cubicBezTo>
                  <a:pt x="25838" y="21538"/>
                  <a:pt x="40036" y="20022"/>
                  <a:pt x="46494" y="15525"/>
                </a:cubicBezTo>
                <a:cubicBezTo>
                  <a:pt x="52952" y="11028"/>
                  <a:pt x="49225" y="5254"/>
                  <a:pt x="38170" y="2627"/>
                </a:cubicBez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42" name="propeller-0-0_579">
            <a:extLst>
              <a:ext uri="{FF2B5EF4-FFF2-40B4-BE49-F238E27FC236}">
                <a16:creationId xmlns:a16="http://schemas.microsoft.com/office/drawing/2014/main" id="{4F0E2201-E45B-4355-9106-9C16973AF5B2}"/>
              </a:ext>
            </a:extLst>
          </p:cNvPr>
          <p:cNvSpPr>
            <a:spLocks/>
          </p:cNvSpPr>
          <p:nvPr/>
        </p:nvSpPr>
        <p:spPr>
          <a:xfrm>
            <a:off x="9050786" y="3989775"/>
            <a:ext cx="208243" cy="22234"/>
          </a:xfrm>
          <a:custGeom>
            <a:pathLst>
              <a:path w="168175" h="17956">
                <a:moveTo>
                  <a:pt x="0" y="17956"/>
                </a:moveTo>
                <a:lnTo>
                  <a:pt x="168175" y="0"/>
                </a:lnTo>
              </a:path>
            </a:pathLst>
          </a:custGeom>
          <a:noFill/>
          <a:ln w="14860">
            <a:solidFill>
              <a:srgbClr val="353535"/>
            </a:solidFill>
            <a:prstDash val="solid"/>
          </a:ln>
        </p:spPr>
      </p:sp>
      <p:sp>
        <p:nvSpPr>
          <p:cNvPr id="743" name="airframe-arm-0-1_580">
            <a:extLst>
              <a:ext uri="{FF2B5EF4-FFF2-40B4-BE49-F238E27FC236}">
                <a16:creationId xmlns:a16="http://schemas.microsoft.com/office/drawing/2014/main" id="{20517C42-0982-46A0-A099-3DFE0C69385A}"/>
              </a:ext>
            </a:extLst>
          </p:cNvPr>
          <p:cNvSpPr>
            <a:spLocks/>
          </p:cNvSpPr>
          <p:nvPr/>
        </p:nvSpPr>
        <p:spPr>
          <a:xfrm>
            <a:off x="9127345" y="3842498"/>
            <a:ext cx="303611" cy="45560"/>
          </a:xfrm>
          <a:custGeom>
            <a:pathLst>
              <a:path w="245193" h="36794">
                <a:moveTo>
                  <a:pt x="0" y="25393"/>
                </a:moveTo>
                <a:lnTo>
                  <a:pt x="237836" y="0"/>
                </a:lnTo>
                <a:lnTo>
                  <a:pt x="245193" y="11401"/>
                </a:lnTo>
                <a:lnTo>
                  <a:pt x="7358" y="36794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44" name="rotor-disc-0-1_581">
            <a:extLst>
              <a:ext uri="{FF2B5EF4-FFF2-40B4-BE49-F238E27FC236}">
                <a16:creationId xmlns:a16="http://schemas.microsoft.com/office/drawing/2014/main" id="{3527E9A0-5CD8-4EE7-AE3E-B422C8627FD5}"/>
              </a:ext>
            </a:extLst>
          </p:cNvPr>
          <p:cNvSpPr>
            <a:spLocks/>
          </p:cNvSpPr>
          <p:nvPr/>
        </p:nvSpPr>
        <p:spPr>
          <a:xfrm>
            <a:off x="9276823" y="3755936"/>
            <a:ext cx="299153" cy="121676"/>
          </a:xfrm>
          <a:custGeom>
            <a:pathLst>
              <a:path w="241594" h="98265">
                <a:moveTo>
                  <a:pt x="174149" y="11985"/>
                </a:moveTo>
                <a:cubicBezTo>
                  <a:pt x="123708" y="0"/>
                  <a:pt x="58931" y="6916"/>
                  <a:pt x="29466" y="27432"/>
                </a:cubicBezTo>
                <a:cubicBezTo>
                  <a:pt x="0" y="47948"/>
                  <a:pt x="17004" y="74296"/>
                  <a:pt x="67445" y="86280"/>
                </a:cubicBezTo>
                <a:cubicBezTo>
                  <a:pt x="117886" y="98265"/>
                  <a:pt x="182663" y="91349"/>
                  <a:pt x="212128" y="70833"/>
                </a:cubicBezTo>
                <a:cubicBezTo>
                  <a:pt x="241594" y="50317"/>
                  <a:pt x="224590" y="23969"/>
                  <a:pt x="174149" y="11985"/>
                </a:cubicBezTo>
                <a:close/>
              </a:path>
            </a:pathLst>
          </a:custGeom>
          <a:solidFill>
            <a:srgbClr val="F4F4F4">
              <a:alpha val="95000"/>
            </a:srgbClr>
          </a:solidFill>
          <a:ln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45" name="rotor-motor-0-1_582">
            <a:extLst>
              <a:ext uri="{FF2B5EF4-FFF2-40B4-BE49-F238E27FC236}">
                <a16:creationId xmlns:a16="http://schemas.microsoft.com/office/drawing/2014/main" id="{2AD0BD1D-CE8C-4799-96D9-DA100CCF45DD}"/>
              </a:ext>
            </a:extLst>
          </p:cNvPr>
          <p:cNvSpPr>
            <a:spLocks/>
          </p:cNvSpPr>
          <p:nvPr/>
        </p:nvSpPr>
        <p:spPr>
          <a:xfrm>
            <a:off x="9393616" y="3803441"/>
            <a:ext cx="65568" cy="26668"/>
          </a:xfrm>
          <a:custGeom>
            <a:pathLst>
              <a:path w="52952" h="21538">
                <a:moveTo>
                  <a:pt x="38170" y="2627"/>
                </a:moveTo>
                <a:cubicBezTo>
                  <a:pt x="27114" y="0"/>
                  <a:pt x="12916" y="1516"/>
                  <a:pt x="6458" y="6013"/>
                </a:cubicBezTo>
                <a:cubicBezTo>
                  <a:pt x="0" y="10509"/>
                  <a:pt x="3727" y="16284"/>
                  <a:pt x="14782" y="18911"/>
                </a:cubicBezTo>
                <a:cubicBezTo>
                  <a:pt x="25838" y="21538"/>
                  <a:pt x="40036" y="20022"/>
                  <a:pt x="46494" y="15525"/>
                </a:cubicBezTo>
                <a:cubicBezTo>
                  <a:pt x="52952" y="11028"/>
                  <a:pt x="49225" y="5254"/>
                  <a:pt x="38170" y="2627"/>
                </a:cubicBez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46" name="propeller-0-1_583">
            <a:extLst>
              <a:ext uri="{FF2B5EF4-FFF2-40B4-BE49-F238E27FC236}">
                <a16:creationId xmlns:a16="http://schemas.microsoft.com/office/drawing/2014/main" id="{1C1DE05C-5944-4478-849C-9621460278EE}"/>
              </a:ext>
            </a:extLst>
          </p:cNvPr>
          <p:cNvSpPr>
            <a:spLocks/>
          </p:cNvSpPr>
          <p:nvPr/>
        </p:nvSpPr>
        <p:spPr>
          <a:xfrm>
            <a:off x="9399069" y="3769508"/>
            <a:ext cx="54664" cy="84700"/>
          </a:xfrm>
          <a:custGeom>
            <a:pathLst>
              <a:path w="44146" h="68403">
                <a:moveTo>
                  <a:pt x="44146" y="68403"/>
                </a:moveTo>
                <a:lnTo>
                  <a:pt x="0" y="0"/>
                </a:lnTo>
              </a:path>
            </a:pathLst>
          </a:custGeom>
          <a:noFill/>
          <a:ln w="14860">
            <a:solidFill>
              <a:srgbClr val="353535"/>
            </a:solidFill>
            <a:prstDash val="solid"/>
          </a:ln>
        </p:spPr>
      </p:sp>
      <p:sp>
        <p:nvSpPr>
          <p:cNvPr id="747" name="airframe-arm-0-2_584">
            <a:extLst>
              <a:ext uri="{FF2B5EF4-FFF2-40B4-BE49-F238E27FC236}">
                <a16:creationId xmlns:a16="http://schemas.microsoft.com/office/drawing/2014/main" id="{FB1AF3BB-5B03-486C-BB96-BAAB39DA2848}"/>
              </a:ext>
            </a:extLst>
          </p:cNvPr>
          <p:cNvSpPr>
            <a:spLocks/>
          </p:cNvSpPr>
          <p:nvPr/>
        </p:nvSpPr>
        <p:spPr>
          <a:xfrm>
            <a:off x="8685595" y="3889662"/>
            <a:ext cx="303611" cy="45560"/>
          </a:xfrm>
          <a:custGeom>
            <a:pathLst>
              <a:path w="245193" h="36794">
                <a:moveTo>
                  <a:pt x="245193" y="11401"/>
                </a:moveTo>
                <a:lnTo>
                  <a:pt x="7358" y="36794"/>
                </a:lnTo>
                <a:lnTo>
                  <a:pt x="0" y="25393"/>
                </a:lnTo>
                <a:lnTo>
                  <a:pt x="237836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48" name="rotor-disc-0-2_585">
            <a:extLst>
              <a:ext uri="{FF2B5EF4-FFF2-40B4-BE49-F238E27FC236}">
                <a16:creationId xmlns:a16="http://schemas.microsoft.com/office/drawing/2014/main" id="{A1C3650A-C508-45F1-8827-0041F7E3A406}"/>
              </a:ext>
            </a:extLst>
          </p:cNvPr>
          <p:cNvSpPr>
            <a:spLocks/>
          </p:cNvSpPr>
          <p:nvPr/>
        </p:nvSpPr>
        <p:spPr>
          <a:xfrm>
            <a:off x="8540573" y="3834544"/>
            <a:ext cx="299153" cy="121676"/>
          </a:xfrm>
          <a:custGeom>
            <a:pathLst>
              <a:path w="241594" h="98265">
                <a:moveTo>
                  <a:pt x="174149" y="11985"/>
                </a:moveTo>
                <a:cubicBezTo>
                  <a:pt x="123708" y="0"/>
                  <a:pt x="58931" y="6916"/>
                  <a:pt x="29466" y="27432"/>
                </a:cubicBezTo>
                <a:cubicBezTo>
                  <a:pt x="0" y="47948"/>
                  <a:pt x="17004" y="74296"/>
                  <a:pt x="67445" y="86280"/>
                </a:cubicBezTo>
                <a:cubicBezTo>
                  <a:pt x="117886" y="98265"/>
                  <a:pt x="182663" y="91349"/>
                  <a:pt x="212128" y="70833"/>
                </a:cubicBezTo>
                <a:cubicBezTo>
                  <a:pt x="241594" y="50317"/>
                  <a:pt x="224590" y="23969"/>
                  <a:pt x="174149" y="11985"/>
                </a:cubicBezTo>
                <a:close/>
              </a:path>
            </a:pathLst>
          </a:custGeom>
          <a:solidFill>
            <a:srgbClr val="F4F4F4">
              <a:alpha val="95000"/>
            </a:srgbClr>
          </a:solidFill>
          <a:ln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49" name="rotor-motor-0-2_586">
            <a:extLst>
              <a:ext uri="{FF2B5EF4-FFF2-40B4-BE49-F238E27FC236}">
                <a16:creationId xmlns:a16="http://schemas.microsoft.com/office/drawing/2014/main" id="{A2113B28-EB4B-44B2-98F5-6589CEF078FA}"/>
              </a:ext>
            </a:extLst>
          </p:cNvPr>
          <p:cNvSpPr>
            <a:spLocks/>
          </p:cNvSpPr>
          <p:nvPr/>
        </p:nvSpPr>
        <p:spPr>
          <a:xfrm>
            <a:off x="8657367" y="3882048"/>
            <a:ext cx="65568" cy="26668"/>
          </a:xfrm>
          <a:custGeom>
            <a:pathLst>
              <a:path w="52952" h="21538">
                <a:moveTo>
                  <a:pt x="38170" y="2627"/>
                </a:moveTo>
                <a:cubicBezTo>
                  <a:pt x="27114" y="0"/>
                  <a:pt x="12916" y="1516"/>
                  <a:pt x="6458" y="6013"/>
                </a:cubicBezTo>
                <a:cubicBezTo>
                  <a:pt x="0" y="10509"/>
                  <a:pt x="3727" y="16284"/>
                  <a:pt x="14782" y="18911"/>
                </a:cubicBezTo>
                <a:cubicBezTo>
                  <a:pt x="25838" y="21538"/>
                  <a:pt x="40036" y="20022"/>
                  <a:pt x="46494" y="15525"/>
                </a:cubicBezTo>
                <a:cubicBezTo>
                  <a:pt x="52952" y="11028"/>
                  <a:pt x="49225" y="5254"/>
                  <a:pt x="38170" y="2627"/>
                </a:cubicBez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50" name="propeller-0-2_587">
            <a:extLst>
              <a:ext uri="{FF2B5EF4-FFF2-40B4-BE49-F238E27FC236}">
                <a16:creationId xmlns:a16="http://schemas.microsoft.com/office/drawing/2014/main" id="{FFA9D228-C2F4-4DB2-A469-B3C8BB20F11B}"/>
              </a:ext>
            </a:extLst>
          </p:cNvPr>
          <p:cNvSpPr>
            <a:spLocks/>
          </p:cNvSpPr>
          <p:nvPr/>
        </p:nvSpPr>
        <p:spPr>
          <a:xfrm>
            <a:off x="8586029" y="3879349"/>
            <a:ext cx="208243" cy="22234"/>
          </a:xfrm>
          <a:custGeom>
            <a:pathLst>
              <a:path w="168175" h="17956">
                <a:moveTo>
                  <a:pt x="0" y="17956"/>
                </a:moveTo>
                <a:lnTo>
                  <a:pt x="168175" y="0"/>
                </a:lnTo>
              </a:path>
            </a:pathLst>
          </a:custGeom>
          <a:noFill/>
          <a:ln w="14860">
            <a:solidFill>
              <a:srgbClr val="353535"/>
            </a:solidFill>
            <a:prstDash val="solid"/>
          </a:ln>
        </p:spPr>
      </p:sp>
      <p:sp>
        <p:nvSpPr>
          <p:cNvPr id="751" name="airframe-arm-0-3_588">
            <a:extLst>
              <a:ext uri="{FF2B5EF4-FFF2-40B4-BE49-F238E27FC236}">
                <a16:creationId xmlns:a16="http://schemas.microsoft.com/office/drawing/2014/main" id="{47807586-39C7-4658-97D8-2B39A72F4715}"/>
              </a:ext>
            </a:extLst>
          </p:cNvPr>
          <p:cNvSpPr>
            <a:spLocks/>
          </p:cNvSpPr>
          <p:nvPr/>
        </p:nvSpPr>
        <p:spPr>
          <a:xfrm>
            <a:off x="8944290" y="3737277"/>
            <a:ext cx="112013" cy="123490"/>
          </a:xfrm>
          <a:custGeom>
            <a:pathLst>
              <a:path w="90461" h="99729">
                <a:moveTo>
                  <a:pt x="62431" y="99729"/>
                </a:moveTo>
                <a:lnTo>
                  <a:pt x="0" y="2993"/>
                </a:lnTo>
                <a:lnTo>
                  <a:pt x="28029" y="0"/>
                </a:lnTo>
                <a:lnTo>
                  <a:pt x="90461" y="96736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52" name="rotor-disc-0-3_589">
            <a:extLst>
              <a:ext uri="{FF2B5EF4-FFF2-40B4-BE49-F238E27FC236}">
                <a16:creationId xmlns:a16="http://schemas.microsoft.com/office/drawing/2014/main" id="{0A7365C6-94FD-4F90-BB30-E895AE4A9D0F}"/>
              </a:ext>
            </a:extLst>
          </p:cNvPr>
          <p:cNvSpPr>
            <a:spLocks/>
          </p:cNvSpPr>
          <p:nvPr/>
        </p:nvSpPr>
        <p:spPr>
          <a:xfrm>
            <a:off x="8812067" y="3645510"/>
            <a:ext cx="299153" cy="121676"/>
          </a:xfrm>
          <a:custGeom>
            <a:pathLst>
              <a:path w="241594" h="98265">
                <a:moveTo>
                  <a:pt x="174149" y="11985"/>
                </a:moveTo>
                <a:cubicBezTo>
                  <a:pt x="123708" y="0"/>
                  <a:pt x="58931" y="6916"/>
                  <a:pt x="29466" y="27432"/>
                </a:cubicBezTo>
                <a:cubicBezTo>
                  <a:pt x="0" y="47948"/>
                  <a:pt x="17004" y="74296"/>
                  <a:pt x="67445" y="86280"/>
                </a:cubicBezTo>
                <a:cubicBezTo>
                  <a:pt x="117886" y="98265"/>
                  <a:pt x="182663" y="91349"/>
                  <a:pt x="212128" y="70833"/>
                </a:cubicBezTo>
                <a:cubicBezTo>
                  <a:pt x="241594" y="50317"/>
                  <a:pt x="224590" y="23969"/>
                  <a:pt x="174149" y="11985"/>
                </a:cubicBezTo>
                <a:close/>
              </a:path>
            </a:pathLst>
          </a:custGeom>
          <a:solidFill>
            <a:srgbClr val="F4F4F4">
              <a:alpha val="95000"/>
            </a:srgbClr>
          </a:solidFill>
          <a:ln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53" name="rotor-motor-0-3_590">
            <a:extLst>
              <a:ext uri="{FF2B5EF4-FFF2-40B4-BE49-F238E27FC236}">
                <a16:creationId xmlns:a16="http://schemas.microsoft.com/office/drawing/2014/main" id="{C6D6E175-3070-444A-A93E-776CF86D96C3}"/>
              </a:ext>
            </a:extLst>
          </p:cNvPr>
          <p:cNvSpPr>
            <a:spLocks/>
          </p:cNvSpPr>
          <p:nvPr/>
        </p:nvSpPr>
        <p:spPr>
          <a:xfrm>
            <a:off x="8928859" y="3693015"/>
            <a:ext cx="65568" cy="26668"/>
          </a:xfrm>
          <a:custGeom>
            <a:pathLst>
              <a:path w="52952" h="21538">
                <a:moveTo>
                  <a:pt x="38170" y="2627"/>
                </a:moveTo>
                <a:cubicBezTo>
                  <a:pt x="27114" y="0"/>
                  <a:pt x="12916" y="1516"/>
                  <a:pt x="6458" y="6013"/>
                </a:cubicBezTo>
                <a:cubicBezTo>
                  <a:pt x="0" y="10509"/>
                  <a:pt x="3727" y="16284"/>
                  <a:pt x="14782" y="18911"/>
                </a:cubicBezTo>
                <a:cubicBezTo>
                  <a:pt x="25838" y="21538"/>
                  <a:pt x="40036" y="20022"/>
                  <a:pt x="46494" y="15525"/>
                </a:cubicBezTo>
                <a:cubicBezTo>
                  <a:pt x="52952" y="11028"/>
                  <a:pt x="49225" y="5254"/>
                  <a:pt x="38170" y="2627"/>
                </a:cubicBez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54" name="propeller-0-3_591">
            <a:extLst>
              <a:ext uri="{FF2B5EF4-FFF2-40B4-BE49-F238E27FC236}">
                <a16:creationId xmlns:a16="http://schemas.microsoft.com/office/drawing/2014/main" id="{190D527D-314B-4CF7-BE97-4A7B9D5D46C4}"/>
              </a:ext>
            </a:extLst>
          </p:cNvPr>
          <p:cNvSpPr>
            <a:spLocks/>
          </p:cNvSpPr>
          <p:nvPr/>
        </p:nvSpPr>
        <p:spPr>
          <a:xfrm>
            <a:off x="8934311" y="3659082"/>
            <a:ext cx="54664" cy="84700"/>
          </a:xfrm>
          <a:custGeom>
            <a:pathLst>
              <a:path w="44146" h="68403">
                <a:moveTo>
                  <a:pt x="44146" y="68403"/>
                </a:moveTo>
                <a:lnTo>
                  <a:pt x="0" y="0"/>
                </a:lnTo>
              </a:path>
            </a:pathLst>
          </a:custGeom>
          <a:noFill/>
          <a:ln w="14860">
            <a:solidFill>
              <a:srgbClr val="353535"/>
            </a:solidFill>
            <a:prstDash val="solid"/>
          </a:ln>
        </p:spPr>
      </p:sp>
      <p:sp>
        <p:nvSpPr>
          <p:cNvPr id="755" name="body-side-0_592">
            <a:extLst>
              <a:ext uri="{FF2B5EF4-FFF2-40B4-BE49-F238E27FC236}">
                <a16:creationId xmlns:a16="http://schemas.microsoft.com/office/drawing/2014/main" id="{04CE26E7-923A-47E0-A77C-60C6F5559749}"/>
              </a:ext>
            </a:extLst>
          </p:cNvPr>
          <p:cNvSpPr>
            <a:spLocks/>
          </p:cNvSpPr>
          <p:nvPr/>
        </p:nvSpPr>
        <p:spPr>
          <a:xfrm>
            <a:off x="8949832" y="3859021"/>
            <a:ext cx="222102" cy="89838"/>
          </a:xfrm>
          <a:custGeom>
            <a:pathLst>
              <a:path w="179368" h="72552">
                <a:moveTo>
                  <a:pt x="120900" y="72552"/>
                </a:moveTo>
                <a:lnTo>
                  <a:pt x="179368" y="31842"/>
                </a:lnTo>
                <a:lnTo>
                  <a:pt x="74076" y="0"/>
                </a:lnTo>
                <a:lnTo>
                  <a:pt x="0" y="16526"/>
                </a:lnTo>
                <a:lnTo>
                  <a:pt x="991" y="50887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56" name="body-top-0_593">
            <a:extLst>
              <a:ext uri="{FF2B5EF4-FFF2-40B4-BE49-F238E27FC236}">
                <a16:creationId xmlns:a16="http://schemas.microsoft.com/office/drawing/2014/main" id="{623D779B-8623-4A74-B6E9-AC24686818C5}"/>
              </a:ext>
            </a:extLst>
          </p:cNvPr>
          <p:cNvSpPr>
            <a:spLocks/>
          </p:cNvSpPr>
          <p:nvPr/>
        </p:nvSpPr>
        <p:spPr>
          <a:xfrm>
            <a:off x="8965324" y="3813530"/>
            <a:ext cx="206610" cy="86158"/>
          </a:xfrm>
          <a:custGeom>
            <a:pathLst>
              <a:path w="166856" h="69580">
                <a:moveTo>
                  <a:pt x="108388" y="69580"/>
                </a:moveTo>
                <a:lnTo>
                  <a:pt x="166856" y="28870"/>
                </a:lnTo>
                <a:lnTo>
                  <a:pt x="74076" y="0"/>
                </a:lnTo>
                <a:lnTo>
                  <a:pt x="0" y="16526"/>
                </a:lnTo>
                <a:lnTo>
                  <a:pt x="991" y="50887"/>
                </a:lnTo>
                <a:close/>
              </a:path>
            </a:pathLst>
          </a:custGeom>
          <a:solidFill>
            <a:srgbClr val="3B3B3B"/>
          </a:solidFill>
          <a:ln w="11430">
            <a:solidFill>
              <a:srgbClr val="353535"/>
            </a:solidFill>
            <a:prstDash val="solid"/>
          </a:ln>
        </p:spPr>
      </p:sp>
      <p:sp>
        <p:nvSpPr>
          <p:cNvPr id="757" name="landing-leg-left-0_594">
            <a:extLst>
              <a:ext uri="{FF2B5EF4-FFF2-40B4-BE49-F238E27FC236}">
                <a16:creationId xmlns:a16="http://schemas.microsoft.com/office/drawing/2014/main" id="{1088EC88-5B13-4A4F-8D45-0663E0B26A1F}"/>
              </a:ext>
            </a:extLst>
          </p:cNvPr>
          <p:cNvSpPr>
            <a:spLocks/>
          </p:cNvSpPr>
          <p:nvPr/>
        </p:nvSpPr>
        <p:spPr>
          <a:xfrm>
            <a:off x="8957500" y="3924153"/>
            <a:ext cx="73626" cy="89813"/>
          </a:xfrm>
          <a:custGeom>
            <a:pathLst>
              <a:path w="59459" h="72532">
                <a:moveTo>
                  <a:pt x="59459" y="0"/>
                </a:moveTo>
                <a:lnTo>
                  <a:pt x="52150" y="71272"/>
                </a:lnTo>
                <a:lnTo>
                  <a:pt x="0" y="72532"/>
                </a:lnTo>
              </a:path>
            </a:pathLst>
          </a:custGeom>
          <a:noFill/>
          <a:ln w="11430">
            <a:solidFill>
              <a:srgbClr val="353535"/>
            </a:solidFill>
            <a:prstDash val="solid"/>
          </a:ln>
        </p:spPr>
      </p:sp>
      <p:sp>
        <p:nvSpPr>
          <p:cNvPr id="758" name="landing-leg-right-0_595">
            <a:extLst>
              <a:ext uri="{FF2B5EF4-FFF2-40B4-BE49-F238E27FC236}">
                <a16:creationId xmlns:a16="http://schemas.microsoft.com/office/drawing/2014/main" id="{421CFF37-606D-4364-B582-BCDC2A01DC84}"/>
              </a:ext>
            </a:extLst>
          </p:cNvPr>
          <p:cNvSpPr>
            <a:spLocks/>
          </p:cNvSpPr>
          <p:nvPr/>
        </p:nvSpPr>
        <p:spPr>
          <a:xfrm>
            <a:off x="9066098" y="3886347"/>
            <a:ext cx="28376" cy="75651"/>
          </a:xfrm>
          <a:custGeom>
            <a:pathLst>
              <a:path w="22916" h="61095">
                <a:moveTo>
                  <a:pt x="15608" y="0"/>
                </a:moveTo>
                <a:lnTo>
                  <a:pt x="22916" y="61095"/>
                </a:lnTo>
                <a:lnTo>
                  <a:pt x="0" y="42000"/>
                </a:lnTo>
              </a:path>
            </a:pathLst>
          </a:custGeom>
          <a:noFill/>
          <a:ln w="11430">
            <a:solidFill>
              <a:srgbClr val="353535"/>
            </a:solidFill>
            <a:prstDash val="solid"/>
          </a:ln>
        </p:spPr>
      </p:sp>
      <p:sp>
        <p:nvSpPr>
          <p:cNvPr id="759" name="gas-sensor-0_596">
            <a:extLst>
              <a:ext uri="{FF2B5EF4-FFF2-40B4-BE49-F238E27FC236}">
                <a16:creationId xmlns:a16="http://schemas.microsoft.com/office/drawing/2014/main" id="{3B54FCD6-45FA-4D30-9B09-E77C727FFD0C}"/>
              </a:ext>
            </a:extLst>
          </p:cNvPr>
          <p:cNvSpPr>
            <a:spLocks/>
          </p:cNvSpPr>
          <p:nvPr/>
        </p:nvSpPr>
        <p:spPr>
          <a:xfrm>
            <a:off x="9041081" y="3942448"/>
            <a:ext cx="34389" cy="73116"/>
          </a:xfrm>
          <a:custGeom>
            <a:pathLst>
              <a:path w="27772" h="59047">
                <a:moveTo>
                  <a:pt x="0" y="19337"/>
                </a:moveTo>
                <a:lnTo>
                  <a:pt x="27772" y="0"/>
                </a:lnTo>
                <a:lnTo>
                  <a:pt x="27772" y="39710"/>
                </a:lnTo>
                <a:lnTo>
                  <a:pt x="0" y="59047"/>
                </a:lnTo>
                <a:close/>
              </a:path>
            </a:pathLst>
          </a:custGeom>
          <a:solidFill>
            <a:srgbClr val="676767"/>
          </a:solidFill>
          <a:ln w="0">
            <a:noFill/>
            <a:prstDash val="solid"/>
          </a:ln>
        </p:spPr>
      </p:sp>
      <p:sp>
        <p:nvSpPr>
          <p:cNvPr id="760" name="sensor-port-0_597">
            <a:extLst>
              <a:ext uri="{FF2B5EF4-FFF2-40B4-BE49-F238E27FC236}">
                <a16:creationId xmlns:a16="http://schemas.microsoft.com/office/drawing/2014/main" id="{5A04A3D6-C061-40CA-B687-50304CC4BD56}"/>
              </a:ext>
            </a:extLst>
          </p:cNvPr>
          <p:cNvSpPr>
            <a:spLocks/>
          </p:cNvSpPr>
          <p:nvPr/>
        </p:nvSpPr>
        <p:spPr>
          <a:xfrm>
            <a:off x="9049608" y="3984908"/>
            <a:ext cx="17336" cy="11145"/>
          </a:xfrm>
          <a:prstGeom prst="ellipse">
            <a:avLst/>
          </a:pr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62" name="airframe-arm-0-0_610">
            <a:extLst>
              <a:ext uri="{FF2B5EF4-FFF2-40B4-BE49-F238E27FC236}">
                <a16:creationId xmlns:a16="http://schemas.microsoft.com/office/drawing/2014/main" id="{C80F6548-CFAC-4348-BB00-E4AC14D83BB9}"/>
              </a:ext>
            </a:extLst>
          </p:cNvPr>
          <p:cNvSpPr>
            <a:spLocks/>
          </p:cNvSpPr>
          <p:nvPr/>
        </p:nvSpPr>
        <p:spPr>
          <a:xfrm>
            <a:off x="7048820" y="1912747"/>
            <a:ext cx="232810" cy="100928"/>
          </a:xfrm>
          <a:custGeom>
            <a:pathLst>
              <a:path w="188016" h="81508">
                <a:moveTo>
                  <a:pt x="0" y="73517"/>
                </a:moveTo>
                <a:lnTo>
                  <a:pt x="166714" y="0"/>
                </a:lnTo>
                <a:lnTo>
                  <a:pt x="188016" y="7991"/>
                </a:lnTo>
                <a:lnTo>
                  <a:pt x="21301" y="81508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63" name="rotor-disc-0-0_611">
            <a:extLst>
              <a:ext uri="{FF2B5EF4-FFF2-40B4-BE49-F238E27FC236}">
                <a16:creationId xmlns:a16="http://schemas.microsoft.com/office/drawing/2014/main" id="{F41626A6-4A5A-41BE-969B-8DD47280D81A}"/>
              </a:ext>
            </a:extLst>
          </p:cNvPr>
          <p:cNvSpPr>
            <a:spLocks/>
          </p:cNvSpPr>
          <p:nvPr/>
        </p:nvSpPr>
        <p:spPr>
          <a:xfrm>
            <a:off x="7134658" y="1830498"/>
            <a:ext cx="267571" cy="108831"/>
          </a:xfrm>
          <a:custGeom>
            <a:pathLst>
              <a:path w="216088" h="87891">
                <a:moveTo>
                  <a:pt x="2357" y="45682"/>
                </a:moveTo>
                <a:cubicBezTo>
                  <a:pt x="4715" y="69422"/>
                  <a:pt x="53943" y="87891"/>
                  <a:pt x="112313" y="86932"/>
                </a:cubicBezTo>
                <a:cubicBezTo>
                  <a:pt x="170682" y="85973"/>
                  <a:pt x="216088" y="65950"/>
                  <a:pt x="213730" y="42209"/>
                </a:cubicBezTo>
                <a:cubicBezTo>
                  <a:pt x="211373" y="18468"/>
                  <a:pt x="162144" y="0"/>
                  <a:pt x="103775" y="959"/>
                </a:cubicBezTo>
                <a:cubicBezTo>
                  <a:pt x="45406" y="1918"/>
                  <a:pt x="0" y="21941"/>
                  <a:pt x="2357" y="45682"/>
                </a:cubicBezTo>
                <a:close/>
              </a:path>
            </a:pathLst>
          </a:custGeom>
          <a:solidFill>
            <a:srgbClr val="F4F4F4">
              <a:alpha val="95000"/>
            </a:srgbClr>
          </a:solidFill>
          <a:ln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64" name="rotor-motor-0-0_612">
            <a:extLst>
              <a:ext uri="{FF2B5EF4-FFF2-40B4-BE49-F238E27FC236}">
                <a16:creationId xmlns:a16="http://schemas.microsoft.com/office/drawing/2014/main" id="{317FCE1A-112D-4014-9465-11188AB2AA5A}"/>
              </a:ext>
            </a:extLst>
          </p:cNvPr>
          <p:cNvSpPr>
            <a:spLocks/>
          </p:cNvSpPr>
          <p:nvPr/>
        </p:nvSpPr>
        <p:spPr>
          <a:xfrm>
            <a:off x="7239121" y="1872986"/>
            <a:ext cx="58646" cy="23854"/>
          </a:xfrm>
          <a:custGeom>
            <a:pathLst>
              <a:path w="47362" h="19264">
                <a:moveTo>
                  <a:pt x="517" y="10012"/>
                </a:moveTo>
                <a:cubicBezTo>
                  <a:pt x="1033" y="15216"/>
                  <a:pt x="11823" y="19264"/>
                  <a:pt x="24616" y="19054"/>
                </a:cubicBezTo>
                <a:cubicBezTo>
                  <a:pt x="37410" y="18843"/>
                  <a:pt x="47362" y="14455"/>
                  <a:pt x="46845" y="9251"/>
                </a:cubicBezTo>
                <a:cubicBezTo>
                  <a:pt x="46328" y="4048"/>
                  <a:pt x="35538" y="0"/>
                  <a:pt x="22745" y="210"/>
                </a:cubicBezTo>
                <a:cubicBezTo>
                  <a:pt x="9952" y="420"/>
                  <a:pt x="0" y="4809"/>
                  <a:pt x="517" y="10012"/>
                </a:cubicBez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65" name="propeller-0-0_613">
            <a:extLst>
              <a:ext uri="{FF2B5EF4-FFF2-40B4-BE49-F238E27FC236}">
                <a16:creationId xmlns:a16="http://schemas.microsoft.com/office/drawing/2014/main" id="{A5CA51C5-4FF2-45A2-8D51-1EE597C92A51}"/>
              </a:ext>
            </a:extLst>
          </p:cNvPr>
          <p:cNvSpPr>
            <a:spLocks/>
          </p:cNvSpPr>
          <p:nvPr/>
        </p:nvSpPr>
        <p:spPr>
          <a:xfrm>
            <a:off x="7189314" y="1850310"/>
            <a:ext cx="158258" cy="59372"/>
          </a:xfrm>
          <a:custGeom>
            <a:pathLst>
              <a:path w="127808" h="47948">
                <a:moveTo>
                  <a:pt x="127808" y="47948"/>
                </a:moveTo>
                <a:lnTo>
                  <a:pt x="0" y="0"/>
                </a:lnTo>
              </a:path>
            </a:pathLst>
          </a:custGeom>
          <a:noFill/>
          <a:ln w="14860">
            <a:solidFill>
              <a:srgbClr val="353535"/>
            </a:solidFill>
            <a:prstDash val="solid"/>
          </a:ln>
        </p:spPr>
      </p:sp>
      <p:sp>
        <p:nvSpPr>
          <p:cNvPr id="766" name="airframe-arm-0-1_614">
            <a:extLst>
              <a:ext uri="{FF2B5EF4-FFF2-40B4-BE49-F238E27FC236}">
                <a16:creationId xmlns:a16="http://schemas.microsoft.com/office/drawing/2014/main" id="{2E5670BE-D5EA-405F-B1EF-5D266F60DBB2}"/>
              </a:ext>
            </a:extLst>
          </p:cNvPr>
          <p:cNvSpPr>
            <a:spLocks/>
          </p:cNvSpPr>
          <p:nvPr/>
        </p:nvSpPr>
        <p:spPr>
          <a:xfrm>
            <a:off x="6718472" y="1921165"/>
            <a:ext cx="248140" cy="94692"/>
          </a:xfrm>
          <a:custGeom>
            <a:pathLst>
              <a:path w="200395" h="76473">
                <a:moveTo>
                  <a:pt x="180748" y="76473"/>
                </a:moveTo>
                <a:lnTo>
                  <a:pt x="0" y="8664"/>
                </a:lnTo>
                <a:lnTo>
                  <a:pt x="19647" y="0"/>
                </a:lnTo>
                <a:lnTo>
                  <a:pt x="200395" y="67809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67" name="rotor-disc-0-1_615">
            <a:extLst>
              <a:ext uri="{FF2B5EF4-FFF2-40B4-BE49-F238E27FC236}">
                <a16:creationId xmlns:a16="http://schemas.microsoft.com/office/drawing/2014/main" id="{CB71B094-F385-4026-823D-A1F2AC1B535E}"/>
              </a:ext>
            </a:extLst>
          </p:cNvPr>
          <p:cNvSpPr>
            <a:spLocks/>
          </p:cNvSpPr>
          <p:nvPr/>
        </p:nvSpPr>
        <p:spPr>
          <a:xfrm>
            <a:off x="6596850" y="1839333"/>
            <a:ext cx="267571" cy="108831"/>
          </a:xfrm>
          <a:custGeom>
            <a:pathLst>
              <a:path w="216088" h="87891">
                <a:moveTo>
                  <a:pt x="2357" y="45682"/>
                </a:moveTo>
                <a:cubicBezTo>
                  <a:pt x="4715" y="69422"/>
                  <a:pt x="53943" y="87891"/>
                  <a:pt x="112313" y="86932"/>
                </a:cubicBezTo>
                <a:cubicBezTo>
                  <a:pt x="170682" y="85973"/>
                  <a:pt x="216088" y="65950"/>
                  <a:pt x="213730" y="42209"/>
                </a:cubicBezTo>
                <a:cubicBezTo>
                  <a:pt x="211373" y="18468"/>
                  <a:pt x="162144" y="0"/>
                  <a:pt x="103775" y="959"/>
                </a:cubicBezTo>
                <a:cubicBezTo>
                  <a:pt x="45406" y="1918"/>
                  <a:pt x="0" y="21941"/>
                  <a:pt x="2357" y="45682"/>
                </a:cubicBezTo>
                <a:close/>
              </a:path>
            </a:pathLst>
          </a:custGeom>
          <a:solidFill>
            <a:srgbClr val="F4F4F4">
              <a:alpha val="95000"/>
            </a:srgbClr>
          </a:solidFill>
          <a:ln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68" name="rotor-motor-0-1_616">
            <a:extLst>
              <a:ext uri="{FF2B5EF4-FFF2-40B4-BE49-F238E27FC236}">
                <a16:creationId xmlns:a16="http://schemas.microsoft.com/office/drawing/2014/main" id="{BF900F35-C799-4D12-8751-06D48A632DC1}"/>
              </a:ext>
            </a:extLst>
          </p:cNvPr>
          <p:cNvSpPr>
            <a:spLocks/>
          </p:cNvSpPr>
          <p:nvPr/>
        </p:nvSpPr>
        <p:spPr>
          <a:xfrm>
            <a:off x="6701313" y="1881821"/>
            <a:ext cx="58646" cy="23854"/>
          </a:xfrm>
          <a:custGeom>
            <a:pathLst>
              <a:path w="47362" h="19264">
                <a:moveTo>
                  <a:pt x="517" y="10012"/>
                </a:moveTo>
                <a:cubicBezTo>
                  <a:pt x="1033" y="15216"/>
                  <a:pt x="11823" y="19264"/>
                  <a:pt x="24616" y="19054"/>
                </a:cubicBezTo>
                <a:cubicBezTo>
                  <a:pt x="37410" y="18843"/>
                  <a:pt x="47362" y="14455"/>
                  <a:pt x="46845" y="9251"/>
                </a:cubicBezTo>
                <a:cubicBezTo>
                  <a:pt x="46328" y="4048"/>
                  <a:pt x="35538" y="0"/>
                  <a:pt x="22745" y="210"/>
                </a:cubicBezTo>
                <a:cubicBezTo>
                  <a:pt x="9952" y="420"/>
                  <a:pt x="0" y="4809"/>
                  <a:pt x="517" y="10012"/>
                </a:cubicBez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69" name="propeller-0-1_617">
            <a:extLst>
              <a:ext uri="{FF2B5EF4-FFF2-40B4-BE49-F238E27FC236}">
                <a16:creationId xmlns:a16="http://schemas.microsoft.com/office/drawing/2014/main" id="{CBD0C20F-DEF8-4361-8007-716E4F95AB85}"/>
              </a:ext>
            </a:extLst>
          </p:cNvPr>
          <p:cNvSpPr>
            <a:spLocks/>
          </p:cNvSpPr>
          <p:nvPr/>
        </p:nvSpPr>
        <p:spPr>
          <a:xfrm>
            <a:off x="6657651" y="1856646"/>
            <a:ext cx="145970" cy="64370"/>
          </a:xfrm>
          <a:custGeom>
            <a:pathLst>
              <a:path w="117885" h="51984">
                <a:moveTo>
                  <a:pt x="117885" y="0"/>
                </a:moveTo>
                <a:lnTo>
                  <a:pt x="0" y="51984"/>
                </a:lnTo>
              </a:path>
            </a:pathLst>
          </a:custGeom>
          <a:noFill/>
          <a:ln w="14860">
            <a:solidFill>
              <a:srgbClr val="353535"/>
            </a:solidFill>
            <a:prstDash val="solid"/>
          </a:ln>
        </p:spPr>
      </p:sp>
      <p:sp>
        <p:nvSpPr>
          <p:cNvPr id="770" name="airframe-arm-0-2_618">
            <a:extLst>
              <a:ext uri="{FF2B5EF4-FFF2-40B4-BE49-F238E27FC236}">
                <a16:creationId xmlns:a16="http://schemas.microsoft.com/office/drawing/2014/main" id="{8DFA97FB-ADB6-4AD9-BB18-B582D4CB25DD}"/>
              </a:ext>
            </a:extLst>
          </p:cNvPr>
          <p:cNvSpPr>
            <a:spLocks/>
          </p:cNvSpPr>
          <p:nvPr/>
        </p:nvSpPr>
        <p:spPr>
          <a:xfrm>
            <a:off x="7054189" y="2047111"/>
            <a:ext cx="248140" cy="94692"/>
          </a:xfrm>
          <a:custGeom>
            <a:pathLst>
              <a:path w="200395" h="76473">
                <a:moveTo>
                  <a:pt x="19647" y="0"/>
                </a:moveTo>
                <a:lnTo>
                  <a:pt x="200395" y="67809"/>
                </a:lnTo>
                <a:lnTo>
                  <a:pt x="180748" y="76473"/>
                </a:lnTo>
                <a:lnTo>
                  <a:pt x="0" y="8664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71" name="rotor-disc-0-2_619">
            <a:extLst>
              <a:ext uri="{FF2B5EF4-FFF2-40B4-BE49-F238E27FC236}">
                <a16:creationId xmlns:a16="http://schemas.microsoft.com/office/drawing/2014/main" id="{7C8BDD6C-3488-4A85-932C-0C25AF515949}"/>
              </a:ext>
            </a:extLst>
          </p:cNvPr>
          <p:cNvSpPr>
            <a:spLocks/>
          </p:cNvSpPr>
          <p:nvPr/>
        </p:nvSpPr>
        <p:spPr>
          <a:xfrm>
            <a:off x="7156379" y="2049244"/>
            <a:ext cx="267571" cy="108831"/>
          </a:xfrm>
          <a:custGeom>
            <a:pathLst>
              <a:path w="216088" h="87891">
                <a:moveTo>
                  <a:pt x="2357" y="45682"/>
                </a:moveTo>
                <a:cubicBezTo>
                  <a:pt x="4715" y="69422"/>
                  <a:pt x="53943" y="87891"/>
                  <a:pt x="112313" y="86932"/>
                </a:cubicBezTo>
                <a:cubicBezTo>
                  <a:pt x="170682" y="85973"/>
                  <a:pt x="216088" y="65950"/>
                  <a:pt x="213730" y="42209"/>
                </a:cubicBezTo>
                <a:cubicBezTo>
                  <a:pt x="211373" y="18468"/>
                  <a:pt x="162144" y="0"/>
                  <a:pt x="103775" y="959"/>
                </a:cubicBezTo>
                <a:cubicBezTo>
                  <a:pt x="45406" y="1918"/>
                  <a:pt x="0" y="21941"/>
                  <a:pt x="2357" y="45682"/>
                </a:cubicBezTo>
                <a:close/>
              </a:path>
            </a:pathLst>
          </a:custGeom>
          <a:solidFill>
            <a:srgbClr val="F4F4F4">
              <a:alpha val="95000"/>
            </a:srgbClr>
          </a:solidFill>
          <a:ln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72" name="rotor-motor-0-2_620">
            <a:extLst>
              <a:ext uri="{FF2B5EF4-FFF2-40B4-BE49-F238E27FC236}">
                <a16:creationId xmlns:a16="http://schemas.microsoft.com/office/drawing/2014/main" id="{B9A3449C-1823-4CE4-903E-4DCC5F8CFAA4}"/>
              </a:ext>
            </a:extLst>
          </p:cNvPr>
          <p:cNvSpPr>
            <a:spLocks/>
          </p:cNvSpPr>
          <p:nvPr/>
        </p:nvSpPr>
        <p:spPr>
          <a:xfrm>
            <a:off x="7260841" y="2091732"/>
            <a:ext cx="58646" cy="23854"/>
          </a:xfrm>
          <a:custGeom>
            <a:pathLst>
              <a:path w="47362" h="19264">
                <a:moveTo>
                  <a:pt x="517" y="10012"/>
                </a:moveTo>
                <a:cubicBezTo>
                  <a:pt x="1033" y="15216"/>
                  <a:pt x="11823" y="19264"/>
                  <a:pt x="24616" y="19054"/>
                </a:cubicBezTo>
                <a:cubicBezTo>
                  <a:pt x="37410" y="18843"/>
                  <a:pt x="47362" y="14455"/>
                  <a:pt x="46845" y="9251"/>
                </a:cubicBezTo>
                <a:cubicBezTo>
                  <a:pt x="46328" y="4048"/>
                  <a:pt x="35538" y="0"/>
                  <a:pt x="22745" y="210"/>
                </a:cubicBezTo>
                <a:cubicBezTo>
                  <a:pt x="9952" y="420"/>
                  <a:pt x="0" y="4809"/>
                  <a:pt x="517" y="10012"/>
                </a:cubicBez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73" name="propeller-0-2_621">
            <a:extLst>
              <a:ext uri="{FF2B5EF4-FFF2-40B4-BE49-F238E27FC236}">
                <a16:creationId xmlns:a16="http://schemas.microsoft.com/office/drawing/2014/main" id="{E069F4FB-E8E7-4F63-8FF1-9341173991D0}"/>
              </a:ext>
            </a:extLst>
          </p:cNvPr>
          <p:cNvSpPr>
            <a:spLocks/>
          </p:cNvSpPr>
          <p:nvPr/>
        </p:nvSpPr>
        <p:spPr>
          <a:xfrm>
            <a:off x="7211035" y="2069056"/>
            <a:ext cx="158258" cy="59372"/>
          </a:xfrm>
          <a:custGeom>
            <a:pathLst>
              <a:path w="127808" h="47948">
                <a:moveTo>
                  <a:pt x="127808" y="47948"/>
                </a:moveTo>
                <a:lnTo>
                  <a:pt x="0" y="0"/>
                </a:lnTo>
              </a:path>
            </a:pathLst>
          </a:custGeom>
          <a:noFill/>
          <a:ln w="14860">
            <a:solidFill>
              <a:srgbClr val="353535"/>
            </a:solidFill>
            <a:prstDash val="solid"/>
          </a:ln>
        </p:spPr>
      </p:sp>
      <p:sp>
        <p:nvSpPr>
          <p:cNvPr id="774" name="airframe-arm-0-3_622">
            <a:extLst>
              <a:ext uri="{FF2B5EF4-FFF2-40B4-BE49-F238E27FC236}">
                <a16:creationId xmlns:a16="http://schemas.microsoft.com/office/drawing/2014/main" id="{B7505883-3AF0-4E37-9C05-4B6A00EB37A9}"/>
              </a:ext>
            </a:extLst>
          </p:cNvPr>
          <p:cNvSpPr>
            <a:spLocks/>
          </p:cNvSpPr>
          <p:nvPr/>
        </p:nvSpPr>
        <p:spPr>
          <a:xfrm>
            <a:off x="6739169" y="2049295"/>
            <a:ext cx="232810" cy="100928"/>
          </a:xfrm>
          <a:custGeom>
            <a:pathLst>
              <a:path w="188016" h="81508">
                <a:moveTo>
                  <a:pt x="188016" y="7991"/>
                </a:moveTo>
                <a:lnTo>
                  <a:pt x="21301" y="81508"/>
                </a:lnTo>
                <a:lnTo>
                  <a:pt x="0" y="73517"/>
                </a:lnTo>
                <a:lnTo>
                  <a:pt x="166714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75" name="rotor-disc-0-3_623">
            <a:extLst>
              <a:ext uri="{FF2B5EF4-FFF2-40B4-BE49-F238E27FC236}">
                <a16:creationId xmlns:a16="http://schemas.microsoft.com/office/drawing/2014/main" id="{D942FB27-4DAF-455E-8B09-8245E6CF9C0E}"/>
              </a:ext>
            </a:extLst>
          </p:cNvPr>
          <p:cNvSpPr>
            <a:spLocks/>
          </p:cNvSpPr>
          <p:nvPr/>
        </p:nvSpPr>
        <p:spPr>
          <a:xfrm>
            <a:off x="6618572" y="2058079"/>
            <a:ext cx="267571" cy="108831"/>
          </a:xfrm>
          <a:custGeom>
            <a:pathLst>
              <a:path w="216088" h="87891">
                <a:moveTo>
                  <a:pt x="2357" y="45682"/>
                </a:moveTo>
                <a:cubicBezTo>
                  <a:pt x="4715" y="69422"/>
                  <a:pt x="53943" y="87891"/>
                  <a:pt x="112313" y="86932"/>
                </a:cubicBezTo>
                <a:cubicBezTo>
                  <a:pt x="170682" y="85973"/>
                  <a:pt x="216088" y="65950"/>
                  <a:pt x="213730" y="42209"/>
                </a:cubicBezTo>
                <a:cubicBezTo>
                  <a:pt x="211373" y="18468"/>
                  <a:pt x="162144" y="0"/>
                  <a:pt x="103775" y="959"/>
                </a:cubicBezTo>
                <a:cubicBezTo>
                  <a:pt x="45406" y="1918"/>
                  <a:pt x="0" y="21941"/>
                  <a:pt x="2357" y="45682"/>
                </a:cubicBezTo>
                <a:close/>
              </a:path>
            </a:pathLst>
          </a:custGeom>
          <a:solidFill>
            <a:srgbClr val="F4F4F4">
              <a:alpha val="95000"/>
            </a:srgbClr>
          </a:solidFill>
          <a:ln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76" name="rotor-motor-0-3_624">
            <a:extLst>
              <a:ext uri="{FF2B5EF4-FFF2-40B4-BE49-F238E27FC236}">
                <a16:creationId xmlns:a16="http://schemas.microsoft.com/office/drawing/2014/main" id="{182D4106-BB54-4B2D-ABFA-75376D823B75}"/>
              </a:ext>
            </a:extLst>
          </p:cNvPr>
          <p:cNvSpPr>
            <a:spLocks/>
          </p:cNvSpPr>
          <p:nvPr/>
        </p:nvSpPr>
        <p:spPr>
          <a:xfrm>
            <a:off x="6723035" y="2100567"/>
            <a:ext cx="58646" cy="23854"/>
          </a:xfrm>
          <a:custGeom>
            <a:pathLst>
              <a:path w="47362" h="19264">
                <a:moveTo>
                  <a:pt x="517" y="10012"/>
                </a:moveTo>
                <a:cubicBezTo>
                  <a:pt x="1033" y="15216"/>
                  <a:pt x="11823" y="19264"/>
                  <a:pt x="24616" y="19054"/>
                </a:cubicBezTo>
                <a:cubicBezTo>
                  <a:pt x="37410" y="18843"/>
                  <a:pt x="47362" y="14455"/>
                  <a:pt x="46845" y="9251"/>
                </a:cubicBezTo>
                <a:cubicBezTo>
                  <a:pt x="46328" y="4048"/>
                  <a:pt x="35538" y="0"/>
                  <a:pt x="22745" y="210"/>
                </a:cubicBezTo>
                <a:cubicBezTo>
                  <a:pt x="9952" y="420"/>
                  <a:pt x="0" y="4809"/>
                  <a:pt x="517" y="10012"/>
                </a:cubicBez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77" name="propeller-0-3_625">
            <a:extLst>
              <a:ext uri="{FF2B5EF4-FFF2-40B4-BE49-F238E27FC236}">
                <a16:creationId xmlns:a16="http://schemas.microsoft.com/office/drawing/2014/main" id="{D9467D6F-39C6-4A96-B76D-DD39E9C28E6E}"/>
              </a:ext>
            </a:extLst>
          </p:cNvPr>
          <p:cNvSpPr>
            <a:spLocks/>
          </p:cNvSpPr>
          <p:nvPr/>
        </p:nvSpPr>
        <p:spPr>
          <a:xfrm>
            <a:off x="6679373" y="2075392"/>
            <a:ext cx="145970" cy="64370"/>
          </a:xfrm>
          <a:custGeom>
            <a:pathLst>
              <a:path w="117885" h="51984">
                <a:moveTo>
                  <a:pt x="117885" y="0"/>
                </a:moveTo>
                <a:lnTo>
                  <a:pt x="0" y="51984"/>
                </a:lnTo>
              </a:path>
            </a:pathLst>
          </a:custGeom>
          <a:noFill/>
          <a:ln w="14860">
            <a:solidFill>
              <a:srgbClr val="353535"/>
            </a:solidFill>
            <a:prstDash val="solid"/>
          </a:ln>
        </p:spPr>
      </p:sp>
      <p:sp>
        <p:nvSpPr>
          <p:cNvPr id="778" name="body-side-0_626">
            <a:extLst>
              <a:ext uri="{FF2B5EF4-FFF2-40B4-BE49-F238E27FC236}">
                <a16:creationId xmlns:a16="http://schemas.microsoft.com/office/drawing/2014/main" id="{B315256E-E1BF-482B-A899-32D083AB81F2}"/>
              </a:ext>
            </a:extLst>
          </p:cNvPr>
          <p:cNvSpPr>
            <a:spLocks/>
          </p:cNvSpPr>
          <p:nvPr/>
        </p:nvSpPr>
        <p:spPr>
          <a:xfrm>
            <a:off x="6923663" y="2010239"/>
            <a:ext cx="179269" cy="88676"/>
          </a:xfrm>
          <a:custGeom>
            <a:pathLst>
              <a:path w="144776" h="71614">
                <a:moveTo>
                  <a:pt x="125036" y="0"/>
                </a:moveTo>
                <a:lnTo>
                  <a:pt x="9215" y="1903"/>
                </a:lnTo>
                <a:lnTo>
                  <a:pt x="0" y="55138"/>
                </a:lnTo>
                <a:lnTo>
                  <a:pt x="74142" y="71614"/>
                </a:lnTo>
                <a:lnTo>
                  <a:pt x="144776" y="52759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79" name="body-top-0_627">
            <a:extLst>
              <a:ext uri="{FF2B5EF4-FFF2-40B4-BE49-F238E27FC236}">
                <a16:creationId xmlns:a16="http://schemas.microsoft.com/office/drawing/2014/main" id="{7FDB90F2-C56F-4AEA-BD84-FE5A40818821}"/>
              </a:ext>
            </a:extLst>
          </p:cNvPr>
          <p:cNvSpPr>
            <a:spLocks/>
          </p:cNvSpPr>
          <p:nvPr/>
        </p:nvSpPr>
        <p:spPr>
          <a:xfrm>
            <a:off x="6922938" y="1961068"/>
            <a:ext cx="179269" cy="81385"/>
          </a:xfrm>
          <a:custGeom>
            <a:pathLst>
              <a:path w="144776" h="65726">
                <a:moveTo>
                  <a:pt x="125620" y="0"/>
                </a:moveTo>
                <a:lnTo>
                  <a:pt x="9800" y="1903"/>
                </a:lnTo>
                <a:lnTo>
                  <a:pt x="0" y="49249"/>
                </a:lnTo>
                <a:lnTo>
                  <a:pt x="74142" y="65726"/>
                </a:lnTo>
                <a:lnTo>
                  <a:pt x="144776" y="46871"/>
                </a:lnTo>
                <a:close/>
              </a:path>
            </a:pathLst>
          </a:custGeom>
          <a:solidFill>
            <a:srgbClr val="3B3B3B"/>
          </a:solidFill>
          <a:ln w="11430">
            <a:solidFill>
              <a:srgbClr val="353535"/>
            </a:solidFill>
            <a:prstDash val="solid"/>
          </a:ln>
        </p:spPr>
      </p:sp>
      <p:sp>
        <p:nvSpPr>
          <p:cNvPr id="780" name="landing-leg-left-0_628">
            <a:extLst>
              <a:ext uri="{FF2B5EF4-FFF2-40B4-BE49-F238E27FC236}">
                <a16:creationId xmlns:a16="http://schemas.microsoft.com/office/drawing/2014/main" id="{BA4C9959-CA76-4908-8046-C7B916157BC8}"/>
              </a:ext>
            </a:extLst>
          </p:cNvPr>
          <p:cNvSpPr>
            <a:spLocks/>
          </p:cNvSpPr>
          <p:nvPr/>
        </p:nvSpPr>
        <p:spPr>
          <a:xfrm>
            <a:off x="7064181" y="2046991"/>
            <a:ext cx="55953" cy="102943"/>
          </a:xfrm>
          <a:custGeom>
            <a:pathLst>
              <a:path w="45187" h="83136">
                <a:moveTo>
                  <a:pt x="0" y="0"/>
                </a:moveTo>
                <a:lnTo>
                  <a:pt x="14478" y="65946"/>
                </a:lnTo>
                <a:lnTo>
                  <a:pt x="45187" y="83136"/>
                </a:lnTo>
              </a:path>
            </a:pathLst>
          </a:custGeom>
          <a:noFill/>
          <a:ln w="11430">
            <a:solidFill>
              <a:srgbClr val="353535"/>
            </a:solidFill>
            <a:prstDash val="solid"/>
          </a:ln>
        </p:spPr>
      </p:sp>
      <p:sp>
        <p:nvSpPr>
          <p:cNvPr id="781" name="landing-leg-right-0_629">
            <a:extLst>
              <a:ext uri="{FF2B5EF4-FFF2-40B4-BE49-F238E27FC236}">
                <a16:creationId xmlns:a16="http://schemas.microsoft.com/office/drawing/2014/main" id="{E0F9EFFF-D50B-4AD7-95D3-BC108F55D633}"/>
              </a:ext>
            </a:extLst>
          </p:cNvPr>
          <p:cNvSpPr>
            <a:spLocks/>
          </p:cNvSpPr>
          <p:nvPr/>
        </p:nvSpPr>
        <p:spPr>
          <a:xfrm>
            <a:off x="6905011" y="2048758"/>
            <a:ext cx="51609" cy="104710"/>
          </a:xfrm>
          <a:custGeom>
            <a:pathLst>
              <a:path w="41679" h="84563">
                <a:moveTo>
                  <a:pt x="41679" y="0"/>
                </a:moveTo>
                <a:lnTo>
                  <a:pt x="27201" y="66421"/>
                </a:lnTo>
                <a:lnTo>
                  <a:pt x="0" y="84563"/>
                </a:lnTo>
              </a:path>
            </a:pathLst>
          </a:custGeom>
          <a:noFill/>
          <a:ln w="11430">
            <a:solidFill>
              <a:srgbClr val="353535"/>
            </a:solidFill>
            <a:prstDash val="solid"/>
          </a:ln>
        </p:spPr>
      </p:sp>
      <p:sp>
        <p:nvSpPr>
          <p:cNvPr id="782" name="gas-sensor-0_630">
            <a:extLst>
              <a:ext uri="{FF2B5EF4-FFF2-40B4-BE49-F238E27FC236}">
                <a16:creationId xmlns:a16="http://schemas.microsoft.com/office/drawing/2014/main" id="{5B93D029-64D4-403E-B1C7-C359C89CEF4F}"/>
              </a:ext>
            </a:extLst>
          </p:cNvPr>
          <p:cNvSpPr>
            <a:spLocks/>
          </p:cNvSpPr>
          <p:nvPr/>
        </p:nvSpPr>
        <p:spPr>
          <a:xfrm>
            <a:off x="6976340" y="2096486"/>
            <a:ext cx="68123" cy="50290"/>
          </a:xfrm>
          <a:custGeom>
            <a:pathLst>
              <a:path w="55015" h="40614">
                <a:moveTo>
                  <a:pt x="55015" y="0"/>
                </a:moveTo>
                <a:lnTo>
                  <a:pt x="0" y="904"/>
                </a:lnTo>
                <a:lnTo>
                  <a:pt x="0" y="40614"/>
                </a:lnTo>
                <a:lnTo>
                  <a:pt x="55015" y="39710"/>
                </a:lnTo>
                <a:close/>
              </a:path>
            </a:pathLst>
          </a:custGeom>
          <a:solidFill>
            <a:srgbClr val="676767"/>
          </a:solidFill>
          <a:ln w="0">
            <a:noFill/>
            <a:prstDash val="solid"/>
          </a:ln>
        </p:spPr>
      </p:sp>
      <p:sp>
        <p:nvSpPr>
          <p:cNvPr id="783" name="sensor-port-0_631">
            <a:extLst>
              <a:ext uri="{FF2B5EF4-FFF2-40B4-BE49-F238E27FC236}">
                <a16:creationId xmlns:a16="http://schemas.microsoft.com/office/drawing/2014/main" id="{C74EC92E-A14D-4E33-AFF9-B936C8D320D7}"/>
              </a:ext>
            </a:extLst>
          </p:cNvPr>
          <p:cNvSpPr>
            <a:spLocks/>
          </p:cNvSpPr>
          <p:nvPr/>
        </p:nvSpPr>
        <p:spPr>
          <a:xfrm>
            <a:off x="7001733" y="2127533"/>
            <a:ext cx="17336" cy="11145"/>
          </a:xfrm>
          <a:prstGeom prst="ellipse">
            <a:avLst/>
          </a:pr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85" name="airframe-arm-0-0_647">
            <a:extLst>
              <a:ext uri="{FF2B5EF4-FFF2-40B4-BE49-F238E27FC236}">
                <a16:creationId xmlns:a16="http://schemas.microsoft.com/office/drawing/2014/main" id="{FB3F46F5-2B8A-4C58-A3DE-575E1FADDBCB}"/>
              </a:ext>
            </a:extLst>
          </p:cNvPr>
          <p:cNvSpPr>
            <a:spLocks/>
          </p:cNvSpPr>
          <p:nvPr/>
        </p:nvSpPr>
        <p:spPr>
          <a:xfrm>
            <a:off x="4296084" y="404522"/>
            <a:ext cx="259388" cy="89181"/>
          </a:xfrm>
          <a:custGeom>
            <a:pathLst>
              <a:path w="209480" h="72022">
                <a:moveTo>
                  <a:pt x="0" y="62854"/>
                </a:moveTo>
                <a:lnTo>
                  <a:pt x="191268" y="0"/>
                </a:lnTo>
                <a:lnTo>
                  <a:pt x="209480" y="9168"/>
                </a:lnTo>
                <a:lnTo>
                  <a:pt x="18212" y="72022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86" name="rotor-disc-0-0_648">
            <a:extLst>
              <a:ext uri="{FF2B5EF4-FFF2-40B4-BE49-F238E27FC236}">
                <a16:creationId xmlns:a16="http://schemas.microsoft.com/office/drawing/2014/main" id="{BB68D810-BF63-4F8E-8F7B-50C935F0EB82}"/>
              </a:ext>
            </a:extLst>
          </p:cNvPr>
          <p:cNvSpPr>
            <a:spLocks/>
          </p:cNvSpPr>
          <p:nvPr/>
        </p:nvSpPr>
        <p:spPr>
          <a:xfrm>
            <a:off x="4406315" y="321336"/>
            <a:ext cx="275762" cy="112163"/>
          </a:xfrm>
          <a:custGeom>
            <a:pathLst>
              <a:path w="222704" h="90582">
                <a:moveTo>
                  <a:pt x="6171" y="40746"/>
                </a:moveTo>
                <a:cubicBezTo>
                  <a:pt x="0" y="64373"/>
                  <a:pt x="42088" y="85562"/>
                  <a:pt x="100178" y="88072"/>
                </a:cubicBezTo>
                <a:cubicBezTo>
                  <a:pt x="158268" y="90582"/>
                  <a:pt x="210362" y="73463"/>
                  <a:pt x="216533" y="49836"/>
                </a:cubicBezTo>
                <a:cubicBezTo>
                  <a:pt x="222704" y="26208"/>
                  <a:pt x="180615" y="5020"/>
                  <a:pt x="122526" y="2510"/>
                </a:cubicBezTo>
                <a:cubicBezTo>
                  <a:pt x="64436" y="0"/>
                  <a:pt x="12342" y="17119"/>
                  <a:pt x="6171" y="40746"/>
                </a:cubicBezTo>
                <a:close/>
              </a:path>
            </a:pathLst>
          </a:custGeom>
          <a:solidFill>
            <a:srgbClr val="F4F4F4">
              <a:alpha val="95000"/>
            </a:srgbClr>
          </a:solidFill>
          <a:ln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87" name="rotor-motor-0-0_649">
            <a:extLst>
              <a:ext uri="{FF2B5EF4-FFF2-40B4-BE49-F238E27FC236}">
                <a16:creationId xmlns:a16="http://schemas.microsoft.com/office/drawing/2014/main" id="{8A779ACD-8252-47C9-B397-0EE53F61957B}"/>
              </a:ext>
            </a:extLst>
          </p:cNvPr>
          <p:cNvSpPr>
            <a:spLocks/>
          </p:cNvSpPr>
          <p:nvPr/>
        </p:nvSpPr>
        <p:spPr>
          <a:xfrm>
            <a:off x="4513977" y="365125"/>
            <a:ext cx="60441" cy="24583"/>
          </a:xfrm>
          <a:custGeom>
            <a:pathLst>
              <a:path w="48812" h="19854">
                <a:moveTo>
                  <a:pt x="1353" y="8931"/>
                </a:moveTo>
                <a:cubicBezTo>
                  <a:pt x="0" y="14109"/>
                  <a:pt x="9225" y="18753"/>
                  <a:pt x="21957" y="19303"/>
                </a:cubicBezTo>
                <a:cubicBezTo>
                  <a:pt x="34689" y="19854"/>
                  <a:pt x="46107" y="16101"/>
                  <a:pt x="47459" y="10923"/>
                </a:cubicBezTo>
                <a:cubicBezTo>
                  <a:pt x="48812" y="5744"/>
                  <a:pt x="39587" y="1100"/>
                  <a:pt x="26855" y="550"/>
                </a:cubicBezTo>
                <a:cubicBezTo>
                  <a:pt x="14123" y="0"/>
                  <a:pt x="2705" y="3752"/>
                  <a:pt x="1353" y="8931"/>
                </a:cubicBez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88" name="propeller-0-0_650">
            <a:extLst>
              <a:ext uri="{FF2B5EF4-FFF2-40B4-BE49-F238E27FC236}">
                <a16:creationId xmlns:a16="http://schemas.microsoft.com/office/drawing/2014/main" id="{C618BDCB-5213-4B16-B8AA-7DDD862BE212}"/>
              </a:ext>
            </a:extLst>
          </p:cNvPr>
          <p:cNvSpPr>
            <a:spLocks/>
          </p:cNvSpPr>
          <p:nvPr/>
        </p:nvSpPr>
        <p:spPr>
          <a:xfrm>
            <a:off x="4476544" y="338443"/>
            <a:ext cx="135304" cy="68116"/>
          </a:xfrm>
          <a:custGeom>
            <a:pathLst>
              <a:path w="109271" h="55010">
                <a:moveTo>
                  <a:pt x="109271" y="55010"/>
                </a:moveTo>
                <a:lnTo>
                  <a:pt x="0" y="0"/>
                </a:lnTo>
              </a:path>
            </a:pathLst>
          </a:custGeom>
          <a:noFill/>
          <a:ln w="14860">
            <a:solidFill>
              <a:srgbClr val="353535"/>
            </a:solidFill>
            <a:prstDash val="solid"/>
          </a:ln>
        </p:spPr>
      </p:sp>
      <p:sp>
        <p:nvSpPr>
          <p:cNvPr id="789" name="airframe-arm-0-1_651">
            <a:extLst>
              <a:ext uri="{FF2B5EF4-FFF2-40B4-BE49-F238E27FC236}">
                <a16:creationId xmlns:a16="http://schemas.microsoft.com/office/drawing/2014/main" id="{DC8E4314-3240-42D4-B2BF-C42897C0395E}"/>
              </a:ext>
            </a:extLst>
          </p:cNvPr>
          <p:cNvSpPr>
            <a:spLocks/>
          </p:cNvSpPr>
          <p:nvPr/>
        </p:nvSpPr>
        <p:spPr>
          <a:xfrm>
            <a:off x="3995008" y="382486"/>
            <a:ext cx="219261" cy="105503"/>
          </a:xfrm>
          <a:custGeom>
            <a:pathLst>
              <a:path w="177073" h="85203">
                <a:moveTo>
                  <a:pt x="154532" y="85203"/>
                </a:moveTo>
                <a:lnTo>
                  <a:pt x="0" y="7407"/>
                </a:lnTo>
                <a:lnTo>
                  <a:pt x="22541" y="0"/>
                </a:lnTo>
                <a:lnTo>
                  <a:pt x="177073" y="77796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90" name="rotor-disc-0-1_652">
            <a:extLst>
              <a:ext uri="{FF2B5EF4-FFF2-40B4-BE49-F238E27FC236}">
                <a16:creationId xmlns:a16="http://schemas.microsoft.com/office/drawing/2014/main" id="{AAE76682-A898-4AEF-91B5-D91ADB002ECA}"/>
              </a:ext>
            </a:extLst>
          </p:cNvPr>
          <p:cNvSpPr>
            <a:spLocks/>
          </p:cNvSpPr>
          <p:nvPr/>
        </p:nvSpPr>
        <p:spPr>
          <a:xfrm>
            <a:off x="3871082" y="298209"/>
            <a:ext cx="275762" cy="112163"/>
          </a:xfrm>
          <a:custGeom>
            <a:pathLst>
              <a:path w="222704" h="90582">
                <a:moveTo>
                  <a:pt x="6171" y="40746"/>
                </a:moveTo>
                <a:cubicBezTo>
                  <a:pt x="0" y="64373"/>
                  <a:pt x="42088" y="85562"/>
                  <a:pt x="100178" y="88072"/>
                </a:cubicBezTo>
                <a:cubicBezTo>
                  <a:pt x="158268" y="90582"/>
                  <a:pt x="210362" y="73463"/>
                  <a:pt x="216533" y="49836"/>
                </a:cubicBezTo>
                <a:cubicBezTo>
                  <a:pt x="222704" y="26208"/>
                  <a:pt x="180615" y="5020"/>
                  <a:pt x="122526" y="2510"/>
                </a:cubicBezTo>
                <a:cubicBezTo>
                  <a:pt x="64436" y="0"/>
                  <a:pt x="12342" y="17119"/>
                  <a:pt x="6171" y="40746"/>
                </a:cubicBezTo>
                <a:close/>
              </a:path>
            </a:pathLst>
          </a:custGeom>
          <a:solidFill>
            <a:srgbClr val="F4F4F4">
              <a:alpha val="95000"/>
            </a:srgbClr>
          </a:solidFill>
          <a:ln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91" name="rotor-motor-0-1_653">
            <a:extLst>
              <a:ext uri="{FF2B5EF4-FFF2-40B4-BE49-F238E27FC236}">
                <a16:creationId xmlns:a16="http://schemas.microsoft.com/office/drawing/2014/main" id="{D029D2EC-1FB9-4183-8809-F806B5CCCD62}"/>
              </a:ext>
            </a:extLst>
          </p:cNvPr>
          <p:cNvSpPr>
            <a:spLocks/>
          </p:cNvSpPr>
          <p:nvPr/>
        </p:nvSpPr>
        <p:spPr>
          <a:xfrm>
            <a:off x="3978743" y="341999"/>
            <a:ext cx="60441" cy="24583"/>
          </a:xfrm>
          <a:custGeom>
            <a:pathLst>
              <a:path w="48812" h="19854">
                <a:moveTo>
                  <a:pt x="1353" y="8931"/>
                </a:moveTo>
                <a:cubicBezTo>
                  <a:pt x="0" y="14109"/>
                  <a:pt x="9225" y="18753"/>
                  <a:pt x="21957" y="19303"/>
                </a:cubicBezTo>
                <a:cubicBezTo>
                  <a:pt x="34689" y="19854"/>
                  <a:pt x="46107" y="16101"/>
                  <a:pt x="47459" y="10923"/>
                </a:cubicBezTo>
                <a:cubicBezTo>
                  <a:pt x="48812" y="5744"/>
                  <a:pt x="39587" y="1100"/>
                  <a:pt x="26855" y="550"/>
                </a:cubicBezTo>
                <a:cubicBezTo>
                  <a:pt x="14123" y="0"/>
                  <a:pt x="2705" y="3752"/>
                  <a:pt x="1353" y="8931"/>
                </a:cubicBez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92" name="propeller-0-1_654">
            <a:extLst>
              <a:ext uri="{FF2B5EF4-FFF2-40B4-BE49-F238E27FC236}">
                <a16:creationId xmlns:a16="http://schemas.microsoft.com/office/drawing/2014/main" id="{7B81A620-5B63-4A86-896C-F21BBCB7BC47}"/>
              </a:ext>
            </a:extLst>
          </p:cNvPr>
          <p:cNvSpPr>
            <a:spLocks/>
          </p:cNvSpPr>
          <p:nvPr/>
        </p:nvSpPr>
        <p:spPr>
          <a:xfrm>
            <a:off x="3925229" y="321858"/>
            <a:ext cx="167470" cy="55033"/>
          </a:xfrm>
          <a:custGeom>
            <a:pathLst>
              <a:path w="135247" h="44444">
                <a:moveTo>
                  <a:pt x="135247" y="0"/>
                </a:moveTo>
                <a:lnTo>
                  <a:pt x="0" y="44444"/>
                </a:lnTo>
              </a:path>
            </a:pathLst>
          </a:custGeom>
          <a:noFill/>
          <a:ln w="14860">
            <a:solidFill>
              <a:srgbClr val="353535"/>
            </a:solidFill>
            <a:prstDash val="solid"/>
          </a:ln>
        </p:spPr>
      </p:sp>
      <p:sp>
        <p:nvSpPr>
          <p:cNvPr id="793" name="airframe-arm-0-2_655">
            <a:extLst>
              <a:ext uri="{FF2B5EF4-FFF2-40B4-BE49-F238E27FC236}">
                <a16:creationId xmlns:a16="http://schemas.microsoft.com/office/drawing/2014/main" id="{D299643B-A577-41D5-BE25-9FEFB3843416}"/>
              </a:ext>
            </a:extLst>
          </p:cNvPr>
          <p:cNvSpPr>
            <a:spLocks/>
          </p:cNvSpPr>
          <p:nvPr/>
        </p:nvSpPr>
        <p:spPr>
          <a:xfrm>
            <a:off x="4282032" y="526981"/>
            <a:ext cx="219261" cy="105503"/>
          </a:xfrm>
          <a:custGeom>
            <a:pathLst>
              <a:path w="177073" h="85203">
                <a:moveTo>
                  <a:pt x="22541" y="0"/>
                </a:moveTo>
                <a:lnTo>
                  <a:pt x="177073" y="77796"/>
                </a:lnTo>
                <a:lnTo>
                  <a:pt x="154532" y="85203"/>
                </a:lnTo>
                <a:lnTo>
                  <a:pt x="0" y="7407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94" name="rotor-disc-0-2_656">
            <a:extLst>
              <a:ext uri="{FF2B5EF4-FFF2-40B4-BE49-F238E27FC236}">
                <a16:creationId xmlns:a16="http://schemas.microsoft.com/office/drawing/2014/main" id="{93145A51-B680-4D2F-B3D9-48B7AC59C557}"/>
              </a:ext>
            </a:extLst>
          </p:cNvPr>
          <p:cNvSpPr>
            <a:spLocks/>
          </p:cNvSpPr>
          <p:nvPr/>
        </p:nvSpPr>
        <p:spPr>
          <a:xfrm>
            <a:off x="4349455" y="539036"/>
            <a:ext cx="275762" cy="112163"/>
          </a:xfrm>
          <a:custGeom>
            <a:pathLst>
              <a:path w="222704" h="90582">
                <a:moveTo>
                  <a:pt x="6171" y="40746"/>
                </a:moveTo>
                <a:cubicBezTo>
                  <a:pt x="0" y="64373"/>
                  <a:pt x="42088" y="85562"/>
                  <a:pt x="100178" y="88072"/>
                </a:cubicBezTo>
                <a:cubicBezTo>
                  <a:pt x="158268" y="90582"/>
                  <a:pt x="210362" y="73463"/>
                  <a:pt x="216533" y="49836"/>
                </a:cubicBezTo>
                <a:cubicBezTo>
                  <a:pt x="222704" y="26208"/>
                  <a:pt x="180615" y="5020"/>
                  <a:pt x="122526" y="2510"/>
                </a:cubicBezTo>
                <a:cubicBezTo>
                  <a:pt x="64436" y="0"/>
                  <a:pt x="12342" y="17119"/>
                  <a:pt x="6171" y="40746"/>
                </a:cubicBezTo>
                <a:close/>
              </a:path>
            </a:pathLst>
          </a:custGeom>
          <a:solidFill>
            <a:srgbClr val="F4F4F4">
              <a:alpha val="95000"/>
            </a:srgbClr>
          </a:solidFill>
          <a:ln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95" name="rotor-motor-0-2_657">
            <a:extLst>
              <a:ext uri="{FF2B5EF4-FFF2-40B4-BE49-F238E27FC236}">
                <a16:creationId xmlns:a16="http://schemas.microsoft.com/office/drawing/2014/main" id="{03464AB0-1EC7-42D5-95D2-1754A080FBF7}"/>
              </a:ext>
            </a:extLst>
          </p:cNvPr>
          <p:cNvSpPr>
            <a:spLocks/>
          </p:cNvSpPr>
          <p:nvPr/>
        </p:nvSpPr>
        <p:spPr>
          <a:xfrm>
            <a:off x="4457116" y="582825"/>
            <a:ext cx="60441" cy="24583"/>
          </a:xfrm>
          <a:custGeom>
            <a:pathLst>
              <a:path w="48812" h="19854">
                <a:moveTo>
                  <a:pt x="1353" y="8931"/>
                </a:moveTo>
                <a:cubicBezTo>
                  <a:pt x="0" y="14109"/>
                  <a:pt x="9225" y="18753"/>
                  <a:pt x="21957" y="19303"/>
                </a:cubicBezTo>
                <a:cubicBezTo>
                  <a:pt x="34689" y="19854"/>
                  <a:pt x="46107" y="16101"/>
                  <a:pt x="47459" y="10923"/>
                </a:cubicBezTo>
                <a:cubicBezTo>
                  <a:pt x="48812" y="5744"/>
                  <a:pt x="39587" y="1100"/>
                  <a:pt x="26855" y="550"/>
                </a:cubicBezTo>
                <a:cubicBezTo>
                  <a:pt x="14123" y="0"/>
                  <a:pt x="2705" y="3752"/>
                  <a:pt x="1353" y="8931"/>
                </a:cubicBez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96" name="propeller-0-2_658">
            <a:extLst>
              <a:ext uri="{FF2B5EF4-FFF2-40B4-BE49-F238E27FC236}">
                <a16:creationId xmlns:a16="http://schemas.microsoft.com/office/drawing/2014/main" id="{E6F6C087-D62F-4E69-A635-DCCBA7C7CA51}"/>
              </a:ext>
            </a:extLst>
          </p:cNvPr>
          <p:cNvSpPr>
            <a:spLocks/>
          </p:cNvSpPr>
          <p:nvPr/>
        </p:nvSpPr>
        <p:spPr>
          <a:xfrm>
            <a:off x="4419684" y="556142"/>
            <a:ext cx="135304" cy="68116"/>
          </a:xfrm>
          <a:custGeom>
            <a:pathLst>
              <a:path w="109271" h="55010">
                <a:moveTo>
                  <a:pt x="109271" y="55010"/>
                </a:moveTo>
                <a:lnTo>
                  <a:pt x="0" y="0"/>
                </a:lnTo>
              </a:path>
            </a:pathLst>
          </a:custGeom>
          <a:noFill/>
          <a:ln w="14860">
            <a:solidFill>
              <a:srgbClr val="353535"/>
            </a:solidFill>
            <a:prstDash val="solid"/>
          </a:ln>
        </p:spPr>
      </p:sp>
      <p:sp>
        <p:nvSpPr>
          <p:cNvPr id="797" name="airframe-arm-0-3_659">
            <a:extLst>
              <a:ext uri="{FF2B5EF4-FFF2-40B4-BE49-F238E27FC236}">
                <a16:creationId xmlns:a16="http://schemas.microsoft.com/office/drawing/2014/main" id="{C1B4ACE0-7815-403E-82C7-34D8BCA34BD3}"/>
              </a:ext>
            </a:extLst>
          </p:cNvPr>
          <p:cNvSpPr>
            <a:spLocks/>
          </p:cNvSpPr>
          <p:nvPr/>
        </p:nvSpPr>
        <p:spPr>
          <a:xfrm>
            <a:off x="3940827" y="521266"/>
            <a:ext cx="259388" cy="89181"/>
          </a:xfrm>
          <a:custGeom>
            <a:pathLst>
              <a:path w="209480" h="72022">
                <a:moveTo>
                  <a:pt x="209480" y="9168"/>
                </a:moveTo>
                <a:lnTo>
                  <a:pt x="18212" y="72022"/>
                </a:lnTo>
                <a:lnTo>
                  <a:pt x="0" y="62854"/>
                </a:lnTo>
                <a:lnTo>
                  <a:pt x="191268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798" name="rotor-disc-0-3_660">
            <a:extLst>
              <a:ext uri="{FF2B5EF4-FFF2-40B4-BE49-F238E27FC236}">
                <a16:creationId xmlns:a16="http://schemas.microsoft.com/office/drawing/2014/main" id="{9B8AE6BD-162F-40BD-96E5-281BF14C4F16}"/>
              </a:ext>
            </a:extLst>
          </p:cNvPr>
          <p:cNvSpPr>
            <a:spLocks/>
          </p:cNvSpPr>
          <p:nvPr/>
        </p:nvSpPr>
        <p:spPr>
          <a:xfrm>
            <a:off x="3814222" y="515909"/>
            <a:ext cx="275762" cy="112163"/>
          </a:xfrm>
          <a:custGeom>
            <a:pathLst>
              <a:path w="222704" h="90582">
                <a:moveTo>
                  <a:pt x="6171" y="40746"/>
                </a:moveTo>
                <a:cubicBezTo>
                  <a:pt x="0" y="64373"/>
                  <a:pt x="42088" y="85562"/>
                  <a:pt x="100178" y="88072"/>
                </a:cubicBezTo>
                <a:cubicBezTo>
                  <a:pt x="158268" y="90582"/>
                  <a:pt x="210362" y="73463"/>
                  <a:pt x="216533" y="49836"/>
                </a:cubicBezTo>
                <a:cubicBezTo>
                  <a:pt x="222704" y="26208"/>
                  <a:pt x="180615" y="5020"/>
                  <a:pt x="122526" y="2510"/>
                </a:cubicBezTo>
                <a:cubicBezTo>
                  <a:pt x="64436" y="0"/>
                  <a:pt x="12342" y="17119"/>
                  <a:pt x="6171" y="40746"/>
                </a:cubicBezTo>
                <a:close/>
              </a:path>
            </a:pathLst>
          </a:custGeom>
          <a:solidFill>
            <a:srgbClr val="F4F4F4">
              <a:alpha val="95000"/>
            </a:srgbClr>
          </a:solidFill>
          <a:ln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799" name="rotor-motor-0-3_661">
            <a:extLst>
              <a:ext uri="{FF2B5EF4-FFF2-40B4-BE49-F238E27FC236}">
                <a16:creationId xmlns:a16="http://schemas.microsoft.com/office/drawing/2014/main" id="{EDA13373-18F2-49C3-A5DE-F0DF84E44362}"/>
              </a:ext>
            </a:extLst>
          </p:cNvPr>
          <p:cNvSpPr>
            <a:spLocks/>
          </p:cNvSpPr>
          <p:nvPr/>
        </p:nvSpPr>
        <p:spPr>
          <a:xfrm>
            <a:off x="3921883" y="559698"/>
            <a:ext cx="60441" cy="24583"/>
          </a:xfrm>
          <a:custGeom>
            <a:pathLst>
              <a:path w="48812" h="19854">
                <a:moveTo>
                  <a:pt x="1353" y="8931"/>
                </a:moveTo>
                <a:cubicBezTo>
                  <a:pt x="0" y="14109"/>
                  <a:pt x="9225" y="18753"/>
                  <a:pt x="21957" y="19303"/>
                </a:cubicBezTo>
                <a:cubicBezTo>
                  <a:pt x="34689" y="19854"/>
                  <a:pt x="46107" y="16101"/>
                  <a:pt x="47459" y="10923"/>
                </a:cubicBezTo>
                <a:cubicBezTo>
                  <a:pt x="48812" y="5744"/>
                  <a:pt x="39587" y="1100"/>
                  <a:pt x="26855" y="550"/>
                </a:cubicBezTo>
                <a:cubicBezTo>
                  <a:pt x="14123" y="0"/>
                  <a:pt x="2705" y="3752"/>
                  <a:pt x="1353" y="8931"/>
                </a:cubicBez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800" name="propeller-0-3_662">
            <a:extLst>
              <a:ext uri="{FF2B5EF4-FFF2-40B4-BE49-F238E27FC236}">
                <a16:creationId xmlns:a16="http://schemas.microsoft.com/office/drawing/2014/main" id="{C4836115-1874-4901-A68E-21877D3619A2}"/>
              </a:ext>
            </a:extLst>
          </p:cNvPr>
          <p:cNvSpPr>
            <a:spLocks/>
          </p:cNvSpPr>
          <p:nvPr/>
        </p:nvSpPr>
        <p:spPr>
          <a:xfrm>
            <a:off x="3868368" y="539556"/>
            <a:ext cx="167470" cy="55033"/>
          </a:xfrm>
          <a:custGeom>
            <a:pathLst>
              <a:path w="135247" h="44444">
                <a:moveTo>
                  <a:pt x="135247" y="0"/>
                </a:moveTo>
                <a:lnTo>
                  <a:pt x="0" y="44444"/>
                </a:lnTo>
              </a:path>
            </a:pathLst>
          </a:custGeom>
          <a:noFill/>
          <a:ln w="14860">
            <a:solidFill>
              <a:srgbClr val="353535"/>
            </a:solidFill>
            <a:prstDash val="solid"/>
          </a:ln>
        </p:spPr>
      </p:sp>
      <p:sp>
        <p:nvSpPr>
          <p:cNvPr id="801" name="body-side-0_663">
            <a:extLst>
              <a:ext uri="{FF2B5EF4-FFF2-40B4-BE49-F238E27FC236}">
                <a16:creationId xmlns:a16="http://schemas.microsoft.com/office/drawing/2014/main" id="{76772F4C-4080-4BF6-A8F9-CD0C68E5CE20}"/>
              </a:ext>
            </a:extLst>
          </p:cNvPr>
          <p:cNvSpPr>
            <a:spLocks/>
          </p:cNvSpPr>
          <p:nvPr/>
        </p:nvSpPr>
        <p:spPr>
          <a:xfrm>
            <a:off x="4151362" y="484508"/>
            <a:ext cx="178411" cy="90163"/>
          </a:xfrm>
          <a:custGeom>
            <a:pathLst>
              <a:path w="144083" h="72815">
                <a:moveTo>
                  <a:pt x="143451" y="4981"/>
                </a:moveTo>
                <a:lnTo>
                  <a:pt x="28184" y="0"/>
                </a:lnTo>
                <a:lnTo>
                  <a:pt x="0" y="52121"/>
                </a:lnTo>
                <a:lnTo>
                  <a:pt x="67450" y="72815"/>
                </a:lnTo>
                <a:lnTo>
                  <a:pt x="144083" y="58347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802" name="body-top-0_664">
            <a:extLst>
              <a:ext uri="{FF2B5EF4-FFF2-40B4-BE49-F238E27FC236}">
                <a16:creationId xmlns:a16="http://schemas.microsoft.com/office/drawing/2014/main" id="{0F1F2EC0-1C96-4533-B2FB-3A02E5C8EA34}"/>
              </a:ext>
            </a:extLst>
          </p:cNvPr>
          <p:cNvSpPr>
            <a:spLocks/>
          </p:cNvSpPr>
          <p:nvPr/>
        </p:nvSpPr>
        <p:spPr>
          <a:xfrm>
            <a:off x="4153258" y="435337"/>
            <a:ext cx="178411" cy="82906"/>
          </a:xfrm>
          <a:custGeom>
            <a:pathLst>
              <a:path w="144083" h="66955">
                <a:moveTo>
                  <a:pt x="141920" y="4981"/>
                </a:moveTo>
                <a:lnTo>
                  <a:pt x="26654" y="0"/>
                </a:lnTo>
                <a:lnTo>
                  <a:pt x="0" y="46261"/>
                </a:lnTo>
                <a:lnTo>
                  <a:pt x="67450" y="66955"/>
                </a:lnTo>
                <a:lnTo>
                  <a:pt x="144083" y="52486"/>
                </a:lnTo>
                <a:close/>
              </a:path>
            </a:pathLst>
          </a:custGeom>
          <a:solidFill>
            <a:srgbClr val="3B3B3B"/>
          </a:solidFill>
          <a:ln w="11430">
            <a:solidFill>
              <a:srgbClr val="353535"/>
            </a:solidFill>
            <a:prstDash val="solid"/>
          </a:ln>
        </p:spPr>
      </p:sp>
      <p:sp>
        <p:nvSpPr>
          <p:cNvPr id="803" name="landing-leg-left-0_665">
            <a:extLst>
              <a:ext uri="{FF2B5EF4-FFF2-40B4-BE49-F238E27FC236}">
                <a16:creationId xmlns:a16="http://schemas.microsoft.com/office/drawing/2014/main" id="{DAC4D4A8-653D-4586-A1CD-E6AE7E94561A}"/>
              </a:ext>
            </a:extLst>
          </p:cNvPr>
          <p:cNvSpPr>
            <a:spLocks/>
          </p:cNvSpPr>
          <p:nvPr/>
        </p:nvSpPr>
        <p:spPr>
          <a:xfrm>
            <a:off x="4301674" y="526188"/>
            <a:ext cx="47837" cy="106034"/>
          </a:xfrm>
          <a:custGeom>
            <a:pathLst>
              <a:path w="38633" h="85633">
                <a:moveTo>
                  <a:pt x="0" y="0"/>
                </a:moveTo>
                <a:lnTo>
                  <a:pt x="14408" y="66806"/>
                </a:lnTo>
                <a:lnTo>
                  <a:pt x="38633" y="85633"/>
                </a:lnTo>
              </a:path>
            </a:pathLst>
          </a:custGeom>
          <a:noFill/>
          <a:ln w="11430">
            <a:solidFill>
              <a:srgbClr val="353535"/>
            </a:solidFill>
            <a:prstDash val="solid"/>
          </a:ln>
        </p:spPr>
      </p:sp>
      <p:sp>
        <p:nvSpPr>
          <p:cNvPr id="804" name="landing-leg-right-0_666">
            <a:extLst>
              <a:ext uri="{FF2B5EF4-FFF2-40B4-BE49-F238E27FC236}">
                <a16:creationId xmlns:a16="http://schemas.microsoft.com/office/drawing/2014/main" id="{185C8058-8288-4304-958C-66C348F743E5}"/>
              </a:ext>
            </a:extLst>
          </p:cNvPr>
          <p:cNvSpPr>
            <a:spLocks/>
          </p:cNvSpPr>
          <p:nvPr/>
        </p:nvSpPr>
        <p:spPr>
          <a:xfrm>
            <a:off x="4135417" y="521562"/>
            <a:ext cx="59210" cy="101409"/>
          </a:xfrm>
          <a:custGeom>
            <a:pathLst>
              <a:path w="47817" h="81897">
                <a:moveTo>
                  <a:pt x="47817" y="0"/>
                </a:moveTo>
                <a:lnTo>
                  <a:pt x="33409" y="65561"/>
                </a:lnTo>
                <a:lnTo>
                  <a:pt x="0" y="81897"/>
                </a:lnTo>
              </a:path>
            </a:pathLst>
          </a:custGeom>
          <a:noFill/>
          <a:ln w="11430">
            <a:solidFill>
              <a:srgbClr val="353535"/>
            </a:solidFill>
            <a:prstDash val="solid"/>
          </a:ln>
        </p:spPr>
      </p:sp>
      <p:sp>
        <p:nvSpPr>
          <p:cNvPr id="805" name="gas-sensor-0_667">
            <a:extLst>
              <a:ext uri="{FF2B5EF4-FFF2-40B4-BE49-F238E27FC236}">
                <a16:creationId xmlns:a16="http://schemas.microsoft.com/office/drawing/2014/main" id="{5E1A3B99-8FF9-49F5-BAFB-DBC61551D7B8}"/>
              </a:ext>
            </a:extLst>
          </p:cNvPr>
          <p:cNvSpPr>
            <a:spLocks/>
          </p:cNvSpPr>
          <p:nvPr/>
        </p:nvSpPr>
        <p:spPr>
          <a:xfrm>
            <a:off x="4214251" y="571581"/>
            <a:ext cx="67796" cy="52100"/>
          </a:xfrm>
          <a:custGeom>
            <a:pathLst>
              <a:path w="54752" h="42076">
                <a:moveTo>
                  <a:pt x="54752" y="2366"/>
                </a:moveTo>
                <a:lnTo>
                  <a:pt x="0" y="0"/>
                </a:lnTo>
                <a:lnTo>
                  <a:pt x="0" y="39710"/>
                </a:lnTo>
                <a:lnTo>
                  <a:pt x="54752" y="42076"/>
                </a:lnTo>
                <a:close/>
              </a:path>
            </a:pathLst>
          </a:custGeom>
          <a:solidFill>
            <a:srgbClr val="676767"/>
          </a:solidFill>
          <a:ln w="0">
            <a:noFill/>
            <a:prstDash val="solid"/>
          </a:ln>
        </p:spPr>
      </p:sp>
      <p:sp>
        <p:nvSpPr>
          <p:cNvPr id="806" name="sensor-port-0_668">
            <a:extLst>
              <a:ext uri="{FF2B5EF4-FFF2-40B4-BE49-F238E27FC236}">
                <a16:creationId xmlns:a16="http://schemas.microsoft.com/office/drawing/2014/main" id="{35E88E32-7D32-4238-8326-8C5F91D639AA}"/>
              </a:ext>
            </a:extLst>
          </p:cNvPr>
          <p:cNvSpPr>
            <a:spLocks/>
          </p:cNvSpPr>
          <p:nvPr/>
        </p:nvSpPr>
        <p:spPr>
          <a:xfrm>
            <a:off x="4239482" y="603533"/>
            <a:ext cx="17336" cy="11145"/>
          </a:xfrm>
          <a:prstGeom prst="ellipse">
            <a:avLst/>
          </a:pr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809" name="PANEL_A-intermittent-gas-source-0-feather-0_161">
            <a:extLst>
              <a:ext uri="{FF2B5EF4-FFF2-40B4-BE49-F238E27FC236}">
                <a16:creationId xmlns:a16="http://schemas.microsoft.com/office/drawing/2014/main" id="{242D5986-E513-48D8-9872-8C43AE52CFC4}"/>
              </a:ext>
            </a:extLst>
          </p:cNvPr>
          <p:cNvSpPr>
            <a:spLocks/>
          </p:cNvSpPr>
          <p:nvPr/>
        </p:nvSpPr>
        <p:spPr>
          <a:xfrm>
            <a:off x="11759460" y="2536719"/>
            <a:ext cx="140840" cy="251170"/>
          </a:xfrm>
          <a:custGeom>
            <a:pathLst>
              <a:path w="147864" h="263695">
                <a:moveTo>
                  <a:pt x="3111" y="260778"/>
                </a:moveTo>
                <a:cubicBezTo>
                  <a:pt x="6221" y="259423"/>
                  <a:pt x="16303" y="255817"/>
                  <a:pt x="21775" y="252648"/>
                </a:cubicBezTo>
                <a:cubicBezTo>
                  <a:pt x="27246" y="249480"/>
                  <a:pt x="31964" y="245816"/>
                  <a:pt x="35938" y="241768"/>
                </a:cubicBezTo>
                <a:cubicBezTo>
                  <a:pt x="39911" y="237720"/>
                  <a:pt x="42419" y="232841"/>
                  <a:pt x="45615" y="228358"/>
                </a:cubicBezTo>
                <a:cubicBezTo>
                  <a:pt x="48810" y="223875"/>
                  <a:pt x="52149" y="219475"/>
                  <a:pt x="55111" y="214870"/>
                </a:cubicBezTo>
                <a:cubicBezTo>
                  <a:pt x="58073" y="210265"/>
                  <a:pt x="61288" y="205801"/>
                  <a:pt x="63386" y="200730"/>
                </a:cubicBezTo>
                <a:cubicBezTo>
                  <a:pt x="65484" y="195660"/>
                  <a:pt x="65867" y="189657"/>
                  <a:pt x="67699" y="184448"/>
                </a:cubicBezTo>
                <a:cubicBezTo>
                  <a:pt x="69531" y="179240"/>
                  <a:pt x="70833" y="173751"/>
                  <a:pt x="74377" y="169480"/>
                </a:cubicBezTo>
                <a:cubicBezTo>
                  <a:pt x="77921" y="165208"/>
                  <a:pt x="84131" y="162388"/>
                  <a:pt x="88965" y="158820"/>
                </a:cubicBezTo>
                <a:cubicBezTo>
                  <a:pt x="93799" y="155252"/>
                  <a:pt x="100042" y="152449"/>
                  <a:pt x="103380" y="148071"/>
                </a:cubicBezTo>
                <a:cubicBezTo>
                  <a:pt x="106718" y="143693"/>
                  <a:pt x="107677" y="138024"/>
                  <a:pt x="108993" y="132550"/>
                </a:cubicBezTo>
                <a:cubicBezTo>
                  <a:pt x="110308" y="127075"/>
                  <a:pt x="109870" y="120648"/>
                  <a:pt x="111274" y="115223"/>
                </a:cubicBezTo>
                <a:cubicBezTo>
                  <a:pt x="112678" y="109797"/>
                  <a:pt x="115319" y="105046"/>
                  <a:pt x="117416" y="99998"/>
                </a:cubicBezTo>
                <a:cubicBezTo>
                  <a:pt x="119514" y="94951"/>
                  <a:pt x="122157" y="90202"/>
                  <a:pt x="123857" y="84938"/>
                </a:cubicBezTo>
                <a:cubicBezTo>
                  <a:pt x="125558" y="79673"/>
                  <a:pt x="125981" y="73711"/>
                  <a:pt x="127620" y="68412"/>
                </a:cubicBezTo>
                <a:cubicBezTo>
                  <a:pt x="129258" y="63113"/>
                  <a:pt x="131181" y="57967"/>
                  <a:pt x="133690" y="53145"/>
                </a:cubicBezTo>
                <a:cubicBezTo>
                  <a:pt x="136199" y="48322"/>
                  <a:pt x="140370" y="44414"/>
                  <a:pt x="142674" y="39478"/>
                </a:cubicBezTo>
                <a:cubicBezTo>
                  <a:pt x="144978" y="34542"/>
                  <a:pt x="147166" y="29548"/>
                  <a:pt x="147515" y="23529"/>
                </a:cubicBezTo>
                <a:cubicBezTo>
                  <a:pt x="147864" y="17509"/>
                  <a:pt x="145225" y="6722"/>
                  <a:pt x="144768" y="3361"/>
                </a:cubicBezTo>
                <a:cubicBezTo>
                  <a:pt x="144310" y="0"/>
                  <a:pt x="146990" y="1481"/>
                  <a:pt x="144768" y="3361"/>
                </a:cubicBezTo>
                <a:cubicBezTo>
                  <a:pt x="142545" y="5242"/>
                  <a:pt x="135444" y="10640"/>
                  <a:pt x="131434" y="14644"/>
                </a:cubicBezTo>
                <a:cubicBezTo>
                  <a:pt x="127424" y="18647"/>
                  <a:pt x="123867" y="22906"/>
                  <a:pt x="120708" y="27383"/>
                </a:cubicBezTo>
                <a:cubicBezTo>
                  <a:pt x="117550" y="31860"/>
                  <a:pt x="115066" y="36710"/>
                  <a:pt x="112485" y="41504"/>
                </a:cubicBezTo>
                <a:cubicBezTo>
                  <a:pt x="109903" y="46299"/>
                  <a:pt x="108144" y="51543"/>
                  <a:pt x="105219" y="56149"/>
                </a:cubicBezTo>
                <a:cubicBezTo>
                  <a:pt x="102293" y="60755"/>
                  <a:pt x="99132" y="65230"/>
                  <a:pt x="94932" y="69142"/>
                </a:cubicBezTo>
                <a:cubicBezTo>
                  <a:pt x="90733" y="73053"/>
                  <a:pt x="85154" y="76212"/>
                  <a:pt x="80021" y="79616"/>
                </a:cubicBezTo>
                <a:cubicBezTo>
                  <a:pt x="74887" y="83021"/>
                  <a:pt x="68737" y="85875"/>
                  <a:pt x="64134" y="89570"/>
                </a:cubicBezTo>
                <a:cubicBezTo>
                  <a:pt x="59531" y="93266"/>
                  <a:pt x="55456" y="97251"/>
                  <a:pt x="52403" y="101788"/>
                </a:cubicBezTo>
                <a:cubicBezTo>
                  <a:pt x="49350" y="106325"/>
                  <a:pt x="47667" y="111607"/>
                  <a:pt x="45815" y="116794"/>
                </a:cubicBezTo>
                <a:cubicBezTo>
                  <a:pt x="43964" y="121981"/>
                  <a:pt x="42815" y="127548"/>
                  <a:pt x="41292" y="132910"/>
                </a:cubicBezTo>
                <a:cubicBezTo>
                  <a:pt x="39769" y="138273"/>
                  <a:pt x="38062" y="143533"/>
                  <a:pt x="36679" y="148969"/>
                </a:cubicBezTo>
                <a:cubicBezTo>
                  <a:pt x="35295" y="154405"/>
                  <a:pt x="33931" y="159849"/>
                  <a:pt x="32992" y="165526"/>
                </a:cubicBezTo>
                <a:cubicBezTo>
                  <a:pt x="32054" y="171204"/>
                  <a:pt x="31806" y="177256"/>
                  <a:pt x="31048" y="183035"/>
                </a:cubicBezTo>
                <a:cubicBezTo>
                  <a:pt x="30291" y="188813"/>
                  <a:pt x="29925" y="194811"/>
                  <a:pt x="28447" y="200199"/>
                </a:cubicBezTo>
                <a:cubicBezTo>
                  <a:pt x="26970" y="205587"/>
                  <a:pt x="24744" y="210571"/>
                  <a:pt x="22185" y="215362"/>
                </a:cubicBezTo>
                <a:cubicBezTo>
                  <a:pt x="19626" y="220153"/>
                  <a:pt x="15894" y="224293"/>
                  <a:pt x="13095" y="228945"/>
                </a:cubicBezTo>
                <a:cubicBezTo>
                  <a:pt x="10296" y="233598"/>
                  <a:pt x="7053" y="237971"/>
                  <a:pt x="5389" y="243277"/>
                </a:cubicBezTo>
                <a:cubicBezTo>
                  <a:pt x="3725" y="248582"/>
                  <a:pt x="3490" y="257861"/>
                  <a:pt x="3111" y="260778"/>
                </a:cubicBezTo>
                <a:cubicBezTo>
                  <a:pt x="2731" y="263695"/>
                  <a:pt x="0" y="262133"/>
                  <a:pt x="3111" y="260778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398"/>
                </a:srgbClr>
              </a:gs>
              <a:gs pos="18000">
                <a:srgbClr val="919191">
                  <a:alpha val="6166"/>
                </a:srgbClr>
              </a:gs>
              <a:gs pos="48000">
                <a:srgbClr val="919191">
                  <a:alpha val="9945"/>
                </a:srgbClr>
              </a:gs>
              <a:gs pos="78000">
                <a:srgbClr val="919191">
                  <a:alpha val="7460"/>
                </a:srgbClr>
              </a:gs>
              <a:gs pos="100000">
                <a:srgbClr val="919191">
                  <a:alpha val="447"/>
                </a:srgbClr>
              </a:gs>
            </a:gsLst>
            <a:lin ang="17929442" scaled="0"/>
          </a:gradFill>
          <a:ln w="0">
            <a:noFill/>
            <a:prstDash val="solid"/>
          </a:ln>
        </p:spPr>
      </p:sp>
      <p:sp>
        <p:nvSpPr>
          <p:cNvPr id="810" name="PANEL_A-intermittent-gas-source-0-feather-1_162">
            <a:extLst>
              <a:ext uri="{FF2B5EF4-FFF2-40B4-BE49-F238E27FC236}">
                <a16:creationId xmlns:a16="http://schemas.microsoft.com/office/drawing/2014/main" id="{E709EE81-B1B5-4E13-A1C0-8FC61360B8F1}"/>
              </a:ext>
            </a:extLst>
          </p:cNvPr>
          <p:cNvSpPr>
            <a:spLocks/>
          </p:cNvSpPr>
          <p:nvPr/>
        </p:nvSpPr>
        <p:spPr>
          <a:xfrm>
            <a:off x="11759794" y="2536899"/>
            <a:ext cx="139437" cy="250854"/>
          </a:xfrm>
          <a:custGeom>
            <a:pathLst>
              <a:path w="146391" h="263363">
                <a:moveTo>
                  <a:pt x="2760" y="260589"/>
                </a:moveTo>
                <a:cubicBezTo>
                  <a:pt x="5519" y="259034"/>
                  <a:pt x="14380" y="254723"/>
                  <a:pt x="19317" y="251254"/>
                </a:cubicBezTo>
                <a:cubicBezTo>
                  <a:pt x="24253" y="247786"/>
                  <a:pt x="28622" y="243941"/>
                  <a:pt x="32379" y="239778"/>
                </a:cubicBezTo>
                <a:cubicBezTo>
                  <a:pt x="36136" y="235616"/>
                  <a:pt x="38750" y="230806"/>
                  <a:pt x="41857" y="226280"/>
                </a:cubicBezTo>
                <a:cubicBezTo>
                  <a:pt x="44964" y="221754"/>
                  <a:pt x="48159" y="217279"/>
                  <a:pt x="51019" y="212623"/>
                </a:cubicBezTo>
                <a:cubicBezTo>
                  <a:pt x="53879" y="207967"/>
                  <a:pt x="56897" y="203398"/>
                  <a:pt x="59019" y="198343"/>
                </a:cubicBezTo>
                <a:cubicBezTo>
                  <a:pt x="61140" y="193289"/>
                  <a:pt x="61879" y="187483"/>
                  <a:pt x="63748" y="182297"/>
                </a:cubicBezTo>
                <a:cubicBezTo>
                  <a:pt x="65617" y="177111"/>
                  <a:pt x="67038" y="171687"/>
                  <a:pt x="70233" y="167227"/>
                </a:cubicBezTo>
                <a:cubicBezTo>
                  <a:pt x="73429" y="162767"/>
                  <a:pt x="78690" y="159432"/>
                  <a:pt x="82922" y="155537"/>
                </a:cubicBezTo>
                <a:cubicBezTo>
                  <a:pt x="87153" y="151642"/>
                  <a:pt x="92497" y="148352"/>
                  <a:pt x="95623" y="143858"/>
                </a:cubicBezTo>
                <a:cubicBezTo>
                  <a:pt x="98750" y="139365"/>
                  <a:pt x="100056" y="133885"/>
                  <a:pt x="101680" y="128576"/>
                </a:cubicBezTo>
                <a:cubicBezTo>
                  <a:pt x="103303" y="123268"/>
                  <a:pt x="103606" y="117243"/>
                  <a:pt x="105364" y="112009"/>
                </a:cubicBezTo>
                <a:cubicBezTo>
                  <a:pt x="107122" y="106775"/>
                  <a:pt x="109891" y="102091"/>
                  <a:pt x="112227" y="97172"/>
                </a:cubicBezTo>
                <a:cubicBezTo>
                  <a:pt x="114563" y="92254"/>
                  <a:pt x="117355" y="87584"/>
                  <a:pt x="119382" y="82496"/>
                </a:cubicBezTo>
                <a:cubicBezTo>
                  <a:pt x="121408" y="77409"/>
                  <a:pt x="122443" y="71779"/>
                  <a:pt x="124386" y="66645"/>
                </a:cubicBezTo>
                <a:cubicBezTo>
                  <a:pt x="126329" y="61511"/>
                  <a:pt x="128474" y="56486"/>
                  <a:pt x="131038" y="51692"/>
                </a:cubicBezTo>
                <a:cubicBezTo>
                  <a:pt x="133602" y="46899"/>
                  <a:pt x="137426" y="42798"/>
                  <a:pt x="139771" y="37884"/>
                </a:cubicBezTo>
                <a:cubicBezTo>
                  <a:pt x="142117" y="32970"/>
                  <a:pt x="144338" y="27991"/>
                  <a:pt x="145112" y="22206"/>
                </a:cubicBezTo>
                <a:cubicBezTo>
                  <a:pt x="145886" y="16421"/>
                  <a:pt x="144532" y="6345"/>
                  <a:pt x="144416" y="3172"/>
                </a:cubicBezTo>
                <a:cubicBezTo>
                  <a:pt x="144301" y="0"/>
                  <a:pt x="146391" y="1155"/>
                  <a:pt x="144416" y="3172"/>
                </a:cubicBezTo>
                <a:cubicBezTo>
                  <a:pt x="142442" y="5190"/>
                  <a:pt x="136199" y="11063"/>
                  <a:pt x="132569" y="15276"/>
                </a:cubicBezTo>
                <a:cubicBezTo>
                  <a:pt x="128939" y="19489"/>
                  <a:pt x="125650" y="23894"/>
                  <a:pt x="122638" y="28450"/>
                </a:cubicBezTo>
                <a:cubicBezTo>
                  <a:pt x="119626" y="33006"/>
                  <a:pt x="117118" y="37841"/>
                  <a:pt x="114497" y="42613"/>
                </a:cubicBezTo>
                <a:cubicBezTo>
                  <a:pt x="111877" y="47384"/>
                  <a:pt x="109860" y="52486"/>
                  <a:pt x="106913" y="57080"/>
                </a:cubicBezTo>
                <a:cubicBezTo>
                  <a:pt x="103967" y="61674"/>
                  <a:pt x="100796" y="66143"/>
                  <a:pt x="96820" y="70175"/>
                </a:cubicBezTo>
                <a:cubicBezTo>
                  <a:pt x="92844" y="74208"/>
                  <a:pt x="87763" y="77637"/>
                  <a:pt x="83058" y="81275"/>
                </a:cubicBezTo>
                <a:cubicBezTo>
                  <a:pt x="78354" y="84912"/>
                  <a:pt x="72848" y="88116"/>
                  <a:pt x="68595" y="92000"/>
                </a:cubicBezTo>
                <a:cubicBezTo>
                  <a:pt x="64342" y="95885"/>
                  <a:pt x="60518" y="100005"/>
                  <a:pt x="57539" y="104582"/>
                </a:cubicBezTo>
                <a:cubicBezTo>
                  <a:pt x="54561" y="109159"/>
                  <a:pt x="52690" y="114338"/>
                  <a:pt x="50723" y="119462"/>
                </a:cubicBezTo>
                <a:cubicBezTo>
                  <a:pt x="48756" y="124587"/>
                  <a:pt x="47386" y="130033"/>
                  <a:pt x="45737" y="135328"/>
                </a:cubicBezTo>
                <a:cubicBezTo>
                  <a:pt x="44088" y="140622"/>
                  <a:pt x="42339" y="145860"/>
                  <a:pt x="40829" y="151229"/>
                </a:cubicBezTo>
                <a:cubicBezTo>
                  <a:pt x="39319" y="156597"/>
                  <a:pt x="37849" y="161985"/>
                  <a:pt x="36676" y="167538"/>
                </a:cubicBezTo>
                <a:cubicBezTo>
                  <a:pt x="35504" y="173090"/>
                  <a:pt x="34871" y="178934"/>
                  <a:pt x="33795" y="184541"/>
                </a:cubicBezTo>
                <a:cubicBezTo>
                  <a:pt x="32719" y="190148"/>
                  <a:pt x="31924" y="195912"/>
                  <a:pt x="30221" y="201179"/>
                </a:cubicBezTo>
                <a:cubicBezTo>
                  <a:pt x="28519" y="206446"/>
                  <a:pt x="26192" y="211376"/>
                  <a:pt x="23582" y="216143"/>
                </a:cubicBezTo>
                <a:cubicBezTo>
                  <a:pt x="20972" y="220909"/>
                  <a:pt x="17403" y="225143"/>
                  <a:pt x="14562" y="229777"/>
                </a:cubicBezTo>
                <a:cubicBezTo>
                  <a:pt x="11721" y="234410"/>
                  <a:pt x="8503" y="238809"/>
                  <a:pt x="6536" y="243945"/>
                </a:cubicBezTo>
                <a:cubicBezTo>
                  <a:pt x="4569" y="249080"/>
                  <a:pt x="3389" y="257815"/>
                  <a:pt x="2760" y="260589"/>
                </a:cubicBezTo>
                <a:cubicBezTo>
                  <a:pt x="2130" y="263363"/>
                  <a:pt x="0" y="262145"/>
                  <a:pt x="2760" y="260589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530"/>
                </a:srgbClr>
              </a:gs>
              <a:gs pos="18000">
                <a:srgbClr val="767676">
                  <a:alpha val="8221"/>
                </a:srgbClr>
              </a:gs>
              <a:gs pos="48000">
                <a:srgbClr val="767676">
                  <a:alpha val="13260"/>
                </a:srgbClr>
              </a:gs>
              <a:gs pos="78000">
                <a:srgbClr val="767676">
                  <a:alpha val="9945"/>
                </a:srgbClr>
              </a:gs>
              <a:gs pos="100000">
                <a:srgbClr val="767676">
                  <a:alpha val="597"/>
                </a:srgbClr>
              </a:gs>
            </a:gsLst>
            <a:lin ang="17929442" scaled="0"/>
          </a:gradFill>
          <a:ln w="0">
            <a:noFill/>
            <a:prstDash val="solid"/>
          </a:ln>
        </p:spPr>
      </p:sp>
      <p:sp>
        <p:nvSpPr>
          <p:cNvPr id="811" name="PANEL_A-intermittent-gas-source-0-feather-2_163">
            <a:extLst>
              <a:ext uri="{FF2B5EF4-FFF2-40B4-BE49-F238E27FC236}">
                <a16:creationId xmlns:a16="http://schemas.microsoft.com/office/drawing/2014/main" id="{2C62861E-E3D7-49A3-AB5F-D10C1CEB8D6C}"/>
              </a:ext>
            </a:extLst>
          </p:cNvPr>
          <p:cNvSpPr>
            <a:spLocks/>
          </p:cNvSpPr>
          <p:nvPr/>
        </p:nvSpPr>
        <p:spPr>
          <a:xfrm>
            <a:off x="11760159" y="2537095"/>
            <a:ext cx="138815" cy="250509"/>
          </a:xfrm>
          <a:custGeom>
            <a:pathLst>
              <a:path w="145738" h="263002">
                <a:moveTo>
                  <a:pt x="2376" y="260383"/>
                </a:moveTo>
                <a:cubicBezTo>
                  <a:pt x="4753" y="258608"/>
                  <a:pt x="12282" y="253530"/>
                  <a:pt x="16635" y="249734"/>
                </a:cubicBezTo>
                <a:cubicBezTo>
                  <a:pt x="20989" y="245938"/>
                  <a:pt x="24976" y="241895"/>
                  <a:pt x="28497" y="237608"/>
                </a:cubicBezTo>
                <a:cubicBezTo>
                  <a:pt x="32017" y="233321"/>
                  <a:pt x="34748" y="228585"/>
                  <a:pt x="37758" y="224012"/>
                </a:cubicBezTo>
                <a:cubicBezTo>
                  <a:pt x="40767" y="219439"/>
                  <a:pt x="43806" y="214883"/>
                  <a:pt x="46555" y="210171"/>
                </a:cubicBezTo>
                <a:cubicBezTo>
                  <a:pt x="49305" y="205459"/>
                  <a:pt x="52107" y="200777"/>
                  <a:pt x="54254" y="195740"/>
                </a:cubicBezTo>
                <a:cubicBezTo>
                  <a:pt x="56401" y="190703"/>
                  <a:pt x="57528" y="185111"/>
                  <a:pt x="59438" y="179949"/>
                </a:cubicBezTo>
                <a:cubicBezTo>
                  <a:pt x="61347" y="174788"/>
                  <a:pt x="62898" y="169435"/>
                  <a:pt x="65713" y="164770"/>
                </a:cubicBezTo>
                <a:cubicBezTo>
                  <a:pt x="68528" y="160104"/>
                  <a:pt x="72754" y="156207"/>
                  <a:pt x="76329" y="151956"/>
                </a:cubicBezTo>
                <a:cubicBezTo>
                  <a:pt x="79904" y="147705"/>
                  <a:pt x="84266" y="143882"/>
                  <a:pt x="87162" y="139263"/>
                </a:cubicBezTo>
                <a:cubicBezTo>
                  <a:pt x="90057" y="134644"/>
                  <a:pt x="91742" y="129368"/>
                  <a:pt x="93702" y="124242"/>
                </a:cubicBezTo>
                <a:cubicBezTo>
                  <a:pt x="95661" y="119115"/>
                  <a:pt x="96773" y="113529"/>
                  <a:pt x="98918" y="108503"/>
                </a:cubicBezTo>
                <a:cubicBezTo>
                  <a:pt x="101062" y="103478"/>
                  <a:pt x="103969" y="98868"/>
                  <a:pt x="106566" y="94090"/>
                </a:cubicBezTo>
                <a:cubicBezTo>
                  <a:pt x="109163" y="89311"/>
                  <a:pt x="112117" y="84728"/>
                  <a:pt x="114499" y="79833"/>
                </a:cubicBezTo>
                <a:cubicBezTo>
                  <a:pt x="116881" y="74938"/>
                  <a:pt x="118584" y="69672"/>
                  <a:pt x="120859" y="64718"/>
                </a:cubicBezTo>
                <a:cubicBezTo>
                  <a:pt x="123133" y="59764"/>
                  <a:pt x="125520" y="54870"/>
                  <a:pt x="128144" y="50108"/>
                </a:cubicBezTo>
                <a:cubicBezTo>
                  <a:pt x="130768" y="45346"/>
                  <a:pt x="134214" y="41036"/>
                  <a:pt x="136605" y="36145"/>
                </a:cubicBezTo>
                <a:cubicBezTo>
                  <a:pt x="138996" y="31255"/>
                  <a:pt x="141253" y="26293"/>
                  <a:pt x="142491" y="20763"/>
                </a:cubicBezTo>
                <a:cubicBezTo>
                  <a:pt x="143729" y="15234"/>
                  <a:pt x="143776" y="5932"/>
                  <a:pt x="144033" y="2966"/>
                </a:cubicBezTo>
                <a:cubicBezTo>
                  <a:pt x="144290" y="0"/>
                  <a:pt x="145738" y="800"/>
                  <a:pt x="144033" y="2966"/>
                </a:cubicBezTo>
                <a:cubicBezTo>
                  <a:pt x="142329" y="5133"/>
                  <a:pt x="137022" y="11524"/>
                  <a:pt x="133807" y="15966"/>
                </a:cubicBezTo>
                <a:cubicBezTo>
                  <a:pt x="130592" y="20407"/>
                  <a:pt x="127596" y="24971"/>
                  <a:pt x="124743" y="29614"/>
                </a:cubicBezTo>
                <a:cubicBezTo>
                  <a:pt x="121891" y="34257"/>
                  <a:pt x="119357" y="39075"/>
                  <a:pt x="116693" y="43822"/>
                </a:cubicBezTo>
                <a:cubicBezTo>
                  <a:pt x="114029" y="48569"/>
                  <a:pt x="111731" y="53516"/>
                  <a:pt x="108762" y="58096"/>
                </a:cubicBezTo>
                <a:cubicBezTo>
                  <a:pt x="105793" y="62676"/>
                  <a:pt x="102611" y="67138"/>
                  <a:pt x="98880" y="71303"/>
                </a:cubicBezTo>
                <a:cubicBezTo>
                  <a:pt x="95148" y="75468"/>
                  <a:pt x="90609" y="79192"/>
                  <a:pt x="86373" y="83084"/>
                </a:cubicBezTo>
                <a:cubicBezTo>
                  <a:pt x="82136" y="86975"/>
                  <a:pt x="77333" y="90560"/>
                  <a:pt x="73462" y="94651"/>
                </a:cubicBezTo>
                <a:cubicBezTo>
                  <a:pt x="69590" y="98742"/>
                  <a:pt x="66041" y="103010"/>
                  <a:pt x="63143" y="107631"/>
                </a:cubicBezTo>
                <a:cubicBezTo>
                  <a:pt x="60246" y="112251"/>
                  <a:pt x="58170" y="117318"/>
                  <a:pt x="56077" y="122373"/>
                </a:cubicBezTo>
                <a:cubicBezTo>
                  <a:pt x="53984" y="127429"/>
                  <a:pt x="52372" y="132745"/>
                  <a:pt x="50585" y="137965"/>
                </a:cubicBezTo>
                <a:cubicBezTo>
                  <a:pt x="48799" y="143185"/>
                  <a:pt x="47004" y="148400"/>
                  <a:pt x="45356" y="153694"/>
                </a:cubicBezTo>
                <a:cubicBezTo>
                  <a:pt x="43707" y="158988"/>
                  <a:pt x="42123" y="164317"/>
                  <a:pt x="40696" y="169732"/>
                </a:cubicBezTo>
                <a:cubicBezTo>
                  <a:pt x="39268" y="175147"/>
                  <a:pt x="38215" y="180765"/>
                  <a:pt x="36792" y="186184"/>
                </a:cubicBezTo>
                <a:cubicBezTo>
                  <a:pt x="35368" y="191604"/>
                  <a:pt x="34104" y="197114"/>
                  <a:pt x="32157" y="202249"/>
                </a:cubicBezTo>
                <a:cubicBezTo>
                  <a:pt x="30209" y="207384"/>
                  <a:pt x="27771" y="212255"/>
                  <a:pt x="25105" y="216994"/>
                </a:cubicBezTo>
                <a:cubicBezTo>
                  <a:pt x="22440" y="221733"/>
                  <a:pt x="19048" y="226071"/>
                  <a:pt x="16162" y="230684"/>
                </a:cubicBezTo>
                <a:cubicBezTo>
                  <a:pt x="13275" y="235297"/>
                  <a:pt x="10085" y="239723"/>
                  <a:pt x="7787" y="244673"/>
                </a:cubicBezTo>
                <a:cubicBezTo>
                  <a:pt x="5490" y="249623"/>
                  <a:pt x="3278" y="257765"/>
                  <a:pt x="2376" y="260383"/>
                </a:cubicBezTo>
                <a:cubicBezTo>
                  <a:pt x="1475" y="263002"/>
                  <a:pt x="0" y="262158"/>
                  <a:pt x="2376" y="260383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680"/>
                </a:srgbClr>
              </a:gs>
              <a:gs pos="18000">
                <a:srgbClr val="767676">
                  <a:alpha val="10550"/>
                </a:srgbClr>
              </a:gs>
              <a:gs pos="48000">
                <a:srgbClr val="767676">
                  <a:alpha val="17017"/>
                </a:srgbClr>
              </a:gs>
              <a:gs pos="78000">
                <a:srgbClr val="767676">
                  <a:alpha val="12764"/>
                </a:srgbClr>
              </a:gs>
              <a:gs pos="100000">
                <a:srgbClr val="767676">
                  <a:alpha val="765"/>
                </a:srgbClr>
              </a:gs>
            </a:gsLst>
            <a:lin ang="17929442" scaled="0"/>
          </a:gradFill>
          <a:ln w="0">
            <a:noFill/>
            <a:prstDash val="solid"/>
          </a:ln>
        </p:spPr>
      </p:sp>
      <p:sp>
        <p:nvSpPr>
          <p:cNvPr id="812" name="PANEL_A-intermittent-gas-source-0-feather-3_164">
            <a:extLst>
              <a:ext uri="{FF2B5EF4-FFF2-40B4-BE49-F238E27FC236}">
                <a16:creationId xmlns:a16="http://schemas.microsoft.com/office/drawing/2014/main" id="{DB618DDA-9863-4C1E-AC8A-0A2E93E7B52B}"/>
              </a:ext>
            </a:extLst>
          </p:cNvPr>
          <p:cNvSpPr>
            <a:spLocks/>
          </p:cNvSpPr>
          <p:nvPr/>
        </p:nvSpPr>
        <p:spPr>
          <a:xfrm>
            <a:off x="11760524" y="2537291"/>
            <a:ext cx="138193" cy="250164"/>
          </a:xfrm>
          <a:custGeom>
            <a:pathLst>
              <a:path w="145084" h="262640">
                <a:moveTo>
                  <a:pt x="1993" y="260177"/>
                </a:moveTo>
                <a:cubicBezTo>
                  <a:pt x="3987" y="258183"/>
                  <a:pt x="10184" y="252336"/>
                  <a:pt x="13954" y="248213"/>
                </a:cubicBezTo>
                <a:cubicBezTo>
                  <a:pt x="17724" y="244090"/>
                  <a:pt x="21330" y="239849"/>
                  <a:pt x="24614" y="235438"/>
                </a:cubicBezTo>
                <a:cubicBezTo>
                  <a:pt x="27898" y="231026"/>
                  <a:pt x="30745" y="226364"/>
                  <a:pt x="33658" y="221745"/>
                </a:cubicBezTo>
                <a:cubicBezTo>
                  <a:pt x="36571" y="217125"/>
                  <a:pt x="39453" y="212488"/>
                  <a:pt x="42091" y="207720"/>
                </a:cubicBezTo>
                <a:cubicBezTo>
                  <a:pt x="44730" y="202952"/>
                  <a:pt x="47317" y="198156"/>
                  <a:pt x="49490" y="193136"/>
                </a:cubicBezTo>
                <a:cubicBezTo>
                  <a:pt x="51662" y="188116"/>
                  <a:pt x="53177" y="182739"/>
                  <a:pt x="55127" y="177602"/>
                </a:cubicBezTo>
                <a:cubicBezTo>
                  <a:pt x="57078" y="172465"/>
                  <a:pt x="58758" y="167184"/>
                  <a:pt x="61192" y="162313"/>
                </a:cubicBezTo>
                <a:cubicBezTo>
                  <a:pt x="63627" y="157442"/>
                  <a:pt x="66818" y="152983"/>
                  <a:pt x="69736" y="148375"/>
                </a:cubicBezTo>
                <a:cubicBezTo>
                  <a:pt x="72654" y="143768"/>
                  <a:pt x="76035" y="139412"/>
                  <a:pt x="78700" y="134667"/>
                </a:cubicBezTo>
                <a:cubicBezTo>
                  <a:pt x="81364" y="129923"/>
                  <a:pt x="83429" y="124852"/>
                  <a:pt x="85724" y="119907"/>
                </a:cubicBezTo>
                <a:cubicBezTo>
                  <a:pt x="88019" y="114962"/>
                  <a:pt x="89941" y="109814"/>
                  <a:pt x="92471" y="104997"/>
                </a:cubicBezTo>
                <a:cubicBezTo>
                  <a:pt x="95001" y="100181"/>
                  <a:pt x="98048" y="95645"/>
                  <a:pt x="100905" y="91007"/>
                </a:cubicBezTo>
                <a:cubicBezTo>
                  <a:pt x="103763" y="86369"/>
                  <a:pt x="106879" y="81872"/>
                  <a:pt x="109616" y="77170"/>
                </a:cubicBezTo>
                <a:cubicBezTo>
                  <a:pt x="112354" y="72467"/>
                  <a:pt x="114725" y="67565"/>
                  <a:pt x="117331" y="62790"/>
                </a:cubicBezTo>
                <a:cubicBezTo>
                  <a:pt x="119937" y="58016"/>
                  <a:pt x="122566" y="53254"/>
                  <a:pt x="125250" y="48524"/>
                </a:cubicBezTo>
                <a:cubicBezTo>
                  <a:pt x="127935" y="43793"/>
                  <a:pt x="131002" y="39274"/>
                  <a:pt x="133438" y="34407"/>
                </a:cubicBezTo>
                <a:cubicBezTo>
                  <a:pt x="135875" y="29539"/>
                  <a:pt x="138167" y="24595"/>
                  <a:pt x="139869" y="19321"/>
                </a:cubicBezTo>
                <a:cubicBezTo>
                  <a:pt x="141571" y="14046"/>
                  <a:pt x="143020" y="5520"/>
                  <a:pt x="143650" y="2760"/>
                </a:cubicBezTo>
                <a:cubicBezTo>
                  <a:pt x="144280" y="0"/>
                  <a:pt x="145084" y="444"/>
                  <a:pt x="143650" y="2760"/>
                </a:cubicBezTo>
                <a:cubicBezTo>
                  <a:pt x="142216" y="5076"/>
                  <a:pt x="137846" y="11986"/>
                  <a:pt x="135045" y="16655"/>
                </a:cubicBezTo>
                <a:cubicBezTo>
                  <a:pt x="132245" y="21325"/>
                  <a:pt x="129541" y="26049"/>
                  <a:pt x="126849" y="30778"/>
                </a:cubicBezTo>
                <a:cubicBezTo>
                  <a:pt x="124156" y="35507"/>
                  <a:pt x="121595" y="40309"/>
                  <a:pt x="118889" y="45032"/>
                </a:cubicBezTo>
                <a:cubicBezTo>
                  <a:pt x="116182" y="49754"/>
                  <a:pt x="113602" y="54545"/>
                  <a:pt x="110611" y="59111"/>
                </a:cubicBezTo>
                <a:cubicBezTo>
                  <a:pt x="107619" y="63678"/>
                  <a:pt x="104426" y="68134"/>
                  <a:pt x="100939" y="72431"/>
                </a:cubicBezTo>
                <a:cubicBezTo>
                  <a:pt x="97452" y="76728"/>
                  <a:pt x="93455" y="80747"/>
                  <a:pt x="89687" y="84892"/>
                </a:cubicBezTo>
                <a:cubicBezTo>
                  <a:pt x="85918" y="89038"/>
                  <a:pt x="81819" y="93004"/>
                  <a:pt x="78329" y="97302"/>
                </a:cubicBezTo>
                <a:cubicBezTo>
                  <a:pt x="74839" y="101599"/>
                  <a:pt x="71563" y="106015"/>
                  <a:pt x="68747" y="110679"/>
                </a:cubicBezTo>
                <a:cubicBezTo>
                  <a:pt x="65931" y="115343"/>
                  <a:pt x="63649" y="120297"/>
                  <a:pt x="61430" y="125284"/>
                </a:cubicBezTo>
                <a:cubicBezTo>
                  <a:pt x="59212" y="130271"/>
                  <a:pt x="57359" y="135456"/>
                  <a:pt x="55434" y="140602"/>
                </a:cubicBezTo>
                <a:cubicBezTo>
                  <a:pt x="53510" y="145748"/>
                  <a:pt x="51669" y="150939"/>
                  <a:pt x="49883" y="156159"/>
                </a:cubicBezTo>
                <a:cubicBezTo>
                  <a:pt x="48096" y="161380"/>
                  <a:pt x="46397" y="166648"/>
                  <a:pt x="44715" y="171926"/>
                </a:cubicBezTo>
                <a:cubicBezTo>
                  <a:pt x="43033" y="177204"/>
                  <a:pt x="41559" y="182595"/>
                  <a:pt x="39788" y="187827"/>
                </a:cubicBezTo>
                <a:cubicBezTo>
                  <a:pt x="38018" y="193059"/>
                  <a:pt x="36285" y="198315"/>
                  <a:pt x="34092" y="203318"/>
                </a:cubicBezTo>
                <a:cubicBezTo>
                  <a:pt x="31899" y="208321"/>
                  <a:pt x="29351" y="213134"/>
                  <a:pt x="26629" y="217846"/>
                </a:cubicBezTo>
                <a:cubicBezTo>
                  <a:pt x="23907" y="222558"/>
                  <a:pt x="20693" y="226998"/>
                  <a:pt x="17762" y="231591"/>
                </a:cubicBezTo>
                <a:cubicBezTo>
                  <a:pt x="14830" y="236184"/>
                  <a:pt x="11666" y="240637"/>
                  <a:pt x="9038" y="245402"/>
                </a:cubicBezTo>
                <a:cubicBezTo>
                  <a:pt x="6410" y="250166"/>
                  <a:pt x="3168" y="257715"/>
                  <a:pt x="1993" y="260177"/>
                </a:cubicBezTo>
                <a:cubicBezTo>
                  <a:pt x="819" y="262640"/>
                  <a:pt x="0" y="262171"/>
                  <a:pt x="1993" y="26017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796"/>
                </a:srgbClr>
              </a:gs>
              <a:gs pos="18000">
                <a:srgbClr val="767676">
                  <a:alpha val="12332"/>
                </a:srgbClr>
              </a:gs>
              <a:gs pos="48000">
                <a:srgbClr val="767676">
                  <a:alpha val="19890"/>
                </a:srgbClr>
              </a:gs>
              <a:gs pos="78000">
                <a:srgbClr val="767676">
                  <a:alpha val="14918"/>
                </a:srgbClr>
              </a:gs>
              <a:gs pos="100000">
                <a:srgbClr val="767676">
                  <a:alpha val="894"/>
                </a:srgbClr>
              </a:gs>
            </a:gsLst>
            <a:lin ang="17929442" scaled="0"/>
          </a:gradFill>
          <a:ln w="0">
            <a:noFill/>
            <a:prstDash val="solid"/>
          </a:ln>
        </p:spPr>
      </p:sp>
      <p:sp>
        <p:nvSpPr>
          <p:cNvPr id="813" name="PANEL_A-intermittent-gas-core-0-feather-0_165">
            <a:extLst>
              <a:ext uri="{FF2B5EF4-FFF2-40B4-BE49-F238E27FC236}">
                <a16:creationId xmlns:a16="http://schemas.microsoft.com/office/drawing/2014/main" id="{751D0329-3015-491F-B4D9-1E78FE5516C3}"/>
              </a:ext>
            </a:extLst>
          </p:cNvPr>
          <p:cNvSpPr>
            <a:spLocks/>
          </p:cNvSpPr>
          <p:nvPr/>
        </p:nvSpPr>
        <p:spPr>
          <a:xfrm>
            <a:off x="11867884" y="2304315"/>
            <a:ext cx="193898" cy="247852"/>
          </a:xfrm>
          <a:custGeom>
            <a:pathLst>
              <a:path w="203567" h="260212">
                <a:moveTo>
                  <a:pt x="27463" y="253623"/>
                </a:moveTo>
                <a:cubicBezTo>
                  <a:pt x="34813" y="254672"/>
                  <a:pt x="60132" y="259615"/>
                  <a:pt x="71561" y="259913"/>
                </a:cubicBezTo>
                <a:cubicBezTo>
                  <a:pt x="82989" y="260212"/>
                  <a:pt x="90559" y="258405"/>
                  <a:pt x="96033" y="255416"/>
                </a:cubicBezTo>
                <a:cubicBezTo>
                  <a:pt x="101508" y="252427"/>
                  <a:pt x="101325" y="246294"/>
                  <a:pt x="104405" y="241980"/>
                </a:cubicBezTo>
                <a:cubicBezTo>
                  <a:pt x="107485" y="237666"/>
                  <a:pt x="111059" y="233630"/>
                  <a:pt x="114515" y="229534"/>
                </a:cubicBezTo>
                <a:cubicBezTo>
                  <a:pt x="117971" y="225437"/>
                  <a:pt x="123137" y="222315"/>
                  <a:pt x="125142" y="217401"/>
                </a:cubicBezTo>
                <a:cubicBezTo>
                  <a:pt x="127147" y="212486"/>
                  <a:pt x="124746" y="205074"/>
                  <a:pt x="126544" y="200046"/>
                </a:cubicBezTo>
                <a:cubicBezTo>
                  <a:pt x="128342" y="195019"/>
                  <a:pt x="129050" y="189342"/>
                  <a:pt x="135933" y="187235"/>
                </a:cubicBezTo>
                <a:cubicBezTo>
                  <a:pt x="142815" y="185129"/>
                  <a:pt x="157978" y="187768"/>
                  <a:pt x="167841" y="187407"/>
                </a:cubicBezTo>
                <a:cubicBezTo>
                  <a:pt x="177703" y="187045"/>
                  <a:pt x="191087" y="188775"/>
                  <a:pt x="195107" y="185067"/>
                </a:cubicBezTo>
                <a:cubicBezTo>
                  <a:pt x="199127" y="181358"/>
                  <a:pt x="194559" y="172713"/>
                  <a:pt x="191959" y="165156"/>
                </a:cubicBezTo>
                <a:cubicBezTo>
                  <a:pt x="189360" y="157599"/>
                  <a:pt x="180986" y="146647"/>
                  <a:pt x="179510" y="139724"/>
                </a:cubicBezTo>
                <a:cubicBezTo>
                  <a:pt x="178034" y="132801"/>
                  <a:pt x="181250" y="128600"/>
                  <a:pt x="183104" y="123617"/>
                </a:cubicBezTo>
                <a:cubicBezTo>
                  <a:pt x="184957" y="118634"/>
                  <a:pt x="189539" y="115270"/>
                  <a:pt x="190633" y="109826"/>
                </a:cubicBezTo>
                <a:cubicBezTo>
                  <a:pt x="191727" y="104382"/>
                  <a:pt x="189222" y="96792"/>
                  <a:pt x="189666" y="90954"/>
                </a:cubicBezTo>
                <a:cubicBezTo>
                  <a:pt x="190110" y="85115"/>
                  <a:pt x="191107" y="79588"/>
                  <a:pt x="193297" y="74796"/>
                </a:cubicBezTo>
                <a:cubicBezTo>
                  <a:pt x="195486" y="70003"/>
                  <a:pt x="202042" y="67875"/>
                  <a:pt x="202805" y="62198"/>
                </a:cubicBezTo>
                <a:cubicBezTo>
                  <a:pt x="203567" y="56521"/>
                  <a:pt x="203087" y="50132"/>
                  <a:pt x="197872" y="40736"/>
                </a:cubicBezTo>
                <a:cubicBezTo>
                  <a:pt x="192657" y="31340"/>
                  <a:pt x="175906" y="11639"/>
                  <a:pt x="171513" y="5819"/>
                </a:cubicBezTo>
                <a:cubicBezTo>
                  <a:pt x="167120" y="0"/>
                  <a:pt x="176095" y="5522"/>
                  <a:pt x="171513" y="5819"/>
                </a:cubicBezTo>
                <a:cubicBezTo>
                  <a:pt x="166932" y="6117"/>
                  <a:pt x="151686" y="6058"/>
                  <a:pt x="144026" y="7605"/>
                </a:cubicBezTo>
                <a:cubicBezTo>
                  <a:pt x="136365" y="9152"/>
                  <a:pt x="130059" y="11588"/>
                  <a:pt x="125552" y="15103"/>
                </a:cubicBezTo>
                <a:cubicBezTo>
                  <a:pt x="121046" y="18619"/>
                  <a:pt x="118934" y="23623"/>
                  <a:pt x="116988" y="28696"/>
                </a:cubicBezTo>
                <a:cubicBezTo>
                  <a:pt x="115041" y="33770"/>
                  <a:pt x="116295" y="40760"/>
                  <a:pt x="113873" y="45542"/>
                </a:cubicBezTo>
                <a:cubicBezTo>
                  <a:pt x="111451" y="50325"/>
                  <a:pt x="108867" y="54977"/>
                  <a:pt x="102455" y="57391"/>
                </a:cubicBezTo>
                <a:cubicBezTo>
                  <a:pt x="96043" y="59806"/>
                  <a:pt x="85445" y="59728"/>
                  <a:pt x="75399" y="60030"/>
                </a:cubicBezTo>
                <a:cubicBezTo>
                  <a:pt x="65353" y="60332"/>
                  <a:pt x="51703" y="58545"/>
                  <a:pt x="42181" y="59203"/>
                </a:cubicBezTo>
                <a:cubicBezTo>
                  <a:pt x="32660" y="59862"/>
                  <a:pt x="24014" y="61082"/>
                  <a:pt x="18271" y="63981"/>
                </a:cubicBezTo>
                <a:cubicBezTo>
                  <a:pt x="12528" y="66879"/>
                  <a:pt x="10256" y="71823"/>
                  <a:pt x="7722" y="76594"/>
                </a:cubicBezTo>
                <a:cubicBezTo>
                  <a:pt x="5187" y="81366"/>
                  <a:pt x="4310" y="87101"/>
                  <a:pt x="3063" y="92608"/>
                </a:cubicBezTo>
                <a:cubicBezTo>
                  <a:pt x="1815" y="98116"/>
                  <a:pt x="0" y="103303"/>
                  <a:pt x="237" y="109641"/>
                </a:cubicBezTo>
                <a:cubicBezTo>
                  <a:pt x="475" y="115980"/>
                  <a:pt x="1436" y="122730"/>
                  <a:pt x="4487" y="130638"/>
                </a:cubicBezTo>
                <a:cubicBezTo>
                  <a:pt x="7538" y="138545"/>
                  <a:pt x="13805" y="148264"/>
                  <a:pt x="18542" y="157088"/>
                </a:cubicBezTo>
                <a:cubicBezTo>
                  <a:pt x="23279" y="165912"/>
                  <a:pt x="30133" y="175900"/>
                  <a:pt x="32908" y="183583"/>
                </a:cubicBezTo>
                <a:cubicBezTo>
                  <a:pt x="35683" y="191266"/>
                  <a:pt x="36338" y="197725"/>
                  <a:pt x="35193" y="203186"/>
                </a:cubicBezTo>
                <a:cubicBezTo>
                  <a:pt x="34047" y="208647"/>
                  <a:pt x="28784" y="211793"/>
                  <a:pt x="26034" y="216350"/>
                </a:cubicBezTo>
                <a:cubicBezTo>
                  <a:pt x="23284" y="220907"/>
                  <a:pt x="18455" y="224316"/>
                  <a:pt x="18693" y="230528"/>
                </a:cubicBezTo>
                <a:cubicBezTo>
                  <a:pt x="18931" y="236740"/>
                  <a:pt x="26002" y="249774"/>
                  <a:pt x="27463" y="253623"/>
                </a:cubicBezTo>
                <a:cubicBezTo>
                  <a:pt x="28925" y="257472"/>
                  <a:pt x="20114" y="252575"/>
                  <a:pt x="27463" y="253623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304"/>
                </a:srgbClr>
              </a:gs>
              <a:gs pos="18000">
                <a:srgbClr val="919191">
                  <a:alpha val="4723"/>
                </a:srgbClr>
              </a:gs>
              <a:gs pos="48000">
                <a:srgbClr val="919191">
                  <a:alpha val="7618"/>
                </a:srgbClr>
              </a:gs>
              <a:gs pos="78000">
                <a:srgbClr val="919191">
                  <a:alpha val="5714"/>
                </a:srgbClr>
              </a:gs>
              <a:gs pos="100000">
                <a:srgbClr val="919191">
                  <a:alpha val="343"/>
                </a:srgbClr>
              </a:gs>
            </a:gsLst>
            <a:lin ang="18010185" scaled="0"/>
          </a:gradFill>
          <a:ln w="0">
            <a:noFill/>
            <a:prstDash val="solid"/>
          </a:ln>
        </p:spPr>
      </p:sp>
      <p:sp>
        <p:nvSpPr>
          <p:cNvPr id="814" name="PANEL_A-intermittent-gas-core-0-feather-1_166">
            <a:extLst>
              <a:ext uri="{FF2B5EF4-FFF2-40B4-BE49-F238E27FC236}">
                <a16:creationId xmlns:a16="http://schemas.microsoft.com/office/drawing/2014/main" id="{82BB3604-C04B-4739-8067-61E8C4A97DE5}"/>
              </a:ext>
            </a:extLst>
          </p:cNvPr>
          <p:cNvSpPr>
            <a:spLocks/>
          </p:cNvSpPr>
          <p:nvPr/>
        </p:nvSpPr>
        <p:spPr>
          <a:xfrm>
            <a:off x="11883175" y="2304984"/>
            <a:ext cx="170254" cy="244176"/>
          </a:xfrm>
          <a:custGeom>
            <a:pathLst>
              <a:path w="178744" h="256353">
                <a:moveTo>
                  <a:pt x="11410" y="252922"/>
                </a:moveTo>
                <a:cubicBezTo>
                  <a:pt x="17574" y="253311"/>
                  <a:pt x="38646" y="255897"/>
                  <a:pt x="48390" y="255256"/>
                </a:cubicBezTo>
                <a:cubicBezTo>
                  <a:pt x="58134" y="254614"/>
                  <a:pt x="64877" y="252336"/>
                  <a:pt x="69872" y="249073"/>
                </a:cubicBezTo>
                <a:cubicBezTo>
                  <a:pt x="74868" y="245810"/>
                  <a:pt x="75409" y="240072"/>
                  <a:pt x="78362" y="235679"/>
                </a:cubicBezTo>
                <a:cubicBezTo>
                  <a:pt x="81315" y="231285"/>
                  <a:pt x="84546" y="227049"/>
                  <a:pt x="87592" y="222711"/>
                </a:cubicBezTo>
                <a:cubicBezTo>
                  <a:pt x="90637" y="218373"/>
                  <a:pt x="94878" y="214718"/>
                  <a:pt x="96634" y="209652"/>
                </a:cubicBezTo>
                <a:cubicBezTo>
                  <a:pt x="98390" y="204586"/>
                  <a:pt x="96588" y="197502"/>
                  <a:pt x="98126" y="192313"/>
                </a:cubicBezTo>
                <a:cubicBezTo>
                  <a:pt x="99664" y="187124"/>
                  <a:pt x="100289" y="181391"/>
                  <a:pt x="105861" y="178517"/>
                </a:cubicBezTo>
                <a:cubicBezTo>
                  <a:pt x="111433" y="175643"/>
                  <a:pt x="123484" y="176480"/>
                  <a:pt x="131560" y="175068"/>
                </a:cubicBezTo>
                <a:cubicBezTo>
                  <a:pt x="139636" y="173656"/>
                  <a:pt x="150558" y="173930"/>
                  <a:pt x="154315" y="170044"/>
                </a:cubicBezTo>
                <a:cubicBezTo>
                  <a:pt x="158072" y="166158"/>
                  <a:pt x="155280" y="158507"/>
                  <a:pt x="154102" y="151753"/>
                </a:cubicBezTo>
                <a:cubicBezTo>
                  <a:pt x="152925" y="144999"/>
                  <a:pt x="147398" y="135688"/>
                  <a:pt x="147249" y="129519"/>
                </a:cubicBezTo>
                <a:cubicBezTo>
                  <a:pt x="147100" y="123351"/>
                  <a:pt x="150726" y="119374"/>
                  <a:pt x="153208" y="114743"/>
                </a:cubicBezTo>
                <a:cubicBezTo>
                  <a:pt x="155690" y="110111"/>
                  <a:pt x="160342" y="106769"/>
                  <a:pt x="162143" y="101729"/>
                </a:cubicBezTo>
                <a:cubicBezTo>
                  <a:pt x="163945" y="96689"/>
                  <a:pt x="162898" y="89953"/>
                  <a:pt x="164019" y="84504"/>
                </a:cubicBezTo>
                <a:cubicBezTo>
                  <a:pt x="165140" y="79055"/>
                  <a:pt x="166584" y="73786"/>
                  <a:pt x="168869" y="69034"/>
                </a:cubicBezTo>
                <a:cubicBezTo>
                  <a:pt x="171153" y="64283"/>
                  <a:pt x="176708" y="61529"/>
                  <a:pt x="177726" y="55994"/>
                </a:cubicBezTo>
                <a:cubicBezTo>
                  <a:pt x="178744" y="50459"/>
                  <a:pt x="178687" y="44303"/>
                  <a:pt x="174976" y="35824"/>
                </a:cubicBezTo>
                <a:cubicBezTo>
                  <a:pt x="171265" y="27345"/>
                  <a:pt x="158713" y="10235"/>
                  <a:pt x="155461" y="5118"/>
                </a:cubicBezTo>
                <a:cubicBezTo>
                  <a:pt x="152208" y="0"/>
                  <a:pt x="159208" y="4307"/>
                  <a:pt x="155461" y="5118"/>
                </a:cubicBezTo>
                <a:cubicBezTo>
                  <a:pt x="151713" y="5928"/>
                  <a:pt x="139308" y="7625"/>
                  <a:pt x="132976" y="9982"/>
                </a:cubicBezTo>
                <a:cubicBezTo>
                  <a:pt x="126644" y="12339"/>
                  <a:pt x="121407" y="15411"/>
                  <a:pt x="117469" y="19260"/>
                </a:cubicBezTo>
                <a:cubicBezTo>
                  <a:pt x="113531" y="23109"/>
                  <a:pt x="111442" y="28107"/>
                  <a:pt x="109348" y="33077"/>
                </a:cubicBezTo>
                <a:cubicBezTo>
                  <a:pt x="107253" y="38048"/>
                  <a:pt x="107564" y="44457"/>
                  <a:pt x="104900" y="49083"/>
                </a:cubicBezTo>
                <a:cubicBezTo>
                  <a:pt x="102236" y="53708"/>
                  <a:pt x="99315" y="58153"/>
                  <a:pt x="93364" y="60830"/>
                </a:cubicBezTo>
                <a:cubicBezTo>
                  <a:pt x="87414" y="63507"/>
                  <a:pt x="78070" y="64165"/>
                  <a:pt x="69198" y="65145"/>
                </a:cubicBezTo>
                <a:cubicBezTo>
                  <a:pt x="60327" y="66126"/>
                  <a:pt x="48562" y="65431"/>
                  <a:pt x="40133" y="66713"/>
                </a:cubicBezTo>
                <a:cubicBezTo>
                  <a:pt x="31704" y="67995"/>
                  <a:pt x="23955" y="69716"/>
                  <a:pt x="18625" y="72836"/>
                </a:cubicBezTo>
                <a:cubicBezTo>
                  <a:pt x="13295" y="75957"/>
                  <a:pt x="10753" y="80721"/>
                  <a:pt x="8154" y="85435"/>
                </a:cubicBezTo>
                <a:cubicBezTo>
                  <a:pt x="5555" y="90150"/>
                  <a:pt x="4389" y="95699"/>
                  <a:pt x="3033" y="101125"/>
                </a:cubicBezTo>
                <a:cubicBezTo>
                  <a:pt x="1677" y="106552"/>
                  <a:pt x="37" y="111819"/>
                  <a:pt x="19" y="117994"/>
                </a:cubicBezTo>
                <a:cubicBezTo>
                  <a:pt x="0" y="124169"/>
                  <a:pt x="677" y="130738"/>
                  <a:pt x="2921" y="138174"/>
                </a:cubicBezTo>
                <a:cubicBezTo>
                  <a:pt x="5166" y="145610"/>
                  <a:pt x="9983" y="154492"/>
                  <a:pt x="13486" y="162608"/>
                </a:cubicBezTo>
                <a:cubicBezTo>
                  <a:pt x="16989" y="170724"/>
                  <a:pt x="22123" y="179734"/>
                  <a:pt x="23938" y="186870"/>
                </a:cubicBezTo>
                <a:cubicBezTo>
                  <a:pt x="25753" y="194005"/>
                  <a:pt x="25821" y="200131"/>
                  <a:pt x="24377" y="205420"/>
                </a:cubicBezTo>
                <a:cubicBezTo>
                  <a:pt x="22933" y="210708"/>
                  <a:pt x="18143" y="214115"/>
                  <a:pt x="15273" y="218601"/>
                </a:cubicBezTo>
                <a:cubicBezTo>
                  <a:pt x="12402" y="223087"/>
                  <a:pt x="7797" y="226615"/>
                  <a:pt x="7153" y="232335"/>
                </a:cubicBezTo>
                <a:cubicBezTo>
                  <a:pt x="6510" y="238055"/>
                  <a:pt x="10701" y="249490"/>
                  <a:pt x="11410" y="252922"/>
                </a:cubicBezTo>
                <a:cubicBezTo>
                  <a:pt x="12120" y="256353"/>
                  <a:pt x="5247" y="252533"/>
                  <a:pt x="11410" y="252922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406"/>
                </a:srgbClr>
              </a:gs>
              <a:gs pos="18000">
                <a:srgbClr val="767676">
                  <a:alpha val="6298"/>
                </a:srgbClr>
              </a:gs>
              <a:gs pos="48000">
                <a:srgbClr val="767676">
                  <a:alpha val="10158"/>
                </a:srgbClr>
              </a:gs>
              <a:gs pos="78000">
                <a:srgbClr val="767676">
                  <a:alpha val="7618"/>
                </a:srgbClr>
              </a:gs>
              <a:gs pos="100000">
                <a:srgbClr val="767676">
                  <a:alpha val="457"/>
                </a:srgbClr>
              </a:gs>
            </a:gsLst>
            <a:lin ang="18010185" scaled="0"/>
          </a:gradFill>
          <a:ln w="0">
            <a:noFill/>
            <a:prstDash val="solid"/>
          </a:ln>
        </p:spPr>
      </p:sp>
      <p:sp>
        <p:nvSpPr>
          <p:cNvPr id="815" name="PANEL_A-intermittent-gas-core-0-feather-2_167">
            <a:extLst>
              <a:ext uri="{FF2B5EF4-FFF2-40B4-BE49-F238E27FC236}">
                <a16:creationId xmlns:a16="http://schemas.microsoft.com/office/drawing/2014/main" id="{15099388-0B3B-4430-9735-3A9A67C60C18}"/>
              </a:ext>
            </a:extLst>
          </p:cNvPr>
          <p:cNvSpPr>
            <a:spLocks/>
          </p:cNvSpPr>
          <p:nvPr/>
        </p:nvSpPr>
        <p:spPr>
          <a:xfrm>
            <a:off x="11889405" y="2305713"/>
            <a:ext cx="155295" cy="243012"/>
          </a:xfrm>
          <a:custGeom>
            <a:pathLst>
              <a:path w="163040" h="255131">
                <a:moveTo>
                  <a:pt x="4869" y="252156"/>
                </a:moveTo>
                <a:cubicBezTo>
                  <a:pt x="9738" y="251826"/>
                  <a:pt x="26178" y="251841"/>
                  <a:pt x="34084" y="250174"/>
                </a:cubicBezTo>
                <a:cubicBezTo>
                  <a:pt x="41990" y="248507"/>
                  <a:pt x="47831" y="245715"/>
                  <a:pt x="52304" y="242153"/>
                </a:cubicBezTo>
                <a:cubicBezTo>
                  <a:pt x="56777" y="238592"/>
                  <a:pt x="58108" y="233286"/>
                  <a:pt x="60923" y="228805"/>
                </a:cubicBezTo>
                <a:cubicBezTo>
                  <a:pt x="63738" y="224324"/>
                  <a:pt x="66594" y="219869"/>
                  <a:pt x="69191" y="215268"/>
                </a:cubicBezTo>
                <a:cubicBezTo>
                  <a:pt x="71788" y="210667"/>
                  <a:pt x="75021" y="206431"/>
                  <a:pt x="76505" y="201199"/>
                </a:cubicBezTo>
                <a:cubicBezTo>
                  <a:pt x="77989" y="195967"/>
                  <a:pt x="76842" y="189242"/>
                  <a:pt x="78095" y="183876"/>
                </a:cubicBezTo>
                <a:cubicBezTo>
                  <a:pt x="79349" y="178511"/>
                  <a:pt x="79884" y="172718"/>
                  <a:pt x="84026" y="169007"/>
                </a:cubicBezTo>
                <a:cubicBezTo>
                  <a:pt x="88169" y="165295"/>
                  <a:pt x="96826" y="164166"/>
                  <a:pt x="102952" y="161607"/>
                </a:cubicBezTo>
                <a:cubicBezTo>
                  <a:pt x="109078" y="159049"/>
                  <a:pt x="117314" y="157735"/>
                  <a:pt x="120785" y="153655"/>
                </a:cubicBezTo>
                <a:cubicBezTo>
                  <a:pt x="124255" y="149576"/>
                  <a:pt x="123401" y="143010"/>
                  <a:pt x="123774" y="137131"/>
                </a:cubicBezTo>
                <a:cubicBezTo>
                  <a:pt x="124148" y="131253"/>
                  <a:pt x="121729" y="123732"/>
                  <a:pt x="123027" y="118387"/>
                </a:cubicBezTo>
                <a:cubicBezTo>
                  <a:pt x="124326" y="113042"/>
                  <a:pt x="128398" y="109310"/>
                  <a:pt x="131566" y="105062"/>
                </a:cubicBezTo>
                <a:cubicBezTo>
                  <a:pt x="134734" y="100813"/>
                  <a:pt x="139460" y="97495"/>
                  <a:pt x="142035" y="92895"/>
                </a:cubicBezTo>
                <a:cubicBezTo>
                  <a:pt x="144609" y="88296"/>
                  <a:pt x="145152" y="82492"/>
                  <a:pt x="147012" y="77467"/>
                </a:cubicBezTo>
                <a:cubicBezTo>
                  <a:pt x="148871" y="72443"/>
                  <a:pt x="150803" y="67456"/>
                  <a:pt x="153191" y="62750"/>
                </a:cubicBezTo>
                <a:cubicBezTo>
                  <a:pt x="155579" y="58043"/>
                  <a:pt x="160042" y="54606"/>
                  <a:pt x="161338" y="49226"/>
                </a:cubicBezTo>
                <a:cubicBezTo>
                  <a:pt x="162635" y="43845"/>
                  <a:pt x="163040" y="37944"/>
                  <a:pt x="160970" y="30465"/>
                </a:cubicBezTo>
                <a:cubicBezTo>
                  <a:pt x="158900" y="22987"/>
                  <a:pt x="150928" y="8704"/>
                  <a:pt x="148919" y="4352"/>
                </a:cubicBezTo>
                <a:cubicBezTo>
                  <a:pt x="146911" y="0"/>
                  <a:pt x="151757" y="2982"/>
                  <a:pt x="148919" y="4352"/>
                </a:cubicBezTo>
                <a:cubicBezTo>
                  <a:pt x="146082" y="5723"/>
                  <a:pt x="136776" y="9334"/>
                  <a:pt x="131893" y="12575"/>
                </a:cubicBezTo>
                <a:cubicBezTo>
                  <a:pt x="127010" y="15815"/>
                  <a:pt x="122940" y="19581"/>
                  <a:pt x="119622" y="23795"/>
                </a:cubicBezTo>
                <a:cubicBezTo>
                  <a:pt x="116304" y="28008"/>
                  <a:pt x="114241" y="32998"/>
                  <a:pt x="111984" y="37856"/>
                </a:cubicBezTo>
                <a:cubicBezTo>
                  <a:pt x="109728" y="42714"/>
                  <a:pt x="109011" y="48491"/>
                  <a:pt x="106083" y="52945"/>
                </a:cubicBezTo>
                <a:cubicBezTo>
                  <a:pt x="103156" y="57399"/>
                  <a:pt x="99865" y="61617"/>
                  <a:pt x="94418" y="64581"/>
                </a:cubicBezTo>
                <a:cubicBezTo>
                  <a:pt x="88972" y="67544"/>
                  <a:pt x="80997" y="69004"/>
                  <a:pt x="73405" y="70725"/>
                </a:cubicBezTo>
                <a:cubicBezTo>
                  <a:pt x="65814" y="72446"/>
                  <a:pt x="56107" y="72944"/>
                  <a:pt x="48870" y="74906"/>
                </a:cubicBezTo>
                <a:cubicBezTo>
                  <a:pt x="41633" y="76868"/>
                  <a:pt x="34862" y="79135"/>
                  <a:pt x="29983" y="82497"/>
                </a:cubicBezTo>
                <a:cubicBezTo>
                  <a:pt x="25104" y="85859"/>
                  <a:pt x="22265" y="90427"/>
                  <a:pt x="19597" y="95080"/>
                </a:cubicBezTo>
                <a:cubicBezTo>
                  <a:pt x="16928" y="99733"/>
                  <a:pt x="15446" y="105078"/>
                  <a:pt x="13972" y="110416"/>
                </a:cubicBezTo>
                <a:cubicBezTo>
                  <a:pt x="12498" y="115754"/>
                  <a:pt x="11049" y="121109"/>
                  <a:pt x="10751" y="127106"/>
                </a:cubicBezTo>
                <a:cubicBezTo>
                  <a:pt x="10453" y="133103"/>
                  <a:pt x="10819" y="139475"/>
                  <a:pt x="12184" y="146396"/>
                </a:cubicBezTo>
                <a:cubicBezTo>
                  <a:pt x="13549" y="153317"/>
                  <a:pt x="16785" y="161287"/>
                  <a:pt x="18941" y="168630"/>
                </a:cubicBezTo>
                <a:cubicBezTo>
                  <a:pt x="21098" y="175973"/>
                  <a:pt x="24356" y="183917"/>
                  <a:pt x="25123" y="190455"/>
                </a:cubicBezTo>
                <a:cubicBezTo>
                  <a:pt x="25891" y="196992"/>
                  <a:pt x="25318" y="202756"/>
                  <a:pt x="23548" y="207856"/>
                </a:cubicBezTo>
                <a:cubicBezTo>
                  <a:pt x="21779" y="212957"/>
                  <a:pt x="17506" y="216649"/>
                  <a:pt x="14504" y="221057"/>
                </a:cubicBezTo>
                <a:cubicBezTo>
                  <a:pt x="11502" y="225466"/>
                  <a:pt x="7141" y="229123"/>
                  <a:pt x="5535" y="234306"/>
                </a:cubicBezTo>
                <a:cubicBezTo>
                  <a:pt x="3930" y="239489"/>
                  <a:pt x="4980" y="249181"/>
                  <a:pt x="4869" y="252156"/>
                </a:cubicBezTo>
                <a:cubicBezTo>
                  <a:pt x="4758" y="255131"/>
                  <a:pt x="0" y="252486"/>
                  <a:pt x="4869" y="252156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522"/>
                </a:srgbClr>
              </a:gs>
              <a:gs pos="18000">
                <a:srgbClr val="767676">
                  <a:alpha val="8082"/>
                </a:srgbClr>
              </a:gs>
              <a:gs pos="48000">
                <a:srgbClr val="767676">
                  <a:alpha val="13036"/>
                </a:srgbClr>
              </a:gs>
              <a:gs pos="78000">
                <a:srgbClr val="767676">
                  <a:alpha val="9777"/>
                </a:srgbClr>
              </a:gs>
              <a:gs pos="100000">
                <a:srgbClr val="767676">
                  <a:alpha val="586"/>
                </a:srgbClr>
              </a:gs>
            </a:gsLst>
            <a:lin ang="18010185" scaled="0"/>
          </a:gradFill>
          <a:ln w="0">
            <a:noFill/>
            <a:prstDash val="solid"/>
          </a:ln>
        </p:spPr>
      </p:sp>
      <p:sp>
        <p:nvSpPr>
          <p:cNvPr id="816" name="PANEL_A-intermittent-gas-core-0-feather-3_168">
            <a:extLst>
              <a:ext uri="{FF2B5EF4-FFF2-40B4-BE49-F238E27FC236}">
                <a16:creationId xmlns:a16="http://schemas.microsoft.com/office/drawing/2014/main" id="{54A472A4-C54D-43F1-AC2E-C4A9424F7BEF}"/>
              </a:ext>
            </a:extLst>
          </p:cNvPr>
          <p:cNvSpPr>
            <a:spLocks/>
          </p:cNvSpPr>
          <p:nvPr/>
        </p:nvSpPr>
        <p:spPr>
          <a:xfrm>
            <a:off x="11890638" y="2306442"/>
            <a:ext cx="145389" cy="241849"/>
          </a:xfrm>
          <a:custGeom>
            <a:pathLst>
              <a:path w="152640" h="253909">
                <a:moveTo>
                  <a:pt x="3575" y="251390"/>
                </a:moveTo>
                <a:cubicBezTo>
                  <a:pt x="7150" y="250341"/>
                  <a:pt x="18957" y="247786"/>
                  <a:pt x="25025" y="245093"/>
                </a:cubicBezTo>
                <a:cubicBezTo>
                  <a:pt x="31093" y="242400"/>
                  <a:pt x="36031" y="239094"/>
                  <a:pt x="39982" y="235233"/>
                </a:cubicBezTo>
                <a:cubicBezTo>
                  <a:pt x="43933" y="231373"/>
                  <a:pt x="46055" y="226499"/>
                  <a:pt x="48731" y="221931"/>
                </a:cubicBezTo>
                <a:cubicBezTo>
                  <a:pt x="51407" y="217363"/>
                  <a:pt x="53889" y="212689"/>
                  <a:pt x="56038" y="207825"/>
                </a:cubicBezTo>
                <a:cubicBezTo>
                  <a:pt x="58187" y="202961"/>
                  <a:pt x="60411" y="198143"/>
                  <a:pt x="61624" y="192746"/>
                </a:cubicBezTo>
                <a:cubicBezTo>
                  <a:pt x="62836" y="187348"/>
                  <a:pt x="62343" y="180982"/>
                  <a:pt x="63312" y="175440"/>
                </a:cubicBezTo>
                <a:cubicBezTo>
                  <a:pt x="64281" y="169899"/>
                  <a:pt x="64726" y="164045"/>
                  <a:pt x="67439" y="159496"/>
                </a:cubicBezTo>
                <a:cubicBezTo>
                  <a:pt x="70152" y="154947"/>
                  <a:pt x="75414" y="151851"/>
                  <a:pt x="79591" y="148147"/>
                </a:cubicBezTo>
                <a:cubicBezTo>
                  <a:pt x="83768" y="144442"/>
                  <a:pt x="89318" y="141540"/>
                  <a:pt x="92502" y="137267"/>
                </a:cubicBezTo>
                <a:cubicBezTo>
                  <a:pt x="95686" y="132994"/>
                  <a:pt x="96769" y="127512"/>
                  <a:pt x="98694" y="122510"/>
                </a:cubicBezTo>
                <a:cubicBezTo>
                  <a:pt x="100619" y="117508"/>
                  <a:pt x="101306" y="111776"/>
                  <a:pt x="104052" y="107254"/>
                </a:cubicBezTo>
                <a:cubicBezTo>
                  <a:pt x="106798" y="102733"/>
                  <a:pt x="111317" y="99246"/>
                  <a:pt x="115170" y="95381"/>
                </a:cubicBezTo>
                <a:cubicBezTo>
                  <a:pt x="119024" y="91516"/>
                  <a:pt x="123826" y="88220"/>
                  <a:pt x="127173" y="84062"/>
                </a:cubicBezTo>
                <a:cubicBezTo>
                  <a:pt x="130520" y="79904"/>
                  <a:pt x="132653" y="75031"/>
                  <a:pt x="135251" y="70431"/>
                </a:cubicBezTo>
                <a:cubicBezTo>
                  <a:pt x="137849" y="65831"/>
                  <a:pt x="140269" y="61127"/>
                  <a:pt x="142761" y="56465"/>
                </a:cubicBezTo>
                <a:cubicBezTo>
                  <a:pt x="145252" y="51802"/>
                  <a:pt x="148623" y="47684"/>
                  <a:pt x="150198" y="42458"/>
                </a:cubicBezTo>
                <a:cubicBezTo>
                  <a:pt x="151773" y="37231"/>
                  <a:pt x="152640" y="31585"/>
                  <a:pt x="152211" y="25107"/>
                </a:cubicBezTo>
                <a:cubicBezTo>
                  <a:pt x="151782" y="18628"/>
                  <a:pt x="148389" y="7173"/>
                  <a:pt x="147625" y="3587"/>
                </a:cubicBezTo>
                <a:cubicBezTo>
                  <a:pt x="146861" y="0"/>
                  <a:pt x="149553" y="1657"/>
                  <a:pt x="147625" y="3587"/>
                </a:cubicBezTo>
                <a:cubicBezTo>
                  <a:pt x="145697" y="5517"/>
                  <a:pt x="139491" y="11044"/>
                  <a:pt x="136057" y="15168"/>
                </a:cubicBezTo>
                <a:cubicBezTo>
                  <a:pt x="132623" y="19291"/>
                  <a:pt x="129720" y="23751"/>
                  <a:pt x="127022" y="28329"/>
                </a:cubicBezTo>
                <a:cubicBezTo>
                  <a:pt x="124324" y="32907"/>
                  <a:pt x="122286" y="37888"/>
                  <a:pt x="119868" y="42635"/>
                </a:cubicBezTo>
                <a:cubicBezTo>
                  <a:pt x="117450" y="47381"/>
                  <a:pt x="115705" y="52525"/>
                  <a:pt x="112513" y="56808"/>
                </a:cubicBezTo>
                <a:cubicBezTo>
                  <a:pt x="109322" y="61090"/>
                  <a:pt x="105662" y="65082"/>
                  <a:pt x="100720" y="68332"/>
                </a:cubicBezTo>
                <a:cubicBezTo>
                  <a:pt x="95777" y="71581"/>
                  <a:pt x="89170" y="73844"/>
                  <a:pt x="82859" y="76305"/>
                </a:cubicBezTo>
                <a:cubicBezTo>
                  <a:pt x="76548" y="78766"/>
                  <a:pt x="68899" y="80456"/>
                  <a:pt x="62854" y="83098"/>
                </a:cubicBezTo>
                <a:cubicBezTo>
                  <a:pt x="56808" y="85740"/>
                  <a:pt x="51015" y="88553"/>
                  <a:pt x="46587" y="92158"/>
                </a:cubicBezTo>
                <a:cubicBezTo>
                  <a:pt x="42159" y="95762"/>
                  <a:pt x="39025" y="100134"/>
                  <a:pt x="36286" y="104725"/>
                </a:cubicBezTo>
                <a:cubicBezTo>
                  <a:pt x="33548" y="109317"/>
                  <a:pt x="31751" y="114458"/>
                  <a:pt x="30158" y="119707"/>
                </a:cubicBezTo>
                <a:cubicBezTo>
                  <a:pt x="28565" y="124956"/>
                  <a:pt x="27307" y="130399"/>
                  <a:pt x="26730" y="136218"/>
                </a:cubicBezTo>
                <a:cubicBezTo>
                  <a:pt x="26153" y="142036"/>
                  <a:pt x="26209" y="148212"/>
                  <a:pt x="26695" y="154618"/>
                </a:cubicBezTo>
                <a:cubicBezTo>
                  <a:pt x="27180" y="161023"/>
                  <a:pt x="28833" y="168081"/>
                  <a:pt x="29644" y="174652"/>
                </a:cubicBezTo>
                <a:cubicBezTo>
                  <a:pt x="30454" y="181222"/>
                  <a:pt x="31835" y="188100"/>
                  <a:pt x="31556" y="194040"/>
                </a:cubicBezTo>
                <a:cubicBezTo>
                  <a:pt x="31277" y="199980"/>
                  <a:pt x="30063" y="205381"/>
                  <a:pt x="27967" y="210293"/>
                </a:cubicBezTo>
                <a:cubicBezTo>
                  <a:pt x="25872" y="215205"/>
                  <a:pt x="22116" y="219183"/>
                  <a:pt x="18982" y="223514"/>
                </a:cubicBezTo>
                <a:cubicBezTo>
                  <a:pt x="15849" y="227844"/>
                  <a:pt x="11733" y="231631"/>
                  <a:pt x="9165" y="236277"/>
                </a:cubicBezTo>
                <a:cubicBezTo>
                  <a:pt x="6597" y="240923"/>
                  <a:pt x="4507" y="248872"/>
                  <a:pt x="3575" y="251390"/>
                </a:cubicBezTo>
                <a:cubicBezTo>
                  <a:pt x="2643" y="253909"/>
                  <a:pt x="0" y="252440"/>
                  <a:pt x="3575" y="251390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610"/>
                </a:srgbClr>
              </a:gs>
              <a:gs pos="18000">
                <a:srgbClr val="767676">
                  <a:alpha val="9447"/>
                </a:srgbClr>
              </a:gs>
              <a:gs pos="48000">
                <a:srgbClr val="767676">
                  <a:alpha val="15237"/>
                </a:srgbClr>
              </a:gs>
              <a:gs pos="78000">
                <a:srgbClr val="767676">
                  <a:alpha val="11427"/>
                </a:srgbClr>
              </a:gs>
              <a:gs pos="100000">
                <a:srgbClr val="767676">
                  <a:alpha val="685"/>
                </a:srgbClr>
              </a:gs>
            </a:gsLst>
            <a:lin ang="18010185" scaled="0"/>
          </a:gradFill>
          <a:ln w="0">
            <a:noFill/>
            <a:prstDash val="solid"/>
          </a:ln>
        </p:spPr>
      </p:sp>
      <p:sp>
        <p:nvSpPr>
          <p:cNvPr id="817" name="PANEL_A-intermittent-gas-core-1-feather-0_169">
            <a:extLst>
              <a:ext uri="{FF2B5EF4-FFF2-40B4-BE49-F238E27FC236}">
                <a16:creationId xmlns:a16="http://schemas.microsoft.com/office/drawing/2014/main" id="{4E0AA28E-4A53-497C-859F-B969BD6C1C4B}"/>
              </a:ext>
            </a:extLst>
          </p:cNvPr>
          <p:cNvSpPr>
            <a:spLocks/>
          </p:cNvSpPr>
          <p:nvPr/>
        </p:nvSpPr>
        <p:spPr>
          <a:xfrm>
            <a:off x="12044096" y="2053013"/>
            <a:ext cx="225182" cy="198734"/>
          </a:xfrm>
          <a:custGeom>
            <a:pathLst>
              <a:path w="236411" h="208645">
                <a:moveTo>
                  <a:pt x="56749" y="195998"/>
                </a:moveTo>
                <a:cubicBezTo>
                  <a:pt x="63450" y="197975"/>
                  <a:pt x="88355" y="207085"/>
                  <a:pt x="96952" y="207865"/>
                </a:cubicBezTo>
                <a:cubicBezTo>
                  <a:pt x="105549" y="208645"/>
                  <a:pt x="106411" y="204360"/>
                  <a:pt x="108334" y="200677"/>
                </a:cubicBezTo>
                <a:cubicBezTo>
                  <a:pt x="110257" y="196995"/>
                  <a:pt x="105858" y="188950"/>
                  <a:pt x="108489" y="185770"/>
                </a:cubicBezTo>
                <a:cubicBezTo>
                  <a:pt x="111119" y="182590"/>
                  <a:pt x="116970" y="181574"/>
                  <a:pt x="124118" y="181598"/>
                </a:cubicBezTo>
                <a:cubicBezTo>
                  <a:pt x="131267" y="181623"/>
                  <a:pt x="143837" y="185514"/>
                  <a:pt x="151381" y="185914"/>
                </a:cubicBezTo>
                <a:cubicBezTo>
                  <a:pt x="158924" y="186315"/>
                  <a:pt x="163692" y="184861"/>
                  <a:pt x="169379" y="184002"/>
                </a:cubicBezTo>
                <a:cubicBezTo>
                  <a:pt x="175066" y="183143"/>
                  <a:pt x="178462" y="180631"/>
                  <a:pt x="185502" y="180760"/>
                </a:cubicBezTo>
                <a:cubicBezTo>
                  <a:pt x="192542" y="180889"/>
                  <a:pt x="204950" y="184920"/>
                  <a:pt x="211619" y="184775"/>
                </a:cubicBezTo>
                <a:cubicBezTo>
                  <a:pt x="218287" y="184631"/>
                  <a:pt x="225546" y="185006"/>
                  <a:pt x="225514" y="179895"/>
                </a:cubicBezTo>
                <a:cubicBezTo>
                  <a:pt x="225483" y="174784"/>
                  <a:pt x="215836" y="162521"/>
                  <a:pt x="211430" y="154110"/>
                </a:cubicBezTo>
                <a:cubicBezTo>
                  <a:pt x="207024" y="145699"/>
                  <a:pt x="198738" y="134301"/>
                  <a:pt x="199078" y="129427"/>
                </a:cubicBezTo>
                <a:cubicBezTo>
                  <a:pt x="199418" y="124554"/>
                  <a:pt x="207839" y="125748"/>
                  <a:pt x="213470" y="124869"/>
                </a:cubicBezTo>
                <a:cubicBezTo>
                  <a:pt x="219102" y="123991"/>
                  <a:pt x="229324" y="126637"/>
                  <a:pt x="232868" y="124157"/>
                </a:cubicBezTo>
                <a:cubicBezTo>
                  <a:pt x="236411" y="121677"/>
                  <a:pt x="235210" y="115570"/>
                  <a:pt x="234732" y="109989"/>
                </a:cubicBezTo>
                <a:cubicBezTo>
                  <a:pt x="234253" y="104409"/>
                  <a:pt x="231400" y="97000"/>
                  <a:pt x="229996" y="90674"/>
                </a:cubicBezTo>
                <a:cubicBezTo>
                  <a:pt x="228592" y="84349"/>
                  <a:pt x="229130" y="79542"/>
                  <a:pt x="226308" y="72037"/>
                </a:cubicBezTo>
                <a:cubicBezTo>
                  <a:pt x="223486" y="64533"/>
                  <a:pt x="218765" y="55510"/>
                  <a:pt x="213065" y="45648"/>
                </a:cubicBezTo>
                <a:cubicBezTo>
                  <a:pt x="207366" y="35785"/>
                  <a:pt x="195605" y="18324"/>
                  <a:pt x="192113" y="12860"/>
                </a:cubicBezTo>
                <a:cubicBezTo>
                  <a:pt x="188620" y="7395"/>
                  <a:pt x="197387" y="14332"/>
                  <a:pt x="192113" y="12860"/>
                </a:cubicBezTo>
                <a:cubicBezTo>
                  <a:pt x="186838" y="11388"/>
                  <a:pt x="169954" y="6105"/>
                  <a:pt x="160465" y="4029"/>
                </a:cubicBezTo>
                <a:cubicBezTo>
                  <a:pt x="150977" y="1953"/>
                  <a:pt x="141590" y="0"/>
                  <a:pt x="135181" y="403"/>
                </a:cubicBezTo>
                <a:cubicBezTo>
                  <a:pt x="128772" y="807"/>
                  <a:pt x="124290" y="2789"/>
                  <a:pt x="122012" y="6449"/>
                </a:cubicBezTo>
                <a:cubicBezTo>
                  <a:pt x="119735" y="10108"/>
                  <a:pt x="121595" y="17009"/>
                  <a:pt x="121514" y="22362"/>
                </a:cubicBezTo>
                <a:cubicBezTo>
                  <a:pt x="121433" y="27715"/>
                  <a:pt x="123192" y="34454"/>
                  <a:pt x="121528" y="38569"/>
                </a:cubicBezTo>
                <a:cubicBezTo>
                  <a:pt x="119863" y="42683"/>
                  <a:pt x="116073" y="45133"/>
                  <a:pt x="111526" y="47049"/>
                </a:cubicBezTo>
                <a:cubicBezTo>
                  <a:pt x="106979" y="48965"/>
                  <a:pt x="99861" y="48927"/>
                  <a:pt x="94247" y="50064"/>
                </a:cubicBezTo>
                <a:cubicBezTo>
                  <a:pt x="88634" y="51201"/>
                  <a:pt x="83235" y="52531"/>
                  <a:pt x="77846" y="53873"/>
                </a:cubicBezTo>
                <a:cubicBezTo>
                  <a:pt x="72456" y="55215"/>
                  <a:pt x="68223" y="57425"/>
                  <a:pt x="61913" y="58117"/>
                </a:cubicBezTo>
                <a:cubicBezTo>
                  <a:pt x="55603" y="58809"/>
                  <a:pt x="47839" y="58425"/>
                  <a:pt x="39985" y="58026"/>
                </a:cubicBezTo>
                <a:cubicBezTo>
                  <a:pt x="32130" y="57627"/>
                  <a:pt x="21283" y="55035"/>
                  <a:pt x="14787" y="55722"/>
                </a:cubicBezTo>
                <a:cubicBezTo>
                  <a:pt x="8291" y="56410"/>
                  <a:pt x="2020" y="57407"/>
                  <a:pt x="1010" y="62151"/>
                </a:cubicBezTo>
                <a:cubicBezTo>
                  <a:pt x="0" y="66895"/>
                  <a:pt x="3962" y="75360"/>
                  <a:pt x="8726" y="84185"/>
                </a:cubicBezTo>
                <a:cubicBezTo>
                  <a:pt x="13491" y="93010"/>
                  <a:pt x="23397" y="105412"/>
                  <a:pt x="29598" y="115099"/>
                </a:cubicBezTo>
                <a:cubicBezTo>
                  <a:pt x="35798" y="124787"/>
                  <a:pt x="42450" y="134658"/>
                  <a:pt x="45929" y="142311"/>
                </a:cubicBezTo>
                <a:cubicBezTo>
                  <a:pt x="49407" y="149965"/>
                  <a:pt x="49724" y="155340"/>
                  <a:pt x="50467" y="161019"/>
                </a:cubicBezTo>
                <a:cubicBezTo>
                  <a:pt x="51209" y="166698"/>
                  <a:pt x="49339" y="170556"/>
                  <a:pt x="50386" y="176386"/>
                </a:cubicBezTo>
                <a:cubicBezTo>
                  <a:pt x="51433" y="182215"/>
                  <a:pt x="55689" y="192729"/>
                  <a:pt x="56749" y="195998"/>
                </a:cubicBezTo>
                <a:cubicBezTo>
                  <a:pt x="57810" y="199266"/>
                  <a:pt x="50049" y="194020"/>
                  <a:pt x="56749" y="195998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275"/>
                </a:srgbClr>
              </a:gs>
              <a:gs pos="18000">
                <a:srgbClr val="919191">
                  <a:alpha val="4264"/>
                </a:srgbClr>
              </a:gs>
              <a:gs pos="48000">
                <a:srgbClr val="919191">
                  <a:alpha val="6878"/>
                </a:srgbClr>
              </a:gs>
              <a:gs pos="78000">
                <a:srgbClr val="919191">
                  <a:alpha val="5158"/>
                </a:srgbClr>
              </a:gs>
              <a:gs pos="100000">
                <a:srgbClr val="919191">
                  <a:alpha val="309"/>
                </a:srgbClr>
              </a:gs>
            </a:gsLst>
            <a:lin ang="18388036" scaled="0"/>
          </a:gradFill>
          <a:ln w="0">
            <a:noFill/>
            <a:prstDash val="solid"/>
          </a:ln>
        </p:spPr>
      </p:sp>
      <p:sp>
        <p:nvSpPr>
          <p:cNvPr id="818" name="PANEL_A-intermittent-gas-core-1-feather-1_170">
            <a:extLst>
              <a:ext uri="{FF2B5EF4-FFF2-40B4-BE49-F238E27FC236}">
                <a16:creationId xmlns:a16="http://schemas.microsoft.com/office/drawing/2014/main" id="{583D3AF8-C403-42E8-98A9-B3046F26375F}"/>
              </a:ext>
            </a:extLst>
          </p:cNvPr>
          <p:cNvSpPr>
            <a:spLocks/>
          </p:cNvSpPr>
          <p:nvPr/>
        </p:nvSpPr>
        <p:spPr>
          <a:xfrm>
            <a:off x="12061517" y="2059183"/>
            <a:ext cx="193459" cy="187658"/>
          </a:xfrm>
          <a:custGeom>
            <a:pathLst>
              <a:path w="203106" h="197016">
                <a:moveTo>
                  <a:pt x="38459" y="189520"/>
                </a:moveTo>
                <a:cubicBezTo>
                  <a:pt x="44053" y="190750"/>
                  <a:pt x="64735" y="197016"/>
                  <a:pt x="72022" y="196898"/>
                </a:cubicBezTo>
                <a:cubicBezTo>
                  <a:pt x="79310" y="196781"/>
                  <a:pt x="80354" y="192581"/>
                  <a:pt x="82185" y="188814"/>
                </a:cubicBezTo>
                <a:cubicBezTo>
                  <a:pt x="84017" y="185048"/>
                  <a:pt x="80768" y="177776"/>
                  <a:pt x="83010" y="174299"/>
                </a:cubicBezTo>
                <a:cubicBezTo>
                  <a:pt x="85253" y="170822"/>
                  <a:pt x="89894" y="168951"/>
                  <a:pt x="95638" y="167952"/>
                </a:cubicBezTo>
                <a:cubicBezTo>
                  <a:pt x="101382" y="166952"/>
                  <a:pt x="111315" y="168936"/>
                  <a:pt x="117476" y="168301"/>
                </a:cubicBezTo>
                <a:cubicBezTo>
                  <a:pt x="123637" y="167667"/>
                  <a:pt x="127680" y="165614"/>
                  <a:pt x="132602" y="164145"/>
                </a:cubicBezTo>
                <a:cubicBezTo>
                  <a:pt x="137524" y="162676"/>
                  <a:pt x="140784" y="160004"/>
                  <a:pt x="147009" y="159485"/>
                </a:cubicBezTo>
                <a:cubicBezTo>
                  <a:pt x="153234" y="158967"/>
                  <a:pt x="163806" y="161608"/>
                  <a:pt x="169953" y="161035"/>
                </a:cubicBezTo>
                <a:cubicBezTo>
                  <a:pt x="176099" y="160462"/>
                  <a:pt x="182856" y="160406"/>
                  <a:pt x="183888" y="156047"/>
                </a:cubicBezTo>
                <a:cubicBezTo>
                  <a:pt x="184920" y="151687"/>
                  <a:pt x="178546" y="141823"/>
                  <a:pt x="176145" y="134881"/>
                </a:cubicBezTo>
                <a:cubicBezTo>
                  <a:pt x="173745" y="127938"/>
                  <a:pt x="168327" y="118679"/>
                  <a:pt x="169485" y="114393"/>
                </a:cubicBezTo>
                <a:cubicBezTo>
                  <a:pt x="170644" y="110108"/>
                  <a:pt x="178029" y="110502"/>
                  <a:pt x="183097" y="109168"/>
                </a:cubicBezTo>
                <a:cubicBezTo>
                  <a:pt x="188165" y="107834"/>
                  <a:pt x="196677" y="109146"/>
                  <a:pt x="199892" y="106390"/>
                </a:cubicBezTo>
                <a:cubicBezTo>
                  <a:pt x="203106" y="103634"/>
                  <a:pt x="202467" y="97931"/>
                  <a:pt x="202384" y="92631"/>
                </a:cubicBezTo>
                <a:cubicBezTo>
                  <a:pt x="202300" y="87331"/>
                  <a:pt x="200243" y="80511"/>
                  <a:pt x="199391" y="74591"/>
                </a:cubicBezTo>
                <a:cubicBezTo>
                  <a:pt x="198540" y="68672"/>
                  <a:pt x="199150" y="63893"/>
                  <a:pt x="197274" y="57114"/>
                </a:cubicBezTo>
                <a:cubicBezTo>
                  <a:pt x="195399" y="50336"/>
                  <a:pt x="192047" y="42374"/>
                  <a:pt x="188138" y="33919"/>
                </a:cubicBezTo>
                <a:cubicBezTo>
                  <a:pt x="184230" y="25463"/>
                  <a:pt x="176208" y="10972"/>
                  <a:pt x="173822" y="6382"/>
                </a:cubicBezTo>
                <a:cubicBezTo>
                  <a:pt x="171437" y="1793"/>
                  <a:pt x="178275" y="7203"/>
                  <a:pt x="173822" y="6382"/>
                </a:cubicBezTo>
                <a:cubicBezTo>
                  <a:pt x="169370" y="5561"/>
                  <a:pt x="155048" y="2313"/>
                  <a:pt x="147110" y="1456"/>
                </a:cubicBezTo>
                <a:cubicBezTo>
                  <a:pt x="139172" y="599"/>
                  <a:pt x="131520" y="0"/>
                  <a:pt x="126196" y="1240"/>
                </a:cubicBezTo>
                <a:cubicBezTo>
                  <a:pt x="120871" y="2480"/>
                  <a:pt x="117184" y="5055"/>
                  <a:pt x="115164" y="8895"/>
                </a:cubicBezTo>
                <a:cubicBezTo>
                  <a:pt x="113144" y="12736"/>
                  <a:pt x="114427" y="19159"/>
                  <a:pt x="114074" y="24282"/>
                </a:cubicBezTo>
                <a:cubicBezTo>
                  <a:pt x="113721" y="29405"/>
                  <a:pt x="114795" y="35600"/>
                  <a:pt x="113046" y="39631"/>
                </a:cubicBezTo>
                <a:cubicBezTo>
                  <a:pt x="111298" y="43662"/>
                  <a:pt x="107802" y="46325"/>
                  <a:pt x="103580" y="48468"/>
                </a:cubicBezTo>
                <a:cubicBezTo>
                  <a:pt x="99359" y="50611"/>
                  <a:pt x="92989" y="51119"/>
                  <a:pt x="87718" y="52490"/>
                </a:cubicBezTo>
                <a:cubicBezTo>
                  <a:pt x="82446" y="53861"/>
                  <a:pt x="77190" y="55267"/>
                  <a:pt x="71950" y="56696"/>
                </a:cubicBezTo>
                <a:cubicBezTo>
                  <a:pt x="66710" y="58124"/>
                  <a:pt x="62257" y="60147"/>
                  <a:pt x="56278" y="61060"/>
                </a:cubicBezTo>
                <a:cubicBezTo>
                  <a:pt x="50300" y="61972"/>
                  <a:pt x="43149" y="62021"/>
                  <a:pt x="36078" y="62170"/>
                </a:cubicBezTo>
                <a:cubicBezTo>
                  <a:pt x="29007" y="62320"/>
                  <a:pt x="19652" y="60800"/>
                  <a:pt x="13851" y="61956"/>
                </a:cubicBezTo>
                <a:cubicBezTo>
                  <a:pt x="8051" y="63111"/>
                  <a:pt x="2549" y="64602"/>
                  <a:pt x="1274" y="69101"/>
                </a:cubicBezTo>
                <a:cubicBezTo>
                  <a:pt x="0" y="73601"/>
                  <a:pt x="2766" y="81122"/>
                  <a:pt x="6205" y="88953"/>
                </a:cubicBezTo>
                <a:cubicBezTo>
                  <a:pt x="9645" y="96783"/>
                  <a:pt x="17244" y="107508"/>
                  <a:pt x="21912" y="116082"/>
                </a:cubicBezTo>
                <a:cubicBezTo>
                  <a:pt x="26580" y="124657"/>
                  <a:pt x="31691" y="133435"/>
                  <a:pt x="34214" y="140401"/>
                </a:cubicBezTo>
                <a:cubicBezTo>
                  <a:pt x="36737" y="147368"/>
                  <a:pt x="36801" y="152557"/>
                  <a:pt x="37049" y="157881"/>
                </a:cubicBezTo>
                <a:cubicBezTo>
                  <a:pt x="37297" y="163205"/>
                  <a:pt x="35466" y="167072"/>
                  <a:pt x="35701" y="172345"/>
                </a:cubicBezTo>
                <a:cubicBezTo>
                  <a:pt x="35936" y="177618"/>
                  <a:pt x="38000" y="186658"/>
                  <a:pt x="38459" y="189520"/>
                </a:cubicBezTo>
                <a:cubicBezTo>
                  <a:pt x="38919" y="192383"/>
                  <a:pt x="32866" y="188290"/>
                  <a:pt x="38459" y="189520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67"/>
                </a:srgbClr>
              </a:gs>
              <a:gs pos="18000">
                <a:srgbClr val="767676">
                  <a:alpha val="5685"/>
                </a:srgbClr>
              </a:gs>
              <a:gs pos="48000">
                <a:srgbClr val="767676">
                  <a:alpha val="9170"/>
                </a:srgbClr>
              </a:gs>
              <a:gs pos="78000">
                <a:srgbClr val="767676">
                  <a:alpha val="6878"/>
                </a:srgbClr>
              </a:gs>
              <a:gs pos="100000">
                <a:srgbClr val="767676">
                  <a:alpha val="413"/>
                </a:srgbClr>
              </a:gs>
            </a:gsLst>
            <a:lin ang="18388036" scaled="0"/>
          </a:gradFill>
          <a:ln w="0">
            <a:noFill/>
            <a:prstDash val="solid"/>
          </a:ln>
        </p:spPr>
      </p:sp>
      <p:sp>
        <p:nvSpPr>
          <p:cNvPr id="819" name="PANEL_A-intermittent-gas-core-1-feather-2_171">
            <a:extLst>
              <a:ext uri="{FF2B5EF4-FFF2-40B4-BE49-F238E27FC236}">
                <a16:creationId xmlns:a16="http://schemas.microsoft.com/office/drawing/2014/main" id="{34FE4B4E-DF16-4B8B-B67E-077D545218A5}"/>
              </a:ext>
            </a:extLst>
          </p:cNvPr>
          <p:cNvSpPr>
            <a:spLocks/>
          </p:cNvSpPr>
          <p:nvPr/>
        </p:nvSpPr>
        <p:spPr>
          <a:xfrm>
            <a:off x="12080522" y="2061800"/>
            <a:ext cx="159489" cy="181309"/>
          </a:xfrm>
          <a:custGeom>
            <a:pathLst>
              <a:path w="167443" h="190351">
                <a:moveTo>
                  <a:pt x="18507" y="186772"/>
                </a:moveTo>
                <a:cubicBezTo>
                  <a:pt x="22893" y="187186"/>
                  <a:pt x="38967" y="190351"/>
                  <a:pt x="44826" y="189254"/>
                </a:cubicBezTo>
                <a:cubicBezTo>
                  <a:pt x="50685" y="188157"/>
                  <a:pt x="51928" y="184050"/>
                  <a:pt x="53660" y="180191"/>
                </a:cubicBezTo>
                <a:cubicBezTo>
                  <a:pt x="55391" y="176333"/>
                  <a:pt x="53398" y="169905"/>
                  <a:pt x="55216" y="166104"/>
                </a:cubicBezTo>
                <a:cubicBezTo>
                  <a:pt x="57034" y="162303"/>
                  <a:pt x="60357" y="159499"/>
                  <a:pt x="64569" y="157383"/>
                </a:cubicBezTo>
                <a:cubicBezTo>
                  <a:pt x="68781" y="155267"/>
                  <a:pt x="75837" y="155170"/>
                  <a:pt x="80489" y="153406"/>
                </a:cubicBezTo>
                <a:cubicBezTo>
                  <a:pt x="85141" y="151643"/>
                  <a:pt x="88394" y="148937"/>
                  <a:pt x="92482" y="146802"/>
                </a:cubicBezTo>
                <a:cubicBezTo>
                  <a:pt x="96570" y="144667"/>
                  <a:pt x="99680" y="141819"/>
                  <a:pt x="105017" y="140595"/>
                </a:cubicBezTo>
                <a:cubicBezTo>
                  <a:pt x="110353" y="139370"/>
                  <a:pt x="118922" y="140496"/>
                  <a:pt x="124499" y="139455"/>
                </a:cubicBezTo>
                <a:cubicBezTo>
                  <a:pt x="130076" y="138414"/>
                  <a:pt x="136285" y="137888"/>
                  <a:pt x="138477" y="134349"/>
                </a:cubicBezTo>
                <a:cubicBezTo>
                  <a:pt x="140669" y="130810"/>
                  <a:pt x="137866" y="123561"/>
                  <a:pt x="137653" y="118222"/>
                </a:cubicBezTo>
                <a:cubicBezTo>
                  <a:pt x="137441" y="112882"/>
                  <a:pt x="135151" y="105955"/>
                  <a:pt x="137203" y="102311"/>
                </a:cubicBezTo>
                <a:cubicBezTo>
                  <a:pt x="139254" y="98667"/>
                  <a:pt x="145510" y="98188"/>
                  <a:pt x="149963" y="96358"/>
                </a:cubicBezTo>
                <a:cubicBezTo>
                  <a:pt x="154415" y="94527"/>
                  <a:pt x="161062" y="94384"/>
                  <a:pt x="163918" y="91327"/>
                </a:cubicBezTo>
                <a:cubicBezTo>
                  <a:pt x="166773" y="88270"/>
                  <a:pt x="166747" y="83008"/>
                  <a:pt x="167095" y="78014"/>
                </a:cubicBezTo>
                <a:cubicBezTo>
                  <a:pt x="167443" y="73020"/>
                  <a:pt x="166253" y="66842"/>
                  <a:pt x="166004" y="61365"/>
                </a:cubicBezTo>
                <a:cubicBezTo>
                  <a:pt x="165755" y="55888"/>
                  <a:pt x="166445" y="51141"/>
                  <a:pt x="165602" y="45154"/>
                </a:cubicBezTo>
                <a:cubicBezTo>
                  <a:pt x="164758" y="39166"/>
                  <a:pt x="162900" y="32362"/>
                  <a:pt x="160945" y="25442"/>
                </a:cubicBezTo>
                <a:cubicBezTo>
                  <a:pt x="158990" y="18522"/>
                  <a:pt x="155049" y="7269"/>
                  <a:pt x="153870" y="3635"/>
                </a:cubicBezTo>
                <a:cubicBezTo>
                  <a:pt x="152691" y="0"/>
                  <a:pt x="157425" y="3746"/>
                  <a:pt x="153870" y="3635"/>
                </a:cubicBezTo>
                <a:cubicBezTo>
                  <a:pt x="150315" y="3523"/>
                  <a:pt x="138787" y="2495"/>
                  <a:pt x="132541" y="2968"/>
                </a:cubicBezTo>
                <a:cubicBezTo>
                  <a:pt x="126295" y="3441"/>
                  <a:pt x="120534" y="4319"/>
                  <a:pt x="116393" y="6471"/>
                </a:cubicBezTo>
                <a:cubicBezTo>
                  <a:pt x="112252" y="8624"/>
                  <a:pt x="109432" y="11846"/>
                  <a:pt x="107693" y="15883"/>
                </a:cubicBezTo>
                <a:cubicBezTo>
                  <a:pt x="105954" y="19921"/>
                  <a:pt x="106607" y="25824"/>
                  <a:pt x="105958" y="30695"/>
                </a:cubicBezTo>
                <a:cubicBezTo>
                  <a:pt x="105308" y="35566"/>
                  <a:pt x="105635" y="41169"/>
                  <a:pt x="103794" y="45109"/>
                </a:cubicBezTo>
                <a:cubicBezTo>
                  <a:pt x="101953" y="49049"/>
                  <a:pt x="98779" y="51944"/>
                  <a:pt x="94913" y="54335"/>
                </a:cubicBezTo>
                <a:cubicBezTo>
                  <a:pt x="91046" y="56726"/>
                  <a:pt x="85493" y="57828"/>
                  <a:pt x="80594" y="59455"/>
                </a:cubicBezTo>
                <a:cubicBezTo>
                  <a:pt x="75695" y="61081"/>
                  <a:pt x="70595" y="62571"/>
                  <a:pt x="65518" y="64094"/>
                </a:cubicBezTo>
                <a:cubicBezTo>
                  <a:pt x="60441" y="65616"/>
                  <a:pt x="55749" y="67436"/>
                  <a:pt x="50132" y="68589"/>
                </a:cubicBezTo>
                <a:cubicBezTo>
                  <a:pt x="44515" y="69742"/>
                  <a:pt x="38034" y="70263"/>
                  <a:pt x="31817" y="71011"/>
                </a:cubicBezTo>
                <a:cubicBezTo>
                  <a:pt x="25600" y="71758"/>
                  <a:pt x="17873" y="71409"/>
                  <a:pt x="12830" y="73074"/>
                </a:cubicBezTo>
                <a:cubicBezTo>
                  <a:pt x="7788" y="74740"/>
                  <a:pt x="3125" y="76769"/>
                  <a:pt x="1562" y="81002"/>
                </a:cubicBezTo>
                <a:cubicBezTo>
                  <a:pt x="0" y="85235"/>
                  <a:pt x="1461" y="91727"/>
                  <a:pt x="3455" y="98472"/>
                </a:cubicBezTo>
                <a:cubicBezTo>
                  <a:pt x="5450" y="105218"/>
                  <a:pt x="10531" y="114113"/>
                  <a:pt x="13528" y="121474"/>
                </a:cubicBezTo>
                <a:cubicBezTo>
                  <a:pt x="16524" y="128834"/>
                  <a:pt x="19953" y="136419"/>
                  <a:pt x="21434" y="142636"/>
                </a:cubicBezTo>
                <a:cubicBezTo>
                  <a:pt x="22914" y="148853"/>
                  <a:pt x="22704" y="153839"/>
                  <a:pt x="22411" y="158776"/>
                </a:cubicBezTo>
                <a:cubicBezTo>
                  <a:pt x="22119" y="163712"/>
                  <a:pt x="20331" y="167589"/>
                  <a:pt x="19680" y="172255"/>
                </a:cubicBezTo>
                <a:cubicBezTo>
                  <a:pt x="19029" y="176922"/>
                  <a:pt x="18702" y="184353"/>
                  <a:pt x="18507" y="186772"/>
                </a:cubicBezTo>
                <a:cubicBezTo>
                  <a:pt x="18311" y="189192"/>
                  <a:pt x="14120" y="186359"/>
                  <a:pt x="18507" y="186772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471"/>
                </a:srgbClr>
              </a:gs>
              <a:gs pos="18000">
                <a:srgbClr val="767676">
                  <a:alpha val="7296"/>
                </a:srgbClr>
              </a:gs>
              <a:gs pos="48000">
                <a:srgbClr val="767676">
                  <a:alpha val="11769"/>
                </a:srgbClr>
              </a:gs>
              <a:gs pos="78000">
                <a:srgbClr val="767676">
                  <a:alpha val="8826"/>
                </a:srgbClr>
              </a:gs>
              <a:gs pos="100000">
                <a:srgbClr val="767676">
                  <a:alpha val="530"/>
                </a:srgbClr>
              </a:gs>
            </a:gsLst>
            <a:lin ang="18388036" scaled="0"/>
          </a:gradFill>
          <a:ln w="0">
            <a:noFill/>
            <a:prstDash val="solid"/>
          </a:ln>
        </p:spPr>
      </p:sp>
      <p:sp>
        <p:nvSpPr>
          <p:cNvPr id="820" name="PANEL_A-intermittent-gas-core-1-feather-3_172">
            <a:extLst>
              <a:ext uri="{FF2B5EF4-FFF2-40B4-BE49-F238E27FC236}">
                <a16:creationId xmlns:a16="http://schemas.microsoft.com/office/drawing/2014/main" id="{CAEEA1F6-460B-481A-9450-B834AE756D20}"/>
              </a:ext>
            </a:extLst>
          </p:cNvPr>
          <p:cNvSpPr>
            <a:spLocks/>
          </p:cNvSpPr>
          <p:nvPr/>
        </p:nvSpPr>
        <p:spPr>
          <a:xfrm>
            <a:off x="12095121" y="2062710"/>
            <a:ext cx="134493" cy="178874"/>
          </a:xfrm>
          <a:custGeom>
            <a:pathLst>
              <a:path w="141200" h="187794">
                <a:moveTo>
                  <a:pt x="3179" y="185818"/>
                </a:moveTo>
                <a:cubicBezTo>
                  <a:pt x="6359" y="185415"/>
                  <a:pt x="17825" y="185479"/>
                  <a:pt x="22255" y="183403"/>
                </a:cubicBezTo>
                <a:cubicBezTo>
                  <a:pt x="26685" y="181327"/>
                  <a:pt x="28127" y="177311"/>
                  <a:pt x="29759" y="173361"/>
                </a:cubicBezTo>
                <a:cubicBezTo>
                  <a:pt x="31392" y="169411"/>
                  <a:pt x="30653" y="163827"/>
                  <a:pt x="32047" y="159702"/>
                </a:cubicBezTo>
                <a:cubicBezTo>
                  <a:pt x="33441" y="155576"/>
                  <a:pt x="35445" y="151840"/>
                  <a:pt x="38125" y="148607"/>
                </a:cubicBezTo>
                <a:cubicBezTo>
                  <a:pt x="40805" y="145374"/>
                  <a:pt x="44984" y="143197"/>
                  <a:pt x="48127" y="140304"/>
                </a:cubicBezTo>
                <a:cubicBezTo>
                  <a:pt x="51271" y="137411"/>
                  <a:pt x="53733" y="134053"/>
                  <a:pt x="56987" y="131251"/>
                </a:cubicBezTo>
                <a:cubicBezTo>
                  <a:pt x="60240" y="128450"/>
                  <a:pt x="63202" y="125428"/>
                  <a:pt x="67649" y="123497"/>
                </a:cubicBezTo>
                <a:cubicBezTo>
                  <a:pt x="72097" y="121567"/>
                  <a:pt x="78664" y="121177"/>
                  <a:pt x="83671" y="119668"/>
                </a:cubicBezTo>
                <a:cubicBezTo>
                  <a:pt x="88678" y="118159"/>
                  <a:pt x="94339" y="117163"/>
                  <a:pt x="97692" y="114444"/>
                </a:cubicBezTo>
                <a:cubicBezTo>
                  <a:pt x="101044" y="111726"/>
                  <a:pt x="101811" y="107093"/>
                  <a:pt x="103787" y="103356"/>
                </a:cubicBezTo>
                <a:cubicBezTo>
                  <a:pt x="105762" y="99618"/>
                  <a:pt x="106601" y="95024"/>
                  <a:pt x="109546" y="92022"/>
                </a:cubicBezTo>
                <a:cubicBezTo>
                  <a:pt x="112490" y="89019"/>
                  <a:pt x="117617" y="87668"/>
                  <a:pt x="121454" y="85341"/>
                </a:cubicBezTo>
                <a:cubicBezTo>
                  <a:pt x="125291" y="83013"/>
                  <a:pt x="130073" y="81415"/>
                  <a:pt x="132569" y="78056"/>
                </a:cubicBezTo>
                <a:cubicBezTo>
                  <a:pt x="135066" y="74698"/>
                  <a:pt x="135653" y="69877"/>
                  <a:pt x="136432" y="65190"/>
                </a:cubicBezTo>
                <a:cubicBezTo>
                  <a:pt x="137211" y="60502"/>
                  <a:pt x="136889" y="54966"/>
                  <a:pt x="137243" y="49932"/>
                </a:cubicBezTo>
                <a:cubicBezTo>
                  <a:pt x="137596" y="44898"/>
                  <a:pt x="138365" y="40181"/>
                  <a:pt x="138554" y="34986"/>
                </a:cubicBezTo>
                <a:cubicBezTo>
                  <a:pt x="138743" y="29790"/>
                  <a:pt x="138379" y="24143"/>
                  <a:pt x="138377" y="18758"/>
                </a:cubicBezTo>
                <a:cubicBezTo>
                  <a:pt x="138375" y="13374"/>
                  <a:pt x="138515" y="5360"/>
                  <a:pt x="138542" y="2680"/>
                </a:cubicBezTo>
                <a:cubicBezTo>
                  <a:pt x="138570" y="0"/>
                  <a:pt x="141200" y="2081"/>
                  <a:pt x="138542" y="2680"/>
                </a:cubicBezTo>
                <a:cubicBezTo>
                  <a:pt x="135885" y="3279"/>
                  <a:pt x="127151" y="4470"/>
                  <a:pt x="122597" y="6273"/>
                </a:cubicBezTo>
                <a:cubicBezTo>
                  <a:pt x="118043" y="8075"/>
                  <a:pt x="114174" y="10430"/>
                  <a:pt x="111216" y="13496"/>
                </a:cubicBezTo>
                <a:cubicBezTo>
                  <a:pt x="108258" y="16561"/>
                  <a:pt x="106306" y="20430"/>
                  <a:pt x="104847" y="24664"/>
                </a:cubicBezTo>
                <a:cubicBezTo>
                  <a:pt x="103389" y="28898"/>
                  <a:pt x="103413" y="34282"/>
                  <a:pt x="102466" y="38901"/>
                </a:cubicBezTo>
                <a:cubicBezTo>
                  <a:pt x="101520" y="43521"/>
                  <a:pt x="101100" y="48531"/>
                  <a:pt x="99167" y="52380"/>
                </a:cubicBezTo>
                <a:cubicBezTo>
                  <a:pt x="97235" y="56229"/>
                  <a:pt x="94382" y="59356"/>
                  <a:pt x="90870" y="61995"/>
                </a:cubicBezTo>
                <a:cubicBezTo>
                  <a:pt x="87359" y="64633"/>
                  <a:pt x="82623" y="66331"/>
                  <a:pt x="78096" y="68213"/>
                </a:cubicBezTo>
                <a:cubicBezTo>
                  <a:pt x="73570" y="70094"/>
                  <a:pt x="68626" y="71668"/>
                  <a:pt x="63712" y="73284"/>
                </a:cubicBezTo>
                <a:cubicBezTo>
                  <a:pt x="58797" y="74901"/>
                  <a:pt x="53866" y="76518"/>
                  <a:pt x="48611" y="77911"/>
                </a:cubicBezTo>
                <a:cubicBezTo>
                  <a:pt x="43356" y="79304"/>
                  <a:pt x="37543" y="80298"/>
                  <a:pt x="32181" y="81643"/>
                </a:cubicBezTo>
                <a:cubicBezTo>
                  <a:pt x="26818" y="82989"/>
                  <a:pt x="20719" y="83810"/>
                  <a:pt x="16435" y="85986"/>
                </a:cubicBezTo>
                <a:cubicBezTo>
                  <a:pt x="12151" y="88161"/>
                  <a:pt x="8327" y="90729"/>
                  <a:pt x="6476" y="94696"/>
                </a:cubicBezTo>
                <a:cubicBezTo>
                  <a:pt x="4625" y="98663"/>
                  <a:pt x="4782" y="104125"/>
                  <a:pt x="5331" y="109785"/>
                </a:cubicBezTo>
                <a:cubicBezTo>
                  <a:pt x="5880" y="115445"/>
                  <a:pt x="8444" y="122511"/>
                  <a:pt x="9769" y="128658"/>
                </a:cubicBezTo>
                <a:cubicBezTo>
                  <a:pt x="11093" y="134804"/>
                  <a:pt x="12841" y="141197"/>
                  <a:pt x="13279" y="146664"/>
                </a:cubicBezTo>
                <a:cubicBezTo>
                  <a:pt x="13718" y="152132"/>
                  <a:pt x="13232" y="156915"/>
                  <a:pt x="12399" y="161464"/>
                </a:cubicBezTo>
                <a:cubicBezTo>
                  <a:pt x="11567" y="166013"/>
                  <a:pt x="9822" y="169900"/>
                  <a:pt x="8285" y="173959"/>
                </a:cubicBezTo>
                <a:cubicBezTo>
                  <a:pt x="6749" y="178018"/>
                  <a:pt x="4030" y="183841"/>
                  <a:pt x="3179" y="185818"/>
                </a:cubicBezTo>
                <a:cubicBezTo>
                  <a:pt x="2328" y="187794"/>
                  <a:pt x="0" y="186220"/>
                  <a:pt x="3179" y="185818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551"/>
                </a:srgbClr>
              </a:gs>
              <a:gs pos="18000">
                <a:srgbClr val="767676">
                  <a:alpha val="8529"/>
                </a:srgbClr>
              </a:gs>
              <a:gs pos="48000">
                <a:srgbClr val="767676">
                  <a:alpha val="13755"/>
                </a:srgbClr>
              </a:gs>
              <a:gs pos="78000">
                <a:srgbClr val="767676">
                  <a:alpha val="10317"/>
                </a:srgbClr>
              </a:gs>
              <a:gs pos="100000">
                <a:srgbClr val="767676">
                  <a:alpha val="619"/>
                </a:srgbClr>
              </a:gs>
            </a:gsLst>
            <a:lin ang="18388036" scaled="0"/>
          </a:gradFill>
          <a:ln w="0">
            <a:noFill/>
            <a:prstDash val="solid"/>
          </a:ln>
        </p:spPr>
      </p:sp>
      <p:sp>
        <p:nvSpPr>
          <p:cNvPr id="821" name="PANEL_A-intermittent-gas-wisp-1-feather-0_173">
            <a:extLst>
              <a:ext uri="{FF2B5EF4-FFF2-40B4-BE49-F238E27FC236}">
                <a16:creationId xmlns:a16="http://schemas.microsoft.com/office/drawing/2014/main" id="{4E45A275-F600-4DCB-910A-5F4DD8B0049A}"/>
              </a:ext>
            </a:extLst>
          </p:cNvPr>
          <p:cNvSpPr>
            <a:spLocks/>
          </p:cNvSpPr>
          <p:nvPr/>
        </p:nvSpPr>
        <p:spPr>
          <a:xfrm>
            <a:off x="12055041" y="1990075"/>
            <a:ext cx="114988" cy="134931"/>
          </a:xfrm>
          <a:custGeom>
            <a:pathLst>
              <a:path w="120722" h="141659">
                <a:moveTo>
                  <a:pt x="6332" y="137241"/>
                </a:moveTo>
                <a:cubicBezTo>
                  <a:pt x="9957" y="137974"/>
                  <a:pt x="22796" y="141620"/>
                  <a:pt x="28079" y="141640"/>
                </a:cubicBezTo>
                <a:cubicBezTo>
                  <a:pt x="33361" y="141659"/>
                  <a:pt x="35857" y="139635"/>
                  <a:pt x="38026" y="137358"/>
                </a:cubicBezTo>
                <a:cubicBezTo>
                  <a:pt x="40195" y="135081"/>
                  <a:pt x="39449" y="130638"/>
                  <a:pt x="41094" y="127979"/>
                </a:cubicBezTo>
                <a:cubicBezTo>
                  <a:pt x="42738" y="125320"/>
                  <a:pt x="45044" y="123166"/>
                  <a:pt x="47891" y="121405"/>
                </a:cubicBezTo>
                <a:cubicBezTo>
                  <a:pt x="50737" y="119644"/>
                  <a:pt x="55247" y="119113"/>
                  <a:pt x="58173" y="117413"/>
                </a:cubicBezTo>
                <a:cubicBezTo>
                  <a:pt x="61098" y="115713"/>
                  <a:pt x="62700" y="113022"/>
                  <a:pt x="65447" y="111205"/>
                </a:cubicBezTo>
                <a:cubicBezTo>
                  <a:pt x="68193" y="109388"/>
                  <a:pt x="70420" y="107187"/>
                  <a:pt x="74653" y="106511"/>
                </a:cubicBezTo>
                <a:cubicBezTo>
                  <a:pt x="78886" y="105835"/>
                  <a:pt x="86222" y="107511"/>
                  <a:pt x="90844" y="107147"/>
                </a:cubicBezTo>
                <a:cubicBezTo>
                  <a:pt x="95465" y="106784"/>
                  <a:pt x="100838" y="107040"/>
                  <a:pt x="102380" y="104329"/>
                </a:cubicBezTo>
                <a:cubicBezTo>
                  <a:pt x="103921" y="101619"/>
                  <a:pt x="101165" y="95615"/>
                  <a:pt x="100092" y="90886"/>
                </a:cubicBezTo>
                <a:cubicBezTo>
                  <a:pt x="99019" y="86158"/>
                  <a:pt x="95637" y="79637"/>
                  <a:pt x="95940" y="75957"/>
                </a:cubicBezTo>
                <a:cubicBezTo>
                  <a:pt x="96243" y="72278"/>
                  <a:pt x="99442" y="70814"/>
                  <a:pt x="101910" y="68810"/>
                </a:cubicBezTo>
                <a:cubicBezTo>
                  <a:pt x="104377" y="66806"/>
                  <a:pt x="108686" y="66256"/>
                  <a:pt x="110743" y="63933"/>
                </a:cubicBezTo>
                <a:cubicBezTo>
                  <a:pt x="112800" y="61610"/>
                  <a:pt x="113200" y="57990"/>
                  <a:pt x="114251" y="54873"/>
                </a:cubicBezTo>
                <a:cubicBezTo>
                  <a:pt x="115303" y="51756"/>
                  <a:pt x="115999" y="48351"/>
                  <a:pt x="117050" y="45232"/>
                </a:cubicBezTo>
                <a:cubicBezTo>
                  <a:pt x="118101" y="42114"/>
                  <a:pt x="120391" y="39994"/>
                  <a:pt x="120557" y="36161"/>
                </a:cubicBezTo>
                <a:cubicBezTo>
                  <a:pt x="120722" y="32329"/>
                  <a:pt x="119971" y="27735"/>
                  <a:pt x="118043" y="22238"/>
                </a:cubicBezTo>
                <a:cubicBezTo>
                  <a:pt x="116114" y="16741"/>
                  <a:pt x="110497" y="6354"/>
                  <a:pt x="108987" y="3177"/>
                </a:cubicBezTo>
                <a:cubicBezTo>
                  <a:pt x="107478" y="0"/>
                  <a:pt x="111606" y="3297"/>
                  <a:pt x="108987" y="3177"/>
                </a:cubicBezTo>
                <a:cubicBezTo>
                  <a:pt x="106369" y="3056"/>
                  <a:pt x="97890" y="2156"/>
                  <a:pt x="93276" y="2454"/>
                </a:cubicBezTo>
                <a:cubicBezTo>
                  <a:pt x="88662" y="2752"/>
                  <a:pt x="84383" y="3408"/>
                  <a:pt x="81303" y="4965"/>
                </a:cubicBezTo>
                <a:cubicBezTo>
                  <a:pt x="78222" y="6522"/>
                  <a:pt x="76234" y="8935"/>
                  <a:pt x="74792" y="11796"/>
                </a:cubicBezTo>
                <a:cubicBezTo>
                  <a:pt x="73351" y="14658"/>
                  <a:pt x="73663" y="18926"/>
                  <a:pt x="72654" y="22135"/>
                </a:cubicBezTo>
                <a:cubicBezTo>
                  <a:pt x="71646" y="25344"/>
                  <a:pt x="71091" y="28902"/>
                  <a:pt x="68739" y="31050"/>
                </a:cubicBezTo>
                <a:cubicBezTo>
                  <a:pt x="66388" y="33198"/>
                  <a:pt x="62593" y="34187"/>
                  <a:pt x="58546" y="35024"/>
                </a:cubicBezTo>
                <a:cubicBezTo>
                  <a:pt x="54500" y="35861"/>
                  <a:pt x="48905" y="35529"/>
                  <a:pt x="44459" y="36072"/>
                </a:cubicBezTo>
                <a:cubicBezTo>
                  <a:pt x="40013" y="36616"/>
                  <a:pt x="35609" y="37173"/>
                  <a:pt x="31871" y="38284"/>
                </a:cubicBezTo>
                <a:cubicBezTo>
                  <a:pt x="28133" y="39395"/>
                  <a:pt x="25243" y="41208"/>
                  <a:pt x="22030" y="42738"/>
                </a:cubicBezTo>
                <a:cubicBezTo>
                  <a:pt x="18817" y="44267"/>
                  <a:pt x="15646" y="45795"/>
                  <a:pt x="12593" y="47460"/>
                </a:cubicBezTo>
                <a:cubicBezTo>
                  <a:pt x="9539" y="49124"/>
                  <a:pt x="5801" y="50324"/>
                  <a:pt x="3709" y="52727"/>
                </a:cubicBezTo>
                <a:cubicBezTo>
                  <a:pt x="1617" y="55129"/>
                  <a:pt x="0" y="57867"/>
                  <a:pt x="41" y="61876"/>
                </a:cubicBezTo>
                <a:cubicBezTo>
                  <a:pt x="82" y="65885"/>
                  <a:pt x="2147" y="71450"/>
                  <a:pt x="3954" y="76778"/>
                </a:cubicBezTo>
                <a:cubicBezTo>
                  <a:pt x="5761" y="82107"/>
                  <a:pt x="9277" y="88709"/>
                  <a:pt x="10881" y="93847"/>
                </a:cubicBezTo>
                <a:cubicBezTo>
                  <a:pt x="12486" y="98985"/>
                  <a:pt x="13677" y="103750"/>
                  <a:pt x="13583" y="107605"/>
                </a:cubicBezTo>
                <a:cubicBezTo>
                  <a:pt x="13489" y="111460"/>
                  <a:pt x="11603" y="114012"/>
                  <a:pt x="10318" y="116977"/>
                </a:cubicBezTo>
                <a:cubicBezTo>
                  <a:pt x="9033" y="119943"/>
                  <a:pt x="6540" y="122022"/>
                  <a:pt x="5875" y="125400"/>
                </a:cubicBezTo>
                <a:cubicBezTo>
                  <a:pt x="5211" y="128777"/>
                  <a:pt x="6256" y="135267"/>
                  <a:pt x="6332" y="137241"/>
                </a:cubicBezTo>
                <a:cubicBezTo>
                  <a:pt x="6409" y="139214"/>
                  <a:pt x="2708" y="136508"/>
                  <a:pt x="6332" y="137241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65"/>
                </a:srgbClr>
              </a:gs>
              <a:gs pos="18000">
                <a:srgbClr val="919191">
                  <a:alpha val="2558"/>
                </a:srgbClr>
              </a:gs>
              <a:gs pos="48000">
                <a:srgbClr val="919191">
                  <a:alpha val="4126"/>
                </a:srgbClr>
              </a:gs>
              <a:gs pos="78000">
                <a:srgbClr val="919191">
                  <a:alpha val="3096"/>
                </a:srgbClr>
              </a:gs>
              <a:gs pos="100000">
                <a:srgbClr val="919191">
                  <a:alpha val="185"/>
                </a:srgbClr>
              </a:gs>
            </a:gsLst>
            <a:lin ang="18446590" scaled="0"/>
          </a:gradFill>
          <a:ln w="0">
            <a:noFill/>
            <a:prstDash val="solid"/>
          </a:ln>
        </p:spPr>
      </p:sp>
      <p:sp>
        <p:nvSpPr>
          <p:cNvPr id="822" name="PANEL_A-intermittent-gas-wisp-1-feather-1_174">
            <a:extLst>
              <a:ext uri="{FF2B5EF4-FFF2-40B4-BE49-F238E27FC236}">
                <a16:creationId xmlns:a16="http://schemas.microsoft.com/office/drawing/2014/main" id="{6E6CC68A-1B60-4EAE-97DC-DC532948B605}"/>
              </a:ext>
            </a:extLst>
          </p:cNvPr>
          <p:cNvSpPr>
            <a:spLocks/>
          </p:cNvSpPr>
          <p:nvPr/>
        </p:nvSpPr>
        <p:spPr>
          <a:xfrm>
            <a:off x="12058121" y="1990472"/>
            <a:ext cx="107765" cy="132767"/>
          </a:xfrm>
          <a:custGeom>
            <a:pathLst>
              <a:path w="113139" h="139388">
                <a:moveTo>
                  <a:pt x="3099" y="136824"/>
                </a:moveTo>
                <a:cubicBezTo>
                  <a:pt x="6197" y="137173"/>
                  <a:pt x="17077" y="139388"/>
                  <a:pt x="21691" y="138916"/>
                </a:cubicBezTo>
                <a:cubicBezTo>
                  <a:pt x="26304" y="138444"/>
                  <a:pt x="28692" y="136331"/>
                  <a:pt x="30781" y="133990"/>
                </a:cubicBezTo>
                <a:cubicBezTo>
                  <a:pt x="32869" y="131649"/>
                  <a:pt x="32633" y="127574"/>
                  <a:pt x="34224" y="124869"/>
                </a:cubicBezTo>
                <a:cubicBezTo>
                  <a:pt x="35814" y="122164"/>
                  <a:pt x="37858" y="119813"/>
                  <a:pt x="40325" y="117762"/>
                </a:cubicBezTo>
                <a:cubicBezTo>
                  <a:pt x="42791" y="115711"/>
                  <a:pt x="46506" y="114578"/>
                  <a:pt x="49024" y="112563"/>
                </a:cubicBezTo>
                <a:cubicBezTo>
                  <a:pt x="51542" y="110549"/>
                  <a:pt x="53009" y="107745"/>
                  <a:pt x="55430" y="105673"/>
                </a:cubicBezTo>
                <a:cubicBezTo>
                  <a:pt x="57852" y="103600"/>
                  <a:pt x="59882" y="101244"/>
                  <a:pt x="63552" y="100129"/>
                </a:cubicBezTo>
                <a:cubicBezTo>
                  <a:pt x="67222" y="99014"/>
                  <a:pt x="73368" y="99769"/>
                  <a:pt x="77451" y="98981"/>
                </a:cubicBezTo>
                <a:cubicBezTo>
                  <a:pt x="81533" y="98194"/>
                  <a:pt x="86270" y="97947"/>
                  <a:pt x="88047" y="95404"/>
                </a:cubicBezTo>
                <a:cubicBezTo>
                  <a:pt x="89824" y="92862"/>
                  <a:pt x="88319" y="87798"/>
                  <a:pt x="88113" y="83726"/>
                </a:cubicBezTo>
                <a:cubicBezTo>
                  <a:pt x="87906" y="79654"/>
                  <a:pt x="85941" y="74223"/>
                  <a:pt x="86807" y="70970"/>
                </a:cubicBezTo>
                <a:cubicBezTo>
                  <a:pt x="87673" y="67718"/>
                  <a:pt x="90809" y="66198"/>
                  <a:pt x="93308" y="64211"/>
                </a:cubicBezTo>
                <a:cubicBezTo>
                  <a:pt x="95808" y="62224"/>
                  <a:pt x="99714" y="61353"/>
                  <a:pt x="101804" y="59049"/>
                </a:cubicBezTo>
                <a:cubicBezTo>
                  <a:pt x="103893" y="56745"/>
                  <a:pt x="104634" y="53383"/>
                  <a:pt x="105846" y="50386"/>
                </a:cubicBezTo>
                <a:cubicBezTo>
                  <a:pt x="107057" y="47388"/>
                  <a:pt x="107930" y="44115"/>
                  <a:pt x="109074" y="41063"/>
                </a:cubicBezTo>
                <a:cubicBezTo>
                  <a:pt x="110217" y="38011"/>
                  <a:pt x="112271" y="35698"/>
                  <a:pt x="112705" y="32075"/>
                </a:cubicBezTo>
                <a:cubicBezTo>
                  <a:pt x="113139" y="28451"/>
                  <a:pt x="112836" y="24206"/>
                  <a:pt x="111678" y="19320"/>
                </a:cubicBezTo>
                <a:cubicBezTo>
                  <a:pt x="110519" y="14434"/>
                  <a:pt x="106741" y="5520"/>
                  <a:pt x="105754" y="2760"/>
                </a:cubicBezTo>
                <a:cubicBezTo>
                  <a:pt x="104766" y="0"/>
                  <a:pt x="107986" y="2572"/>
                  <a:pt x="105754" y="2760"/>
                </a:cubicBezTo>
                <a:cubicBezTo>
                  <a:pt x="103521" y="2948"/>
                  <a:pt x="96304" y="3058"/>
                  <a:pt x="92359" y="3888"/>
                </a:cubicBezTo>
                <a:cubicBezTo>
                  <a:pt x="88415" y="4719"/>
                  <a:pt x="84795" y="5893"/>
                  <a:pt x="82087" y="7742"/>
                </a:cubicBezTo>
                <a:cubicBezTo>
                  <a:pt x="79379" y="9591"/>
                  <a:pt x="77560" y="12131"/>
                  <a:pt x="76113" y="14983"/>
                </a:cubicBezTo>
                <a:cubicBezTo>
                  <a:pt x="74665" y="17834"/>
                  <a:pt x="74579" y="21780"/>
                  <a:pt x="73400" y="24850"/>
                </a:cubicBezTo>
                <a:cubicBezTo>
                  <a:pt x="72222" y="27920"/>
                  <a:pt x="71360" y="31233"/>
                  <a:pt x="69041" y="33401"/>
                </a:cubicBezTo>
                <a:cubicBezTo>
                  <a:pt x="66721" y="35569"/>
                  <a:pt x="63216" y="36781"/>
                  <a:pt x="59485" y="37858"/>
                </a:cubicBezTo>
                <a:cubicBezTo>
                  <a:pt x="55753" y="38934"/>
                  <a:pt x="50750" y="39053"/>
                  <a:pt x="46652" y="39860"/>
                </a:cubicBezTo>
                <a:cubicBezTo>
                  <a:pt x="42555" y="40666"/>
                  <a:pt x="38447" y="41446"/>
                  <a:pt x="34900" y="42696"/>
                </a:cubicBezTo>
                <a:cubicBezTo>
                  <a:pt x="31354" y="43947"/>
                  <a:pt x="28455" y="45741"/>
                  <a:pt x="25374" y="47363"/>
                </a:cubicBezTo>
                <a:cubicBezTo>
                  <a:pt x="22293" y="48984"/>
                  <a:pt x="19275" y="50623"/>
                  <a:pt x="16415" y="52425"/>
                </a:cubicBezTo>
                <a:cubicBezTo>
                  <a:pt x="13556" y="54228"/>
                  <a:pt x="10215" y="55716"/>
                  <a:pt x="8215" y="58178"/>
                </a:cubicBezTo>
                <a:cubicBezTo>
                  <a:pt x="6215" y="60639"/>
                  <a:pt x="4661" y="63414"/>
                  <a:pt x="4414" y="67196"/>
                </a:cubicBezTo>
                <a:cubicBezTo>
                  <a:pt x="4167" y="70978"/>
                  <a:pt x="5560" y="76023"/>
                  <a:pt x="6734" y="80868"/>
                </a:cubicBezTo>
                <a:cubicBezTo>
                  <a:pt x="7907" y="85713"/>
                  <a:pt x="10452" y="91582"/>
                  <a:pt x="11457" y="96267"/>
                </a:cubicBezTo>
                <a:cubicBezTo>
                  <a:pt x="12462" y="100952"/>
                  <a:pt x="13147" y="105340"/>
                  <a:pt x="12766" y="108978"/>
                </a:cubicBezTo>
                <a:cubicBezTo>
                  <a:pt x="12384" y="112615"/>
                  <a:pt x="10567" y="115215"/>
                  <a:pt x="9168" y="118093"/>
                </a:cubicBezTo>
                <a:cubicBezTo>
                  <a:pt x="7769" y="120972"/>
                  <a:pt x="5384" y="123127"/>
                  <a:pt x="4372" y="126248"/>
                </a:cubicBezTo>
                <a:cubicBezTo>
                  <a:pt x="3361" y="129370"/>
                  <a:pt x="3311" y="135061"/>
                  <a:pt x="3099" y="136824"/>
                </a:cubicBezTo>
                <a:cubicBezTo>
                  <a:pt x="2886" y="138587"/>
                  <a:pt x="0" y="136475"/>
                  <a:pt x="3099" y="136824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19"/>
                </a:srgbClr>
              </a:gs>
              <a:gs pos="18000">
                <a:srgbClr val="767676">
                  <a:alpha val="3412"/>
                </a:srgbClr>
              </a:gs>
              <a:gs pos="48000">
                <a:srgbClr val="767676">
                  <a:alpha val="5503"/>
                </a:srgbClr>
              </a:gs>
              <a:gs pos="78000">
                <a:srgbClr val="767676">
                  <a:alpha val="4126"/>
                </a:srgbClr>
              </a:gs>
              <a:gs pos="100000">
                <a:srgbClr val="767676">
                  <a:alpha val="248"/>
                </a:srgbClr>
              </a:gs>
            </a:gsLst>
            <a:lin ang="18446590" scaled="0"/>
          </a:gradFill>
          <a:ln w="0">
            <a:noFill/>
            <a:prstDash val="solid"/>
          </a:ln>
        </p:spPr>
      </p:sp>
      <p:sp>
        <p:nvSpPr>
          <p:cNvPr id="823" name="PANEL_A-intermittent-gas-wisp-1-feather-2_175">
            <a:extLst>
              <a:ext uri="{FF2B5EF4-FFF2-40B4-BE49-F238E27FC236}">
                <a16:creationId xmlns:a16="http://schemas.microsoft.com/office/drawing/2014/main" id="{FBADB22B-4588-4239-8E99-C78CE067F484}"/>
              </a:ext>
            </a:extLst>
          </p:cNvPr>
          <p:cNvSpPr>
            <a:spLocks/>
          </p:cNvSpPr>
          <p:nvPr/>
        </p:nvSpPr>
        <p:spPr>
          <a:xfrm>
            <a:off x="12058668" y="1990906"/>
            <a:ext cx="102877" cy="131351"/>
          </a:xfrm>
          <a:custGeom>
            <a:pathLst>
              <a:path w="108007" h="137902">
                <a:moveTo>
                  <a:pt x="2525" y="136369"/>
                </a:moveTo>
                <a:cubicBezTo>
                  <a:pt x="5050" y="136298"/>
                  <a:pt x="13792" y="136953"/>
                  <a:pt x="17676" y="135944"/>
                </a:cubicBezTo>
                <a:cubicBezTo>
                  <a:pt x="21560" y="134935"/>
                  <a:pt x="23829" y="132728"/>
                  <a:pt x="25831" y="130316"/>
                </a:cubicBezTo>
                <a:cubicBezTo>
                  <a:pt x="27832" y="127905"/>
                  <a:pt x="28151" y="124232"/>
                  <a:pt x="29684" y="121477"/>
                </a:cubicBezTo>
                <a:cubicBezTo>
                  <a:pt x="31216" y="118722"/>
                  <a:pt x="32972" y="116155"/>
                  <a:pt x="35024" y="113787"/>
                </a:cubicBezTo>
                <a:cubicBezTo>
                  <a:pt x="37077" y="111420"/>
                  <a:pt x="39926" y="109631"/>
                  <a:pt x="41998" y="107273"/>
                </a:cubicBezTo>
                <a:cubicBezTo>
                  <a:pt x="44070" y="104914"/>
                  <a:pt x="45392" y="101988"/>
                  <a:pt x="47458" y="99638"/>
                </a:cubicBezTo>
                <a:cubicBezTo>
                  <a:pt x="49524" y="97287"/>
                  <a:pt x="51339" y="94762"/>
                  <a:pt x="54395" y="93168"/>
                </a:cubicBezTo>
                <a:cubicBezTo>
                  <a:pt x="57452" y="91574"/>
                  <a:pt x="62300" y="91323"/>
                  <a:pt x="65795" y="90073"/>
                </a:cubicBezTo>
                <a:cubicBezTo>
                  <a:pt x="69290" y="88823"/>
                  <a:pt x="73331" y="88028"/>
                  <a:pt x="75365" y="85668"/>
                </a:cubicBezTo>
                <a:cubicBezTo>
                  <a:pt x="77399" y="83308"/>
                  <a:pt x="77260" y="79271"/>
                  <a:pt x="77999" y="75915"/>
                </a:cubicBezTo>
                <a:cubicBezTo>
                  <a:pt x="78737" y="72559"/>
                  <a:pt x="78318" y="68317"/>
                  <a:pt x="79798" y="65530"/>
                </a:cubicBezTo>
                <a:cubicBezTo>
                  <a:pt x="81278" y="62743"/>
                  <a:pt x="84344" y="61162"/>
                  <a:pt x="86879" y="59194"/>
                </a:cubicBezTo>
                <a:cubicBezTo>
                  <a:pt x="89413" y="57225"/>
                  <a:pt x="92880" y="56005"/>
                  <a:pt x="95006" y="53721"/>
                </a:cubicBezTo>
                <a:cubicBezTo>
                  <a:pt x="97131" y="51438"/>
                  <a:pt x="98243" y="48358"/>
                  <a:pt x="99630" y="45490"/>
                </a:cubicBezTo>
                <a:cubicBezTo>
                  <a:pt x="101017" y="42622"/>
                  <a:pt x="102082" y="39493"/>
                  <a:pt x="103326" y="36514"/>
                </a:cubicBezTo>
                <a:cubicBezTo>
                  <a:pt x="104570" y="33535"/>
                  <a:pt x="106367" y="31013"/>
                  <a:pt x="107094" y="27616"/>
                </a:cubicBezTo>
                <a:cubicBezTo>
                  <a:pt x="107821" y="24220"/>
                  <a:pt x="108007" y="20355"/>
                  <a:pt x="107688" y="16136"/>
                </a:cubicBezTo>
                <a:cubicBezTo>
                  <a:pt x="107369" y="11918"/>
                  <a:pt x="105598" y="4610"/>
                  <a:pt x="105180" y="2305"/>
                </a:cubicBezTo>
                <a:cubicBezTo>
                  <a:pt x="104762" y="0"/>
                  <a:pt x="106991" y="1781"/>
                  <a:pt x="105180" y="2305"/>
                </a:cubicBezTo>
                <a:cubicBezTo>
                  <a:pt x="103369" y="2830"/>
                  <a:pt x="97528" y="4042"/>
                  <a:pt x="94314" y="5453"/>
                </a:cubicBezTo>
                <a:cubicBezTo>
                  <a:pt x="91100" y="6864"/>
                  <a:pt x="88198" y="8603"/>
                  <a:pt x="85897" y="10771"/>
                </a:cubicBezTo>
                <a:cubicBezTo>
                  <a:pt x="83596" y="12938"/>
                  <a:pt x="81962" y="15618"/>
                  <a:pt x="80507" y="18459"/>
                </a:cubicBezTo>
                <a:cubicBezTo>
                  <a:pt x="79052" y="21299"/>
                  <a:pt x="78532" y="24894"/>
                  <a:pt x="77168" y="27812"/>
                </a:cubicBezTo>
                <a:cubicBezTo>
                  <a:pt x="75804" y="30730"/>
                  <a:pt x="74608" y="33775"/>
                  <a:pt x="72324" y="35965"/>
                </a:cubicBezTo>
                <a:cubicBezTo>
                  <a:pt x="70039" y="38154"/>
                  <a:pt x="66850" y="39611"/>
                  <a:pt x="63463" y="40949"/>
                </a:cubicBezTo>
                <a:cubicBezTo>
                  <a:pt x="60075" y="42287"/>
                  <a:pt x="55716" y="42898"/>
                  <a:pt x="51999" y="43992"/>
                </a:cubicBezTo>
                <a:cubicBezTo>
                  <a:pt x="48282" y="45085"/>
                  <a:pt x="44496" y="46107"/>
                  <a:pt x="41159" y="47510"/>
                </a:cubicBezTo>
                <a:cubicBezTo>
                  <a:pt x="37822" y="48912"/>
                  <a:pt x="34913" y="50686"/>
                  <a:pt x="31976" y="52408"/>
                </a:cubicBezTo>
                <a:cubicBezTo>
                  <a:pt x="29039" y="54130"/>
                  <a:pt x="26188" y="55889"/>
                  <a:pt x="23540" y="57842"/>
                </a:cubicBezTo>
                <a:cubicBezTo>
                  <a:pt x="20891" y="59795"/>
                  <a:pt x="17986" y="61598"/>
                  <a:pt x="16085" y="64124"/>
                </a:cubicBezTo>
                <a:cubicBezTo>
                  <a:pt x="14185" y="66650"/>
                  <a:pt x="12700" y="69466"/>
                  <a:pt x="12139" y="73000"/>
                </a:cubicBezTo>
                <a:cubicBezTo>
                  <a:pt x="11578" y="76534"/>
                  <a:pt x="12237" y="81012"/>
                  <a:pt x="12720" y="85330"/>
                </a:cubicBezTo>
                <a:cubicBezTo>
                  <a:pt x="13203" y="89648"/>
                  <a:pt x="14688" y="94716"/>
                  <a:pt x="15039" y="98906"/>
                </a:cubicBezTo>
                <a:cubicBezTo>
                  <a:pt x="15391" y="103097"/>
                  <a:pt x="15523" y="107074"/>
                  <a:pt x="14828" y="110475"/>
                </a:cubicBezTo>
                <a:cubicBezTo>
                  <a:pt x="14133" y="113876"/>
                  <a:pt x="12392" y="116528"/>
                  <a:pt x="10868" y="119311"/>
                </a:cubicBezTo>
                <a:cubicBezTo>
                  <a:pt x="9345" y="122094"/>
                  <a:pt x="7077" y="124331"/>
                  <a:pt x="5686" y="127174"/>
                </a:cubicBezTo>
                <a:cubicBezTo>
                  <a:pt x="4296" y="130017"/>
                  <a:pt x="3052" y="134837"/>
                  <a:pt x="2525" y="136369"/>
                </a:cubicBezTo>
                <a:cubicBezTo>
                  <a:pt x="1998" y="137902"/>
                  <a:pt x="0" y="136440"/>
                  <a:pt x="2525" y="136369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82"/>
                </a:srgbClr>
              </a:gs>
              <a:gs pos="18000">
                <a:srgbClr val="767676">
                  <a:alpha val="4378"/>
                </a:srgbClr>
              </a:gs>
              <a:gs pos="48000">
                <a:srgbClr val="767676">
                  <a:alpha val="7062"/>
                </a:srgbClr>
              </a:gs>
              <a:gs pos="78000">
                <a:srgbClr val="767676">
                  <a:alpha val="5296"/>
                </a:srgbClr>
              </a:gs>
              <a:gs pos="100000">
                <a:srgbClr val="767676">
                  <a:alpha val="318"/>
                </a:srgbClr>
              </a:gs>
            </a:gsLst>
            <a:lin ang="18446590" scaled="0"/>
          </a:gradFill>
          <a:ln w="0">
            <a:noFill/>
            <a:prstDash val="solid"/>
          </a:ln>
        </p:spPr>
      </p:sp>
      <p:sp>
        <p:nvSpPr>
          <p:cNvPr id="824" name="PANEL_A-intermittent-gas-core-2-feather-0_176">
            <a:extLst>
              <a:ext uri="{FF2B5EF4-FFF2-40B4-BE49-F238E27FC236}">
                <a16:creationId xmlns:a16="http://schemas.microsoft.com/office/drawing/2014/main" id="{10010196-A9D4-440B-AC2F-A47C0E39E147}"/>
              </a:ext>
            </a:extLst>
          </p:cNvPr>
          <p:cNvSpPr>
            <a:spLocks/>
          </p:cNvSpPr>
          <p:nvPr/>
        </p:nvSpPr>
        <p:spPr>
          <a:xfrm>
            <a:off x="12228644" y="1745486"/>
            <a:ext cx="235260" cy="223057"/>
          </a:xfrm>
          <a:custGeom>
            <a:pathLst>
              <a:path w="246992" h="234180">
                <a:moveTo>
                  <a:pt x="24969" y="227795"/>
                </a:moveTo>
                <a:cubicBezTo>
                  <a:pt x="29525" y="228148"/>
                  <a:pt x="45585" y="231213"/>
                  <a:pt x="52303" y="229914"/>
                </a:cubicBezTo>
                <a:cubicBezTo>
                  <a:pt x="59020" y="228616"/>
                  <a:pt x="60644" y="223041"/>
                  <a:pt x="65275" y="220004"/>
                </a:cubicBezTo>
                <a:cubicBezTo>
                  <a:pt x="69906" y="216968"/>
                  <a:pt x="71958" y="211717"/>
                  <a:pt x="80086" y="211692"/>
                </a:cubicBezTo>
                <a:cubicBezTo>
                  <a:pt x="88215" y="211668"/>
                  <a:pt x="101857" y="216340"/>
                  <a:pt x="114047" y="219855"/>
                </a:cubicBezTo>
                <a:cubicBezTo>
                  <a:pt x="126237" y="223370"/>
                  <a:pt x="143577" y="231384"/>
                  <a:pt x="153226" y="232782"/>
                </a:cubicBezTo>
                <a:cubicBezTo>
                  <a:pt x="162875" y="234180"/>
                  <a:pt x="167792" y="231570"/>
                  <a:pt x="171941" y="228244"/>
                </a:cubicBezTo>
                <a:cubicBezTo>
                  <a:pt x="176090" y="224917"/>
                  <a:pt x="174907" y="216958"/>
                  <a:pt x="178120" y="212823"/>
                </a:cubicBezTo>
                <a:cubicBezTo>
                  <a:pt x="181332" y="208687"/>
                  <a:pt x="187373" y="207020"/>
                  <a:pt x="191215" y="203429"/>
                </a:cubicBezTo>
                <a:cubicBezTo>
                  <a:pt x="195056" y="199839"/>
                  <a:pt x="200144" y="197371"/>
                  <a:pt x="201167" y="191279"/>
                </a:cubicBezTo>
                <a:cubicBezTo>
                  <a:pt x="202190" y="185188"/>
                  <a:pt x="197334" y="173885"/>
                  <a:pt x="197350" y="166879"/>
                </a:cubicBezTo>
                <a:cubicBezTo>
                  <a:pt x="197366" y="159873"/>
                  <a:pt x="196528" y="152049"/>
                  <a:pt x="201262" y="149241"/>
                </a:cubicBezTo>
                <a:cubicBezTo>
                  <a:pt x="205996" y="146433"/>
                  <a:pt x="218507" y="150575"/>
                  <a:pt x="225754" y="150031"/>
                </a:cubicBezTo>
                <a:cubicBezTo>
                  <a:pt x="233001" y="149486"/>
                  <a:pt x="242496" y="151022"/>
                  <a:pt x="244744" y="145977"/>
                </a:cubicBezTo>
                <a:cubicBezTo>
                  <a:pt x="246992" y="140932"/>
                  <a:pt x="242203" y="129553"/>
                  <a:pt x="239243" y="119761"/>
                </a:cubicBezTo>
                <a:cubicBezTo>
                  <a:pt x="236283" y="109969"/>
                  <a:pt x="229658" y="96811"/>
                  <a:pt x="226984" y="87225"/>
                </a:cubicBezTo>
                <a:cubicBezTo>
                  <a:pt x="224309" y="77639"/>
                  <a:pt x="224258" y="70410"/>
                  <a:pt x="223196" y="62247"/>
                </a:cubicBezTo>
                <a:cubicBezTo>
                  <a:pt x="222135" y="54084"/>
                  <a:pt x="221890" y="46644"/>
                  <a:pt x="220613" y="38247"/>
                </a:cubicBezTo>
                <a:cubicBezTo>
                  <a:pt x="219336" y="29849"/>
                  <a:pt x="216382" y="16261"/>
                  <a:pt x="215536" y="11864"/>
                </a:cubicBezTo>
                <a:cubicBezTo>
                  <a:pt x="214689" y="7467"/>
                  <a:pt x="220423" y="12751"/>
                  <a:pt x="215536" y="11864"/>
                </a:cubicBezTo>
                <a:cubicBezTo>
                  <a:pt x="210648" y="10977"/>
                  <a:pt x="195996" y="8290"/>
                  <a:pt x="186211" y="6543"/>
                </a:cubicBezTo>
                <a:cubicBezTo>
                  <a:pt x="176426" y="4795"/>
                  <a:pt x="165687" y="2219"/>
                  <a:pt x="156826" y="1379"/>
                </a:cubicBezTo>
                <a:cubicBezTo>
                  <a:pt x="147966" y="540"/>
                  <a:pt x="139387" y="0"/>
                  <a:pt x="133048" y="1503"/>
                </a:cubicBezTo>
                <a:cubicBezTo>
                  <a:pt x="126710" y="3007"/>
                  <a:pt x="122814" y="6766"/>
                  <a:pt x="118796" y="10399"/>
                </a:cubicBezTo>
                <a:cubicBezTo>
                  <a:pt x="114777" y="14033"/>
                  <a:pt x="112228" y="19006"/>
                  <a:pt x="108936" y="23301"/>
                </a:cubicBezTo>
                <a:cubicBezTo>
                  <a:pt x="105645" y="27597"/>
                  <a:pt x="101750" y="31353"/>
                  <a:pt x="99048" y="36174"/>
                </a:cubicBezTo>
                <a:cubicBezTo>
                  <a:pt x="96346" y="40996"/>
                  <a:pt x="93683" y="45863"/>
                  <a:pt x="92725" y="52231"/>
                </a:cubicBezTo>
                <a:cubicBezTo>
                  <a:pt x="91766" y="58599"/>
                  <a:pt x="93273" y="67164"/>
                  <a:pt x="93299" y="74383"/>
                </a:cubicBezTo>
                <a:cubicBezTo>
                  <a:pt x="93324" y="81603"/>
                  <a:pt x="95391" y="90597"/>
                  <a:pt x="92875" y="95548"/>
                </a:cubicBezTo>
                <a:cubicBezTo>
                  <a:pt x="90360" y="100500"/>
                  <a:pt x="85675" y="103491"/>
                  <a:pt x="78204" y="104092"/>
                </a:cubicBezTo>
                <a:cubicBezTo>
                  <a:pt x="70733" y="104693"/>
                  <a:pt x="58147" y="100803"/>
                  <a:pt x="48052" y="99153"/>
                </a:cubicBezTo>
                <a:cubicBezTo>
                  <a:pt x="37956" y="97503"/>
                  <a:pt x="25230" y="93613"/>
                  <a:pt x="17633" y="94193"/>
                </a:cubicBezTo>
                <a:cubicBezTo>
                  <a:pt x="10036" y="94774"/>
                  <a:pt x="4935" y="97593"/>
                  <a:pt x="2468" y="102637"/>
                </a:cubicBezTo>
                <a:cubicBezTo>
                  <a:pt x="0" y="107680"/>
                  <a:pt x="1882" y="116498"/>
                  <a:pt x="2827" y="124453"/>
                </a:cubicBezTo>
                <a:cubicBezTo>
                  <a:pt x="3772" y="132409"/>
                  <a:pt x="6595" y="141951"/>
                  <a:pt x="8138" y="150369"/>
                </a:cubicBezTo>
                <a:cubicBezTo>
                  <a:pt x="9680" y="158787"/>
                  <a:pt x="10692" y="166726"/>
                  <a:pt x="12081" y="174961"/>
                </a:cubicBezTo>
                <a:cubicBezTo>
                  <a:pt x="13471" y="183196"/>
                  <a:pt x="14326" y="190971"/>
                  <a:pt x="16474" y="199777"/>
                </a:cubicBezTo>
                <a:cubicBezTo>
                  <a:pt x="18622" y="208583"/>
                  <a:pt x="23553" y="223125"/>
                  <a:pt x="24969" y="227795"/>
                </a:cubicBezTo>
                <a:cubicBezTo>
                  <a:pt x="26385" y="232465"/>
                  <a:pt x="20414" y="227442"/>
                  <a:pt x="24969" y="227795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96"/>
                </a:srgbClr>
              </a:gs>
              <a:gs pos="18000">
                <a:srgbClr val="919191">
                  <a:alpha val="3018"/>
                </a:srgbClr>
              </a:gs>
              <a:gs pos="48000">
                <a:srgbClr val="919191">
                  <a:alpha val="4867"/>
                </a:srgbClr>
              </a:gs>
              <a:gs pos="78000">
                <a:srgbClr val="919191">
                  <a:alpha val="3650"/>
                </a:srgbClr>
              </a:gs>
              <a:gs pos="100000">
                <a:srgbClr val="919191">
                  <a:alpha val="219"/>
                </a:srgbClr>
              </a:gs>
            </a:gsLst>
            <a:lin ang="18685789" scaled="0"/>
          </a:gradFill>
          <a:ln w="0">
            <a:noFill/>
            <a:prstDash val="solid"/>
          </a:ln>
        </p:spPr>
      </p:sp>
      <p:sp>
        <p:nvSpPr>
          <p:cNvPr id="825" name="PANEL_A-intermittent-gas-core-2-feather-1_177">
            <a:extLst>
              <a:ext uri="{FF2B5EF4-FFF2-40B4-BE49-F238E27FC236}">
                <a16:creationId xmlns:a16="http://schemas.microsoft.com/office/drawing/2014/main" id="{3A96F27F-E327-4386-B927-0ED889CC918E}"/>
              </a:ext>
            </a:extLst>
          </p:cNvPr>
          <p:cNvSpPr>
            <a:spLocks/>
          </p:cNvSpPr>
          <p:nvPr/>
        </p:nvSpPr>
        <p:spPr>
          <a:xfrm>
            <a:off x="12242171" y="1752623"/>
            <a:ext cx="204722" cy="213807"/>
          </a:xfrm>
          <a:custGeom>
            <a:pathLst>
              <a:path w="214931" h="224469">
                <a:moveTo>
                  <a:pt x="10768" y="220302"/>
                </a:moveTo>
                <a:cubicBezTo>
                  <a:pt x="14607" y="220053"/>
                  <a:pt x="28029" y="220903"/>
                  <a:pt x="33805" y="218807"/>
                </a:cubicBezTo>
                <a:cubicBezTo>
                  <a:pt x="39581" y="216712"/>
                  <a:pt x="41286" y="211192"/>
                  <a:pt x="45423" y="207726"/>
                </a:cubicBezTo>
                <a:cubicBezTo>
                  <a:pt x="49559" y="204260"/>
                  <a:pt x="51658" y="199043"/>
                  <a:pt x="58625" y="198012"/>
                </a:cubicBezTo>
                <a:cubicBezTo>
                  <a:pt x="65593" y="196980"/>
                  <a:pt x="76912" y="199655"/>
                  <a:pt x="87228" y="201539"/>
                </a:cubicBezTo>
                <a:cubicBezTo>
                  <a:pt x="97545" y="203424"/>
                  <a:pt x="111990" y="208911"/>
                  <a:pt x="120523" y="209317"/>
                </a:cubicBezTo>
                <a:cubicBezTo>
                  <a:pt x="129057" y="209723"/>
                  <a:pt x="134035" y="207121"/>
                  <a:pt x="138429" y="203975"/>
                </a:cubicBezTo>
                <a:cubicBezTo>
                  <a:pt x="142823" y="200830"/>
                  <a:pt x="143173" y="194173"/>
                  <a:pt x="146888" y="190446"/>
                </a:cubicBezTo>
                <a:cubicBezTo>
                  <a:pt x="150602" y="186719"/>
                  <a:pt x="156579" y="184969"/>
                  <a:pt x="160717" y="181612"/>
                </a:cubicBezTo>
                <a:cubicBezTo>
                  <a:pt x="164855" y="178255"/>
                  <a:pt x="169943" y="175758"/>
                  <a:pt x="171715" y="170304"/>
                </a:cubicBezTo>
                <a:cubicBezTo>
                  <a:pt x="173486" y="164851"/>
                  <a:pt x="170578" y="155253"/>
                  <a:pt x="171345" y="148893"/>
                </a:cubicBezTo>
                <a:cubicBezTo>
                  <a:pt x="172113" y="142534"/>
                  <a:pt x="172075" y="135415"/>
                  <a:pt x="176319" y="132148"/>
                </a:cubicBezTo>
                <a:cubicBezTo>
                  <a:pt x="180563" y="128880"/>
                  <a:pt x="190733" y="130908"/>
                  <a:pt x="196809" y="129289"/>
                </a:cubicBezTo>
                <a:cubicBezTo>
                  <a:pt x="202884" y="127669"/>
                  <a:pt x="210614" y="127581"/>
                  <a:pt x="212772" y="122432"/>
                </a:cubicBezTo>
                <a:cubicBezTo>
                  <a:pt x="214931" y="117283"/>
                  <a:pt x="211572" y="107164"/>
                  <a:pt x="209760" y="98393"/>
                </a:cubicBezTo>
                <a:cubicBezTo>
                  <a:pt x="207949" y="89622"/>
                  <a:pt x="203326" y="78264"/>
                  <a:pt x="201904" y="69805"/>
                </a:cubicBezTo>
                <a:cubicBezTo>
                  <a:pt x="200483" y="61345"/>
                  <a:pt x="201211" y="54816"/>
                  <a:pt x="201233" y="47635"/>
                </a:cubicBezTo>
                <a:cubicBezTo>
                  <a:pt x="201255" y="40454"/>
                  <a:pt x="202017" y="33930"/>
                  <a:pt x="202034" y="26719"/>
                </a:cubicBezTo>
                <a:cubicBezTo>
                  <a:pt x="202051" y="19509"/>
                  <a:pt x="201451" y="8095"/>
                  <a:pt x="201334" y="4371"/>
                </a:cubicBezTo>
                <a:cubicBezTo>
                  <a:pt x="201217" y="646"/>
                  <a:pt x="205690" y="4767"/>
                  <a:pt x="201334" y="4371"/>
                </a:cubicBezTo>
                <a:cubicBezTo>
                  <a:pt x="196979" y="3974"/>
                  <a:pt x="183846" y="2692"/>
                  <a:pt x="175201" y="1990"/>
                </a:cubicBezTo>
                <a:cubicBezTo>
                  <a:pt x="166556" y="1288"/>
                  <a:pt x="157225" y="0"/>
                  <a:pt x="149464" y="159"/>
                </a:cubicBezTo>
                <a:cubicBezTo>
                  <a:pt x="141703" y="317"/>
                  <a:pt x="134243" y="787"/>
                  <a:pt x="128634" y="2942"/>
                </a:cubicBezTo>
                <a:cubicBezTo>
                  <a:pt x="123025" y="5097"/>
                  <a:pt x="119443" y="9124"/>
                  <a:pt x="115811" y="13091"/>
                </a:cubicBezTo>
                <a:cubicBezTo>
                  <a:pt x="112179" y="17058"/>
                  <a:pt x="109815" y="22180"/>
                  <a:pt x="106843" y="26745"/>
                </a:cubicBezTo>
                <a:cubicBezTo>
                  <a:pt x="103870" y="31310"/>
                  <a:pt x="100508" y="35525"/>
                  <a:pt x="97978" y="40481"/>
                </a:cubicBezTo>
                <a:cubicBezTo>
                  <a:pt x="95448" y="45437"/>
                  <a:pt x="92959" y="50436"/>
                  <a:pt x="91660" y="56480"/>
                </a:cubicBezTo>
                <a:cubicBezTo>
                  <a:pt x="90361" y="62524"/>
                  <a:pt x="90920" y="70221"/>
                  <a:pt x="90185" y="76746"/>
                </a:cubicBezTo>
                <a:cubicBezTo>
                  <a:pt x="89450" y="83272"/>
                  <a:pt x="90183" y="91070"/>
                  <a:pt x="87247" y="95634"/>
                </a:cubicBezTo>
                <a:cubicBezTo>
                  <a:pt x="84311" y="100198"/>
                  <a:pt x="79538" y="103104"/>
                  <a:pt x="72569" y="104129"/>
                </a:cubicBezTo>
                <a:cubicBezTo>
                  <a:pt x="65600" y="105154"/>
                  <a:pt x="54518" y="102569"/>
                  <a:pt x="45434" y="101784"/>
                </a:cubicBezTo>
                <a:cubicBezTo>
                  <a:pt x="36351" y="100998"/>
                  <a:pt x="25152" y="98413"/>
                  <a:pt x="18069" y="99416"/>
                </a:cubicBezTo>
                <a:cubicBezTo>
                  <a:pt x="10985" y="100419"/>
                  <a:pt x="5864" y="103186"/>
                  <a:pt x="2932" y="107804"/>
                </a:cubicBezTo>
                <a:cubicBezTo>
                  <a:pt x="0" y="112422"/>
                  <a:pt x="548" y="120063"/>
                  <a:pt x="476" y="127126"/>
                </a:cubicBezTo>
                <a:cubicBezTo>
                  <a:pt x="405" y="134188"/>
                  <a:pt x="1929" y="142601"/>
                  <a:pt x="2505" y="150179"/>
                </a:cubicBezTo>
                <a:cubicBezTo>
                  <a:pt x="3081" y="157757"/>
                  <a:pt x="3373" y="165072"/>
                  <a:pt x="3932" y="172592"/>
                </a:cubicBezTo>
                <a:cubicBezTo>
                  <a:pt x="4491" y="180113"/>
                  <a:pt x="4719" y="187349"/>
                  <a:pt x="5859" y="195300"/>
                </a:cubicBezTo>
                <a:cubicBezTo>
                  <a:pt x="6998" y="203252"/>
                  <a:pt x="9950" y="216135"/>
                  <a:pt x="10768" y="220302"/>
                </a:cubicBezTo>
                <a:cubicBezTo>
                  <a:pt x="11586" y="224469"/>
                  <a:pt x="6928" y="220551"/>
                  <a:pt x="10768" y="220302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60"/>
                </a:srgbClr>
              </a:gs>
              <a:gs pos="18000">
                <a:srgbClr val="767676">
                  <a:alpha val="4024"/>
                </a:srgbClr>
              </a:gs>
              <a:gs pos="48000">
                <a:srgbClr val="767676">
                  <a:alpha val="6491"/>
                </a:srgbClr>
              </a:gs>
              <a:gs pos="78000">
                <a:srgbClr val="767676">
                  <a:alpha val="4867"/>
                </a:srgbClr>
              </a:gs>
              <a:gs pos="100000">
                <a:srgbClr val="767676">
                  <a:alpha val="292"/>
                </a:srgbClr>
              </a:gs>
            </a:gsLst>
            <a:lin ang="18685789" scaled="0"/>
          </a:gradFill>
          <a:ln w="0">
            <a:noFill/>
            <a:prstDash val="solid"/>
          </a:ln>
        </p:spPr>
      </p:sp>
      <p:sp>
        <p:nvSpPr>
          <p:cNvPr id="826" name="PANEL_A-intermittent-gas-core-2-feather-2_178">
            <a:extLst>
              <a:ext uri="{FF2B5EF4-FFF2-40B4-BE49-F238E27FC236}">
                <a16:creationId xmlns:a16="http://schemas.microsoft.com/office/drawing/2014/main" id="{0873F637-0DCA-4765-A772-0B5F6B4E85E9}"/>
              </a:ext>
            </a:extLst>
          </p:cNvPr>
          <p:cNvSpPr>
            <a:spLocks/>
          </p:cNvSpPr>
          <p:nvPr/>
        </p:nvSpPr>
        <p:spPr>
          <a:xfrm>
            <a:off x="12249514" y="1753937"/>
            <a:ext cx="188024" cy="211970"/>
          </a:xfrm>
          <a:custGeom>
            <a:pathLst>
              <a:path w="197400" h="222541">
                <a:moveTo>
                  <a:pt x="3058" y="218922"/>
                </a:moveTo>
                <a:cubicBezTo>
                  <a:pt x="6117" y="218016"/>
                  <a:pt x="16661" y="216452"/>
                  <a:pt x="21409" y="213486"/>
                </a:cubicBezTo>
                <a:cubicBezTo>
                  <a:pt x="26158" y="210520"/>
                  <a:pt x="27951" y="205061"/>
                  <a:pt x="31549" y="201127"/>
                </a:cubicBezTo>
                <a:cubicBezTo>
                  <a:pt x="35147" y="197193"/>
                  <a:pt x="37295" y="192011"/>
                  <a:pt x="42996" y="189882"/>
                </a:cubicBezTo>
                <a:cubicBezTo>
                  <a:pt x="48697" y="187753"/>
                  <a:pt x="57482" y="188248"/>
                  <a:pt x="65755" y="188353"/>
                </a:cubicBezTo>
                <a:cubicBezTo>
                  <a:pt x="74027" y="188459"/>
                  <a:pt x="85314" y="191191"/>
                  <a:pt x="92631" y="190515"/>
                </a:cubicBezTo>
                <a:cubicBezTo>
                  <a:pt x="99947" y="189838"/>
                  <a:pt x="104992" y="187243"/>
                  <a:pt x="109654" y="184295"/>
                </a:cubicBezTo>
                <a:cubicBezTo>
                  <a:pt x="114315" y="181348"/>
                  <a:pt x="116337" y="176112"/>
                  <a:pt x="120599" y="172830"/>
                </a:cubicBezTo>
                <a:cubicBezTo>
                  <a:pt x="124862" y="169549"/>
                  <a:pt x="130769" y="167708"/>
                  <a:pt x="135231" y="164606"/>
                </a:cubicBezTo>
                <a:cubicBezTo>
                  <a:pt x="139692" y="161504"/>
                  <a:pt x="144780" y="158974"/>
                  <a:pt x="147368" y="154218"/>
                </a:cubicBezTo>
                <a:cubicBezTo>
                  <a:pt x="149956" y="149461"/>
                  <a:pt x="149172" y="141721"/>
                  <a:pt x="150759" y="136067"/>
                </a:cubicBezTo>
                <a:cubicBezTo>
                  <a:pt x="152347" y="130413"/>
                  <a:pt x="153183" y="124064"/>
                  <a:pt x="156892" y="120295"/>
                </a:cubicBezTo>
                <a:cubicBezTo>
                  <a:pt x="160601" y="116527"/>
                  <a:pt x="168217" y="116248"/>
                  <a:pt x="173015" y="113456"/>
                </a:cubicBezTo>
                <a:cubicBezTo>
                  <a:pt x="177813" y="110664"/>
                  <a:pt x="183617" y="108805"/>
                  <a:pt x="185678" y="103542"/>
                </a:cubicBezTo>
                <a:cubicBezTo>
                  <a:pt x="187738" y="98278"/>
                  <a:pt x="185938" y="89534"/>
                  <a:pt x="185380" y="81877"/>
                </a:cubicBezTo>
                <a:cubicBezTo>
                  <a:pt x="184822" y="74219"/>
                  <a:pt x="182382" y="64827"/>
                  <a:pt x="182328" y="57596"/>
                </a:cubicBezTo>
                <a:cubicBezTo>
                  <a:pt x="182274" y="50365"/>
                  <a:pt x="183852" y="44599"/>
                  <a:pt x="185056" y="38490"/>
                </a:cubicBezTo>
                <a:cubicBezTo>
                  <a:pt x="186260" y="32381"/>
                  <a:pt x="188121" y="26856"/>
                  <a:pt x="189550" y="20939"/>
                </a:cubicBezTo>
                <a:cubicBezTo>
                  <a:pt x="190978" y="15023"/>
                  <a:pt x="192946" y="5983"/>
                  <a:pt x="193625" y="2991"/>
                </a:cubicBezTo>
                <a:cubicBezTo>
                  <a:pt x="194304" y="0"/>
                  <a:pt x="197400" y="2853"/>
                  <a:pt x="193625" y="2991"/>
                </a:cubicBezTo>
                <a:cubicBezTo>
                  <a:pt x="189849" y="3129"/>
                  <a:pt x="178374" y="3381"/>
                  <a:pt x="170972" y="3819"/>
                </a:cubicBezTo>
                <a:cubicBezTo>
                  <a:pt x="163571" y="4257"/>
                  <a:pt x="155778" y="4374"/>
                  <a:pt x="149216" y="5622"/>
                </a:cubicBezTo>
                <a:cubicBezTo>
                  <a:pt x="142654" y="6870"/>
                  <a:pt x="136415" y="8440"/>
                  <a:pt x="131602" y="11306"/>
                </a:cubicBezTo>
                <a:cubicBezTo>
                  <a:pt x="126789" y="14173"/>
                  <a:pt x="123548" y="18490"/>
                  <a:pt x="120338" y="22822"/>
                </a:cubicBezTo>
                <a:cubicBezTo>
                  <a:pt x="117128" y="27153"/>
                  <a:pt x="114966" y="32438"/>
                  <a:pt x="112342" y="37297"/>
                </a:cubicBezTo>
                <a:cubicBezTo>
                  <a:pt x="109717" y="42156"/>
                  <a:pt x="106937" y="46872"/>
                  <a:pt x="104594" y="51974"/>
                </a:cubicBezTo>
                <a:cubicBezTo>
                  <a:pt x="102250" y="57076"/>
                  <a:pt x="99952" y="62219"/>
                  <a:pt x="98282" y="67910"/>
                </a:cubicBezTo>
                <a:cubicBezTo>
                  <a:pt x="96611" y="73601"/>
                  <a:pt x="96137" y="80351"/>
                  <a:pt x="94571" y="86119"/>
                </a:cubicBezTo>
                <a:cubicBezTo>
                  <a:pt x="93006" y="91888"/>
                  <a:pt x="92285" y="98382"/>
                  <a:pt x="88891" y="102523"/>
                </a:cubicBezTo>
                <a:cubicBezTo>
                  <a:pt x="85496" y="106664"/>
                  <a:pt x="80626" y="109477"/>
                  <a:pt x="74205" y="110964"/>
                </a:cubicBezTo>
                <a:cubicBezTo>
                  <a:pt x="67783" y="112452"/>
                  <a:pt x="58342" y="111291"/>
                  <a:pt x="50363" y="111449"/>
                </a:cubicBezTo>
                <a:cubicBezTo>
                  <a:pt x="42383" y="111606"/>
                  <a:pt x="32851" y="110444"/>
                  <a:pt x="26327" y="111908"/>
                </a:cubicBezTo>
                <a:cubicBezTo>
                  <a:pt x="19804" y="113373"/>
                  <a:pt x="14660" y="116081"/>
                  <a:pt x="11222" y="120236"/>
                </a:cubicBezTo>
                <a:cubicBezTo>
                  <a:pt x="7783" y="124391"/>
                  <a:pt x="6875" y="130748"/>
                  <a:pt x="5696" y="136836"/>
                </a:cubicBezTo>
                <a:cubicBezTo>
                  <a:pt x="4516" y="142925"/>
                  <a:pt x="4622" y="150106"/>
                  <a:pt x="4144" y="156767"/>
                </a:cubicBezTo>
                <a:cubicBezTo>
                  <a:pt x="3665" y="163428"/>
                  <a:pt x="3171" y="170063"/>
                  <a:pt x="2824" y="176803"/>
                </a:cubicBezTo>
                <a:cubicBezTo>
                  <a:pt x="2477" y="183544"/>
                  <a:pt x="2022" y="190192"/>
                  <a:pt x="2061" y="197212"/>
                </a:cubicBezTo>
                <a:cubicBezTo>
                  <a:pt x="2101" y="204232"/>
                  <a:pt x="2892" y="215304"/>
                  <a:pt x="3058" y="218922"/>
                </a:cubicBezTo>
                <a:cubicBezTo>
                  <a:pt x="3225" y="222541"/>
                  <a:pt x="0" y="219829"/>
                  <a:pt x="3058" y="218922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33"/>
                </a:srgbClr>
              </a:gs>
              <a:gs pos="18000">
                <a:srgbClr val="767676">
                  <a:alpha val="5165"/>
                </a:srgbClr>
              </a:gs>
              <a:gs pos="48000">
                <a:srgbClr val="767676">
                  <a:alpha val="8328"/>
                </a:srgbClr>
              </a:gs>
              <a:gs pos="78000">
                <a:srgbClr val="767676">
                  <a:alpha val="6246"/>
                </a:srgbClr>
              </a:gs>
              <a:gs pos="100000">
                <a:srgbClr val="767676">
                  <a:alpha val="374"/>
                </a:srgbClr>
              </a:gs>
            </a:gsLst>
            <a:lin ang="18685789" scaled="0"/>
          </a:gradFill>
          <a:ln w="0">
            <a:noFill/>
            <a:prstDash val="solid"/>
          </a:ln>
        </p:spPr>
      </p:sp>
      <p:sp>
        <p:nvSpPr>
          <p:cNvPr id="827" name="PANEL_A-intermittent-gas-core-2-feather-3_179">
            <a:extLst>
              <a:ext uri="{FF2B5EF4-FFF2-40B4-BE49-F238E27FC236}">
                <a16:creationId xmlns:a16="http://schemas.microsoft.com/office/drawing/2014/main" id="{0CB35CC0-9556-4601-AB42-A367F45DF2D3}"/>
              </a:ext>
            </a:extLst>
          </p:cNvPr>
          <p:cNvSpPr>
            <a:spLocks/>
          </p:cNvSpPr>
          <p:nvPr/>
        </p:nvSpPr>
        <p:spPr>
          <a:xfrm>
            <a:off x="12250258" y="1754635"/>
            <a:ext cx="186727" cy="210749"/>
          </a:xfrm>
          <a:custGeom>
            <a:pathLst>
              <a:path w="196039" h="221259">
                <a:moveTo>
                  <a:pt x="2277" y="218189"/>
                </a:moveTo>
                <a:cubicBezTo>
                  <a:pt x="4555" y="216626"/>
                  <a:pt x="12220" y="212646"/>
                  <a:pt x="15941" y="208810"/>
                </a:cubicBezTo>
                <a:cubicBezTo>
                  <a:pt x="19662" y="204974"/>
                  <a:pt x="21544" y="199575"/>
                  <a:pt x="24603" y="195173"/>
                </a:cubicBezTo>
                <a:cubicBezTo>
                  <a:pt x="27662" y="190771"/>
                  <a:pt x="29861" y="185625"/>
                  <a:pt x="34295" y="182398"/>
                </a:cubicBezTo>
                <a:cubicBezTo>
                  <a:pt x="38730" y="179172"/>
                  <a:pt x="44981" y="177487"/>
                  <a:pt x="51210" y="175813"/>
                </a:cubicBezTo>
                <a:cubicBezTo>
                  <a:pt x="57438" y="174140"/>
                  <a:pt x="65567" y="174116"/>
                  <a:pt x="71667" y="172358"/>
                </a:cubicBezTo>
                <a:cubicBezTo>
                  <a:pt x="77766" y="170599"/>
                  <a:pt x="82878" y="168011"/>
                  <a:pt x="87807" y="165262"/>
                </a:cubicBezTo>
                <a:cubicBezTo>
                  <a:pt x="92735" y="162512"/>
                  <a:pt x="96428" y="158696"/>
                  <a:pt x="101239" y="155860"/>
                </a:cubicBezTo>
                <a:cubicBezTo>
                  <a:pt x="106050" y="153024"/>
                  <a:pt x="111887" y="151094"/>
                  <a:pt x="116672" y="148246"/>
                </a:cubicBezTo>
                <a:cubicBezTo>
                  <a:pt x="121457" y="145399"/>
                  <a:pt x="126545" y="142837"/>
                  <a:pt x="129950" y="138777"/>
                </a:cubicBezTo>
                <a:cubicBezTo>
                  <a:pt x="133355" y="134717"/>
                  <a:pt x="134695" y="128835"/>
                  <a:pt x="137102" y="123887"/>
                </a:cubicBezTo>
                <a:cubicBezTo>
                  <a:pt x="139509" y="118939"/>
                  <a:pt x="141218" y="113358"/>
                  <a:pt x="144393" y="109088"/>
                </a:cubicBezTo>
                <a:cubicBezTo>
                  <a:pt x="147568" y="104819"/>
                  <a:pt x="152630" y="102235"/>
                  <a:pt x="156149" y="98269"/>
                </a:cubicBezTo>
                <a:cubicBezTo>
                  <a:pt x="159669" y="94304"/>
                  <a:pt x="163548" y="90674"/>
                  <a:pt x="165511" y="85297"/>
                </a:cubicBezTo>
                <a:cubicBezTo>
                  <a:pt x="167474" y="79920"/>
                  <a:pt x="167233" y="72551"/>
                  <a:pt x="167928" y="66007"/>
                </a:cubicBezTo>
                <a:cubicBezTo>
                  <a:pt x="168623" y="59463"/>
                  <a:pt x="168366" y="52036"/>
                  <a:pt x="169679" y="46033"/>
                </a:cubicBezTo>
                <a:cubicBezTo>
                  <a:pt x="170993" y="40030"/>
                  <a:pt x="173422" y="35029"/>
                  <a:pt x="175807" y="29991"/>
                </a:cubicBezTo>
                <a:cubicBezTo>
                  <a:pt x="178193" y="24953"/>
                  <a:pt x="181154" y="20427"/>
                  <a:pt x="183993" y="15805"/>
                </a:cubicBezTo>
                <a:cubicBezTo>
                  <a:pt x="186832" y="11183"/>
                  <a:pt x="191369" y="4516"/>
                  <a:pt x="192844" y="2258"/>
                </a:cubicBezTo>
                <a:cubicBezTo>
                  <a:pt x="194319" y="0"/>
                  <a:pt x="196039" y="1585"/>
                  <a:pt x="192844" y="2258"/>
                </a:cubicBezTo>
                <a:cubicBezTo>
                  <a:pt x="189648" y="2930"/>
                  <a:pt x="179830" y="4715"/>
                  <a:pt x="173672" y="6294"/>
                </a:cubicBezTo>
                <a:cubicBezTo>
                  <a:pt x="167515" y="7872"/>
                  <a:pt x="161258" y="9394"/>
                  <a:pt x="155896" y="11731"/>
                </a:cubicBezTo>
                <a:cubicBezTo>
                  <a:pt x="150534" y="14068"/>
                  <a:pt x="145516" y="16739"/>
                  <a:pt x="141499" y="20316"/>
                </a:cubicBezTo>
                <a:cubicBezTo>
                  <a:pt x="137482" y="23894"/>
                  <a:pt x="134582" y="28502"/>
                  <a:pt x="131794" y="33198"/>
                </a:cubicBezTo>
                <a:cubicBezTo>
                  <a:pt x="129005" y="37895"/>
                  <a:pt x="127045" y="43342"/>
                  <a:pt x="124769" y="48495"/>
                </a:cubicBezTo>
                <a:cubicBezTo>
                  <a:pt x="122493" y="53647"/>
                  <a:pt x="120294" y="58864"/>
                  <a:pt x="118138" y="64113"/>
                </a:cubicBezTo>
                <a:cubicBezTo>
                  <a:pt x="115982" y="69361"/>
                  <a:pt x="113874" y="74648"/>
                  <a:pt x="111832" y="79985"/>
                </a:cubicBezTo>
                <a:cubicBezTo>
                  <a:pt x="109790" y="85323"/>
                  <a:pt x="108281" y="91126"/>
                  <a:pt x="105886" y="96138"/>
                </a:cubicBezTo>
                <a:cubicBezTo>
                  <a:pt x="103491" y="101150"/>
                  <a:pt x="101315" y="106339"/>
                  <a:pt x="97463" y="110057"/>
                </a:cubicBezTo>
                <a:cubicBezTo>
                  <a:pt x="93610" y="113775"/>
                  <a:pt x="88643" y="116495"/>
                  <a:pt x="82769" y="118445"/>
                </a:cubicBezTo>
                <a:cubicBezTo>
                  <a:pt x="76895" y="120396"/>
                  <a:pt x="69095" y="120659"/>
                  <a:pt x="62219" y="121759"/>
                </a:cubicBezTo>
                <a:cubicBezTo>
                  <a:pt x="55343" y="122859"/>
                  <a:pt x="47477" y="123121"/>
                  <a:pt x="41514" y="125046"/>
                </a:cubicBezTo>
                <a:cubicBezTo>
                  <a:pt x="35551" y="126972"/>
                  <a:pt x="30385" y="129623"/>
                  <a:pt x="26440" y="133314"/>
                </a:cubicBezTo>
                <a:cubicBezTo>
                  <a:pt x="22494" y="137005"/>
                  <a:pt x="20132" y="142078"/>
                  <a:pt x="17843" y="147193"/>
                </a:cubicBezTo>
                <a:cubicBezTo>
                  <a:pt x="15555" y="152307"/>
                  <a:pt x="14244" y="158257"/>
                  <a:pt x="12711" y="164001"/>
                </a:cubicBezTo>
                <a:cubicBezTo>
                  <a:pt x="11178" y="169746"/>
                  <a:pt x="9898" y="175699"/>
                  <a:pt x="8645" y="181660"/>
                </a:cubicBezTo>
                <a:cubicBezTo>
                  <a:pt x="7392" y="187622"/>
                  <a:pt x="6254" y="193681"/>
                  <a:pt x="5193" y="199769"/>
                </a:cubicBezTo>
                <a:cubicBezTo>
                  <a:pt x="4131" y="205857"/>
                  <a:pt x="2763" y="215119"/>
                  <a:pt x="2277" y="218189"/>
                </a:cubicBezTo>
                <a:cubicBezTo>
                  <a:pt x="1791" y="221259"/>
                  <a:pt x="0" y="219752"/>
                  <a:pt x="2277" y="218189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89"/>
                </a:srgbClr>
              </a:gs>
              <a:gs pos="18000">
                <a:srgbClr val="767676">
                  <a:alpha val="6035"/>
                </a:srgbClr>
              </a:gs>
              <a:gs pos="48000">
                <a:srgbClr val="767676">
                  <a:alpha val="9734"/>
                </a:srgbClr>
              </a:gs>
              <a:gs pos="78000">
                <a:srgbClr val="767676">
                  <a:alpha val="7302"/>
                </a:srgbClr>
              </a:gs>
              <a:gs pos="100000">
                <a:srgbClr val="767676">
                  <a:alpha val="439"/>
                </a:srgbClr>
              </a:gs>
            </a:gsLst>
            <a:lin ang="18685789" scaled="0"/>
          </a:gradFill>
          <a:ln w="0">
            <a:noFill/>
            <a:prstDash val="solid"/>
          </a:ln>
        </p:spPr>
      </p:sp>
      <p:sp>
        <p:nvSpPr>
          <p:cNvPr id="828" name="PANEL_A-intermittent-gas-wisp-2-feather-0_180">
            <a:extLst>
              <a:ext uri="{FF2B5EF4-FFF2-40B4-BE49-F238E27FC236}">
                <a16:creationId xmlns:a16="http://schemas.microsoft.com/office/drawing/2014/main" id="{07A7EB89-C298-44EF-9AF9-E29659F8AF04}"/>
              </a:ext>
            </a:extLst>
          </p:cNvPr>
          <p:cNvSpPr>
            <a:spLocks/>
          </p:cNvSpPr>
          <p:nvPr/>
        </p:nvSpPr>
        <p:spPr>
          <a:xfrm>
            <a:off x="12319887" y="1875674"/>
            <a:ext cx="133373" cy="151431"/>
          </a:xfrm>
          <a:custGeom>
            <a:pathLst>
              <a:path w="140024" h="158983">
                <a:moveTo>
                  <a:pt x="3089" y="156726"/>
                </a:moveTo>
                <a:cubicBezTo>
                  <a:pt x="6179" y="156844"/>
                  <a:pt x="17189" y="158636"/>
                  <a:pt x="21626" y="157432"/>
                </a:cubicBezTo>
                <a:cubicBezTo>
                  <a:pt x="26062" y="156227"/>
                  <a:pt x="27477" y="152535"/>
                  <a:pt x="29710" y="149501"/>
                </a:cubicBezTo>
                <a:cubicBezTo>
                  <a:pt x="31944" y="146466"/>
                  <a:pt x="32021" y="141597"/>
                  <a:pt x="35026" y="139227"/>
                </a:cubicBezTo>
                <a:cubicBezTo>
                  <a:pt x="38032" y="136857"/>
                  <a:pt x="42721" y="135928"/>
                  <a:pt x="47742" y="135280"/>
                </a:cubicBezTo>
                <a:cubicBezTo>
                  <a:pt x="52763" y="134633"/>
                  <a:pt x="60165" y="136014"/>
                  <a:pt x="65152" y="135342"/>
                </a:cubicBezTo>
                <a:cubicBezTo>
                  <a:pt x="70138" y="134670"/>
                  <a:pt x="73919" y="132963"/>
                  <a:pt x="77659" y="131246"/>
                </a:cubicBezTo>
                <a:cubicBezTo>
                  <a:pt x="81400" y="129529"/>
                  <a:pt x="83793" y="126688"/>
                  <a:pt x="87596" y="125040"/>
                </a:cubicBezTo>
                <a:cubicBezTo>
                  <a:pt x="91398" y="123392"/>
                  <a:pt x="96912" y="123221"/>
                  <a:pt x="100475" y="121357"/>
                </a:cubicBezTo>
                <a:cubicBezTo>
                  <a:pt x="104038" y="119493"/>
                  <a:pt x="107753" y="117749"/>
                  <a:pt x="108976" y="113856"/>
                </a:cubicBezTo>
                <a:cubicBezTo>
                  <a:pt x="110198" y="109963"/>
                  <a:pt x="107858" y="103003"/>
                  <a:pt x="107810" y="97999"/>
                </a:cubicBezTo>
                <a:cubicBezTo>
                  <a:pt x="107763" y="92995"/>
                  <a:pt x="106591" y="86980"/>
                  <a:pt x="108691" y="83832"/>
                </a:cubicBezTo>
                <a:cubicBezTo>
                  <a:pt x="110791" y="80684"/>
                  <a:pt x="116353" y="80534"/>
                  <a:pt x="120409" y="79112"/>
                </a:cubicBezTo>
                <a:cubicBezTo>
                  <a:pt x="124466" y="77691"/>
                  <a:pt x="130227" y="77817"/>
                  <a:pt x="133031" y="75301"/>
                </a:cubicBezTo>
                <a:cubicBezTo>
                  <a:pt x="135834" y="72785"/>
                  <a:pt x="136389" y="68292"/>
                  <a:pt x="137232" y="64019"/>
                </a:cubicBezTo>
                <a:cubicBezTo>
                  <a:pt x="138075" y="59746"/>
                  <a:pt x="137653" y="54307"/>
                  <a:pt x="138089" y="49661"/>
                </a:cubicBezTo>
                <a:cubicBezTo>
                  <a:pt x="138524" y="45015"/>
                  <a:pt x="139662" y="41020"/>
                  <a:pt x="139843" y="36141"/>
                </a:cubicBezTo>
                <a:cubicBezTo>
                  <a:pt x="140024" y="31261"/>
                  <a:pt x="139681" y="25922"/>
                  <a:pt x="139177" y="20384"/>
                </a:cubicBezTo>
                <a:cubicBezTo>
                  <a:pt x="138673" y="14846"/>
                  <a:pt x="137211" y="5824"/>
                  <a:pt x="136818" y="2912"/>
                </a:cubicBezTo>
                <a:cubicBezTo>
                  <a:pt x="136425" y="0"/>
                  <a:pt x="139657" y="2906"/>
                  <a:pt x="136818" y="2912"/>
                </a:cubicBezTo>
                <a:cubicBezTo>
                  <a:pt x="133979" y="2918"/>
                  <a:pt x="125162" y="2676"/>
                  <a:pt x="119783" y="2946"/>
                </a:cubicBezTo>
                <a:cubicBezTo>
                  <a:pt x="114405" y="3217"/>
                  <a:pt x="108896" y="3346"/>
                  <a:pt x="104549" y="4536"/>
                </a:cubicBezTo>
                <a:cubicBezTo>
                  <a:pt x="100202" y="5726"/>
                  <a:pt x="96444" y="7452"/>
                  <a:pt x="93701" y="10088"/>
                </a:cubicBezTo>
                <a:cubicBezTo>
                  <a:pt x="90958" y="12723"/>
                  <a:pt x="89765" y="16762"/>
                  <a:pt x="88091" y="20349"/>
                </a:cubicBezTo>
                <a:cubicBezTo>
                  <a:pt x="86416" y="23936"/>
                  <a:pt x="85571" y="28246"/>
                  <a:pt x="83656" y="31608"/>
                </a:cubicBezTo>
                <a:cubicBezTo>
                  <a:pt x="81741" y="34971"/>
                  <a:pt x="79259" y="37815"/>
                  <a:pt x="76600" y="40523"/>
                </a:cubicBezTo>
                <a:cubicBezTo>
                  <a:pt x="73942" y="43230"/>
                  <a:pt x="70581" y="45336"/>
                  <a:pt x="67703" y="47853"/>
                </a:cubicBezTo>
                <a:cubicBezTo>
                  <a:pt x="64825" y="50370"/>
                  <a:pt x="62244" y="53143"/>
                  <a:pt x="59331" y="55627"/>
                </a:cubicBezTo>
                <a:cubicBezTo>
                  <a:pt x="56418" y="58110"/>
                  <a:pt x="53937" y="60957"/>
                  <a:pt x="50226" y="62754"/>
                </a:cubicBezTo>
                <a:cubicBezTo>
                  <a:pt x="46514" y="64551"/>
                  <a:pt x="41942" y="65610"/>
                  <a:pt x="37064" y="66409"/>
                </a:cubicBezTo>
                <a:cubicBezTo>
                  <a:pt x="32186" y="67208"/>
                  <a:pt x="25715" y="66635"/>
                  <a:pt x="20956" y="67547"/>
                </a:cubicBezTo>
                <a:cubicBezTo>
                  <a:pt x="16196" y="68460"/>
                  <a:pt x="11208" y="69193"/>
                  <a:pt x="8507" y="71886"/>
                </a:cubicBezTo>
                <a:cubicBezTo>
                  <a:pt x="5805" y="74579"/>
                  <a:pt x="4958" y="78883"/>
                  <a:pt x="4748" y="83705"/>
                </a:cubicBezTo>
                <a:cubicBezTo>
                  <a:pt x="4539" y="88528"/>
                  <a:pt x="6476" y="95183"/>
                  <a:pt x="7248" y="100818"/>
                </a:cubicBezTo>
                <a:cubicBezTo>
                  <a:pt x="8020" y="106454"/>
                  <a:pt x="9277" y="112471"/>
                  <a:pt x="9380" y="117517"/>
                </a:cubicBezTo>
                <a:cubicBezTo>
                  <a:pt x="9484" y="122563"/>
                  <a:pt x="8658" y="126815"/>
                  <a:pt x="7869" y="131094"/>
                </a:cubicBezTo>
                <a:cubicBezTo>
                  <a:pt x="7080" y="135372"/>
                  <a:pt x="5442" y="138916"/>
                  <a:pt x="4646" y="143188"/>
                </a:cubicBezTo>
                <a:cubicBezTo>
                  <a:pt x="3849" y="147460"/>
                  <a:pt x="3349" y="154470"/>
                  <a:pt x="3089" y="156726"/>
                </a:cubicBezTo>
                <a:cubicBezTo>
                  <a:pt x="2830" y="158983"/>
                  <a:pt x="0" y="156609"/>
                  <a:pt x="3089" y="156726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17"/>
                </a:srgbClr>
              </a:gs>
              <a:gs pos="18000">
                <a:srgbClr val="919191">
                  <a:alpha val="1810"/>
                </a:srgbClr>
              </a:gs>
              <a:gs pos="48000">
                <a:srgbClr val="919191">
                  <a:alpha val="2921"/>
                </a:srgbClr>
              </a:gs>
              <a:gs pos="78000">
                <a:srgbClr val="919191">
                  <a:alpha val="2190"/>
                </a:srgbClr>
              </a:gs>
              <a:gs pos="100000">
                <a:srgbClr val="919191">
                  <a:alpha val="131"/>
                </a:srgbClr>
              </a:gs>
            </a:gsLst>
            <a:lin ang="18660217" scaled="0"/>
          </a:gradFill>
          <a:ln w="0">
            <a:noFill/>
            <a:prstDash val="solid"/>
          </a:ln>
        </p:spPr>
      </p:sp>
      <p:sp>
        <p:nvSpPr>
          <p:cNvPr id="829" name="PANEL_A-intermittent-gas-wisp-2-feather-1_181">
            <a:extLst>
              <a:ext uri="{FF2B5EF4-FFF2-40B4-BE49-F238E27FC236}">
                <a16:creationId xmlns:a16="http://schemas.microsoft.com/office/drawing/2014/main" id="{4CFD17A4-8025-4E77-9446-2B73A4711B4E}"/>
              </a:ext>
            </a:extLst>
          </p:cNvPr>
          <p:cNvSpPr>
            <a:spLocks/>
          </p:cNvSpPr>
          <p:nvPr/>
        </p:nvSpPr>
        <p:spPr>
          <a:xfrm>
            <a:off x="12320262" y="1876023"/>
            <a:ext cx="132360" cy="150898"/>
          </a:xfrm>
          <a:custGeom>
            <a:pathLst>
              <a:path w="138961" h="158423">
                <a:moveTo>
                  <a:pt x="2696" y="156360"/>
                </a:moveTo>
                <a:cubicBezTo>
                  <a:pt x="5393" y="156147"/>
                  <a:pt x="14897" y="156678"/>
                  <a:pt x="18874" y="155086"/>
                </a:cubicBezTo>
                <a:cubicBezTo>
                  <a:pt x="22852" y="153495"/>
                  <a:pt x="24385" y="149897"/>
                  <a:pt x="26559" y="146809"/>
                </a:cubicBezTo>
                <a:cubicBezTo>
                  <a:pt x="28734" y="143722"/>
                  <a:pt x="29173" y="139157"/>
                  <a:pt x="31920" y="136563"/>
                </a:cubicBezTo>
                <a:cubicBezTo>
                  <a:pt x="34667" y="133970"/>
                  <a:pt x="38698" y="132478"/>
                  <a:pt x="43041" y="131247"/>
                </a:cubicBezTo>
                <a:cubicBezTo>
                  <a:pt x="47383" y="130016"/>
                  <a:pt x="53591" y="130371"/>
                  <a:pt x="57976" y="129177"/>
                </a:cubicBezTo>
                <a:cubicBezTo>
                  <a:pt x="62361" y="127984"/>
                  <a:pt x="65845" y="126013"/>
                  <a:pt x="69352" y="124085"/>
                </a:cubicBezTo>
                <a:cubicBezTo>
                  <a:pt x="72858" y="122157"/>
                  <a:pt x="75370" y="119405"/>
                  <a:pt x="79014" y="117608"/>
                </a:cubicBezTo>
                <a:cubicBezTo>
                  <a:pt x="82657" y="115811"/>
                  <a:pt x="87698" y="115220"/>
                  <a:pt x="91213" y="113304"/>
                </a:cubicBezTo>
                <a:cubicBezTo>
                  <a:pt x="94728" y="111389"/>
                  <a:pt x="98407" y="109604"/>
                  <a:pt x="100104" y="106114"/>
                </a:cubicBezTo>
                <a:cubicBezTo>
                  <a:pt x="101800" y="102624"/>
                  <a:pt x="100728" y="96757"/>
                  <a:pt x="101389" y="92363"/>
                </a:cubicBezTo>
                <a:cubicBezTo>
                  <a:pt x="102050" y="87970"/>
                  <a:pt x="101814" y="82771"/>
                  <a:pt x="104069" y="79753"/>
                </a:cubicBezTo>
                <a:cubicBezTo>
                  <a:pt x="106324" y="76735"/>
                  <a:pt x="111232" y="76010"/>
                  <a:pt x="114919" y="74255"/>
                </a:cubicBezTo>
                <a:cubicBezTo>
                  <a:pt x="118606" y="72501"/>
                  <a:pt x="123557" y="71903"/>
                  <a:pt x="126189" y="69228"/>
                </a:cubicBezTo>
                <a:cubicBezTo>
                  <a:pt x="128822" y="66553"/>
                  <a:pt x="129645" y="62288"/>
                  <a:pt x="130712" y="58208"/>
                </a:cubicBezTo>
                <a:cubicBezTo>
                  <a:pt x="131780" y="54127"/>
                  <a:pt x="131832" y="49107"/>
                  <a:pt x="132595" y="44747"/>
                </a:cubicBezTo>
                <a:cubicBezTo>
                  <a:pt x="133359" y="40387"/>
                  <a:pt x="134668" y="36538"/>
                  <a:pt x="135291" y="32049"/>
                </a:cubicBezTo>
                <a:cubicBezTo>
                  <a:pt x="135914" y="27561"/>
                  <a:pt x="136147" y="22734"/>
                  <a:pt x="136336" y="17816"/>
                </a:cubicBezTo>
                <a:cubicBezTo>
                  <a:pt x="136525" y="12899"/>
                  <a:pt x="136410" y="5090"/>
                  <a:pt x="136425" y="2545"/>
                </a:cubicBezTo>
                <a:cubicBezTo>
                  <a:pt x="136440" y="0"/>
                  <a:pt x="138961" y="2267"/>
                  <a:pt x="136425" y="2545"/>
                </a:cubicBezTo>
                <a:cubicBezTo>
                  <a:pt x="133889" y="2823"/>
                  <a:pt x="125986" y="3406"/>
                  <a:pt x="121209" y="4214"/>
                </a:cubicBezTo>
                <a:cubicBezTo>
                  <a:pt x="116432" y="5023"/>
                  <a:pt x="111634" y="5787"/>
                  <a:pt x="107761" y="7398"/>
                </a:cubicBezTo>
                <a:cubicBezTo>
                  <a:pt x="103889" y="9009"/>
                  <a:pt x="100536" y="11089"/>
                  <a:pt x="97973" y="13880"/>
                </a:cubicBezTo>
                <a:cubicBezTo>
                  <a:pt x="95410" y="16671"/>
                  <a:pt x="94098" y="20601"/>
                  <a:pt x="92382" y="24145"/>
                </a:cubicBezTo>
                <a:cubicBezTo>
                  <a:pt x="90666" y="27690"/>
                  <a:pt x="89616" y="31813"/>
                  <a:pt x="87677" y="35148"/>
                </a:cubicBezTo>
                <a:cubicBezTo>
                  <a:pt x="85738" y="38483"/>
                  <a:pt x="83345" y="41398"/>
                  <a:pt x="80748" y="44155"/>
                </a:cubicBezTo>
                <a:cubicBezTo>
                  <a:pt x="78152" y="46912"/>
                  <a:pt x="74960" y="49163"/>
                  <a:pt x="72098" y="51689"/>
                </a:cubicBezTo>
                <a:cubicBezTo>
                  <a:pt x="69236" y="54216"/>
                  <a:pt x="66546" y="56886"/>
                  <a:pt x="63576" y="59313"/>
                </a:cubicBezTo>
                <a:cubicBezTo>
                  <a:pt x="60606" y="61741"/>
                  <a:pt x="57916" y="64399"/>
                  <a:pt x="54278" y="66254"/>
                </a:cubicBezTo>
                <a:cubicBezTo>
                  <a:pt x="50641" y="68109"/>
                  <a:pt x="46293" y="69360"/>
                  <a:pt x="41752" y="70445"/>
                </a:cubicBezTo>
                <a:cubicBezTo>
                  <a:pt x="37211" y="71530"/>
                  <a:pt x="31424" y="71541"/>
                  <a:pt x="27034" y="72764"/>
                </a:cubicBezTo>
                <a:cubicBezTo>
                  <a:pt x="22644" y="73987"/>
                  <a:pt x="18108" y="75095"/>
                  <a:pt x="15412" y="77784"/>
                </a:cubicBezTo>
                <a:cubicBezTo>
                  <a:pt x="12717" y="80474"/>
                  <a:pt x="11521" y="84470"/>
                  <a:pt x="10862" y="88901"/>
                </a:cubicBezTo>
                <a:cubicBezTo>
                  <a:pt x="10202" y="93331"/>
                  <a:pt x="11280" y="99245"/>
                  <a:pt x="11456" y="104367"/>
                </a:cubicBezTo>
                <a:cubicBezTo>
                  <a:pt x="11632" y="109488"/>
                  <a:pt x="12239" y="114949"/>
                  <a:pt x="11916" y="119630"/>
                </a:cubicBezTo>
                <a:cubicBezTo>
                  <a:pt x="11594" y="124311"/>
                  <a:pt x="10570" y="128394"/>
                  <a:pt x="9523" y="132452"/>
                </a:cubicBezTo>
                <a:cubicBezTo>
                  <a:pt x="8475" y="136510"/>
                  <a:pt x="6768" y="139992"/>
                  <a:pt x="5630" y="143976"/>
                </a:cubicBezTo>
                <a:cubicBezTo>
                  <a:pt x="4493" y="147961"/>
                  <a:pt x="3185" y="154296"/>
                  <a:pt x="2696" y="156360"/>
                </a:cubicBezTo>
                <a:cubicBezTo>
                  <a:pt x="2207" y="158423"/>
                  <a:pt x="0" y="156572"/>
                  <a:pt x="2696" y="156360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56"/>
                </a:srgbClr>
              </a:gs>
              <a:gs pos="18000">
                <a:srgbClr val="767676">
                  <a:alpha val="2414"/>
                </a:srgbClr>
              </a:gs>
              <a:gs pos="48000">
                <a:srgbClr val="767676">
                  <a:alpha val="3895"/>
                </a:srgbClr>
              </a:gs>
              <a:gs pos="78000">
                <a:srgbClr val="767676">
                  <a:alpha val="2921"/>
                </a:srgbClr>
              </a:gs>
              <a:gs pos="100000">
                <a:srgbClr val="767676">
                  <a:alpha val="175"/>
                </a:srgbClr>
              </a:gs>
            </a:gsLst>
            <a:lin ang="18660217" scaled="0"/>
          </a:gradFill>
          <a:ln w="0">
            <a:noFill/>
            <a:prstDash val="solid"/>
          </a:ln>
        </p:spPr>
      </p:sp>
      <p:sp>
        <p:nvSpPr>
          <p:cNvPr id="830" name="PANEL_A-intermittent-gas-wisp-2-feather-2_182">
            <a:extLst>
              <a:ext uri="{FF2B5EF4-FFF2-40B4-BE49-F238E27FC236}">
                <a16:creationId xmlns:a16="http://schemas.microsoft.com/office/drawing/2014/main" id="{F8F9E6BE-E4F7-4176-9D53-10CC0A419A29}"/>
              </a:ext>
            </a:extLst>
          </p:cNvPr>
          <p:cNvSpPr>
            <a:spLocks/>
          </p:cNvSpPr>
          <p:nvPr/>
        </p:nvSpPr>
        <p:spPr>
          <a:xfrm>
            <a:off x="12320670" y="1876404"/>
            <a:ext cx="131637" cy="150317"/>
          </a:xfrm>
          <a:custGeom>
            <a:pathLst>
              <a:path w="138201" h="157813">
                <a:moveTo>
                  <a:pt x="2268" y="155959"/>
                </a:moveTo>
                <a:cubicBezTo>
                  <a:pt x="4535" y="155387"/>
                  <a:pt x="12397" y="154542"/>
                  <a:pt x="15873" y="152528"/>
                </a:cubicBezTo>
                <a:cubicBezTo>
                  <a:pt x="19349" y="150514"/>
                  <a:pt x="21012" y="147019"/>
                  <a:pt x="23122" y="143874"/>
                </a:cubicBezTo>
                <a:cubicBezTo>
                  <a:pt x="25232" y="140729"/>
                  <a:pt x="26067" y="136496"/>
                  <a:pt x="28532" y="133658"/>
                </a:cubicBezTo>
                <a:cubicBezTo>
                  <a:pt x="30997" y="130820"/>
                  <a:pt x="34310" y="128714"/>
                  <a:pt x="37912" y="126847"/>
                </a:cubicBezTo>
                <a:cubicBezTo>
                  <a:pt x="41515" y="124979"/>
                  <a:pt x="46419" y="124214"/>
                  <a:pt x="50148" y="122452"/>
                </a:cubicBezTo>
                <a:cubicBezTo>
                  <a:pt x="53878" y="120689"/>
                  <a:pt x="57038" y="118432"/>
                  <a:pt x="60289" y="116273"/>
                </a:cubicBezTo>
                <a:cubicBezTo>
                  <a:pt x="63539" y="114115"/>
                  <a:pt x="66181" y="111459"/>
                  <a:pt x="69651" y="109500"/>
                </a:cubicBezTo>
                <a:cubicBezTo>
                  <a:pt x="73121" y="107542"/>
                  <a:pt x="77646" y="106492"/>
                  <a:pt x="81108" y="104520"/>
                </a:cubicBezTo>
                <a:cubicBezTo>
                  <a:pt x="84570" y="102548"/>
                  <a:pt x="88212" y="100719"/>
                  <a:pt x="90425" y="97668"/>
                </a:cubicBezTo>
                <a:cubicBezTo>
                  <a:pt x="92637" y="94617"/>
                  <a:pt x="92951" y="89943"/>
                  <a:pt x="94385" y="86216"/>
                </a:cubicBezTo>
                <a:cubicBezTo>
                  <a:pt x="95818" y="82488"/>
                  <a:pt x="96603" y="78179"/>
                  <a:pt x="99027" y="75303"/>
                </a:cubicBezTo>
                <a:cubicBezTo>
                  <a:pt x="101451" y="72426"/>
                  <a:pt x="105646" y="71074"/>
                  <a:pt x="108930" y="68957"/>
                </a:cubicBezTo>
                <a:cubicBezTo>
                  <a:pt x="112213" y="66840"/>
                  <a:pt x="116281" y="65451"/>
                  <a:pt x="118726" y="62603"/>
                </a:cubicBezTo>
                <a:cubicBezTo>
                  <a:pt x="121171" y="59755"/>
                  <a:pt x="122287" y="55738"/>
                  <a:pt x="123600" y="51868"/>
                </a:cubicBezTo>
                <a:cubicBezTo>
                  <a:pt x="124913" y="47999"/>
                  <a:pt x="125482" y="43433"/>
                  <a:pt x="126603" y="39386"/>
                </a:cubicBezTo>
                <a:cubicBezTo>
                  <a:pt x="127724" y="35340"/>
                  <a:pt x="129219" y="31648"/>
                  <a:pt x="130325" y="27586"/>
                </a:cubicBezTo>
                <a:cubicBezTo>
                  <a:pt x="131431" y="23524"/>
                  <a:pt x="132291" y="19255"/>
                  <a:pt x="133236" y="15014"/>
                </a:cubicBezTo>
                <a:cubicBezTo>
                  <a:pt x="134181" y="10774"/>
                  <a:pt x="135536" y="4290"/>
                  <a:pt x="135996" y="2145"/>
                </a:cubicBezTo>
                <a:cubicBezTo>
                  <a:pt x="136456" y="0"/>
                  <a:pt x="138201" y="1569"/>
                  <a:pt x="135996" y="2145"/>
                </a:cubicBezTo>
                <a:cubicBezTo>
                  <a:pt x="133791" y="2720"/>
                  <a:pt x="126885" y="4202"/>
                  <a:pt x="122764" y="5598"/>
                </a:cubicBezTo>
                <a:cubicBezTo>
                  <a:pt x="118642" y="6994"/>
                  <a:pt x="114621" y="8450"/>
                  <a:pt x="111266" y="10520"/>
                </a:cubicBezTo>
                <a:cubicBezTo>
                  <a:pt x="107911" y="12590"/>
                  <a:pt x="105000" y="15056"/>
                  <a:pt x="102633" y="18017"/>
                </a:cubicBezTo>
                <a:cubicBezTo>
                  <a:pt x="100266" y="20978"/>
                  <a:pt x="98825" y="24788"/>
                  <a:pt x="97064" y="28286"/>
                </a:cubicBezTo>
                <a:cubicBezTo>
                  <a:pt x="95302" y="31785"/>
                  <a:pt x="94029" y="35704"/>
                  <a:pt x="92064" y="39009"/>
                </a:cubicBezTo>
                <a:cubicBezTo>
                  <a:pt x="90099" y="42314"/>
                  <a:pt x="87801" y="45308"/>
                  <a:pt x="85273" y="48118"/>
                </a:cubicBezTo>
                <a:cubicBezTo>
                  <a:pt x="82744" y="50929"/>
                  <a:pt x="79738" y="53338"/>
                  <a:pt x="76893" y="55874"/>
                </a:cubicBezTo>
                <a:cubicBezTo>
                  <a:pt x="74049" y="58410"/>
                  <a:pt x="71238" y="60969"/>
                  <a:pt x="68206" y="63335"/>
                </a:cubicBezTo>
                <a:cubicBezTo>
                  <a:pt x="65174" y="65701"/>
                  <a:pt x="62256" y="68154"/>
                  <a:pt x="58700" y="70073"/>
                </a:cubicBezTo>
                <a:cubicBezTo>
                  <a:pt x="55143" y="71991"/>
                  <a:pt x="51038" y="73451"/>
                  <a:pt x="46866" y="74848"/>
                </a:cubicBezTo>
                <a:cubicBezTo>
                  <a:pt x="42694" y="76245"/>
                  <a:pt x="37652" y="76893"/>
                  <a:pt x="33666" y="78454"/>
                </a:cubicBezTo>
                <a:cubicBezTo>
                  <a:pt x="29679" y="80016"/>
                  <a:pt x="25635" y="81533"/>
                  <a:pt x="22946" y="84219"/>
                </a:cubicBezTo>
                <a:cubicBezTo>
                  <a:pt x="20257" y="86904"/>
                  <a:pt x="18681" y="90565"/>
                  <a:pt x="17531" y="94568"/>
                </a:cubicBezTo>
                <a:cubicBezTo>
                  <a:pt x="16380" y="98571"/>
                  <a:pt x="16520" y="103676"/>
                  <a:pt x="16046" y="108237"/>
                </a:cubicBezTo>
                <a:cubicBezTo>
                  <a:pt x="15571" y="112799"/>
                  <a:pt x="15469" y="117652"/>
                  <a:pt x="14683" y="121934"/>
                </a:cubicBezTo>
                <a:cubicBezTo>
                  <a:pt x="13897" y="126217"/>
                  <a:pt x="12657" y="130117"/>
                  <a:pt x="11327" y="133934"/>
                </a:cubicBezTo>
                <a:cubicBezTo>
                  <a:pt x="9998" y="137751"/>
                  <a:pt x="8214" y="141166"/>
                  <a:pt x="6704" y="144836"/>
                </a:cubicBezTo>
                <a:cubicBezTo>
                  <a:pt x="5194" y="148507"/>
                  <a:pt x="3007" y="154106"/>
                  <a:pt x="2268" y="155959"/>
                </a:cubicBezTo>
                <a:cubicBezTo>
                  <a:pt x="1528" y="157813"/>
                  <a:pt x="0" y="156531"/>
                  <a:pt x="2268" y="155959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01"/>
                </a:srgbClr>
              </a:gs>
              <a:gs pos="18000">
                <a:srgbClr val="767676">
                  <a:alpha val="3099"/>
                </a:srgbClr>
              </a:gs>
              <a:gs pos="48000">
                <a:srgbClr val="767676">
                  <a:alpha val="4998"/>
                </a:srgbClr>
              </a:gs>
              <a:gs pos="78000">
                <a:srgbClr val="767676">
                  <a:alpha val="3748"/>
                </a:srgbClr>
              </a:gs>
              <a:gs pos="100000">
                <a:srgbClr val="767676">
                  <a:alpha val="224"/>
                </a:srgbClr>
              </a:gs>
            </a:gsLst>
            <a:lin ang="18660217" scaled="0"/>
          </a:gradFill>
          <a:ln w="0">
            <a:noFill/>
            <a:prstDash val="solid"/>
          </a:ln>
        </p:spPr>
      </p:sp>
      <p:sp>
        <p:nvSpPr>
          <p:cNvPr id="831" name="PANEL_A-intermittent-gas-core-3-feather-0_183">
            <a:extLst>
              <a:ext uri="{FF2B5EF4-FFF2-40B4-BE49-F238E27FC236}">
                <a16:creationId xmlns:a16="http://schemas.microsoft.com/office/drawing/2014/main" id="{4F4EA7E7-0BF7-49FF-9621-CCE533883492}"/>
              </a:ext>
            </a:extLst>
          </p:cNvPr>
          <p:cNvSpPr>
            <a:spLocks/>
          </p:cNvSpPr>
          <p:nvPr/>
        </p:nvSpPr>
        <p:spPr>
          <a:xfrm>
            <a:off x="12475537" y="1543052"/>
            <a:ext cx="244265" cy="272032"/>
          </a:xfrm>
          <a:custGeom>
            <a:pathLst>
              <a:path w="256446" h="285598">
                <a:moveTo>
                  <a:pt x="35214" y="214679"/>
                </a:moveTo>
                <a:cubicBezTo>
                  <a:pt x="40236" y="216420"/>
                  <a:pt x="55732" y="222026"/>
                  <a:pt x="65345" y="225127"/>
                </a:cubicBezTo>
                <a:cubicBezTo>
                  <a:pt x="74959" y="228229"/>
                  <a:pt x="83114" y="229977"/>
                  <a:pt x="92895" y="233286"/>
                </a:cubicBezTo>
                <a:cubicBezTo>
                  <a:pt x="102676" y="236595"/>
                  <a:pt x="111449" y="238948"/>
                  <a:pt x="124033" y="244982"/>
                </a:cubicBezTo>
                <a:cubicBezTo>
                  <a:pt x="136618" y="251015"/>
                  <a:pt x="155236" y="262832"/>
                  <a:pt x="168401" y="269489"/>
                </a:cubicBezTo>
                <a:cubicBezTo>
                  <a:pt x="181566" y="276145"/>
                  <a:pt x="197554" y="285598"/>
                  <a:pt x="203025" y="284919"/>
                </a:cubicBezTo>
                <a:cubicBezTo>
                  <a:pt x="208496" y="284241"/>
                  <a:pt x="203811" y="273853"/>
                  <a:pt x="201227" y="265417"/>
                </a:cubicBezTo>
                <a:cubicBezTo>
                  <a:pt x="198643" y="256981"/>
                  <a:pt x="188047" y="240780"/>
                  <a:pt x="187520" y="234303"/>
                </a:cubicBezTo>
                <a:cubicBezTo>
                  <a:pt x="186993" y="227826"/>
                  <a:pt x="192901" y="227532"/>
                  <a:pt x="198066" y="226554"/>
                </a:cubicBezTo>
                <a:cubicBezTo>
                  <a:pt x="203230" y="225576"/>
                  <a:pt x="214250" y="230285"/>
                  <a:pt x="218506" y="228437"/>
                </a:cubicBezTo>
                <a:cubicBezTo>
                  <a:pt x="222763" y="226589"/>
                  <a:pt x="221753" y="219646"/>
                  <a:pt x="223604" y="215464"/>
                </a:cubicBezTo>
                <a:cubicBezTo>
                  <a:pt x="225454" y="211283"/>
                  <a:pt x="225379" y="205208"/>
                  <a:pt x="229611" y="203350"/>
                </a:cubicBezTo>
                <a:cubicBezTo>
                  <a:pt x="233843" y="201491"/>
                  <a:pt x="245097" y="206506"/>
                  <a:pt x="248998" y="204313"/>
                </a:cubicBezTo>
                <a:cubicBezTo>
                  <a:pt x="252898" y="202120"/>
                  <a:pt x="256446" y="199619"/>
                  <a:pt x="253013" y="190191"/>
                </a:cubicBezTo>
                <a:cubicBezTo>
                  <a:pt x="249580" y="180762"/>
                  <a:pt x="235951" y="161279"/>
                  <a:pt x="228399" y="147743"/>
                </a:cubicBezTo>
                <a:cubicBezTo>
                  <a:pt x="220846" y="134208"/>
                  <a:pt x="210811" y="118159"/>
                  <a:pt x="207697" y="108976"/>
                </a:cubicBezTo>
                <a:cubicBezTo>
                  <a:pt x="204583" y="99794"/>
                  <a:pt x="208735" y="97790"/>
                  <a:pt x="209716" y="92648"/>
                </a:cubicBezTo>
                <a:cubicBezTo>
                  <a:pt x="210697" y="87506"/>
                  <a:pt x="215264" y="85962"/>
                  <a:pt x="213581" y="78123"/>
                </a:cubicBezTo>
                <a:cubicBezTo>
                  <a:pt x="211898" y="70284"/>
                  <a:pt x="201945" y="51033"/>
                  <a:pt x="199618" y="45615"/>
                </a:cubicBezTo>
                <a:cubicBezTo>
                  <a:pt x="197291" y="40197"/>
                  <a:pt x="204211" y="47116"/>
                  <a:pt x="199618" y="45615"/>
                </a:cubicBezTo>
                <a:cubicBezTo>
                  <a:pt x="195025" y="44114"/>
                  <a:pt x="181314" y="39659"/>
                  <a:pt x="172059" y="36607"/>
                </a:cubicBezTo>
                <a:cubicBezTo>
                  <a:pt x="162804" y="33556"/>
                  <a:pt x="153139" y="30114"/>
                  <a:pt x="144087" y="27307"/>
                </a:cubicBezTo>
                <a:cubicBezTo>
                  <a:pt x="135034" y="24501"/>
                  <a:pt x="126008" y="21754"/>
                  <a:pt x="117744" y="19768"/>
                </a:cubicBezTo>
                <a:cubicBezTo>
                  <a:pt x="109479" y="17782"/>
                  <a:pt x="102644" y="17227"/>
                  <a:pt x="94499" y="15390"/>
                </a:cubicBezTo>
                <a:cubicBezTo>
                  <a:pt x="86355" y="13553"/>
                  <a:pt x="77651" y="11175"/>
                  <a:pt x="68874" y="8746"/>
                </a:cubicBezTo>
                <a:cubicBezTo>
                  <a:pt x="60098" y="6317"/>
                  <a:pt x="48732" y="1364"/>
                  <a:pt x="41843" y="817"/>
                </a:cubicBezTo>
                <a:cubicBezTo>
                  <a:pt x="34954" y="270"/>
                  <a:pt x="28309" y="0"/>
                  <a:pt x="27540" y="5461"/>
                </a:cubicBezTo>
                <a:cubicBezTo>
                  <a:pt x="26770" y="10922"/>
                  <a:pt x="31698" y="21997"/>
                  <a:pt x="37223" y="33583"/>
                </a:cubicBezTo>
                <a:cubicBezTo>
                  <a:pt x="42748" y="45170"/>
                  <a:pt x="54660" y="62957"/>
                  <a:pt x="60689" y="74980"/>
                </a:cubicBezTo>
                <a:cubicBezTo>
                  <a:pt x="66718" y="87002"/>
                  <a:pt x="73040" y="99242"/>
                  <a:pt x="73398" y="105719"/>
                </a:cubicBezTo>
                <a:cubicBezTo>
                  <a:pt x="73756" y="112196"/>
                  <a:pt x="68450" y="113148"/>
                  <a:pt x="62838" y="113842"/>
                </a:cubicBezTo>
                <a:cubicBezTo>
                  <a:pt x="57226" y="114536"/>
                  <a:pt x="46694" y="110481"/>
                  <a:pt x="39725" y="109884"/>
                </a:cubicBezTo>
                <a:cubicBezTo>
                  <a:pt x="32757" y="109288"/>
                  <a:pt x="25850" y="108776"/>
                  <a:pt x="21028" y="110264"/>
                </a:cubicBezTo>
                <a:cubicBezTo>
                  <a:pt x="16205" y="111751"/>
                  <a:pt x="13658" y="115443"/>
                  <a:pt x="10790" y="118810"/>
                </a:cubicBezTo>
                <a:cubicBezTo>
                  <a:pt x="7922" y="122177"/>
                  <a:pt x="5458" y="125934"/>
                  <a:pt x="3820" y="130467"/>
                </a:cubicBezTo>
                <a:cubicBezTo>
                  <a:pt x="2183" y="135000"/>
                  <a:pt x="0" y="139020"/>
                  <a:pt x="965" y="146008"/>
                </a:cubicBezTo>
                <a:cubicBezTo>
                  <a:pt x="1930" y="152995"/>
                  <a:pt x="3903" y="160947"/>
                  <a:pt x="9612" y="172392"/>
                </a:cubicBezTo>
                <a:cubicBezTo>
                  <a:pt x="15320" y="183837"/>
                  <a:pt x="30947" y="207631"/>
                  <a:pt x="35214" y="214679"/>
                </a:cubicBezTo>
                <a:cubicBezTo>
                  <a:pt x="39482" y="221727"/>
                  <a:pt x="30193" y="212937"/>
                  <a:pt x="35214" y="214679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211"/>
                </a:srgbClr>
              </a:gs>
              <a:gs pos="18000">
                <a:srgbClr val="919191">
                  <a:alpha val="3267"/>
                </a:srgbClr>
              </a:gs>
              <a:gs pos="48000">
                <a:srgbClr val="919191">
                  <a:alpha val="5270"/>
                </a:srgbClr>
              </a:gs>
              <a:gs pos="78000">
                <a:srgbClr val="919191">
                  <a:alpha val="3952"/>
                </a:srgbClr>
              </a:gs>
              <a:gs pos="100000">
                <a:srgbClr val="919191">
                  <a:alpha val="238"/>
                </a:srgbClr>
              </a:gs>
            </a:gsLst>
            <a:lin ang="18851959" scaled="0"/>
          </a:gradFill>
          <a:ln w="0">
            <a:noFill/>
            <a:prstDash val="solid"/>
          </a:ln>
        </p:spPr>
      </p:sp>
      <p:sp>
        <p:nvSpPr>
          <p:cNvPr id="832" name="PANEL_A-intermittent-gas-core-3-feather-1_184">
            <a:extLst>
              <a:ext uri="{FF2B5EF4-FFF2-40B4-BE49-F238E27FC236}">
                <a16:creationId xmlns:a16="http://schemas.microsoft.com/office/drawing/2014/main" id="{6512631D-045E-4C18-A136-A1AD2D101881}"/>
              </a:ext>
            </a:extLst>
          </p:cNvPr>
          <p:cNvSpPr>
            <a:spLocks/>
          </p:cNvSpPr>
          <p:nvPr/>
        </p:nvSpPr>
        <p:spPr>
          <a:xfrm>
            <a:off x="12486106" y="1562150"/>
            <a:ext cx="208635" cy="230204"/>
          </a:xfrm>
          <a:custGeom>
            <a:pathLst>
              <a:path w="219039" h="241684">
                <a:moveTo>
                  <a:pt x="24118" y="194629"/>
                </a:moveTo>
                <a:cubicBezTo>
                  <a:pt x="28177" y="195459"/>
                  <a:pt x="40534" y="198100"/>
                  <a:pt x="48470" y="199608"/>
                </a:cubicBezTo>
                <a:cubicBezTo>
                  <a:pt x="56405" y="201117"/>
                  <a:pt x="63377" y="201734"/>
                  <a:pt x="71732" y="203679"/>
                </a:cubicBezTo>
                <a:cubicBezTo>
                  <a:pt x="80088" y="205623"/>
                  <a:pt x="87816" y="206972"/>
                  <a:pt x="98601" y="211275"/>
                </a:cubicBezTo>
                <a:cubicBezTo>
                  <a:pt x="109387" y="215578"/>
                  <a:pt x="125049" y="224555"/>
                  <a:pt x="136445" y="229496"/>
                </a:cubicBezTo>
                <a:cubicBezTo>
                  <a:pt x="147840" y="234437"/>
                  <a:pt x="161564" y="241684"/>
                  <a:pt x="166974" y="240921"/>
                </a:cubicBezTo>
                <a:cubicBezTo>
                  <a:pt x="172383" y="240159"/>
                  <a:pt x="169913" y="231865"/>
                  <a:pt x="168901" y="224921"/>
                </a:cubicBezTo>
                <a:cubicBezTo>
                  <a:pt x="167889" y="217977"/>
                  <a:pt x="160565" y="204918"/>
                  <a:pt x="160903" y="199258"/>
                </a:cubicBezTo>
                <a:cubicBezTo>
                  <a:pt x="161242" y="193597"/>
                  <a:pt x="166449" y="192615"/>
                  <a:pt x="170930" y="190957"/>
                </a:cubicBezTo>
                <a:cubicBezTo>
                  <a:pt x="175411" y="189299"/>
                  <a:pt x="184266" y="191889"/>
                  <a:pt x="187791" y="189309"/>
                </a:cubicBezTo>
                <a:cubicBezTo>
                  <a:pt x="191316" y="186730"/>
                  <a:pt x="190555" y="180003"/>
                  <a:pt x="192078" y="175478"/>
                </a:cubicBezTo>
                <a:cubicBezTo>
                  <a:pt x="193601" y="170953"/>
                  <a:pt x="193515" y="164845"/>
                  <a:pt x="196928" y="162159"/>
                </a:cubicBezTo>
                <a:cubicBezTo>
                  <a:pt x="200341" y="159474"/>
                  <a:pt x="209227" y="162142"/>
                  <a:pt x="212557" y="159366"/>
                </a:cubicBezTo>
                <a:cubicBezTo>
                  <a:pt x="215887" y="156589"/>
                  <a:pt x="219039" y="153665"/>
                  <a:pt x="216910" y="145500"/>
                </a:cubicBezTo>
                <a:cubicBezTo>
                  <a:pt x="214781" y="137335"/>
                  <a:pt x="204865" y="121488"/>
                  <a:pt x="199782" y="110375"/>
                </a:cubicBezTo>
                <a:cubicBezTo>
                  <a:pt x="194700" y="99263"/>
                  <a:pt x="187861" y="86367"/>
                  <a:pt x="186416" y="78825"/>
                </a:cubicBezTo>
                <a:cubicBezTo>
                  <a:pt x="184971" y="71283"/>
                  <a:pt x="189331" y="69479"/>
                  <a:pt x="191113" y="65124"/>
                </a:cubicBezTo>
                <a:cubicBezTo>
                  <a:pt x="192896" y="60770"/>
                  <a:pt x="197542" y="59292"/>
                  <a:pt x="197110" y="52699"/>
                </a:cubicBezTo>
                <a:cubicBezTo>
                  <a:pt x="196678" y="46105"/>
                  <a:pt x="189953" y="30087"/>
                  <a:pt x="188522" y="25565"/>
                </a:cubicBezTo>
                <a:cubicBezTo>
                  <a:pt x="187090" y="21043"/>
                  <a:pt x="192488" y="26440"/>
                  <a:pt x="188522" y="25565"/>
                </a:cubicBezTo>
                <a:cubicBezTo>
                  <a:pt x="184555" y="24690"/>
                  <a:pt x="172823" y="22218"/>
                  <a:pt x="164723" y="20317"/>
                </a:cubicBezTo>
                <a:cubicBezTo>
                  <a:pt x="156623" y="18416"/>
                  <a:pt x="148001" y="16004"/>
                  <a:pt x="139922" y="14158"/>
                </a:cubicBezTo>
                <a:cubicBezTo>
                  <a:pt x="131844" y="12313"/>
                  <a:pt x="123682" y="10413"/>
                  <a:pt x="116252" y="9243"/>
                </a:cubicBezTo>
                <a:cubicBezTo>
                  <a:pt x="108822" y="8073"/>
                  <a:pt x="102502" y="8018"/>
                  <a:pt x="95341" y="7140"/>
                </a:cubicBezTo>
                <a:cubicBezTo>
                  <a:pt x="88179" y="6261"/>
                  <a:pt x="80676" y="5056"/>
                  <a:pt x="73282" y="3973"/>
                </a:cubicBezTo>
                <a:cubicBezTo>
                  <a:pt x="65888" y="2889"/>
                  <a:pt x="56638" y="0"/>
                  <a:pt x="50976" y="639"/>
                </a:cubicBezTo>
                <a:cubicBezTo>
                  <a:pt x="45315" y="1278"/>
                  <a:pt x="40024" y="2311"/>
                  <a:pt x="39312" y="7806"/>
                </a:cubicBezTo>
                <a:cubicBezTo>
                  <a:pt x="38600" y="13301"/>
                  <a:pt x="42471" y="23310"/>
                  <a:pt x="46701" y="33611"/>
                </a:cubicBezTo>
                <a:cubicBezTo>
                  <a:pt x="50932" y="43912"/>
                  <a:pt x="60196" y="59097"/>
                  <a:pt x="64694" y="69613"/>
                </a:cubicBezTo>
                <a:cubicBezTo>
                  <a:pt x="69192" y="80129"/>
                  <a:pt x="73862" y="90758"/>
                  <a:pt x="73689" y="96706"/>
                </a:cubicBezTo>
                <a:cubicBezTo>
                  <a:pt x="73515" y="102653"/>
                  <a:pt x="68778" y="104148"/>
                  <a:pt x="63652" y="105298"/>
                </a:cubicBezTo>
                <a:cubicBezTo>
                  <a:pt x="58525" y="106448"/>
                  <a:pt x="49369" y="103707"/>
                  <a:pt x="42929" y="103606"/>
                </a:cubicBezTo>
                <a:cubicBezTo>
                  <a:pt x="36490" y="103504"/>
                  <a:pt x="29920" y="103296"/>
                  <a:pt x="25016" y="104690"/>
                </a:cubicBezTo>
                <a:cubicBezTo>
                  <a:pt x="20113" y="106083"/>
                  <a:pt x="16872" y="109089"/>
                  <a:pt x="13508" y="111966"/>
                </a:cubicBezTo>
                <a:cubicBezTo>
                  <a:pt x="10145" y="114844"/>
                  <a:pt x="7082" y="118015"/>
                  <a:pt x="4835" y="121954"/>
                </a:cubicBezTo>
                <a:cubicBezTo>
                  <a:pt x="2588" y="125893"/>
                  <a:pt x="0" y="129515"/>
                  <a:pt x="27" y="135602"/>
                </a:cubicBezTo>
                <a:cubicBezTo>
                  <a:pt x="54" y="141688"/>
                  <a:pt x="982" y="148637"/>
                  <a:pt x="4997" y="158475"/>
                </a:cubicBezTo>
                <a:cubicBezTo>
                  <a:pt x="9013" y="168313"/>
                  <a:pt x="20932" y="188603"/>
                  <a:pt x="24118" y="194629"/>
                </a:cubicBezTo>
                <a:cubicBezTo>
                  <a:pt x="27305" y="200654"/>
                  <a:pt x="20060" y="193799"/>
                  <a:pt x="24118" y="194629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80"/>
                </a:srgbClr>
              </a:gs>
              <a:gs pos="18000">
                <a:srgbClr val="767676">
                  <a:alpha val="4357"/>
                </a:srgbClr>
              </a:gs>
              <a:gs pos="48000">
                <a:srgbClr val="767676">
                  <a:alpha val="7028"/>
                </a:srgbClr>
              </a:gs>
              <a:gs pos="78000">
                <a:srgbClr val="767676">
                  <a:alpha val="5270"/>
                </a:srgbClr>
              </a:gs>
              <a:gs pos="100000">
                <a:srgbClr val="767676">
                  <a:alpha val="316"/>
                </a:srgbClr>
              </a:gs>
            </a:gsLst>
            <a:lin ang="18851959" scaled="0"/>
          </a:gradFill>
          <a:ln w="0">
            <a:noFill/>
            <a:prstDash val="solid"/>
          </a:ln>
        </p:spPr>
      </p:sp>
      <p:sp>
        <p:nvSpPr>
          <p:cNvPr id="833" name="PANEL_A-intermittent-gas-core-3-feather-2_185">
            <a:extLst>
              <a:ext uri="{FF2B5EF4-FFF2-40B4-BE49-F238E27FC236}">
                <a16:creationId xmlns:a16="http://schemas.microsoft.com/office/drawing/2014/main" id="{14BA8E26-3692-43B2-B452-6226C7CE5E9A}"/>
              </a:ext>
            </a:extLst>
          </p:cNvPr>
          <p:cNvSpPr>
            <a:spLocks/>
          </p:cNvSpPr>
          <p:nvPr/>
        </p:nvSpPr>
        <p:spPr>
          <a:xfrm>
            <a:off x="12495535" y="1580585"/>
            <a:ext cx="173622" cy="186971"/>
          </a:xfrm>
          <a:custGeom>
            <a:pathLst>
              <a:path w="182280" h="196295">
                <a:moveTo>
                  <a:pt x="14218" y="175274"/>
                </a:moveTo>
                <a:cubicBezTo>
                  <a:pt x="17226" y="175110"/>
                  <a:pt x="26159" y="174517"/>
                  <a:pt x="32265" y="174288"/>
                </a:cubicBezTo>
                <a:cubicBezTo>
                  <a:pt x="38370" y="174058"/>
                  <a:pt x="44051" y="173442"/>
                  <a:pt x="50851" y="173898"/>
                </a:cubicBezTo>
                <a:cubicBezTo>
                  <a:pt x="57650" y="174354"/>
                  <a:pt x="64239" y="174608"/>
                  <a:pt x="73062" y="177023"/>
                </a:cubicBezTo>
                <a:cubicBezTo>
                  <a:pt x="81885" y="179437"/>
                  <a:pt x="94323" y="185315"/>
                  <a:pt x="103788" y="188385"/>
                </a:cubicBezTo>
                <a:cubicBezTo>
                  <a:pt x="113253" y="191455"/>
                  <a:pt x="124508" y="196295"/>
                  <a:pt x="129851" y="195441"/>
                </a:cubicBezTo>
                <a:cubicBezTo>
                  <a:pt x="135193" y="194588"/>
                  <a:pt x="135137" y="188579"/>
                  <a:pt x="135841" y="183263"/>
                </a:cubicBezTo>
                <a:cubicBezTo>
                  <a:pt x="136544" y="177946"/>
                  <a:pt x="132790" y="168315"/>
                  <a:pt x="134072" y="163545"/>
                </a:cubicBezTo>
                <a:cubicBezTo>
                  <a:pt x="135354" y="158775"/>
                  <a:pt x="139796" y="157043"/>
                  <a:pt x="143532" y="154642"/>
                </a:cubicBezTo>
                <a:cubicBezTo>
                  <a:pt x="147268" y="152242"/>
                  <a:pt x="153762" y="152521"/>
                  <a:pt x="156488" y="149143"/>
                </a:cubicBezTo>
                <a:cubicBezTo>
                  <a:pt x="159215" y="145765"/>
                  <a:pt x="158726" y="139275"/>
                  <a:pt x="159891" y="134375"/>
                </a:cubicBezTo>
                <a:cubicBezTo>
                  <a:pt x="161056" y="129475"/>
                  <a:pt x="160959" y="123330"/>
                  <a:pt x="163478" y="119742"/>
                </a:cubicBezTo>
                <a:cubicBezTo>
                  <a:pt x="165998" y="116155"/>
                  <a:pt x="172299" y="116263"/>
                  <a:pt x="175008" y="112850"/>
                </a:cubicBezTo>
                <a:cubicBezTo>
                  <a:pt x="177717" y="109437"/>
                  <a:pt x="180437" y="106051"/>
                  <a:pt x="179730" y="99264"/>
                </a:cubicBezTo>
                <a:cubicBezTo>
                  <a:pt x="179024" y="92477"/>
                  <a:pt x="173157" y="80597"/>
                  <a:pt x="170769" y="72128"/>
                </a:cubicBezTo>
                <a:cubicBezTo>
                  <a:pt x="168382" y="63659"/>
                  <a:pt x="165029" y="54203"/>
                  <a:pt x="165405" y="48451"/>
                </a:cubicBezTo>
                <a:cubicBezTo>
                  <a:pt x="165781" y="42700"/>
                  <a:pt x="170367" y="41112"/>
                  <a:pt x="173024" y="37617"/>
                </a:cubicBezTo>
                <a:cubicBezTo>
                  <a:pt x="175681" y="34122"/>
                  <a:pt x="180414" y="32716"/>
                  <a:pt x="181347" y="27482"/>
                </a:cubicBezTo>
                <a:cubicBezTo>
                  <a:pt x="182280" y="22247"/>
                  <a:pt x="179076" y="9755"/>
                  <a:pt x="178622" y="6210"/>
                </a:cubicBezTo>
                <a:cubicBezTo>
                  <a:pt x="178168" y="2665"/>
                  <a:pt x="181905" y="6401"/>
                  <a:pt x="178622" y="6210"/>
                </a:cubicBezTo>
                <a:cubicBezTo>
                  <a:pt x="175339" y="6019"/>
                  <a:pt x="165765" y="5710"/>
                  <a:pt x="158925" y="5063"/>
                </a:cubicBezTo>
                <a:cubicBezTo>
                  <a:pt x="152086" y="4417"/>
                  <a:pt x="144600" y="3130"/>
                  <a:pt x="137584" y="2332"/>
                </a:cubicBezTo>
                <a:cubicBezTo>
                  <a:pt x="130568" y="1535"/>
                  <a:pt x="123350" y="558"/>
                  <a:pt x="116830" y="279"/>
                </a:cubicBezTo>
                <a:cubicBezTo>
                  <a:pt x="110310" y="0"/>
                  <a:pt x="104553" y="490"/>
                  <a:pt x="98463" y="657"/>
                </a:cubicBezTo>
                <a:cubicBezTo>
                  <a:pt x="92374" y="825"/>
                  <a:pt x="86182" y="900"/>
                  <a:pt x="80296" y="1284"/>
                </a:cubicBezTo>
                <a:cubicBezTo>
                  <a:pt x="74409" y="1668"/>
                  <a:pt x="67467" y="1030"/>
                  <a:pt x="63145" y="2963"/>
                </a:cubicBezTo>
                <a:cubicBezTo>
                  <a:pt x="58822" y="4896"/>
                  <a:pt x="55009" y="7350"/>
                  <a:pt x="54360" y="12883"/>
                </a:cubicBezTo>
                <a:cubicBezTo>
                  <a:pt x="53710" y="18415"/>
                  <a:pt x="56428" y="27260"/>
                  <a:pt x="59246" y="36159"/>
                </a:cubicBezTo>
                <a:cubicBezTo>
                  <a:pt x="62064" y="45058"/>
                  <a:pt x="68440" y="57404"/>
                  <a:pt x="71267" y="66277"/>
                </a:cubicBezTo>
                <a:cubicBezTo>
                  <a:pt x="74095" y="75149"/>
                  <a:pt x="76965" y="84022"/>
                  <a:pt x="76211" y="89392"/>
                </a:cubicBezTo>
                <a:cubicBezTo>
                  <a:pt x="75457" y="94761"/>
                  <a:pt x="71341" y="96849"/>
                  <a:pt x="66744" y="98496"/>
                </a:cubicBezTo>
                <a:cubicBezTo>
                  <a:pt x="62147" y="100143"/>
                  <a:pt x="54492" y="98836"/>
                  <a:pt x="48630" y="99275"/>
                </a:cubicBezTo>
                <a:cubicBezTo>
                  <a:pt x="42768" y="99713"/>
                  <a:pt x="36564" y="99837"/>
                  <a:pt x="31572" y="101127"/>
                </a:cubicBezTo>
                <a:cubicBezTo>
                  <a:pt x="26580" y="102418"/>
                  <a:pt x="22582" y="104676"/>
                  <a:pt x="18678" y="107019"/>
                </a:cubicBezTo>
                <a:cubicBezTo>
                  <a:pt x="14774" y="109362"/>
                  <a:pt x="11059" y="111894"/>
                  <a:pt x="8147" y="115185"/>
                </a:cubicBezTo>
                <a:cubicBezTo>
                  <a:pt x="5236" y="118477"/>
                  <a:pt x="2205" y="121663"/>
                  <a:pt x="1208" y="126768"/>
                </a:cubicBezTo>
                <a:cubicBezTo>
                  <a:pt x="212" y="131872"/>
                  <a:pt x="0" y="137726"/>
                  <a:pt x="2168" y="145811"/>
                </a:cubicBezTo>
                <a:cubicBezTo>
                  <a:pt x="4337" y="153895"/>
                  <a:pt x="12210" y="170363"/>
                  <a:pt x="14218" y="175274"/>
                </a:cubicBezTo>
                <a:cubicBezTo>
                  <a:pt x="16227" y="180185"/>
                  <a:pt x="11211" y="175438"/>
                  <a:pt x="14218" y="175274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60"/>
                </a:srgbClr>
              </a:gs>
              <a:gs pos="18000">
                <a:srgbClr val="767676">
                  <a:alpha val="5591"/>
                </a:srgbClr>
              </a:gs>
              <a:gs pos="48000">
                <a:srgbClr val="767676">
                  <a:alpha val="9018"/>
                </a:srgbClr>
              </a:gs>
              <a:gs pos="78000">
                <a:srgbClr val="767676">
                  <a:alpha val="6764"/>
                </a:srgbClr>
              </a:gs>
              <a:gs pos="100000">
                <a:srgbClr val="767676">
                  <a:alpha val="406"/>
                </a:srgbClr>
              </a:gs>
            </a:gsLst>
            <a:lin ang="18851959" scaled="0"/>
          </a:gradFill>
          <a:ln w="0">
            <a:noFill/>
            <a:prstDash val="solid"/>
          </a:ln>
        </p:spPr>
      </p:sp>
      <p:sp>
        <p:nvSpPr>
          <p:cNvPr id="834" name="PANEL_A-intermittent-gas-core-3-feather-3_186">
            <a:extLst>
              <a:ext uri="{FF2B5EF4-FFF2-40B4-BE49-F238E27FC236}">
                <a16:creationId xmlns:a16="http://schemas.microsoft.com/office/drawing/2014/main" id="{5AE9E4E0-0EAE-4CAB-B7B1-521EBF964D78}"/>
              </a:ext>
            </a:extLst>
          </p:cNvPr>
          <p:cNvSpPr>
            <a:spLocks/>
          </p:cNvSpPr>
          <p:nvPr/>
        </p:nvSpPr>
        <p:spPr>
          <a:xfrm>
            <a:off x="12504029" y="1584054"/>
            <a:ext cx="164119" cy="167095"/>
          </a:xfrm>
          <a:custGeom>
            <a:pathLst>
              <a:path w="172303" h="175427">
                <a:moveTo>
                  <a:pt x="5301" y="171632"/>
                </a:moveTo>
                <a:cubicBezTo>
                  <a:pt x="7257" y="170473"/>
                  <a:pt x="12767" y="166647"/>
                  <a:pt x="17042" y="164680"/>
                </a:cubicBezTo>
                <a:cubicBezTo>
                  <a:pt x="21317" y="162713"/>
                  <a:pt x="25707" y="160863"/>
                  <a:pt x="30951" y="159830"/>
                </a:cubicBezTo>
                <a:cubicBezTo>
                  <a:pt x="36195" y="158797"/>
                  <a:pt x="41645" y="157957"/>
                  <a:pt x="48505" y="158483"/>
                </a:cubicBezTo>
                <a:cubicBezTo>
                  <a:pt x="55365" y="159009"/>
                  <a:pt x="64579" y="161789"/>
                  <a:pt x="72113" y="162987"/>
                </a:cubicBezTo>
                <a:cubicBezTo>
                  <a:pt x="79647" y="164186"/>
                  <a:pt x="88435" y="166619"/>
                  <a:pt x="93710" y="165674"/>
                </a:cubicBezTo>
                <a:cubicBezTo>
                  <a:pt x="98984" y="164729"/>
                  <a:pt x="101344" y="161005"/>
                  <a:pt x="103763" y="157316"/>
                </a:cubicBezTo>
                <a:cubicBezTo>
                  <a:pt x="106182" y="153628"/>
                  <a:pt x="105997" y="147424"/>
                  <a:pt x="108223" y="143544"/>
                </a:cubicBezTo>
                <a:cubicBezTo>
                  <a:pt x="110448" y="139665"/>
                  <a:pt x="114125" y="137183"/>
                  <a:pt x="117116" y="134040"/>
                </a:cubicBezTo>
                <a:cubicBezTo>
                  <a:pt x="120107" y="130898"/>
                  <a:pt x="124239" y="128866"/>
                  <a:pt x="126168" y="124690"/>
                </a:cubicBezTo>
                <a:cubicBezTo>
                  <a:pt x="128096" y="120514"/>
                  <a:pt x="127880" y="114259"/>
                  <a:pt x="128687" y="108984"/>
                </a:cubicBezTo>
                <a:cubicBezTo>
                  <a:pt x="129494" y="103709"/>
                  <a:pt x="129385" y="97528"/>
                  <a:pt x="131011" y="93038"/>
                </a:cubicBezTo>
                <a:cubicBezTo>
                  <a:pt x="132636" y="88549"/>
                  <a:pt x="136354" y="86097"/>
                  <a:pt x="138441" y="82048"/>
                </a:cubicBezTo>
                <a:cubicBezTo>
                  <a:pt x="140528" y="77998"/>
                  <a:pt x="142816" y="74150"/>
                  <a:pt x="143533" y="68741"/>
                </a:cubicBezTo>
                <a:cubicBezTo>
                  <a:pt x="144249" y="63332"/>
                  <a:pt x="142431" y="55419"/>
                  <a:pt x="142738" y="49593"/>
                </a:cubicBezTo>
                <a:cubicBezTo>
                  <a:pt x="143045" y="43768"/>
                  <a:pt x="143179" y="37752"/>
                  <a:pt x="145376" y="33790"/>
                </a:cubicBezTo>
                <a:cubicBezTo>
                  <a:pt x="147572" y="29828"/>
                  <a:pt x="152385" y="28457"/>
                  <a:pt x="155917" y="25821"/>
                </a:cubicBezTo>
                <a:cubicBezTo>
                  <a:pt x="159449" y="23186"/>
                  <a:pt x="164268" y="21853"/>
                  <a:pt x="166566" y="17977"/>
                </a:cubicBezTo>
                <a:cubicBezTo>
                  <a:pt x="168863" y="14102"/>
                  <a:pt x="169181" y="5136"/>
                  <a:pt x="169704" y="2568"/>
                </a:cubicBezTo>
                <a:cubicBezTo>
                  <a:pt x="170227" y="0"/>
                  <a:pt x="172303" y="2076"/>
                  <a:pt x="169704" y="2568"/>
                </a:cubicBezTo>
                <a:cubicBezTo>
                  <a:pt x="167105" y="3061"/>
                  <a:pt x="159688" y="4914"/>
                  <a:pt x="154109" y="5522"/>
                </a:cubicBezTo>
                <a:cubicBezTo>
                  <a:pt x="148530" y="6131"/>
                  <a:pt x="142182" y="5968"/>
                  <a:pt x="136228" y="6219"/>
                </a:cubicBezTo>
                <a:cubicBezTo>
                  <a:pt x="130275" y="6470"/>
                  <a:pt x="124000" y="6416"/>
                  <a:pt x="118390" y="7028"/>
                </a:cubicBezTo>
                <a:cubicBezTo>
                  <a:pt x="112780" y="7639"/>
                  <a:pt x="107585" y="8674"/>
                  <a:pt x="102568" y="9887"/>
                </a:cubicBezTo>
                <a:cubicBezTo>
                  <a:pt x="97552" y="11101"/>
                  <a:pt x="92670" y="12456"/>
                  <a:pt x="88291" y="14308"/>
                </a:cubicBezTo>
                <a:cubicBezTo>
                  <a:pt x="83912" y="16160"/>
                  <a:pt x="79279" y="17772"/>
                  <a:pt x="76295" y="20999"/>
                </a:cubicBezTo>
                <a:cubicBezTo>
                  <a:pt x="73311" y="24226"/>
                  <a:pt x="70976" y="28102"/>
                  <a:pt x="70389" y="33672"/>
                </a:cubicBezTo>
                <a:cubicBezTo>
                  <a:pt x="69802" y="39242"/>
                  <a:pt x="71367" y="46923"/>
                  <a:pt x="72773" y="54420"/>
                </a:cubicBezTo>
                <a:cubicBezTo>
                  <a:pt x="74178" y="61916"/>
                  <a:pt x="77666" y="71424"/>
                  <a:pt x="78823" y="78653"/>
                </a:cubicBezTo>
                <a:cubicBezTo>
                  <a:pt x="79980" y="85881"/>
                  <a:pt x="81049" y="92997"/>
                  <a:pt x="79715" y="97790"/>
                </a:cubicBezTo>
                <a:cubicBezTo>
                  <a:pt x="78381" y="102582"/>
                  <a:pt x="74885" y="105262"/>
                  <a:pt x="70818" y="107406"/>
                </a:cubicBezTo>
                <a:cubicBezTo>
                  <a:pt x="66751" y="109551"/>
                  <a:pt x="60597" y="109678"/>
                  <a:pt x="55312" y="110656"/>
                </a:cubicBezTo>
                <a:cubicBezTo>
                  <a:pt x="50028" y="111635"/>
                  <a:pt x="44191" y="112090"/>
                  <a:pt x="39111" y="113278"/>
                </a:cubicBezTo>
                <a:cubicBezTo>
                  <a:pt x="34030" y="114465"/>
                  <a:pt x="29275" y="115975"/>
                  <a:pt x="24830" y="117784"/>
                </a:cubicBezTo>
                <a:cubicBezTo>
                  <a:pt x="20385" y="119592"/>
                  <a:pt x="16017" y="121485"/>
                  <a:pt x="12441" y="124128"/>
                </a:cubicBezTo>
                <a:cubicBezTo>
                  <a:pt x="8865" y="126772"/>
                  <a:pt x="5392" y="129524"/>
                  <a:pt x="3372" y="133646"/>
                </a:cubicBezTo>
                <a:cubicBezTo>
                  <a:pt x="1352" y="137768"/>
                  <a:pt x="0" y="142528"/>
                  <a:pt x="321" y="148859"/>
                </a:cubicBezTo>
                <a:cubicBezTo>
                  <a:pt x="643" y="155190"/>
                  <a:pt x="4471" y="167837"/>
                  <a:pt x="5301" y="171632"/>
                </a:cubicBezTo>
                <a:cubicBezTo>
                  <a:pt x="6131" y="175427"/>
                  <a:pt x="3344" y="172791"/>
                  <a:pt x="5301" y="171632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422"/>
                </a:srgbClr>
              </a:gs>
              <a:gs pos="18000">
                <a:srgbClr val="767676">
                  <a:alpha val="6535"/>
                </a:srgbClr>
              </a:gs>
              <a:gs pos="48000">
                <a:srgbClr val="767676">
                  <a:alpha val="10542"/>
                </a:srgbClr>
              </a:gs>
              <a:gs pos="78000">
                <a:srgbClr val="767676">
                  <a:alpha val="7905"/>
                </a:srgbClr>
              </a:gs>
              <a:gs pos="100000">
                <a:srgbClr val="767676">
                  <a:alpha val="474"/>
                </a:srgbClr>
              </a:gs>
            </a:gsLst>
            <a:lin ang="18851959" scaled="0"/>
          </a:gradFill>
          <a:ln w="0">
            <a:noFill/>
            <a:prstDash val="solid"/>
          </a:ln>
        </p:spPr>
      </p:sp>
      <p:sp>
        <p:nvSpPr>
          <p:cNvPr id="835" name="PANEL_A-intermittent-gas-wisp-3-feather-0_187">
            <a:extLst>
              <a:ext uri="{FF2B5EF4-FFF2-40B4-BE49-F238E27FC236}">
                <a16:creationId xmlns:a16="http://schemas.microsoft.com/office/drawing/2014/main" id="{CEF7BF95-7E2D-4BF5-9A63-EBFA83D6D40B}"/>
              </a:ext>
            </a:extLst>
          </p:cNvPr>
          <p:cNvSpPr>
            <a:spLocks/>
          </p:cNvSpPr>
          <p:nvPr/>
        </p:nvSpPr>
        <p:spPr>
          <a:xfrm>
            <a:off x="12455893" y="1474709"/>
            <a:ext cx="141558" cy="137131"/>
          </a:xfrm>
          <a:custGeom>
            <a:pathLst>
              <a:path w="148617" h="143969">
                <a:moveTo>
                  <a:pt x="11022" y="132824"/>
                </a:moveTo>
                <a:cubicBezTo>
                  <a:pt x="13720" y="133225"/>
                  <a:pt x="23098" y="135690"/>
                  <a:pt x="27210" y="135234"/>
                </a:cubicBezTo>
                <a:cubicBezTo>
                  <a:pt x="31322" y="134778"/>
                  <a:pt x="32642" y="131582"/>
                  <a:pt x="35694" y="130089"/>
                </a:cubicBezTo>
                <a:cubicBezTo>
                  <a:pt x="38747" y="128596"/>
                  <a:pt x="40412" y="125755"/>
                  <a:pt x="45527" y="126276"/>
                </a:cubicBezTo>
                <a:cubicBezTo>
                  <a:pt x="50641" y="126796"/>
                  <a:pt x="58989" y="130462"/>
                  <a:pt x="66383" y="133213"/>
                </a:cubicBezTo>
                <a:cubicBezTo>
                  <a:pt x="73777" y="135964"/>
                  <a:pt x="84118" y="141590"/>
                  <a:pt x="89890" y="142780"/>
                </a:cubicBezTo>
                <a:cubicBezTo>
                  <a:pt x="95662" y="143969"/>
                  <a:pt x="98554" y="142382"/>
                  <a:pt x="101015" y="140350"/>
                </a:cubicBezTo>
                <a:cubicBezTo>
                  <a:pt x="103476" y="138319"/>
                  <a:pt x="102731" y="133147"/>
                  <a:pt x="104656" y="130592"/>
                </a:cubicBezTo>
                <a:cubicBezTo>
                  <a:pt x="106582" y="128037"/>
                  <a:pt x="110165" y="127107"/>
                  <a:pt x="112567" y="125020"/>
                </a:cubicBezTo>
                <a:cubicBezTo>
                  <a:pt x="114968" y="122933"/>
                  <a:pt x="118195" y="121666"/>
                  <a:pt x="119067" y="118069"/>
                </a:cubicBezTo>
                <a:cubicBezTo>
                  <a:pt x="119938" y="114473"/>
                  <a:pt x="117476" y="107583"/>
                  <a:pt x="117795" y="103440"/>
                </a:cubicBezTo>
                <a:cubicBezTo>
                  <a:pt x="118114" y="99297"/>
                  <a:pt x="117959" y="94686"/>
                  <a:pt x="120982" y="93210"/>
                </a:cubicBezTo>
                <a:cubicBezTo>
                  <a:pt x="124005" y="91734"/>
                  <a:pt x="131552" y="94717"/>
                  <a:pt x="135933" y="94584"/>
                </a:cubicBezTo>
                <a:cubicBezTo>
                  <a:pt x="140314" y="94451"/>
                  <a:pt x="145918" y="95550"/>
                  <a:pt x="147268" y="92412"/>
                </a:cubicBezTo>
                <a:cubicBezTo>
                  <a:pt x="148617" y="89273"/>
                  <a:pt x="145737" y="81946"/>
                  <a:pt x="144029" y="75750"/>
                </a:cubicBezTo>
                <a:cubicBezTo>
                  <a:pt x="142321" y="69554"/>
                  <a:pt x="138466" y="61187"/>
                  <a:pt x="137020" y="55236"/>
                </a:cubicBezTo>
                <a:cubicBezTo>
                  <a:pt x="135574" y="49284"/>
                  <a:pt x="135752" y="44966"/>
                  <a:pt x="135355" y="40043"/>
                </a:cubicBezTo>
                <a:cubicBezTo>
                  <a:pt x="134958" y="35120"/>
                  <a:pt x="135157" y="30758"/>
                  <a:pt x="134638" y="25697"/>
                </a:cubicBezTo>
                <a:cubicBezTo>
                  <a:pt x="134119" y="20637"/>
                  <a:pt x="132639" y="12350"/>
                  <a:pt x="132239" y="9681"/>
                </a:cubicBezTo>
                <a:cubicBezTo>
                  <a:pt x="131840" y="7011"/>
                  <a:pt x="135165" y="10353"/>
                  <a:pt x="132239" y="9681"/>
                </a:cubicBezTo>
                <a:cubicBezTo>
                  <a:pt x="129314" y="9008"/>
                  <a:pt x="120567" y="6997"/>
                  <a:pt x="114684" y="5645"/>
                </a:cubicBezTo>
                <a:cubicBezTo>
                  <a:pt x="108801" y="4292"/>
                  <a:pt x="102335" y="2409"/>
                  <a:pt x="96942" y="1566"/>
                </a:cubicBezTo>
                <a:cubicBezTo>
                  <a:pt x="91550" y="723"/>
                  <a:pt x="86308" y="0"/>
                  <a:pt x="82330" y="584"/>
                </a:cubicBezTo>
                <a:cubicBezTo>
                  <a:pt x="78351" y="1168"/>
                  <a:pt x="75731" y="3160"/>
                  <a:pt x="73072" y="5069"/>
                </a:cubicBezTo>
                <a:cubicBezTo>
                  <a:pt x="70412" y="6978"/>
                  <a:pt x="68582" y="9688"/>
                  <a:pt x="66373" y="12036"/>
                </a:cubicBezTo>
                <a:cubicBezTo>
                  <a:pt x="64165" y="14385"/>
                  <a:pt x="61593" y="16377"/>
                  <a:pt x="59820" y="19160"/>
                </a:cubicBezTo>
                <a:cubicBezTo>
                  <a:pt x="58048" y="21943"/>
                  <a:pt x="56349" y="24819"/>
                  <a:pt x="55739" y="28732"/>
                </a:cubicBezTo>
                <a:cubicBezTo>
                  <a:pt x="55128" y="32646"/>
                  <a:pt x="56083" y="38062"/>
                  <a:pt x="56157" y="42640"/>
                </a:cubicBezTo>
                <a:cubicBezTo>
                  <a:pt x="56231" y="47218"/>
                  <a:pt x="57574" y="53064"/>
                  <a:pt x="56182" y="56199"/>
                </a:cubicBezTo>
                <a:cubicBezTo>
                  <a:pt x="54791" y="59334"/>
                  <a:pt x="52168" y="61231"/>
                  <a:pt x="47809" y="61448"/>
                </a:cubicBezTo>
                <a:cubicBezTo>
                  <a:pt x="43451" y="61666"/>
                  <a:pt x="36062" y="58905"/>
                  <a:pt x="30033" y="57503"/>
                </a:cubicBezTo>
                <a:cubicBezTo>
                  <a:pt x="24004" y="56100"/>
                  <a:pt x="16339" y="53136"/>
                  <a:pt x="11634" y="53035"/>
                </a:cubicBezTo>
                <a:cubicBezTo>
                  <a:pt x="6929" y="52934"/>
                  <a:pt x="3604" y="54160"/>
                  <a:pt x="1802" y="56898"/>
                </a:cubicBezTo>
                <a:cubicBezTo>
                  <a:pt x="0" y="59636"/>
                  <a:pt x="646" y="64800"/>
                  <a:pt x="823" y="69464"/>
                </a:cubicBezTo>
                <a:cubicBezTo>
                  <a:pt x="1000" y="74128"/>
                  <a:pt x="2271" y="79830"/>
                  <a:pt x="2862" y="84882"/>
                </a:cubicBezTo>
                <a:cubicBezTo>
                  <a:pt x="3454" y="89934"/>
                  <a:pt x="3781" y="94730"/>
                  <a:pt x="4372" y="99776"/>
                </a:cubicBezTo>
                <a:cubicBezTo>
                  <a:pt x="4964" y="104822"/>
                  <a:pt x="5303" y="109651"/>
                  <a:pt x="6411" y="115159"/>
                </a:cubicBezTo>
                <a:cubicBezTo>
                  <a:pt x="7519" y="120667"/>
                  <a:pt x="10254" y="129880"/>
                  <a:pt x="11022" y="132824"/>
                </a:cubicBezTo>
                <a:cubicBezTo>
                  <a:pt x="11791" y="135768"/>
                  <a:pt x="8324" y="132422"/>
                  <a:pt x="11022" y="132824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26"/>
                </a:srgbClr>
              </a:gs>
              <a:gs pos="18000">
                <a:srgbClr val="919191">
                  <a:alpha val="1960"/>
                </a:srgbClr>
              </a:gs>
              <a:gs pos="48000">
                <a:srgbClr val="919191">
                  <a:alpha val="3162"/>
                </a:srgbClr>
              </a:gs>
              <a:gs pos="78000">
                <a:srgbClr val="919191">
                  <a:alpha val="2372"/>
                </a:srgbClr>
              </a:gs>
              <a:gs pos="100000">
                <a:srgbClr val="919191">
                  <a:alpha val="143"/>
                </a:srgbClr>
              </a:gs>
            </a:gsLst>
            <a:lin ang="18872876" scaled="0"/>
          </a:gradFill>
          <a:ln w="0">
            <a:noFill/>
            <a:prstDash val="solid"/>
          </a:ln>
        </p:spPr>
      </p:sp>
      <p:sp>
        <p:nvSpPr>
          <p:cNvPr id="836" name="PANEL_A-intermittent-gas-wisp-3-feather-1_188">
            <a:extLst>
              <a:ext uri="{FF2B5EF4-FFF2-40B4-BE49-F238E27FC236}">
                <a16:creationId xmlns:a16="http://schemas.microsoft.com/office/drawing/2014/main" id="{974863DE-2B46-4472-AC54-6539E8EA7195}"/>
              </a:ext>
            </a:extLst>
          </p:cNvPr>
          <p:cNvSpPr>
            <a:spLocks/>
          </p:cNvSpPr>
          <p:nvPr/>
        </p:nvSpPr>
        <p:spPr>
          <a:xfrm>
            <a:off x="12462891" y="1479721"/>
            <a:ext cx="124440" cy="123982"/>
          </a:xfrm>
          <a:custGeom>
            <a:pathLst>
              <a:path w="130646" h="130164">
                <a:moveTo>
                  <a:pt x="3674" y="127561"/>
                </a:moveTo>
                <a:cubicBezTo>
                  <a:pt x="5963" y="127568"/>
                  <a:pt x="13844" y="128589"/>
                  <a:pt x="17407" y="127602"/>
                </a:cubicBezTo>
                <a:cubicBezTo>
                  <a:pt x="20969" y="126614"/>
                  <a:pt x="22308" y="123433"/>
                  <a:pt x="25048" y="121635"/>
                </a:cubicBezTo>
                <a:cubicBezTo>
                  <a:pt x="27789" y="119837"/>
                  <a:pt x="29436" y="116977"/>
                  <a:pt x="33850" y="116813"/>
                </a:cubicBezTo>
                <a:cubicBezTo>
                  <a:pt x="38264" y="116650"/>
                  <a:pt x="45232" y="118974"/>
                  <a:pt x="51531" y="120653"/>
                </a:cubicBezTo>
                <a:cubicBezTo>
                  <a:pt x="57830" y="122333"/>
                  <a:pt x="66498" y="126319"/>
                  <a:pt x="71644" y="126892"/>
                </a:cubicBezTo>
                <a:cubicBezTo>
                  <a:pt x="76791" y="127465"/>
                  <a:pt x="79765" y="125951"/>
                  <a:pt x="82410" y="124091"/>
                </a:cubicBezTo>
                <a:cubicBezTo>
                  <a:pt x="85054" y="122231"/>
                  <a:pt x="85262" y="117980"/>
                  <a:pt x="87509" y="115732"/>
                </a:cubicBezTo>
                <a:cubicBezTo>
                  <a:pt x="89756" y="113483"/>
                  <a:pt x="93321" y="112530"/>
                  <a:pt x="95890" y="110600"/>
                </a:cubicBezTo>
                <a:cubicBezTo>
                  <a:pt x="98458" y="108669"/>
                  <a:pt x="101649" y="107360"/>
                  <a:pt x="102919" y="104149"/>
                </a:cubicBezTo>
                <a:cubicBezTo>
                  <a:pt x="104188" y="100937"/>
                  <a:pt x="102799" y="95097"/>
                  <a:pt x="103507" y="91331"/>
                </a:cubicBezTo>
                <a:cubicBezTo>
                  <a:pt x="104215" y="87566"/>
                  <a:pt x="104466" y="83357"/>
                  <a:pt x="107166" y="81556"/>
                </a:cubicBezTo>
                <a:cubicBezTo>
                  <a:pt x="109867" y="79755"/>
                  <a:pt x="116017" y="81349"/>
                  <a:pt x="119709" y="80526"/>
                </a:cubicBezTo>
                <a:cubicBezTo>
                  <a:pt x="123402" y="79703"/>
                  <a:pt x="127995" y="79788"/>
                  <a:pt x="129320" y="76617"/>
                </a:cubicBezTo>
                <a:cubicBezTo>
                  <a:pt x="130646" y="73447"/>
                  <a:pt x="128659" y="66999"/>
                  <a:pt x="127662" y="61504"/>
                </a:cubicBezTo>
                <a:cubicBezTo>
                  <a:pt x="126665" y="56008"/>
                  <a:pt x="124030" y="48848"/>
                  <a:pt x="123339" y="43645"/>
                </a:cubicBezTo>
                <a:cubicBezTo>
                  <a:pt x="122649" y="38442"/>
                  <a:pt x="123285" y="34580"/>
                  <a:pt x="123520" y="30286"/>
                </a:cubicBezTo>
                <a:cubicBezTo>
                  <a:pt x="123754" y="25992"/>
                  <a:pt x="124520" y="22192"/>
                  <a:pt x="124748" y="17881"/>
                </a:cubicBezTo>
                <a:cubicBezTo>
                  <a:pt x="124977" y="13569"/>
                  <a:pt x="124868" y="6662"/>
                  <a:pt x="124892" y="4418"/>
                </a:cubicBezTo>
                <a:cubicBezTo>
                  <a:pt x="124916" y="2175"/>
                  <a:pt x="127510" y="4782"/>
                  <a:pt x="124892" y="4418"/>
                </a:cubicBezTo>
                <a:cubicBezTo>
                  <a:pt x="122274" y="4055"/>
                  <a:pt x="114407" y="2930"/>
                  <a:pt x="109184" y="2239"/>
                </a:cubicBezTo>
                <a:cubicBezTo>
                  <a:pt x="103962" y="1549"/>
                  <a:pt x="98309" y="478"/>
                  <a:pt x="93558" y="274"/>
                </a:cubicBezTo>
                <a:cubicBezTo>
                  <a:pt x="88807" y="70"/>
                  <a:pt x="84221" y="0"/>
                  <a:pt x="80681" y="1016"/>
                </a:cubicBezTo>
                <a:cubicBezTo>
                  <a:pt x="77140" y="2033"/>
                  <a:pt x="74725" y="4221"/>
                  <a:pt x="72315" y="6373"/>
                </a:cubicBezTo>
                <a:cubicBezTo>
                  <a:pt x="69906" y="8524"/>
                  <a:pt x="68218" y="11371"/>
                  <a:pt x="66223" y="13925"/>
                </a:cubicBezTo>
                <a:cubicBezTo>
                  <a:pt x="64227" y="16478"/>
                  <a:pt x="61999" y="18806"/>
                  <a:pt x="60342" y="21695"/>
                </a:cubicBezTo>
                <a:cubicBezTo>
                  <a:pt x="58684" y="24585"/>
                  <a:pt x="57095" y="27561"/>
                  <a:pt x="56277" y="31263"/>
                </a:cubicBezTo>
                <a:cubicBezTo>
                  <a:pt x="55458" y="34965"/>
                  <a:pt x="55831" y="39803"/>
                  <a:pt x="55429" y="43907"/>
                </a:cubicBezTo>
                <a:cubicBezTo>
                  <a:pt x="55028" y="48012"/>
                  <a:pt x="55544" y="53039"/>
                  <a:pt x="53869" y="55890"/>
                </a:cubicBezTo>
                <a:cubicBezTo>
                  <a:pt x="52194" y="58741"/>
                  <a:pt x="49473" y="60541"/>
                  <a:pt x="45379" y="61014"/>
                </a:cubicBezTo>
                <a:cubicBezTo>
                  <a:pt x="41285" y="61486"/>
                  <a:pt x="34750" y="59560"/>
                  <a:pt x="29303" y="58722"/>
                </a:cubicBezTo>
                <a:cubicBezTo>
                  <a:pt x="23855" y="57884"/>
                  <a:pt x="17087" y="55788"/>
                  <a:pt x="12693" y="55985"/>
                </a:cubicBezTo>
                <a:cubicBezTo>
                  <a:pt x="8298" y="56182"/>
                  <a:pt x="4985" y="57414"/>
                  <a:pt x="2935" y="59904"/>
                </a:cubicBezTo>
                <a:cubicBezTo>
                  <a:pt x="885" y="62395"/>
                  <a:pt x="788" y="66825"/>
                  <a:pt x="394" y="70929"/>
                </a:cubicBezTo>
                <a:cubicBezTo>
                  <a:pt x="0" y="75033"/>
                  <a:pt x="535" y="80016"/>
                  <a:pt x="572" y="84526"/>
                </a:cubicBezTo>
                <a:cubicBezTo>
                  <a:pt x="609" y="89037"/>
                  <a:pt x="515" y="93421"/>
                  <a:pt x="617" y="97990"/>
                </a:cubicBezTo>
                <a:cubicBezTo>
                  <a:pt x="719" y="102559"/>
                  <a:pt x="674" y="107014"/>
                  <a:pt x="1184" y="111943"/>
                </a:cubicBezTo>
                <a:cubicBezTo>
                  <a:pt x="1693" y="116871"/>
                  <a:pt x="3259" y="124958"/>
                  <a:pt x="3674" y="127561"/>
                </a:cubicBezTo>
                <a:cubicBezTo>
                  <a:pt x="4090" y="130164"/>
                  <a:pt x="1386" y="127555"/>
                  <a:pt x="3674" y="127561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68"/>
                </a:srgbClr>
              </a:gs>
              <a:gs pos="18000">
                <a:srgbClr val="767676">
                  <a:alpha val="2615"/>
                </a:srgbClr>
              </a:gs>
              <a:gs pos="48000">
                <a:srgbClr val="767676">
                  <a:alpha val="4216"/>
                </a:srgbClr>
              </a:gs>
              <a:gs pos="78000">
                <a:srgbClr val="767676">
                  <a:alpha val="3162"/>
                </a:srgbClr>
              </a:gs>
              <a:gs pos="100000">
                <a:srgbClr val="767676">
                  <a:alpha val="190"/>
                </a:srgbClr>
              </a:gs>
            </a:gsLst>
            <a:lin ang="18872876" scaled="0"/>
          </a:gradFill>
          <a:ln w="0">
            <a:noFill/>
            <a:prstDash val="solid"/>
          </a:ln>
        </p:spPr>
      </p:sp>
      <p:sp>
        <p:nvSpPr>
          <p:cNvPr id="837" name="PANEL_A-intermittent-gas-wisp-3-feather-2_189">
            <a:extLst>
              <a:ext uri="{FF2B5EF4-FFF2-40B4-BE49-F238E27FC236}">
                <a16:creationId xmlns:a16="http://schemas.microsoft.com/office/drawing/2014/main" id="{6B3DF4CF-F59B-4239-AA94-551666385840}"/>
              </a:ext>
            </a:extLst>
          </p:cNvPr>
          <p:cNvSpPr>
            <a:spLocks/>
          </p:cNvSpPr>
          <p:nvPr/>
        </p:nvSpPr>
        <p:spPr>
          <a:xfrm>
            <a:off x="12464637" y="1482235"/>
            <a:ext cx="119388" cy="121113"/>
          </a:xfrm>
          <a:custGeom>
            <a:pathLst>
              <a:path w="125341" h="127153">
                <a:moveTo>
                  <a:pt x="1842" y="124922"/>
                </a:moveTo>
                <a:cubicBezTo>
                  <a:pt x="3684" y="124498"/>
                  <a:pt x="9933" y="123945"/>
                  <a:pt x="12896" y="122377"/>
                </a:cubicBezTo>
                <a:cubicBezTo>
                  <a:pt x="15858" y="120809"/>
                  <a:pt x="17218" y="117644"/>
                  <a:pt x="19617" y="115513"/>
                </a:cubicBezTo>
                <a:cubicBezTo>
                  <a:pt x="22017" y="113382"/>
                  <a:pt x="23646" y="110502"/>
                  <a:pt x="27295" y="109592"/>
                </a:cubicBezTo>
                <a:cubicBezTo>
                  <a:pt x="30944" y="108682"/>
                  <a:pt x="36407" y="109542"/>
                  <a:pt x="41512" y="110053"/>
                </a:cubicBezTo>
                <a:cubicBezTo>
                  <a:pt x="46616" y="110565"/>
                  <a:pt x="53459" y="112762"/>
                  <a:pt x="57923" y="112662"/>
                </a:cubicBezTo>
                <a:cubicBezTo>
                  <a:pt x="62387" y="112562"/>
                  <a:pt x="65453" y="111128"/>
                  <a:pt x="68297" y="109455"/>
                </a:cubicBezTo>
                <a:cubicBezTo>
                  <a:pt x="71140" y="107781"/>
                  <a:pt x="72389" y="104536"/>
                  <a:pt x="74986" y="102622"/>
                </a:cubicBezTo>
                <a:cubicBezTo>
                  <a:pt x="77584" y="100708"/>
                  <a:pt x="81130" y="99729"/>
                  <a:pt x="83880" y="97970"/>
                </a:cubicBezTo>
                <a:cubicBezTo>
                  <a:pt x="86630" y="96210"/>
                  <a:pt x="89782" y="94855"/>
                  <a:pt x="91486" y="92064"/>
                </a:cubicBezTo>
                <a:cubicBezTo>
                  <a:pt x="93190" y="89273"/>
                  <a:pt x="92971" y="84577"/>
                  <a:pt x="94103" y="81223"/>
                </a:cubicBezTo>
                <a:cubicBezTo>
                  <a:pt x="95235" y="77870"/>
                  <a:pt x="95930" y="74099"/>
                  <a:pt x="98278" y="71944"/>
                </a:cubicBezTo>
                <a:cubicBezTo>
                  <a:pt x="100627" y="69788"/>
                  <a:pt x="105253" y="69868"/>
                  <a:pt x="108194" y="68292"/>
                </a:cubicBezTo>
                <a:cubicBezTo>
                  <a:pt x="111135" y="66716"/>
                  <a:pt x="114625" y="65694"/>
                  <a:pt x="115925" y="62489"/>
                </a:cubicBezTo>
                <a:cubicBezTo>
                  <a:pt x="117224" y="59284"/>
                  <a:pt x="116212" y="53795"/>
                  <a:pt x="115991" y="49064"/>
                </a:cubicBezTo>
                <a:cubicBezTo>
                  <a:pt x="115770" y="44333"/>
                  <a:pt x="114465" y="38489"/>
                  <a:pt x="114599" y="34102"/>
                </a:cubicBezTo>
                <a:cubicBezTo>
                  <a:pt x="114732" y="29715"/>
                  <a:pt x="115868" y="26351"/>
                  <a:pt x="116792" y="22743"/>
                </a:cubicBezTo>
                <a:cubicBezTo>
                  <a:pt x="117716" y="19135"/>
                  <a:pt x="119099" y="15949"/>
                  <a:pt x="120143" y="12455"/>
                </a:cubicBezTo>
                <a:cubicBezTo>
                  <a:pt x="121188" y="8961"/>
                  <a:pt x="122574" y="3558"/>
                  <a:pt x="123060" y="1779"/>
                </a:cubicBezTo>
                <a:cubicBezTo>
                  <a:pt x="123546" y="0"/>
                  <a:pt x="125341" y="1805"/>
                  <a:pt x="123060" y="1779"/>
                </a:cubicBezTo>
                <a:cubicBezTo>
                  <a:pt x="120778" y="1754"/>
                  <a:pt x="113870" y="1595"/>
                  <a:pt x="109368" y="1626"/>
                </a:cubicBezTo>
                <a:cubicBezTo>
                  <a:pt x="104866" y="1657"/>
                  <a:pt x="100100" y="1472"/>
                  <a:pt x="96049" y="1966"/>
                </a:cubicBezTo>
                <a:cubicBezTo>
                  <a:pt x="91999" y="2460"/>
                  <a:pt x="88128" y="3102"/>
                  <a:pt x="85066" y="4590"/>
                </a:cubicBezTo>
                <a:cubicBezTo>
                  <a:pt x="82003" y="6078"/>
                  <a:pt x="79811" y="8480"/>
                  <a:pt x="77674" y="10896"/>
                </a:cubicBezTo>
                <a:cubicBezTo>
                  <a:pt x="75537" y="13312"/>
                  <a:pt x="74005" y="16309"/>
                  <a:pt x="72242" y="19086"/>
                </a:cubicBezTo>
                <a:cubicBezTo>
                  <a:pt x="70478" y="21864"/>
                  <a:pt x="68626" y="24556"/>
                  <a:pt x="67094" y="27563"/>
                </a:cubicBezTo>
                <a:cubicBezTo>
                  <a:pt x="65561" y="30570"/>
                  <a:pt x="64093" y="33654"/>
                  <a:pt x="63047" y="37126"/>
                </a:cubicBezTo>
                <a:cubicBezTo>
                  <a:pt x="62001" y="40597"/>
                  <a:pt x="61738" y="44803"/>
                  <a:pt x="60819" y="48392"/>
                </a:cubicBezTo>
                <a:cubicBezTo>
                  <a:pt x="59899" y="51980"/>
                  <a:pt x="59513" y="56112"/>
                  <a:pt x="57529" y="58654"/>
                </a:cubicBezTo>
                <a:cubicBezTo>
                  <a:pt x="55544" y="61195"/>
                  <a:pt x="52718" y="62891"/>
                  <a:pt x="48911" y="63641"/>
                </a:cubicBezTo>
                <a:cubicBezTo>
                  <a:pt x="45105" y="64391"/>
                  <a:pt x="39503" y="63376"/>
                  <a:pt x="34690" y="63153"/>
                </a:cubicBezTo>
                <a:cubicBezTo>
                  <a:pt x="29876" y="62931"/>
                  <a:pt x="24087" y="61782"/>
                  <a:pt x="20031" y="62304"/>
                </a:cubicBezTo>
                <a:cubicBezTo>
                  <a:pt x="15975" y="62826"/>
                  <a:pt x="12675" y="64065"/>
                  <a:pt x="10355" y="66285"/>
                </a:cubicBezTo>
                <a:cubicBezTo>
                  <a:pt x="8035" y="68506"/>
                  <a:pt x="7126" y="72136"/>
                  <a:pt x="6109" y="75629"/>
                </a:cubicBezTo>
                <a:cubicBezTo>
                  <a:pt x="5093" y="79121"/>
                  <a:pt x="4824" y="83321"/>
                  <a:pt x="4256" y="87240"/>
                </a:cubicBezTo>
                <a:cubicBezTo>
                  <a:pt x="3689" y="91159"/>
                  <a:pt x="3136" y="95094"/>
                  <a:pt x="2704" y="99144"/>
                </a:cubicBezTo>
                <a:cubicBezTo>
                  <a:pt x="2272" y="103193"/>
                  <a:pt x="1808" y="107240"/>
                  <a:pt x="1664" y="111536"/>
                </a:cubicBezTo>
                <a:cubicBezTo>
                  <a:pt x="1521" y="115833"/>
                  <a:pt x="1813" y="122691"/>
                  <a:pt x="1842" y="124922"/>
                </a:cubicBezTo>
                <a:cubicBezTo>
                  <a:pt x="1872" y="127153"/>
                  <a:pt x="0" y="125346"/>
                  <a:pt x="1842" y="124922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16"/>
                </a:srgbClr>
              </a:gs>
              <a:gs pos="18000">
                <a:srgbClr val="767676">
                  <a:alpha val="3354"/>
                </a:srgbClr>
              </a:gs>
              <a:gs pos="48000">
                <a:srgbClr val="767676">
                  <a:alpha val="5411"/>
                </a:srgbClr>
              </a:gs>
              <a:gs pos="78000">
                <a:srgbClr val="767676">
                  <a:alpha val="4058"/>
                </a:srgbClr>
              </a:gs>
              <a:gs pos="100000">
                <a:srgbClr val="767676">
                  <a:alpha val="243"/>
                </a:srgbClr>
              </a:gs>
            </a:gsLst>
            <a:lin ang="18872876" scaled="0"/>
          </a:gradFill>
          <a:ln w="0">
            <a:noFill/>
            <a:prstDash val="solid"/>
          </a:ln>
        </p:spPr>
      </p:sp>
      <p:sp>
        <p:nvSpPr>
          <p:cNvPr id="838" name="PANEL_A-intermittent-gas-core-4-feather-0_190">
            <a:extLst>
              <a:ext uri="{FF2B5EF4-FFF2-40B4-BE49-F238E27FC236}">
                <a16:creationId xmlns:a16="http://schemas.microsoft.com/office/drawing/2014/main" id="{493E19D3-7F8F-49FB-A402-64C985D467CE}"/>
              </a:ext>
            </a:extLst>
          </p:cNvPr>
          <p:cNvSpPr>
            <a:spLocks/>
          </p:cNvSpPr>
          <p:nvPr/>
        </p:nvSpPr>
        <p:spPr>
          <a:xfrm>
            <a:off x="12657443" y="1321441"/>
            <a:ext cx="212398" cy="268231"/>
          </a:xfrm>
          <a:custGeom>
            <a:pathLst>
              <a:path w="222990" h="281607">
                <a:moveTo>
                  <a:pt x="32558" y="215929"/>
                </a:moveTo>
                <a:cubicBezTo>
                  <a:pt x="39866" y="220588"/>
                  <a:pt x="63187" y="235960"/>
                  <a:pt x="76409" y="243887"/>
                </a:cubicBezTo>
                <a:cubicBezTo>
                  <a:pt x="89631" y="251813"/>
                  <a:pt x="101925" y="258843"/>
                  <a:pt x="111891" y="263486"/>
                </a:cubicBezTo>
                <a:cubicBezTo>
                  <a:pt x="121856" y="268130"/>
                  <a:pt x="128170" y="269035"/>
                  <a:pt x="136202" y="271747"/>
                </a:cubicBezTo>
                <a:cubicBezTo>
                  <a:pt x="144234" y="274458"/>
                  <a:pt x="153975" y="279000"/>
                  <a:pt x="160083" y="279755"/>
                </a:cubicBezTo>
                <a:cubicBezTo>
                  <a:pt x="166191" y="280510"/>
                  <a:pt x="172562" y="281607"/>
                  <a:pt x="172849" y="276275"/>
                </a:cubicBezTo>
                <a:cubicBezTo>
                  <a:pt x="173137" y="270942"/>
                  <a:pt x="164674" y="256432"/>
                  <a:pt x="161807" y="247758"/>
                </a:cubicBezTo>
                <a:cubicBezTo>
                  <a:pt x="158941" y="239084"/>
                  <a:pt x="152154" y="226206"/>
                  <a:pt x="155651" y="224229"/>
                </a:cubicBezTo>
                <a:cubicBezTo>
                  <a:pt x="159148" y="222251"/>
                  <a:pt x="172666" y="230814"/>
                  <a:pt x="182789" y="235893"/>
                </a:cubicBezTo>
                <a:cubicBezTo>
                  <a:pt x="192913" y="240972"/>
                  <a:pt x="209792" y="253320"/>
                  <a:pt x="216391" y="254704"/>
                </a:cubicBezTo>
                <a:cubicBezTo>
                  <a:pt x="222990" y="256089"/>
                  <a:pt x="222335" y="249817"/>
                  <a:pt x="222382" y="244200"/>
                </a:cubicBezTo>
                <a:cubicBezTo>
                  <a:pt x="222429" y="238584"/>
                  <a:pt x="216907" y="226952"/>
                  <a:pt x="216674" y="221004"/>
                </a:cubicBezTo>
                <a:cubicBezTo>
                  <a:pt x="216441" y="215057"/>
                  <a:pt x="220519" y="213742"/>
                  <a:pt x="220984" y="208515"/>
                </a:cubicBezTo>
                <a:cubicBezTo>
                  <a:pt x="221450" y="203289"/>
                  <a:pt x="222285" y="198480"/>
                  <a:pt x="219466" y="189647"/>
                </a:cubicBezTo>
                <a:cubicBezTo>
                  <a:pt x="216646" y="180814"/>
                  <a:pt x="207304" y="164854"/>
                  <a:pt x="204066" y="155518"/>
                </a:cubicBezTo>
                <a:cubicBezTo>
                  <a:pt x="200829" y="146182"/>
                  <a:pt x="198448" y="137706"/>
                  <a:pt x="200041" y="133628"/>
                </a:cubicBezTo>
                <a:cubicBezTo>
                  <a:pt x="201635" y="129550"/>
                  <a:pt x="210881" y="133883"/>
                  <a:pt x="213627" y="131050"/>
                </a:cubicBezTo>
                <a:cubicBezTo>
                  <a:pt x="216374" y="128217"/>
                  <a:pt x="220523" y="126999"/>
                  <a:pt x="216521" y="116629"/>
                </a:cubicBezTo>
                <a:cubicBezTo>
                  <a:pt x="212519" y="106260"/>
                  <a:pt x="194098" y="76799"/>
                  <a:pt x="189613" y="68833"/>
                </a:cubicBezTo>
                <a:cubicBezTo>
                  <a:pt x="185129" y="60866"/>
                  <a:pt x="194051" y="70789"/>
                  <a:pt x="189613" y="68833"/>
                </a:cubicBezTo>
                <a:cubicBezTo>
                  <a:pt x="185176" y="66876"/>
                  <a:pt x="170738" y="59728"/>
                  <a:pt x="162986" y="57094"/>
                </a:cubicBezTo>
                <a:cubicBezTo>
                  <a:pt x="155234" y="54460"/>
                  <a:pt x="148831" y="53373"/>
                  <a:pt x="143100" y="53030"/>
                </a:cubicBezTo>
                <a:cubicBezTo>
                  <a:pt x="137370" y="52686"/>
                  <a:pt x="133358" y="54266"/>
                  <a:pt x="128604" y="55033"/>
                </a:cubicBezTo>
                <a:cubicBezTo>
                  <a:pt x="123849" y="55799"/>
                  <a:pt x="121160" y="58833"/>
                  <a:pt x="114575" y="57629"/>
                </a:cubicBezTo>
                <a:cubicBezTo>
                  <a:pt x="107989" y="56424"/>
                  <a:pt x="99842" y="53499"/>
                  <a:pt x="89090" y="47806"/>
                </a:cubicBezTo>
                <a:cubicBezTo>
                  <a:pt x="78338" y="42114"/>
                  <a:pt x="62548" y="30972"/>
                  <a:pt x="50060" y="23475"/>
                </a:cubicBezTo>
                <a:cubicBezTo>
                  <a:pt x="37572" y="15978"/>
                  <a:pt x="22384" y="5650"/>
                  <a:pt x="14161" y="2825"/>
                </a:cubicBezTo>
                <a:cubicBezTo>
                  <a:pt x="5938" y="0"/>
                  <a:pt x="1444" y="1264"/>
                  <a:pt x="722" y="6526"/>
                </a:cubicBezTo>
                <a:cubicBezTo>
                  <a:pt x="0" y="11787"/>
                  <a:pt x="5904" y="24196"/>
                  <a:pt x="9830" y="34395"/>
                </a:cubicBezTo>
                <a:cubicBezTo>
                  <a:pt x="13757" y="44595"/>
                  <a:pt x="20689" y="57959"/>
                  <a:pt x="24281" y="67723"/>
                </a:cubicBezTo>
                <a:cubicBezTo>
                  <a:pt x="27872" y="77487"/>
                  <a:pt x="29770" y="85383"/>
                  <a:pt x="31379" y="92980"/>
                </a:cubicBezTo>
                <a:cubicBezTo>
                  <a:pt x="32989" y="100576"/>
                  <a:pt x="32863" y="106315"/>
                  <a:pt x="33937" y="113303"/>
                </a:cubicBezTo>
                <a:cubicBezTo>
                  <a:pt x="35011" y="120291"/>
                  <a:pt x="37035" y="128252"/>
                  <a:pt x="37823" y="134908"/>
                </a:cubicBezTo>
                <a:cubicBezTo>
                  <a:pt x="38612" y="141565"/>
                  <a:pt x="40084" y="148907"/>
                  <a:pt x="38667" y="153242"/>
                </a:cubicBezTo>
                <a:cubicBezTo>
                  <a:pt x="37250" y="157577"/>
                  <a:pt x="33238" y="159189"/>
                  <a:pt x="29322" y="160918"/>
                </a:cubicBezTo>
                <a:cubicBezTo>
                  <a:pt x="25406" y="162647"/>
                  <a:pt x="18105" y="160877"/>
                  <a:pt x="15170" y="163616"/>
                </a:cubicBezTo>
                <a:cubicBezTo>
                  <a:pt x="12235" y="166354"/>
                  <a:pt x="8814" y="168630"/>
                  <a:pt x="11712" y="177349"/>
                </a:cubicBezTo>
                <a:cubicBezTo>
                  <a:pt x="14610" y="186068"/>
                  <a:pt x="29083" y="209499"/>
                  <a:pt x="32558" y="215929"/>
                </a:cubicBezTo>
                <a:cubicBezTo>
                  <a:pt x="36032" y="222358"/>
                  <a:pt x="25249" y="211269"/>
                  <a:pt x="32558" y="215929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250"/>
                </a:srgbClr>
              </a:gs>
              <a:gs pos="18000">
                <a:srgbClr val="919191">
                  <a:alpha val="3884"/>
                </a:srgbClr>
              </a:gs>
              <a:gs pos="48000">
                <a:srgbClr val="919191">
                  <a:alpha val="6266"/>
                </a:srgbClr>
              </a:gs>
              <a:gs pos="78000">
                <a:srgbClr val="919191">
                  <a:alpha val="4700"/>
                </a:srgbClr>
              </a:gs>
              <a:gs pos="100000">
                <a:srgbClr val="919191">
                  <a:alpha val="282"/>
                </a:srgbClr>
              </a:gs>
            </a:gsLst>
            <a:lin ang="19012530" scaled="0"/>
          </a:gradFill>
          <a:ln w="0">
            <a:noFill/>
            <a:prstDash val="solid"/>
          </a:ln>
        </p:spPr>
      </p:sp>
      <p:sp>
        <p:nvSpPr>
          <p:cNvPr id="839" name="PANEL_A-intermittent-gas-core-4-feather-1_191">
            <a:extLst>
              <a:ext uri="{FF2B5EF4-FFF2-40B4-BE49-F238E27FC236}">
                <a16:creationId xmlns:a16="http://schemas.microsoft.com/office/drawing/2014/main" id="{C8579E12-6CBF-4328-A82A-1D28956EDA69}"/>
              </a:ext>
            </a:extLst>
          </p:cNvPr>
          <p:cNvSpPr>
            <a:spLocks/>
          </p:cNvSpPr>
          <p:nvPr/>
        </p:nvSpPr>
        <p:spPr>
          <a:xfrm>
            <a:off x="12673492" y="1344275"/>
            <a:ext cx="186161" cy="226744"/>
          </a:xfrm>
          <a:custGeom>
            <a:pathLst>
              <a:path w="195444" h="238051">
                <a:moveTo>
                  <a:pt x="15709" y="191957"/>
                </a:moveTo>
                <a:cubicBezTo>
                  <a:pt x="21745" y="195308"/>
                  <a:pt x="40813" y="206316"/>
                  <a:pt x="51925" y="212063"/>
                </a:cubicBezTo>
                <a:cubicBezTo>
                  <a:pt x="63037" y="217810"/>
                  <a:pt x="73644" y="223082"/>
                  <a:pt x="82380" y="226440"/>
                </a:cubicBezTo>
                <a:cubicBezTo>
                  <a:pt x="91116" y="229798"/>
                  <a:pt x="97122" y="230363"/>
                  <a:pt x="104344" y="232211"/>
                </a:cubicBezTo>
                <a:cubicBezTo>
                  <a:pt x="111566" y="234059"/>
                  <a:pt x="120142" y="237359"/>
                  <a:pt x="125713" y="237527"/>
                </a:cubicBezTo>
                <a:cubicBezTo>
                  <a:pt x="131284" y="237694"/>
                  <a:pt x="136983" y="238051"/>
                  <a:pt x="137769" y="233215"/>
                </a:cubicBezTo>
                <a:cubicBezTo>
                  <a:pt x="138556" y="228380"/>
                  <a:pt x="132365" y="216228"/>
                  <a:pt x="130433" y="208513"/>
                </a:cubicBezTo>
                <a:cubicBezTo>
                  <a:pt x="128500" y="200797"/>
                  <a:pt x="123333" y="189616"/>
                  <a:pt x="126175" y="186921"/>
                </a:cubicBezTo>
                <a:cubicBezTo>
                  <a:pt x="129017" y="184226"/>
                  <a:pt x="139531" y="189597"/>
                  <a:pt x="147486" y="192341"/>
                </a:cubicBezTo>
                <a:cubicBezTo>
                  <a:pt x="155441" y="195086"/>
                  <a:pt x="168600" y="203426"/>
                  <a:pt x="173903" y="203387"/>
                </a:cubicBezTo>
                <a:cubicBezTo>
                  <a:pt x="179207" y="203349"/>
                  <a:pt x="178891" y="197372"/>
                  <a:pt x="179308" y="192108"/>
                </a:cubicBezTo>
                <a:cubicBezTo>
                  <a:pt x="179725" y="186844"/>
                  <a:pt x="175926" y="177022"/>
                  <a:pt x="176407" y="171803"/>
                </a:cubicBezTo>
                <a:cubicBezTo>
                  <a:pt x="176888" y="166583"/>
                  <a:pt x="180912" y="165169"/>
                  <a:pt x="182194" y="160790"/>
                </a:cubicBezTo>
                <a:cubicBezTo>
                  <a:pt x="183476" y="156411"/>
                  <a:pt x="185224" y="152549"/>
                  <a:pt x="184100" y="145529"/>
                </a:cubicBezTo>
                <a:cubicBezTo>
                  <a:pt x="182975" y="138509"/>
                  <a:pt x="176884" y="126064"/>
                  <a:pt x="175446" y="118670"/>
                </a:cubicBezTo>
                <a:cubicBezTo>
                  <a:pt x="174008" y="111276"/>
                  <a:pt x="173269" y="104590"/>
                  <a:pt x="175473" y="101164"/>
                </a:cubicBezTo>
                <a:cubicBezTo>
                  <a:pt x="177678" y="97737"/>
                  <a:pt x="185788" y="100806"/>
                  <a:pt x="188675" y="98113"/>
                </a:cubicBezTo>
                <a:cubicBezTo>
                  <a:pt x="191561" y="95420"/>
                  <a:pt x="195444" y="93882"/>
                  <a:pt x="192793" y="85007"/>
                </a:cubicBezTo>
                <a:cubicBezTo>
                  <a:pt x="190141" y="76131"/>
                  <a:pt x="176103" y="51552"/>
                  <a:pt x="172765" y="44861"/>
                </a:cubicBezTo>
                <a:cubicBezTo>
                  <a:pt x="169427" y="38170"/>
                  <a:pt x="176386" y="45909"/>
                  <a:pt x="172765" y="44861"/>
                </a:cubicBezTo>
                <a:cubicBezTo>
                  <a:pt x="169143" y="43812"/>
                  <a:pt x="157552" y="39836"/>
                  <a:pt x="151035" y="38569"/>
                </a:cubicBezTo>
                <a:cubicBezTo>
                  <a:pt x="144519" y="37302"/>
                  <a:pt x="138877" y="37042"/>
                  <a:pt x="133663" y="37257"/>
                </a:cubicBezTo>
                <a:cubicBezTo>
                  <a:pt x="128450" y="37472"/>
                  <a:pt x="124422" y="39016"/>
                  <a:pt x="119752" y="39859"/>
                </a:cubicBezTo>
                <a:cubicBezTo>
                  <a:pt x="115082" y="40702"/>
                  <a:pt x="111867" y="43144"/>
                  <a:pt x="105642" y="42316"/>
                </a:cubicBezTo>
                <a:cubicBezTo>
                  <a:pt x="99418" y="41489"/>
                  <a:pt x="91868" y="39204"/>
                  <a:pt x="82407" y="34894"/>
                </a:cubicBezTo>
                <a:cubicBezTo>
                  <a:pt x="72945" y="30584"/>
                  <a:pt x="59533" y="22003"/>
                  <a:pt x="48873" y="16458"/>
                </a:cubicBezTo>
                <a:cubicBezTo>
                  <a:pt x="38213" y="10913"/>
                  <a:pt x="25523" y="3245"/>
                  <a:pt x="18447" y="1623"/>
                </a:cubicBezTo>
                <a:cubicBezTo>
                  <a:pt x="11370" y="0"/>
                  <a:pt x="7356" y="1735"/>
                  <a:pt x="6413" y="6722"/>
                </a:cubicBezTo>
                <a:cubicBezTo>
                  <a:pt x="5469" y="11709"/>
                  <a:pt x="9880" y="22472"/>
                  <a:pt x="12786" y="31546"/>
                </a:cubicBezTo>
                <a:cubicBezTo>
                  <a:pt x="15692" y="40621"/>
                  <a:pt x="21106" y="52335"/>
                  <a:pt x="23849" y="61169"/>
                </a:cubicBezTo>
                <a:cubicBezTo>
                  <a:pt x="26592" y="70002"/>
                  <a:pt x="28103" y="77469"/>
                  <a:pt x="29243" y="84547"/>
                </a:cubicBezTo>
                <a:cubicBezTo>
                  <a:pt x="30384" y="91625"/>
                  <a:pt x="30160" y="97237"/>
                  <a:pt x="30694" y="103638"/>
                </a:cubicBezTo>
                <a:cubicBezTo>
                  <a:pt x="31228" y="110038"/>
                  <a:pt x="32397" y="117082"/>
                  <a:pt x="32449" y="122950"/>
                </a:cubicBezTo>
                <a:cubicBezTo>
                  <a:pt x="32501" y="128818"/>
                  <a:pt x="32921" y="135044"/>
                  <a:pt x="31009" y="138846"/>
                </a:cubicBezTo>
                <a:cubicBezTo>
                  <a:pt x="29097" y="142649"/>
                  <a:pt x="24989" y="144149"/>
                  <a:pt x="20978" y="145764"/>
                </a:cubicBezTo>
                <a:cubicBezTo>
                  <a:pt x="16966" y="147380"/>
                  <a:pt x="10190" y="146141"/>
                  <a:pt x="6938" y="148541"/>
                </a:cubicBezTo>
                <a:cubicBezTo>
                  <a:pt x="3685" y="150941"/>
                  <a:pt x="0" y="152928"/>
                  <a:pt x="1462" y="160164"/>
                </a:cubicBezTo>
                <a:cubicBezTo>
                  <a:pt x="2924" y="167400"/>
                  <a:pt x="13334" y="186658"/>
                  <a:pt x="15709" y="191957"/>
                </a:cubicBezTo>
                <a:cubicBezTo>
                  <a:pt x="18083" y="197255"/>
                  <a:pt x="9673" y="188606"/>
                  <a:pt x="15709" y="19195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35"/>
                </a:srgbClr>
              </a:gs>
              <a:gs pos="18000">
                <a:srgbClr val="767676">
                  <a:alpha val="5180"/>
                </a:srgbClr>
              </a:gs>
              <a:gs pos="48000">
                <a:srgbClr val="767676">
                  <a:alpha val="8356"/>
                </a:srgbClr>
              </a:gs>
              <a:gs pos="78000">
                <a:srgbClr val="767676">
                  <a:alpha val="6266"/>
                </a:srgbClr>
              </a:gs>
              <a:gs pos="100000">
                <a:srgbClr val="767676">
                  <a:alpha val="376"/>
                </a:srgbClr>
              </a:gs>
            </a:gsLst>
            <a:lin ang="19012530" scaled="0"/>
          </a:gradFill>
          <a:ln w="0">
            <a:noFill/>
            <a:prstDash val="solid"/>
          </a:ln>
        </p:spPr>
      </p:sp>
      <p:sp>
        <p:nvSpPr>
          <p:cNvPr id="840" name="PANEL_A-intermittent-gas-core-4-feather-2_192">
            <a:extLst>
              <a:ext uri="{FF2B5EF4-FFF2-40B4-BE49-F238E27FC236}">
                <a16:creationId xmlns:a16="http://schemas.microsoft.com/office/drawing/2014/main" id="{772ADF08-715A-4B4F-9271-84560C715797}"/>
              </a:ext>
            </a:extLst>
          </p:cNvPr>
          <p:cNvSpPr>
            <a:spLocks/>
          </p:cNvSpPr>
          <p:nvPr/>
        </p:nvSpPr>
        <p:spPr>
          <a:xfrm>
            <a:off x="12681641" y="1369184"/>
            <a:ext cx="169460" cy="182816"/>
          </a:xfrm>
          <a:custGeom>
            <a:pathLst>
              <a:path w="177911" h="191933">
                <a:moveTo>
                  <a:pt x="7153" y="165805"/>
                </a:moveTo>
                <a:cubicBezTo>
                  <a:pt x="11801" y="167729"/>
                  <a:pt x="26231" y="173976"/>
                  <a:pt x="35041" y="177346"/>
                </a:cubicBezTo>
                <a:cubicBezTo>
                  <a:pt x="43851" y="180716"/>
                  <a:pt x="52616" y="184070"/>
                  <a:pt x="60012" y="186026"/>
                </a:cubicBezTo>
                <a:cubicBezTo>
                  <a:pt x="67407" y="187982"/>
                  <a:pt x="73076" y="188175"/>
                  <a:pt x="79415" y="189081"/>
                </a:cubicBezTo>
                <a:cubicBezTo>
                  <a:pt x="85753" y="189987"/>
                  <a:pt x="93059" y="191933"/>
                  <a:pt x="98044" y="191460"/>
                </a:cubicBezTo>
                <a:cubicBezTo>
                  <a:pt x="103029" y="190987"/>
                  <a:pt x="107994" y="190535"/>
                  <a:pt x="109325" y="186242"/>
                </a:cubicBezTo>
                <a:cubicBezTo>
                  <a:pt x="110656" y="181948"/>
                  <a:pt x="106945" y="172370"/>
                  <a:pt x="106031" y="165700"/>
                </a:cubicBezTo>
                <a:cubicBezTo>
                  <a:pt x="105118" y="159030"/>
                  <a:pt x="101717" y="149700"/>
                  <a:pt x="103845" y="146222"/>
                </a:cubicBezTo>
                <a:cubicBezTo>
                  <a:pt x="105973" y="142744"/>
                  <a:pt x="113209" y="144633"/>
                  <a:pt x="118798" y="144830"/>
                </a:cubicBezTo>
                <a:cubicBezTo>
                  <a:pt x="124387" y="145028"/>
                  <a:pt x="133488" y="148997"/>
                  <a:pt x="137379" y="147405"/>
                </a:cubicBezTo>
                <a:cubicBezTo>
                  <a:pt x="141270" y="145814"/>
                  <a:pt x="141322" y="140160"/>
                  <a:pt x="142143" y="135281"/>
                </a:cubicBezTo>
                <a:cubicBezTo>
                  <a:pt x="142964" y="130401"/>
                  <a:pt x="141044" y="122554"/>
                  <a:pt x="142304" y="118128"/>
                </a:cubicBezTo>
                <a:cubicBezTo>
                  <a:pt x="143564" y="113702"/>
                  <a:pt x="147529" y="112180"/>
                  <a:pt x="149702" y="108726"/>
                </a:cubicBezTo>
                <a:cubicBezTo>
                  <a:pt x="151876" y="105271"/>
                  <a:pt x="154619" y="102444"/>
                  <a:pt x="155344" y="97401"/>
                </a:cubicBezTo>
                <a:cubicBezTo>
                  <a:pt x="156068" y="92359"/>
                  <a:pt x="153523" y="83748"/>
                  <a:pt x="154049" y="78472"/>
                </a:cubicBezTo>
                <a:cubicBezTo>
                  <a:pt x="154574" y="73196"/>
                  <a:pt x="155625" y="68463"/>
                  <a:pt x="158497" y="65748"/>
                </a:cubicBezTo>
                <a:cubicBezTo>
                  <a:pt x="161369" y="63033"/>
                  <a:pt x="168240" y="64722"/>
                  <a:pt x="171279" y="62182"/>
                </a:cubicBezTo>
                <a:cubicBezTo>
                  <a:pt x="174318" y="59643"/>
                  <a:pt x="177911" y="57755"/>
                  <a:pt x="176732" y="50510"/>
                </a:cubicBezTo>
                <a:cubicBezTo>
                  <a:pt x="175554" y="43264"/>
                  <a:pt x="166296" y="24009"/>
                  <a:pt x="164209" y="18709"/>
                </a:cubicBezTo>
                <a:cubicBezTo>
                  <a:pt x="162122" y="13409"/>
                  <a:pt x="166940" y="18768"/>
                  <a:pt x="164209" y="18709"/>
                </a:cubicBezTo>
                <a:cubicBezTo>
                  <a:pt x="161478" y="18651"/>
                  <a:pt x="152993" y="18137"/>
                  <a:pt x="147824" y="18360"/>
                </a:cubicBezTo>
                <a:cubicBezTo>
                  <a:pt x="142654" y="18584"/>
                  <a:pt x="137845" y="19227"/>
                  <a:pt x="133194" y="20051"/>
                </a:cubicBezTo>
                <a:cubicBezTo>
                  <a:pt x="128544" y="20876"/>
                  <a:pt x="124499" y="22380"/>
                  <a:pt x="119921" y="23306"/>
                </a:cubicBezTo>
                <a:cubicBezTo>
                  <a:pt x="115342" y="24233"/>
                  <a:pt x="111553" y="26028"/>
                  <a:pt x="105723" y="25612"/>
                </a:cubicBezTo>
                <a:cubicBezTo>
                  <a:pt x="99893" y="25195"/>
                  <a:pt x="92994" y="23609"/>
                  <a:pt x="84941" y="20808"/>
                </a:cubicBezTo>
                <a:cubicBezTo>
                  <a:pt x="76888" y="18006"/>
                  <a:pt x="66069" y="12220"/>
                  <a:pt x="57403" y="8804"/>
                </a:cubicBezTo>
                <a:cubicBezTo>
                  <a:pt x="48738" y="5387"/>
                  <a:pt x="38773" y="622"/>
                  <a:pt x="32947" y="311"/>
                </a:cubicBezTo>
                <a:cubicBezTo>
                  <a:pt x="27121" y="0"/>
                  <a:pt x="23632" y="2249"/>
                  <a:pt x="22446" y="6937"/>
                </a:cubicBezTo>
                <a:cubicBezTo>
                  <a:pt x="21261" y="11624"/>
                  <a:pt x="24043" y="20591"/>
                  <a:pt x="25836" y="28438"/>
                </a:cubicBezTo>
                <a:cubicBezTo>
                  <a:pt x="27629" y="36285"/>
                  <a:pt x="31386" y="46200"/>
                  <a:pt x="33203" y="54019"/>
                </a:cubicBezTo>
                <a:cubicBezTo>
                  <a:pt x="35020" y="61837"/>
                  <a:pt x="36109" y="68835"/>
                  <a:pt x="36738" y="75348"/>
                </a:cubicBezTo>
                <a:cubicBezTo>
                  <a:pt x="37368" y="81860"/>
                  <a:pt x="37036" y="87334"/>
                  <a:pt x="36981" y="93094"/>
                </a:cubicBezTo>
                <a:cubicBezTo>
                  <a:pt x="36927" y="98853"/>
                  <a:pt x="37161" y="104896"/>
                  <a:pt x="36411" y="109904"/>
                </a:cubicBezTo>
                <a:cubicBezTo>
                  <a:pt x="35661" y="114912"/>
                  <a:pt x="34931" y="119921"/>
                  <a:pt x="32480" y="123143"/>
                </a:cubicBezTo>
                <a:cubicBezTo>
                  <a:pt x="30028" y="126364"/>
                  <a:pt x="25816" y="127741"/>
                  <a:pt x="21699" y="129233"/>
                </a:cubicBezTo>
                <a:cubicBezTo>
                  <a:pt x="17583" y="130726"/>
                  <a:pt x="11381" y="130066"/>
                  <a:pt x="7782" y="132096"/>
                </a:cubicBezTo>
                <a:cubicBezTo>
                  <a:pt x="4183" y="134126"/>
                  <a:pt x="210" y="135797"/>
                  <a:pt x="105" y="141416"/>
                </a:cubicBezTo>
                <a:cubicBezTo>
                  <a:pt x="0" y="147034"/>
                  <a:pt x="5979" y="161741"/>
                  <a:pt x="7153" y="165805"/>
                </a:cubicBezTo>
                <a:cubicBezTo>
                  <a:pt x="8328" y="169870"/>
                  <a:pt x="2505" y="163882"/>
                  <a:pt x="7153" y="165805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428"/>
                </a:srgbClr>
              </a:gs>
              <a:gs pos="18000">
                <a:srgbClr val="767676">
                  <a:alpha val="6649"/>
                </a:srgbClr>
              </a:gs>
              <a:gs pos="48000">
                <a:srgbClr val="767676">
                  <a:alpha val="10722"/>
                </a:srgbClr>
              </a:gs>
              <a:gs pos="78000">
                <a:srgbClr val="767676">
                  <a:alpha val="8043"/>
                </a:srgbClr>
              </a:gs>
              <a:gs pos="100000">
                <a:srgbClr val="767676">
                  <a:alpha val="483"/>
                </a:srgbClr>
              </a:gs>
            </a:gsLst>
            <a:lin ang="19012530" scaled="0"/>
          </a:gradFill>
          <a:ln w="0">
            <a:noFill/>
            <a:prstDash val="solid"/>
          </a:ln>
        </p:spPr>
      </p:sp>
      <p:sp>
        <p:nvSpPr>
          <p:cNvPr id="841" name="PANEL_A-intermittent-gas-core-4-feather-3_193">
            <a:extLst>
              <a:ext uri="{FF2B5EF4-FFF2-40B4-BE49-F238E27FC236}">
                <a16:creationId xmlns:a16="http://schemas.microsoft.com/office/drawing/2014/main" id="{3BA88929-6C18-4099-95FF-80E899CA8568}"/>
              </a:ext>
            </a:extLst>
          </p:cNvPr>
          <p:cNvSpPr>
            <a:spLocks/>
          </p:cNvSpPr>
          <p:nvPr/>
        </p:nvSpPr>
        <p:spPr>
          <a:xfrm>
            <a:off x="12685350" y="1383281"/>
            <a:ext cx="157762" cy="150359"/>
          </a:xfrm>
          <a:custGeom>
            <a:pathLst>
              <a:path w="165629" h="157857">
                <a:moveTo>
                  <a:pt x="3260" y="151005"/>
                </a:moveTo>
                <a:cubicBezTo>
                  <a:pt x="6520" y="151501"/>
                  <a:pt x="16311" y="152987"/>
                  <a:pt x="22819" y="153980"/>
                </a:cubicBezTo>
                <a:cubicBezTo>
                  <a:pt x="29326" y="154973"/>
                  <a:pt x="36250" y="156409"/>
                  <a:pt x="42305" y="156963"/>
                </a:cubicBezTo>
                <a:cubicBezTo>
                  <a:pt x="48360" y="157516"/>
                  <a:pt x="53692" y="157338"/>
                  <a:pt x="59147" y="157302"/>
                </a:cubicBezTo>
                <a:cubicBezTo>
                  <a:pt x="64603" y="157265"/>
                  <a:pt x="70638" y="157857"/>
                  <a:pt x="75037" y="156743"/>
                </a:cubicBezTo>
                <a:cubicBezTo>
                  <a:pt x="79436" y="155629"/>
                  <a:pt x="83667" y="154370"/>
                  <a:pt x="85543" y="150619"/>
                </a:cubicBezTo>
                <a:cubicBezTo>
                  <a:pt x="87419" y="146868"/>
                  <a:pt x="86186" y="139861"/>
                  <a:pt x="86292" y="134237"/>
                </a:cubicBezTo>
                <a:cubicBezTo>
                  <a:pt x="86398" y="128613"/>
                  <a:pt x="84763" y="121134"/>
                  <a:pt x="86177" y="116873"/>
                </a:cubicBezTo>
                <a:cubicBezTo>
                  <a:pt x="87590" y="112612"/>
                  <a:pt x="91548" y="111020"/>
                  <a:pt x="94772" y="108670"/>
                </a:cubicBezTo>
                <a:cubicBezTo>
                  <a:pt x="97995" y="106320"/>
                  <a:pt x="103038" y="105918"/>
                  <a:pt x="105516" y="102774"/>
                </a:cubicBezTo>
                <a:cubicBezTo>
                  <a:pt x="107994" y="99629"/>
                  <a:pt x="108415" y="94299"/>
                  <a:pt x="109640" y="89804"/>
                </a:cubicBezTo>
                <a:cubicBezTo>
                  <a:pt x="110865" y="85309"/>
                  <a:pt x="110825" y="79436"/>
                  <a:pt x="112864" y="75804"/>
                </a:cubicBezTo>
                <a:cubicBezTo>
                  <a:pt x="114902" y="72172"/>
                  <a:pt x="118808" y="70542"/>
                  <a:pt x="121872" y="68012"/>
                </a:cubicBezTo>
                <a:cubicBezTo>
                  <a:pt x="124937" y="65482"/>
                  <a:pt x="128676" y="63689"/>
                  <a:pt x="131250" y="60624"/>
                </a:cubicBezTo>
                <a:cubicBezTo>
                  <a:pt x="133823" y="57560"/>
                  <a:pt x="134825" y="52782"/>
                  <a:pt x="137313" y="49625"/>
                </a:cubicBezTo>
                <a:cubicBezTo>
                  <a:pt x="139802" y="46468"/>
                  <a:pt x="142644" y="43686"/>
                  <a:pt x="146183" y="41683"/>
                </a:cubicBezTo>
                <a:cubicBezTo>
                  <a:pt x="149721" y="39679"/>
                  <a:pt x="155353" y="39989"/>
                  <a:pt x="158545" y="37602"/>
                </a:cubicBezTo>
                <a:cubicBezTo>
                  <a:pt x="161737" y="35215"/>
                  <a:pt x="165039" y="32978"/>
                  <a:pt x="165334" y="27363"/>
                </a:cubicBezTo>
                <a:cubicBezTo>
                  <a:pt x="165629" y="21747"/>
                  <a:pt x="161152" y="7818"/>
                  <a:pt x="160316" y="3909"/>
                </a:cubicBezTo>
                <a:cubicBezTo>
                  <a:pt x="159479" y="0"/>
                  <a:pt x="162156" y="2977"/>
                  <a:pt x="160316" y="3909"/>
                </a:cubicBezTo>
                <a:cubicBezTo>
                  <a:pt x="158475" y="4841"/>
                  <a:pt x="153095" y="7788"/>
                  <a:pt x="149273" y="9502"/>
                </a:cubicBezTo>
                <a:cubicBezTo>
                  <a:pt x="145452" y="11217"/>
                  <a:pt x="141474" y="12762"/>
                  <a:pt x="137387" y="14196"/>
                </a:cubicBezTo>
                <a:cubicBezTo>
                  <a:pt x="133300" y="15630"/>
                  <a:pt x="129238" y="17094"/>
                  <a:pt x="124751" y="18104"/>
                </a:cubicBezTo>
                <a:cubicBezTo>
                  <a:pt x="120265" y="19114"/>
                  <a:pt x="115902" y="20263"/>
                  <a:pt x="110466" y="20258"/>
                </a:cubicBezTo>
                <a:cubicBezTo>
                  <a:pt x="105030" y="20253"/>
                  <a:pt x="98782" y="19365"/>
                  <a:pt x="92137" y="18072"/>
                </a:cubicBezTo>
                <a:cubicBezTo>
                  <a:pt x="85492" y="16779"/>
                  <a:pt x="77266" y="13787"/>
                  <a:pt x="70595" y="12500"/>
                </a:cubicBezTo>
                <a:cubicBezTo>
                  <a:pt x="63924" y="11213"/>
                  <a:pt x="56685" y="9350"/>
                  <a:pt x="52110" y="10350"/>
                </a:cubicBezTo>
                <a:cubicBezTo>
                  <a:pt x="47534" y="11351"/>
                  <a:pt x="44569" y="14113"/>
                  <a:pt x="43142" y="18502"/>
                </a:cubicBezTo>
                <a:cubicBezTo>
                  <a:pt x="41715" y="22890"/>
                  <a:pt x="42868" y="30061"/>
                  <a:pt x="43548" y="36681"/>
                </a:cubicBezTo>
                <a:cubicBezTo>
                  <a:pt x="44227" y="43301"/>
                  <a:pt x="46328" y="51416"/>
                  <a:pt x="47219" y="58219"/>
                </a:cubicBezTo>
                <a:cubicBezTo>
                  <a:pt x="48110" y="65022"/>
                  <a:pt x="48777" y="71552"/>
                  <a:pt x="48895" y="77499"/>
                </a:cubicBezTo>
                <a:cubicBezTo>
                  <a:pt x="49014" y="83446"/>
                  <a:pt x="48574" y="88782"/>
                  <a:pt x="47931" y="93901"/>
                </a:cubicBezTo>
                <a:cubicBezTo>
                  <a:pt x="47287" y="99019"/>
                  <a:pt x="46588" y="104061"/>
                  <a:pt x="45035" y="108209"/>
                </a:cubicBezTo>
                <a:cubicBezTo>
                  <a:pt x="43482" y="112357"/>
                  <a:pt x="41604" y="116149"/>
                  <a:pt x="38612" y="118789"/>
                </a:cubicBezTo>
                <a:cubicBezTo>
                  <a:pt x="35620" y="121430"/>
                  <a:pt x="31304" y="122684"/>
                  <a:pt x="27083" y="124053"/>
                </a:cubicBezTo>
                <a:cubicBezTo>
                  <a:pt x="22863" y="125422"/>
                  <a:pt x="17234" y="125341"/>
                  <a:pt x="13289" y="127002"/>
                </a:cubicBezTo>
                <a:cubicBezTo>
                  <a:pt x="9343" y="128662"/>
                  <a:pt x="5081" y="130018"/>
                  <a:pt x="3410" y="134018"/>
                </a:cubicBezTo>
                <a:cubicBezTo>
                  <a:pt x="1738" y="138019"/>
                  <a:pt x="3285" y="148174"/>
                  <a:pt x="3260" y="151005"/>
                </a:cubicBezTo>
                <a:cubicBezTo>
                  <a:pt x="3235" y="153836"/>
                  <a:pt x="0" y="150509"/>
                  <a:pt x="3260" y="151005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502"/>
                </a:srgbClr>
              </a:gs>
              <a:gs pos="18000">
                <a:srgbClr val="767676">
                  <a:alpha val="7771"/>
                </a:srgbClr>
              </a:gs>
              <a:gs pos="48000">
                <a:srgbClr val="767676">
                  <a:alpha val="12532"/>
                </a:srgbClr>
              </a:gs>
              <a:gs pos="78000">
                <a:srgbClr val="767676">
                  <a:alpha val="9399"/>
                </a:srgbClr>
              </a:gs>
              <a:gs pos="100000">
                <a:srgbClr val="767676">
                  <a:alpha val="564"/>
                </a:srgbClr>
              </a:gs>
            </a:gsLst>
            <a:lin ang="19012530" scaled="0"/>
          </a:gradFill>
          <a:ln w="0">
            <a:noFill/>
            <a:prstDash val="solid"/>
          </a:ln>
        </p:spPr>
      </p:sp>
      <p:sp>
        <p:nvSpPr>
          <p:cNvPr id="842" name="PANEL_A-intermittent-gas-wisp-4-feather-0_194">
            <a:extLst>
              <a:ext uri="{FF2B5EF4-FFF2-40B4-BE49-F238E27FC236}">
                <a16:creationId xmlns:a16="http://schemas.microsoft.com/office/drawing/2014/main" id="{23E70787-E2D3-4CF3-BA56-E45AB59DF248}"/>
              </a:ext>
            </a:extLst>
          </p:cNvPr>
          <p:cNvSpPr>
            <a:spLocks/>
          </p:cNvSpPr>
          <p:nvPr/>
        </p:nvSpPr>
        <p:spPr>
          <a:xfrm>
            <a:off x="12762529" y="1520546"/>
            <a:ext cx="127353" cy="133542"/>
          </a:xfrm>
          <a:custGeom>
            <a:pathLst>
              <a:path w="133704" h="140201">
                <a:moveTo>
                  <a:pt x="10430" y="115473"/>
                </a:moveTo>
                <a:cubicBezTo>
                  <a:pt x="12855" y="115913"/>
                  <a:pt x="20449" y="117513"/>
                  <a:pt x="24981" y="118113"/>
                </a:cubicBezTo>
                <a:cubicBezTo>
                  <a:pt x="29512" y="118714"/>
                  <a:pt x="33056" y="118383"/>
                  <a:pt x="37619" y="119077"/>
                </a:cubicBezTo>
                <a:cubicBezTo>
                  <a:pt x="42182" y="119770"/>
                  <a:pt x="46283" y="120012"/>
                  <a:pt x="52358" y="122274"/>
                </a:cubicBezTo>
                <a:cubicBezTo>
                  <a:pt x="58434" y="124536"/>
                  <a:pt x="67360" y="129699"/>
                  <a:pt x="74074" y="132647"/>
                </a:cubicBezTo>
                <a:cubicBezTo>
                  <a:pt x="80788" y="135595"/>
                  <a:pt x="89030" y="140201"/>
                  <a:pt x="92644" y="139962"/>
                </a:cubicBezTo>
                <a:cubicBezTo>
                  <a:pt x="96258" y="139722"/>
                  <a:pt x="95744" y="135179"/>
                  <a:pt x="95757" y="131210"/>
                </a:cubicBezTo>
                <a:cubicBezTo>
                  <a:pt x="95770" y="127241"/>
                  <a:pt x="92222" y="119608"/>
                  <a:pt x="92720" y="116147"/>
                </a:cubicBezTo>
                <a:cubicBezTo>
                  <a:pt x="93218" y="112686"/>
                  <a:pt x="96149" y="111726"/>
                  <a:pt x="98745" y="110443"/>
                </a:cubicBezTo>
                <a:cubicBezTo>
                  <a:pt x="101341" y="109159"/>
                  <a:pt x="106139" y="110178"/>
                  <a:pt x="108295" y="108445"/>
                </a:cubicBezTo>
                <a:cubicBezTo>
                  <a:pt x="110450" y="106713"/>
                  <a:pt x="110294" y="102595"/>
                  <a:pt x="111680" y="100047"/>
                </a:cubicBezTo>
                <a:cubicBezTo>
                  <a:pt x="113066" y="97498"/>
                  <a:pt x="113869" y="94271"/>
                  <a:pt x="116610" y="93154"/>
                </a:cubicBezTo>
                <a:cubicBezTo>
                  <a:pt x="119351" y="92038"/>
                  <a:pt x="125357" y="94434"/>
                  <a:pt x="128125" y="93348"/>
                </a:cubicBezTo>
                <a:cubicBezTo>
                  <a:pt x="130893" y="92263"/>
                  <a:pt x="133704" y="91186"/>
                  <a:pt x="133217" y="86641"/>
                </a:cubicBezTo>
                <a:cubicBezTo>
                  <a:pt x="132729" y="82096"/>
                  <a:pt x="127773" y="72844"/>
                  <a:pt x="125200" y="66077"/>
                </a:cubicBezTo>
                <a:cubicBezTo>
                  <a:pt x="122628" y="59309"/>
                  <a:pt x="118714" y="51091"/>
                  <a:pt x="117783" y="46036"/>
                </a:cubicBezTo>
                <a:cubicBezTo>
                  <a:pt x="116851" y="40980"/>
                  <a:pt x="118788" y="38932"/>
                  <a:pt x="119612" y="35744"/>
                </a:cubicBezTo>
                <a:cubicBezTo>
                  <a:pt x="120437" y="32555"/>
                  <a:pt x="122702" y="30988"/>
                  <a:pt x="122729" y="26905"/>
                </a:cubicBezTo>
                <a:cubicBezTo>
                  <a:pt x="122756" y="22822"/>
                  <a:pt x="120267" y="13855"/>
                  <a:pt x="119774" y="11246"/>
                </a:cubicBezTo>
                <a:cubicBezTo>
                  <a:pt x="119282" y="8636"/>
                  <a:pt x="122170" y="11750"/>
                  <a:pt x="119774" y="11246"/>
                </a:cubicBezTo>
                <a:cubicBezTo>
                  <a:pt x="117379" y="10741"/>
                  <a:pt x="110254" y="9319"/>
                  <a:pt x="105401" y="8219"/>
                </a:cubicBezTo>
                <a:cubicBezTo>
                  <a:pt x="100547" y="7118"/>
                  <a:pt x="95431" y="5663"/>
                  <a:pt x="90654" y="4642"/>
                </a:cubicBezTo>
                <a:cubicBezTo>
                  <a:pt x="85877" y="3621"/>
                  <a:pt x="81043" y="2585"/>
                  <a:pt x="76739" y="2093"/>
                </a:cubicBezTo>
                <a:cubicBezTo>
                  <a:pt x="72436" y="1602"/>
                  <a:pt x="68823" y="1841"/>
                  <a:pt x="64835" y="1694"/>
                </a:cubicBezTo>
                <a:cubicBezTo>
                  <a:pt x="60846" y="1547"/>
                  <a:pt x="56819" y="1359"/>
                  <a:pt x="52808" y="1212"/>
                </a:cubicBezTo>
                <a:cubicBezTo>
                  <a:pt x="48798" y="1066"/>
                  <a:pt x="43886" y="0"/>
                  <a:pt x="40773" y="816"/>
                </a:cubicBezTo>
                <a:cubicBezTo>
                  <a:pt x="37659" y="1632"/>
                  <a:pt x="34779" y="2690"/>
                  <a:pt x="34127" y="6107"/>
                </a:cubicBezTo>
                <a:cubicBezTo>
                  <a:pt x="33476" y="9524"/>
                  <a:pt x="35183" y="15461"/>
                  <a:pt x="36862" y="21318"/>
                </a:cubicBezTo>
                <a:cubicBezTo>
                  <a:pt x="38542" y="27175"/>
                  <a:pt x="42717" y="35621"/>
                  <a:pt x="44202" y="41248"/>
                </a:cubicBezTo>
                <a:cubicBezTo>
                  <a:pt x="45686" y="46875"/>
                  <a:pt x="46987" y="52290"/>
                  <a:pt x="45769" y="55080"/>
                </a:cubicBezTo>
                <a:cubicBezTo>
                  <a:pt x="44551" y="57871"/>
                  <a:pt x="40679" y="57880"/>
                  <a:pt x="36894" y="57990"/>
                </a:cubicBezTo>
                <a:cubicBezTo>
                  <a:pt x="33109" y="58101"/>
                  <a:pt x="27186" y="55972"/>
                  <a:pt x="23060" y="55743"/>
                </a:cubicBezTo>
                <a:cubicBezTo>
                  <a:pt x="18934" y="55515"/>
                  <a:pt x="14973" y="55497"/>
                  <a:pt x="12139" y="56618"/>
                </a:cubicBezTo>
                <a:cubicBezTo>
                  <a:pt x="9305" y="57739"/>
                  <a:pt x="7726" y="60143"/>
                  <a:pt x="6058" y="62472"/>
                </a:cubicBezTo>
                <a:cubicBezTo>
                  <a:pt x="4389" y="64800"/>
                  <a:pt x="3135" y="67581"/>
                  <a:pt x="2126" y="70586"/>
                </a:cubicBezTo>
                <a:cubicBezTo>
                  <a:pt x="1118" y="73592"/>
                  <a:pt x="0" y="76469"/>
                  <a:pt x="8" y="80504"/>
                </a:cubicBezTo>
                <a:cubicBezTo>
                  <a:pt x="16" y="84538"/>
                  <a:pt x="437" y="88966"/>
                  <a:pt x="2174" y="94794"/>
                </a:cubicBezTo>
                <a:cubicBezTo>
                  <a:pt x="3911" y="100623"/>
                  <a:pt x="9054" y="112027"/>
                  <a:pt x="10430" y="115473"/>
                </a:cubicBezTo>
                <a:cubicBezTo>
                  <a:pt x="11806" y="118920"/>
                  <a:pt x="8004" y="115033"/>
                  <a:pt x="10430" y="115473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50"/>
                </a:srgbClr>
              </a:gs>
              <a:gs pos="18000">
                <a:srgbClr val="919191">
                  <a:alpha val="2331"/>
                </a:srgbClr>
              </a:gs>
              <a:gs pos="48000">
                <a:srgbClr val="919191">
                  <a:alpha val="3760"/>
                </a:srgbClr>
              </a:gs>
              <a:gs pos="78000">
                <a:srgbClr val="919191">
                  <a:alpha val="2820"/>
                </a:srgbClr>
              </a:gs>
              <a:gs pos="100000">
                <a:srgbClr val="919191">
                  <a:alpha val="170"/>
                </a:srgbClr>
              </a:gs>
            </a:gsLst>
            <a:lin ang="18982403" scaled="0"/>
          </a:gradFill>
          <a:ln w="0">
            <a:noFill/>
            <a:prstDash val="solid"/>
          </a:ln>
        </p:spPr>
      </p:sp>
      <p:sp>
        <p:nvSpPr>
          <p:cNvPr id="843" name="PANEL_A-intermittent-gas-wisp-4-feather-1_195">
            <a:extLst>
              <a:ext uri="{FF2B5EF4-FFF2-40B4-BE49-F238E27FC236}">
                <a16:creationId xmlns:a16="http://schemas.microsoft.com/office/drawing/2014/main" id="{0C6AEE7F-60CE-45DE-8657-EEA9B2EF5332}"/>
              </a:ext>
            </a:extLst>
          </p:cNvPr>
          <p:cNvSpPr>
            <a:spLocks/>
          </p:cNvSpPr>
          <p:nvPr/>
        </p:nvSpPr>
        <p:spPr>
          <a:xfrm>
            <a:off x="12766144" y="1526903"/>
            <a:ext cx="112989" cy="116594"/>
          </a:xfrm>
          <a:custGeom>
            <a:pathLst>
              <a:path w="118624" h="122409">
                <a:moveTo>
                  <a:pt x="6634" y="108799"/>
                </a:moveTo>
                <a:cubicBezTo>
                  <a:pt x="8664" y="108836"/>
                  <a:pt x="14954" y="109103"/>
                  <a:pt x="18816" y="109017"/>
                </a:cubicBezTo>
                <a:cubicBezTo>
                  <a:pt x="22679" y="108932"/>
                  <a:pt x="25817" y="108182"/>
                  <a:pt x="29810" y="108287"/>
                </a:cubicBezTo>
                <a:cubicBezTo>
                  <a:pt x="33803" y="108391"/>
                  <a:pt x="37492" y="108205"/>
                  <a:pt x="42775" y="109644"/>
                </a:cubicBezTo>
                <a:cubicBezTo>
                  <a:pt x="48057" y="111082"/>
                  <a:pt x="55638" y="114856"/>
                  <a:pt x="61503" y="116919"/>
                </a:cubicBezTo>
                <a:cubicBezTo>
                  <a:pt x="67368" y="118982"/>
                  <a:pt x="74486" y="122409"/>
                  <a:pt x="77965" y="122020"/>
                </a:cubicBezTo>
                <a:cubicBezTo>
                  <a:pt x="81444" y="121632"/>
                  <a:pt x="81743" y="117919"/>
                  <a:pt x="82379" y="114588"/>
                </a:cubicBezTo>
                <a:cubicBezTo>
                  <a:pt x="83016" y="111257"/>
                  <a:pt x="80862" y="105063"/>
                  <a:pt x="81784" y="102034"/>
                </a:cubicBezTo>
                <a:cubicBezTo>
                  <a:pt x="82706" y="99005"/>
                  <a:pt x="85477" y="97874"/>
                  <a:pt x="87911" y="96413"/>
                </a:cubicBezTo>
                <a:cubicBezTo>
                  <a:pt x="90346" y="94952"/>
                  <a:pt x="94420" y="95206"/>
                  <a:pt x="96391" y="93270"/>
                </a:cubicBezTo>
                <a:cubicBezTo>
                  <a:pt x="98362" y="91335"/>
                  <a:pt x="98445" y="87457"/>
                  <a:pt x="99738" y="84801"/>
                </a:cubicBezTo>
                <a:cubicBezTo>
                  <a:pt x="101032" y="82145"/>
                  <a:pt x="101814" y="78891"/>
                  <a:pt x="104149" y="77335"/>
                </a:cubicBezTo>
                <a:cubicBezTo>
                  <a:pt x="106484" y="75779"/>
                  <a:pt x="111340" y="76944"/>
                  <a:pt x="113747" y="75464"/>
                </a:cubicBezTo>
                <a:cubicBezTo>
                  <a:pt x="116154" y="73985"/>
                  <a:pt x="118624" y="72533"/>
                  <a:pt x="118590" y="68459"/>
                </a:cubicBezTo>
                <a:cubicBezTo>
                  <a:pt x="118557" y="64385"/>
                  <a:pt x="115094" y="56706"/>
                  <a:pt x="113546" y="51021"/>
                </a:cubicBezTo>
                <a:cubicBezTo>
                  <a:pt x="111998" y="45336"/>
                  <a:pt x="109480" y="38602"/>
                  <a:pt x="109304" y="34348"/>
                </a:cubicBezTo>
                <a:cubicBezTo>
                  <a:pt x="109129" y="30095"/>
                  <a:pt x="111261" y="28255"/>
                  <a:pt x="112493" y="25500"/>
                </a:cubicBezTo>
                <a:cubicBezTo>
                  <a:pt x="113725" y="22744"/>
                  <a:pt x="116113" y="21304"/>
                  <a:pt x="116694" y="17816"/>
                </a:cubicBezTo>
                <a:cubicBezTo>
                  <a:pt x="117275" y="14328"/>
                  <a:pt x="116098" y="6779"/>
                  <a:pt x="115979" y="4571"/>
                </a:cubicBezTo>
                <a:cubicBezTo>
                  <a:pt x="115859" y="2364"/>
                  <a:pt x="118112" y="4793"/>
                  <a:pt x="115979" y="4571"/>
                </a:cubicBezTo>
                <a:cubicBezTo>
                  <a:pt x="113845" y="4350"/>
                  <a:pt x="107523" y="3796"/>
                  <a:pt x="103178" y="3241"/>
                </a:cubicBezTo>
                <a:cubicBezTo>
                  <a:pt x="98832" y="2686"/>
                  <a:pt x="94220" y="1769"/>
                  <a:pt x="89905" y="1241"/>
                </a:cubicBezTo>
                <a:cubicBezTo>
                  <a:pt x="85591" y="713"/>
                  <a:pt x="81198" y="146"/>
                  <a:pt x="77291" y="73"/>
                </a:cubicBezTo>
                <a:cubicBezTo>
                  <a:pt x="73383" y="0"/>
                  <a:pt x="70031" y="511"/>
                  <a:pt x="66461" y="803"/>
                </a:cubicBezTo>
                <a:cubicBezTo>
                  <a:pt x="62891" y="1095"/>
                  <a:pt x="59346" y="1411"/>
                  <a:pt x="55872" y="1825"/>
                </a:cubicBezTo>
                <a:cubicBezTo>
                  <a:pt x="52397" y="2239"/>
                  <a:pt x="48289" y="2020"/>
                  <a:pt x="45612" y="3289"/>
                </a:cubicBezTo>
                <a:cubicBezTo>
                  <a:pt x="42936" y="4558"/>
                  <a:pt x="40517" y="6088"/>
                  <a:pt x="39812" y="9438"/>
                </a:cubicBezTo>
                <a:cubicBezTo>
                  <a:pt x="39107" y="12789"/>
                  <a:pt x="40283" y="18156"/>
                  <a:pt x="41381" y="23393"/>
                </a:cubicBezTo>
                <a:cubicBezTo>
                  <a:pt x="42479" y="28629"/>
                  <a:pt x="45530" y="35883"/>
                  <a:pt x="46398" y="40856"/>
                </a:cubicBezTo>
                <a:cubicBezTo>
                  <a:pt x="47267" y="45829"/>
                  <a:pt x="47950" y="50595"/>
                  <a:pt x="46590" y="53231"/>
                </a:cubicBezTo>
                <a:cubicBezTo>
                  <a:pt x="45230" y="55866"/>
                  <a:pt x="41726" y="56256"/>
                  <a:pt x="38240" y="56672"/>
                </a:cubicBezTo>
                <a:cubicBezTo>
                  <a:pt x="34754" y="57088"/>
                  <a:pt x="29520" y="55668"/>
                  <a:pt x="25676" y="55724"/>
                </a:cubicBezTo>
                <a:cubicBezTo>
                  <a:pt x="21831" y="55781"/>
                  <a:pt x="18042" y="55936"/>
                  <a:pt x="15171" y="57012"/>
                </a:cubicBezTo>
                <a:cubicBezTo>
                  <a:pt x="12300" y="58088"/>
                  <a:pt x="10380" y="60129"/>
                  <a:pt x="8450" y="62182"/>
                </a:cubicBezTo>
                <a:cubicBezTo>
                  <a:pt x="6521" y="64234"/>
                  <a:pt x="4923" y="66658"/>
                  <a:pt x="3593" y="69327"/>
                </a:cubicBezTo>
                <a:cubicBezTo>
                  <a:pt x="2264" y="71997"/>
                  <a:pt x="901" y="74616"/>
                  <a:pt x="473" y="78199"/>
                </a:cubicBezTo>
                <a:cubicBezTo>
                  <a:pt x="46" y="81783"/>
                  <a:pt x="0" y="85728"/>
                  <a:pt x="1027" y="90828"/>
                </a:cubicBezTo>
                <a:cubicBezTo>
                  <a:pt x="2054" y="95928"/>
                  <a:pt x="5700" y="105804"/>
                  <a:pt x="6634" y="108799"/>
                </a:cubicBezTo>
                <a:cubicBezTo>
                  <a:pt x="7569" y="111794"/>
                  <a:pt x="4604" y="108763"/>
                  <a:pt x="6634" y="108799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01"/>
                </a:srgbClr>
              </a:gs>
              <a:gs pos="18000">
                <a:srgbClr val="767676">
                  <a:alpha val="3108"/>
                </a:srgbClr>
              </a:gs>
              <a:gs pos="48000">
                <a:srgbClr val="767676">
                  <a:alpha val="5013"/>
                </a:srgbClr>
              </a:gs>
              <a:gs pos="78000">
                <a:srgbClr val="767676">
                  <a:alpha val="3760"/>
                </a:srgbClr>
              </a:gs>
              <a:gs pos="100000">
                <a:srgbClr val="767676">
                  <a:alpha val="226"/>
                </a:srgbClr>
              </a:gs>
            </a:gsLst>
            <a:lin ang="18982403" scaled="0"/>
          </a:gradFill>
          <a:ln w="0">
            <a:noFill/>
            <a:prstDash val="solid"/>
          </a:ln>
        </p:spPr>
      </p:sp>
      <p:sp>
        <p:nvSpPr>
          <p:cNvPr id="844" name="PANEL_A-intermittent-gas-wisp-4-feather-2_196">
            <a:extLst>
              <a:ext uri="{FF2B5EF4-FFF2-40B4-BE49-F238E27FC236}">
                <a16:creationId xmlns:a16="http://schemas.microsoft.com/office/drawing/2014/main" id="{0B9620B3-90AC-4F30-9720-65F0001EDB68}"/>
              </a:ext>
            </a:extLst>
          </p:cNvPr>
          <p:cNvSpPr>
            <a:spLocks/>
          </p:cNvSpPr>
          <p:nvPr/>
        </p:nvSpPr>
        <p:spPr>
          <a:xfrm>
            <a:off x="12769634" y="1529573"/>
            <a:ext cx="108739" cy="103345"/>
          </a:xfrm>
          <a:custGeom>
            <a:pathLst>
              <a:path w="114162" h="108499">
                <a:moveTo>
                  <a:pt x="2970" y="105996"/>
                </a:moveTo>
                <a:cubicBezTo>
                  <a:pt x="4570" y="105592"/>
                  <a:pt x="9435" y="104406"/>
                  <a:pt x="12568" y="103572"/>
                </a:cubicBezTo>
                <a:cubicBezTo>
                  <a:pt x="15701" y="102738"/>
                  <a:pt x="18396" y="101531"/>
                  <a:pt x="21767" y="100993"/>
                </a:cubicBezTo>
                <a:cubicBezTo>
                  <a:pt x="25139" y="100455"/>
                  <a:pt x="28379" y="99802"/>
                  <a:pt x="32796" y="100343"/>
                </a:cubicBezTo>
                <a:cubicBezTo>
                  <a:pt x="37212" y="100884"/>
                  <a:pt x="43327" y="103141"/>
                  <a:pt x="48266" y="104238"/>
                </a:cubicBezTo>
                <a:cubicBezTo>
                  <a:pt x="53204" y="105336"/>
                  <a:pt x="59095" y="107477"/>
                  <a:pt x="62428" y="106926"/>
                </a:cubicBezTo>
                <a:cubicBezTo>
                  <a:pt x="65761" y="106375"/>
                  <a:pt x="66944" y="103568"/>
                  <a:pt x="68261" y="100933"/>
                </a:cubicBezTo>
                <a:cubicBezTo>
                  <a:pt x="69578" y="98298"/>
                  <a:pt x="68946" y="93674"/>
                  <a:pt x="70330" y="91116"/>
                </a:cubicBezTo>
                <a:cubicBezTo>
                  <a:pt x="71715" y="88558"/>
                  <a:pt x="74310" y="87240"/>
                  <a:pt x="76569" y="85586"/>
                </a:cubicBezTo>
                <a:cubicBezTo>
                  <a:pt x="78827" y="83932"/>
                  <a:pt x="82111" y="83350"/>
                  <a:pt x="83881" y="81193"/>
                </a:cubicBezTo>
                <a:cubicBezTo>
                  <a:pt x="85651" y="79037"/>
                  <a:pt x="85996" y="75420"/>
                  <a:pt x="87188" y="72647"/>
                </a:cubicBezTo>
                <a:cubicBezTo>
                  <a:pt x="88380" y="69874"/>
                  <a:pt x="89139" y="66591"/>
                  <a:pt x="91031" y="64555"/>
                </a:cubicBezTo>
                <a:cubicBezTo>
                  <a:pt x="92923" y="62519"/>
                  <a:pt x="96525" y="62341"/>
                  <a:pt x="98538" y="60432"/>
                </a:cubicBezTo>
                <a:cubicBezTo>
                  <a:pt x="100552" y="58523"/>
                  <a:pt x="102649" y="56662"/>
                  <a:pt x="103110" y="53103"/>
                </a:cubicBezTo>
                <a:cubicBezTo>
                  <a:pt x="103572" y="49543"/>
                  <a:pt x="101738" y="43579"/>
                  <a:pt x="101309" y="39074"/>
                </a:cubicBezTo>
                <a:cubicBezTo>
                  <a:pt x="100879" y="34570"/>
                  <a:pt x="99883" y="29454"/>
                  <a:pt x="100532" y="26076"/>
                </a:cubicBezTo>
                <a:cubicBezTo>
                  <a:pt x="101181" y="22697"/>
                  <a:pt x="103527" y="21085"/>
                  <a:pt x="105203" y="18802"/>
                </a:cubicBezTo>
                <a:cubicBezTo>
                  <a:pt x="106878" y="16519"/>
                  <a:pt x="109402" y="15217"/>
                  <a:pt x="110587" y="12378"/>
                </a:cubicBezTo>
                <a:cubicBezTo>
                  <a:pt x="111772" y="9539"/>
                  <a:pt x="112027" y="3537"/>
                  <a:pt x="112314" y="1768"/>
                </a:cubicBezTo>
                <a:cubicBezTo>
                  <a:pt x="112602" y="0"/>
                  <a:pt x="114162" y="1682"/>
                  <a:pt x="112314" y="1768"/>
                </a:cubicBezTo>
                <a:cubicBezTo>
                  <a:pt x="110467" y="1855"/>
                  <a:pt x="105021" y="2248"/>
                  <a:pt x="101230" y="2288"/>
                </a:cubicBezTo>
                <a:cubicBezTo>
                  <a:pt x="97438" y="2328"/>
                  <a:pt x="93375" y="1998"/>
                  <a:pt x="89565" y="2007"/>
                </a:cubicBezTo>
                <a:cubicBezTo>
                  <a:pt x="85755" y="2017"/>
                  <a:pt x="81844" y="1964"/>
                  <a:pt x="78369" y="2347"/>
                </a:cubicBezTo>
                <a:cubicBezTo>
                  <a:pt x="74893" y="2730"/>
                  <a:pt x="71824" y="3537"/>
                  <a:pt x="68711" y="4308"/>
                </a:cubicBezTo>
                <a:cubicBezTo>
                  <a:pt x="65598" y="5078"/>
                  <a:pt x="62580" y="5945"/>
                  <a:pt x="59690" y="6971"/>
                </a:cubicBezTo>
                <a:cubicBezTo>
                  <a:pt x="56799" y="7997"/>
                  <a:pt x="53568" y="8701"/>
                  <a:pt x="51368" y="10464"/>
                </a:cubicBezTo>
                <a:cubicBezTo>
                  <a:pt x="49168" y="12227"/>
                  <a:pt x="47254" y="14272"/>
                  <a:pt x="46490" y="17550"/>
                </a:cubicBezTo>
                <a:cubicBezTo>
                  <a:pt x="45727" y="20828"/>
                  <a:pt x="46323" y="25574"/>
                  <a:pt x="46787" y="30133"/>
                </a:cubicBezTo>
                <a:cubicBezTo>
                  <a:pt x="47250" y="34693"/>
                  <a:pt x="49075" y="40647"/>
                  <a:pt x="49271" y="44907"/>
                </a:cubicBezTo>
                <a:cubicBezTo>
                  <a:pt x="49467" y="49166"/>
                  <a:pt x="49476" y="53223"/>
                  <a:pt x="47962" y="55690"/>
                </a:cubicBezTo>
                <a:cubicBezTo>
                  <a:pt x="46447" y="58158"/>
                  <a:pt x="43344" y="58963"/>
                  <a:pt x="40184" y="59711"/>
                </a:cubicBezTo>
                <a:cubicBezTo>
                  <a:pt x="37025" y="60460"/>
                  <a:pt x="32543" y="59813"/>
                  <a:pt x="29005" y="60181"/>
                </a:cubicBezTo>
                <a:cubicBezTo>
                  <a:pt x="25467" y="60550"/>
                  <a:pt x="21867" y="60893"/>
                  <a:pt x="18956" y="61920"/>
                </a:cubicBezTo>
                <a:cubicBezTo>
                  <a:pt x="16044" y="62947"/>
                  <a:pt x="13751" y="64592"/>
                  <a:pt x="11537" y="66344"/>
                </a:cubicBezTo>
                <a:cubicBezTo>
                  <a:pt x="9323" y="68096"/>
                  <a:pt x="7350" y="70128"/>
                  <a:pt x="5670" y="72432"/>
                </a:cubicBezTo>
                <a:cubicBezTo>
                  <a:pt x="3990" y="74735"/>
                  <a:pt x="2360" y="77072"/>
                  <a:pt x="1457" y="80164"/>
                </a:cubicBezTo>
                <a:cubicBezTo>
                  <a:pt x="554" y="83255"/>
                  <a:pt x="0" y="86674"/>
                  <a:pt x="252" y="90980"/>
                </a:cubicBezTo>
                <a:cubicBezTo>
                  <a:pt x="504" y="95285"/>
                  <a:pt x="2517" y="103493"/>
                  <a:pt x="2970" y="105996"/>
                </a:cubicBezTo>
                <a:cubicBezTo>
                  <a:pt x="3423" y="108499"/>
                  <a:pt x="1370" y="106400"/>
                  <a:pt x="2970" y="105996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57"/>
                </a:srgbClr>
              </a:gs>
              <a:gs pos="18000">
                <a:srgbClr val="767676">
                  <a:alpha val="3988"/>
                </a:srgbClr>
              </a:gs>
              <a:gs pos="48000">
                <a:srgbClr val="767676">
                  <a:alpha val="6433"/>
                </a:srgbClr>
              </a:gs>
              <a:gs pos="78000">
                <a:srgbClr val="767676">
                  <a:alpha val="4825"/>
                </a:srgbClr>
              </a:gs>
              <a:gs pos="100000">
                <a:srgbClr val="767676">
                  <a:alpha val="289"/>
                </a:srgbClr>
              </a:gs>
            </a:gsLst>
            <a:lin ang="18982403" scaled="0"/>
          </a:gradFill>
          <a:ln w="0">
            <a:noFill/>
            <a:prstDash val="solid"/>
          </a:ln>
        </p:spPr>
      </p:sp>
      <p:sp>
        <p:nvSpPr>
          <p:cNvPr id="845" name="PANEL_A-intermittent-gas-wisp-24-feather-0_197">
            <a:extLst>
              <a:ext uri="{FF2B5EF4-FFF2-40B4-BE49-F238E27FC236}">
                <a16:creationId xmlns:a16="http://schemas.microsoft.com/office/drawing/2014/main" id="{B8458CD5-BB2D-49E4-B64C-EFD7135D1DC5}"/>
              </a:ext>
            </a:extLst>
          </p:cNvPr>
          <p:cNvSpPr>
            <a:spLocks/>
          </p:cNvSpPr>
          <p:nvPr/>
        </p:nvSpPr>
        <p:spPr>
          <a:xfrm>
            <a:off x="12529128" y="1344193"/>
            <a:ext cx="91688" cy="95467"/>
          </a:xfrm>
          <a:custGeom>
            <a:pathLst>
              <a:path w="96260" h="100228">
                <a:moveTo>
                  <a:pt x="6014" y="87481"/>
                </a:moveTo>
                <a:cubicBezTo>
                  <a:pt x="7897" y="87829"/>
                  <a:pt x="13599" y="88969"/>
                  <a:pt x="17308" y="89567"/>
                </a:cubicBezTo>
                <a:cubicBezTo>
                  <a:pt x="21017" y="90165"/>
                  <a:pt x="24547" y="90509"/>
                  <a:pt x="28267" y="91071"/>
                </a:cubicBezTo>
                <a:cubicBezTo>
                  <a:pt x="31987" y="91634"/>
                  <a:pt x="35394" y="91843"/>
                  <a:pt x="39629" y="92942"/>
                </a:cubicBezTo>
                <a:cubicBezTo>
                  <a:pt x="43863" y="94041"/>
                  <a:pt x="49546" y="96662"/>
                  <a:pt x="53675" y="97663"/>
                </a:cubicBezTo>
                <a:cubicBezTo>
                  <a:pt x="57804" y="98665"/>
                  <a:pt x="62511" y="100228"/>
                  <a:pt x="64403" y="98951"/>
                </a:cubicBezTo>
                <a:cubicBezTo>
                  <a:pt x="66294" y="97674"/>
                  <a:pt x="65218" y="93414"/>
                  <a:pt x="65025" y="90003"/>
                </a:cubicBezTo>
                <a:cubicBezTo>
                  <a:pt x="64832" y="86591"/>
                  <a:pt x="62537" y="80982"/>
                  <a:pt x="63245" y="78483"/>
                </a:cubicBezTo>
                <a:cubicBezTo>
                  <a:pt x="63952" y="75985"/>
                  <a:pt x="66742" y="75636"/>
                  <a:pt x="69273" y="75013"/>
                </a:cubicBezTo>
                <a:cubicBezTo>
                  <a:pt x="71803" y="74390"/>
                  <a:pt x="76182" y="75669"/>
                  <a:pt x="78428" y="74745"/>
                </a:cubicBezTo>
                <a:cubicBezTo>
                  <a:pt x="80674" y="73822"/>
                  <a:pt x="81424" y="71338"/>
                  <a:pt x="82749" y="69473"/>
                </a:cubicBezTo>
                <a:cubicBezTo>
                  <a:pt x="84073" y="67608"/>
                  <a:pt x="84625" y="64982"/>
                  <a:pt x="86374" y="63555"/>
                </a:cubicBezTo>
                <a:cubicBezTo>
                  <a:pt x="88122" y="62128"/>
                  <a:pt x="91657" y="62512"/>
                  <a:pt x="93240" y="60912"/>
                </a:cubicBezTo>
                <a:cubicBezTo>
                  <a:pt x="94824" y="59312"/>
                  <a:pt x="96213" y="57559"/>
                  <a:pt x="95875" y="53955"/>
                </a:cubicBezTo>
                <a:cubicBezTo>
                  <a:pt x="95537" y="50351"/>
                  <a:pt x="92457" y="43847"/>
                  <a:pt x="91212" y="39288"/>
                </a:cubicBezTo>
                <a:cubicBezTo>
                  <a:pt x="89968" y="34729"/>
                  <a:pt x="88230" y="29688"/>
                  <a:pt x="88406" y="26602"/>
                </a:cubicBezTo>
                <a:cubicBezTo>
                  <a:pt x="88583" y="23515"/>
                  <a:pt x="90996" y="22723"/>
                  <a:pt x="92271" y="20768"/>
                </a:cubicBezTo>
                <a:cubicBezTo>
                  <a:pt x="93547" y="18814"/>
                  <a:pt x="95857" y="17898"/>
                  <a:pt x="96058" y="14876"/>
                </a:cubicBezTo>
                <a:cubicBezTo>
                  <a:pt x="96260" y="11854"/>
                  <a:pt x="93911" y="4677"/>
                  <a:pt x="93481" y="2637"/>
                </a:cubicBezTo>
                <a:cubicBezTo>
                  <a:pt x="93052" y="597"/>
                  <a:pt x="95108" y="2758"/>
                  <a:pt x="93481" y="2637"/>
                </a:cubicBezTo>
                <a:cubicBezTo>
                  <a:pt x="91855" y="2516"/>
                  <a:pt x="86969" y="2081"/>
                  <a:pt x="83722" y="1909"/>
                </a:cubicBezTo>
                <a:cubicBezTo>
                  <a:pt x="80474" y="1738"/>
                  <a:pt x="77161" y="1620"/>
                  <a:pt x="73995" y="1609"/>
                </a:cubicBezTo>
                <a:cubicBezTo>
                  <a:pt x="70828" y="1598"/>
                  <a:pt x="67728" y="1694"/>
                  <a:pt x="64721" y="1844"/>
                </a:cubicBezTo>
                <a:cubicBezTo>
                  <a:pt x="61714" y="1993"/>
                  <a:pt x="59115" y="2512"/>
                  <a:pt x="55952" y="2506"/>
                </a:cubicBezTo>
                <a:cubicBezTo>
                  <a:pt x="52790" y="2500"/>
                  <a:pt x="49308" y="2224"/>
                  <a:pt x="45745" y="1807"/>
                </a:cubicBezTo>
                <a:cubicBezTo>
                  <a:pt x="42183" y="1391"/>
                  <a:pt x="37736" y="0"/>
                  <a:pt x="34576" y="9"/>
                </a:cubicBezTo>
                <a:cubicBezTo>
                  <a:pt x="31416" y="18"/>
                  <a:pt x="28160" y="2"/>
                  <a:pt x="26785" y="1862"/>
                </a:cubicBezTo>
                <a:cubicBezTo>
                  <a:pt x="25410" y="3722"/>
                  <a:pt x="25683" y="7232"/>
                  <a:pt x="26326" y="11172"/>
                </a:cubicBezTo>
                <a:cubicBezTo>
                  <a:pt x="26969" y="15112"/>
                  <a:pt x="29539" y="21085"/>
                  <a:pt x="30643" y="25502"/>
                </a:cubicBezTo>
                <a:cubicBezTo>
                  <a:pt x="31748" y="29919"/>
                  <a:pt x="33174" y="34644"/>
                  <a:pt x="32952" y="37673"/>
                </a:cubicBezTo>
                <a:cubicBezTo>
                  <a:pt x="32729" y="40701"/>
                  <a:pt x="31127" y="42279"/>
                  <a:pt x="29310" y="43672"/>
                </a:cubicBezTo>
                <a:cubicBezTo>
                  <a:pt x="27493" y="45065"/>
                  <a:pt x="24360" y="45151"/>
                  <a:pt x="22049" y="46031"/>
                </a:cubicBezTo>
                <a:cubicBezTo>
                  <a:pt x="19738" y="46911"/>
                  <a:pt x="17411" y="47717"/>
                  <a:pt x="15445" y="48951"/>
                </a:cubicBezTo>
                <a:cubicBezTo>
                  <a:pt x="13479" y="50184"/>
                  <a:pt x="11944" y="51917"/>
                  <a:pt x="10254" y="53432"/>
                </a:cubicBezTo>
                <a:cubicBezTo>
                  <a:pt x="8565" y="54948"/>
                  <a:pt x="6810" y="56338"/>
                  <a:pt x="5307" y="58042"/>
                </a:cubicBezTo>
                <a:cubicBezTo>
                  <a:pt x="3804" y="59746"/>
                  <a:pt x="1990" y="61187"/>
                  <a:pt x="1238" y="63655"/>
                </a:cubicBezTo>
                <a:cubicBezTo>
                  <a:pt x="486" y="66124"/>
                  <a:pt x="0" y="68880"/>
                  <a:pt x="796" y="72851"/>
                </a:cubicBezTo>
                <a:cubicBezTo>
                  <a:pt x="1592" y="76822"/>
                  <a:pt x="5145" y="85043"/>
                  <a:pt x="6014" y="87481"/>
                </a:cubicBezTo>
                <a:cubicBezTo>
                  <a:pt x="6884" y="89920"/>
                  <a:pt x="4132" y="87134"/>
                  <a:pt x="6014" y="87481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90"/>
                </a:srgbClr>
              </a:gs>
              <a:gs pos="18000">
                <a:srgbClr val="919191">
                  <a:alpha val="1399"/>
                </a:srgbClr>
              </a:gs>
              <a:gs pos="48000">
                <a:srgbClr val="919191">
                  <a:alpha val="2256"/>
                </a:srgbClr>
              </a:gs>
              <a:gs pos="78000">
                <a:srgbClr val="919191">
                  <a:alpha val="1692"/>
                </a:srgbClr>
              </a:gs>
              <a:gs pos="100000">
                <a:srgbClr val="919191">
                  <a:alpha val="102"/>
                </a:srgbClr>
              </a:gs>
            </a:gsLst>
            <a:lin ang="18952293" scaled="0"/>
          </a:gradFill>
          <a:ln w="0">
            <a:noFill/>
            <a:prstDash val="solid"/>
          </a:ln>
        </p:spPr>
      </p:sp>
      <p:sp>
        <p:nvSpPr>
          <p:cNvPr id="846" name="PANEL_A-intermittent-gas-wisp-24-feather-1_198">
            <a:extLst>
              <a:ext uri="{FF2B5EF4-FFF2-40B4-BE49-F238E27FC236}">
                <a16:creationId xmlns:a16="http://schemas.microsoft.com/office/drawing/2014/main" id="{5958C94E-31AB-4C1A-B9A7-B1A8DCE4AAED}"/>
              </a:ext>
            </a:extLst>
          </p:cNvPr>
          <p:cNvSpPr>
            <a:spLocks/>
          </p:cNvSpPr>
          <p:nvPr/>
        </p:nvSpPr>
        <p:spPr>
          <a:xfrm>
            <a:off x="12531396" y="1345029"/>
            <a:ext cx="88228" cy="87975"/>
          </a:xfrm>
          <a:custGeom>
            <a:pathLst>
              <a:path w="92628" h="92362">
                <a:moveTo>
                  <a:pt x="3633" y="86604"/>
                </a:moveTo>
                <a:cubicBezTo>
                  <a:pt x="5227" y="86660"/>
                  <a:pt x="9998" y="86857"/>
                  <a:pt x="13195" y="86937"/>
                </a:cubicBezTo>
                <a:cubicBezTo>
                  <a:pt x="16393" y="87017"/>
                  <a:pt x="19521" y="86951"/>
                  <a:pt x="22820" y="87084"/>
                </a:cubicBezTo>
                <a:cubicBezTo>
                  <a:pt x="26119" y="87218"/>
                  <a:pt x="29229" y="87122"/>
                  <a:pt x="32990" y="87736"/>
                </a:cubicBezTo>
                <a:cubicBezTo>
                  <a:pt x="36751" y="88350"/>
                  <a:pt x="41681" y="90203"/>
                  <a:pt x="45387" y="90770"/>
                </a:cubicBezTo>
                <a:cubicBezTo>
                  <a:pt x="49094" y="91337"/>
                  <a:pt x="53283" y="92362"/>
                  <a:pt x="55229" y="91136"/>
                </a:cubicBezTo>
                <a:cubicBezTo>
                  <a:pt x="57175" y="89910"/>
                  <a:pt x="56798" y="86362"/>
                  <a:pt x="57062" y="83414"/>
                </a:cubicBezTo>
                <a:cubicBezTo>
                  <a:pt x="57326" y="80466"/>
                  <a:pt x="55924" y="75768"/>
                  <a:pt x="56811" y="73450"/>
                </a:cubicBezTo>
                <a:cubicBezTo>
                  <a:pt x="57699" y="71131"/>
                  <a:pt x="60158" y="70442"/>
                  <a:pt x="62387" y="69505"/>
                </a:cubicBezTo>
                <a:cubicBezTo>
                  <a:pt x="64616" y="68568"/>
                  <a:pt x="68232" y="69058"/>
                  <a:pt x="70186" y="67828"/>
                </a:cubicBezTo>
                <a:cubicBezTo>
                  <a:pt x="72139" y="66598"/>
                  <a:pt x="72888" y="64105"/>
                  <a:pt x="74107" y="62127"/>
                </a:cubicBezTo>
                <a:cubicBezTo>
                  <a:pt x="75327" y="60149"/>
                  <a:pt x="75922" y="57565"/>
                  <a:pt x="77504" y="55960"/>
                </a:cubicBezTo>
                <a:cubicBezTo>
                  <a:pt x="79086" y="54355"/>
                  <a:pt x="82080" y="54170"/>
                  <a:pt x="83599" y="52498"/>
                </a:cubicBezTo>
                <a:cubicBezTo>
                  <a:pt x="85118" y="50825"/>
                  <a:pt x="86519" y="49079"/>
                  <a:pt x="86618" y="45925"/>
                </a:cubicBezTo>
                <a:cubicBezTo>
                  <a:pt x="86717" y="42771"/>
                  <a:pt x="84735" y="37402"/>
                  <a:pt x="84194" y="33573"/>
                </a:cubicBezTo>
                <a:cubicBezTo>
                  <a:pt x="83653" y="29744"/>
                  <a:pt x="82769" y="25595"/>
                  <a:pt x="83371" y="22951"/>
                </a:cubicBezTo>
                <a:cubicBezTo>
                  <a:pt x="83973" y="20306"/>
                  <a:pt x="86354" y="19478"/>
                  <a:pt x="87805" y="17706"/>
                </a:cubicBezTo>
                <a:cubicBezTo>
                  <a:pt x="89257" y="15934"/>
                  <a:pt x="91530" y="14977"/>
                  <a:pt x="92079" y="12319"/>
                </a:cubicBezTo>
                <a:cubicBezTo>
                  <a:pt x="92628" y="9662"/>
                  <a:pt x="91263" y="3520"/>
                  <a:pt x="91100" y="1760"/>
                </a:cubicBezTo>
                <a:cubicBezTo>
                  <a:pt x="90937" y="0"/>
                  <a:pt x="92541" y="1686"/>
                  <a:pt x="91100" y="1760"/>
                </a:cubicBezTo>
                <a:cubicBezTo>
                  <a:pt x="89660" y="1834"/>
                  <a:pt x="85382" y="2039"/>
                  <a:pt x="82457" y="2205"/>
                </a:cubicBezTo>
                <a:cubicBezTo>
                  <a:pt x="79531" y="2372"/>
                  <a:pt x="76476" y="2523"/>
                  <a:pt x="73549" y="2762"/>
                </a:cubicBezTo>
                <a:cubicBezTo>
                  <a:pt x="70623" y="3001"/>
                  <a:pt x="67707" y="3286"/>
                  <a:pt x="64897" y="3640"/>
                </a:cubicBezTo>
                <a:cubicBezTo>
                  <a:pt x="62087" y="3993"/>
                  <a:pt x="59587" y="4615"/>
                  <a:pt x="56691" y="4883"/>
                </a:cubicBezTo>
                <a:cubicBezTo>
                  <a:pt x="53794" y="5152"/>
                  <a:pt x="50658" y="5231"/>
                  <a:pt x="47517" y="5250"/>
                </a:cubicBezTo>
                <a:cubicBezTo>
                  <a:pt x="44375" y="5268"/>
                  <a:pt x="40590" y="4562"/>
                  <a:pt x="37841" y="4994"/>
                </a:cubicBezTo>
                <a:cubicBezTo>
                  <a:pt x="35092" y="5425"/>
                  <a:pt x="32316" y="5896"/>
                  <a:pt x="31025" y="7840"/>
                </a:cubicBezTo>
                <a:cubicBezTo>
                  <a:pt x="29735" y="9783"/>
                  <a:pt x="29783" y="13056"/>
                  <a:pt x="30098" y="16652"/>
                </a:cubicBezTo>
                <a:cubicBezTo>
                  <a:pt x="30412" y="20249"/>
                  <a:pt x="32254" y="25464"/>
                  <a:pt x="32913" y="29418"/>
                </a:cubicBezTo>
                <a:cubicBezTo>
                  <a:pt x="33573" y="33373"/>
                  <a:pt x="34485" y="37566"/>
                  <a:pt x="34057" y="40379"/>
                </a:cubicBezTo>
                <a:cubicBezTo>
                  <a:pt x="33628" y="43192"/>
                  <a:pt x="32095" y="44840"/>
                  <a:pt x="30342" y="46296"/>
                </a:cubicBezTo>
                <a:cubicBezTo>
                  <a:pt x="28589" y="47752"/>
                  <a:pt x="25757" y="48143"/>
                  <a:pt x="23540" y="49116"/>
                </a:cubicBezTo>
                <a:cubicBezTo>
                  <a:pt x="21323" y="50089"/>
                  <a:pt x="19045" y="50944"/>
                  <a:pt x="17042" y="52136"/>
                </a:cubicBezTo>
                <a:cubicBezTo>
                  <a:pt x="15038" y="53329"/>
                  <a:pt x="13323" y="54873"/>
                  <a:pt x="11519" y="56270"/>
                </a:cubicBezTo>
                <a:cubicBezTo>
                  <a:pt x="9716" y="57666"/>
                  <a:pt x="7850" y="58942"/>
                  <a:pt x="6219" y="60514"/>
                </a:cubicBezTo>
                <a:cubicBezTo>
                  <a:pt x="4589" y="62086"/>
                  <a:pt x="2721" y="63469"/>
                  <a:pt x="1737" y="65700"/>
                </a:cubicBezTo>
                <a:cubicBezTo>
                  <a:pt x="754" y="67931"/>
                  <a:pt x="0" y="70414"/>
                  <a:pt x="316" y="73899"/>
                </a:cubicBezTo>
                <a:cubicBezTo>
                  <a:pt x="632" y="77383"/>
                  <a:pt x="3080" y="84487"/>
                  <a:pt x="3633" y="86604"/>
                </a:cubicBezTo>
                <a:cubicBezTo>
                  <a:pt x="4186" y="88722"/>
                  <a:pt x="2039" y="86549"/>
                  <a:pt x="3633" y="86604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21"/>
                </a:srgbClr>
              </a:gs>
              <a:gs pos="18000">
                <a:srgbClr val="767676">
                  <a:alpha val="1865"/>
                </a:srgbClr>
              </a:gs>
              <a:gs pos="48000">
                <a:srgbClr val="767676">
                  <a:alpha val="3007"/>
                </a:srgbClr>
              </a:gs>
              <a:gs pos="78000">
                <a:srgbClr val="767676">
                  <a:alpha val="2256"/>
                </a:srgbClr>
              </a:gs>
              <a:gs pos="100000">
                <a:srgbClr val="767676">
                  <a:alpha val="136"/>
                </a:srgbClr>
              </a:gs>
            </a:gsLst>
            <a:lin ang="18952293" scaled="0"/>
          </a:gradFill>
          <a:ln w="0">
            <a:noFill/>
            <a:prstDash val="solid"/>
          </a:ln>
        </p:spPr>
      </p:sp>
      <p:sp>
        <p:nvSpPr>
          <p:cNvPr id="847" name="PANEL_A-intermittent-gas-wisp-24-feather-2_199">
            <a:extLst>
              <a:ext uri="{FF2B5EF4-FFF2-40B4-BE49-F238E27FC236}">
                <a16:creationId xmlns:a16="http://schemas.microsoft.com/office/drawing/2014/main" id="{17D36C61-9F93-4D2B-B958-F2BDAA79EC0B}"/>
              </a:ext>
            </a:extLst>
          </p:cNvPr>
          <p:cNvSpPr>
            <a:spLocks/>
          </p:cNvSpPr>
          <p:nvPr/>
        </p:nvSpPr>
        <p:spPr>
          <a:xfrm>
            <a:off x="12533474" y="1345320"/>
            <a:ext cx="85873" cy="83884"/>
          </a:xfrm>
          <a:custGeom>
            <a:pathLst>
              <a:path w="90156" h="88067">
                <a:moveTo>
                  <a:pt x="1451" y="86299"/>
                </a:moveTo>
                <a:cubicBezTo>
                  <a:pt x="2730" y="86036"/>
                  <a:pt x="6484" y="85205"/>
                  <a:pt x="9124" y="84719"/>
                </a:cubicBezTo>
                <a:cubicBezTo>
                  <a:pt x="11765" y="84234"/>
                  <a:pt x="14454" y="83722"/>
                  <a:pt x="17294" y="83387"/>
                </a:cubicBezTo>
                <a:cubicBezTo>
                  <a:pt x="20134" y="83052"/>
                  <a:pt x="22919" y="82622"/>
                  <a:pt x="26164" y="82708"/>
                </a:cubicBezTo>
                <a:cubicBezTo>
                  <a:pt x="29408" y="82794"/>
                  <a:pt x="33517" y="83809"/>
                  <a:pt x="36762" y="83901"/>
                </a:cubicBezTo>
                <a:cubicBezTo>
                  <a:pt x="40008" y="83994"/>
                  <a:pt x="43632" y="84434"/>
                  <a:pt x="45637" y="83263"/>
                </a:cubicBezTo>
                <a:cubicBezTo>
                  <a:pt x="47641" y="82093"/>
                  <a:pt x="48028" y="79320"/>
                  <a:pt x="48790" y="76878"/>
                </a:cubicBezTo>
                <a:cubicBezTo>
                  <a:pt x="49552" y="74436"/>
                  <a:pt x="49125" y="70731"/>
                  <a:pt x="50209" y="68609"/>
                </a:cubicBezTo>
                <a:cubicBezTo>
                  <a:pt x="51292" y="66488"/>
                  <a:pt x="53391" y="65427"/>
                  <a:pt x="55291" y="64147"/>
                </a:cubicBezTo>
                <a:cubicBezTo>
                  <a:pt x="57191" y="62868"/>
                  <a:pt x="59975" y="62497"/>
                  <a:pt x="61609" y="60933"/>
                </a:cubicBezTo>
                <a:cubicBezTo>
                  <a:pt x="63244" y="59370"/>
                  <a:pt x="63991" y="56866"/>
                  <a:pt x="65096" y="54765"/>
                </a:cubicBezTo>
                <a:cubicBezTo>
                  <a:pt x="66202" y="52664"/>
                  <a:pt x="66843" y="50126"/>
                  <a:pt x="68243" y="48326"/>
                </a:cubicBezTo>
                <a:cubicBezTo>
                  <a:pt x="69644" y="46527"/>
                  <a:pt x="72049" y="45722"/>
                  <a:pt x="73497" y="43971"/>
                </a:cubicBezTo>
                <a:cubicBezTo>
                  <a:pt x="74946" y="42219"/>
                  <a:pt x="76359" y="40480"/>
                  <a:pt x="76934" y="37816"/>
                </a:cubicBezTo>
                <a:cubicBezTo>
                  <a:pt x="77510" y="35153"/>
                  <a:pt x="76726" y="31023"/>
                  <a:pt x="76952" y="27990"/>
                </a:cubicBezTo>
                <a:cubicBezTo>
                  <a:pt x="77179" y="24958"/>
                  <a:pt x="77229" y="21782"/>
                  <a:pt x="78295" y="19620"/>
                </a:cubicBezTo>
                <a:cubicBezTo>
                  <a:pt x="79361" y="17457"/>
                  <a:pt x="81706" y="16589"/>
                  <a:pt x="83349" y="15016"/>
                </a:cubicBezTo>
                <a:cubicBezTo>
                  <a:pt x="84992" y="13443"/>
                  <a:pt x="87226" y="12442"/>
                  <a:pt x="88154" y="10182"/>
                </a:cubicBezTo>
                <a:cubicBezTo>
                  <a:pt x="89082" y="7922"/>
                  <a:pt x="88791" y="2909"/>
                  <a:pt x="88918" y="1455"/>
                </a:cubicBezTo>
                <a:cubicBezTo>
                  <a:pt x="89045" y="0"/>
                  <a:pt x="90156" y="1167"/>
                  <a:pt x="88918" y="1455"/>
                </a:cubicBezTo>
                <a:cubicBezTo>
                  <a:pt x="87680" y="1742"/>
                  <a:pt x="84065" y="2644"/>
                  <a:pt x="81492" y="3180"/>
                </a:cubicBezTo>
                <a:cubicBezTo>
                  <a:pt x="78919" y="3716"/>
                  <a:pt x="76144" y="4158"/>
                  <a:pt x="73479" y="4670"/>
                </a:cubicBezTo>
                <a:cubicBezTo>
                  <a:pt x="70815" y="5182"/>
                  <a:pt x="68099" y="5674"/>
                  <a:pt x="65505" y="6250"/>
                </a:cubicBezTo>
                <a:cubicBezTo>
                  <a:pt x="62910" y="6827"/>
                  <a:pt x="60519" y="7561"/>
                  <a:pt x="57912" y="8128"/>
                </a:cubicBezTo>
                <a:cubicBezTo>
                  <a:pt x="55305" y="8696"/>
                  <a:pt x="52547" y="9164"/>
                  <a:pt x="49864" y="9657"/>
                </a:cubicBezTo>
                <a:cubicBezTo>
                  <a:pt x="47182" y="10149"/>
                  <a:pt x="44118" y="10190"/>
                  <a:pt x="41819" y="11083"/>
                </a:cubicBezTo>
                <a:cubicBezTo>
                  <a:pt x="39519" y="11976"/>
                  <a:pt x="37264" y="12979"/>
                  <a:pt x="36066" y="15012"/>
                </a:cubicBezTo>
                <a:cubicBezTo>
                  <a:pt x="34867" y="17045"/>
                  <a:pt x="34671" y="20061"/>
                  <a:pt x="34628" y="23283"/>
                </a:cubicBezTo>
                <a:cubicBezTo>
                  <a:pt x="34585" y="26505"/>
                  <a:pt x="35631" y="30892"/>
                  <a:pt x="35805" y="34342"/>
                </a:cubicBezTo>
                <a:cubicBezTo>
                  <a:pt x="35980" y="37792"/>
                  <a:pt x="36331" y="41406"/>
                  <a:pt x="35677" y="43984"/>
                </a:cubicBezTo>
                <a:cubicBezTo>
                  <a:pt x="35024" y="46562"/>
                  <a:pt x="33566" y="48286"/>
                  <a:pt x="31884" y="49811"/>
                </a:cubicBezTo>
                <a:cubicBezTo>
                  <a:pt x="30201" y="51336"/>
                  <a:pt x="27697" y="52058"/>
                  <a:pt x="25583" y="53133"/>
                </a:cubicBezTo>
                <a:cubicBezTo>
                  <a:pt x="23469" y="54208"/>
                  <a:pt x="21244" y="55116"/>
                  <a:pt x="19199" y="56263"/>
                </a:cubicBezTo>
                <a:cubicBezTo>
                  <a:pt x="17155" y="57410"/>
                  <a:pt x="15243" y="58750"/>
                  <a:pt x="13315" y="60016"/>
                </a:cubicBezTo>
                <a:cubicBezTo>
                  <a:pt x="11387" y="61283"/>
                  <a:pt x="9400" y="62434"/>
                  <a:pt x="7630" y="63862"/>
                </a:cubicBezTo>
                <a:cubicBezTo>
                  <a:pt x="5861" y="65290"/>
                  <a:pt x="3935" y="66611"/>
                  <a:pt x="2698" y="68582"/>
                </a:cubicBezTo>
                <a:cubicBezTo>
                  <a:pt x="1461" y="70554"/>
                  <a:pt x="416" y="72740"/>
                  <a:pt x="208" y="75693"/>
                </a:cubicBezTo>
                <a:cubicBezTo>
                  <a:pt x="0" y="78645"/>
                  <a:pt x="1244" y="84531"/>
                  <a:pt x="1451" y="86299"/>
                </a:cubicBezTo>
                <a:cubicBezTo>
                  <a:pt x="1658" y="88067"/>
                  <a:pt x="172" y="86562"/>
                  <a:pt x="1451" y="86299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55"/>
                </a:srgbClr>
              </a:gs>
              <a:gs pos="18000">
                <a:srgbClr val="767676">
                  <a:alpha val="2394"/>
                </a:srgbClr>
              </a:gs>
              <a:gs pos="48000">
                <a:srgbClr val="767676">
                  <a:alpha val="3861"/>
                </a:srgbClr>
              </a:gs>
              <a:gs pos="78000">
                <a:srgbClr val="767676">
                  <a:alpha val="2895"/>
                </a:srgbClr>
              </a:gs>
              <a:gs pos="100000">
                <a:srgbClr val="767676">
                  <a:alpha val="173"/>
                </a:srgbClr>
              </a:gs>
            </a:gsLst>
            <a:lin ang="18952293" scaled="0"/>
          </a:gradFill>
          <a:ln w="0">
            <a:noFill/>
            <a:prstDash val="solid"/>
          </a:ln>
        </p:spPr>
      </p:sp>
      <p:sp>
        <p:nvSpPr>
          <p:cNvPr id="848" name="PANEL_A-intermittent-gas-core-5-feather-0_200">
            <a:extLst>
              <a:ext uri="{FF2B5EF4-FFF2-40B4-BE49-F238E27FC236}">
                <a16:creationId xmlns:a16="http://schemas.microsoft.com/office/drawing/2014/main" id="{FAF90043-1E1C-4601-B276-DFC5209EB09E}"/>
              </a:ext>
            </a:extLst>
          </p:cNvPr>
          <p:cNvSpPr>
            <a:spLocks/>
          </p:cNvSpPr>
          <p:nvPr/>
        </p:nvSpPr>
        <p:spPr>
          <a:xfrm>
            <a:off x="12854412" y="1163980"/>
            <a:ext cx="229848" cy="223922"/>
          </a:xfrm>
          <a:custGeom>
            <a:pathLst>
              <a:path w="241310" h="235088">
                <a:moveTo>
                  <a:pt x="13696" y="193087"/>
                </a:moveTo>
                <a:cubicBezTo>
                  <a:pt x="21744" y="198720"/>
                  <a:pt x="49742" y="220003"/>
                  <a:pt x="61981" y="226885"/>
                </a:cubicBezTo>
                <a:cubicBezTo>
                  <a:pt x="74220" y="233768"/>
                  <a:pt x="81522" y="235088"/>
                  <a:pt x="87132" y="234380"/>
                </a:cubicBezTo>
                <a:cubicBezTo>
                  <a:pt x="92742" y="233672"/>
                  <a:pt x="92148" y="225782"/>
                  <a:pt x="95642" y="222637"/>
                </a:cubicBezTo>
                <a:cubicBezTo>
                  <a:pt x="99136" y="219492"/>
                  <a:pt x="103369" y="217197"/>
                  <a:pt x="108096" y="215513"/>
                </a:cubicBezTo>
                <a:cubicBezTo>
                  <a:pt x="112822" y="213829"/>
                  <a:pt x="119984" y="215047"/>
                  <a:pt x="124003" y="212532"/>
                </a:cubicBezTo>
                <a:cubicBezTo>
                  <a:pt x="128021" y="210016"/>
                  <a:pt x="128276" y="203019"/>
                  <a:pt x="132208" y="200420"/>
                </a:cubicBezTo>
                <a:cubicBezTo>
                  <a:pt x="136140" y="197821"/>
                  <a:pt x="139157" y="194055"/>
                  <a:pt x="147594" y="196938"/>
                </a:cubicBezTo>
                <a:cubicBezTo>
                  <a:pt x="156030" y="199822"/>
                  <a:pt x="172288" y="212192"/>
                  <a:pt x="182826" y="217720"/>
                </a:cubicBezTo>
                <a:cubicBezTo>
                  <a:pt x="193365" y="223249"/>
                  <a:pt x="206631" y="232282"/>
                  <a:pt x="210824" y="230108"/>
                </a:cubicBezTo>
                <a:cubicBezTo>
                  <a:pt x="215017" y="227935"/>
                  <a:pt x="210177" y="214756"/>
                  <a:pt x="207982" y="204678"/>
                </a:cubicBezTo>
                <a:cubicBezTo>
                  <a:pt x="205788" y="194600"/>
                  <a:pt x="198032" y="177533"/>
                  <a:pt x="197656" y="169640"/>
                </a:cubicBezTo>
                <a:cubicBezTo>
                  <a:pt x="197281" y="161747"/>
                  <a:pt x="202163" y="160328"/>
                  <a:pt x="205728" y="157321"/>
                </a:cubicBezTo>
                <a:cubicBezTo>
                  <a:pt x="209293" y="154315"/>
                  <a:pt x="216120" y="155437"/>
                  <a:pt x="219046" y="151603"/>
                </a:cubicBezTo>
                <a:cubicBezTo>
                  <a:pt x="221973" y="147769"/>
                  <a:pt x="221489" y="139607"/>
                  <a:pt x="223287" y="134316"/>
                </a:cubicBezTo>
                <a:cubicBezTo>
                  <a:pt x="225086" y="129026"/>
                  <a:pt x="227017" y="123869"/>
                  <a:pt x="229835" y="119863"/>
                </a:cubicBezTo>
                <a:cubicBezTo>
                  <a:pt x="232654" y="115857"/>
                  <a:pt x="239086" y="116557"/>
                  <a:pt x="240198" y="110281"/>
                </a:cubicBezTo>
                <a:cubicBezTo>
                  <a:pt x="241310" y="104005"/>
                  <a:pt x="240774" y="95642"/>
                  <a:pt x="236507" y="82205"/>
                </a:cubicBezTo>
                <a:cubicBezTo>
                  <a:pt x="232239" y="68769"/>
                  <a:pt x="218246" y="38420"/>
                  <a:pt x="214593" y="29662"/>
                </a:cubicBezTo>
                <a:cubicBezTo>
                  <a:pt x="210941" y="20905"/>
                  <a:pt x="219777" y="32523"/>
                  <a:pt x="214593" y="29662"/>
                </a:cubicBezTo>
                <a:cubicBezTo>
                  <a:pt x="209409" y="26801"/>
                  <a:pt x="192413" y="16252"/>
                  <a:pt x="183489" y="12497"/>
                </a:cubicBezTo>
                <a:cubicBezTo>
                  <a:pt x="174565" y="8742"/>
                  <a:pt x="166766" y="6601"/>
                  <a:pt x="161050" y="7133"/>
                </a:cubicBezTo>
                <a:cubicBezTo>
                  <a:pt x="155334" y="7665"/>
                  <a:pt x="151985" y="11349"/>
                  <a:pt x="149195" y="15689"/>
                </a:cubicBezTo>
                <a:cubicBezTo>
                  <a:pt x="146405" y="20029"/>
                  <a:pt x="147055" y="28789"/>
                  <a:pt x="144310" y="33174"/>
                </a:cubicBezTo>
                <a:cubicBezTo>
                  <a:pt x="141564" y="37558"/>
                  <a:pt x="139114" y="42242"/>
                  <a:pt x="132721" y="41998"/>
                </a:cubicBezTo>
                <a:cubicBezTo>
                  <a:pt x="126328" y="41754"/>
                  <a:pt x="116137" y="36660"/>
                  <a:pt x="105951" y="31709"/>
                </a:cubicBezTo>
                <a:cubicBezTo>
                  <a:pt x="95765" y="26758"/>
                  <a:pt x="81968" y="17341"/>
                  <a:pt x="71606" y="12292"/>
                </a:cubicBezTo>
                <a:cubicBezTo>
                  <a:pt x="61244" y="7243"/>
                  <a:pt x="51294" y="2826"/>
                  <a:pt x="43777" y="1413"/>
                </a:cubicBezTo>
                <a:cubicBezTo>
                  <a:pt x="36261" y="0"/>
                  <a:pt x="31532" y="2105"/>
                  <a:pt x="26508" y="3814"/>
                </a:cubicBezTo>
                <a:cubicBezTo>
                  <a:pt x="21483" y="5523"/>
                  <a:pt x="17544" y="8589"/>
                  <a:pt x="13631" y="11667"/>
                </a:cubicBezTo>
                <a:cubicBezTo>
                  <a:pt x="9717" y="14745"/>
                  <a:pt x="5019" y="16900"/>
                  <a:pt x="3027" y="22282"/>
                </a:cubicBezTo>
                <a:cubicBezTo>
                  <a:pt x="1035" y="27664"/>
                  <a:pt x="0" y="34237"/>
                  <a:pt x="1678" y="43961"/>
                </a:cubicBezTo>
                <a:cubicBezTo>
                  <a:pt x="3356" y="53685"/>
                  <a:pt x="8852" y="67959"/>
                  <a:pt x="13096" y="80626"/>
                </a:cubicBezTo>
                <a:cubicBezTo>
                  <a:pt x="17339" y="93293"/>
                  <a:pt x="24377" y="109176"/>
                  <a:pt x="27139" y="119964"/>
                </a:cubicBezTo>
                <a:cubicBezTo>
                  <a:pt x="29901" y="130752"/>
                  <a:pt x="30928" y="139378"/>
                  <a:pt x="29666" y="145356"/>
                </a:cubicBezTo>
                <a:cubicBezTo>
                  <a:pt x="28405" y="151333"/>
                  <a:pt x="22948" y="152355"/>
                  <a:pt x="19568" y="155827"/>
                </a:cubicBezTo>
                <a:cubicBezTo>
                  <a:pt x="16189" y="159299"/>
                  <a:pt x="10370" y="159979"/>
                  <a:pt x="9392" y="166189"/>
                </a:cubicBezTo>
                <a:cubicBezTo>
                  <a:pt x="8413" y="172399"/>
                  <a:pt x="12979" y="188604"/>
                  <a:pt x="13696" y="193087"/>
                </a:cubicBezTo>
                <a:cubicBezTo>
                  <a:pt x="14414" y="197570"/>
                  <a:pt x="5649" y="187454"/>
                  <a:pt x="13696" y="193087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201"/>
                </a:srgbClr>
              </a:gs>
              <a:gs pos="18000">
                <a:srgbClr val="919191">
                  <a:alpha val="3102"/>
                </a:srgbClr>
              </a:gs>
              <a:gs pos="48000">
                <a:srgbClr val="919191">
                  <a:alpha val="5005"/>
                </a:srgbClr>
              </a:gs>
              <a:gs pos="78000">
                <a:srgbClr val="919191">
                  <a:alpha val="3754"/>
                </a:srgbClr>
              </a:gs>
              <a:gs pos="100000">
                <a:srgbClr val="919191">
                  <a:alpha val="224"/>
                </a:srgbClr>
              </a:gs>
            </a:gsLst>
            <a:lin ang="19252334" scaled="0"/>
          </a:gradFill>
          <a:ln w="0">
            <a:noFill/>
            <a:prstDash val="solid"/>
          </a:ln>
        </p:spPr>
      </p:sp>
      <p:sp>
        <p:nvSpPr>
          <p:cNvPr id="849" name="PANEL_A-intermittent-gas-core-5-feather-1_201">
            <a:extLst>
              <a:ext uri="{FF2B5EF4-FFF2-40B4-BE49-F238E27FC236}">
                <a16:creationId xmlns:a16="http://schemas.microsoft.com/office/drawing/2014/main" id="{DC6258F6-CF60-49E0-9DE7-2228FB9E54A5}"/>
              </a:ext>
            </a:extLst>
          </p:cNvPr>
          <p:cNvSpPr>
            <a:spLocks/>
          </p:cNvSpPr>
          <p:nvPr/>
        </p:nvSpPr>
        <p:spPr>
          <a:xfrm>
            <a:off x="12860945" y="1179592"/>
            <a:ext cx="214929" cy="197809"/>
          </a:xfrm>
          <a:custGeom>
            <a:pathLst>
              <a:path w="225647" h="207674">
                <a:moveTo>
                  <a:pt x="6837" y="176698"/>
                </a:moveTo>
                <a:cubicBezTo>
                  <a:pt x="13674" y="180934"/>
                  <a:pt x="37262" y="197140"/>
                  <a:pt x="47860" y="202115"/>
                </a:cubicBezTo>
                <a:cubicBezTo>
                  <a:pt x="58459" y="207089"/>
                  <a:pt x="65160" y="207674"/>
                  <a:pt x="70427" y="206543"/>
                </a:cubicBezTo>
                <a:cubicBezTo>
                  <a:pt x="75694" y="205412"/>
                  <a:pt x="76044" y="198592"/>
                  <a:pt x="79464" y="195331"/>
                </a:cubicBezTo>
                <a:cubicBezTo>
                  <a:pt x="82883" y="192069"/>
                  <a:pt x="86751" y="189323"/>
                  <a:pt x="90945" y="186977"/>
                </a:cubicBezTo>
                <a:cubicBezTo>
                  <a:pt x="95139" y="184630"/>
                  <a:pt x="101096" y="184388"/>
                  <a:pt x="104625" y="181254"/>
                </a:cubicBezTo>
                <a:cubicBezTo>
                  <a:pt x="108154" y="178119"/>
                  <a:pt x="108651" y="171371"/>
                  <a:pt x="112117" y="168170"/>
                </a:cubicBezTo>
                <a:cubicBezTo>
                  <a:pt x="115583" y="164969"/>
                  <a:pt x="118313" y="160825"/>
                  <a:pt x="125421" y="162047"/>
                </a:cubicBezTo>
                <a:cubicBezTo>
                  <a:pt x="132528" y="163269"/>
                  <a:pt x="145798" y="171960"/>
                  <a:pt x="154761" y="175504"/>
                </a:cubicBezTo>
                <a:cubicBezTo>
                  <a:pt x="163724" y="179048"/>
                  <a:pt x="174943" y="185478"/>
                  <a:pt x="179198" y="183311"/>
                </a:cubicBezTo>
                <a:cubicBezTo>
                  <a:pt x="183453" y="181143"/>
                  <a:pt x="180820" y="170584"/>
                  <a:pt x="180288" y="162497"/>
                </a:cubicBezTo>
                <a:cubicBezTo>
                  <a:pt x="179757" y="154411"/>
                  <a:pt x="175027" y="141047"/>
                  <a:pt x="176010" y="134791"/>
                </a:cubicBezTo>
                <a:cubicBezTo>
                  <a:pt x="176992" y="128534"/>
                  <a:pt x="182155" y="127432"/>
                  <a:pt x="186181" y="124958"/>
                </a:cubicBezTo>
                <a:cubicBezTo>
                  <a:pt x="190207" y="122485"/>
                  <a:pt x="196775" y="123236"/>
                  <a:pt x="200165" y="119949"/>
                </a:cubicBezTo>
                <a:cubicBezTo>
                  <a:pt x="203555" y="116663"/>
                  <a:pt x="204207" y="109906"/>
                  <a:pt x="206521" y="105238"/>
                </a:cubicBezTo>
                <a:cubicBezTo>
                  <a:pt x="208835" y="100570"/>
                  <a:pt x="211125" y="95846"/>
                  <a:pt x="214049" y="91940"/>
                </a:cubicBezTo>
                <a:cubicBezTo>
                  <a:pt x="216973" y="88034"/>
                  <a:pt x="222583" y="87629"/>
                  <a:pt x="224063" y="81802"/>
                </a:cubicBezTo>
                <a:cubicBezTo>
                  <a:pt x="225542" y="75975"/>
                  <a:pt x="225647" y="68398"/>
                  <a:pt x="222925" y="56977"/>
                </a:cubicBezTo>
                <a:cubicBezTo>
                  <a:pt x="220204" y="45555"/>
                  <a:pt x="210266" y="20557"/>
                  <a:pt x="207734" y="13273"/>
                </a:cubicBezTo>
                <a:cubicBezTo>
                  <a:pt x="205202" y="5988"/>
                  <a:pt x="212095" y="15051"/>
                  <a:pt x="207734" y="13273"/>
                </a:cubicBezTo>
                <a:cubicBezTo>
                  <a:pt x="203374" y="11494"/>
                  <a:pt x="189140" y="4592"/>
                  <a:pt x="181572" y="2604"/>
                </a:cubicBezTo>
                <a:cubicBezTo>
                  <a:pt x="174004" y="617"/>
                  <a:pt x="167398" y="0"/>
                  <a:pt x="162327" y="1347"/>
                </a:cubicBezTo>
                <a:cubicBezTo>
                  <a:pt x="157257" y="2693"/>
                  <a:pt x="154051" y="6518"/>
                  <a:pt x="151149" y="10685"/>
                </a:cubicBezTo>
                <a:cubicBezTo>
                  <a:pt x="148248" y="14851"/>
                  <a:pt x="147971" y="22385"/>
                  <a:pt x="144918" y="26347"/>
                </a:cubicBezTo>
                <a:cubicBezTo>
                  <a:pt x="141865" y="30309"/>
                  <a:pt x="138925" y="34351"/>
                  <a:pt x="132832" y="34457"/>
                </a:cubicBezTo>
                <a:cubicBezTo>
                  <a:pt x="126738" y="34563"/>
                  <a:pt x="117545" y="30714"/>
                  <a:pt x="108355" y="26981"/>
                </a:cubicBezTo>
                <a:cubicBezTo>
                  <a:pt x="99164" y="23248"/>
                  <a:pt x="87048" y="15898"/>
                  <a:pt x="77690" y="12059"/>
                </a:cubicBezTo>
                <a:cubicBezTo>
                  <a:pt x="68333" y="8221"/>
                  <a:pt x="59252" y="4827"/>
                  <a:pt x="52209" y="3951"/>
                </a:cubicBezTo>
                <a:cubicBezTo>
                  <a:pt x="45165" y="3074"/>
                  <a:pt x="40335" y="4996"/>
                  <a:pt x="35431" y="6801"/>
                </a:cubicBezTo>
                <a:cubicBezTo>
                  <a:pt x="30528" y="8607"/>
                  <a:pt x="26583" y="11614"/>
                  <a:pt x="22788" y="14782"/>
                </a:cubicBezTo>
                <a:cubicBezTo>
                  <a:pt x="18992" y="17951"/>
                  <a:pt x="14740" y="20590"/>
                  <a:pt x="12659" y="25815"/>
                </a:cubicBezTo>
                <a:cubicBezTo>
                  <a:pt x="10578" y="31040"/>
                  <a:pt x="9394" y="37373"/>
                  <a:pt x="10304" y="46132"/>
                </a:cubicBezTo>
                <a:cubicBezTo>
                  <a:pt x="11214" y="54891"/>
                  <a:pt x="15202" y="67314"/>
                  <a:pt x="18118" y="78367"/>
                </a:cubicBezTo>
                <a:cubicBezTo>
                  <a:pt x="21034" y="89419"/>
                  <a:pt x="26152" y="103001"/>
                  <a:pt x="27799" y="112448"/>
                </a:cubicBezTo>
                <a:cubicBezTo>
                  <a:pt x="29446" y="121896"/>
                  <a:pt x="29681" y="129581"/>
                  <a:pt x="28002" y="135051"/>
                </a:cubicBezTo>
                <a:cubicBezTo>
                  <a:pt x="26324" y="140522"/>
                  <a:pt x="21254" y="141985"/>
                  <a:pt x="17727" y="145271"/>
                </a:cubicBezTo>
                <a:cubicBezTo>
                  <a:pt x="14201" y="148558"/>
                  <a:pt x="8656" y="149534"/>
                  <a:pt x="6841" y="154771"/>
                </a:cubicBezTo>
                <a:cubicBezTo>
                  <a:pt x="5026" y="160009"/>
                  <a:pt x="6838" y="173043"/>
                  <a:pt x="6837" y="176698"/>
                </a:cubicBezTo>
                <a:cubicBezTo>
                  <a:pt x="6837" y="180352"/>
                  <a:pt x="0" y="172461"/>
                  <a:pt x="6837" y="176698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67"/>
                </a:srgbClr>
              </a:gs>
              <a:gs pos="18000">
                <a:srgbClr val="767676">
                  <a:alpha val="4136"/>
                </a:srgbClr>
              </a:gs>
              <a:gs pos="48000">
                <a:srgbClr val="767676">
                  <a:alpha val="6672"/>
                </a:srgbClr>
              </a:gs>
              <a:gs pos="78000">
                <a:srgbClr val="767676">
                  <a:alpha val="5005"/>
                </a:srgbClr>
              </a:gs>
              <a:gs pos="100000">
                <a:srgbClr val="767676">
                  <a:alpha val="301"/>
                </a:srgbClr>
              </a:gs>
            </a:gsLst>
            <a:lin ang="19252334" scaled="0"/>
          </a:gradFill>
          <a:ln w="0">
            <a:noFill/>
            <a:prstDash val="solid"/>
          </a:ln>
        </p:spPr>
      </p:sp>
      <p:sp>
        <p:nvSpPr>
          <p:cNvPr id="850" name="PANEL_A-intermittent-gas-core-5-feather-2_202">
            <a:extLst>
              <a:ext uri="{FF2B5EF4-FFF2-40B4-BE49-F238E27FC236}">
                <a16:creationId xmlns:a16="http://schemas.microsoft.com/office/drawing/2014/main" id="{E8DF98F4-5515-4512-A9FF-3EA026C36C82}"/>
              </a:ext>
            </a:extLst>
          </p:cNvPr>
          <p:cNvSpPr>
            <a:spLocks/>
          </p:cNvSpPr>
          <p:nvPr/>
        </p:nvSpPr>
        <p:spPr>
          <a:xfrm>
            <a:off x="12862203" y="1186826"/>
            <a:ext cx="205079" cy="179326"/>
          </a:xfrm>
          <a:custGeom>
            <a:pathLst>
              <a:path w="215307" h="188269">
                <a:moveTo>
                  <a:pt x="5517" y="169102"/>
                </a:moveTo>
                <a:cubicBezTo>
                  <a:pt x="11034" y="171814"/>
                  <a:pt x="29810" y="182483"/>
                  <a:pt x="38618" y="185376"/>
                </a:cubicBezTo>
                <a:cubicBezTo>
                  <a:pt x="47426" y="188269"/>
                  <a:pt x="53473" y="188051"/>
                  <a:pt x="58366" y="186459"/>
                </a:cubicBezTo>
                <a:cubicBezTo>
                  <a:pt x="63259" y="184868"/>
                  <a:pt x="64638" y="179214"/>
                  <a:pt x="67977" y="175826"/>
                </a:cubicBezTo>
                <a:cubicBezTo>
                  <a:pt x="71315" y="172438"/>
                  <a:pt x="74786" y="169199"/>
                  <a:pt x="78398" y="166130"/>
                </a:cubicBezTo>
                <a:cubicBezTo>
                  <a:pt x="82010" y="163062"/>
                  <a:pt x="86655" y="161226"/>
                  <a:pt x="89649" y="157416"/>
                </a:cubicBezTo>
                <a:cubicBezTo>
                  <a:pt x="92643" y="153606"/>
                  <a:pt x="93404" y="147130"/>
                  <a:pt x="96362" y="143272"/>
                </a:cubicBezTo>
                <a:cubicBezTo>
                  <a:pt x="99320" y="139414"/>
                  <a:pt x="101737" y="134858"/>
                  <a:pt x="107394" y="134268"/>
                </a:cubicBezTo>
                <a:cubicBezTo>
                  <a:pt x="113052" y="133679"/>
                  <a:pt x="123062" y="138355"/>
                  <a:pt x="130306" y="139734"/>
                </a:cubicBezTo>
                <a:cubicBezTo>
                  <a:pt x="137550" y="141114"/>
                  <a:pt x="146537" y="144705"/>
                  <a:pt x="150859" y="142543"/>
                </a:cubicBezTo>
                <a:cubicBezTo>
                  <a:pt x="155181" y="140382"/>
                  <a:pt x="154956" y="132681"/>
                  <a:pt x="156239" y="126766"/>
                </a:cubicBezTo>
                <a:cubicBezTo>
                  <a:pt x="157522" y="120852"/>
                  <a:pt x="156094" y="111529"/>
                  <a:pt x="158557" y="107058"/>
                </a:cubicBezTo>
                <a:cubicBezTo>
                  <a:pt x="161021" y="102586"/>
                  <a:pt x="166490" y="101830"/>
                  <a:pt x="171019" y="99937"/>
                </a:cubicBezTo>
                <a:cubicBezTo>
                  <a:pt x="175548" y="98045"/>
                  <a:pt x="181834" y="98391"/>
                  <a:pt x="185730" y="95702"/>
                </a:cubicBezTo>
                <a:cubicBezTo>
                  <a:pt x="189625" y="93013"/>
                  <a:pt x="191515" y="87790"/>
                  <a:pt x="194392" y="83801"/>
                </a:cubicBezTo>
                <a:cubicBezTo>
                  <a:pt x="197268" y="79811"/>
                  <a:pt x="199951" y="75561"/>
                  <a:pt x="202990" y="71764"/>
                </a:cubicBezTo>
                <a:cubicBezTo>
                  <a:pt x="206028" y="67967"/>
                  <a:pt x="210742" y="66355"/>
                  <a:pt x="212623" y="61018"/>
                </a:cubicBezTo>
                <a:cubicBezTo>
                  <a:pt x="214503" y="55681"/>
                  <a:pt x="215307" y="48963"/>
                  <a:pt x="214272" y="39739"/>
                </a:cubicBezTo>
                <a:cubicBezTo>
                  <a:pt x="213237" y="30516"/>
                  <a:pt x="207724" y="11354"/>
                  <a:pt x="206414" y="5677"/>
                </a:cubicBezTo>
                <a:cubicBezTo>
                  <a:pt x="205104" y="0"/>
                  <a:pt x="209876" y="6274"/>
                  <a:pt x="206414" y="5677"/>
                </a:cubicBezTo>
                <a:cubicBezTo>
                  <a:pt x="202952" y="5080"/>
                  <a:pt x="191731" y="2157"/>
                  <a:pt x="185642" y="2097"/>
                </a:cubicBezTo>
                <a:cubicBezTo>
                  <a:pt x="179554" y="2037"/>
                  <a:pt x="174249" y="3083"/>
                  <a:pt x="169883" y="5318"/>
                </a:cubicBezTo>
                <a:cubicBezTo>
                  <a:pt x="165516" y="7554"/>
                  <a:pt x="162467" y="11532"/>
                  <a:pt x="159444" y="15510"/>
                </a:cubicBezTo>
                <a:cubicBezTo>
                  <a:pt x="156421" y="19487"/>
                  <a:pt x="155132" y="25683"/>
                  <a:pt x="151744" y="29183"/>
                </a:cubicBezTo>
                <a:cubicBezTo>
                  <a:pt x="148355" y="32684"/>
                  <a:pt x="144882" y="36028"/>
                  <a:pt x="139114" y="36515"/>
                </a:cubicBezTo>
                <a:cubicBezTo>
                  <a:pt x="133347" y="37002"/>
                  <a:pt x="125243" y="34511"/>
                  <a:pt x="117139" y="32107"/>
                </a:cubicBezTo>
                <a:cubicBezTo>
                  <a:pt x="109035" y="29703"/>
                  <a:pt x="98752" y="24607"/>
                  <a:pt x="90490" y="22090"/>
                </a:cubicBezTo>
                <a:cubicBezTo>
                  <a:pt x="82228" y="19573"/>
                  <a:pt x="74096" y="17294"/>
                  <a:pt x="67569" y="17003"/>
                </a:cubicBezTo>
                <a:cubicBezTo>
                  <a:pt x="61042" y="16712"/>
                  <a:pt x="56100" y="18434"/>
                  <a:pt x="51328" y="20345"/>
                </a:cubicBezTo>
                <a:cubicBezTo>
                  <a:pt x="46557" y="22255"/>
                  <a:pt x="42607" y="25197"/>
                  <a:pt x="38940" y="28466"/>
                </a:cubicBezTo>
                <a:cubicBezTo>
                  <a:pt x="35273" y="31734"/>
                  <a:pt x="31506" y="34901"/>
                  <a:pt x="29328" y="39954"/>
                </a:cubicBezTo>
                <a:cubicBezTo>
                  <a:pt x="27151" y="45007"/>
                  <a:pt x="25804" y="51079"/>
                  <a:pt x="25876" y="58784"/>
                </a:cubicBezTo>
                <a:cubicBezTo>
                  <a:pt x="25947" y="66490"/>
                  <a:pt x="28291" y="76895"/>
                  <a:pt x="29759" y="86187"/>
                </a:cubicBezTo>
                <a:cubicBezTo>
                  <a:pt x="31227" y="95478"/>
                  <a:pt x="34249" y="106549"/>
                  <a:pt x="34681" y="114534"/>
                </a:cubicBezTo>
                <a:cubicBezTo>
                  <a:pt x="35113" y="122519"/>
                  <a:pt x="34483" y="129176"/>
                  <a:pt x="32349" y="134094"/>
                </a:cubicBezTo>
                <a:cubicBezTo>
                  <a:pt x="30216" y="139012"/>
                  <a:pt x="25570" y="140956"/>
                  <a:pt x="21881" y="144041"/>
                </a:cubicBezTo>
                <a:cubicBezTo>
                  <a:pt x="18193" y="147125"/>
                  <a:pt x="12948" y="148423"/>
                  <a:pt x="10220" y="152600"/>
                </a:cubicBezTo>
                <a:cubicBezTo>
                  <a:pt x="7493" y="156777"/>
                  <a:pt x="6301" y="166352"/>
                  <a:pt x="5517" y="169102"/>
                </a:cubicBezTo>
                <a:cubicBezTo>
                  <a:pt x="4733" y="171852"/>
                  <a:pt x="0" y="166390"/>
                  <a:pt x="5517" y="169102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42"/>
                </a:srgbClr>
              </a:gs>
              <a:gs pos="18000">
                <a:srgbClr val="767676">
                  <a:alpha val="5309"/>
                </a:srgbClr>
              </a:gs>
              <a:gs pos="48000">
                <a:srgbClr val="767676">
                  <a:alpha val="8563"/>
                </a:srgbClr>
              </a:gs>
              <a:gs pos="78000">
                <a:srgbClr val="767676">
                  <a:alpha val="6423"/>
                </a:srgbClr>
              </a:gs>
              <a:gs pos="100000">
                <a:srgbClr val="767676">
                  <a:alpha val="386"/>
                </a:srgbClr>
              </a:gs>
            </a:gsLst>
            <a:lin ang="19252334" scaled="0"/>
          </a:gradFill>
          <a:ln w="0">
            <a:noFill/>
            <a:prstDash val="solid"/>
          </a:ln>
        </p:spPr>
      </p:sp>
      <p:sp>
        <p:nvSpPr>
          <p:cNvPr id="851" name="PANEL_A-intermittent-gas-core-5-feather-3_203">
            <a:extLst>
              <a:ext uri="{FF2B5EF4-FFF2-40B4-BE49-F238E27FC236}">
                <a16:creationId xmlns:a16="http://schemas.microsoft.com/office/drawing/2014/main" id="{A909FF62-15ED-42EF-B60B-A5E4AD927CF7}"/>
              </a:ext>
            </a:extLst>
          </p:cNvPr>
          <p:cNvSpPr>
            <a:spLocks/>
          </p:cNvSpPr>
          <p:nvPr/>
        </p:nvSpPr>
        <p:spPr>
          <a:xfrm>
            <a:off x="12863460" y="1188357"/>
            <a:ext cx="197793" cy="167104"/>
          </a:xfrm>
          <a:custGeom>
            <a:pathLst>
              <a:path w="207657" h="175438">
                <a:moveTo>
                  <a:pt x="4197" y="167495"/>
                </a:moveTo>
                <a:cubicBezTo>
                  <a:pt x="8393" y="168684"/>
                  <a:pt x="22358" y="173815"/>
                  <a:pt x="29376" y="174626"/>
                </a:cubicBezTo>
                <a:cubicBezTo>
                  <a:pt x="36394" y="175438"/>
                  <a:pt x="41785" y="174417"/>
                  <a:pt x="46304" y="172364"/>
                </a:cubicBezTo>
                <a:cubicBezTo>
                  <a:pt x="50823" y="170311"/>
                  <a:pt x="53232" y="165825"/>
                  <a:pt x="56489" y="162310"/>
                </a:cubicBezTo>
                <a:cubicBezTo>
                  <a:pt x="59747" y="158795"/>
                  <a:pt x="62820" y="155063"/>
                  <a:pt x="65850" y="151273"/>
                </a:cubicBezTo>
                <a:cubicBezTo>
                  <a:pt x="68881" y="147482"/>
                  <a:pt x="72213" y="144052"/>
                  <a:pt x="74672" y="139567"/>
                </a:cubicBezTo>
                <a:cubicBezTo>
                  <a:pt x="77131" y="135082"/>
                  <a:pt x="78157" y="128877"/>
                  <a:pt x="80607" y="124363"/>
                </a:cubicBezTo>
                <a:cubicBezTo>
                  <a:pt x="83056" y="119848"/>
                  <a:pt x="85161" y="114880"/>
                  <a:pt x="89368" y="112478"/>
                </a:cubicBezTo>
                <a:cubicBezTo>
                  <a:pt x="93575" y="110077"/>
                  <a:pt x="100326" y="110739"/>
                  <a:pt x="105851" y="109953"/>
                </a:cubicBezTo>
                <a:cubicBezTo>
                  <a:pt x="111376" y="109168"/>
                  <a:pt x="118130" y="109919"/>
                  <a:pt x="122520" y="107764"/>
                </a:cubicBezTo>
                <a:cubicBezTo>
                  <a:pt x="126910" y="105609"/>
                  <a:pt x="129093" y="100766"/>
                  <a:pt x="132190" y="97024"/>
                </a:cubicBezTo>
                <a:cubicBezTo>
                  <a:pt x="135287" y="93282"/>
                  <a:pt x="137160" y="88000"/>
                  <a:pt x="141105" y="85313"/>
                </a:cubicBezTo>
                <a:cubicBezTo>
                  <a:pt x="145049" y="82627"/>
                  <a:pt x="150825" y="82216"/>
                  <a:pt x="155857" y="80905"/>
                </a:cubicBezTo>
                <a:cubicBezTo>
                  <a:pt x="160889" y="79593"/>
                  <a:pt x="166894" y="79535"/>
                  <a:pt x="171295" y="77443"/>
                </a:cubicBezTo>
                <a:cubicBezTo>
                  <a:pt x="175696" y="75351"/>
                  <a:pt x="178823" y="71663"/>
                  <a:pt x="182263" y="68351"/>
                </a:cubicBezTo>
                <a:cubicBezTo>
                  <a:pt x="185702" y="65040"/>
                  <a:pt x="188777" y="61264"/>
                  <a:pt x="191931" y="57576"/>
                </a:cubicBezTo>
                <a:cubicBezTo>
                  <a:pt x="195084" y="53888"/>
                  <a:pt x="198901" y="51070"/>
                  <a:pt x="201183" y="46223"/>
                </a:cubicBezTo>
                <a:cubicBezTo>
                  <a:pt x="203464" y="41375"/>
                  <a:pt x="204966" y="35516"/>
                  <a:pt x="205618" y="28490"/>
                </a:cubicBezTo>
                <a:cubicBezTo>
                  <a:pt x="206270" y="21465"/>
                  <a:pt x="205181" y="8140"/>
                  <a:pt x="205094" y="4070"/>
                </a:cubicBezTo>
                <a:cubicBezTo>
                  <a:pt x="205006" y="0"/>
                  <a:pt x="207657" y="3485"/>
                  <a:pt x="205094" y="4070"/>
                </a:cubicBezTo>
                <a:cubicBezTo>
                  <a:pt x="202530" y="4655"/>
                  <a:pt x="194322" y="5710"/>
                  <a:pt x="189713" y="7578"/>
                </a:cubicBezTo>
                <a:cubicBezTo>
                  <a:pt x="185104" y="9446"/>
                  <a:pt x="181101" y="12154"/>
                  <a:pt x="177438" y="15278"/>
                </a:cubicBezTo>
                <a:cubicBezTo>
                  <a:pt x="173776" y="18403"/>
                  <a:pt x="170883" y="22535"/>
                  <a:pt x="167738" y="26324"/>
                </a:cubicBezTo>
                <a:cubicBezTo>
                  <a:pt x="164594" y="30112"/>
                  <a:pt x="162293" y="34969"/>
                  <a:pt x="158569" y="38009"/>
                </a:cubicBezTo>
                <a:cubicBezTo>
                  <a:pt x="154846" y="41048"/>
                  <a:pt x="150838" y="43693"/>
                  <a:pt x="145397" y="44562"/>
                </a:cubicBezTo>
                <a:cubicBezTo>
                  <a:pt x="139956" y="45430"/>
                  <a:pt x="132942" y="44297"/>
                  <a:pt x="125924" y="43221"/>
                </a:cubicBezTo>
                <a:cubicBezTo>
                  <a:pt x="118906" y="42146"/>
                  <a:pt x="110456" y="39305"/>
                  <a:pt x="103290" y="38109"/>
                </a:cubicBezTo>
                <a:cubicBezTo>
                  <a:pt x="96124" y="36913"/>
                  <a:pt x="88939" y="35750"/>
                  <a:pt x="82929" y="36044"/>
                </a:cubicBezTo>
                <a:cubicBezTo>
                  <a:pt x="76918" y="36339"/>
                  <a:pt x="71865" y="37861"/>
                  <a:pt x="67225" y="39876"/>
                </a:cubicBezTo>
                <a:cubicBezTo>
                  <a:pt x="62586" y="41892"/>
                  <a:pt x="58630" y="44770"/>
                  <a:pt x="55092" y="48137"/>
                </a:cubicBezTo>
                <a:cubicBezTo>
                  <a:pt x="51554" y="51505"/>
                  <a:pt x="48272" y="55200"/>
                  <a:pt x="45998" y="60081"/>
                </a:cubicBezTo>
                <a:cubicBezTo>
                  <a:pt x="43724" y="64963"/>
                  <a:pt x="42214" y="70773"/>
                  <a:pt x="41448" y="77425"/>
                </a:cubicBezTo>
                <a:cubicBezTo>
                  <a:pt x="40681" y="84077"/>
                  <a:pt x="41381" y="92465"/>
                  <a:pt x="41400" y="99995"/>
                </a:cubicBezTo>
                <a:cubicBezTo>
                  <a:pt x="41419" y="107526"/>
                  <a:pt x="42347" y="116086"/>
                  <a:pt x="41563" y="122608"/>
                </a:cubicBezTo>
                <a:cubicBezTo>
                  <a:pt x="40780" y="129130"/>
                  <a:pt x="39285" y="134761"/>
                  <a:pt x="36697" y="139126"/>
                </a:cubicBezTo>
                <a:cubicBezTo>
                  <a:pt x="34109" y="143491"/>
                  <a:pt x="29885" y="145916"/>
                  <a:pt x="26035" y="148798"/>
                </a:cubicBezTo>
                <a:cubicBezTo>
                  <a:pt x="22186" y="151680"/>
                  <a:pt x="17239" y="153301"/>
                  <a:pt x="13599" y="156417"/>
                </a:cubicBezTo>
                <a:cubicBezTo>
                  <a:pt x="9960" y="159533"/>
                  <a:pt x="5764" y="165649"/>
                  <a:pt x="4197" y="167495"/>
                </a:cubicBezTo>
                <a:cubicBezTo>
                  <a:pt x="2629" y="169341"/>
                  <a:pt x="0" y="166307"/>
                  <a:pt x="4197" y="167495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400"/>
                </a:srgbClr>
              </a:gs>
              <a:gs pos="18000">
                <a:srgbClr val="767676">
                  <a:alpha val="6205"/>
                </a:srgbClr>
              </a:gs>
              <a:gs pos="48000">
                <a:srgbClr val="767676">
                  <a:alpha val="10008"/>
                </a:srgbClr>
              </a:gs>
              <a:gs pos="78000">
                <a:srgbClr val="767676">
                  <a:alpha val="7507"/>
                </a:srgbClr>
              </a:gs>
              <a:gs pos="100000">
                <a:srgbClr val="767676">
                  <a:alpha val="450"/>
                </a:srgbClr>
              </a:gs>
            </a:gsLst>
            <a:lin ang="19252334" scaled="0"/>
          </a:gradFill>
          <a:ln w="0">
            <a:noFill/>
            <a:prstDash val="solid"/>
          </a:ln>
        </p:spPr>
      </p:sp>
      <p:sp>
        <p:nvSpPr>
          <p:cNvPr id="852" name="PANEL_A-intermittent-gas-wisp-5-feather-0_204">
            <a:extLst>
              <a:ext uri="{FF2B5EF4-FFF2-40B4-BE49-F238E27FC236}">
                <a16:creationId xmlns:a16="http://schemas.microsoft.com/office/drawing/2014/main" id="{BFD6C5B4-1B37-431F-A8BD-977B0A516C8F}"/>
              </a:ext>
            </a:extLst>
          </p:cNvPr>
          <p:cNvSpPr>
            <a:spLocks/>
          </p:cNvSpPr>
          <p:nvPr/>
        </p:nvSpPr>
        <p:spPr>
          <a:xfrm>
            <a:off x="12847749" y="1082953"/>
            <a:ext cx="150561" cy="139037"/>
          </a:xfrm>
          <a:custGeom>
            <a:pathLst>
              <a:path w="158069" h="145971">
                <a:moveTo>
                  <a:pt x="3931" y="128361"/>
                </a:moveTo>
                <a:cubicBezTo>
                  <a:pt x="6981" y="129295"/>
                  <a:pt x="16287" y="132321"/>
                  <a:pt x="22231" y="133968"/>
                </a:cubicBezTo>
                <a:cubicBezTo>
                  <a:pt x="28175" y="135616"/>
                  <a:pt x="34068" y="137126"/>
                  <a:pt x="39596" y="138244"/>
                </a:cubicBezTo>
                <a:cubicBezTo>
                  <a:pt x="45123" y="139362"/>
                  <a:pt x="49925" y="139589"/>
                  <a:pt x="55397" y="140677"/>
                </a:cubicBezTo>
                <a:cubicBezTo>
                  <a:pt x="60868" y="141765"/>
                  <a:pt x="67539" y="144352"/>
                  <a:pt x="72425" y="144772"/>
                </a:cubicBezTo>
                <a:cubicBezTo>
                  <a:pt x="77310" y="145191"/>
                  <a:pt x="82429" y="145971"/>
                  <a:pt x="84710" y="143196"/>
                </a:cubicBezTo>
                <a:cubicBezTo>
                  <a:pt x="86990" y="140422"/>
                  <a:pt x="85731" y="133285"/>
                  <a:pt x="86106" y="128125"/>
                </a:cubicBezTo>
                <a:cubicBezTo>
                  <a:pt x="86482" y="122965"/>
                  <a:pt x="84809" y="115197"/>
                  <a:pt x="86962" y="112238"/>
                </a:cubicBezTo>
                <a:cubicBezTo>
                  <a:pt x="89115" y="109279"/>
                  <a:pt x="94400" y="110218"/>
                  <a:pt x="99025" y="110371"/>
                </a:cubicBezTo>
                <a:cubicBezTo>
                  <a:pt x="103651" y="110524"/>
                  <a:pt x="110749" y="113829"/>
                  <a:pt x="114717" y="113158"/>
                </a:cubicBezTo>
                <a:cubicBezTo>
                  <a:pt x="118685" y="112488"/>
                  <a:pt x="120577" y="109194"/>
                  <a:pt x="122834" y="106350"/>
                </a:cubicBezTo>
                <a:cubicBezTo>
                  <a:pt x="125092" y="103505"/>
                  <a:pt x="125925" y="98825"/>
                  <a:pt x="128261" y="96092"/>
                </a:cubicBezTo>
                <a:cubicBezTo>
                  <a:pt x="130597" y="93359"/>
                  <a:pt x="134645" y="92849"/>
                  <a:pt x="136851" y="89950"/>
                </a:cubicBezTo>
                <a:cubicBezTo>
                  <a:pt x="139057" y="87050"/>
                  <a:pt x="141075" y="83941"/>
                  <a:pt x="141495" y="78696"/>
                </a:cubicBezTo>
                <a:cubicBezTo>
                  <a:pt x="141916" y="73451"/>
                  <a:pt x="139475" y="64452"/>
                  <a:pt x="139374" y="58478"/>
                </a:cubicBezTo>
                <a:cubicBezTo>
                  <a:pt x="139272" y="52504"/>
                  <a:pt x="139125" y="46403"/>
                  <a:pt x="140884" y="42850"/>
                </a:cubicBezTo>
                <a:cubicBezTo>
                  <a:pt x="142644" y="39296"/>
                  <a:pt x="147206" y="39451"/>
                  <a:pt x="149929" y="37157"/>
                </a:cubicBezTo>
                <a:cubicBezTo>
                  <a:pt x="152651" y="34863"/>
                  <a:pt x="156370" y="33836"/>
                  <a:pt x="157220" y="29085"/>
                </a:cubicBezTo>
                <a:cubicBezTo>
                  <a:pt x="158069" y="24335"/>
                  <a:pt x="155391" y="12057"/>
                  <a:pt x="155025" y="8651"/>
                </a:cubicBezTo>
                <a:cubicBezTo>
                  <a:pt x="154660" y="5246"/>
                  <a:pt x="157407" y="8889"/>
                  <a:pt x="155025" y="8651"/>
                </a:cubicBezTo>
                <a:cubicBezTo>
                  <a:pt x="152643" y="8413"/>
                  <a:pt x="145317" y="7394"/>
                  <a:pt x="140733" y="7223"/>
                </a:cubicBezTo>
                <a:cubicBezTo>
                  <a:pt x="136149" y="7052"/>
                  <a:pt x="131758" y="7275"/>
                  <a:pt x="127520" y="7626"/>
                </a:cubicBezTo>
                <a:cubicBezTo>
                  <a:pt x="123282" y="7977"/>
                  <a:pt x="119391" y="8742"/>
                  <a:pt x="115306" y="9330"/>
                </a:cubicBezTo>
                <a:cubicBezTo>
                  <a:pt x="111222" y="9918"/>
                  <a:pt x="107629" y="11199"/>
                  <a:pt x="103013" y="11153"/>
                </a:cubicBezTo>
                <a:cubicBezTo>
                  <a:pt x="98398" y="11107"/>
                  <a:pt x="93226" y="10383"/>
                  <a:pt x="87612" y="9056"/>
                </a:cubicBezTo>
                <a:cubicBezTo>
                  <a:pt x="81998" y="7728"/>
                  <a:pt x="74919" y="4477"/>
                  <a:pt x="69332" y="3185"/>
                </a:cubicBezTo>
                <a:cubicBezTo>
                  <a:pt x="63745" y="1894"/>
                  <a:pt x="57695" y="0"/>
                  <a:pt x="54093" y="1305"/>
                </a:cubicBezTo>
                <a:cubicBezTo>
                  <a:pt x="50491" y="2610"/>
                  <a:pt x="48593" y="6209"/>
                  <a:pt x="47720" y="11014"/>
                </a:cubicBezTo>
                <a:cubicBezTo>
                  <a:pt x="46848" y="15819"/>
                  <a:pt x="48476" y="23818"/>
                  <a:pt x="48860" y="30136"/>
                </a:cubicBezTo>
                <a:cubicBezTo>
                  <a:pt x="49244" y="36455"/>
                  <a:pt x="50504" y="43757"/>
                  <a:pt x="50025" y="48924"/>
                </a:cubicBezTo>
                <a:cubicBezTo>
                  <a:pt x="49545" y="54091"/>
                  <a:pt x="47931" y="57802"/>
                  <a:pt x="45982" y="61139"/>
                </a:cubicBezTo>
                <a:cubicBezTo>
                  <a:pt x="44033" y="64477"/>
                  <a:pt x="40872" y="66347"/>
                  <a:pt x="38331" y="68950"/>
                </a:cubicBezTo>
                <a:cubicBezTo>
                  <a:pt x="35791" y="71553"/>
                  <a:pt x="33256" y="74165"/>
                  <a:pt x="30738" y="76758"/>
                </a:cubicBezTo>
                <a:cubicBezTo>
                  <a:pt x="28219" y="79352"/>
                  <a:pt x="26016" y="82265"/>
                  <a:pt x="23220" y="84510"/>
                </a:cubicBezTo>
                <a:cubicBezTo>
                  <a:pt x="20424" y="86755"/>
                  <a:pt x="17045" y="88302"/>
                  <a:pt x="13962" y="90226"/>
                </a:cubicBezTo>
                <a:cubicBezTo>
                  <a:pt x="10878" y="92150"/>
                  <a:pt x="7026" y="93195"/>
                  <a:pt x="4721" y="96054"/>
                </a:cubicBezTo>
                <a:cubicBezTo>
                  <a:pt x="2416" y="98913"/>
                  <a:pt x="263" y="101998"/>
                  <a:pt x="132" y="107382"/>
                </a:cubicBezTo>
                <a:cubicBezTo>
                  <a:pt x="0" y="112766"/>
                  <a:pt x="3298" y="124864"/>
                  <a:pt x="3931" y="128361"/>
                </a:cubicBezTo>
                <a:cubicBezTo>
                  <a:pt x="4564" y="131857"/>
                  <a:pt x="881" y="127426"/>
                  <a:pt x="3931" y="128361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21"/>
                </a:srgbClr>
              </a:gs>
              <a:gs pos="18000">
                <a:srgbClr val="919191">
                  <a:alpha val="1862"/>
                </a:srgbClr>
              </a:gs>
              <a:gs pos="48000">
                <a:srgbClr val="919191">
                  <a:alpha val="3002"/>
                </a:srgbClr>
              </a:gs>
              <a:gs pos="78000">
                <a:srgbClr val="919191">
                  <a:alpha val="2252"/>
                </a:srgbClr>
              </a:gs>
              <a:gs pos="100000">
                <a:srgbClr val="919191">
                  <a:alpha val="134"/>
                </a:srgbClr>
              </a:gs>
            </a:gsLst>
            <a:lin ang="19296594" scaled="0"/>
          </a:gradFill>
          <a:ln w="0">
            <a:noFill/>
            <a:prstDash val="solid"/>
          </a:ln>
        </p:spPr>
      </p:sp>
      <p:sp>
        <p:nvSpPr>
          <p:cNvPr id="853" name="PANEL_A-intermittent-gas-wisp-5-feather-1_205">
            <a:extLst>
              <a:ext uri="{FF2B5EF4-FFF2-40B4-BE49-F238E27FC236}">
                <a16:creationId xmlns:a16="http://schemas.microsoft.com/office/drawing/2014/main" id="{B5681068-C9D6-4C37-B121-52F3C728F368}"/>
              </a:ext>
            </a:extLst>
          </p:cNvPr>
          <p:cNvSpPr>
            <a:spLocks/>
          </p:cNvSpPr>
          <p:nvPr/>
        </p:nvSpPr>
        <p:spPr>
          <a:xfrm>
            <a:off x="12848974" y="1088398"/>
            <a:ext cx="148468" cy="124587"/>
          </a:xfrm>
          <a:custGeom>
            <a:pathLst>
              <a:path w="155872" h="130800">
                <a:moveTo>
                  <a:pt x="2645" y="122644"/>
                </a:moveTo>
                <a:cubicBezTo>
                  <a:pt x="5290" y="123092"/>
                  <a:pt x="13278" y="124537"/>
                  <a:pt x="18515" y="125328"/>
                </a:cubicBezTo>
                <a:cubicBezTo>
                  <a:pt x="23752" y="126120"/>
                  <a:pt x="29049" y="126903"/>
                  <a:pt x="34066" y="127394"/>
                </a:cubicBezTo>
                <a:cubicBezTo>
                  <a:pt x="39083" y="127884"/>
                  <a:pt x="43598" y="127749"/>
                  <a:pt x="48616" y="128271"/>
                </a:cubicBezTo>
                <a:cubicBezTo>
                  <a:pt x="53634" y="128792"/>
                  <a:pt x="59624" y="130531"/>
                  <a:pt x="64173" y="130524"/>
                </a:cubicBezTo>
                <a:cubicBezTo>
                  <a:pt x="68722" y="130517"/>
                  <a:pt x="73451" y="130800"/>
                  <a:pt x="75908" y="128228"/>
                </a:cubicBezTo>
                <a:cubicBezTo>
                  <a:pt x="78365" y="125657"/>
                  <a:pt x="78033" y="119642"/>
                  <a:pt x="78915" y="115094"/>
                </a:cubicBezTo>
                <a:cubicBezTo>
                  <a:pt x="79797" y="110546"/>
                  <a:pt x="79029" y="103892"/>
                  <a:pt x="81202" y="100943"/>
                </a:cubicBezTo>
                <a:cubicBezTo>
                  <a:pt x="83375" y="97994"/>
                  <a:pt x="87924" y="98007"/>
                  <a:pt x="91955" y="97401"/>
                </a:cubicBezTo>
                <a:cubicBezTo>
                  <a:pt x="95987" y="96795"/>
                  <a:pt x="101890" y="98584"/>
                  <a:pt x="105392" y="97308"/>
                </a:cubicBezTo>
                <a:cubicBezTo>
                  <a:pt x="108894" y="96031"/>
                  <a:pt x="110759" y="92673"/>
                  <a:pt x="112967" y="89741"/>
                </a:cubicBezTo>
                <a:cubicBezTo>
                  <a:pt x="115174" y="86809"/>
                  <a:pt x="116289" y="82459"/>
                  <a:pt x="118635" y="79716"/>
                </a:cubicBezTo>
                <a:cubicBezTo>
                  <a:pt x="120981" y="76973"/>
                  <a:pt x="124702" y="76026"/>
                  <a:pt x="127043" y="73282"/>
                </a:cubicBezTo>
                <a:cubicBezTo>
                  <a:pt x="129384" y="70537"/>
                  <a:pt x="131641" y="67711"/>
                  <a:pt x="132680" y="63248"/>
                </a:cubicBezTo>
                <a:cubicBezTo>
                  <a:pt x="133720" y="58785"/>
                  <a:pt x="132595" y="51470"/>
                  <a:pt x="133281" y="46505"/>
                </a:cubicBezTo>
                <a:cubicBezTo>
                  <a:pt x="133966" y="41540"/>
                  <a:pt x="134659" y="36530"/>
                  <a:pt x="136793" y="33457"/>
                </a:cubicBezTo>
                <a:cubicBezTo>
                  <a:pt x="138928" y="30385"/>
                  <a:pt x="143251" y="30223"/>
                  <a:pt x="146086" y="28070"/>
                </a:cubicBezTo>
                <a:cubicBezTo>
                  <a:pt x="148921" y="25918"/>
                  <a:pt x="152528" y="24733"/>
                  <a:pt x="153804" y="20544"/>
                </a:cubicBezTo>
                <a:cubicBezTo>
                  <a:pt x="155079" y="16355"/>
                  <a:pt x="153750" y="5870"/>
                  <a:pt x="153739" y="2935"/>
                </a:cubicBezTo>
                <a:cubicBezTo>
                  <a:pt x="153729" y="0"/>
                  <a:pt x="155872" y="2842"/>
                  <a:pt x="153739" y="2935"/>
                </a:cubicBezTo>
                <a:cubicBezTo>
                  <a:pt x="151607" y="3028"/>
                  <a:pt x="145133" y="3141"/>
                  <a:pt x="140944" y="3492"/>
                </a:cubicBezTo>
                <a:cubicBezTo>
                  <a:pt x="136756" y="3842"/>
                  <a:pt x="132624" y="4400"/>
                  <a:pt x="128607" y="5037"/>
                </a:cubicBezTo>
                <a:cubicBezTo>
                  <a:pt x="124590" y="5673"/>
                  <a:pt x="120790" y="6553"/>
                  <a:pt x="116842" y="7312"/>
                </a:cubicBezTo>
                <a:cubicBezTo>
                  <a:pt x="112894" y="8071"/>
                  <a:pt x="109285" y="9322"/>
                  <a:pt x="104920" y="9591"/>
                </a:cubicBezTo>
                <a:cubicBezTo>
                  <a:pt x="100555" y="9861"/>
                  <a:pt x="95741" y="9593"/>
                  <a:pt x="90651" y="8929"/>
                </a:cubicBezTo>
                <a:cubicBezTo>
                  <a:pt x="85561" y="8265"/>
                  <a:pt x="79356" y="6130"/>
                  <a:pt x="74378" y="5606"/>
                </a:cubicBezTo>
                <a:cubicBezTo>
                  <a:pt x="69400" y="5081"/>
                  <a:pt x="64117" y="4153"/>
                  <a:pt x="60783" y="5782"/>
                </a:cubicBezTo>
                <a:cubicBezTo>
                  <a:pt x="57450" y="7411"/>
                  <a:pt x="55504" y="10918"/>
                  <a:pt x="54378" y="15379"/>
                </a:cubicBezTo>
                <a:cubicBezTo>
                  <a:pt x="53251" y="19840"/>
                  <a:pt x="54131" y="26868"/>
                  <a:pt x="54024" y="32551"/>
                </a:cubicBezTo>
                <a:cubicBezTo>
                  <a:pt x="53917" y="38233"/>
                  <a:pt x="54532" y="44716"/>
                  <a:pt x="53735" y="49472"/>
                </a:cubicBezTo>
                <a:cubicBezTo>
                  <a:pt x="52937" y="54228"/>
                  <a:pt x="51251" y="57841"/>
                  <a:pt x="49237" y="61086"/>
                </a:cubicBezTo>
                <a:cubicBezTo>
                  <a:pt x="47223" y="64330"/>
                  <a:pt x="44222" y="66384"/>
                  <a:pt x="41651" y="68938"/>
                </a:cubicBezTo>
                <a:cubicBezTo>
                  <a:pt x="39079" y="71491"/>
                  <a:pt x="36453" y="73976"/>
                  <a:pt x="33810" y="76407"/>
                </a:cubicBezTo>
                <a:cubicBezTo>
                  <a:pt x="31168" y="78837"/>
                  <a:pt x="28713" y="81435"/>
                  <a:pt x="25794" y="83520"/>
                </a:cubicBezTo>
                <a:cubicBezTo>
                  <a:pt x="22875" y="85605"/>
                  <a:pt x="19452" y="87091"/>
                  <a:pt x="16297" y="88919"/>
                </a:cubicBezTo>
                <a:cubicBezTo>
                  <a:pt x="13142" y="90746"/>
                  <a:pt x="9367" y="91873"/>
                  <a:pt x="6864" y="94485"/>
                </a:cubicBezTo>
                <a:cubicBezTo>
                  <a:pt x="4361" y="97097"/>
                  <a:pt x="1981" y="99898"/>
                  <a:pt x="1278" y="104591"/>
                </a:cubicBezTo>
                <a:cubicBezTo>
                  <a:pt x="575" y="109284"/>
                  <a:pt x="2417" y="119635"/>
                  <a:pt x="2645" y="122644"/>
                </a:cubicBezTo>
                <a:cubicBezTo>
                  <a:pt x="2873" y="125653"/>
                  <a:pt x="0" y="122197"/>
                  <a:pt x="2645" y="122644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60"/>
                </a:srgbClr>
              </a:gs>
              <a:gs pos="18000">
                <a:srgbClr val="767676">
                  <a:alpha val="2482"/>
                </a:srgbClr>
              </a:gs>
              <a:gs pos="48000">
                <a:srgbClr val="767676">
                  <a:alpha val="4004"/>
                </a:srgbClr>
              </a:gs>
              <a:gs pos="78000">
                <a:srgbClr val="767676">
                  <a:alpha val="3002"/>
                </a:srgbClr>
              </a:gs>
              <a:gs pos="100000">
                <a:srgbClr val="767676">
                  <a:alpha val="180"/>
                </a:srgbClr>
              </a:gs>
            </a:gsLst>
            <a:lin ang="19296594" scaled="0"/>
          </a:gradFill>
          <a:ln w="0">
            <a:noFill/>
            <a:prstDash val="solid"/>
          </a:ln>
        </p:spPr>
      </p:sp>
      <p:sp>
        <p:nvSpPr>
          <p:cNvPr id="854" name="PANEL_A-intermittent-gas-wisp-5-feather-2_206">
            <a:extLst>
              <a:ext uri="{FF2B5EF4-FFF2-40B4-BE49-F238E27FC236}">
                <a16:creationId xmlns:a16="http://schemas.microsoft.com/office/drawing/2014/main" id="{21D452B9-0966-4D8B-B9FF-B1311F6754A6}"/>
              </a:ext>
            </a:extLst>
          </p:cNvPr>
          <p:cNvSpPr>
            <a:spLocks/>
          </p:cNvSpPr>
          <p:nvPr/>
        </p:nvSpPr>
        <p:spPr>
          <a:xfrm>
            <a:off x="12849395" y="1088887"/>
            <a:ext cx="147788" cy="118689"/>
          </a:xfrm>
          <a:custGeom>
            <a:pathLst>
              <a:path w="155158" h="124608">
                <a:moveTo>
                  <a:pt x="2203" y="122131"/>
                </a:moveTo>
                <a:cubicBezTo>
                  <a:pt x="4406" y="122047"/>
                  <a:pt x="10957" y="121768"/>
                  <a:pt x="15422" y="121626"/>
                </a:cubicBezTo>
                <a:cubicBezTo>
                  <a:pt x="19888" y="121484"/>
                  <a:pt x="24535" y="121473"/>
                  <a:pt x="28994" y="121279"/>
                </a:cubicBezTo>
                <a:cubicBezTo>
                  <a:pt x="33454" y="121084"/>
                  <a:pt x="37658" y="120555"/>
                  <a:pt x="42181" y="120459"/>
                </a:cubicBezTo>
                <a:cubicBezTo>
                  <a:pt x="46704" y="120363"/>
                  <a:pt x="51951" y="121177"/>
                  <a:pt x="56132" y="120704"/>
                </a:cubicBezTo>
                <a:cubicBezTo>
                  <a:pt x="60314" y="120231"/>
                  <a:pt x="64618" y="119973"/>
                  <a:pt x="67268" y="117622"/>
                </a:cubicBezTo>
                <a:cubicBezTo>
                  <a:pt x="69918" y="115272"/>
                  <a:pt x="70596" y="110481"/>
                  <a:pt x="72031" y="106601"/>
                </a:cubicBezTo>
                <a:cubicBezTo>
                  <a:pt x="73466" y="102721"/>
                  <a:pt x="73684" y="97281"/>
                  <a:pt x="75879" y="94343"/>
                </a:cubicBezTo>
                <a:cubicBezTo>
                  <a:pt x="78075" y="91406"/>
                  <a:pt x="81820" y="90408"/>
                  <a:pt x="85203" y="88974"/>
                </a:cubicBezTo>
                <a:cubicBezTo>
                  <a:pt x="88587" y="87540"/>
                  <a:pt x="93188" y="87677"/>
                  <a:pt x="96181" y="85739"/>
                </a:cubicBezTo>
                <a:cubicBezTo>
                  <a:pt x="99174" y="83800"/>
                  <a:pt x="101011" y="80372"/>
                  <a:pt x="103163" y="77345"/>
                </a:cubicBezTo>
                <a:cubicBezTo>
                  <a:pt x="105315" y="74318"/>
                  <a:pt x="106737" y="70328"/>
                  <a:pt x="109094" y="67574"/>
                </a:cubicBezTo>
                <a:cubicBezTo>
                  <a:pt x="111451" y="64820"/>
                  <a:pt x="114816" y="63397"/>
                  <a:pt x="117304" y="60822"/>
                </a:cubicBezTo>
                <a:cubicBezTo>
                  <a:pt x="119793" y="58246"/>
                  <a:pt x="122310" y="55728"/>
                  <a:pt x="124025" y="52119"/>
                </a:cubicBezTo>
                <a:cubicBezTo>
                  <a:pt x="125740" y="48510"/>
                  <a:pt x="126050" y="43030"/>
                  <a:pt x="127595" y="39166"/>
                </a:cubicBezTo>
                <a:cubicBezTo>
                  <a:pt x="129139" y="35301"/>
                  <a:pt x="130748" y="31481"/>
                  <a:pt x="133291" y="28934"/>
                </a:cubicBezTo>
                <a:cubicBezTo>
                  <a:pt x="135835" y="26386"/>
                  <a:pt x="139897" y="25878"/>
                  <a:pt x="142854" y="23881"/>
                </a:cubicBezTo>
                <a:cubicBezTo>
                  <a:pt x="145812" y="21883"/>
                  <a:pt x="149298" y="20526"/>
                  <a:pt x="151038" y="16949"/>
                </a:cubicBezTo>
                <a:cubicBezTo>
                  <a:pt x="152779" y="13373"/>
                  <a:pt x="152921" y="4843"/>
                  <a:pt x="153298" y="2421"/>
                </a:cubicBezTo>
                <a:cubicBezTo>
                  <a:pt x="153674" y="0"/>
                  <a:pt x="155158" y="1968"/>
                  <a:pt x="153298" y="2421"/>
                </a:cubicBezTo>
                <a:cubicBezTo>
                  <a:pt x="151437" y="2875"/>
                  <a:pt x="145893" y="4225"/>
                  <a:pt x="142135" y="5143"/>
                </a:cubicBezTo>
                <a:cubicBezTo>
                  <a:pt x="138378" y="6062"/>
                  <a:pt x="134530" y="6986"/>
                  <a:pt x="130754" y="7934"/>
                </a:cubicBezTo>
                <a:cubicBezTo>
                  <a:pt x="126978" y="8882"/>
                  <a:pt x="123278" y="9887"/>
                  <a:pt x="119479" y="10833"/>
                </a:cubicBezTo>
                <a:cubicBezTo>
                  <a:pt x="115680" y="11779"/>
                  <a:pt x="112052" y="12997"/>
                  <a:pt x="107960" y="13610"/>
                </a:cubicBezTo>
                <a:cubicBezTo>
                  <a:pt x="103868" y="14224"/>
                  <a:pt x="99447" y="14454"/>
                  <a:pt x="94928" y="14513"/>
                </a:cubicBezTo>
                <a:cubicBezTo>
                  <a:pt x="90408" y="14573"/>
                  <a:pt x="85158" y="13656"/>
                  <a:pt x="80844" y="13969"/>
                </a:cubicBezTo>
                <a:cubicBezTo>
                  <a:pt x="76530" y="14281"/>
                  <a:pt x="72083" y="14407"/>
                  <a:pt x="69043" y="16389"/>
                </a:cubicBezTo>
                <a:cubicBezTo>
                  <a:pt x="66003" y="18372"/>
                  <a:pt x="64005" y="21777"/>
                  <a:pt x="62601" y="25864"/>
                </a:cubicBezTo>
                <a:cubicBezTo>
                  <a:pt x="61197" y="29950"/>
                  <a:pt x="61261" y="35919"/>
                  <a:pt x="60618" y="40907"/>
                </a:cubicBezTo>
                <a:cubicBezTo>
                  <a:pt x="59975" y="45895"/>
                  <a:pt x="59888" y="51486"/>
                  <a:pt x="58743" y="55793"/>
                </a:cubicBezTo>
                <a:cubicBezTo>
                  <a:pt x="57598" y="60100"/>
                  <a:pt x="55835" y="63607"/>
                  <a:pt x="53750" y="66750"/>
                </a:cubicBezTo>
                <a:cubicBezTo>
                  <a:pt x="51665" y="69892"/>
                  <a:pt x="48837" y="72147"/>
                  <a:pt x="46233" y="74647"/>
                </a:cubicBezTo>
                <a:cubicBezTo>
                  <a:pt x="43628" y="77146"/>
                  <a:pt x="40902" y="79493"/>
                  <a:pt x="38123" y="81746"/>
                </a:cubicBezTo>
                <a:cubicBezTo>
                  <a:pt x="35345" y="83999"/>
                  <a:pt x="32615" y="86251"/>
                  <a:pt x="29562" y="88163"/>
                </a:cubicBezTo>
                <a:cubicBezTo>
                  <a:pt x="26509" y="90074"/>
                  <a:pt x="23039" y="91493"/>
                  <a:pt x="19806" y="93215"/>
                </a:cubicBezTo>
                <a:cubicBezTo>
                  <a:pt x="16572" y="94938"/>
                  <a:pt x="12881" y="96154"/>
                  <a:pt x="10162" y="98496"/>
                </a:cubicBezTo>
                <a:cubicBezTo>
                  <a:pt x="7443" y="100839"/>
                  <a:pt x="4815" y="103330"/>
                  <a:pt x="3489" y="107269"/>
                </a:cubicBezTo>
                <a:cubicBezTo>
                  <a:pt x="2162" y="111208"/>
                  <a:pt x="2417" y="119654"/>
                  <a:pt x="2203" y="122131"/>
                </a:cubicBezTo>
                <a:cubicBezTo>
                  <a:pt x="1989" y="124608"/>
                  <a:pt x="0" y="122215"/>
                  <a:pt x="2203" y="122131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06"/>
                </a:srgbClr>
              </a:gs>
              <a:gs pos="18000">
                <a:srgbClr val="767676">
                  <a:alpha val="3186"/>
                </a:srgbClr>
              </a:gs>
              <a:gs pos="48000">
                <a:srgbClr val="767676">
                  <a:alpha val="5137"/>
                </a:srgbClr>
              </a:gs>
              <a:gs pos="78000">
                <a:srgbClr val="767676">
                  <a:alpha val="3854"/>
                </a:srgbClr>
              </a:gs>
              <a:gs pos="100000">
                <a:srgbClr val="767676">
                  <a:alpha val="231"/>
                </a:srgbClr>
              </a:gs>
            </a:gsLst>
            <a:lin ang="19296594" scaled="0"/>
          </a:gradFill>
          <a:ln w="0">
            <a:noFill/>
            <a:prstDash val="solid"/>
          </a:ln>
        </p:spPr>
      </p:sp>
      <p:sp>
        <p:nvSpPr>
          <p:cNvPr id="855" name="PANEL_A-intermittent-gas-core-6-feather-0_207">
            <a:extLst>
              <a:ext uri="{FF2B5EF4-FFF2-40B4-BE49-F238E27FC236}">
                <a16:creationId xmlns:a16="http://schemas.microsoft.com/office/drawing/2014/main" id="{9D603159-0DEF-450D-9FBE-83BDBC911BA9}"/>
              </a:ext>
            </a:extLst>
          </p:cNvPr>
          <p:cNvSpPr>
            <a:spLocks/>
          </p:cNvSpPr>
          <p:nvPr/>
        </p:nvSpPr>
        <p:spPr>
          <a:xfrm>
            <a:off x="13054633" y="1003440"/>
            <a:ext cx="294338" cy="304599"/>
          </a:xfrm>
          <a:custGeom>
            <a:pathLst>
              <a:path w="309016" h="319789">
                <a:moveTo>
                  <a:pt x="41498" y="223888"/>
                </a:moveTo>
                <a:cubicBezTo>
                  <a:pt x="49522" y="230294"/>
                  <a:pt x="79011" y="256734"/>
                  <a:pt x="89641" y="262324"/>
                </a:cubicBezTo>
                <a:cubicBezTo>
                  <a:pt x="100270" y="267914"/>
                  <a:pt x="101708" y="261314"/>
                  <a:pt x="105274" y="257428"/>
                </a:cubicBezTo>
                <a:cubicBezTo>
                  <a:pt x="108840" y="253542"/>
                  <a:pt x="105637" y="240324"/>
                  <a:pt x="111039" y="239008"/>
                </a:cubicBezTo>
                <a:cubicBezTo>
                  <a:pt x="116441" y="237692"/>
                  <a:pt x="126511" y="242722"/>
                  <a:pt x="137684" y="249533"/>
                </a:cubicBezTo>
                <a:cubicBezTo>
                  <a:pt x="148857" y="256343"/>
                  <a:pt x="166842" y="272781"/>
                  <a:pt x="178076" y="279872"/>
                </a:cubicBezTo>
                <a:cubicBezTo>
                  <a:pt x="189310" y="286962"/>
                  <a:pt x="197077" y="289361"/>
                  <a:pt x="205087" y="292076"/>
                </a:cubicBezTo>
                <a:cubicBezTo>
                  <a:pt x="213097" y="294791"/>
                  <a:pt x="217600" y="292550"/>
                  <a:pt x="226139" y="296161"/>
                </a:cubicBezTo>
                <a:cubicBezTo>
                  <a:pt x="234678" y="299772"/>
                  <a:pt x="248504" y="311096"/>
                  <a:pt x="256321" y="313741"/>
                </a:cubicBezTo>
                <a:cubicBezTo>
                  <a:pt x="264138" y="316386"/>
                  <a:pt x="272308" y="319789"/>
                  <a:pt x="273041" y="312033"/>
                </a:cubicBezTo>
                <a:cubicBezTo>
                  <a:pt x="273775" y="304276"/>
                  <a:pt x="264009" y="281044"/>
                  <a:pt x="260723" y="267201"/>
                </a:cubicBezTo>
                <a:cubicBezTo>
                  <a:pt x="257436" y="253357"/>
                  <a:pt x="250646" y="233993"/>
                  <a:pt x="253321" y="228970"/>
                </a:cubicBezTo>
                <a:cubicBezTo>
                  <a:pt x="255996" y="223947"/>
                  <a:pt x="268365" y="233385"/>
                  <a:pt x="276773" y="237062"/>
                </a:cubicBezTo>
                <a:cubicBezTo>
                  <a:pt x="285181" y="240740"/>
                  <a:pt x="298524" y="252143"/>
                  <a:pt x="303770" y="251036"/>
                </a:cubicBezTo>
                <a:cubicBezTo>
                  <a:pt x="309016" y="249929"/>
                  <a:pt x="308215" y="239646"/>
                  <a:pt x="308250" y="230418"/>
                </a:cubicBezTo>
                <a:cubicBezTo>
                  <a:pt x="308284" y="221190"/>
                  <a:pt x="305039" y="206773"/>
                  <a:pt x="303978" y="195670"/>
                </a:cubicBezTo>
                <a:cubicBezTo>
                  <a:pt x="302917" y="184567"/>
                  <a:pt x="303878" y="176594"/>
                  <a:pt x="301883" y="163802"/>
                </a:cubicBezTo>
                <a:cubicBezTo>
                  <a:pt x="299888" y="151011"/>
                  <a:pt x="296215" y="135518"/>
                  <a:pt x="292009" y="118922"/>
                </a:cubicBezTo>
                <a:cubicBezTo>
                  <a:pt x="287803" y="102325"/>
                  <a:pt x="279207" y="73340"/>
                  <a:pt x="276647" y="64223"/>
                </a:cubicBezTo>
                <a:cubicBezTo>
                  <a:pt x="274087" y="55107"/>
                  <a:pt x="283231" y="69799"/>
                  <a:pt x="276647" y="64223"/>
                </a:cubicBezTo>
                <a:cubicBezTo>
                  <a:pt x="270063" y="58648"/>
                  <a:pt x="249429" y="40393"/>
                  <a:pt x="237145" y="30772"/>
                </a:cubicBezTo>
                <a:cubicBezTo>
                  <a:pt x="224861" y="21150"/>
                  <a:pt x="212269" y="11210"/>
                  <a:pt x="202941" y="6495"/>
                </a:cubicBezTo>
                <a:cubicBezTo>
                  <a:pt x="193613" y="1781"/>
                  <a:pt x="186007" y="0"/>
                  <a:pt x="181179" y="2484"/>
                </a:cubicBezTo>
                <a:cubicBezTo>
                  <a:pt x="176350" y="4967"/>
                  <a:pt x="175944" y="14466"/>
                  <a:pt x="173969" y="21397"/>
                </a:cubicBezTo>
                <a:cubicBezTo>
                  <a:pt x="171994" y="28329"/>
                  <a:pt x="172304" y="38741"/>
                  <a:pt x="169326" y="44074"/>
                </a:cubicBezTo>
                <a:cubicBezTo>
                  <a:pt x="166349" y="49406"/>
                  <a:pt x="161556" y="51864"/>
                  <a:pt x="156104" y="53394"/>
                </a:cubicBezTo>
                <a:cubicBezTo>
                  <a:pt x="150653" y="54924"/>
                  <a:pt x="142933" y="53003"/>
                  <a:pt x="136615" y="53254"/>
                </a:cubicBezTo>
                <a:cubicBezTo>
                  <a:pt x="130298" y="53505"/>
                  <a:pt x="124593" y="54702"/>
                  <a:pt x="118197" y="54899"/>
                </a:cubicBezTo>
                <a:cubicBezTo>
                  <a:pt x="111801" y="55096"/>
                  <a:pt x="106615" y="57067"/>
                  <a:pt x="98241" y="54438"/>
                </a:cubicBezTo>
                <a:cubicBezTo>
                  <a:pt x="89867" y="51808"/>
                  <a:pt x="79246" y="45865"/>
                  <a:pt x="67953" y="39123"/>
                </a:cubicBezTo>
                <a:cubicBezTo>
                  <a:pt x="56660" y="32380"/>
                  <a:pt x="41069" y="19509"/>
                  <a:pt x="30482" y="13982"/>
                </a:cubicBezTo>
                <a:cubicBezTo>
                  <a:pt x="19896" y="8455"/>
                  <a:pt x="8866" y="2577"/>
                  <a:pt x="4433" y="5961"/>
                </a:cubicBezTo>
                <a:cubicBezTo>
                  <a:pt x="0" y="9346"/>
                  <a:pt x="1104" y="20794"/>
                  <a:pt x="3883" y="34289"/>
                </a:cubicBezTo>
                <a:cubicBezTo>
                  <a:pt x="6662" y="47784"/>
                  <a:pt x="15732" y="70042"/>
                  <a:pt x="21107" y="86931"/>
                </a:cubicBezTo>
                <a:cubicBezTo>
                  <a:pt x="26483" y="103821"/>
                  <a:pt x="33072" y="122188"/>
                  <a:pt x="36138" y="135628"/>
                </a:cubicBezTo>
                <a:cubicBezTo>
                  <a:pt x="39203" y="149067"/>
                  <a:pt x="39256" y="158183"/>
                  <a:pt x="39500" y="167568"/>
                </a:cubicBezTo>
                <a:cubicBezTo>
                  <a:pt x="39743" y="176954"/>
                  <a:pt x="37267" y="182553"/>
                  <a:pt x="37600" y="191940"/>
                </a:cubicBezTo>
                <a:cubicBezTo>
                  <a:pt x="37933" y="201326"/>
                  <a:pt x="40848" y="218563"/>
                  <a:pt x="41498" y="223888"/>
                </a:cubicBezTo>
                <a:cubicBezTo>
                  <a:pt x="42147" y="229212"/>
                  <a:pt x="33474" y="217482"/>
                  <a:pt x="41498" y="223888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51"/>
                </a:srgbClr>
              </a:gs>
              <a:gs pos="18000">
                <a:srgbClr val="919191">
                  <a:alpha val="2356"/>
                </a:srgbClr>
              </a:gs>
              <a:gs pos="48000">
                <a:srgbClr val="919191">
                  <a:alpha val="3800"/>
                </a:srgbClr>
              </a:gs>
              <a:gs pos="78000">
                <a:srgbClr val="919191">
                  <a:alpha val="2849"/>
                </a:srgbClr>
              </a:gs>
              <a:gs pos="100000">
                <a:srgbClr val="919191">
                  <a:alpha val="172"/>
                </a:srgbClr>
              </a:gs>
            </a:gsLst>
            <a:lin ang="19549423" scaled="0"/>
          </a:gradFill>
          <a:ln w="0">
            <a:noFill/>
            <a:prstDash val="solid"/>
          </a:ln>
        </p:spPr>
      </p:sp>
      <p:sp>
        <p:nvSpPr>
          <p:cNvPr id="856" name="PANEL_A-intermittent-gas-core-6-feather-1_208">
            <a:extLst>
              <a:ext uri="{FF2B5EF4-FFF2-40B4-BE49-F238E27FC236}">
                <a16:creationId xmlns:a16="http://schemas.microsoft.com/office/drawing/2014/main" id="{DF620B55-E6B9-4EB5-886C-1EB29A0C3833}"/>
              </a:ext>
            </a:extLst>
          </p:cNvPr>
          <p:cNvSpPr>
            <a:spLocks/>
          </p:cNvSpPr>
          <p:nvPr/>
        </p:nvSpPr>
        <p:spPr>
          <a:xfrm>
            <a:off x="13075039" y="1022205"/>
            <a:ext cx="257873" cy="248695"/>
          </a:xfrm>
          <a:custGeom>
            <a:pathLst>
              <a:path w="270733" h="261097">
                <a:moveTo>
                  <a:pt x="20074" y="204187"/>
                </a:moveTo>
                <a:cubicBezTo>
                  <a:pt x="26880" y="208946"/>
                  <a:pt x="51699" y="229089"/>
                  <a:pt x="60910" y="232741"/>
                </a:cubicBezTo>
                <a:cubicBezTo>
                  <a:pt x="70120" y="236392"/>
                  <a:pt x="71902" y="230199"/>
                  <a:pt x="75335" y="226094"/>
                </a:cubicBezTo>
                <a:cubicBezTo>
                  <a:pt x="78768" y="221990"/>
                  <a:pt x="76753" y="210376"/>
                  <a:pt x="81505" y="208114"/>
                </a:cubicBezTo>
                <a:cubicBezTo>
                  <a:pt x="86257" y="205852"/>
                  <a:pt x="94553" y="208397"/>
                  <a:pt x="103848" y="212520"/>
                </a:cubicBezTo>
                <a:cubicBezTo>
                  <a:pt x="113143" y="216643"/>
                  <a:pt x="127751" y="228265"/>
                  <a:pt x="137276" y="232854"/>
                </a:cubicBezTo>
                <a:cubicBezTo>
                  <a:pt x="146801" y="237444"/>
                  <a:pt x="153720" y="238502"/>
                  <a:pt x="160998" y="240056"/>
                </a:cubicBezTo>
                <a:cubicBezTo>
                  <a:pt x="168276" y="241610"/>
                  <a:pt x="172984" y="239532"/>
                  <a:pt x="180944" y="242178"/>
                </a:cubicBezTo>
                <a:cubicBezTo>
                  <a:pt x="188904" y="244824"/>
                  <a:pt x="201171" y="253752"/>
                  <a:pt x="208757" y="255931"/>
                </a:cubicBezTo>
                <a:cubicBezTo>
                  <a:pt x="216342" y="258110"/>
                  <a:pt x="224346" y="261097"/>
                  <a:pt x="226456" y="255254"/>
                </a:cubicBezTo>
                <a:cubicBezTo>
                  <a:pt x="228567" y="249410"/>
                  <a:pt x="222547" y="231594"/>
                  <a:pt x="221420" y="220869"/>
                </a:cubicBezTo>
                <a:cubicBezTo>
                  <a:pt x="220293" y="210143"/>
                  <a:pt x="216392" y="195061"/>
                  <a:pt x="219696" y="190899"/>
                </a:cubicBezTo>
                <a:cubicBezTo>
                  <a:pt x="223000" y="186736"/>
                  <a:pt x="233736" y="193669"/>
                  <a:pt x="241244" y="195893"/>
                </a:cubicBezTo>
                <a:cubicBezTo>
                  <a:pt x="248753" y="198117"/>
                  <a:pt x="259936" y="206109"/>
                  <a:pt x="264747" y="204244"/>
                </a:cubicBezTo>
                <a:cubicBezTo>
                  <a:pt x="269559" y="202378"/>
                  <a:pt x="269490" y="193104"/>
                  <a:pt x="270112" y="184700"/>
                </a:cubicBezTo>
                <a:cubicBezTo>
                  <a:pt x="270733" y="176296"/>
                  <a:pt x="268693" y="163676"/>
                  <a:pt x="268474" y="153819"/>
                </a:cubicBezTo>
                <a:cubicBezTo>
                  <a:pt x="268255" y="143963"/>
                  <a:pt x="269598" y="136513"/>
                  <a:pt x="268796" y="125559"/>
                </a:cubicBezTo>
                <a:cubicBezTo>
                  <a:pt x="267994" y="114605"/>
                  <a:pt x="265924" y="101603"/>
                  <a:pt x="263662" y="88097"/>
                </a:cubicBezTo>
                <a:cubicBezTo>
                  <a:pt x="261400" y="74591"/>
                  <a:pt x="256630" y="51785"/>
                  <a:pt x="255223" y="44523"/>
                </a:cubicBezTo>
                <a:cubicBezTo>
                  <a:pt x="253817" y="37261"/>
                  <a:pt x="260949" y="48720"/>
                  <a:pt x="255223" y="44523"/>
                </a:cubicBezTo>
                <a:cubicBezTo>
                  <a:pt x="249497" y="40326"/>
                  <a:pt x="231468" y="26284"/>
                  <a:pt x="220868" y="19340"/>
                </a:cubicBezTo>
                <a:cubicBezTo>
                  <a:pt x="210267" y="12396"/>
                  <a:pt x="199651" y="5561"/>
                  <a:pt x="191621" y="2860"/>
                </a:cubicBezTo>
                <a:cubicBezTo>
                  <a:pt x="183592" y="159"/>
                  <a:pt x="177066" y="0"/>
                  <a:pt x="172691" y="3134"/>
                </a:cubicBezTo>
                <a:cubicBezTo>
                  <a:pt x="168316" y="6268"/>
                  <a:pt x="167508" y="15051"/>
                  <a:pt x="165373" y="21664"/>
                </a:cubicBezTo>
                <a:cubicBezTo>
                  <a:pt x="163238" y="28277"/>
                  <a:pt x="162923" y="37652"/>
                  <a:pt x="159881" y="42813"/>
                </a:cubicBezTo>
                <a:cubicBezTo>
                  <a:pt x="156839" y="47975"/>
                  <a:pt x="152325" y="50794"/>
                  <a:pt x="147123" y="52632"/>
                </a:cubicBezTo>
                <a:cubicBezTo>
                  <a:pt x="141920" y="54470"/>
                  <a:pt x="134811" y="53400"/>
                  <a:pt x="128665" y="53840"/>
                </a:cubicBezTo>
                <a:cubicBezTo>
                  <a:pt x="122520" y="54280"/>
                  <a:pt x="116676" y="55192"/>
                  <a:pt x="110250" y="55273"/>
                </a:cubicBezTo>
                <a:cubicBezTo>
                  <a:pt x="103825" y="55355"/>
                  <a:pt x="98182" y="56587"/>
                  <a:pt x="90112" y="54329"/>
                </a:cubicBezTo>
                <a:cubicBezTo>
                  <a:pt x="82042" y="52072"/>
                  <a:pt x="72126" y="47104"/>
                  <a:pt x="61829" y="41729"/>
                </a:cubicBezTo>
                <a:cubicBezTo>
                  <a:pt x="51533" y="36354"/>
                  <a:pt x="37889" y="26219"/>
                  <a:pt x="28332" y="22078"/>
                </a:cubicBezTo>
                <a:cubicBezTo>
                  <a:pt x="18775" y="17938"/>
                  <a:pt x="8975" y="13683"/>
                  <a:pt x="4488" y="16887"/>
                </a:cubicBezTo>
                <a:cubicBezTo>
                  <a:pt x="0" y="20091"/>
                  <a:pt x="1" y="29833"/>
                  <a:pt x="1406" y="41300"/>
                </a:cubicBezTo>
                <a:cubicBezTo>
                  <a:pt x="2811" y="52767"/>
                  <a:pt x="9306" y="71328"/>
                  <a:pt x="12918" y="85691"/>
                </a:cubicBezTo>
                <a:cubicBezTo>
                  <a:pt x="16531" y="100054"/>
                  <a:pt x="21230" y="115758"/>
                  <a:pt x="23082" y="127477"/>
                </a:cubicBezTo>
                <a:cubicBezTo>
                  <a:pt x="24934" y="139196"/>
                  <a:pt x="24492" y="147610"/>
                  <a:pt x="24031" y="156004"/>
                </a:cubicBezTo>
                <a:cubicBezTo>
                  <a:pt x="23570" y="164398"/>
                  <a:pt x="20978" y="169810"/>
                  <a:pt x="20318" y="177841"/>
                </a:cubicBezTo>
                <a:cubicBezTo>
                  <a:pt x="19659" y="185872"/>
                  <a:pt x="20115" y="199796"/>
                  <a:pt x="20074" y="204187"/>
                </a:cubicBezTo>
                <a:cubicBezTo>
                  <a:pt x="20033" y="208578"/>
                  <a:pt x="13268" y="199428"/>
                  <a:pt x="20074" y="20418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02"/>
                </a:srgbClr>
              </a:gs>
              <a:gs pos="18000">
                <a:srgbClr val="767676">
                  <a:alpha val="3142"/>
                </a:srgbClr>
              </a:gs>
              <a:gs pos="48000">
                <a:srgbClr val="767676">
                  <a:alpha val="5066"/>
                </a:srgbClr>
              </a:gs>
              <a:gs pos="78000">
                <a:srgbClr val="767676">
                  <a:alpha val="3800"/>
                </a:srgbClr>
              </a:gs>
              <a:gs pos="100000">
                <a:srgbClr val="767676">
                  <a:alpha val="228"/>
                </a:srgbClr>
              </a:gs>
            </a:gsLst>
            <a:lin ang="19549423" scaled="0"/>
          </a:gradFill>
          <a:ln w="0">
            <a:noFill/>
            <a:prstDash val="solid"/>
          </a:ln>
        </p:spPr>
      </p:sp>
      <p:sp>
        <p:nvSpPr>
          <p:cNvPr id="857" name="PANEL_A-intermittent-gas-core-6-feather-2_209">
            <a:extLst>
              <a:ext uri="{FF2B5EF4-FFF2-40B4-BE49-F238E27FC236}">
                <a16:creationId xmlns:a16="http://schemas.microsoft.com/office/drawing/2014/main" id="{758875F9-A209-4F13-985A-8370ABDCA65A}"/>
              </a:ext>
            </a:extLst>
          </p:cNvPr>
          <p:cNvSpPr>
            <a:spLocks/>
          </p:cNvSpPr>
          <p:nvPr/>
        </p:nvSpPr>
        <p:spPr>
          <a:xfrm>
            <a:off x="13088943" y="1041141"/>
            <a:ext cx="233759" cy="193943"/>
          </a:xfrm>
          <a:custGeom>
            <a:pathLst>
              <a:path w="245417" h="203615">
                <a:moveTo>
                  <a:pt x="5477" y="184307"/>
                </a:moveTo>
                <a:cubicBezTo>
                  <a:pt x="10955" y="187269"/>
                  <a:pt x="30679" y="200543"/>
                  <a:pt x="38341" y="202079"/>
                </a:cubicBezTo>
                <a:cubicBezTo>
                  <a:pt x="46003" y="203615"/>
                  <a:pt x="48162" y="197866"/>
                  <a:pt x="51449" y="193523"/>
                </a:cubicBezTo>
                <a:cubicBezTo>
                  <a:pt x="54735" y="189180"/>
                  <a:pt x="54017" y="179317"/>
                  <a:pt x="58061" y="176022"/>
                </a:cubicBezTo>
                <a:cubicBezTo>
                  <a:pt x="62105" y="172727"/>
                  <a:pt x="68464" y="172561"/>
                  <a:pt x="75711" y="173753"/>
                </a:cubicBezTo>
                <a:cubicBezTo>
                  <a:pt x="82958" y="174945"/>
                  <a:pt x="93882" y="181313"/>
                  <a:pt x="101542" y="183174"/>
                </a:cubicBezTo>
                <a:cubicBezTo>
                  <a:pt x="109203" y="185035"/>
                  <a:pt x="115196" y="184631"/>
                  <a:pt x="121675" y="184919"/>
                </a:cubicBezTo>
                <a:cubicBezTo>
                  <a:pt x="128154" y="185206"/>
                  <a:pt x="133087" y="183305"/>
                  <a:pt x="140416" y="184898"/>
                </a:cubicBezTo>
                <a:cubicBezTo>
                  <a:pt x="147744" y="186491"/>
                  <a:pt x="158311" y="192806"/>
                  <a:pt x="165643" y="194476"/>
                </a:cubicBezTo>
                <a:cubicBezTo>
                  <a:pt x="172976" y="196147"/>
                  <a:pt x="180798" y="198680"/>
                  <a:pt x="184411" y="194923"/>
                </a:cubicBezTo>
                <a:cubicBezTo>
                  <a:pt x="188024" y="191167"/>
                  <a:pt x="186090" y="179260"/>
                  <a:pt x="187319" y="171936"/>
                </a:cubicBezTo>
                <a:cubicBezTo>
                  <a:pt x="188549" y="164611"/>
                  <a:pt x="187798" y="154201"/>
                  <a:pt x="191788" y="150977"/>
                </a:cubicBezTo>
                <a:cubicBezTo>
                  <a:pt x="195778" y="147753"/>
                  <a:pt x="204733" y="151953"/>
                  <a:pt x="211260" y="152592"/>
                </a:cubicBezTo>
                <a:cubicBezTo>
                  <a:pt x="217788" y="153231"/>
                  <a:pt x="226615" y="157501"/>
                  <a:pt x="230952" y="154809"/>
                </a:cubicBezTo>
                <a:cubicBezTo>
                  <a:pt x="235289" y="152116"/>
                  <a:pt x="236020" y="143943"/>
                  <a:pt x="237281" y="136437"/>
                </a:cubicBezTo>
                <a:cubicBezTo>
                  <a:pt x="238542" y="128931"/>
                  <a:pt x="237818" y="118273"/>
                  <a:pt x="238518" y="109775"/>
                </a:cubicBezTo>
                <a:cubicBezTo>
                  <a:pt x="239217" y="101277"/>
                  <a:pt x="240977" y="94399"/>
                  <a:pt x="241476" y="85450"/>
                </a:cubicBezTo>
                <a:cubicBezTo>
                  <a:pt x="241975" y="76501"/>
                  <a:pt x="241653" y="66216"/>
                  <a:pt x="241512" y="56081"/>
                </a:cubicBezTo>
                <a:cubicBezTo>
                  <a:pt x="241370" y="45946"/>
                  <a:pt x="240774" y="29882"/>
                  <a:pt x="240627" y="24642"/>
                </a:cubicBezTo>
                <a:cubicBezTo>
                  <a:pt x="240479" y="19403"/>
                  <a:pt x="245417" y="27336"/>
                  <a:pt x="240627" y="24642"/>
                </a:cubicBezTo>
                <a:cubicBezTo>
                  <a:pt x="235836" y="21949"/>
                  <a:pt x="220648" y="12503"/>
                  <a:pt x="211885" y="8480"/>
                </a:cubicBezTo>
                <a:cubicBezTo>
                  <a:pt x="203122" y="4457"/>
                  <a:pt x="194661" y="1009"/>
                  <a:pt x="188047" y="504"/>
                </a:cubicBezTo>
                <a:cubicBezTo>
                  <a:pt x="181434" y="0"/>
                  <a:pt x="176086" y="1611"/>
                  <a:pt x="172206" y="5454"/>
                </a:cubicBezTo>
                <a:cubicBezTo>
                  <a:pt x="168326" y="9298"/>
                  <a:pt x="167078" y="17300"/>
                  <a:pt x="164769" y="23566"/>
                </a:cubicBezTo>
                <a:cubicBezTo>
                  <a:pt x="162460" y="29831"/>
                  <a:pt x="161464" y="38075"/>
                  <a:pt x="158352" y="43049"/>
                </a:cubicBezTo>
                <a:cubicBezTo>
                  <a:pt x="155240" y="48023"/>
                  <a:pt x="151030" y="51238"/>
                  <a:pt x="146099" y="53411"/>
                </a:cubicBezTo>
                <a:cubicBezTo>
                  <a:pt x="141168" y="55585"/>
                  <a:pt x="134724" y="55443"/>
                  <a:pt x="128767" y="56090"/>
                </a:cubicBezTo>
                <a:cubicBezTo>
                  <a:pt x="122810" y="56737"/>
                  <a:pt x="116814" y="57337"/>
                  <a:pt x="110356" y="57293"/>
                </a:cubicBezTo>
                <a:cubicBezTo>
                  <a:pt x="103898" y="57248"/>
                  <a:pt x="97757" y="57674"/>
                  <a:pt x="90019" y="55822"/>
                </a:cubicBezTo>
                <a:cubicBezTo>
                  <a:pt x="82280" y="53970"/>
                  <a:pt x="73134" y="50066"/>
                  <a:pt x="63924" y="46183"/>
                </a:cubicBezTo>
                <a:cubicBezTo>
                  <a:pt x="54715" y="42299"/>
                  <a:pt x="43195" y="35149"/>
                  <a:pt x="34761" y="32521"/>
                </a:cubicBezTo>
                <a:cubicBezTo>
                  <a:pt x="26327" y="29894"/>
                  <a:pt x="17869" y="27410"/>
                  <a:pt x="13322" y="30417"/>
                </a:cubicBezTo>
                <a:cubicBezTo>
                  <a:pt x="8775" y="33423"/>
                  <a:pt x="7572" y="41304"/>
                  <a:pt x="7478" y="50559"/>
                </a:cubicBezTo>
                <a:cubicBezTo>
                  <a:pt x="7385" y="59815"/>
                  <a:pt x="11070" y="74342"/>
                  <a:pt x="12760" y="85948"/>
                </a:cubicBezTo>
                <a:cubicBezTo>
                  <a:pt x="14449" y="97555"/>
                  <a:pt x="17086" y="110355"/>
                  <a:pt x="17614" y="120197"/>
                </a:cubicBezTo>
                <a:cubicBezTo>
                  <a:pt x="18143" y="130038"/>
                  <a:pt x="17160" y="137686"/>
                  <a:pt x="15931" y="144999"/>
                </a:cubicBezTo>
                <a:cubicBezTo>
                  <a:pt x="14701" y="152311"/>
                  <a:pt x="11982" y="157520"/>
                  <a:pt x="10239" y="164071"/>
                </a:cubicBezTo>
                <a:cubicBezTo>
                  <a:pt x="8497" y="170623"/>
                  <a:pt x="6271" y="180934"/>
                  <a:pt x="5477" y="184307"/>
                </a:cubicBezTo>
                <a:cubicBezTo>
                  <a:pt x="4684" y="187679"/>
                  <a:pt x="0" y="181345"/>
                  <a:pt x="5477" y="18430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60"/>
                </a:srgbClr>
              </a:gs>
              <a:gs pos="18000">
                <a:srgbClr val="767676">
                  <a:alpha val="4031"/>
                </a:srgbClr>
              </a:gs>
              <a:gs pos="48000">
                <a:srgbClr val="767676">
                  <a:alpha val="6502"/>
                </a:srgbClr>
              </a:gs>
              <a:gs pos="78000">
                <a:srgbClr val="767676">
                  <a:alpha val="4876"/>
                </a:srgbClr>
              </a:gs>
              <a:gs pos="100000">
                <a:srgbClr val="767676">
                  <a:alpha val="292"/>
                </a:srgbClr>
              </a:gs>
            </a:gsLst>
            <a:lin ang="19549423" scaled="0"/>
          </a:gradFill>
          <a:ln w="0">
            <a:noFill/>
            <a:prstDash val="solid"/>
          </a:ln>
        </p:spPr>
      </p:sp>
      <p:sp>
        <p:nvSpPr>
          <p:cNvPr id="858" name="PANEL_A-intermittent-gas-core-6-feather-3_210">
            <a:extLst>
              <a:ext uri="{FF2B5EF4-FFF2-40B4-BE49-F238E27FC236}">
                <a16:creationId xmlns:a16="http://schemas.microsoft.com/office/drawing/2014/main" id="{FF97B301-A4A3-41D2-A124-37A97DFDA890}"/>
              </a:ext>
            </a:extLst>
          </p:cNvPr>
          <p:cNvSpPr>
            <a:spLocks/>
          </p:cNvSpPr>
          <p:nvPr/>
        </p:nvSpPr>
        <p:spPr>
          <a:xfrm>
            <a:off x="13090208" y="1056702"/>
            <a:ext cx="231603" cy="167201"/>
          </a:xfrm>
          <a:custGeom>
            <a:pathLst>
              <a:path w="243152" h="175539">
                <a:moveTo>
                  <a:pt x="4149" y="167970"/>
                </a:moveTo>
                <a:cubicBezTo>
                  <a:pt x="8297" y="169135"/>
                  <a:pt x="22927" y="175539"/>
                  <a:pt x="29041" y="174960"/>
                </a:cubicBezTo>
                <a:cubicBezTo>
                  <a:pt x="35155" y="174381"/>
                  <a:pt x="37690" y="169076"/>
                  <a:pt x="40831" y="164495"/>
                </a:cubicBezTo>
                <a:cubicBezTo>
                  <a:pt x="43971" y="159914"/>
                  <a:pt x="44550" y="151802"/>
                  <a:pt x="47885" y="147474"/>
                </a:cubicBezTo>
                <a:cubicBezTo>
                  <a:pt x="51220" y="143146"/>
                  <a:pt x="55643" y="140269"/>
                  <a:pt x="60842" y="138530"/>
                </a:cubicBezTo>
                <a:cubicBezTo>
                  <a:pt x="66040" y="136790"/>
                  <a:pt x="73280" y="137904"/>
                  <a:pt x="79076" y="137037"/>
                </a:cubicBezTo>
                <a:cubicBezTo>
                  <a:pt x="84873" y="136169"/>
                  <a:pt x="89940" y="134304"/>
                  <a:pt x="95620" y="133324"/>
                </a:cubicBezTo>
                <a:cubicBezTo>
                  <a:pt x="101300" y="132345"/>
                  <a:pt x="106459" y="130622"/>
                  <a:pt x="113155" y="131162"/>
                </a:cubicBezTo>
                <a:cubicBezTo>
                  <a:pt x="119851" y="131702"/>
                  <a:pt x="128718" y="135403"/>
                  <a:pt x="135798" y="136565"/>
                </a:cubicBezTo>
                <a:cubicBezTo>
                  <a:pt x="142877" y="137728"/>
                  <a:pt x="150519" y="139807"/>
                  <a:pt x="155634" y="138137"/>
                </a:cubicBezTo>
                <a:cubicBezTo>
                  <a:pt x="160748" y="136467"/>
                  <a:pt x="162901" y="130469"/>
                  <a:pt x="166487" y="126546"/>
                </a:cubicBezTo>
                <a:cubicBezTo>
                  <a:pt x="170072" y="122623"/>
                  <a:pt x="172472" y="116883"/>
                  <a:pt x="177148" y="114598"/>
                </a:cubicBezTo>
                <a:cubicBezTo>
                  <a:pt x="181825" y="112313"/>
                  <a:pt x="188998" y="113781"/>
                  <a:pt x="194545" y="112834"/>
                </a:cubicBezTo>
                <a:cubicBezTo>
                  <a:pt x="200091" y="111888"/>
                  <a:pt x="206562" y="112437"/>
                  <a:pt x="210424" y="108917"/>
                </a:cubicBezTo>
                <a:cubicBezTo>
                  <a:pt x="214287" y="105398"/>
                  <a:pt x="215818" y="98324"/>
                  <a:pt x="217718" y="91717"/>
                </a:cubicBezTo>
                <a:cubicBezTo>
                  <a:pt x="219619" y="85110"/>
                  <a:pt x="220212" y="76413"/>
                  <a:pt x="221829" y="69274"/>
                </a:cubicBezTo>
                <a:cubicBezTo>
                  <a:pt x="223447" y="62135"/>
                  <a:pt x="225624" y="55829"/>
                  <a:pt x="227424" y="48885"/>
                </a:cubicBezTo>
                <a:cubicBezTo>
                  <a:pt x="229224" y="41940"/>
                  <a:pt x="230651" y="34372"/>
                  <a:pt x="232630" y="27609"/>
                </a:cubicBezTo>
                <a:cubicBezTo>
                  <a:pt x="234609" y="20845"/>
                  <a:pt x="238187" y="11523"/>
                  <a:pt x="239298" y="8306"/>
                </a:cubicBezTo>
                <a:cubicBezTo>
                  <a:pt x="240409" y="5088"/>
                  <a:pt x="243152" y="9496"/>
                  <a:pt x="239298" y="8306"/>
                </a:cubicBezTo>
                <a:cubicBezTo>
                  <a:pt x="235443" y="7115"/>
                  <a:pt x="223097" y="2266"/>
                  <a:pt x="216171" y="1164"/>
                </a:cubicBezTo>
                <a:cubicBezTo>
                  <a:pt x="209245" y="61"/>
                  <a:pt x="202938" y="0"/>
                  <a:pt x="197742" y="1692"/>
                </a:cubicBezTo>
                <a:cubicBezTo>
                  <a:pt x="192545" y="3385"/>
                  <a:pt x="188374" y="6765"/>
                  <a:pt x="184989" y="11318"/>
                </a:cubicBezTo>
                <a:cubicBezTo>
                  <a:pt x="181605" y="15871"/>
                  <a:pt x="179917" y="23093"/>
                  <a:pt x="177434" y="29011"/>
                </a:cubicBezTo>
                <a:cubicBezTo>
                  <a:pt x="174951" y="34929"/>
                  <a:pt x="173273" y="42042"/>
                  <a:pt x="170091" y="46829"/>
                </a:cubicBezTo>
                <a:cubicBezTo>
                  <a:pt x="166909" y="51616"/>
                  <a:pt x="163003" y="55225"/>
                  <a:pt x="158344" y="57734"/>
                </a:cubicBezTo>
                <a:cubicBezTo>
                  <a:pt x="153685" y="60243"/>
                  <a:pt x="147906" y="61030"/>
                  <a:pt x="142137" y="61883"/>
                </a:cubicBezTo>
                <a:cubicBezTo>
                  <a:pt x="136367" y="62737"/>
                  <a:pt x="130219" y="63026"/>
                  <a:pt x="123729" y="62855"/>
                </a:cubicBezTo>
                <a:cubicBezTo>
                  <a:pt x="117238" y="62685"/>
                  <a:pt x="110600" y="62304"/>
                  <a:pt x="103194" y="60858"/>
                </a:cubicBezTo>
                <a:cubicBezTo>
                  <a:pt x="95787" y="59412"/>
                  <a:pt x="87410" y="56572"/>
                  <a:pt x="79287" y="54180"/>
                </a:cubicBezTo>
                <a:cubicBezTo>
                  <a:pt x="71165" y="51788"/>
                  <a:pt x="61769" y="47623"/>
                  <a:pt x="54458" y="46508"/>
                </a:cubicBezTo>
                <a:cubicBezTo>
                  <a:pt x="47148" y="45393"/>
                  <a:pt x="40031" y="44681"/>
                  <a:pt x="35424" y="47490"/>
                </a:cubicBezTo>
                <a:cubicBezTo>
                  <a:pt x="30817" y="50299"/>
                  <a:pt x="28411" y="56319"/>
                  <a:pt x="26819" y="63362"/>
                </a:cubicBezTo>
                <a:cubicBezTo>
                  <a:pt x="25226" y="70405"/>
                  <a:pt x="26103" y="80900"/>
                  <a:pt x="25869" y="89749"/>
                </a:cubicBezTo>
                <a:cubicBezTo>
                  <a:pt x="25635" y="98599"/>
                  <a:pt x="26210" y="108495"/>
                  <a:pt x="25415" y="116460"/>
                </a:cubicBezTo>
                <a:cubicBezTo>
                  <a:pt x="24620" y="124424"/>
                  <a:pt x="23096" y="131306"/>
                  <a:pt x="21098" y="137537"/>
                </a:cubicBezTo>
                <a:cubicBezTo>
                  <a:pt x="19101" y="143768"/>
                  <a:pt x="16254" y="148773"/>
                  <a:pt x="13429" y="153845"/>
                </a:cubicBezTo>
                <a:cubicBezTo>
                  <a:pt x="10604" y="158917"/>
                  <a:pt x="5695" y="165616"/>
                  <a:pt x="4149" y="167970"/>
                </a:cubicBezTo>
                <a:cubicBezTo>
                  <a:pt x="2602" y="170324"/>
                  <a:pt x="0" y="166805"/>
                  <a:pt x="4149" y="167970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04"/>
                </a:srgbClr>
              </a:gs>
              <a:gs pos="18000">
                <a:srgbClr val="767676">
                  <a:alpha val="4712"/>
                </a:srgbClr>
              </a:gs>
              <a:gs pos="48000">
                <a:srgbClr val="767676">
                  <a:alpha val="7599"/>
                </a:srgbClr>
              </a:gs>
              <a:gs pos="78000">
                <a:srgbClr val="767676">
                  <a:alpha val="5700"/>
                </a:srgbClr>
              </a:gs>
              <a:gs pos="100000">
                <a:srgbClr val="767676">
                  <a:alpha val="342"/>
                </a:srgbClr>
              </a:gs>
            </a:gsLst>
            <a:lin ang="19549423" scaled="0"/>
          </a:gradFill>
          <a:ln w="0">
            <a:noFill/>
            <a:prstDash val="solid"/>
          </a:ln>
        </p:spPr>
      </p:sp>
      <p:sp>
        <p:nvSpPr>
          <p:cNvPr id="859" name="PANEL_A-intermittent-gas-wisp-6-feather-0_211">
            <a:extLst>
              <a:ext uri="{FF2B5EF4-FFF2-40B4-BE49-F238E27FC236}">
                <a16:creationId xmlns:a16="http://schemas.microsoft.com/office/drawing/2014/main" id="{4407FBDD-0F0B-45CA-8477-88CF600FF401}"/>
              </a:ext>
            </a:extLst>
          </p:cNvPr>
          <p:cNvSpPr>
            <a:spLocks/>
          </p:cNvSpPr>
          <p:nvPr/>
        </p:nvSpPr>
        <p:spPr>
          <a:xfrm>
            <a:off x="13183481" y="1213601"/>
            <a:ext cx="164186" cy="160805"/>
          </a:xfrm>
          <a:custGeom>
            <a:pathLst>
              <a:path w="172374" h="168824">
                <a:moveTo>
                  <a:pt x="4554" y="139940"/>
                </a:moveTo>
                <a:cubicBezTo>
                  <a:pt x="9107" y="142958"/>
                  <a:pt x="23960" y="153478"/>
                  <a:pt x="31876" y="158047"/>
                </a:cubicBezTo>
                <a:cubicBezTo>
                  <a:pt x="39792" y="162615"/>
                  <a:pt x="46545" y="165880"/>
                  <a:pt x="52047" y="167352"/>
                </a:cubicBezTo>
                <a:cubicBezTo>
                  <a:pt x="57550" y="168824"/>
                  <a:pt x="60687" y="167125"/>
                  <a:pt x="64893" y="166878"/>
                </a:cubicBezTo>
                <a:cubicBezTo>
                  <a:pt x="69100" y="166631"/>
                  <a:pt x="73683" y="166894"/>
                  <a:pt x="77287" y="165870"/>
                </a:cubicBezTo>
                <a:cubicBezTo>
                  <a:pt x="80891" y="164846"/>
                  <a:pt x="84769" y="164281"/>
                  <a:pt x="86519" y="160735"/>
                </a:cubicBezTo>
                <a:cubicBezTo>
                  <a:pt x="88268" y="157188"/>
                  <a:pt x="86700" y="149087"/>
                  <a:pt x="87785" y="144591"/>
                </a:cubicBezTo>
                <a:cubicBezTo>
                  <a:pt x="88871" y="140094"/>
                  <a:pt x="88884" y="133986"/>
                  <a:pt x="93030" y="133756"/>
                </a:cubicBezTo>
                <a:cubicBezTo>
                  <a:pt x="97177" y="133526"/>
                  <a:pt x="106018" y="139872"/>
                  <a:pt x="112666" y="143209"/>
                </a:cubicBezTo>
                <a:cubicBezTo>
                  <a:pt x="119315" y="146547"/>
                  <a:pt x="128591" y="153702"/>
                  <a:pt x="132921" y="153782"/>
                </a:cubicBezTo>
                <a:cubicBezTo>
                  <a:pt x="137250" y="153862"/>
                  <a:pt x="137706" y="148440"/>
                  <a:pt x="138645" y="143689"/>
                </a:cubicBezTo>
                <a:cubicBezTo>
                  <a:pt x="139583" y="138938"/>
                  <a:pt x="137593" y="130005"/>
                  <a:pt x="138551" y="125278"/>
                </a:cubicBezTo>
                <a:cubicBezTo>
                  <a:pt x="139509" y="120551"/>
                  <a:pt x="142481" y="118740"/>
                  <a:pt x="144393" y="115326"/>
                </a:cubicBezTo>
                <a:cubicBezTo>
                  <a:pt x="146306" y="111913"/>
                  <a:pt x="148941" y="109499"/>
                  <a:pt x="150025" y="104797"/>
                </a:cubicBezTo>
                <a:cubicBezTo>
                  <a:pt x="151109" y="100095"/>
                  <a:pt x="149867" y="91929"/>
                  <a:pt x="150897" y="87113"/>
                </a:cubicBezTo>
                <a:cubicBezTo>
                  <a:pt x="151927" y="82296"/>
                  <a:pt x="153482" y="78202"/>
                  <a:pt x="156206" y="75898"/>
                </a:cubicBezTo>
                <a:cubicBezTo>
                  <a:pt x="158929" y="73595"/>
                  <a:pt x="164637" y="75774"/>
                  <a:pt x="167236" y="73294"/>
                </a:cubicBezTo>
                <a:cubicBezTo>
                  <a:pt x="169835" y="70814"/>
                  <a:pt x="172374" y="68460"/>
                  <a:pt x="171799" y="61018"/>
                </a:cubicBezTo>
                <a:cubicBezTo>
                  <a:pt x="171225" y="53576"/>
                  <a:pt x="165124" y="34036"/>
                  <a:pt x="163788" y="28640"/>
                </a:cubicBezTo>
                <a:cubicBezTo>
                  <a:pt x="162453" y="23243"/>
                  <a:pt x="166768" y="29818"/>
                  <a:pt x="163788" y="28640"/>
                </a:cubicBezTo>
                <a:cubicBezTo>
                  <a:pt x="160809" y="27462"/>
                  <a:pt x="151162" y="22929"/>
                  <a:pt x="145913" y="21570"/>
                </a:cubicBezTo>
                <a:cubicBezTo>
                  <a:pt x="140663" y="20212"/>
                  <a:pt x="136233" y="19920"/>
                  <a:pt x="132290" y="20491"/>
                </a:cubicBezTo>
                <a:cubicBezTo>
                  <a:pt x="128346" y="21062"/>
                  <a:pt x="125417" y="23214"/>
                  <a:pt x="122253" y="24995"/>
                </a:cubicBezTo>
                <a:cubicBezTo>
                  <a:pt x="119088" y="26775"/>
                  <a:pt x="117162" y="30408"/>
                  <a:pt x="113302" y="31172"/>
                </a:cubicBezTo>
                <a:cubicBezTo>
                  <a:pt x="109442" y="31936"/>
                  <a:pt x="105082" y="31927"/>
                  <a:pt x="99093" y="29579"/>
                </a:cubicBezTo>
                <a:cubicBezTo>
                  <a:pt x="93104" y="27231"/>
                  <a:pt x="84758" y="21432"/>
                  <a:pt x="77367" y="17082"/>
                </a:cubicBezTo>
                <a:cubicBezTo>
                  <a:pt x="69977" y="12732"/>
                  <a:pt x="60964" y="6049"/>
                  <a:pt x="54751" y="3479"/>
                </a:cubicBezTo>
                <a:cubicBezTo>
                  <a:pt x="48538" y="909"/>
                  <a:pt x="43415" y="0"/>
                  <a:pt x="40089" y="1662"/>
                </a:cubicBezTo>
                <a:cubicBezTo>
                  <a:pt x="36763" y="3323"/>
                  <a:pt x="35973" y="8700"/>
                  <a:pt x="34795" y="13448"/>
                </a:cubicBezTo>
                <a:cubicBezTo>
                  <a:pt x="33616" y="18197"/>
                  <a:pt x="33749" y="24806"/>
                  <a:pt x="33018" y="30154"/>
                </a:cubicBezTo>
                <a:cubicBezTo>
                  <a:pt x="32287" y="35501"/>
                  <a:pt x="31167" y="40279"/>
                  <a:pt x="30408" y="45531"/>
                </a:cubicBezTo>
                <a:cubicBezTo>
                  <a:pt x="29650" y="50784"/>
                  <a:pt x="28721" y="55785"/>
                  <a:pt x="28467" y="61670"/>
                </a:cubicBezTo>
                <a:cubicBezTo>
                  <a:pt x="28213" y="67556"/>
                  <a:pt x="28964" y="74778"/>
                  <a:pt x="28883" y="80843"/>
                </a:cubicBezTo>
                <a:cubicBezTo>
                  <a:pt x="28802" y="86908"/>
                  <a:pt x="29295" y="93713"/>
                  <a:pt x="27980" y="98060"/>
                </a:cubicBezTo>
                <a:cubicBezTo>
                  <a:pt x="26664" y="102407"/>
                  <a:pt x="24022" y="104927"/>
                  <a:pt x="20992" y="106926"/>
                </a:cubicBezTo>
                <a:cubicBezTo>
                  <a:pt x="17962" y="108926"/>
                  <a:pt x="12970" y="108253"/>
                  <a:pt x="9798" y="110059"/>
                </a:cubicBezTo>
                <a:cubicBezTo>
                  <a:pt x="6627" y="111865"/>
                  <a:pt x="2836" y="112782"/>
                  <a:pt x="1962" y="117763"/>
                </a:cubicBezTo>
                <a:cubicBezTo>
                  <a:pt x="1088" y="122743"/>
                  <a:pt x="4122" y="136244"/>
                  <a:pt x="4554" y="139940"/>
                </a:cubicBezTo>
                <a:cubicBezTo>
                  <a:pt x="4986" y="143637"/>
                  <a:pt x="0" y="136923"/>
                  <a:pt x="4554" y="139940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92"/>
                </a:srgbClr>
              </a:gs>
              <a:gs pos="18000">
                <a:srgbClr val="919191">
                  <a:alpha val="1413"/>
                </a:srgbClr>
              </a:gs>
              <a:gs pos="48000">
                <a:srgbClr val="919191">
                  <a:alpha val="2280"/>
                </a:srgbClr>
              </a:gs>
              <a:gs pos="78000">
                <a:srgbClr val="919191">
                  <a:alpha val="1710"/>
                </a:srgbClr>
              </a:gs>
              <a:gs pos="100000">
                <a:srgbClr val="919191">
                  <a:alpha val="102"/>
                </a:srgbClr>
              </a:gs>
            </a:gsLst>
            <a:lin ang="19502948" scaled="0"/>
          </a:gradFill>
          <a:ln w="0">
            <a:noFill/>
            <a:prstDash val="solid"/>
          </a:ln>
        </p:spPr>
      </p:sp>
      <p:sp>
        <p:nvSpPr>
          <p:cNvPr id="860" name="PANEL_A-intermittent-gas-wisp-6-feather-1_212">
            <a:extLst>
              <a:ext uri="{FF2B5EF4-FFF2-40B4-BE49-F238E27FC236}">
                <a16:creationId xmlns:a16="http://schemas.microsoft.com/office/drawing/2014/main" id="{CB003D29-2A31-4EC8-89C8-00C5E0AD59C7}"/>
              </a:ext>
            </a:extLst>
          </p:cNvPr>
          <p:cNvSpPr>
            <a:spLocks/>
          </p:cNvSpPr>
          <p:nvPr/>
        </p:nvSpPr>
        <p:spPr>
          <a:xfrm>
            <a:off x="13184077" y="1226809"/>
            <a:ext cx="159986" cy="139492"/>
          </a:xfrm>
          <a:custGeom>
            <a:pathLst>
              <a:path w="167964" h="146448">
                <a:moveTo>
                  <a:pt x="3928" y="126074"/>
                </a:moveTo>
                <a:cubicBezTo>
                  <a:pt x="7855" y="128248"/>
                  <a:pt x="20549" y="135870"/>
                  <a:pt x="27493" y="139121"/>
                </a:cubicBezTo>
                <a:cubicBezTo>
                  <a:pt x="34436" y="142372"/>
                  <a:pt x="40520" y="144709"/>
                  <a:pt x="45591" y="145579"/>
                </a:cubicBezTo>
                <a:cubicBezTo>
                  <a:pt x="50661" y="146448"/>
                  <a:pt x="53907" y="144876"/>
                  <a:pt x="57915" y="144338"/>
                </a:cubicBezTo>
                <a:cubicBezTo>
                  <a:pt x="61924" y="143799"/>
                  <a:pt x="66203" y="143626"/>
                  <a:pt x="69640" y="142348"/>
                </a:cubicBezTo>
                <a:cubicBezTo>
                  <a:pt x="73076" y="141070"/>
                  <a:pt x="76661" y="140069"/>
                  <a:pt x="78534" y="136669"/>
                </a:cubicBezTo>
                <a:cubicBezTo>
                  <a:pt x="80407" y="133268"/>
                  <a:pt x="79611" y="126212"/>
                  <a:pt x="80878" y="121943"/>
                </a:cubicBezTo>
                <a:cubicBezTo>
                  <a:pt x="82145" y="117675"/>
                  <a:pt x="82512" y="112053"/>
                  <a:pt x="86137" y="111059"/>
                </a:cubicBezTo>
                <a:cubicBezTo>
                  <a:pt x="89762" y="110066"/>
                  <a:pt x="97015" y="114149"/>
                  <a:pt x="102628" y="115983"/>
                </a:cubicBezTo>
                <a:cubicBezTo>
                  <a:pt x="108240" y="117817"/>
                  <a:pt x="115913" y="122639"/>
                  <a:pt x="119812" y="122064"/>
                </a:cubicBezTo>
                <a:cubicBezTo>
                  <a:pt x="123711" y="121489"/>
                  <a:pt x="124642" y="116693"/>
                  <a:pt x="126020" y="112532"/>
                </a:cubicBezTo>
                <a:cubicBezTo>
                  <a:pt x="127398" y="108372"/>
                  <a:pt x="126566" y="101065"/>
                  <a:pt x="128079" y="97102"/>
                </a:cubicBezTo>
                <a:cubicBezTo>
                  <a:pt x="129592" y="93139"/>
                  <a:pt x="132757" y="91572"/>
                  <a:pt x="135098" y="88753"/>
                </a:cubicBezTo>
                <a:cubicBezTo>
                  <a:pt x="137439" y="85934"/>
                  <a:pt x="140410" y="83983"/>
                  <a:pt x="142126" y="80190"/>
                </a:cubicBezTo>
                <a:cubicBezTo>
                  <a:pt x="143843" y="76397"/>
                  <a:pt x="143767" y="69938"/>
                  <a:pt x="145397" y="65994"/>
                </a:cubicBezTo>
                <a:cubicBezTo>
                  <a:pt x="147027" y="62050"/>
                  <a:pt x="149046" y="58640"/>
                  <a:pt x="151907" y="56526"/>
                </a:cubicBezTo>
                <a:cubicBezTo>
                  <a:pt x="154768" y="54413"/>
                  <a:pt x="159903" y="55715"/>
                  <a:pt x="162563" y="53312"/>
                </a:cubicBezTo>
                <a:cubicBezTo>
                  <a:pt x="165222" y="50909"/>
                  <a:pt x="167764" y="48532"/>
                  <a:pt x="167864" y="42108"/>
                </a:cubicBezTo>
                <a:cubicBezTo>
                  <a:pt x="167964" y="35685"/>
                  <a:pt x="163946" y="19329"/>
                  <a:pt x="163162" y="14773"/>
                </a:cubicBezTo>
                <a:cubicBezTo>
                  <a:pt x="162379" y="10217"/>
                  <a:pt x="165744" y="15345"/>
                  <a:pt x="163162" y="14773"/>
                </a:cubicBezTo>
                <a:cubicBezTo>
                  <a:pt x="160580" y="14201"/>
                  <a:pt x="152315" y="11781"/>
                  <a:pt x="147672" y="11339"/>
                </a:cubicBezTo>
                <a:cubicBezTo>
                  <a:pt x="143029" y="10898"/>
                  <a:pt x="139013" y="11212"/>
                  <a:pt x="135305" y="12126"/>
                </a:cubicBezTo>
                <a:cubicBezTo>
                  <a:pt x="131597" y="13040"/>
                  <a:pt x="128629" y="15116"/>
                  <a:pt x="125424" y="16821"/>
                </a:cubicBezTo>
                <a:cubicBezTo>
                  <a:pt x="122219" y="18527"/>
                  <a:pt x="119910" y="21577"/>
                  <a:pt x="116073" y="22360"/>
                </a:cubicBezTo>
                <a:cubicBezTo>
                  <a:pt x="112235" y="23143"/>
                  <a:pt x="107942" y="23226"/>
                  <a:pt x="102399" y="21520"/>
                </a:cubicBezTo>
                <a:cubicBezTo>
                  <a:pt x="96857" y="19814"/>
                  <a:pt x="89432" y="15359"/>
                  <a:pt x="82818" y="12123"/>
                </a:cubicBezTo>
                <a:cubicBezTo>
                  <a:pt x="76204" y="8886"/>
                  <a:pt x="68327" y="3827"/>
                  <a:pt x="62715" y="2099"/>
                </a:cubicBezTo>
                <a:cubicBezTo>
                  <a:pt x="57104" y="370"/>
                  <a:pt x="52387" y="0"/>
                  <a:pt x="49147" y="1751"/>
                </a:cubicBezTo>
                <a:cubicBezTo>
                  <a:pt x="45907" y="3502"/>
                  <a:pt x="44715" y="8262"/>
                  <a:pt x="43274" y="12604"/>
                </a:cubicBezTo>
                <a:cubicBezTo>
                  <a:pt x="41833" y="16945"/>
                  <a:pt x="41499" y="22859"/>
                  <a:pt x="40502" y="27799"/>
                </a:cubicBezTo>
                <a:cubicBezTo>
                  <a:pt x="39505" y="32739"/>
                  <a:pt x="38273" y="37333"/>
                  <a:pt x="37291" y="42244"/>
                </a:cubicBezTo>
                <a:cubicBezTo>
                  <a:pt x="36309" y="47155"/>
                  <a:pt x="35228" y="51914"/>
                  <a:pt x="34610" y="57266"/>
                </a:cubicBezTo>
                <a:cubicBezTo>
                  <a:pt x="33991" y="62617"/>
                  <a:pt x="34150" y="68988"/>
                  <a:pt x="33579" y="74353"/>
                </a:cubicBezTo>
                <a:cubicBezTo>
                  <a:pt x="33007" y="79718"/>
                  <a:pt x="32831" y="85586"/>
                  <a:pt x="31180" y="89456"/>
                </a:cubicBezTo>
                <a:cubicBezTo>
                  <a:pt x="29529" y="93327"/>
                  <a:pt x="26763" y="95670"/>
                  <a:pt x="23672" y="97576"/>
                </a:cubicBezTo>
                <a:cubicBezTo>
                  <a:pt x="20582" y="99481"/>
                  <a:pt x="15888" y="99203"/>
                  <a:pt x="12636" y="100890"/>
                </a:cubicBezTo>
                <a:cubicBezTo>
                  <a:pt x="9384" y="102578"/>
                  <a:pt x="5611" y="103502"/>
                  <a:pt x="4160" y="107699"/>
                </a:cubicBezTo>
                <a:cubicBezTo>
                  <a:pt x="2708" y="111896"/>
                  <a:pt x="3966" y="123011"/>
                  <a:pt x="3928" y="126074"/>
                </a:cubicBezTo>
                <a:cubicBezTo>
                  <a:pt x="3889" y="129136"/>
                  <a:pt x="0" y="123899"/>
                  <a:pt x="3928" y="126074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22"/>
                </a:srgbClr>
              </a:gs>
              <a:gs pos="18000">
                <a:srgbClr val="767676">
                  <a:alpha val="1885"/>
                </a:srgbClr>
              </a:gs>
              <a:gs pos="48000">
                <a:srgbClr val="767676">
                  <a:alpha val="3040"/>
                </a:srgbClr>
              </a:gs>
              <a:gs pos="78000">
                <a:srgbClr val="767676">
                  <a:alpha val="2280"/>
                </a:srgbClr>
              </a:gs>
              <a:gs pos="100000">
                <a:srgbClr val="767676">
                  <a:alpha val="136"/>
                </a:srgbClr>
              </a:gs>
            </a:gsLst>
            <a:lin ang="19502948" scaled="0"/>
          </a:gradFill>
          <a:ln w="0">
            <a:noFill/>
            <a:prstDash val="solid"/>
          </a:ln>
        </p:spPr>
      </p:sp>
      <p:sp>
        <p:nvSpPr>
          <p:cNvPr id="861" name="PANEL_A-intermittent-gas-wisp-6-feather-2_213">
            <a:extLst>
              <a:ext uri="{FF2B5EF4-FFF2-40B4-BE49-F238E27FC236}">
                <a16:creationId xmlns:a16="http://schemas.microsoft.com/office/drawing/2014/main" id="{08993760-1F91-4C4A-A408-A6D2D899CF7A}"/>
              </a:ext>
            </a:extLst>
          </p:cNvPr>
          <p:cNvSpPr>
            <a:spLocks/>
          </p:cNvSpPr>
          <p:nvPr/>
        </p:nvSpPr>
        <p:spPr>
          <a:xfrm>
            <a:off x="13184728" y="1237415"/>
            <a:ext cx="156807" cy="120045"/>
          </a:xfrm>
          <a:custGeom>
            <a:pathLst>
              <a:path w="164627" h="126031">
                <a:moveTo>
                  <a:pt x="3244" y="114940"/>
                </a:moveTo>
                <a:cubicBezTo>
                  <a:pt x="6489" y="116194"/>
                  <a:pt x="16827" y="120654"/>
                  <a:pt x="22711" y="122467"/>
                </a:cubicBezTo>
                <a:cubicBezTo>
                  <a:pt x="28595" y="124280"/>
                  <a:pt x="33948" y="125606"/>
                  <a:pt x="38547" y="125819"/>
                </a:cubicBezTo>
                <a:cubicBezTo>
                  <a:pt x="43145" y="126031"/>
                  <a:pt x="46512" y="124598"/>
                  <a:pt x="50303" y="123741"/>
                </a:cubicBezTo>
                <a:cubicBezTo>
                  <a:pt x="54095" y="122885"/>
                  <a:pt x="58044" y="122236"/>
                  <a:pt x="61297" y="120680"/>
                </a:cubicBezTo>
                <a:cubicBezTo>
                  <a:pt x="64551" y="119125"/>
                  <a:pt x="67817" y="117649"/>
                  <a:pt x="69824" y="114408"/>
                </a:cubicBezTo>
                <a:cubicBezTo>
                  <a:pt x="71832" y="111166"/>
                  <a:pt x="71877" y="105250"/>
                  <a:pt x="73343" y="101231"/>
                </a:cubicBezTo>
                <a:cubicBezTo>
                  <a:pt x="74808" y="97211"/>
                  <a:pt x="75561" y="92118"/>
                  <a:pt x="78616" y="90292"/>
                </a:cubicBezTo>
                <a:cubicBezTo>
                  <a:pt x="81672" y="88466"/>
                  <a:pt x="87194" y="90080"/>
                  <a:pt x="91677" y="90274"/>
                </a:cubicBezTo>
                <a:cubicBezTo>
                  <a:pt x="96159" y="90468"/>
                  <a:pt x="102083" y="92745"/>
                  <a:pt x="105512" y="91455"/>
                </a:cubicBezTo>
                <a:cubicBezTo>
                  <a:pt x="108940" y="90165"/>
                  <a:pt x="110391" y="86052"/>
                  <a:pt x="112248" y="82536"/>
                </a:cubicBezTo>
                <a:cubicBezTo>
                  <a:pt x="114106" y="79020"/>
                  <a:pt x="114538" y="73487"/>
                  <a:pt x="116656" y="70357"/>
                </a:cubicBezTo>
                <a:cubicBezTo>
                  <a:pt x="118774" y="67227"/>
                  <a:pt x="122149" y="65927"/>
                  <a:pt x="124958" y="63757"/>
                </a:cubicBezTo>
                <a:cubicBezTo>
                  <a:pt x="127767" y="61587"/>
                  <a:pt x="131103" y="60141"/>
                  <a:pt x="133510" y="57339"/>
                </a:cubicBezTo>
                <a:cubicBezTo>
                  <a:pt x="135916" y="54538"/>
                  <a:pt x="137112" y="49940"/>
                  <a:pt x="139397" y="46948"/>
                </a:cubicBezTo>
                <a:cubicBezTo>
                  <a:pt x="141682" y="43956"/>
                  <a:pt x="144207" y="41293"/>
                  <a:pt x="147218" y="39386"/>
                </a:cubicBezTo>
                <a:cubicBezTo>
                  <a:pt x="150229" y="37479"/>
                  <a:pt x="154739" y="37826"/>
                  <a:pt x="157465" y="35507"/>
                </a:cubicBezTo>
                <a:cubicBezTo>
                  <a:pt x="160190" y="33188"/>
                  <a:pt x="162735" y="30784"/>
                  <a:pt x="163571" y="25473"/>
                </a:cubicBezTo>
                <a:cubicBezTo>
                  <a:pt x="164406" y="20161"/>
                  <a:pt x="162661" y="7278"/>
                  <a:pt x="162479" y="3639"/>
                </a:cubicBezTo>
                <a:cubicBezTo>
                  <a:pt x="162297" y="0"/>
                  <a:pt x="164627" y="3550"/>
                  <a:pt x="162479" y="3639"/>
                </a:cubicBezTo>
                <a:cubicBezTo>
                  <a:pt x="160331" y="3728"/>
                  <a:pt x="153573" y="3612"/>
                  <a:pt x="149592" y="4171"/>
                </a:cubicBezTo>
                <a:cubicBezTo>
                  <a:pt x="145611" y="4730"/>
                  <a:pt x="142045" y="5706"/>
                  <a:pt x="138594" y="6993"/>
                </a:cubicBezTo>
                <a:cubicBezTo>
                  <a:pt x="135142" y="8281"/>
                  <a:pt x="132133" y="10274"/>
                  <a:pt x="128884" y="11898"/>
                </a:cubicBezTo>
                <a:cubicBezTo>
                  <a:pt x="125634" y="13523"/>
                  <a:pt x="122909" y="15936"/>
                  <a:pt x="119096" y="16740"/>
                </a:cubicBezTo>
                <a:cubicBezTo>
                  <a:pt x="115283" y="17544"/>
                  <a:pt x="111062" y="17727"/>
                  <a:pt x="106006" y="16722"/>
                </a:cubicBezTo>
                <a:cubicBezTo>
                  <a:pt x="100951" y="15716"/>
                  <a:pt x="94531" y="12728"/>
                  <a:pt x="88764" y="10705"/>
                </a:cubicBezTo>
                <a:cubicBezTo>
                  <a:pt x="82997" y="8682"/>
                  <a:pt x="76360" y="5397"/>
                  <a:pt x="71404" y="4586"/>
                </a:cubicBezTo>
                <a:cubicBezTo>
                  <a:pt x="66448" y="3775"/>
                  <a:pt x="62175" y="3993"/>
                  <a:pt x="59028" y="5841"/>
                </a:cubicBezTo>
                <a:cubicBezTo>
                  <a:pt x="55882" y="7689"/>
                  <a:pt x="54251" y="11778"/>
                  <a:pt x="52524" y="15675"/>
                </a:cubicBezTo>
                <a:cubicBezTo>
                  <a:pt x="50797" y="19572"/>
                  <a:pt x="49954" y="24728"/>
                  <a:pt x="48667" y="29224"/>
                </a:cubicBezTo>
                <a:cubicBezTo>
                  <a:pt x="47379" y="33720"/>
                  <a:pt x="46026" y="38113"/>
                  <a:pt x="44800" y="42651"/>
                </a:cubicBezTo>
                <a:cubicBezTo>
                  <a:pt x="43574" y="47189"/>
                  <a:pt x="42327" y="51684"/>
                  <a:pt x="41311" y="56454"/>
                </a:cubicBezTo>
                <a:cubicBezTo>
                  <a:pt x="40294" y="61223"/>
                  <a:pt x="39807" y="66665"/>
                  <a:pt x="38701" y="71266"/>
                </a:cubicBezTo>
                <a:cubicBezTo>
                  <a:pt x="37594" y="75868"/>
                  <a:pt x="36689" y="80713"/>
                  <a:pt x="34671" y="84063"/>
                </a:cubicBezTo>
                <a:cubicBezTo>
                  <a:pt x="32654" y="87413"/>
                  <a:pt x="29753" y="89565"/>
                  <a:pt x="26597" y="91368"/>
                </a:cubicBezTo>
                <a:cubicBezTo>
                  <a:pt x="23440" y="93170"/>
                  <a:pt x="19072" y="93323"/>
                  <a:pt x="15732" y="94881"/>
                </a:cubicBezTo>
                <a:cubicBezTo>
                  <a:pt x="12392" y="96438"/>
                  <a:pt x="8639" y="97370"/>
                  <a:pt x="6557" y="100714"/>
                </a:cubicBezTo>
                <a:cubicBezTo>
                  <a:pt x="4476" y="104057"/>
                  <a:pt x="3797" y="112569"/>
                  <a:pt x="3244" y="114940"/>
                </a:cubicBezTo>
                <a:cubicBezTo>
                  <a:pt x="2692" y="117311"/>
                  <a:pt x="0" y="113685"/>
                  <a:pt x="3244" y="114940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56"/>
                </a:srgbClr>
              </a:gs>
              <a:gs pos="18000">
                <a:srgbClr val="767676">
                  <a:alpha val="2419"/>
                </a:srgbClr>
              </a:gs>
              <a:gs pos="48000">
                <a:srgbClr val="767676">
                  <a:alpha val="3902"/>
                </a:srgbClr>
              </a:gs>
              <a:gs pos="78000">
                <a:srgbClr val="767676">
                  <a:alpha val="2926"/>
                </a:srgbClr>
              </a:gs>
              <a:gs pos="100000">
                <a:srgbClr val="767676">
                  <a:alpha val="175"/>
                </a:srgbClr>
              </a:gs>
            </a:gsLst>
            <a:lin ang="19502948" scaled="0"/>
          </a:gradFill>
          <a:ln w="0">
            <a:noFill/>
            <a:prstDash val="solid"/>
          </a:ln>
        </p:spPr>
      </p:sp>
      <p:sp>
        <p:nvSpPr>
          <p:cNvPr id="862" name="PANEL_A-intermittent-gas-wisp-26-feather-0_214">
            <a:extLst>
              <a:ext uri="{FF2B5EF4-FFF2-40B4-BE49-F238E27FC236}">
                <a16:creationId xmlns:a16="http://schemas.microsoft.com/office/drawing/2014/main" id="{47402145-E70C-4BC7-BAAB-195BDB77E269}"/>
              </a:ext>
            </a:extLst>
          </p:cNvPr>
          <p:cNvSpPr>
            <a:spLocks/>
          </p:cNvSpPr>
          <p:nvPr/>
        </p:nvSpPr>
        <p:spPr>
          <a:xfrm>
            <a:off x="12941519" y="960659"/>
            <a:ext cx="137247" cy="112726"/>
          </a:xfrm>
          <a:custGeom>
            <a:pathLst>
              <a:path w="144092" h="118348">
                <a:moveTo>
                  <a:pt x="3434" y="103019"/>
                </a:moveTo>
                <a:cubicBezTo>
                  <a:pt x="6867" y="105030"/>
                  <a:pt x="18295" y="112577"/>
                  <a:pt x="24036" y="115085"/>
                </a:cubicBezTo>
                <a:cubicBezTo>
                  <a:pt x="29776" y="117593"/>
                  <a:pt x="34256" y="118348"/>
                  <a:pt x="37877" y="118066"/>
                </a:cubicBezTo>
                <a:cubicBezTo>
                  <a:pt x="41499" y="117785"/>
                  <a:pt x="43043" y="114868"/>
                  <a:pt x="45763" y="113397"/>
                </a:cubicBezTo>
                <a:cubicBezTo>
                  <a:pt x="48484" y="111925"/>
                  <a:pt x="51419" y="110646"/>
                  <a:pt x="54198" y="109236"/>
                </a:cubicBezTo>
                <a:cubicBezTo>
                  <a:pt x="56978" y="107826"/>
                  <a:pt x="60290" y="107181"/>
                  <a:pt x="62439" y="104937"/>
                </a:cubicBezTo>
                <a:cubicBezTo>
                  <a:pt x="64588" y="102693"/>
                  <a:pt x="65038" y="98168"/>
                  <a:pt x="67091" y="95773"/>
                </a:cubicBezTo>
                <a:cubicBezTo>
                  <a:pt x="69145" y="93379"/>
                  <a:pt x="70820" y="90359"/>
                  <a:pt x="74761" y="90572"/>
                </a:cubicBezTo>
                <a:cubicBezTo>
                  <a:pt x="78702" y="90784"/>
                  <a:pt x="85630" y="95207"/>
                  <a:pt x="90738" y="97047"/>
                </a:cubicBezTo>
                <a:cubicBezTo>
                  <a:pt x="95846" y="98887"/>
                  <a:pt x="102327" y="102595"/>
                  <a:pt x="105409" y="101612"/>
                </a:cubicBezTo>
                <a:cubicBezTo>
                  <a:pt x="108490" y="100630"/>
                  <a:pt x="108549" y="95447"/>
                  <a:pt x="109226" y="91153"/>
                </a:cubicBezTo>
                <a:cubicBezTo>
                  <a:pt x="109903" y="86858"/>
                  <a:pt x="108452" y="79685"/>
                  <a:pt x="109471" y="75843"/>
                </a:cubicBezTo>
                <a:cubicBezTo>
                  <a:pt x="110489" y="72001"/>
                  <a:pt x="113186" y="70389"/>
                  <a:pt x="115337" y="68101"/>
                </a:cubicBezTo>
                <a:cubicBezTo>
                  <a:pt x="117488" y="65812"/>
                  <a:pt x="120530" y="64822"/>
                  <a:pt x="122376" y="62114"/>
                </a:cubicBezTo>
                <a:cubicBezTo>
                  <a:pt x="124221" y="59405"/>
                  <a:pt x="124738" y="54834"/>
                  <a:pt x="126409" y="51847"/>
                </a:cubicBezTo>
                <a:cubicBezTo>
                  <a:pt x="128080" y="48860"/>
                  <a:pt x="130033" y="46170"/>
                  <a:pt x="132401" y="44190"/>
                </a:cubicBezTo>
                <a:cubicBezTo>
                  <a:pt x="134768" y="42210"/>
                  <a:pt x="138706" y="42617"/>
                  <a:pt x="140612" y="39965"/>
                </a:cubicBezTo>
                <a:cubicBezTo>
                  <a:pt x="142519" y="37314"/>
                  <a:pt x="144092" y="34079"/>
                  <a:pt x="143840" y="28282"/>
                </a:cubicBezTo>
                <a:cubicBezTo>
                  <a:pt x="143588" y="22485"/>
                  <a:pt x="139890" y="9031"/>
                  <a:pt x="139101" y="5181"/>
                </a:cubicBezTo>
                <a:cubicBezTo>
                  <a:pt x="138311" y="1331"/>
                  <a:pt x="141473" y="5929"/>
                  <a:pt x="139101" y="5181"/>
                </a:cubicBezTo>
                <a:cubicBezTo>
                  <a:pt x="136728" y="4434"/>
                  <a:pt x="129111" y="1395"/>
                  <a:pt x="124866" y="698"/>
                </a:cubicBezTo>
                <a:cubicBezTo>
                  <a:pt x="120621" y="0"/>
                  <a:pt x="116791" y="93"/>
                  <a:pt x="113631" y="996"/>
                </a:cubicBezTo>
                <a:cubicBezTo>
                  <a:pt x="110471" y="1898"/>
                  <a:pt x="108213" y="3971"/>
                  <a:pt x="105904" y="6110"/>
                </a:cubicBezTo>
                <a:cubicBezTo>
                  <a:pt x="103596" y="8250"/>
                  <a:pt x="102323" y="12006"/>
                  <a:pt x="99780" y="13834"/>
                </a:cubicBezTo>
                <a:cubicBezTo>
                  <a:pt x="97237" y="15661"/>
                  <a:pt x="94625" y="17307"/>
                  <a:pt x="90646" y="17076"/>
                </a:cubicBezTo>
                <a:cubicBezTo>
                  <a:pt x="86666" y="16846"/>
                  <a:pt x="81171" y="14442"/>
                  <a:pt x="75901" y="12451"/>
                </a:cubicBezTo>
                <a:cubicBezTo>
                  <a:pt x="70631" y="10461"/>
                  <a:pt x="64019" y="6732"/>
                  <a:pt x="59025" y="5135"/>
                </a:cubicBezTo>
                <a:cubicBezTo>
                  <a:pt x="54031" y="3538"/>
                  <a:pt x="49487" y="2421"/>
                  <a:pt x="45939" y="2871"/>
                </a:cubicBezTo>
                <a:cubicBezTo>
                  <a:pt x="42392" y="3322"/>
                  <a:pt x="40096" y="5668"/>
                  <a:pt x="37741" y="7841"/>
                </a:cubicBezTo>
                <a:cubicBezTo>
                  <a:pt x="35385" y="10013"/>
                  <a:pt x="33660" y="13116"/>
                  <a:pt x="31806" y="15907"/>
                </a:cubicBezTo>
                <a:cubicBezTo>
                  <a:pt x="29951" y="18697"/>
                  <a:pt x="27989" y="21153"/>
                  <a:pt x="26613" y="24582"/>
                </a:cubicBezTo>
                <a:cubicBezTo>
                  <a:pt x="25238" y="28011"/>
                  <a:pt x="24012" y="31795"/>
                  <a:pt x="23554" y="36479"/>
                </a:cubicBezTo>
                <a:cubicBezTo>
                  <a:pt x="23096" y="41162"/>
                  <a:pt x="23773" y="47313"/>
                  <a:pt x="23866" y="52683"/>
                </a:cubicBezTo>
                <a:cubicBezTo>
                  <a:pt x="23958" y="58052"/>
                  <a:pt x="24771" y="64350"/>
                  <a:pt x="24109" y="68695"/>
                </a:cubicBezTo>
                <a:cubicBezTo>
                  <a:pt x="23447" y="73041"/>
                  <a:pt x="21945" y="76323"/>
                  <a:pt x="19894" y="78758"/>
                </a:cubicBezTo>
                <a:cubicBezTo>
                  <a:pt x="17843" y="81193"/>
                  <a:pt x="14374" y="81574"/>
                  <a:pt x="11802" y="83306"/>
                </a:cubicBezTo>
                <a:cubicBezTo>
                  <a:pt x="9230" y="85039"/>
                  <a:pt x="5858" y="85869"/>
                  <a:pt x="4463" y="89154"/>
                </a:cubicBezTo>
                <a:cubicBezTo>
                  <a:pt x="3069" y="92440"/>
                  <a:pt x="3605" y="100708"/>
                  <a:pt x="3434" y="103019"/>
                </a:cubicBezTo>
                <a:cubicBezTo>
                  <a:pt x="3262" y="105329"/>
                  <a:pt x="0" y="101008"/>
                  <a:pt x="3434" y="103019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54"/>
                </a:srgbClr>
              </a:gs>
              <a:gs pos="18000">
                <a:srgbClr val="919191">
                  <a:alpha val="848"/>
                </a:srgbClr>
              </a:gs>
              <a:gs pos="48000">
                <a:srgbClr val="919191">
                  <a:alpha val="1368"/>
                </a:srgbClr>
              </a:gs>
              <a:gs pos="78000">
                <a:srgbClr val="919191">
                  <a:alpha val="1025"/>
                </a:srgbClr>
              </a:gs>
              <a:gs pos="100000">
                <a:srgbClr val="919191">
                  <a:alpha val="61"/>
                </a:srgbClr>
              </a:gs>
            </a:gsLst>
            <a:lin ang="19452084" scaled="0"/>
          </a:gradFill>
          <a:ln w="0">
            <a:noFill/>
            <a:prstDash val="solid"/>
          </a:ln>
        </p:spPr>
      </p:sp>
      <p:sp>
        <p:nvSpPr>
          <p:cNvPr id="863" name="PANEL_A-intermittent-gas-wisp-26-feather-1_215">
            <a:extLst>
              <a:ext uri="{FF2B5EF4-FFF2-40B4-BE49-F238E27FC236}">
                <a16:creationId xmlns:a16="http://schemas.microsoft.com/office/drawing/2014/main" id="{8E25746E-71E4-40CF-9138-76AEB9BF6504}"/>
              </a:ext>
            </a:extLst>
          </p:cNvPr>
          <p:cNvSpPr>
            <a:spLocks/>
          </p:cNvSpPr>
          <p:nvPr/>
        </p:nvSpPr>
        <p:spPr>
          <a:xfrm>
            <a:off x="12941934" y="962483"/>
            <a:ext cx="134554" cy="106389"/>
          </a:xfrm>
          <a:custGeom>
            <a:pathLst>
              <a:path w="141264" h="111695">
                <a:moveTo>
                  <a:pt x="2998" y="101103"/>
                </a:moveTo>
                <a:cubicBezTo>
                  <a:pt x="5997" y="102537"/>
                  <a:pt x="15873" y="108034"/>
                  <a:pt x="20988" y="109709"/>
                </a:cubicBezTo>
                <a:cubicBezTo>
                  <a:pt x="26104" y="111384"/>
                  <a:pt x="30262" y="111695"/>
                  <a:pt x="33694" y="111154"/>
                </a:cubicBezTo>
                <a:cubicBezTo>
                  <a:pt x="37126" y="110613"/>
                  <a:pt x="38912" y="108013"/>
                  <a:pt x="41580" y="106462"/>
                </a:cubicBezTo>
                <a:cubicBezTo>
                  <a:pt x="44248" y="104911"/>
                  <a:pt x="47060" y="103454"/>
                  <a:pt x="49703" y="101850"/>
                </a:cubicBezTo>
                <a:cubicBezTo>
                  <a:pt x="52347" y="100246"/>
                  <a:pt x="55353" y="99176"/>
                  <a:pt x="57442" y="96841"/>
                </a:cubicBezTo>
                <a:cubicBezTo>
                  <a:pt x="59530" y="94505"/>
                  <a:pt x="60244" y="90329"/>
                  <a:pt x="62235" y="87836"/>
                </a:cubicBezTo>
                <a:cubicBezTo>
                  <a:pt x="64225" y="85344"/>
                  <a:pt x="65906" y="82319"/>
                  <a:pt x="69386" y="81885"/>
                </a:cubicBezTo>
                <a:cubicBezTo>
                  <a:pt x="72865" y="81451"/>
                  <a:pt x="78663" y="84316"/>
                  <a:pt x="83113" y="85232"/>
                </a:cubicBezTo>
                <a:cubicBezTo>
                  <a:pt x="87564" y="86149"/>
                  <a:pt x="93128" y="88556"/>
                  <a:pt x="96088" y="87384"/>
                </a:cubicBezTo>
                <a:cubicBezTo>
                  <a:pt x="99049" y="86211"/>
                  <a:pt x="99711" y="81831"/>
                  <a:pt x="100876" y="78197"/>
                </a:cubicBezTo>
                <a:cubicBezTo>
                  <a:pt x="102041" y="74562"/>
                  <a:pt x="101587" y="68773"/>
                  <a:pt x="103077" y="65576"/>
                </a:cubicBezTo>
                <a:cubicBezTo>
                  <a:pt x="104568" y="62379"/>
                  <a:pt x="107426" y="60975"/>
                  <a:pt x="109821" y="59016"/>
                </a:cubicBezTo>
                <a:cubicBezTo>
                  <a:pt x="112217" y="57058"/>
                  <a:pt x="115322" y="56144"/>
                  <a:pt x="117451" y="53825"/>
                </a:cubicBezTo>
                <a:cubicBezTo>
                  <a:pt x="119579" y="51507"/>
                  <a:pt x="120656" y="47724"/>
                  <a:pt x="122592" y="45104"/>
                </a:cubicBezTo>
                <a:cubicBezTo>
                  <a:pt x="124528" y="42484"/>
                  <a:pt x="126659" y="40040"/>
                  <a:pt x="129065" y="38106"/>
                </a:cubicBezTo>
                <a:cubicBezTo>
                  <a:pt x="131471" y="36172"/>
                  <a:pt x="135040" y="36043"/>
                  <a:pt x="137028" y="33501"/>
                </a:cubicBezTo>
                <a:cubicBezTo>
                  <a:pt x="139016" y="30960"/>
                  <a:pt x="140719" y="27897"/>
                  <a:pt x="140991" y="22858"/>
                </a:cubicBezTo>
                <a:cubicBezTo>
                  <a:pt x="141264" y="17819"/>
                  <a:pt x="139053" y="6531"/>
                  <a:pt x="138665" y="3265"/>
                </a:cubicBezTo>
                <a:cubicBezTo>
                  <a:pt x="138278" y="0"/>
                  <a:pt x="140744" y="3586"/>
                  <a:pt x="138665" y="3265"/>
                </a:cubicBezTo>
                <a:cubicBezTo>
                  <a:pt x="136586" y="2945"/>
                  <a:pt x="129973" y="1369"/>
                  <a:pt x="126192" y="1342"/>
                </a:cubicBezTo>
                <a:cubicBezTo>
                  <a:pt x="122412" y="1315"/>
                  <a:pt x="118949" y="1928"/>
                  <a:pt x="115983" y="3105"/>
                </a:cubicBezTo>
                <a:cubicBezTo>
                  <a:pt x="113017" y="4282"/>
                  <a:pt x="110758" y="6345"/>
                  <a:pt x="108398" y="8404"/>
                </a:cubicBezTo>
                <a:cubicBezTo>
                  <a:pt x="106037" y="10462"/>
                  <a:pt x="104437" y="13738"/>
                  <a:pt x="101821" y="15454"/>
                </a:cubicBezTo>
                <a:cubicBezTo>
                  <a:pt x="99205" y="17169"/>
                  <a:pt x="96495" y="18670"/>
                  <a:pt x="92701" y="18696"/>
                </a:cubicBezTo>
                <a:cubicBezTo>
                  <a:pt x="88908" y="18722"/>
                  <a:pt x="83890" y="16989"/>
                  <a:pt x="79062" y="15610"/>
                </a:cubicBezTo>
                <a:cubicBezTo>
                  <a:pt x="74233" y="14231"/>
                  <a:pt x="68321" y="11469"/>
                  <a:pt x="63730" y="10424"/>
                </a:cubicBezTo>
                <a:cubicBezTo>
                  <a:pt x="59138" y="9379"/>
                  <a:pt x="54916" y="8701"/>
                  <a:pt x="51513" y="9337"/>
                </a:cubicBezTo>
                <a:cubicBezTo>
                  <a:pt x="48109" y="9974"/>
                  <a:pt x="45702" y="12141"/>
                  <a:pt x="43307" y="14242"/>
                </a:cubicBezTo>
                <a:cubicBezTo>
                  <a:pt x="40913" y="16343"/>
                  <a:pt x="39059" y="19248"/>
                  <a:pt x="37146" y="21943"/>
                </a:cubicBezTo>
                <a:cubicBezTo>
                  <a:pt x="35233" y="24638"/>
                  <a:pt x="33309" y="27139"/>
                  <a:pt x="31830" y="30413"/>
                </a:cubicBezTo>
                <a:cubicBezTo>
                  <a:pt x="30352" y="33687"/>
                  <a:pt x="29021" y="37308"/>
                  <a:pt x="28276" y="41586"/>
                </a:cubicBezTo>
                <a:cubicBezTo>
                  <a:pt x="27530" y="45865"/>
                  <a:pt x="27695" y="51309"/>
                  <a:pt x="27354" y="56083"/>
                </a:cubicBezTo>
                <a:cubicBezTo>
                  <a:pt x="27014" y="60856"/>
                  <a:pt x="27226" y="66335"/>
                  <a:pt x="26234" y="70228"/>
                </a:cubicBezTo>
                <a:cubicBezTo>
                  <a:pt x="25241" y="74122"/>
                  <a:pt x="23548" y="77142"/>
                  <a:pt x="21402" y="79444"/>
                </a:cubicBezTo>
                <a:cubicBezTo>
                  <a:pt x="19255" y="81746"/>
                  <a:pt x="15968" y="82368"/>
                  <a:pt x="13355" y="84041"/>
                </a:cubicBezTo>
                <a:cubicBezTo>
                  <a:pt x="10742" y="85714"/>
                  <a:pt x="7448" y="86639"/>
                  <a:pt x="5722" y="89483"/>
                </a:cubicBezTo>
                <a:cubicBezTo>
                  <a:pt x="3996" y="92327"/>
                  <a:pt x="3452" y="99166"/>
                  <a:pt x="2998" y="101103"/>
                </a:cubicBezTo>
                <a:cubicBezTo>
                  <a:pt x="2544" y="103040"/>
                  <a:pt x="0" y="99669"/>
                  <a:pt x="2998" y="101103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73"/>
                </a:srgbClr>
              </a:gs>
              <a:gs pos="18000">
                <a:srgbClr val="767676">
                  <a:alpha val="1130"/>
                </a:srgbClr>
              </a:gs>
              <a:gs pos="48000">
                <a:srgbClr val="767676">
                  <a:alpha val="1824"/>
                </a:srgbClr>
              </a:gs>
              <a:gs pos="78000">
                <a:srgbClr val="767676">
                  <a:alpha val="1368"/>
                </a:srgbClr>
              </a:gs>
              <a:gs pos="100000">
                <a:srgbClr val="767676">
                  <a:alpha val="82"/>
                </a:srgbClr>
              </a:gs>
            </a:gsLst>
            <a:lin ang="19452084" scaled="0"/>
          </a:gradFill>
          <a:ln w="0">
            <a:noFill/>
            <a:prstDash val="solid"/>
          </a:ln>
        </p:spPr>
      </p:sp>
      <p:sp>
        <p:nvSpPr>
          <p:cNvPr id="864" name="PANEL_A-intermittent-gas-wisp-26-feather-2_216">
            <a:extLst>
              <a:ext uri="{FF2B5EF4-FFF2-40B4-BE49-F238E27FC236}">
                <a16:creationId xmlns:a16="http://schemas.microsoft.com/office/drawing/2014/main" id="{11F915FB-B7CE-4ED8-AC21-E82472F130FF}"/>
              </a:ext>
            </a:extLst>
          </p:cNvPr>
          <p:cNvSpPr>
            <a:spLocks/>
          </p:cNvSpPr>
          <p:nvPr/>
        </p:nvSpPr>
        <p:spPr>
          <a:xfrm>
            <a:off x="12942386" y="963091"/>
            <a:ext cx="133301" cy="101025"/>
          </a:xfrm>
          <a:custGeom>
            <a:pathLst>
              <a:path w="139949" h="106063">
                <a:moveTo>
                  <a:pt x="2523" y="100465"/>
                </a:moveTo>
                <a:cubicBezTo>
                  <a:pt x="5047" y="101270"/>
                  <a:pt x="13230" y="104530"/>
                  <a:pt x="17664" y="105296"/>
                </a:cubicBezTo>
                <a:cubicBezTo>
                  <a:pt x="22099" y="106063"/>
                  <a:pt x="25904" y="105889"/>
                  <a:pt x="29130" y="105065"/>
                </a:cubicBezTo>
                <a:cubicBezTo>
                  <a:pt x="32355" y="104240"/>
                  <a:pt x="34405" y="101986"/>
                  <a:pt x="37016" y="100349"/>
                </a:cubicBezTo>
                <a:cubicBezTo>
                  <a:pt x="39628" y="98712"/>
                  <a:pt x="42304" y="97059"/>
                  <a:pt x="44799" y="95245"/>
                </a:cubicBezTo>
                <a:cubicBezTo>
                  <a:pt x="47295" y="93430"/>
                  <a:pt x="49967" y="91897"/>
                  <a:pt x="51990" y="89461"/>
                </a:cubicBezTo>
                <a:cubicBezTo>
                  <a:pt x="54013" y="87025"/>
                  <a:pt x="55015" y="83230"/>
                  <a:pt x="56937" y="80630"/>
                </a:cubicBezTo>
                <a:cubicBezTo>
                  <a:pt x="58859" y="78030"/>
                  <a:pt x="60545" y="75000"/>
                  <a:pt x="63521" y="73861"/>
                </a:cubicBezTo>
                <a:cubicBezTo>
                  <a:pt x="66498" y="72722"/>
                  <a:pt x="71062" y="73887"/>
                  <a:pt x="74795" y="73796"/>
                </a:cubicBezTo>
                <a:cubicBezTo>
                  <a:pt x="78528" y="73704"/>
                  <a:pt x="83092" y="74694"/>
                  <a:pt x="85921" y="73314"/>
                </a:cubicBezTo>
                <a:cubicBezTo>
                  <a:pt x="88749" y="71934"/>
                  <a:pt x="90070" y="68429"/>
                  <a:pt x="91768" y="65515"/>
                </a:cubicBezTo>
                <a:cubicBezTo>
                  <a:pt x="93465" y="62601"/>
                  <a:pt x="94097" y="58321"/>
                  <a:pt x="96103" y="55828"/>
                </a:cubicBezTo>
                <a:cubicBezTo>
                  <a:pt x="98109" y="53335"/>
                  <a:pt x="101142" y="52157"/>
                  <a:pt x="103805" y="50558"/>
                </a:cubicBezTo>
                <a:cubicBezTo>
                  <a:pt x="106467" y="48959"/>
                  <a:pt x="109641" y="48129"/>
                  <a:pt x="112078" y="46236"/>
                </a:cubicBezTo>
                <a:cubicBezTo>
                  <a:pt x="114516" y="44343"/>
                  <a:pt x="116203" y="41419"/>
                  <a:pt x="118428" y="39200"/>
                </a:cubicBezTo>
                <a:cubicBezTo>
                  <a:pt x="120653" y="36981"/>
                  <a:pt x="122977" y="34804"/>
                  <a:pt x="125426" y="32920"/>
                </a:cubicBezTo>
                <a:cubicBezTo>
                  <a:pt x="127874" y="31037"/>
                  <a:pt x="131042" y="30323"/>
                  <a:pt x="133118" y="27902"/>
                </a:cubicBezTo>
                <a:cubicBezTo>
                  <a:pt x="135194" y="25481"/>
                  <a:pt x="137039" y="22605"/>
                  <a:pt x="137884" y="18393"/>
                </a:cubicBezTo>
                <a:cubicBezTo>
                  <a:pt x="138730" y="14181"/>
                  <a:pt x="138139" y="5255"/>
                  <a:pt x="138190" y="2628"/>
                </a:cubicBezTo>
                <a:cubicBezTo>
                  <a:pt x="138241" y="0"/>
                  <a:pt x="139949" y="2483"/>
                  <a:pt x="138190" y="2628"/>
                </a:cubicBezTo>
                <a:cubicBezTo>
                  <a:pt x="136432" y="2773"/>
                  <a:pt x="130912" y="2792"/>
                  <a:pt x="127639" y="3498"/>
                </a:cubicBezTo>
                <a:cubicBezTo>
                  <a:pt x="124365" y="4203"/>
                  <a:pt x="121302" y="5382"/>
                  <a:pt x="118548" y="6858"/>
                </a:cubicBezTo>
                <a:cubicBezTo>
                  <a:pt x="115795" y="8335"/>
                  <a:pt x="113534" y="10388"/>
                  <a:pt x="111118" y="12357"/>
                </a:cubicBezTo>
                <a:cubicBezTo>
                  <a:pt x="108701" y="14326"/>
                  <a:pt x="106744" y="17080"/>
                  <a:pt x="104048" y="18673"/>
                </a:cubicBezTo>
                <a:cubicBezTo>
                  <a:pt x="101353" y="20266"/>
                  <a:pt x="98534" y="21610"/>
                  <a:pt x="94944" y="21916"/>
                </a:cubicBezTo>
                <a:cubicBezTo>
                  <a:pt x="91354" y="22222"/>
                  <a:pt x="86856" y="21219"/>
                  <a:pt x="82509" y="20508"/>
                </a:cubicBezTo>
                <a:cubicBezTo>
                  <a:pt x="78163" y="19796"/>
                  <a:pt x="73015" y="18090"/>
                  <a:pt x="68863" y="17646"/>
                </a:cubicBezTo>
                <a:cubicBezTo>
                  <a:pt x="64710" y="17202"/>
                  <a:pt x="60840" y="17005"/>
                  <a:pt x="57593" y="17843"/>
                </a:cubicBezTo>
                <a:cubicBezTo>
                  <a:pt x="54346" y="18682"/>
                  <a:pt x="51817" y="20655"/>
                  <a:pt x="49380" y="22677"/>
                </a:cubicBezTo>
                <a:cubicBezTo>
                  <a:pt x="46943" y="24700"/>
                  <a:pt x="44948" y="27388"/>
                  <a:pt x="42972" y="29980"/>
                </a:cubicBezTo>
                <a:cubicBezTo>
                  <a:pt x="40995" y="32571"/>
                  <a:pt x="39112" y="35121"/>
                  <a:pt x="37521" y="38226"/>
                </a:cubicBezTo>
                <a:cubicBezTo>
                  <a:pt x="35931" y="41331"/>
                  <a:pt x="34487" y="44774"/>
                  <a:pt x="33426" y="48610"/>
                </a:cubicBezTo>
                <a:cubicBezTo>
                  <a:pt x="32366" y="52447"/>
                  <a:pt x="31973" y="57120"/>
                  <a:pt x="31160" y="61244"/>
                </a:cubicBezTo>
                <a:cubicBezTo>
                  <a:pt x="30348" y="65367"/>
                  <a:pt x="29903" y="69953"/>
                  <a:pt x="28551" y="73353"/>
                </a:cubicBezTo>
                <a:cubicBezTo>
                  <a:pt x="27199" y="76753"/>
                  <a:pt x="25297" y="79487"/>
                  <a:pt x="23047" y="81644"/>
                </a:cubicBezTo>
                <a:cubicBezTo>
                  <a:pt x="20796" y="83801"/>
                  <a:pt x="17708" y="84686"/>
                  <a:pt x="15049" y="86294"/>
                </a:cubicBezTo>
                <a:cubicBezTo>
                  <a:pt x="12390" y="87903"/>
                  <a:pt x="9183" y="88932"/>
                  <a:pt x="7095" y="91294"/>
                </a:cubicBezTo>
                <a:cubicBezTo>
                  <a:pt x="5008" y="93655"/>
                  <a:pt x="3285" y="98936"/>
                  <a:pt x="2523" y="100465"/>
                </a:cubicBezTo>
                <a:cubicBezTo>
                  <a:pt x="1762" y="101994"/>
                  <a:pt x="0" y="99660"/>
                  <a:pt x="2523" y="100465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94"/>
                </a:srgbClr>
              </a:gs>
              <a:gs pos="18000">
                <a:srgbClr val="767676">
                  <a:alpha val="1452"/>
                </a:srgbClr>
              </a:gs>
              <a:gs pos="48000">
                <a:srgbClr val="767676">
                  <a:alpha val="2341"/>
                </a:srgbClr>
              </a:gs>
              <a:gs pos="78000">
                <a:srgbClr val="767676">
                  <a:alpha val="1756"/>
                </a:srgbClr>
              </a:gs>
              <a:gs pos="100000">
                <a:srgbClr val="767676">
                  <a:alpha val="105"/>
                </a:srgbClr>
              </a:gs>
            </a:gsLst>
            <a:lin ang="19452084" scaled="0"/>
          </a:gradFill>
          <a:ln w="0">
            <a:noFill/>
            <a:prstDash val="solid"/>
          </a:ln>
        </p:spPr>
      </p:sp>
      <p:sp>
        <p:nvSpPr>
          <p:cNvPr id="865" name="PANEL_A-intermittent-gas-core-7-feather-0_217">
            <a:extLst>
              <a:ext uri="{FF2B5EF4-FFF2-40B4-BE49-F238E27FC236}">
                <a16:creationId xmlns:a16="http://schemas.microsoft.com/office/drawing/2014/main" id="{F09D2D4C-2AAD-492D-8DE1-7432D15902AF}"/>
              </a:ext>
            </a:extLst>
          </p:cNvPr>
          <p:cNvSpPr>
            <a:spLocks/>
          </p:cNvSpPr>
          <p:nvPr/>
        </p:nvSpPr>
        <p:spPr>
          <a:xfrm>
            <a:off x="13299163" y="789259"/>
            <a:ext cx="286571" cy="336992"/>
          </a:xfrm>
          <a:custGeom>
            <a:pathLst>
              <a:path w="300862" h="353797">
                <a:moveTo>
                  <a:pt x="10711" y="232817"/>
                </a:moveTo>
                <a:cubicBezTo>
                  <a:pt x="16147" y="236180"/>
                  <a:pt x="34571" y="249748"/>
                  <a:pt x="43324" y="252996"/>
                </a:cubicBezTo>
                <a:cubicBezTo>
                  <a:pt x="52076" y="256244"/>
                  <a:pt x="55986" y="251467"/>
                  <a:pt x="63228" y="252306"/>
                </a:cubicBezTo>
                <a:cubicBezTo>
                  <a:pt x="70470" y="253144"/>
                  <a:pt x="75550" y="250246"/>
                  <a:pt x="86777" y="258028"/>
                </a:cubicBezTo>
                <a:cubicBezTo>
                  <a:pt x="98004" y="265810"/>
                  <a:pt x="115553" y="284405"/>
                  <a:pt x="130589" y="298998"/>
                </a:cubicBezTo>
                <a:cubicBezTo>
                  <a:pt x="145625" y="313591"/>
                  <a:pt x="165795" y="337374"/>
                  <a:pt x="176990" y="345586"/>
                </a:cubicBezTo>
                <a:cubicBezTo>
                  <a:pt x="188186" y="353797"/>
                  <a:pt x="193245" y="351641"/>
                  <a:pt x="197761" y="348270"/>
                </a:cubicBezTo>
                <a:cubicBezTo>
                  <a:pt x="202277" y="344898"/>
                  <a:pt x="200413" y="330246"/>
                  <a:pt x="204084" y="325356"/>
                </a:cubicBezTo>
                <a:cubicBezTo>
                  <a:pt x="207756" y="320466"/>
                  <a:pt x="214667" y="321255"/>
                  <a:pt x="219790" y="318928"/>
                </a:cubicBezTo>
                <a:cubicBezTo>
                  <a:pt x="224913" y="316600"/>
                  <a:pt x="231985" y="317905"/>
                  <a:pt x="234824" y="311391"/>
                </a:cubicBezTo>
                <a:cubicBezTo>
                  <a:pt x="237662" y="304877"/>
                  <a:pt x="234822" y="287984"/>
                  <a:pt x="236819" y="279845"/>
                </a:cubicBezTo>
                <a:cubicBezTo>
                  <a:pt x="238816" y="271707"/>
                  <a:pt x="240187" y="262174"/>
                  <a:pt x="246807" y="262563"/>
                </a:cubicBezTo>
                <a:cubicBezTo>
                  <a:pt x="253426" y="262951"/>
                  <a:pt x="267993" y="278129"/>
                  <a:pt x="276537" y="282176"/>
                </a:cubicBezTo>
                <a:cubicBezTo>
                  <a:pt x="285080" y="286224"/>
                  <a:pt x="295274" y="293665"/>
                  <a:pt x="298068" y="286847"/>
                </a:cubicBezTo>
                <a:cubicBezTo>
                  <a:pt x="300862" y="280030"/>
                  <a:pt x="295774" y="258313"/>
                  <a:pt x="293302" y="241274"/>
                </a:cubicBezTo>
                <a:cubicBezTo>
                  <a:pt x="290829" y="224235"/>
                  <a:pt x="284696" y="199950"/>
                  <a:pt x="283235" y="184613"/>
                </a:cubicBezTo>
                <a:cubicBezTo>
                  <a:pt x="281774" y="169276"/>
                  <a:pt x="283672" y="160281"/>
                  <a:pt x="284534" y="149253"/>
                </a:cubicBezTo>
                <a:cubicBezTo>
                  <a:pt x="285396" y="138225"/>
                  <a:pt x="287736" y="130003"/>
                  <a:pt x="288409" y="118443"/>
                </a:cubicBezTo>
                <a:cubicBezTo>
                  <a:pt x="289081" y="106882"/>
                  <a:pt x="288541" y="86315"/>
                  <a:pt x="288567" y="79890"/>
                </a:cubicBezTo>
                <a:cubicBezTo>
                  <a:pt x="288594" y="73465"/>
                  <a:pt x="294181" y="84492"/>
                  <a:pt x="288567" y="79890"/>
                </a:cubicBezTo>
                <a:cubicBezTo>
                  <a:pt x="282953" y="75288"/>
                  <a:pt x="266278" y="61672"/>
                  <a:pt x="254883" y="52275"/>
                </a:cubicBezTo>
                <a:cubicBezTo>
                  <a:pt x="243489" y="42878"/>
                  <a:pt x="231043" y="31589"/>
                  <a:pt x="220200" y="23508"/>
                </a:cubicBezTo>
                <a:cubicBezTo>
                  <a:pt x="209358" y="15427"/>
                  <a:pt x="198544" y="7579"/>
                  <a:pt x="189829" y="3789"/>
                </a:cubicBezTo>
                <a:cubicBezTo>
                  <a:pt x="181113" y="0"/>
                  <a:pt x="174554" y="467"/>
                  <a:pt x="167909" y="771"/>
                </a:cubicBezTo>
                <a:cubicBezTo>
                  <a:pt x="161263" y="1075"/>
                  <a:pt x="155802" y="3718"/>
                  <a:pt x="149955" y="5614"/>
                </a:cubicBezTo>
                <a:cubicBezTo>
                  <a:pt x="144108" y="7510"/>
                  <a:pt x="137528" y="8093"/>
                  <a:pt x="132829" y="12146"/>
                </a:cubicBezTo>
                <a:cubicBezTo>
                  <a:pt x="128129" y="16198"/>
                  <a:pt x="123765" y="20926"/>
                  <a:pt x="121759" y="29927"/>
                </a:cubicBezTo>
                <a:cubicBezTo>
                  <a:pt x="119753" y="38927"/>
                  <a:pt x="120974" y="53899"/>
                  <a:pt x="120792" y="66150"/>
                </a:cubicBezTo>
                <a:cubicBezTo>
                  <a:pt x="120611" y="78401"/>
                  <a:pt x="123262" y="95706"/>
                  <a:pt x="120670" y="103434"/>
                </a:cubicBezTo>
                <a:cubicBezTo>
                  <a:pt x="118079" y="111163"/>
                  <a:pt x="113516" y="115084"/>
                  <a:pt x="105243" y="112521"/>
                </a:cubicBezTo>
                <a:cubicBezTo>
                  <a:pt x="96969" y="109958"/>
                  <a:pt x="83008" y="97093"/>
                  <a:pt x="71029" y="88056"/>
                </a:cubicBezTo>
                <a:cubicBezTo>
                  <a:pt x="59051" y="79019"/>
                  <a:pt x="43592" y="63993"/>
                  <a:pt x="33374" y="58301"/>
                </a:cubicBezTo>
                <a:cubicBezTo>
                  <a:pt x="23156" y="52609"/>
                  <a:pt x="14925" y="50708"/>
                  <a:pt x="9721" y="53904"/>
                </a:cubicBezTo>
                <a:cubicBezTo>
                  <a:pt x="4518" y="57101"/>
                  <a:pt x="3619" y="67874"/>
                  <a:pt x="2152" y="77480"/>
                </a:cubicBezTo>
                <a:cubicBezTo>
                  <a:pt x="684" y="87087"/>
                  <a:pt x="1239" y="100108"/>
                  <a:pt x="919" y="111543"/>
                </a:cubicBezTo>
                <a:cubicBezTo>
                  <a:pt x="600" y="122979"/>
                  <a:pt x="0" y="133904"/>
                  <a:pt x="234" y="146093"/>
                </a:cubicBezTo>
                <a:cubicBezTo>
                  <a:pt x="468" y="158282"/>
                  <a:pt x="577" y="170225"/>
                  <a:pt x="2324" y="184679"/>
                </a:cubicBezTo>
                <a:cubicBezTo>
                  <a:pt x="4070" y="199133"/>
                  <a:pt x="9313" y="224794"/>
                  <a:pt x="10711" y="232817"/>
                </a:cubicBezTo>
                <a:cubicBezTo>
                  <a:pt x="12109" y="240840"/>
                  <a:pt x="5276" y="229454"/>
                  <a:pt x="10711" y="232817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82"/>
                </a:srgbClr>
              </a:gs>
              <a:gs pos="18000">
                <a:srgbClr val="919191">
                  <a:alpha val="2822"/>
                </a:srgbClr>
              </a:gs>
              <a:gs pos="48000">
                <a:srgbClr val="919191">
                  <a:alpha val="4551"/>
                </a:srgbClr>
              </a:gs>
              <a:gs pos="78000">
                <a:srgbClr val="919191">
                  <a:alpha val="3412"/>
                </a:srgbClr>
              </a:gs>
              <a:gs pos="100000">
                <a:srgbClr val="919191">
                  <a:alpha val="204"/>
                </a:srgbClr>
              </a:gs>
            </a:gsLst>
            <a:lin ang="19870378" scaled="0"/>
          </a:gradFill>
          <a:ln w="0">
            <a:noFill/>
            <a:prstDash val="solid"/>
          </a:ln>
        </p:spPr>
      </p:sp>
      <p:sp>
        <p:nvSpPr>
          <p:cNvPr id="866" name="PANEL_A-intermittent-gas-core-7-feather-1_218">
            <a:extLst>
              <a:ext uri="{FF2B5EF4-FFF2-40B4-BE49-F238E27FC236}">
                <a16:creationId xmlns:a16="http://schemas.microsoft.com/office/drawing/2014/main" id="{0839A8CF-CDFC-469C-B328-30F7C149931E}"/>
              </a:ext>
            </a:extLst>
          </p:cNvPr>
          <p:cNvSpPr>
            <a:spLocks/>
          </p:cNvSpPr>
          <p:nvPr/>
        </p:nvSpPr>
        <p:spPr>
          <a:xfrm>
            <a:off x="13304931" y="808681"/>
            <a:ext cx="273949" cy="280786"/>
          </a:xfrm>
          <a:custGeom>
            <a:pathLst>
              <a:path w="287611" h="294789">
                <a:moveTo>
                  <a:pt x="4656" y="212428"/>
                </a:moveTo>
                <a:cubicBezTo>
                  <a:pt x="9313" y="214493"/>
                  <a:pt x="24932" y="223409"/>
                  <a:pt x="32595" y="224819"/>
                </a:cubicBezTo>
                <a:cubicBezTo>
                  <a:pt x="40258" y="226229"/>
                  <a:pt x="44088" y="221271"/>
                  <a:pt x="50633" y="220888"/>
                </a:cubicBezTo>
                <a:cubicBezTo>
                  <a:pt x="57177" y="220504"/>
                  <a:pt x="62048" y="217218"/>
                  <a:pt x="71860" y="222518"/>
                </a:cubicBezTo>
                <a:cubicBezTo>
                  <a:pt x="81672" y="227818"/>
                  <a:pt x="96508" y="241704"/>
                  <a:pt x="109506" y="252689"/>
                </a:cubicBezTo>
                <a:cubicBezTo>
                  <a:pt x="122504" y="263674"/>
                  <a:pt x="139649" y="282068"/>
                  <a:pt x="149850" y="288428"/>
                </a:cubicBezTo>
                <a:cubicBezTo>
                  <a:pt x="160052" y="294789"/>
                  <a:pt x="165610" y="293313"/>
                  <a:pt x="170714" y="290852"/>
                </a:cubicBezTo>
                <a:cubicBezTo>
                  <a:pt x="175819" y="288391"/>
                  <a:pt x="176043" y="277310"/>
                  <a:pt x="180477" y="273662"/>
                </a:cubicBezTo>
                <a:cubicBezTo>
                  <a:pt x="184911" y="270013"/>
                  <a:pt x="191888" y="270838"/>
                  <a:pt x="197319" y="268959"/>
                </a:cubicBezTo>
                <a:cubicBezTo>
                  <a:pt x="202750" y="267079"/>
                  <a:pt x="209633" y="267922"/>
                  <a:pt x="213062" y="262387"/>
                </a:cubicBezTo>
                <a:cubicBezTo>
                  <a:pt x="216491" y="256853"/>
                  <a:pt x="215358" y="242988"/>
                  <a:pt x="217893" y="235750"/>
                </a:cubicBezTo>
                <a:cubicBezTo>
                  <a:pt x="220428" y="228512"/>
                  <a:pt x="222318" y="219898"/>
                  <a:pt x="228274" y="218959"/>
                </a:cubicBezTo>
                <a:cubicBezTo>
                  <a:pt x="234229" y="218020"/>
                  <a:pt x="246249" y="228363"/>
                  <a:pt x="253626" y="230114"/>
                </a:cubicBezTo>
                <a:cubicBezTo>
                  <a:pt x="261002" y="231865"/>
                  <a:pt x="269595" y="236120"/>
                  <a:pt x="272530" y="229465"/>
                </a:cubicBezTo>
                <a:cubicBezTo>
                  <a:pt x="275466" y="222809"/>
                  <a:pt x="272265" y="204542"/>
                  <a:pt x="271238" y="190181"/>
                </a:cubicBezTo>
                <a:cubicBezTo>
                  <a:pt x="270212" y="175820"/>
                  <a:pt x="266414" y="155961"/>
                  <a:pt x="266372" y="143300"/>
                </a:cubicBezTo>
                <a:cubicBezTo>
                  <a:pt x="266330" y="130639"/>
                  <a:pt x="269035" y="123166"/>
                  <a:pt x="270985" y="114216"/>
                </a:cubicBezTo>
                <a:cubicBezTo>
                  <a:pt x="272935" y="105266"/>
                  <a:pt x="276149" y="98719"/>
                  <a:pt x="278071" y="89600"/>
                </a:cubicBezTo>
                <a:cubicBezTo>
                  <a:pt x="279992" y="80481"/>
                  <a:pt x="281772" y="64517"/>
                  <a:pt x="282512" y="59500"/>
                </a:cubicBezTo>
                <a:cubicBezTo>
                  <a:pt x="283253" y="54484"/>
                  <a:pt x="287611" y="63086"/>
                  <a:pt x="282512" y="59500"/>
                </a:cubicBezTo>
                <a:cubicBezTo>
                  <a:pt x="277414" y="55915"/>
                  <a:pt x="262206" y="45217"/>
                  <a:pt x="251921" y="37989"/>
                </a:cubicBezTo>
                <a:cubicBezTo>
                  <a:pt x="241637" y="30762"/>
                  <a:pt x="230539" y="22090"/>
                  <a:pt x="220805" y="16135"/>
                </a:cubicBezTo>
                <a:cubicBezTo>
                  <a:pt x="211070" y="10179"/>
                  <a:pt x="201410" y="4515"/>
                  <a:pt x="193515" y="2258"/>
                </a:cubicBezTo>
                <a:cubicBezTo>
                  <a:pt x="185619" y="0"/>
                  <a:pt x="179517" y="1281"/>
                  <a:pt x="173432" y="2589"/>
                </a:cubicBezTo>
                <a:cubicBezTo>
                  <a:pt x="167347" y="3896"/>
                  <a:pt x="162319" y="7286"/>
                  <a:pt x="157002" y="10102"/>
                </a:cubicBezTo>
                <a:cubicBezTo>
                  <a:pt x="151686" y="12919"/>
                  <a:pt x="145911" y="14923"/>
                  <a:pt x="141534" y="19490"/>
                </a:cubicBezTo>
                <a:cubicBezTo>
                  <a:pt x="137156" y="24056"/>
                  <a:pt x="133093" y="29240"/>
                  <a:pt x="130736" y="37503"/>
                </a:cubicBezTo>
                <a:cubicBezTo>
                  <a:pt x="128379" y="45766"/>
                  <a:pt x="128511" y="58621"/>
                  <a:pt x="127392" y="69068"/>
                </a:cubicBezTo>
                <a:cubicBezTo>
                  <a:pt x="126273" y="79514"/>
                  <a:pt x="127259" y="93699"/>
                  <a:pt x="124022" y="100181"/>
                </a:cubicBezTo>
                <a:cubicBezTo>
                  <a:pt x="120786" y="106663"/>
                  <a:pt x="115861" y="109897"/>
                  <a:pt x="107972" y="107961"/>
                </a:cubicBezTo>
                <a:cubicBezTo>
                  <a:pt x="100084" y="106026"/>
                  <a:pt x="87607" y="95782"/>
                  <a:pt x="76694" y="88568"/>
                </a:cubicBezTo>
                <a:cubicBezTo>
                  <a:pt x="65780" y="81354"/>
                  <a:pt x="52044" y="69285"/>
                  <a:pt x="42492" y="64677"/>
                </a:cubicBezTo>
                <a:cubicBezTo>
                  <a:pt x="32940" y="60068"/>
                  <a:pt x="24909" y="58378"/>
                  <a:pt x="19381" y="60917"/>
                </a:cubicBezTo>
                <a:cubicBezTo>
                  <a:pt x="13853" y="63455"/>
                  <a:pt x="11740" y="72015"/>
                  <a:pt x="9325" y="79905"/>
                </a:cubicBezTo>
                <a:cubicBezTo>
                  <a:pt x="6910" y="87796"/>
                  <a:pt x="6195" y="98571"/>
                  <a:pt x="4891" y="108260"/>
                </a:cubicBezTo>
                <a:cubicBezTo>
                  <a:pt x="3586" y="117950"/>
                  <a:pt x="2210" y="127497"/>
                  <a:pt x="1497" y="138042"/>
                </a:cubicBezTo>
                <a:cubicBezTo>
                  <a:pt x="784" y="148587"/>
                  <a:pt x="88" y="159134"/>
                  <a:pt x="615" y="171532"/>
                </a:cubicBezTo>
                <a:cubicBezTo>
                  <a:pt x="1141" y="183929"/>
                  <a:pt x="3983" y="205612"/>
                  <a:pt x="4656" y="212428"/>
                </a:cubicBezTo>
                <a:cubicBezTo>
                  <a:pt x="5330" y="219244"/>
                  <a:pt x="0" y="210363"/>
                  <a:pt x="4656" y="212428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43"/>
                </a:srgbClr>
              </a:gs>
              <a:gs pos="18000">
                <a:srgbClr val="767676">
                  <a:alpha val="3762"/>
                </a:srgbClr>
              </a:gs>
              <a:gs pos="48000">
                <a:srgbClr val="767676">
                  <a:alpha val="6067"/>
                </a:srgbClr>
              </a:gs>
              <a:gs pos="78000">
                <a:srgbClr val="767676">
                  <a:alpha val="4551"/>
                </a:srgbClr>
              </a:gs>
              <a:gs pos="100000">
                <a:srgbClr val="767676">
                  <a:alpha val="274"/>
                </a:srgbClr>
              </a:gs>
            </a:gsLst>
            <a:lin ang="19870378" scaled="0"/>
          </a:gradFill>
          <a:ln w="0">
            <a:noFill/>
            <a:prstDash val="solid"/>
          </a:ln>
        </p:spPr>
      </p:sp>
      <p:sp>
        <p:nvSpPr>
          <p:cNvPr id="867" name="PANEL_A-intermittent-gas-core-7-feather-2_219">
            <a:extLst>
              <a:ext uri="{FF2B5EF4-FFF2-40B4-BE49-F238E27FC236}">
                <a16:creationId xmlns:a16="http://schemas.microsoft.com/office/drawing/2014/main" id="{834E5A51-44E6-4904-B53D-C5FD91FAF9A8}"/>
              </a:ext>
            </a:extLst>
          </p:cNvPr>
          <p:cNvSpPr>
            <a:spLocks/>
          </p:cNvSpPr>
          <p:nvPr/>
        </p:nvSpPr>
        <p:spPr>
          <a:xfrm>
            <a:off x="13305740" y="829867"/>
            <a:ext cx="272604" cy="219471"/>
          </a:xfrm>
          <a:custGeom>
            <a:pathLst>
              <a:path w="286199" h="230415">
                <a:moveTo>
                  <a:pt x="3807" y="190185"/>
                </a:moveTo>
                <a:cubicBezTo>
                  <a:pt x="7613" y="190834"/>
                  <a:pt x="20173" y="194675"/>
                  <a:pt x="26646" y="194080"/>
                </a:cubicBezTo>
                <a:cubicBezTo>
                  <a:pt x="33120" y="193485"/>
                  <a:pt x="36865" y="188331"/>
                  <a:pt x="42648" y="186614"/>
                </a:cubicBezTo>
                <a:cubicBezTo>
                  <a:pt x="48430" y="184897"/>
                  <a:pt x="53073" y="181188"/>
                  <a:pt x="61342" y="183780"/>
                </a:cubicBezTo>
                <a:cubicBezTo>
                  <a:pt x="69611" y="186373"/>
                  <a:pt x="81486" y="195122"/>
                  <a:pt x="92262" y="202171"/>
                </a:cubicBezTo>
                <a:cubicBezTo>
                  <a:pt x="103038" y="209220"/>
                  <a:pt x="116882" y="221734"/>
                  <a:pt x="125999" y="226075"/>
                </a:cubicBezTo>
                <a:cubicBezTo>
                  <a:pt x="135116" y="230415"/>
                  <a:pt x="141218" y="229683"/>
                  <a:pt x="146965" y="228215"/>
                </a:cubicBezTo>
                <a:cubicBezTo>
                  <a:pt x="152711" y="226747"/>
                  <a:pt x="155212" y="219562"/>
                  <a:pt x="160479" y="217268"/>
                </a:cubicBezTo>
                <a:cubicBezTo>
                  <a:pt x="165745" y="214973"/>
                  <a:pt x="172795" y="215836"/>
                  <a:pt x="178562" y="214446"/>
                </a:cubicBezTo>
                <a:cubicBezTo>
                  <a:pt x="184328" y="213057"/>
                  <a:pt x="191004" y="213396"/>
                  <a:pt x="195077" y="208929"/>
                </a:cubicBezTo>
                <a:cubicBezTo>
                  <a:pt x="199150" y="204462"/>
                  <a:pt x="199880" y="193902"/>
                  <a:pt x="203002" y="187646"/>
                </a:cubicBezTo>
                <a:cubicBezTo>
                  <a:pt x="206124" y="181390"/>
                  <a:pt x="208580" y="173779"/>
                  <a:pt x="213811" y="171391"/>
                </a:cubicBezTo>
                <a:cubicBezTo>
                  <a:pt x="219042" y="169003"/>
                  <a:pt x="228285" y="174073"/>
                  <a:pt x="234387" y="173318"/>
                </a:cubicBezTo>
                <a:cubicBezTo>
                  <a:pt x="240490" y="172564"/>
                  <a:pt x="247337" y="173344"/>
                  <a:pt x="250427" y="166865"/>
                </a:cubicBezTo>
                <a:cubicBezTo>
                  <a:pt x="253516" y="160386"/>
                  <a:pt x="252374" y="145882"/>
                  <a:pt x="252925" y="134443"/>
                </a:cubicBezTo>
                <a:cubicBezTo>
                  <a:pt x="253476" y="123004"/>
                  <a:pt x="252226" y="107973"/>
                  <a:pt x="253731" y="98231"/>
                </a:cubicBezTo>
                <a:cubicBezTo>
                  <a:pt x="255237" y="88490"/>
                  <a:pt x="258824" y="82676"/>
                  <a:pt x="261960" y="75994"/>
                </a:cubicBezTo>
                <a:cubicBezTo>
                  <a:pt x="265096" y="69311"/>
                  <a:pt x="269265" y="64591"/>
                  <a:pt x="272549" y="58135"/>
                </a:cubicBezTo>
                <a:cubicBezTo>
                  <a:pt x="275832" y="51679"/>
                  <a:pt x="280143" y="40737"/>
                  <a:pt x="281662" y="37257"/>
                </a:cubicBezTo>
                <a:cubicBezTo>
                  <a:pt x="283181" y="33777"/>
                  <a:pt x="286199" y="39733"/>
                  <a:pt x="281662" y="37257"/>
                </a:cubicBezTo>
                <a:cubicBezTo>
                  <a:pt x="277126" y="34782"/>
                  <a:pt x="263519" y="27266"/>
                  <a:pt x="254445" y="22405"/>
                </a:cubicBezTo>
                <a:cubicBezTo>
                  <a:pt x="245371" y="17544"/>
                  <a:pt x="235745" y="11728"/>
                  <a:pt x="227220" y="8091"/>
                </a:cubicBezTo>
                <a:cubicBezTo>
                  <a:pt x="218694" y="4455"/>
                  <a:pt x="210293" y="1173"/>
                  <a:pt x="203292" y="587"/>
                </a:cubicBezTo>
                <a:cubicBezTo>
                  <a:pt x="196291" y="0"/>
                  <a:pt x="190687" y="2169"/>
                  <a:pt x="185213" y="4571"/>
                </a:cubicBezTo>
                <a:cubicBezTo>
                  <a:pt x="179739" y="6973"/>
                  <a:pt x="175184" y="11177"/>
                  <a:pt x="170446" y="14999"/>
                </a:cubicBezTo>
                <a:cubicBezTo>
                  <a:pt x="165708" y="18821"/>
                  <a:pt x="160812" y="22373"/>
                  <a:pt x="156785" y="27502"/>
                </a:cubicBezTo>
                <a:cubicBezTo>
                  <a:pt x="152758" y="32630"/>
                  <a:pt x="149025" y="38310"/>
                  <a:pt x="146285" y="45768"/>
                </a:cubicBezTo>
                <a:cubicBezTo>
                  <a:pt x="143546" y="53226"/>
                  <a:pt x="142489" y="63773"/>
                  <a:pt x="140347" y="72251"/>
                </a:cubicBezTo>
                <a:cubicBezTo>
                  <a:pt x="138206" y="80728"/>
                  <a:pt x="137375" y="91510"/>
                  <a:pt x="133434" y="96632"/>
                </a:cubicBezTo>
                <a:cubicBezTo>
                  <a:pt x="129494" y="101755"/>
                  <a:pt x="124174" y="104238"/>
                  <a:pt x="116706" y="102987"/>
                </a:cubicBezTo>
                <a:cubicBezTo>
                  <a:pt x="109239" y="101736"/>
                  <a:pt x="98381" y="94352"/>
                  <a:pt x="88629" y="89126"/>
                </a:cubicBezTo>
                <a:cubicBezTo>
                  <a:pt x="78877" y="83900"/>
                  <a:pt x="67021" y="75058"/>
                  <a:pt x="58195" y="71632"/>
                </a:cubicBezTo>
                <a:cubicBezTo>
                  <a:pt x="49370" y="68205"/>
                  <a:pt x="41555" y="66747"/>
                  <a:pt x="35674" y="68567"/>
                </a:cubicBezTo>
                <a:cubicBezTo>
                  <a:pt x="29792" y="70387"/>
                  <a:pt x="26355" y="76532"/>
                  <a:pt x="22906" y="82551"/>
                </a:cubicBezTo>
                <a:cubicBezTo>
                  <a:pt x="19457" y="88570"/>
                  <a:pt x="17358" y="96894"/>
                  <a:pt x="14979" y="104679"/>
                </a:cubicBezTo>
                <a:cubicBezTo>
                  <a:pt x="12600" y="112463"/>
                  <a:pt x="10376" y="120508"/>
                  <a:pt x="8631" y="129259"/>
                </a:cubicBezTo>
                <a:cubicBezTo>
                  <a:pt x="6885" y="138011"/>
                  <a:pt x="5310" y="147034"/>
                  <a:pt x="4506" y="157189"/>
                </a:cubicBezTo>
                <a:cubicBezTo>
                  <a:pt x="3702" y="167343"/>
                  <a:pt x="3923" y="184685"/>
                  <a:pt x="3807" y="190185"/>
                </a:cubicBezTo>
                <a:cubicBezTo>
                  <a:pt x="3690" y="195684"/>
                  <a:pt x="0" y="189535"/>
                  <a:pt x="3807" y="190185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11"/>
                </a:srgbClr>
              </a:gs>
              <a:gs pos="18000">
                <a:srgbClr val="767676">
                  <a:alpha val="4828"/>
                </a:srgbClr>
              </a:gs>
              <a:gs pos="48000">
                <a:srgbClr val="767676">
                  <a:alpha val="7786"/>
                </a:srgbClr>
              </a:gs>
              <a:gs pos="78000">
                <a:srgbClr val="767676">
                  <a:alpha val="5840"/>
                </a:srgbClr>
              </a:gs>
              <a:gs pos="100000">
                <a:srgbClr val="767676">
                  <a:alpha val="350"/>
                </a:srgbClr>
              </a:gs>
            </a:gsLst>
            <a:lin ang="19870378" scaled="0"/>
          </a:gradFill>
          <a:ln w="0">
            <a:noFill/>
            <a:prstDash val="solid"/>
          </a:ln>
        </p:spPr>
      </p:sp>
      <p:sp>
        <p:nvSpPr>
          <p:cNvPr id="868" name="PANEL_A-intermittent-gas-core-7-feather-3_220">
            <a:extLst>
              <a:ext uri="{FF2B5EF4-FFF2-40B4-BE49-F238E27FC236}">
                <a16:creationId xmlns:a16="http://schemas.microsoft.com/office/drawing/2014/main" id="{D5986A09-C4F4-4E19-8008-47AFB253C734}"/>
              </a:ext>
            </a:extLst>
          </p:cNvPr>
          <p:cNvSpPr>
            <a:spLocks/>
          </p:cNvSpPr>
          <p:nvPr/>
        </p:nvSpPr>
        <p:spPr>
          <a:xfrm>
            <a:off x="13306549" y="848988"/>
            <a:ext cx="271259" cy="166014"/>
          </a:xfrm>
          <a:custGeom>
            <a:pathLst>
              <a:path w="284787" h="174293">
                <a:moveTo>
                  <a:pt x="2957" y="170110"/>
                </a:moveTo>
                <a:cubicBezTo>
                  <a:pt x="5914" y="169343"/>
                  <a:pt x="15414" y="168110"/>
                  <a:pt x="20698" y="165509"/>
                </a:cubicBezTo>
                <a:cubicBezTo>
                  <a:pt x="25982" y="162909"/>
                  <a:pt x="29641" y="157558"/>
                  <a:pt x="34662" y="154509"/>
                </a:cubicBezTo>
                <a:cubicBezTo>
                  <a:pt x="39684" y="151459"/>
                  <a:pt x="44099" y="147326"/>
                  <a:pt x="50825" y="147211"/>
                </a:cubicBezTo>
                <a:cubicBezTo>
                  <a:pt x="57550" y="147096"/>
                  <a:pt x="66464" y="150707"/>
                  <a:pt x="75018" y="153821"/>
                </a:cubicBezTo>
                <a:cubicBezTo>
                  <a:pt x="83572" y="156934"/>
                  <a:pt x="94114" y="163569"/>
                  <a:pt x="102147" y="165890"/>
                </a:cubicBezTo>
                <a:cubicBezTo>
                  <a:pt x="110180" y="168211"/>
                  <a:pt x="116826" y="168221"/>
                  <a:pt x="123215" y="167746"/>
                </a:cubicBezTo>
                <a:cubicBezTo>
                  <a:pt x="129604" y="167272"/>
                  <a:pt x="134382" y="163983"/>
                  <a:pt x="140480" y="163042"/>
                </a:cubicBezTo>
                <a:cubicBezTo>
                  <a:pt x="146579" y="162102"/>
                  <a:pt x="153702" y="163003"/>
                  <a:pt x="159804" y="162103"/>
                </a:cubicBezTo>
                <a:cubicBezTo>
                  <a:pt x="165906" y="161202"/>
                  <a:pt x="172375" y="161038"/>
                  <a:pt x="177092" y="157639"/>
                </a:cubicBezTo>
                <a:cubicBezTo>
                  <a:pt x="181810" y="154241"/>
                  <a:pt x="184402" y="146985"/>
                  <a:pt x="188111" y="141711"/>
                </a:cubicBezTo>
                <a:cubicBezTo>
                  <a:pt x="191820" y="136436"/>
                  <a:pt x="194843" y="129829"/>
                  <a:pt x="199349" y="125992"/>
                </a:cubicBezTo>
                <a:cubicBezTo>
                  <a:pt x="203855" y="122156"/>
                  <a:pt x="210320" y="121951"/>
                  <a:pt x="215149" y="118691"/>
                </a:cubicBezTo>
                <a:cubicBezTo>
                  <a:pt x="219978" y="115432"/>
                  <a:pt x="225079" y="112737"/>
                  <a:pt x="228323" y="106434"/>
                </a:cubicBezTo>
                <a:cubicBezTo>
                  <a:pt x="231567" y="100131"/>
                  <a:pt x="232484" y="89390"/>
                  <a:pt x="234612" y="80873"/>
                </a:cubicBezTo>
                <a:cubicBezTo>
                  <a:pt x="236740" y="72356"/>
                  <a:pt x="238037" y="62154"/>
                  <a:pt x="241091" y="55331"/>
                </a:cubicBezTo>
                <a:cubicBezTo>
                  <a:pt x="244145" y="48509"/>
                  <a:pt x="248612" y="44355"/>
                  <a:pt x="252935" y="39940"/>
                </a:cubicBezTo>
                <a:cubicBezTo>
                  <a:pt x="257258" y="35525"/>
                  <a:pt x="262380" y="32632"/>
                  <a:pt x="267027" y="28839"/>
                </a:cubicBezTo>
                <a:cubicBezTo>
                  <a:pt x="271673" y="25046"/>
                  <a:pt x="278515" y="19125"/>
                  <a:pt x="280813" y="17183"/>
                </a:cubicBezTo>
                <a:cubicBezTo>
                  <a:pt x="283110" y="15240"/>
                  <a:pt x="284787" y="18548"/>
                  <a:pt x="280813" y="17183"/>
                </a:cubicBezTo>
                <a:cubicBezTo>
                  <a:pt x="276839" y="15817"/>
                  <a:pt x="264832" y="11483"/>
                  <a:pt x="256969" y="8989"/>
                </a:cubicBezTo>
                <a:cubicBezTo>
                  <a:pt x="249106" y="6495"/>
                  <a:pt x="240952" y="3534"/>
                  <a:pt x="233635" y="2216"/>
                </a:cubicBezTo>
                <a:cubicBezTo>
                  <a:pt x="226318" y="899"/>
                  <a:pt x="219176" y="0"/>
                  <a:pt x="213069" y="1084"/>
                </a:cubicBezTo>
                <a:cubicBezTo>
                  <a:pt x="206962" y="2169"/>
                  <a:pt x="201857" y="5226"/>
                  <a:pt x="196994" y="8722"/>
                </a:cubicBezTo>
                <a:cubicBezTo>
                  <a:pt x="192131" y="12219"/>
                  <a:pt x="188049" y="17237"/>
                  <a:pt x="183889" y="22064"/>
                </a:cubicBezTo>
                <a:cubicBezTo>
                  <a:pt x="179730" y="26891"/>
                  <a:pt x="175713" y="31993"/>
                  <a:pt x="172037" y="37682"/>
                </a:cubicBezTo>
                <a:cubicBezTo>
                  <a:pt x="168361" y="43372"/>
                  <a:pt x="164957" y="49548"/>
                  <a:pt x="161835" y="56201"/>
                </a:cubicBezTo>
                <a:cubicBezTo>
                  <a:pt x="158712" y="62855"/>
                  <a:pt x="156468" y="71094"/>
                  <a:pt x="153303" y="77602"/>
                </a:cubicBezTo>
                <a:cubicBezTo>
                  <a:pt x="150138" y="84111"/>
                  <a:pt x="147490" y="91489"/>
                  <a:pt x="142847" y="95252"/>
                </a:cubicBezTo>
                <a:cubicBezTo>
                  <a:pt x="138203" y="99015"/>
                  <a:pt x="132487" y="100747"/>
                  <a:pt x="125440" y="100181"/>
                </a:cubicBezTo>
                <a:cubicBezTo>
                  <a:pt x="118393" y="99614"/>
                  <a:pt x="109154" y="95090"/>
                  <a:pt x="100564" y="91852"/>
                </a:cubicBezTo>
                <a:cubicBezTo>
                  <a:pt x="91974" y="88615"/>
                  <a:pt x="81998" y="83000"/>
                  <a:pt x="73899" y="80756"/>
                </a:cubicBezTo>
                <a:cubicBezTo>
                  <a:pt x="65799" y="78511"/>
                  <a:pt x="58202" y="77284"/>
                  <a:pt x="51967" y="78385"/>
                </a:cubicBezTo>
                <a:cubicBezTo>
                  <a:pt x="45731" y="79487"/>
                  <a:pt x="40970" y="83218"/>
                  <a:pt x="36487" y="87365"/>
                </a:cubicBezTo>
                <a:cubicBezTo>
                  <a:pt x="32003" y="91512"/>
                  <a:pt x="28521" y="97386"/>
                  <a:pt x="25067" y="103266"/>
                </a:cubicBezTo>
                <a:cubicBezTo>
                  <a:pt x="21613" y="109146"/>
                  <a:pt x="18542" y="115687"/>
                  <a:pt x="15764" y="122645"/>
                </a:cubicBezTo>
                <a:cubicBezTo>
                  <a:pt x="12986" y="129603"/>
                  <a:pt x="10533" y="137104"/>
                  <a:pt x="8398" y="145014"/>
                </a:cubicBezTo>
                <a:cubicBezTo>
                  <a:pt x="6263" y="152925"/>
                  <a:pt x="3864" y="165927"/>
                  <a:pt x="2957" y="170110"/>
                </a:cubicBezTo>
                <a:cubicBezTo>
                  <a:pt x="2050" y="174293"/>
                  <a:pt x="0" y="170877"/>
                  <a:pt x="2957" y="170110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64"/>
                </a:srgbClr>
              </a:gs>
              <a:gs pos="18000">
                <a:srgbClr val="767676">
                  <a:alpha val="5642"/>
                </a:srgbClr>
              </a:gs>
              <a:gs pos="48000">
                <a:srgbClr val="767676">
                  <a:alpha val="9100"/>
                </a:srgbClr>
              </a:gs>
              <a:gs pos="78000">
                <a:srgbClr val="767676">
                  <a:alpha val="6826"/>
                </a:srgbClr>
              </a:gs>
              <a:gs pos="100000">
                <a:srgbClr val="767676">
                  <a:alpha val="410"/>
                </a:srgbClr>
              </a:gs>
            </a:gsLst>
            <a:lin ang="19870378" scaled="0"/>
          </a:gradFill>
          <a:ln w="0">
            <a:noFill/>
            <a:prstDash val="solid"/>
          </a:ln>
        </p:spPr>
      </p:sp>
      <p:sp>
        <p:nvSpPr>
          <p:cNvPr id="869" name="PANEL_A-intermittent-gas-wisp-7-feather-0_221">
            <a:extLst>
              <a:ext uri="{FF2B5EF4-FFF2-40B4-BE49-F238E27FC236}">
                <a16:creationId xmlns:a16="http://schemas.microsoft.com/office/drawing/2014/main" id="{C5BB396A-F46E-4E7F-92CC-A41440B10240}"/>
              </a:ext>
            </a:extLst>
          </p:cNvPr>
          <p:cNvSpPr>
            <a:spLocks/>
          </p:cNvSpPr>
          <p:nvPr/>
        </p:nvSpPr>
        <p:spPr>
          <a:xfrm>
            <a:off x="13301460" y="707518"/>
            <a:ext cx="206661" cy="147493"/>
          </a:xfrm>
          <a:custGeom>
            <a:pathLst>
              <a:path w="216967" h="154848">
                <a:moveTo>
                  <a:pt x="4623" y="127705"/>
                </a:moveTo>
                <a:cubicBezTo>
                  <a:pt x="9245" y="131475"/>
                  <a:pt x="24882" y="145956"/>
                  <a:pt x="32358" y="150323"/>
                </a:cubicBezTo>
                <a:cubicBezTo>
                  <a:pt x="39835" y="154691"/>
                  <a:pt x="44985" y="154848"/>
                  <a:pt x="49482" y="153910"/>
                </a:cubicBezTo>
                <a:cubicBezTo>
                  <a:pt x="53979" y="152972"/>
                  <a:pt x="55660" y="147061"/>
                  <a:pt x="59340" y="144696"/>
                </a:cubicBezTo>
                <a:cubicBezTo>
                  <a:pt x="63021" y="142331"/>
                  <a:pt x="67123" y="140706"/>
                  <a:pt x="71566" y="139721"/>
                </a:cubicBezTo>
                <a:cubicBezTo>
                  <a:pt x="76009" y="138737"/>
                  <a:pt x="81708" y="140040"/>
                  <a:pt x="85996" y="138788"/>
                </a:cubicBezTo>
                <a:cubicBezTo>
                  <a:pt x="90283" y="137535"/>
                  <a:pt x="93061" y="133541"/>
                  <a:pt x="97291" y="132208"/>
                </a:cubicBezTo>
                <a:cubicBezTo>
                  <a:pt x="101522" y="130875"/>
                  <a:pt x="105351" y="128772"/>
                  <a:pt x="111378" y="130789"/>
                </a:cubicBezTo>
                <a:cubicBezTo>
                  <a:pt x="117406" y="132806"/>
                  <a:pt x="126715" y="140911"/>
                  <a:pt x="133456" y="144310"/>
                </a:cubicBezTo>
                <a:cubicBezTo>
                  <a:pt x="140196" y="147709"/>
                  <a:pt x="147947" y="153099"/>
                  <a:pt x="151820" y="151181"/>
                </a:cubicBezTo>
                <a:cubicBezTo>
                  <a:pt x="155693" y="149263"/>
                  <a:pt x="155530" y="139832"/>
                  <a:pt x="156693" y="132799"/>
                </a:cubicBezTo>
                <a:cubicBezTo>
                  <a:pt x="157855" y="125767"/>
                  <a:pt x="156657" y="114214"/>
                  <a:pt x="158796" y="108988"/>
                </a:cubicBezTo>
                <a:cubicBezTo>
                  <a:pt x="160934" y="103762"/>
                  <a:pt x="165528" y="103153"/>
                  <a:pt x="169524" y="101441"/>
                </a:cubicBezTo>
                <a:cubicBezTo>
                  <a:pt x="173520" y="99730"/>
                  <a:pt x="179066" y="100998"/>
                  <a:pt x="182772" y="98721"/>
                </a:cubicBezTo>
                <a:cubicBezTo>
                  <a:pt x="186479" y="96444"/>
                  <a:pt x="188696" y="91296"/>
                  <a:pt x="191762" y="87778"/>
                </a:cubicBezTo>
                <a:cubicBezTo>
                  <a:pt x="194828" y="84261"/>
                  <a:pt x="197824" y="80597"/>
                  <a:pt x="201169" y="77618"/>
                </a:cubicBezTo>
                <a:cubicBezTo>
                  <a:pt x="204514" y="74639"/>
                  <a:pt x="209282" y="74469"/>
                  <a:pt x="211830" y="69905"/>
                </a:cubicBezTo>
                <a:cubicBezTo>
                  <a:pt x="214379" y="65340"/>
                  <a:pt x="216168" y="59219"/>
                  <a:pt x="216459" y="50230"/>
                </a:cubicBezTo>
                <a:cubicBezTo>
                  <a:pt x="216751" y="41241"/>
                  <a:pt x="214059" y="21682"/>
                  <a:pt x="213580" y="15972"/>
                </a:cubicBezTo>
                <a:cubicBezTo>
                  <a:pt x="213100" y="10263"/>
                  <a:pt x="216967" y="17925"/>
                  <a:pt x="213580" y="15972"/>
                </a:cubicBezTo>
                <a:cubicBezTo>
                  <a:pt x="210192" y="14020"/>
                  <a:pt x="199444" y="6876"/>
                  <a:pt x="193254" y="4257"/>
                </a:cubicBezTo>
                <a:cubicBezTo>
                  <a:pt x="187065" y="1638"/>
                  <a:pt x="181247" y="0"/>
                  <a:pt x="176443" y="257"/>
                </a:cubicBezTo>
                <a:cubicBezTo>
                  <a:pt x="171639" y="514"/>
                  <a:pt x="167866" y="2835"/>
                  <a:pt x="164432" y="5798"/>
                </a:cubicBezTo>
                <a:cubicBezTo>
                  <a:pt x="160998" y="8761"/>
                  <a:pt x="159127" y="14777"/>
                  <a:pt x="155840" y="18036"/>
                </a:cubicBezTo>
                <a:cubicBezTo>
                  <a:pt x="152552" y="21295"/>
                  <a:pt x="149494" y="24976"/>
                  <a:pt x="144707" y="25353"/>
                </a:cubicBezTo>
                <a:cubicBezTo>
                  <a:pt x="139920" y="25729"/>
                  <a:pt x="133570" y="23073"/>
                  <a:pt x="127119" y="20293"/>
                </a:cubicBezTo>
                <a:cubicBezTo>
                  <a:pt x="120668" y="17514"/>
                  <a:pt x="112665" y="11792"/>
                  <a:pt x="106003" y="8676"/>
                </a:cubicBezTo>
                <a:cubicBezTo>
                  <a:pt x="99341" y="5560"/>
                  <a:pt x="92779" y="2699"/>
                  <a:pt x="87146" y="1597"/>
                </a:cubicBezTo>
                <a:cubicBezTo>
                  <a:pt x="81512" y="494"/>
                  <a:pt x="76945" y="1447"/>
                  <a:pt x="72200" y="2061"/>
                </a:cubicBezTo>
                <a:cubicBezTo>
                  <a:pt x="67455" y="2676"/>
                  <a:pt x="63029" y="3909"/>
                  <a:pt x="58677" y="5282"/>
                </a:cubicBezTo>
                <a:cubicBezTo>
                  <a:pt x="54325" y="6655"/>
                  <a:pt x="49541" y="7258"/>
                  <a:pt x="46088" y="10299"/>
                </a:cubicBezTo>
                <a:cubicBezTo>
                  <a:pt x="42634" y="13340"/>
                  <a:pt x="39621" y="17230"/>
                  <a:pt x="37957" y="23529"/>
                </a:cubicBezTo>
                <a:cubicBezTo>
                  <a:pt x="36293" y="29827"/>
                  <a:pt x="36424" y="39410"/>
                  <a:pt x="36102" y="48089"/>
                </a:cubicBezTo>
                <a:cubicBezTo>
                  <a:pt x="35779" y="56768"/>
                  <a:pt x="36846" y="67907"/>
                  <a:pt x="36022" y="75602"/>
                </a:cubicBezTo>
                <a:cubicBezTo>
                  <a:pt x="35199" y="83296"/>
                  <a:pt x="33734" y="89756"/>
                  <a:pt x="31164" y="94257"/>
                </a:cubicBezTo>
                <a:cubicBezTo>
                  <a:pt x="28593" y="98758"/>
                  <a:pt x="24202" y="99962"/>
                  <a:pt x="20598" y="102605"/>
                </a:cubicBezTo>
                <a:cubicBezTo>
                  <a:pt x="16994" y="105249"/>
                  <a:pt x="12202" y="105935"/>
                  <a:pt x="9540" y="110119"/>
                </a:cubicBezTo>
                <a:cubicBezTo>
                  <a:pt x="6877" y="114302"/>
                  <a:pt x="5442" y="124774"/>
                  <a:pt x="4623" y="127705"/>
                </a:cubicBezTo>
                <a:cubicBezTo>
                  <a:pt x="3803" y="130636"/>
                  <a:pt x="0" y="123935"/>
                  <a:pt x="4623" y="127705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09"/>
                </a:srgbClr>
              </a:gs>
              <a:gs pos="18000">
                <a:srgbClr val="919191">
                  <a:alpha val="1693"/>
                </a:srgbClr>
              </a:gs>
              <a:gs pos="48000">
                <a:srgbClr val="919191">
                  <a:alpha val="2730"/>
                </a:srgbClr>
              </a:gs>
              <a:gs pos="78000">
                <a:srgbClr val="919191">
                  <a:alpha val="2047"/>
                </a:srgbClr>
              </a:gs>
              <a:gs pos="100000">
                <a:srgbClr val="919191">
                  <a:alpha val="122"/>
                </a:srgbClr>
              </a:gs>
            </a:gsLst>
            <a:lin ang="19912106" scaled="0"/>
          </a:gradFill>
          <a:ln w="0">
            <a:noFill/>
            <a:prstDash val="solid"/>
          </a:ln>
        </p:spPr>
      </p:sp>
      <p:sp>
        <p:nvSpPr>
          <p:cNvPr id="870" name="PANEL_A-intermittent-gas-wisp-7-feather-1_222">
            <a:extLst>
              <a:ext uri="{FF2B5EF4-FFF2-40B4-BE49-F238E27FC236}">
                <a16:creationId xmlns:a16="http://schemas.microsoft.com/office/drawing/2014/main" id="{55E7DDA6-75A4-4D13-BAF8-66ACEA549099}"/>
              </a:ext>
            </a:extLst>
          </p:cNvPr>
          <p:cNvSpPr>
            <a:spLocks/>
          </p:cNvSpPr>
          <p:nvPr/>
        </p:nvSpPr>
        <p:spPr>
          <a:xfrm>
            <a:off x="13301966" y="713767"/>
            <a:ext cx="205811" cy="134555"/>
          </a:xfrm>
          <a:custGeom>
            <a:pathLst>
              <a:path w="216075" h="141265">
                <a:moveTo>
                  <a:pt x="4091" y="121144"/>
                </a:moveTo>
                <a:cubicBezTo>
                  <a:pt x="8182" y="123978"/>
                  <a:pt x="21864" y="135025"/>
                  <a:pt x="28639" y="138145"/>
                </a:cubicBezTo>
                <a:cubicBezTo>
                  <a:pt x="35413" y="141265"/>
                  <a:pt x="40359" y="141032"/>
                  <a:pt x="44737" y="139865"/>
                </a:cubicBezTo>
                <a:cubicBezTo>
                  <a:pt x="49114" y="138698"/>
                  <a:pt x="51251" y="133580"/>
                  <a:pt x="54902" y="131142"/>
                </a:cubicBezTo>
                <a:cubicBezTo>
                  <a:pt x="58553" y="128704"/>
                  <a:pt x="62474" y="126739"/>
                  <a:pt x="66644" y="125239"/>
                </a:cubicBezTo>
                <a:cubicBezTo>
                  <a:pt x="70813" y="123740"/>
                  <a:pt x="75907" y="123922"/>
                  <a:pt x="79918" y="122144"/>
                </a:cubicBezTo>
                <a:cubicBezTo>
                  <a:pt x="83930" y="120366"/>
                  <a:pt x="86729" y="116385"/>
                  <a:pt x="90713" y="114572"/>
                </a:cubicBezTo>
                <a:cubicBezTo>
                  <a:pt x="94698" y="112759"/>
                  <a:pt x="98369" y="110342"/>
                  <a:pt x="103823" y="111266"/>
                </a:cubicBezTo>
                <a:cubicBezTo>
                  <a:pt x="109277" y="112189"/>
                  <a:pt x="117327" y="117925"/>
                  <a:pt x="123438" y="120112"/>
                </a:cubicBezTo>
                <a:cubicBezTo>
                  <a:pt x="129548" y="122298"/>
                  <a:pt x="136508" y="126152"/>
                  <a:pt x="140485" y="124385"/>
                </a:cubicBezTo>
                <a:cubicBezTo>
                  <a:pt x="144461" y="122619"/>
                  <a:pt x="145358" y="115122"/>
                  <a:pt x="147295" y="109513"/>
                </a:cubicBezTo>
                <a:cubicBezTo>
                  <a:pt x="149233" y="103904"/>
                  <a:pt x="149384" y="94875"/>
                  <a:pt x="152109" y="90731"/>
                </a:cubicBezTo>
                <a:cubicBezTo>
                  <a:pt x="154833" y="86586"/>
                  <a:pt x="159498" y="86096"/>
                  <a:pt x="163644" y="84645"/>
                </a:cubicBezTo>
                <a:cubicBezTo>
                  <a:pt x="167790" y="83195"/>
                  <a:pt x="173134" y="84051"/>
                  <a:pt x="176984" y="82027"/>
                </a:cubicBezTo>
                <a:cubicBezTo>
                  <a:pt x="180833" y="80004"/>
                  <a:pt x="183481" y="75662"/>
                  <a:pt x="186742" y="72502"/>
                </a:cubicBezTo>
                <a:cubicBezTo>
                  <a:pt x="190003" y="69342"/>
                  <a:pt x="193150" y="65957"/>
                  <a:pt x="196551" y="63068"/>
                </a:cubicBezTo>
                <a:cubicBezTo>
                  <a:pt x="199951" y="60179"/>
                  <a:pt x="204406" y="59372"/>
                  <a:pt x="207145" y="55169"/>
                </a:cubicBezTo>
                <a:cubicBezTo>
                  <a:pt x="209885" y="50965"/>
                  <a:pt x="212005" y="45473"/>
                  <a:pt x="212989" y="37847"/>
                </a:cubicBezTo>
                <a:cubicBezTo>
                  <a:pt x="213973" y="30220"/>
                  <a:pt x="213038" y="14151"/>
                  <a:pt x="213048" y="9411"/>
                </a:cubicBezTo>
                <a:cubicBezTo>
                  <a:pt x="213058" y="4672"/>
                  <a:pt x="216075" y="10649"/>
                  <a:pt x="213048" y="9411"/>
                </a:cubicBezTo>
                <a:cubicBezTo>
                  <a:pt x="210022" y="8174"/>
                  <a:pt x="200473" y="3415"/>
                  <a:pt x="194889" y="1987"/>
                </a:cubicBezTo>
                <a:cubicBezTo>
                  <a:pt x="189305" y="560"/>
                  <a:pt x="184042" y="0"/>
                  <a:pt x="179543" y="843"/>
                </a:cubicBezTo>
                <a:cubicBezTo>
                  <a:pt x="175044" y="1687"/>
                  <a:pt x="171366" y="4171"/>
                  <a:pt x="167896" y="7048"/>
                </a:cubicBezTo>
                <a:cubicBezTo>
                  <a:pt x="164426" y="9925"/>
                  <a:pt x="162156" y="15145"/>
                  <a:pt x="158722" y="18104"/>
                </a:cubicBezTo>
                <a:cubicBezTo>
                  <a:pt x="155288" y="21062"/>
                  <a:pt x="151985" y="24259"/>
                  <a:pt x="147293" y="24800"/>
                </a:cubicBezTo>
                <a:cubicBezTo>
                  <a:pt x="142601" y="25341"/>
                  <a:pt x="136629" y="23402"/>
                  <a:pt x="130568" y="21349"/>
                </a:cubicBezTo>
                <a:cubicBezTo>
                  <a:pt x="124508" y="19297"/>
                  <a:pt x="117184" y="14849"/>
                  <a:pt x="110930" y="12487"/>
                </a:cubicBezTo>
                <a:cubicBezTo>
                  <a:pt x="104677" y="10125"/>
                  <a:pt x="98474" y="7910"/>
                  <a:pt x="93049" y="7175"/>
                </a:cubicBezTo>
                <a:cubicBezTo>
                  <a:pt x="87624" y="6439"/>
                  <a:pt x="83037" y="7323"/>
                  <a:pt x="78381" y="8072"/>
                </a:cubicBezTo>
                <a:cubicBezTo>
                  <a:pt x="73725" y="8821"/>
                  <a:pt x="69358" y="10135"/>
                  <a:pt x="65110" y="11670"/>
                </a:cubicBezTo>
                <a:cubicBezTo>
                  <a:pt x="60863" y="13205"/>
                  <a:pt x="56342" y="14261"/>
                  <a:pt x="52896" y="17283"/>
                </a:cubicBezTo>
                <a:cubicBezTo>
                  <a:pt x="49450" y="20305"/>
                  <a:pt x="46415" y="24116"/>
                  <a:pt x="44433" y="29802"/>
                </a:cubicBezTo>
                <a:cubicBezTo>
                  <a:pt x="42450" y="35488"/>
                  <a:pt x="41920" y="43829"/>
                  <a:pt x="41001" y="51399"/>
                </a:cubicBezTo>
                <a:cubicBezTo>
                  <a:pt x="40082" y="58970"/>
                  <a:pt x="40266" y="68493"/>
                  <a:pt x="38920" y="75226"/>
                </a:cubicBezTo>
                <a:cubicBezTo>
                  <a:pt x="37574" y="81959"/>
                  <a:pt x="35710" y="87696"/>
                  <a:pt x="32924" y="91799"/>
                </a:cubicBezTo>
                <a:cubicBezTo>
                  <a:pt x="30139" y="95903"/>
                  <a:pt x="25888" y="97350"/>
                  <a:pt x="22207" y="99847"/>
                </a:cubicBezTo>
                <a:cubicBezTo>
                  <a:pt x="18526" y="102345"/>
                  <a:pt x="13859" y="103236"/>
                  <a:pt x="10840" y="106785"/>
                </a:cubicBezTo>
                <a:cubicBezTo>
                  <a:pt x="7821" y="110335"/>
                  <a:pt x="5216" y="118751"/>
                  <a:pt x="4091" y="121144"/>
                </a:cubicBezTo>
                <a:cubicBezTo>
                  <a:pt x="2966" y="123537"/>
                  <a:pt x="0" y="118311"/>
                  <a:pt x="4091" y="121144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46"/>
                </a:srgbClr>
              </a:gs>
              <a:gs pos="18000">
                <a:srgbClr val="767676">
                  <a:alpha val="2258"/>
                </a:srgbClr>
              </a:gs>
              <a:gs pos="48000">
                <a:srgbClr val="767676">
                  <a:alpha val="3640"/>
                </a:srgbClr>
              </a:gs>
              <a:gs pos="78000">
                <a:srgbClr val="767676">
                  <a:alpha val="2730"/>
                </a:srgbClr>
              </a:gs>
              <a:gs pos="100000">
                <a:srgbClr val="767676">
                  <a:alpha val="163"/>
                </a:srgbClr>
              </a:gs>
            </a:gsLst>
            <a:lin ang="19912106" scaled="0"/>
          </a:gradFill>
          <a:ln w="0">
            <a:noFill/>
            <a:prstDash val="solid"/>
          </a:ln>
        </p:spPr>
      </p:sp>
      <p:sp>
        <p:nvSpPr>
          <p:cNvPr id="871" name="PANEL_A-intermittent-gas-wisp-7-feather-2_223">
            <a:extLst>
              <a:ext uri="{FF2B5EF4-FFF2-40B4-BE49-F238E27FC236}">
                <a16:creationId xmlns:a16="http://schemas.microsoft.com/office/drawing/2014/main" id="{377C836A-51B2-4CC7-B15E-218CE206FD72}"/>
              </a:ext>
            </a:extLst>
          </p:cNvPr>
          <p:cNvSpPr>
            <a:spLocks/>
          </p:cNvSpPr>
          <p:nvPr/>
        </p:nvSpPr>
        <p:spPr>
          <a:xfrm>
            <a:off x="13302518" y="719226"/>
            <a:ext cx="204884" cy="121963"/>
          </a:xfrm>
          <a:custGeom>
            <a:pathLst>
              <a:path w="215101" h="128045">
                <a:moveTo>
                  <a:pt x="3512" y="115413"/>
                </a:moveTo>
                <a:cubicBezTo>
                  <a:pt x="7023" y="117225"/>
                  <a:pt x="18573" y="124526"/>
                  <a:pt x="24581" y="126286"/>
                </a:cubicBezTo>
                <a:cubicBezTo>
                  <a:pt x="30589" y="128045"/>
                  <a:pt x="35314" y="127387"/>
                  <a:pt x="39561" y="125970"/>
                </a:cubicBezTo>
                <a:cubicBezTo>
                  <a:pt x="43807" y="124552"/>
                  <a:pt x="46442" y="120299"/>
                  <a:pt x="50061" y="117782"/>
                </a:cubicBezTo>
                <a:cubicBezTo>
                  <a:pt x="53680" y="115265"/>
                  <a:pt x="57403" y="112929"/>
                  <a:pt x="61274" y="110867"/>
                </a:cubicBezTo>
                <a:cubicBezTo>
                  <a:pt x="65145" y="108806"/>
                  <a:pt x="69577" y="107766"/>
                  <a:pt x="73288" y="105415"/>
                </a:cubicBezTo>
                <a:cubicBezTo>
                  <a:pt x="76998" y="103063"/>
                  <a:pt x="79822" y="99096"/>
                  <a:pt x="83537" y="96759"/>
                </a:cubicBezTo>
                <a:cubicBezTo>
                  <a:pt x="87253" y="94422"/>
                  <a:pt x="90752" y="91664"/>
                  <a:pt x="95581" y="91394"/>
                </a:cubicBezTo>
                <a:cubicBezTo>
                  <a:pt x="100410" y="91124"/>
                  <a:pt x="107086" y="94276"/>
                  <a:pt x="112509" y="95140"/>
                </a:cubicBezTo>
                <a:cubicBezTo>
                  <a:pt x="117932" y="96004"/>
                  <a:pt x="124030" y="98181"/>
                  <a:pt x="128119" y="96580"/>
                </a:cubicBezTo>
                <a:cubicBezTo>
                  <a:pt x="132208" y="94979"/>
                  <a:pt x="134261" y="89592"/>
                  <a:pt x="137044" y="85536"/>
                </a:cubicBezTo>
                <a:cubicBezTo>
                  <a:pt x="139826" y="81479"/>
                  <a:pt x="141449" y="75205"/>
                  <a:pt x="144814" y="72240"/>
                </a:cubicBezTo>
                <a:cubicBezTo>
                  <a:pt x="148178" y="69275"/>
                  <a:pt x="152920" y="68915"/>
                  <a:pt x="157230" y="67748"/>
                </a:cubicBezTo>
                <a:cubicBezTo>
                  <a:pt x="161539" y="66582"/>
                  <a:pt x="166663" y="66990"/>
                  <a:pt x="170669" y="65243"/>
                </a:cubicBezTo>
                <a:cubicBezTo>
                  <a:pt x="174675" y="63495"/>
                  <a:pt x="177791" y="60035"/>
                  <a:pt x="181265" y="57264"/>
                </a:cubicBezTo>
                <a:cubicBezTo>
                  <a:pt x="184739" y="54494"/>
                  <a:pt x="188051" y="51411"/>
                  <a:pt x="191513" y="48621"/>
                </a:cubicBezTo>
                <a:cubicBezTo>
                  <a:pt x="194974" y="45830"/>
                  <a:pt x="199086" y="44329"/>
                  <a:pt x="202035" y="40520"/>
                </a:cubicBezTo>
                <a:cubicBezTo>
                  <a:pt x="204983" y="36710"/>
                  <a:pt x="207464" y="31904"/>
                  <a:pt x="209203" y="25764"/>
                </a:cubicBezTo>
                <a:cubicBezTo>
                  <a:pt x="210942" y="19624"/>
                  <a:pt x="211924" y="7361"/>
                  <a:pt x="212468" y="3681"/>
                </a:cubicBezTo>
                <a:cubicBezTo>
                  <a:pt x="213013" y="0"/>
                  <a:pt x="215101" y="4138"/>
                  <a:pt x="212468" y="3681"/>
                </a:cubicBezTo>
                <a:cubicBezTo>
                  <a:pt x="209836" y="3224"/>
                  <a:pt x="201596" y="1067"/>
                  <a:pt x="196673" y="938"/>
                </a:cubicBezTo>
                <a:cubicBezTo>
                  <a:pt x="191749" y="810"/>
                  <a:pt x="187092" y="1427"/>
                  <a:pt x="182925" y="2910"/>
                </a:cubicBezTo>
                <a:cubicBezTo>
                  <a:pt x="178759" y="4393"/>
                  <a:pt x="175185" y="7055"/>
                  <a:pt x="171675" y="9838"/>
                </a:cubicBezTo>
                <a:cubicBezTo>
                  <a:pt x="168165" y="12620"/>
                  <a:pt x="165460" y="16973"/>
                  <a:pt x="161867" y="19604"/>
                </a:cubicBezTo>
                <a:cubicBezTo>
                  <a:pt x="158274" y="22235"/>
                  <a:pt x="154703" y="24903"/>
                  <a:pt x="150114" y="25624"/>
                </a:cubicBezTo>
                <a:cubicBezTo>
                  <a:pt x="145525" y="26345"/>
                  <a:pt x="139965" y="25187"/>
                  <a:pt x="134331" y="23928"/>
                </a:cubicBezTo>
                <a:cubicBezTo>
                  <a:pt x="128696" y="22670"/>
                  <a:pt x="122113" y="19612"/>
                  <a:pt x="116306" y="18071"/>
                </a:cubicBezTo>
                <a:cubicBezTo>
                  <a:pt x="110499" y="16531"/>
                  <a:pt x="104686" y="15022"/>
                  <a:pt x="99489" y="14686"/>
                </a:cubicBezTo>
                <a:cubicBezTo>
                  <a:pt x="94292" y="14350"/>
                  <a:pt x="89684" y="15159"/>
                  <a:pt x="85124" y="16056"/>
                </a:cubicBezTo>
                <a:cubicBezTo>
                  <a:pt x="80564" y="16952"/>
                  <a:pt x="76262" y="18353"/>
                  <a:pt x="72128" y="20065"/>
                </a:cubicBezTo>
                <a:cubicBezTo>
                  <a:pt x="67995" y="21777"/>
                  <a:pt x="63762" y="23328"/>
                  <a:pt x="60324" y="26330"/>
                </a:cubicBezTo>
                <a:cubicBezTo>
                  <a:pt x="56885" y="29331"/>
                  <a:pt x="53827" y="33054"/>
                  <a:pt x="51497" y="38072"/>
                </a:cubicBezTo>
                <a:cubicBezTo>
                  <a:pt x="49167" y="43090"/>
                  <a:pt x="47914" y="50076"/>
                  <a:pt x="46345" y="56437"/>
                </a:cubicBezTo>
                <a:cubicBezTo>
                  <a:pt x="44776" y="62799"/>
                  <a:pt x="43997" y="70558"/>
                  <a:pt x="42080" y="76243"/>
                </a:cubicBezTo>
                <a:cubicBezTo>
                  <a:pt x="40164" y="81927"/>
                  <a:pt x="37865" y="86874"/>
                  <a:pt x="34845" y="90545"/>
                </a:cubicBezTo>
                <a:cubicBezTo>
                  <a:pt x="31826" y="94215"/>
                  <a:pt x="27728" y="95927"/>
                  <a:pt x="23963" y="98265"/>
                </a:cubicBezTo>
                <a:cubicBezTo>
                  <a:pt x="20199" y="100604"/>
                  <a:pt x="15667" y="101717"/>
                  <a:pt x="12259" y="104575"/>
                </a:cubicBezTo>
                <a:cubicBezTo>
                  <a:pt x="8850" y="107433"/>
                  <a:pt x="4969" y="113607"/>
                  <a:pt x="3512" y="115413"/>
                </a:cubicBezTo>
                <a:cubicBezTo>
                  <a:pt x="2054" y="117220"/>
                  <a:pt x="0" y="113601"/>
                  <a:pt x="3512" y="115413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87"/>
                </a:srgbClr>
              </a:gs>
              <a:gs pos="18000">
                <a:srgbClr val="767676">
                  <a:alpha val="2897"/>
                </a:srgbClr>
              </a:gs>
              <a:gs pos="48000">
                <a:srgbClr val="767676">
                  <a:alpha val="4672"/>
                </a:srgbClr>
              </a:gs>
              <a:gs pos="78000">
                <a:srgbClr val="767676">
                  <a:alpha val="3504"/>
                </a:srgbClr>
              </a:gs>
              <a:gs pos="100000">
                <a:srgbClr val="767676">
                  <a:alpha val="211"/>
                </a:srgbClr>
              </a:gs>
            </a:gsLst>
            <a:lin ang="19912106" scaled="0"/>
          </a:gradFill>
          <a:ln w="0">
            <a:noFill/>
            <a:prstDash val="solid"/>
          </a:ln>
        </p:spPr>
      </p:sp>
      <p:sp>
        <p:nvSpPr>
          <p:cNvPr id="872" name="PANEL_A-intermittent-gas-core-8-feather-0_224">
            <a:extLst>
              <a:ext uri="{FF2B5EF4-FFF2-40B4-BE49-F238E27FC236}">
                <a16:creationId xmlns:a16="http://schemas.microsoft.com/office/drawing/2014/main" id="{AAAC383A-C329-4A42-9500-1D75BC63DBF6}"/>
              </a:ext>
            </a:extLst>
          </p:cNvPr>
          <p:cNvSpPr>
            <a:spLocks/>
          </p:cNvSpPr>
          <p:nvPr/>
        </p:nvSpPr>
        <p:spPr>
          <a:xfrm>
            <a:off x="13629422" y="648379"/>
            <a:ext cx="262382" cy="347910"/>
          </a:xfrm>
          <a:custGeom>
            <a:pathLst>
              <a:path w="275466" h="365259">
                <a:moveTo>
                  <a:pt x="8890" y="233752"/>
                </a:moveTo>
                <a:cubicBezTo>
                  <a:pt x="13790" y="237785"/>
                  <a:pt x="28708" y="250218"/>
                  <a:pt x="38293" y="257955"/>
                </a:cubicBezTo>
                <a:cubicBezTo>
                  <a:pt x="47879" y="265692"/>
                  <a:pt x="56974" y="272412"/>
                  <a:pt x="66403" y="280175"/>
                </a:cubicBezTo>
                <a:cubicBezTo>
                  <a:pt x="75833" y="287938"/>
                  <a:pt x="84459" y="294160"/>
                  <a:pt x="94868" y="304533"/>
                </a:cubicBezTo>
                <a:cubicBezTo>
                  <a:pt x="105277" y="314906"/>
                  <a:pt x="118815" y="332400"/>
                  <a:pt x="128858" y="342415"/>
                </a:cubicBezTo>
                <a:cubicBezTo>
                  <a:pt x="138901" y="352431"/>
                  <a:pt x="149995" y="365259"/>
                  <a:pt x="155127" y="364628"/>
                </a:cubicBezTo>
                <a:cubicBezTo>
                  <a:pt x="160258" y="363997"/>
                  <a:pt x="158947" y="349295"/>
                  <a:pt x="159646" y="338629"/>
                </a:cubicBezTo>
                <a:cubicBezTo>
                  <a:pt x="160346" y="327963"/>
                  <a:pt x="156640" y="307015"/>
                  <a:pt x="159322" y="300632"/>
                </a:cubicBezTo>
                <a:cubicBezTo>
                  <a:pt x="162004" y="294249"/>
                  <a:pt x="169189" y="297895"/>
                  <a:pt x="175739" y="300333"/>
                </a:cubicBezTo>
                <a:cubicBezTo>
                  <a:pt x="182289" y="302771"/>
                  <a:pt x="192664" y="314202"/>
                  <a:pt x="198619" y="315260"/>
                </a:cubicBezTo>
                <a:cubicBezTo>
                  <a:pt x="204575" y="316318"/>
                  <a:pt x="207391" y="310064"/>
                  <a:pt x="211473" y="306679"/>
                </a:cubicBezTo>
                <a:cubicBezTo>
                  <a:pt x="215555" y="303295"/>
                  <a:pt x="218142" y="296246"/>
                  <a:pt x="223112" y="294954"/>
                </a:cubicBezTo>
                <a:cubicBezTo>
                  <a:pt x="228081" y="293663"/>
                  <a:pt x="236628" y="301036"/>
                  <a:pt x="241290" y="298931"/>
                </a:cubicBezTo>
                <a:cubicBezTo>
                  <a:pt x="245953" y="296826"/>
                  <a:pt x="250229" y="293913"/>
                  <a:pt x="251087" y="282324"/>
                </a:cubicBezTo>
                <a:cubicBezTo>
                  <a:pt x="251944" y="270734"/>
                  <a:pt x="247318" y="245519"/>
                  <a:pt x="246437" y="229394"/>
                </a:cubicBezTo>
                <a:cubicBezTo>
                  <a:pt x="245556" y="213269"/>
                  <a:pt x="243818" y="194734"/>
                  <a:pt x="245801" y="185575"/>
                </a:cubicBezTo>
                <a:cubicBezTo>
                  <a:pt x="247783" y="176416"/>
                  <a:pt x="254169" y="178207"/>
                  <a:pt x="258333" y="174441"/>
                </a:cubicBezTo>
                <a:cubicBezTo>
                  <a:pt x="262497" y="170675"/>
                  <a:pt x="268611" y="171924"/>
                  <a:pt x="270785" y="162979"/>
                </a:cubicBezTo>
                <a:cubicBezTo>
                  <a:pt x="272958" y="154035"/>
                  <a:pt x="271276" y="127807"/>
                  <a:pt x="271375" y="120773"/>
                </a:cubicBezTo>
                <a:cubicBezTo>
                  <a:pt x="271473" y="113738"/>
                  <a:pt x="275466" y="123957"/>
                  <a:pt x="271375" y="120773"/>
                </a:cubicBezTo>
                <a:cubicBezTo>
                  <a:pt x="267283" y="117588"/>
                  <a:pt x="254953" y="107835"/>
                  <a:pt x="246824" y="101667"/>
                </a:cubicBezTo>
                <a:cubicBezTo>
                  <a:pt x="238696" y="95500"/>
                  <a:pt x="230543" y="89330"/>
                  <a:pt x="222602" y="83769"/>
                </a:cubicBezTo>
                <a:cubicBezTo>
                  <a:pt x="214661" y="78208"/>
                  <a:pt x="206855" y="73062"/>
                  <a:pt x="199176" y="68301"/>
                </a:cubicBezTo>
                <a:cubicBezTo>
                  <a:pt x="191498" y="63540"/>
                  <a:pt x="184556" y="60674"/>
                  <a:pt x="176531" y="55202"/>
                </a:cubicBezTo>
                <a:cubicBezTo>
                  <a:pt x="168506" y="49729"/>
                  <a:pt x="159898" y="42846"/>
                  <a:pt x="151027" y="35464"/>
                </a:cubicBezTo>
                <a:cubicBezTo>
                  <a:pt x="142155" y="28083"/>
                  <a:pt x="131419" y="16251"/>
                  <a:pt x="123303" y="10912"/>
                </a:cubicBezTo>
                <a:cubicBezTo>
                  <a:pt x="115188" y="5574"/>
                  <a:pt x="106869" y="0"/>
                  <a:pt x="102333" y="3434"/>
                </a:cubicBezTo>
                <a:cubicBezTo>
                  <a:pt x="97797" y="6868"/>
                  <a:pt x="96482" y="18252"/>
                  <a:pt x="96088" y="31516"/>
                </a:cubicBezTo>
                <a:cubicBezTo>
                  <a:pt x="95693" y="44781"/>
                  <a:pt x="99325" y="67548"/>
                  <a:pt x="99967" y="83019"/>
                </a:cubicBezTo>
                <a:cubicBezTo>
                  <a:pt x="100608" y="98489"/>
                  <a:pt x="101993" y="115404"/>
                  <a:pt x="99936" y="124341"/>
                </a:cubicBezTo>
                <a:cubicBezTo>
                  <a:pt x="97880" y="133277"/>
                  <a:pt x="92998" y="135416"/>
                  <a:pt x="87627" y="136640"/>
                </a:cubicBezTo>
                <a:cubicBezTo>
                  <a:pt x="82255" y="137865"/>
                  <a:pt x="74150" y="132826"/>
                  <a:pt x="67707" y="131687"/>
                </a:cubicBezTo>
                <a:cubicBezTo>
                  <a:pt x="61263" y="130548"/>
                  <a:pt x="54691" y="129229"/>
                  <a:pt x="48968" y="129807"/>
                </a:cubicBezTo>
                <a:cubicBezTo>
                  <a:pt x="43246" y="130385"/>
                  <a:pt x="38506" y="133199"/>
                  <a:pt x="33371" y="135155"/>
                </a:cubicBezTo>
                <a:cubicBezTo>
                  <a:pt x="28236" y="137111"/>
                  <a:pt x="22854" y="138659"/>
                  <a:pt x="18156" y="141543"/>
                </a:cubicBezTo>
                <a:cubicBezTo>
                  <a:pt x="13458" y="144427"/>
                  <a:pt x="8107" y="146020"/>
                  <a:pt x="5184" y="152459"/>
                </a:cubicBezTo>
                <a:cubicBezTo>
                  <a:pt x="2261" y="158897"/>
                  <a:pt x="0" y="166626"/>
                  <a:pt x="618" y="180175"/>
                </a:cubicBezTo>
                <a:cubicBezTo>
                  <a:pt x="1235" y="193723"/>
                  <a:pt x="7511" y="224822"/>
                  <a:pt x="8890" y="233752"/>
                </a:cubicBezTo>
                <a:cubicBezTo>
                  <a:pt x="10268" y="242681"/>
                  <a:pt x="3989" y="229718"/>
                  <a:pt x="8890" y="233752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89"/>
                </a:srgbClr>
              </a:gs>
              <a:gs pos="18000">
                <a:srgbClr val="919191">
                  <a:alpha val="2916"/>
                </a:srgbClr>
              </a:gs>
              <a:gs pos="48000">
                <a:srgbClr val="919191">
                  <a:alpha val="4702"/>
                </a:srgbClr>
              </a:gs>
              <a:gs pos="78000">
                <a:srgbClr val="919191">
                  <a:alpha val="3528"/>
                </a:srgbClr>
              </a:gs>
              <a:gs pos="100000">
                <a:srgbClr val="919191">
                  <a:alpha val="211"/>
                </a:srgbClr>
              </a:gs>
            </a:gsLst>
            <a:lin ang="20202666" scaled="0"/>
          </a:gradFill>
          <a:ln w="0">
            <a:noFill/>
            <a:prstDash val="solid"/>
          </a:ln>
        </p:spPr>
      </p:sp>
      <p:sp>
        <p:nvSpPr>
          <p:cNvPr id="873" name="PANEL_A-intermittent-gas-core-8-feather-1_225">
            <a:extLst>
              <a:ext uri="{FF2B5EF4-FFF2-40B4-BE49-F238E27FC236}">
                <a16:creationId xmlns:a16="http://schemas.microsoft.com/office/drawing/2014/main" id="{87F5A986-23B0-4A46-B63F-592A86915025}"/>
              </a:ext>
            </a:extLst>
          </p:cNvPr>
          <p:cNvSpPr>
            <a:spLocks/>
          </p:cNvSpPr>
          <p:nvPr/>
        </p:nvSpPr>
        <p:spPr>
          <a:xfrm>
            <a:off x="13633695" y="678875"/>
            <a:ext cx="257764" cy="286178"/>
          </a:xfrm>
          <a:custGeom>
            <a:pathLst>
              <a:path w="270619" h="300449">
                <a:moveTo>
                  <a:pt x="4404" y="201735"/>
                </a:moveTo>
                <a:cubicBezTo>
                  <a:pt x="8646" y="204409"/>
                  <a:pt x="21428" y="212459"/>
                  <a:pt x="29857" y="217783"/>
                </a:cubicBezTo>
                <a:cubicBezTo>
                  <a:pt x="38286" y="223108"/>
                  <a:pt x="46474" y="227925"/>
                  <a:pt x="54977" y="233679"/>
                </a:cubicBezTo>
                <a:cubicBezTo>
                  <a:pt x="63479" y="239433"/>
                  <a:pt x="71470" y="244219"/>
                  <a:pt x="80871" y="252308"/>
                </a:cubicBezTo>
                <a:cubicBezTo>
                  <a:pt x="90273" y="260397"/>
                  <a:pt x="102213" y="274260"/>
                  <a:pt x="111387" y="282215"/>
                </a:cubicBezTo>
                <a:cubicBezTo>
                  <a:pt x="120561" y="290169"/>
                  <a:pt x="130609" y="300449"/>
                  <a:pt x="135913" y="300035"/>
                </a:cubicBezTo>
                <a:cubicBezTo>
                  <a:pt x="141218" y="299620"/>
                  <a:pt x="141490" y="288229"/>
                  <a:pt x="143216" y="279727"/>
                </a:cubicBezTo>
                <a:cubicBezTo>
                  <a:pt x="144942" y="271225"/>
                  <a:pt x="143165" y="254564"/>
                  <a:pt x="146270" y="249023"/>
                </a:cubicBezTo>
                <a:cubicBezTo>
                  <a:pt x="149375" y="243482"/>
                  <a:pt x="155888" y="245526"/>
                  <a:pt x="161848" y="246481"/>
                </a:cubicBezTo>
                <a:cubicBezTo>
                  <a:pt x="167808" y="247436"/>
                  <a:pt x="176641" y="255144"/>
                  <a:pt x="182031" y="254753"/>
                </a:cubicBezTo>
                <a:cubicBezTo>
                  <a:pt x="187421" y="254363"/>
                  <a:pt x="190280" y="248064"/>
                  <a:pt x="194187" y="244139"/>
                </a:cubicBezTo>
                <a:cubicBezTo>
                  <a:pt x="198095" y="240213"/>
                  <a:pt x="200807" y="233345"/>
                  <a:pt x="205477" y="231201"/>
                </a:cubicBezTo>
                <a:cubicBezTo>
                  <a:pt x="210147" y="229057"/>
                  <a:pt x="217638" y="233734"/>
                  <a:pt x="222205" y="231276"/>
                </a:cubicBezTo>
                <a:cubicBezTo>
                  <a:pt x="226772" y="228817"/>
                  <a:pt x="231118" y="225918"/>
                  <a:pt x="232877" y="216450"/>
                </a:cubicBezTo>
                <a:cubicBezTo>
                  <a:pt x="234636" y="206982"/>
                  <a:pt x="232222" y="187140"/>
                  <a:pt x="232758" y="174468"/>
                </a:cubicBezTo>
                <a:cubicBezTo>
                  <a:pt x="233293" y="161796"/>
                  <a:pt x="233255" y="147483"/>
                  <a:pt x="236091" y="140419"/>
                </a:cubicBezTo>
                <a:cubicBezTo>
                  <a:pt x="238926" y="133354"/>
                  <a:pt x="245254" y="134980"/>
                  <a:pt x="249771" y="132081"/>
                </a:cubicBezTo>
                <a:cubicBezTo>
                  <a:pt x="254288" y="129181"/>
                  <a:pt x="260342" y="130243"/>
                  <a:pt x="263195" y="123022"/>
                </a:cubicBezTo>
                <a:cubicBezTo>
                  <a:pt x="266048" y="115801"/>
                  <a:pt x="266273" y="94467"/>
                  <a:pt x="266889" y="88756"/>
                </a:cubicBezTo>
                <a:cubicBezTo>
                  <a:pt x="267504" y="83045"/>
                  <a:pt x="270619" y="91015"/>
                  <a:pt x="266889" y="88756"/>
                </a:cubicBezTo>
                <a:cubicBezTo>
                  <a:pt x="263158" y="86496"/>
                  <a:pt x="252004" y="79765"/>
                  <a:pt x="244506" y="75198"/>
                </a:cubicBezTo>
                <a:cubicBezTo>
                  <a:pt x="237008" y="70632"/>
                  <a:pt x="229365" y="65732"/>
                  <a:pt x="221901" y="61356"/>
                </a:cubicBezTo>
                <a:cubicBezTo>
                  <a:pt x="214437" y="56981"/>
                  <a:pt x="207002" y="52738"/>
                  <a:pt x="199724" y="48945"/>
                </a:cubicBezTo>
                <a:cubicBezTo>
                  <a:pt x="192445" y="45152"/>
                  <a:pt x="185713" y="42772"/>
                  <a:pt x="178231" y="38598"/>
                </a:cubicBezTo>
                <a:cubicBezTo>
                  <a:pt x="170749" y="34424"/>
                  <a:pt x="162840" y="29229"/>
                  <a:pt x="154830" y="23900"/>
                </a:cubicBezTo>
                <a:cubicBezTo>
                  <a:pt x="146821" y="18570"/>
                  <a:pt x="137435" y="9969"/>
                  <a:pt x="130175" y="6621"/>
                </a:cubicBezTo>
                <a:cubicBezTo>
                  <a:pt x="122915" y="3274"/>
                  <a:pt x="115601" y="0"/>
                  <a:pt x="111270" y="3815"/>
                </a:cubicBezTo>
                <a:cubicBezTo>
                  <a:pt x="106939" y="7630"/>
                  <a:pt x="105218" y="17880"/>
                  <a:pt x="104187" y="29512"/>
                </a:cubicBezTo>
                <a:cubicBezTo>
                  <a:pt x="103156" y="41143"/>
                  <a:pt x="105326" y="60323"/>
                  <a:pt x="105082" y="73605"/>
                </a:cubicBezTo>
                <a:cubicBezTo>
                  <a:pt x="104838" y="86888"/>
                  <a:pt x="105178" y="101289"/>
                  <a:pt x="102722" y="109207"/>
                </a:cubicBezTo>
                <a:cubicBezTo>
                  <a:pt x="100266" y="117124"/>
                  <a:pt x="95551" y="119591"/>
                  <a:pt x="90348" y="121109"/>
                </a:cubicBezTo>
                <a:cubicBezTo>
                  <a:pt x="85145" y="122626"/>
                  <a:pt x="77709" y="119018"/>
                  <a:pt x="71503" y="118312"/>
                </a:cubicBezTo>
                <a:cubicBezTo>
                  <a:pt x="65296" y="117606"/>
                  <a:pt x="58876" y="116501"/>
                  <a:pt x="53110" y="116874"/>
                </a:cubicBezTo>
                <a:cubicBezTo>
                  <a:pt x="47344" y="117247"/>
                  <a:pt x="42253" y="119168"/>
                  <a:pt x="36908" y="120552"/>
                </a:cubicBezTo>
                <a:cubicBezTo>
                  <a:pt x="31562" y="121935"/>
                  <a:pt x="25983" y="122925"/>
                  <a:pt x="21036" y="125176"/>
                </a:cubicBezTo>
                <a:cubicBezTo>
                  <a:pt x="16089" y="127427"/>
                  <a:pt x="10653" y="128737"/>
                  <a:pt x="7225" y="134060"/>
                </a:cubicBezTo>
                <a:cubicBezTo>
                  <a:pt x="3798" y="139383"/>
                  <a:pt x="941" y="145836"/>
                  <a:pt x="470" y="157115"/>
                </a:cubicBezTo>
                <a:cubicBezTo>
                  <a:pt x="0" y="168394"/>
                  <a:pt x="3748" y="194298"/>
                  <a:pt x="4404" y="201735"/>
                </a:cubicBezTo>
                <a:cubicBezTo>
                  <a:pt x="5059" y="209171"/>
                  <a:pt x="161" y="199060"/>
                  <a:pt x="4404" y="201735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52"/>
                </a:srgbClr>
              </a:gs>
              <a:gs pos="18000">
                <a:srgbClr val="767676">
                  <a:alpha val="3888"/>
                </a:srgbClr>
              </a:gs>
              <a:gs pos="48000">
                <a:srgbClr val="767676">
                  <a:alpha val="6270"/>
                </a:srgbClr>
              </a:gs>
              <a:gs pos="78000">
                <a:srgbClr val="767676">
                  <a:alpha val="4702"/>
                </a:srgbClr>
              </a:gs>
              <a:gs pos="100000">
                <a:srgbClr val="767676">
                  <a:alpha val="282"/>
                </a:srgbClr>
              </a:gs>
            </a:gsLst>
            <a:lin ang="20202666" scaled="0"/>
          </a:gradFill>
          <a:ln w="0">
            <a:noFill/>
            <a:prstDash val="solid"/>
          </a:ln>
        </p:spPr>
      </p:sp>
      <p:sp>
        <p:nvSpPr>
          <p:cNvPr id="874" name="PANEL_A-intermittent-gas-core-8-feather-2_226">
            <a:extLst>
              <a:ext uri="{FF2B5EF4-FFF2-40B4-BE49-F238E27FC236}">
                <a16:creationId xmlns:a16="http://schemas.microsoft.com/office/drawing/2014/main" id="{C0392283-63F7-46D6-89F2-2706B6F1A749}"/>
              </a:ext>
            </a:extLst>
          </p:cNvPr>
          <p:cNvSpPr>
            <a:spLocks/>
          </p:cNvSpPr>
          <p:nvPr/>
        </p:nvSpPr>
        <p:spPr>
          <a:xfrm>
            <a:off x="13634533" y="712144"/>
            <a:ext cx="256551" cy="218835"/>
          </a:xfrm>
          <a:custGeom>
            <a:pathLst>
              <a:path w="269345" h="229748">
                <a:moveTo>
                  <a:pt x="3524" y="166807"/>
                </a:moveTo>
                <a:cubicBezTo>
                  <a:pt x="7048" y="167999"/>
                  <a:pt x="17502" y="171268"/>
                  <a:pt x="24669" y="173960"/>
                </a:cubicBezTo>
                <a:cubicBezTo>
                  <a:pt x="31835" y="176651"/>
                  <a:pt x="39034" y="179393"/>
                  <a:pt x="46526" y="182956"/>
                </a:cubicBezTo>
                <a:cubicBezTo>
                  <a:pt x="54017" y="186518"/>
                  <a:pt x="61313" y="189738"/>
                  <a:pt x="69616" y="195335"/>
                </a:cubicBezTo>
                <a:cubicBezTo>
                  <a:pt x="77919" y="200933"/>
                  <a:pt x="88117" y="210836"/>
                  <a:pt x="96343" y="216541"/>
                </a:cubicBezTo>
                <a:cubicBezTo>
                  <a:pt x="104568" y="222247"/>
                  <a:pt x="113474" y="229748"/>
                  <a:pt x="118968" y="229569"/>
                </a:cubicBezTo>
                <a:cubicBezTo>
                  <a:pt x="124461" y="229391"/>
                  <a:pt x="126459" y="221611"/>
                  <a:pt x="129306" y="215470"/>
                </a:cubicBezTo>
                <a:cubicBezTo>
                  <a:pt x="132152" y="209329"/>
                  <a:pt x="132479" y="197344"/>
                  <a:pt x="136046" y="192721"/>
                </a:cubicBezTo>
                <a:cubicBezTo>
                  <a:pt x="139613" y="188098"/>
                  <a:pt x="145391" y="188395"/>
                  <a:pt x="150709" y="187733"/>
                </a:cubicBezTo>
                <a:cubicBezTo>
                  <a:pt x="156026" y="187070"/>
                  <a:pt x="163177" y="190716"/>
                  <a:pt x="167949" y="188746"/>
                </a:cubicBezTo>
                <a:cubicBezTo>
                  <a:pt x="172722" y="186776"/>
                  <a:pt x="175627" y="180428"/>
                  <a:pt x="179344" y="175912"/>
                </a:cubicBezTo>
                <a:cubicBezTo>
                  <a:pt x="183062" y="171397"/>
                  <a:pt x="185911" y="164725"/>
                  <a:pt x="190253" y="161652"/>
                </a:cubicBezTo>
                <a:cubicBezTo>
                  <a:pt x="194596" y="158578"/>
                  <a:pt x="200937" y="160314"/>
                  <a:pt x="205399" y="157470"/>
                </a:cubicBezTo>
                <a:cubicBezTo>
                  <a:pt x="209861" y="154626"/>
                  <a:pt x="214285" y="151741"/>
                  <a:pt x="217027" y="144588"/>
                </a:cubicBezTo>
                <a:cubicBezTo>
                  <a:pt x="219768" y="137434"/>
                  <a:pt x="219767" y="123454"/>
                  <a:pt x="221848" y="114549"/>
                </a:cubicBezTo>
                <a:cubicBezTo>
                  <a:pt x="223929" y="105644"/>
                  <a:pt x="225746" y="95937"/>
                  <a:pt x="229512" y="91157"/>
                </a:cubicBezTo>
                <a:cubicBezTo>
                  <a:pt x="233278" y="86377"/>
                  <a:pt x="239542" y="87824"/>
                  <a:pt x="244445" y="85870"/>
                </a:cubicBezTo>
                <a:cubicBezTo>
                  <a:pt x="249348" y="83916"/>
                  <a:pt x="255336" y="84772"/>
                  <a:pt x="258930" y="79432"/>
                </a:cubicBezTo>
                <a:cubicBezTo>
                  <a:pt x="262524" y="74091"/>
                  <a:pt x="264829" y="58096"/>
                  <a:pt x="266009" y="53828"/>
                </a:cubicBezTo>
                <a:cubicBezTo>
                  <a:pt x="267189" y="49561"/>
                  <a:pt x="269345" y="55079"/>
                  <a:pt x="266009" y="53828"/>
                </a:cubicBezTo>
                <a:cubicBezTo>
                  <a:pt x="262673" y="52578"/>
                  <a:pt x="252802" y="49143"/>
                  <a:pt x="245992" y="46323"/>
                </a:cubicBezTo>
                <a:cubicBezTo>
                  <a:pt x="239182" y="43503"/>
                  <a:pt x="232093" y="39989"/>
                  <a:pt x="225150" y="36907"/>
                </a:cubicBezTo>
                <a:cubicBezTo>
                  <a:pt x="218207" y="33824"/>
                  <a:pt x="211177" y="30565"/>
                  <a:pt x="204335" y="27829"/>
                </a:cubicBezTo>
                <a:cubicBezTo>
                  <a:pt x="197493" y="25092"/>
                  <a:pt x="190989" y="23243"/>
                  <a:pt x="184099" y="20485"/>
                </a:cubicBezTo>
                <a:cubicBezTo>
                  <a:pt x="177209" y="17728"/>
                  <a:pt x="170063" y="14375"/>
                  <a:pt x="162994" y="11284"/>
                </a:cubicBezTo>
                <a:cubicBezTo>
                  <a:pt x="155925" y="8193"/>
                  <a:pt x="148013" y="3116"/>
                  <a:pt x="141686" y="1940"/>
                </a:cubicBezTo>
                <a:cubicBezTo>
                  <a:pt x="135359" y="765"/>
                  <a:pt x="129141" y="0"/>
                  <a:pt x="125033" y="4231"/>
                </a:cubicBezTo>
                <a:cubicBezTo>
                  <a:pt x="120925" y="8461"/>
                  <a:pt x="118762" y="17473"/>
                  <a:pt x="117036" y="27324"/>
                </a:cubicBezTo>
                <a:cubicBezTo>
                  <a:pt x="115310" y="37175"/>
                  <a:pt x="115887" y="52440"/>
                  <a:pt x="114677" y="63336"/>
                </a:cubicBezTo>
                <a:cubicBezTo>
                  <a:pt x="113467" y="74231"/>
                  <a:pt x="112666" y="85892"/>
                  <a:pt x="109775" y="92697"/>
                </a:cubicBezTo>
                <a:cubicBezTo>
                  <a:pt x="106884" y="99502"/>
                  <a:pt x="102350" y="102328"/>
                  <a:pt x="97331" y="104166"/>
                </a:cubicBezTo>
                <a:cubicBezTo>
                  <a:pt x="92311" y="106003"/>
                  <a:pt x="85606" y="103955"/>
                  <a:pt x="79658" y="103721"/>
                </a:cubicBezTo>
                <a:cubicBezTo>
                  <a:pt x="73710" y="103488"/>
                  <a:pt x="67455" y="102616"/>
                  <a:pt x="61642" y="102765"/>
                </a:cubicBezTo>
                <a:cubicBezTo>
                  <a:pt x="55829" y="102915"/>
                  <a:pt x="50355" y="103862"/>
                  <a:pt x="44780" y="104621"/>
                </a:cubicBezTo>
                <a:cubicBezTo>
                  <a:pt x="39205" y="105380"/>
                  <a:pt x="33410" y="105760"/>
                  <a:pt x="28191" y="107321"/>
                </a:cubicBezTo>
                <a:cubicBezTo>
                  <a:pt x="22973" y="108882"/>
                  <a:pt x="17445" y="109883"/>
                  <a:pt x="13467" y="113989"/>
                </a:cubicBezTo>
                <a:cubicBezTo>
                  <a:pt x="9489" y="118095"/>
                  <a:pt x="5981" y="123155"/>
                  <a:pt x="4324" y="131958"/>
                </a:cubicBezTo>
                <a:cubicBezTo>
                  <a:pt x="2666" y="140762"/>
                  <a:pt x="3657" y="160999"/>
                  <a:pt x="3524" y="166807"/>
                </a:cubicBezTo>
                <a:cubicBezTo>
                  <a:pt x="3391" y="172615"/>
                  <a:pt x="0" y="165615"/>
                  <a:pt x="3524" y="16680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21"/>
                </a:srgbClr>
              </a:gs>
              <a:gs pos="18000">
                <a:srgbClr val="767676">
                  <a:alpha val="4990"/>
                </a:srgbClr>
              </a:gs>
              <a:gs pos="48000">
                <a:srgbClr val="767676">
                  <a:alpha val="8046"/>
                </a:srgbClr>
              </a:gs>
              <a:gs pos="78000">
                <a:srgbClr val="767676">
                  <a:alpha val="6035"/>
                </a:srgbClr>
              </a:gs>
              <a:gs pos="100000">
                <a:srgbClr val="767676">
                  <a:alpha val="362"/>
                </a:srgbClr>
              </a:gs>
            </a:gsLst>
            <a:lin ang="20202666" scaled="0"/>
          </a:gradFill>
          <a:ln w="0">
            <a:noFill/>
            <a:prstDash val="solid"/>
          </a:ln>
        </p:spPr>
      </p:sp>
      <p:sp>
        <p:nvSpPr>
          <p:cNvPr id="875" name="PANEL_A-intermittent-gas-core-8-feather-3_227">
            <a:extLst>
              <a:ext uri="{FF2B5EF4-FFF2-40B4-BE49-F238E27FC236}">
                <a16:creationId xmlns:a16="http://schemas.microsoft.com/office/drawing/2014/main" id="{CE59C1FE-B525-4B54-ACEC-B2D95A912789}"/>
              </a:ext>
            </a:extLst>
          </p:cNvPr>
          <p:cNvSpPr>
            <a:spLocks/>
          </p:cNvSpPr>
          <p:nvPr/>
        </p:nvSpPr>
        <p:spPr>
          <a:xfrm>
            <a:off x="13635217" y="741852"/>
            <a:ext cx="255492" cy="155161"/>
          </a:xfrm>
          <a:custGeom>
            <a:pathLst>
              <a:path w="268233" h="162898">
                <a:moveTo>
                  <a:pt x="2806" y="135617"/>
                </a:moveTo>
                <a:cubicBezTo>
                  <a:pt x="5612" y="135326"/>
                  <a:pt x="13736" y="133815"/>
                  <a:pt x="19641" y="133874"/>
                </a:cubicBezTo>
                <a:cubicBezTo>
                  <a:pt x="25546" y="133932"/>
                  <a:pt x="31756" y="134599"/>
                  <a:pt x="38236" y="135970"/>
                </a:cubicBezTo>
                <a:cubicBezTo>
                  <a:pt x="44716" y="137341"/>
                  <a:pt x="51318" y="138994"/>
                  <a:pt x="58522" y="142100"/>
                </a:cubicBezTo>
                <a:cubicBezTo>
                  <a:pt x="65726" y="145206"/>
                  <a:pt x="74183" y="151149"/>
                  <a:pt x="81459" y="154605"/>
                </a:cubicBezTo>
                <a:cubicBezTo>
                  <a:pt x="88736" y="158062"/>
                  <a:pt x="96500" y="162783"/>
                  <a:pt x="102183" y="162841"/>
                </a:cubicBezTo>
                <a:cubicBezTo>
                  <a:pt x="107866" y="162898"/>
                  <a:pt x="111591" y="158731"/>
                  <a:pt x="115557" y="154950"/>
                </a:cubicBezTo>
                <a:cubicBezTo>
                  <a:pt x="119524" y="151170"/>
                  <a:pt x="121955" y="143862"/>
                  <a:pt x="125984" y="140157"/>
                </a:cubicBezTo>
                <a:cubicBezTo>
                  <a:pt x="130012" y="136452"/>
                  <a:pt x="135056" y="135002"/>
                  <a:pt x="139731" y="132722"/>
                </a:cubicBezTo>
                <a:cubicBezTo>
                  <a:pt x="144405" y="130442"/>
                  <a:pt x="149873" y="130026"/>
                  <a:pt x="154029" y="126476"/>
                </a:cubicBezTo>
                <a:cubicBezTo>
                  <a:pt x="158184" y="122926"/>
                  <a:pt x="161136" y="116529"/>
                  <a:pt x="164663" y="111423"/>
                </a:cubicBezTo>
                <a:cubicBezTo>
                  <a:pt x="168190" y="106317"/>
                  <a:pt x="171176" y="99843"/>
                  <a:pt x="175191" y="95840"/>
                </a:cubicBezTo>
                <a:cubicBezTo>
                  <a:pt x="179206" y="91836"/>
                  <a:pt x="184396" y="90632"/>
                  <a:pt x="188754" y="87402"/>
                </a:cubicBezTo>
                <a:cubicBezTo>
                  <a:pt x="193112" y="84173"/>
                  <a:pt x="197613" y="81302"/>
                  <a:pt x="201338" y="76463"/>
                </a:cubicBezTo>
                <a:cubicBezTo>
                  <a:pt x="205062" y="71624"/>
                  <a:pt x="207474" y="63506"/>
                  <a:pt x="211101" y="58367"/>
                </a:cubicBezTo>
                <a:cubicBezTo>
                  <a:pt x="214727" y="53229"/>
                  <a:pt x="218399" y="48127"/>
                  <a:pt x="223095" y="45632"/>
                </a:cubicBezTo>
                <a:cubicBezTo>
                  <a:pt x="227792" y="43137"/>
                  <a:pt x="233991" y="44405"/>
                  <a:pt x="239280" y="43396"/>
                </a:cubicBezTo>
                <a:cubicBezTo>
                  <a:pt x="244569" y="42387"/>
                  <a:pt x="250492" y="43038"/>
                  <a:pt x="254827" y="39579"/>
                </a:cubicBezTo>
                <a:cubicBezTo>
                  <a:pt x="259162" y="36119"/>
                  <a:pt x="263547" y="25462"/>
                  <a:pt x="265291" y="22638"/>
                </a:cubicBezTo>
                <a:cubicBezTo>
                  <a:pt x="267035" y="19815"/>
                  <a:pt x="268233" y="22880"/>
                  <a:pt x="265291" y="22638"/>
                </a:cubicBezTo>
                <a:cubicBezTo>
                  <a:pt x="262349" y="22396"/>
                  <a:pt x="253760" y="22259"/>
                  <a:pt x="247639" y="21185"/>
                </a:cubicBezTo>
                <a:cubicBezTo>
                  <a:pt x="241517" y="20111"/>
                  <a:pt x="234983" y="17983"/>
                  <a:pt x="228561" y="16194"/>
                </a:cubicBezTo>
                <a:cubicBezTo>
                  <a:pt x="222139" y="14405"/>
                  <a:pt x="215513" y="12131"/>
                  <a:pt x="209108" y="10450"/>
                </a:cubicBezTo>
                <a:cubicBezTo>
                  <a:pt x="202702" y="8769"/>
                  <a:pt x="196427" y="7450"/>
                  <a:pt x="190129" y="6110"/>
                </a:cubicBezTo>
                <a:cubicBezTo>
                  <a:pt x="183831" y="4769"/>
                  <a:pt x="177448" y="3257"/>
                  <a:pt x="171320" y="2405"/>
                </a:cubicBezTo>
                <a:cubicBezTo>
                  <a:pt x="165191" y="1553"/>
                  <a:pt x="158752" y="0"/>
                  <a:pt x="153358" y="996"/>
                </a:cubicBezTo>
                <a:cubicBezTo>
                  <a:pt x="147964" y="1993"/>
                  <a:pt x="142843" y="3737"/>
                  <a:pt x="138958" y="8384"/>
                </a:cubicBezTo>
                <a:cubicBezTo>
                  <a:pt x="135073" y="13030"/>
                  <a:pt x="132468" y="20804"/>
                  <a:pt x="130047" y="28874"/>
                </a:cubicBezTo>
                <a:cubicBezTo>
                  <a:pt x="127626" y="36944"/>
                  <a:pt x="126609" y="48295"/>
                  <a:pt x="124433" y="56804"/>
                </a:cubicBezTo>
                <a:cubicBezTo>
                  <a:pt x="122257" y="65312"/>
                  <a:pt x="120316" y="74232"/>
                  <a:pt x="116990" y="79924"/>
                </a:cubicBezTo>
                <a:cubicBezTo>
                  <a:pt x="113663" y="85617"/>
                  <a:pt x="109311" y="88802"/>
                  <a:pt x="104475" y="90960"/>
                </a:cubicBezTo>
                <a:cubicBezTo>
                  <a:pt x="99639" y="93117"/>
                  <a:pt x="93665" y="92629"/>
                  <a:pt x="87975" y="92868"/>
                </a:cubicBezTo>
                <a:cubicBezTo>
                  <a:pt x="82285" y="93107"/>
                  <a:pt x="76196" y="92468"/>
                  <a:pt x="70336" y="92394"/>
                </a:cubicBezTo>
                <a:cubicBezTo>
                  <a:pt x="64475" y="92321"/>
                  <a:pt x="58618" y="92292"/>
                  <a:pt x="52813" y="92427"/>
                </a:cubicBezTo>
                <a:cubicBezTo>
                  <a:pt x="47009" y="92562"/>
                  <a:pt x="40999" y="92332"/>
                  <a:pt x="35508" y="93203"/>
                </a:cubicBezTo>
                <a:cubicBezTo>
                  <a:pt x="30018" y="94074"/>
                  <a:pt x="24398" y="94765"/>
                  <a:pt x="19870" y="97655"/>
                </a:cubicBezTo>
                <a:cubicBezTo>
                  <a:pt x="15342" y="100544"/>
                  <a:pt x="11182" y="104212"/>
                  <a:pt x="8338" y="110540"/>
                </a:cubicBezTo>
                <a:cubicBezTo>
                  <a:pt x="5494" y="116867"/>
                  <a:pt x="3728" y="131437"/>
                  <a:pt x="2806" y="135617"/>
                </a:cubicBezTo>
                <a:cubicBezTo>
                  <a:pt x="1884" y="139797"/>
                  <a:pt x="0" y="135908"/>
                  <a:pt x="2806" y="13561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76"/>
                </a:srgbClr>
              </a:gs>
              <a:gs pos="18000">
                <a:srgbClr val="767676">
                  <a:alpha val="5831"/>
                </a:srgbClr>
              </a:gs>
              <a:gs pos="48000">
                <a:srgbClr val="767676">
                  <a:alpha val="9406"/>
                </a:srgbClr>
              </a:gs>
              <a:gs pos="78000">
                <a:srgbClr val="767676">
                  <a:alpha val="7053"/>
                </a:srgbClr>
              </a:gs>
              <a:gs pos="100000">
                <a:srgbClr val="767676">
                  <a:alpha val="423"/>
                </a:srgbClr>
              </a:gs>
            </a:gsLst>
            <a:lin ang="20202666" scaled="0"/>
          </a:gradFill>
          <a:ln w="0">
            <a:noFill/>
            <a:prstDash val="solid"/>
          </a:ln>
        </p:spPr>
      </p:sp>
      <p:sp>
        <p:nvSpPr>
          <p:cNvPr id="876" name="PANEL_A-intermittent-gas-wisp-8-feather-0_228">
            <a:extLst>
              <a:ext uri="{FF2B5EF4-FFF2-40B4-BE49-F238E27FC236}">
                <a16:creationId xmlns:a16="http://schemas.microsoft.com/office/drawing/2014/main" id="{E431697E-7CE2-4398-91FE-906934945D44}"/>
              </a:ext>
            </a:extLst>
          </p:cNvPr>
          <p:cNvSpPr>
            <a:spLocks/>
          </p:cNvSpPr>
          <p:nvPr/>
        </p:nvSpPr>
        <p:spPr>
          <a:xfrm>
            <a:off x="13694175" y="900422"/>
            <a:ext cx="176591" cy="133490"/>
          </a:xfrm>
          <a:custGeom>
            <a:pathLst>
              <a:path w="185398" h="140147">
                <a:moveTo>
                  <a:pt x="3478" y="104026"/>
                </a:moveTo>
                <a:cubicBezTo>
                  <a:pt x="6955" y="106870"/>
                  <a:pt x="19005" y="118630"/>
                  <a:pt x="24344" y="121092"/>
                </a:cubicBezTo>
                <a:cubicBezTo>
                  <a:pt x="29683" y="123554"/>
                  <a:pt x="32386" y="120721"/>
                  <a:pt x="35512" y="118797"/>
                </a:cubicBezTo>
                <a:cubicBezTo>
                  <a:pt x="38637" y="116873"/>
                  <a:pt x="39693" y="110692"/>
                  <a:pt x="43096" y="109546"/>
                </a:cubicBezTo>
                <a:cubicBezTo>
                  <a:pt x="46500" y="108400"/>
                  <a:pt x="51026" y="109710"/>
                  <a:pt x="55933" y="111921"/>
                </a:cubicBezTo>
                <a:cubicBezTo>
                  <a:pt x="60840" y="114133"/>
                  <a:pt x="67559" y="120337"/>
                  <a:pt x="72538" y="122817"/>
                </a:cubicBezTo>
                <a:cubicBezTo>
                  <a:pt x="77517" y="125297"/>
                  <a:pt x="81579" y="125832"/>
                  <a:pt x="85809" y="126803"/>
                </a:cubicBezTo>
                <a:cubicBezTo>
                  <a:pt x="90038" y="127775"/>
                  <a:pt x="93392" y="126934"/>
                  <a:pt x="97914" y="128644"/>
                </a:cubicBezTo>
                <a:cubicBezTo>
                  <a:pt x="102437" y="130354"/>
                  <a:pt x="108550" y="135709"/>
                  <a:pt x="112943" y="137066"/>
                </a:cubicBezTo>
                <a:cubicBezTo>
                  <a:pt x="117337" y="138422"/>
                  <a:pt x="121914" y="140147"/>
                  <a:pt x="124273" y="136785"/>
                </a:cubicBezTo>
                <a:cubicBezTo>
                  <a:pt x="126632" y="133423"/>
                  <a:pt x="126013" y="123206"/>
                  <a:pt x="127099" y="116893"/>
                </a:cubicBezTo>
                <a:cubicBezTo>
                  <a:pt x="128185" y="110580"/>
                  <a:pt x="128133" y="101624"/>
                  <a:pt x="130790" y="98907"/>
                </a:cubicBezTo>
                <a:cubicBezTo>
                  <a:pt x="133448" y="96191"/>
                  <a:pt x="138707" y="99500"/>
                  <a:pt x="143044" y="100593"/>
                </a:cubicBezTo>
                <a:cubicBezTo>
                  <a:pt x="147381" y="101686"/>
                  <a:pt x="153180" y="106118"/>
                  <a:pt x="156813" y="105465"/>
                </a:cubicBezTo>
                <a:cubicBezTo>
                  <a:pt x="160446" y="104813"/>
                  <a:pt x="162551" y="100496"/>
                  <a:pt x="164841" y="96679"/>
                </a:cubicBezTo>
                <a:cubicBezTo>
                  <a:pt x="167131" y="92862"/>
                  <a:pt x="168566" y="87126"/>
                  <a:pt x="170553" y="82563"/>
                </a:cubicBezTo>
                <a:cubicBezTo>
                  <a:pt x="172540" y="78001"/>
                  <a:pt x="175104" y="74827"/>
                  <a:pt x="176764" y="69305"/>
                </a:cubicBezTo>
                <a:cubicBezTo>
                  <a:pt x="178425" y="63784"/>
                  <a:pt x="179570" y="56925"/>
                  <a:pt x="180516" y="49435"/>
                </a:cubicBezTo>
                <a:cubicBezTo>
                  <a:pt x="181463" y="41946"/>
                  <a:pt x="182123" y="28546"/>
                  <a:pt x="182444" y="24369"/>
                </a:cubicBezTo>
                <a:cubicBezTo>
                  <a:pt x="182765" y="20191"/>
                  <a:pt x="185398" y="26618"/>
                  <a:pt x="182444" y="24369"/>
                </a:cubicBezTo>
                <a:cubicBezTo>
                  <a:pt x="179490" y="22119"/>
                  <a:pt x="170311" y="14640"/>
                  <a:pt x="164723" y="10872"/>
                </a:cubicBezTo>
                <a:cubicBezTo>
                  <a:pt x="159134" y="7104"/>
                  <a:pt x="153564" y="3318"/>
                  <a:pt x="148915" y="1758"/>
                </a:cubicBezTo>
                <a:cubicBezTo>
                  <a:pt x="144267" y="198"/>
                  <a:pt x="140188" y="0"/>
                  <a:pt x="136830" y="1513"/>
                </a:cubicBezTo>
                <a:cubicBezTo>
                  <a:pt x="133473" y="3027"/>
                  <a:pt x="131400" y="7580"/>
                  <a:pt x="128770" y="10838"/>
                </a:cubicBezTo>
                <a:cubicBezTo>
                  <a:pt x="126140" y="14096"/>
                  <a:pt x="124090" y="18774"/>
                  <a:pt x="121051" y="21062"/>
                </a:cubicBezTo>
                <a:cubicBezTo>
                  <a:pt x="118013" y="23349"/>
                  <a:pt x="114374" y="24207"/>
                  <a:pt x="110540" y="24561"/>
                </a:cubicBezTo>
                <a:cubicBezTo>
                  <a:pt x="106705" y="24915"/>
                  <a:pt x="102169" y="23531"/>
                  <a:pt x="98045" y="23184"/>
                </a:cubicBezTo>
                <a:cubicBezTo>
                  <a:pt x="93922" y="22838"/>
                  <a:pt x="89910" y="22742"/>
                  <a:pt x="85798" y="22482"/>
                </a:cubicBezTo>
                <a:cubicBezTo>
                  <a:pt x="81686" y="22221"/>
                  <a:pt x="77898" y="22765"/>
                  <a:pt x="73375" y="21622"/>
                </a:cubicBezTo>
                <a:cubicBezTo>
                  <a:pt x="68851" y="20478"/>
                  <a:pt x="63791" y="18127"/>
                  <a:pt x="58655" y="15619"/>
                </a:cubicBezTo>
                <a:cubicBezTo>
                  <a:pt x="53520" y="13111"/>
                  <a:pt x="47337" y="8251"/>
                  <a:pt x="42561" y="6572"/>
                </a:cubicBezTo>
                <a:cubicBezTo>
                  <a:pt x="37786" y="4892"/>
                  <a:pt x="33000" y="3301"/>
                  <a:pt x="30003" y="5543"/>
                </a:cubicBezTo>
                <a:cubicBezTo>
                  <a:pt x="27006" y="7786"/>
                  <a:pt x="25597" y="13586"/>
                  <a:pt x="24577" y="20026"/>
                </a:cubicBezTo>
                <a:cubicBezTo>
                  <a:pt x="23556" y="26466"/>
                  <a:pt x="24296" y="36580"/>
                  <a:pt x="23878" y="44185"/>
                </a:cubicBezTo>
                <a:cubicBezTo>
                  <a:pt x="23459" y="51791"/>
                  <a:pt x="23309" y="59808"/>
                  <a:pt x="22065" y="65659"/>
                </a:cubicBezTo>
                <a:cubicBezTo>
                  <a:pt x="20821" y="71509"/>
                  <a:pt x="18581" y="75288"/>
                  <a:pt x="16414" y="79289"/>
                </a:cubicBezTo>
                <a:cubicBezTo>
                  <a:pt x="14248" y="83290"/>
                  <a:pt x="11222" y="85543"/>
                  <a:pt x="9065" y="89666"/>
                </a:cubicBezTo>
                <a:cubicBezTo>
                  <a:pt x="6909" y="93789"/>
                  <a:pt x="4409" y="101633"/>
                  <a:pt x="3478" y="104026"/>
                </a:cubicBezTo>
                <a:cubicBezTo>
                  <a:pt x="2546" y="106420"/>
                  <a:pt x="0" y="101182"/>
                  <a:pt x="3478" y="104026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12"/>
                </a:srgbClr>
              </a:gs>
              <a:gs pos="18000">
                <a:srgbClr val="919191">
                  <a:alpha val="1749"/>
                </a:srgbClr>
              </a:gs>
              <a:gs pos="48000">
                <a:srgbClr val="919191">
                  <a:alpha val="2822"/>
                </a:srgbClr>
              </a:gs>
              <a:gs pos="78000">
                <a:srgbClr val="919191">
                  <a:alpha val="2116"/>
                </a:srgbClr>
              </a:gs>
              <a:gs pos="100000">
                <a:srgbClr val="919191">
                  <a:alpha val="128"/>
                </a:srgbClr>
              </a:gs>
            </a:gsLst>
            <a:lin ang="20160065" scaled="0"/>
          </a:gradFill>
          <a:ln w="0">
            <a:noFill/>
            <a:prstDash val="solid"/>
          </a:ln>
        </p:spPr>
      </p:sp>
      <p:sp>
        <p:nvSpPr>
          <p:cNvPr id="877" name="PANEL_A-intermittent-gas-wisp-8-feather-1_229">
            <a:extLst>
              <a:ext uri="{FF2B5EF4-FFF2-40B4-BE49-F238E27FC236}">
                <a16:creationId xmlns:a16="http://schemas.microsoft.com/office/drawing/2014/main" id="{4C727F54-8430-451F-B55A-C1F7B7E86CF9}"/>
              </a:ext>
            </a:extLst>
          </p:cNvPr>
          <p:cNvSpPr>
            <a:spLocks/>
          </p:cNvSpPr>
          <p:nvPr/>
        </p:nvSpPr>
        <p:spPr>
          <a:xfrm>
            <a:off x="13694520" y="907966"/>
            <a:ext cx="176012" cy="109487"/>
          </a:xfrm>
          <a:custGeom>
            <a:pathLst>
              <a:path w="184789" h="114946">
                <a:moveTo>
                  <a:pt x="3116" y="96107"/>
                </a:moveTo>
                <a:cubicBezTo>
                  <a:pt x="6233" y="98208"/>
                  <a:pt x="16900" y="107129"/>
                  <a:pt x="21814" y="108713"/>
                </a:cubicBezTo>
                <a:cubicBezTo>
                  <a:pt x="26729" y="110296"/>
                  <a:pt x="29509" y="107609"/>
                  <a:pt x="32603" y="105608"/>
                </a:cubicBezTo>
                <a:cubicBezTo>
                  <a:pt x="35697" y="103607"/>
                  <a:pt x="37122" y="98185"/>
                  <a:pt x="40378" y="96708"/>
                </a:cubicBezTo>
                <a:cubicBezTo>
                  <a:pt x="43634" y="95232"/>
                  <a:pt x="47720" y="95603"/>
                  <a:pt x="52140" y="96749"/>
                </a:cubicBezTo>
                <a:cubicBezTo>
                  <a:pt x="56560" y="97895"/>
                  <a:pt x="62379" y="102138"/>
                  <a:pt x="66897" y="103583"/>
                </a:cubicBezTo>
                <a:cubicBezTo>
                  <a:pt x="71416" y="105028"/>
                  <a:pt x="75244" y="104995"/>
                  <a:pt x="79250" y="105418"/>
                </a:cubicBezTo>
                <a:cubicBezTo>
                  <a:pt x="83256" y="105842"/>
                  <a:pt x="86618" y="104945"/>
                  <a:pt x="90931" y="106122"/>
                </a:cubicBezTo>
                <a:cubicBezTo>
                  <a:pt x="95245" y="107298"/>
                  <a:pt x="100849" y="111436"/>
                  <a:pt x="105131" y="112477"/>
                </a:cubicBezTo>
                <a:cubicBezTo>
                  <a:pt x="109412" y="113518"/>
                  <a:pt x="113892" y="114946"/>
                  <a:pt x="116622" y="112370"/>
                </a:cubicBezTo>
                <a:cubicBezTo>
                  <a:pt x="119351" y="109794"/>
                  <a:pt x="119789" y="101928"/>
                  <a:pt x="121509" y="97020"/>
                </a:cubicBezTo>
                <a:cubicBezTo>
                  <a:pt x="123229" y="92112"/>
                  <a:pt x="124051" y="85142"/>
                  <a:pt x="126942" y="82925"/>
                </a:cubicBezTo>
                <a:cubicBezTo>
                  <a:pt x="129833" y="80708"/>
                  <a:pt x="134719" y="83130"/>
                  <a:pt x="138854" y="83717"/>
                </a:cubicBezTo>
                <a:cubicBezTo>
                  <a:pt x="142988" y="84305"/>
                  <a:pt x="148227" y="87389"/>
                  <a:pt x="151751" y="86451"/>
                </a:cubicBezTo>
                <a:cubicBezTo>
                  <a:pt x="155275" y="85514"/>
                  <a:pt x="157566" y="81604"/>
                  <a:pt x="159997" y="78092"/>
                </a:cubicBezTo>
                <a:cubicBezTo>
                  <a:pt x="162429" y="74580"/>
                  <a:pt x="164150" y="69491"/>
                  <a:pt x="166337" y="65380"/>
                </a:cubicBezTo>
                <a:cubicBezTo>
                  <a:pt x="168524" y="61268"/>
                  <a:pt x="171149" y="58210"/>
                  <a:pt x="173120" y="53422"/>
                </a:cubicBezTo>
                <a:cubicBezTo>
                  <a:pt x="175091" y="48634"/>
                  <a:pt x="176668" y="42812"/>
                  <a:pt x="178162" y="36650"/>
                </a:cubicBezTo>
                <a:cubicBezTo>
                  <a:pt x="179656" y="30488"/>
                  <a:pt x="181429" y="19816"/>
                  <a:pt x="182083" y="16449"/>
                </a:cubicBezTo>
                <a:cubicBezTo>
                  <a:pt x="182736" y="13082"/>
                  <a:pt x="184789" y="18096"/>
                  <a:pt x="182083" y="16449"/>
                </a:cubicBezTo>
                <a:cubicBezTo>
                  <a:pt x="179376" y="14803"/>
                  <a:pt x="170957" y="9190"/>
                  <a:pt x="165843" y="6571"/>
                </a:cubicBezTo>
                <a:cubicBezTo>
                  <a:pt x="160729" y="3952"/>
                  <a:pt x="155699" y="1470"/>
                  <a:pt x="151397" y="735"/>
                </a:cubicBezTo>
                <a:cubicBezTo>
                  <a:pt x="147096" y="0"/>
                  <a:pt x="143289" y="427"/>
                  <a:pt x="140033" y="2161"/>
                </a:cubicBezTo>
                <a:cubicBezTo>
                  <a:pt x="136778" y="3894"/>
                  <a:pt x="134558" y="8060"/>
                  <a:pt x="131862" y="11136"/>
                </a:cubicBezTo>
                <a:cubicBezTo>
                  <a:pt x="129165" y="14212"/>
                  <a:pt x="126917" y="18404"/>
                  <a:pt x="123857" y="20617"/>
                </a:cubicBezTo>
                <a:cubicBezTo>
                  <a:pt x="120797" y="22829"/>
                  <a:pt x="117243" y="23872"/>
                  <a:pt x="113500" y="24412"/>
                </a:cubicBezTo>
                <a:cubicBezTo>
                  <a:pt x="109758" y="24953"/>
                  <a:pt x="105435" y="24033"/>
                  <a:pt x="101401" y="23861"/>
                </a:cubicBezTo>
                <a:cubicBezTo>
                  <a:pt x="97367" y="23688"/>
                  <a:pt x="93374" y="23599"/>
                  <a:pt x="89294" y="23379"/>
                </a:cubicBezTo>
                <a:cubicBezTo>
                  <a:pt x="85214" y="23160"/>
                  <a:pt x="81339" y="23482"/>
                  <a:pt x="76921" y="22543"/>
                </a:cubicBezTo>
                <a:cubicBezTo>
                  <a:pt x="72503" y="21605"/>
                  <a:pt x="67647" y="19688"/>
                  <a:pt x="62786" y="17749"/>
                </a:cubicBezTo>
                <a:cubicBezTo>
                  <a:pt x="57925" y="15809"/>
                  <a:pt x="52267" y="12058"/>
                  <a:pt x="47756" y="10906"/>
                </a:cubicBezTo>
                <a:cubicBezTo>
                  <a:pt x="43245" y="9753"/>
                  <a:pt x="38767" y="8752"/>
                  <a:pt x="35722" y="10836"/>
                </a:cubicBezTo>
                <a:cubicBezTo>
                  <a:pt x="32677" y="12919"/>
                  <a:pt x="30918" y="17893"/>
                  <a:pt x="29487" y="23406"/>
                </a:cubicBezTo>
                <a:cubicBezTo>
                  <a:pt x="28056" y="28919"/>
                  <a:pt x="28055" y="37403"/>
                  <a:pt x="27136" y="43915"/>
                </a:cubicBezTo>
                <a:cubicBezTo>
                  <a:pt x="26217" y="50426"/>
                  <a:pt x="25545" y="57330"/>
                  <a:pt x="23973" y="62476"/>
                </a:cubicBezTo>
                <a:cubicBezTo>
                  <a:pt x="22402" y="67622"/>
                  <a:pt x="20053" y="71171"/>
                  <a:pt x="17707" y="74792"/>
                </a:cubicBezTo>
                <a:cubicBezTo>
                  <a:pt x="15361" y="78412"/>
                  <a:pt x="12329" y="80648"/>
                  <a:pt x="9897" y="84200"/>
                </a:cubicBezTo>
                <a:cubicBezTo>
                  <a:pt x="7465" y="87753"/>
                  <a:pt x="4246" y="94122"/>
                  <a:pt x="3116" y="96107"/>
                </a:cubicBezTo>
                <a:cubicBezTo>
                  <a:pt x="1986" y="98091"/>
                  <a:pt x="0" y="94006"/>
                  <a:pt x="3116" y="9610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51"/>
                </a:srgbClr>
              </a:gs>
              <a:gs pos="18000">
                <a:srgbClr val="767676">
                  <a:alpha val="2332"/>
                </a:srgbClr>
              </a:gs>
              <a:gs pos="48000">
                <a:srgbClr val="767676">
                  <a:alpha val="3762"/>
                </a:srgbClr>
              </a:gs>
              <a:gs pos="78000">
                <a:srgbClr val="767676">
                  <a:alpha val="2822"/>
                </a:srgbClr>
              </a:gs>
              <a:gs pos="100000">
                <a:srgbClr val="767676">
                  <a:alpha val="170"/>
                </a:srgbClr>
              </a:gs>
            </a:gsLst>
            <a:lin ang="20160065" scaled="0"/>
          </a:gradFill>
          <a:ln w="0">
            <a:noFill/>
            <a:prstDash val="solid"/>
          </a:ln>
        </p:spPr>
      </p:sp>
      <p:sp>
        <p:nvSpPr>
          <p:cNvPr id="878" name="PANEL_A-intermittent-gas-wisp-8-feather-2_230">
            <a:extLst>
              <a:ext uri="{FF2B5EF4-FFF2-40B4-BE49-F238E27FC236}">
                <a16:creationId xmlns:a16="http://schemas.microsoft.com/office/drawing/2014/main" id="{4899573F-3963-4B84-83C4-3426C9FC3C86}"/>
              </a:ext>
            </a:extLst>
          </p:cNvPr>
          <p:cNvSpPr>
            <a:spLocks/>
          </p:cNvSpPr>
          <p:nvPr/>
        </p:nvSpPr>
        <p:spPr>
          <a:xfrm>
            <a:off x="13694895" y="915675"/>
            <a:ext cx="175380" cy="91801"/>
          </a:xfrm>
          <a:custGeom>
            <a:pathLst>
              <a:path w="184126" h="96379">
                <a:moveTo>
                  <a:pt x="2722" y="88013"/>
                </a:moveTo>
                <a:cubicBezTo>
                  <a:pt x="5444" y="89303"/>
                  <a:pt x="14604" y="95128"/>
                  <a:pt x="19055" y="95754"/>
                </a:cubicBezTo>
                <a:cubicBezTo>
                  <a:pt x="23506" y="96379"/>
                  <a:pt x="26370" y="93849"/>
                  <a:pt x="29430" y="91765"/>
                </a:cubicBezTo>
                <a:cubicBezTo>
                  <a:pt x="32489" y="89680"/>
                  <a:pt x="34317" y="85085"/>
                  <a:pt x="37412" y="83248"/>
                </a:cubicBezTo>
                <a:cubicBezTo>
                  <a:pt x="40507" y="81411"/>
                  <a:pt x="44113" y="80760"/>
                  <a:pt x="48001" y="80743"/>
                </a:cubicBezTo>
                <a:cubicBezTo>
                  <a:pt x="51890" y="80726"/>
                  <a:pt x="56728" y="82830"/>
                  <a:pt x="60744" y="83145"/>
                </a:cubicBezTo>
                <a:cubicBezTo>
                  <a:pt x="64759" y="83461"/>
                  <a:pt x="68334" y="82809"/>
                  <a:pt x="72096" y="82635"/>
                </a:cubicBezTo>
                <a:cubicBezTo>
                  <a:pt x="75857" y="82460"/>
                  <a:pt x="79228" y="81504"/>
                  <a:pt x="83314" y="82098"/>
                </a:cubicBezTo>
                <a:cubicBezTo>
                  <a:pt x="87399" y="82692"/>
                  <a:pt x="92448" y="85501"/>
                  <a:pt x="96608" y="86199"/>
                </a:cubicBezTo>
                <a:cubicBezTo>
                  <a:pt x="100768" y="86896"/>
                  <a:pt x="105141" y="88001"/>
                  <a:pt x="108274" y="86282"/>
                </a:cubicBezTo>
                <a:cubicBezTo>
                  <a:pt x="111408" y="84563"/>
                  <a:pt x="112998" y="79260"/>
                  <a:pt x="115410" y="75886"/>
                </a:cubicBezTo>
                <a:cubicBezTo>
                  <a:pt x="117822" y="72511"/>
                  <a:pt x="119599" y="67707"/>
                  <a:pt x="122744" y="66034"/>
                </a:cubicBezTo>
                <a:cubicBezTo>
                  <a:pt x="125890" y="64362"/>
                  <a:pt x="130368" y="65816"/>
                  <a:pt x="134282" y="65853"/>
                </a:cubicBezTo>
                <a:cubicBezTo>
                  <a:pt x="138196" y="65889"/>
                  <a:pt x="142823" y="67503"/>
                  <a:pt x="146228" y="66254"/>
                </a:cubicBezTo>
                <a:cubicBezTo>
                  <a:pt x="149634" y="65006"/>
                  <a:pt x="152128" y="61541"/>
                  <a:pt x="154713" y="58361"/>
                </a:cubicBezTo>
                <a:cubicBezTo>
                  <a:pt x="157298" y="55182"/>
                  <a:pt x="159333" y="50799"/>
                  <a:pt x="161738" y="47179"/>
                </a:cubicBezTo>
                <a:cubicBezTo>
                  <a:pt x="164143" y="43559"/>
                  <a:pt x="166834" y="40629"/>
                  <a:pt x="169144" y="36640"/>
                </a:cubicBezTo>
                <a:cubicBezTo>
                  <a:pt x="171453" y="32652"/>
                  <a:pt x="173503" y="27962"/>
                  <a:pt x="175594" y="23248"/>
                </a:cubicBezTo>
                <a:cubicBezTo>
                  <a:pt x="177685" y="18534"/>
                  <a:pt x="180673" y="10837"/>
                  <a:pt x="181688" y="8355"/>
                </a:cubicBezTo>
                <a:cubicBezTo>
                  <a:pt x="182704" y="5873"/>
                  <a:pt x="184126" y="9344"/>
                  <a:pt x="181688" y="8355"/>
                </a:cubicBezTo>
                <a:cubicBezTo>
                  <a:pt x="179251" y="7367"/>
                  <a:pt x="171663" y="3789"/>
                  <a:pt x="167065" y="2424"/>
                </a:cubicBezTo>
                <a:cubicBezTo>
                  <a:pt x="162468" y="1059"/>
                  <a:pt x="158028" y="0"/>
                  <a:pt x="154105" y="165"/>
                </a:cubicBezTo>
                <a:cubicBezTo>
                  <a:pt x="150182" y="329"/>
                  <a:pt x="146673" y="1438"/>
                  <a:pt x="143528" y="3412"/>
                </a:cubicBezTo>
                <a:cubicBezTo>
                  <a:pt x="140383" y="5386"/>
                  <a:pt x="138003" y="9129"/>
                  <a:pt x="135234" y="12007"/>
                </a:cubicBezTo>
                <a:cubicBezTo>
                  <a:pt x="132466" y="14884"/>
                  <a:pt x="130001" y="18545"/>
                  <a:pt x="126917" y="20676"/>
                </a:cubicBezTo>
                <a:cubicBezTo>
                  <a:pt x="123833" y="22808"/>
                  <a:pt x="120373" y="24051"/>
                  <a:pt x="116730" y="24795"/>
                </a:cubicBezTo>
                <a:cubicBezTo>
                  <a:pt x="113088" y="25540"/>
                  <a:pt x="108999" y="25126"/>
                  <a:pt x="105062" y="25144"/>
                </a:cubicBezTo>
                <a:cubicBezTo>
                  <a:pt x="101125" y="25162"/>
                  <a:pt x="97153" y="25079"/>
                  <a:pt x="93107" y="24904"/>
                </a:cubicBezTo>
                <a:cubicBezTo>
                  <a:pt x="89062" y="24729"/>
                  <a:pt x="85092" y="24808"/>
                  <a:pt x="80789" y="24094"/>
                </a:cubicBezTo>
                <a:cubicBezTo>
                  <a:pt x="76487" y="23379"/>
                  <a:pt x="71853" y="21937"/>
                  <a:pt x="67292" y="20618"/>
                </a:cubicBezTo>
                <a:cubicBezTo>
                  <a:pt x="62731" y="19298"/>
                  <a:pt x="57645" y="16756"/>
                  <a:pt x="53423" y="16179"/>
                </a:cubicBezTo>
                <a:cubicBezTo>
                  <a:pt x="49201" y="15602"/>
                  <a:pt x="45057" y="15245"/>
                  <a:pt x="41961" y="17155"/>
                </a:cubicBezTo>
                <a:cubicBezTo>
                  <a:pt x="38864" y="19064"/>
                  <a:pt x="36723" y="23136"/>
                  <a:pt x="34844" y="27638"/>
                </a:cubicBezTo>
                <a:cubicBezTo>
                  <a:pt x="32966" y="32140"/>
                  <a:pt x="32156" y="38847"/>
                  <a:pt x="30691" y="44165"/>
                </a:cubicBezTo>
                <a:cubicBezTo>
                  <a:pt x="29226" y="49484"/>
                  <a:pt x="27984" y="55171"/>
                  <a:pt x="26055" y="59549"/>
                </a:cubicBezTo>
                <a:cubicBezTo>
                  <a:pt x="24126" y="63926"/>
                  <a:pt x="21659" y="67225"/>
                  <a:pt x="19117" y="70430"/>
                </a:cubicBezTo>
                <a:cubicBezTo>
                  <a:pt x="16575" y="73636"/>
                  <a:pt x="13537" y="75853"/>
                  <a:pt x="10805" y="78784"/>
                </a:cubicBezTo>
                <a:cubicBezTo>
                  <a:pt x="8072" y="81714"/>
                  <a:pt x="4069" y="86475"/>
                  <a:pt x="2722" y="88013"/>
                </a:cubicBezTo>
                <a:cubicBezTo>
                  <a:pt x="1375" y="89551"/>
                  <a:pt x="0" y="86723"/>
                  <a:pt x="2722" y="88013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94"/>
                </a:srgbClr>
              </a:gs>
              <a:gs pos="18000">
                <a:srgbClr val="767676">
                  <a:alpha val="2994"/>
                </a:srgbClr>
              </a:gs>
              <a:gs pos="48000">
                <a:srgbClr val="767676">
                  <a:alpha val="4828"/>
                </a:srgbClr>
              </a:gs>
              <a:gs pos="78000">
                <a:srgbClr val="767676">
                  <a:alpha val="3621"/>
                </a:srgbClr>
              </a:gs>
              <a:gs pos="100000">
                <a:srgbClr val="767676">
                  <a:alpha val="218"/>
                </a:srgbClr>
              </a:gs>
            </a:gsLst>
            <a:lin ang="20160065" scaled="0"/>
          </a:gradFill>
          <a:ln w="0">
            <a:noFill/>
            <a:prstDash val="solid"/>
          </a:ln>
        </p:spPr>
      </p:sp>
      <p:sp>
        <p:nvSpPr>
          <p:cNvPr id="879" name="PANEL_A-intermittent-gas-wisp-28-feather-0_231">
            <a:extLst>
              <a:ext uri="{FF2B5EF4-FFF2-40B4-BE49-F238E27FC236}">
                <a16:creationId xmlns:a16="http://schemas.microsoft.com/office/drawing/2014/main" id="{7278C72B-E236-43A0-A92B-EDD32904EC31}"/>
              </a:ext>
            </a:extLst>
          </p:cNvPr>
          <p:cNvSpPr>
            <a:spLocks/>
          </p:cNvSpPr>
          <p:nvPr/>
        </p:nvSpPr>
        <p:spPr>
          <a:xfrm>
            <a:off x="13529992" y="628541"/>
            <a:ext cx="149056" cy="95802"/>
          </a:xfrm>
          <a:custGeom>
            <a:pathLst>
              <a:path w="156490" h="100579">
                <a:moveTo>
                  <a:pt x="2304" y="85989"/>
                </a:moveTo>
                <a:cubicBezTo>
                  <a:pt x="4608" y="87324"/>
                  <a:pt x="12410" y="93219"/>
                  <a:pt x="16128" y="94000"/>
                </a:cubicBezTo>
                <a:cubicBezTo>
                  <a:pt x="19846" y="94782"/>
                  <a:pt x="21957" y="92141"/>
                  <a:pt x="24613" y="90678"/>
                </a:cubicBezTo>
                <a:cubicBezTo>
                  <a:pt x="27268" y="89214"/>
                  <a:pt x="28839" y="85477"/>
                  <a:pt x="32063" y="85219"/>
                </a:cubicBezTo>
                <a:cubicBezTo>
                  <a:pt x="35287" y="84961"/>
                  <a:pt x="39565" y="86963"/>
                  <a:pt x="43958" y="89129"/>
                </a:cubicBezTo>
                <a:cubicBezTo>
                  <a:pt x="48352" y="91295"/>
                  <a:pt x="54150" y="96319"/>
                  <a:pt x="58422" y="98214"/>
                </a:cubicBezTo>
                <a:cubicBezTo>
                  <a:pt x="62695" y="100109"/>
                  <a:pt x="66184" y="100423"/>
                  <a:pt x="69595" y="100501"/>
                </a:cubicBezTo>
                <a:cubicBezTo>
                  <a:pt x="73006" y="100579"/>
                  <a:pt x="75512" y="98786"/>
                  <a:pt x="78890" y="98684"/>
                </a:cubicBezTo>
                <a:cubicBezTo>
                  <a:pt x="82268" y="98582"/>
                  <a:pt x="86584" y="100248"/>
                  <a:pt x="89864" y="99890"/>
                </a:cubicBezTo>
                <a:cubicBezTo>
                  <a:pt x="93145" y="99533"/>
                  <a:pt x="96461" y="99406"/>
                  <a:pt x="98576" y="96539"/>
                </a:cubicBezTo>
                <a:cubicBezTo>
                  <a:pt x="100690" y="93673"/>
                  <a:pt x="100976" y="86790"/>
                  <a:pt x="102551" y="82691"/>
                </a:cubicBezTo>
                <a:cubicBezTo>
                  <a:pt x="104126" y="78592"/>
                  <a:pt x="105256" y="73376"/>
                  <a:pt x="108027" y="71944"/>
                </a:cubicBezTo>
                <a:cubicBezTo>
                  <a:pt x="110798" y="70512"/>
                  <a:pt x="115427" y="73338"/>
                  <a:pt x="119176" y="74099"/>
                </a:cubicBezTo>
                <a:cubicBezTo>
                  <a:pt x="122926" y="74861"/>
                  <a:pt x="127592" y="77548"/>
                  <a:pt x="130523" y="76514"/>
                </a:cubicBezTo>
                <a:cubicBezTo>
                  <a:pt x="133453" y="75480"/>
                  <a:pt x="134979" y="71505"/>
                  <a:pt x="136756" y="67896"/>
                </a:cubicBezTo>
                <a:cubicBezTo>
                  <a:pt x="138534" y="64287"/>
                  <a:pt x="139582" y="58915"/>
                  <a:pt x="141189" y="54862"/>
                </a:cubicBezTo>
                <a:cubicBezTo>
                  <a:pt x="142795" y="50809"/>
                  <a:pt x="144811" y="47679"/>
                  <a:pt x="146395" y="43579"/>
                </a:cubicBezTo>
                <a:cubicBezTo>
                  <a:pt x="147980" y="39479"/>
                  <a:pt x="149383" y="34956"/>
                  <a:pt x="150696" y="30262"/>
                </a:cubicBezTo>
                <a:cubicBezTo>
                  <a:pt x="152009" y="25568"/>
                  <a:pt x="153675" y="17890"/>
                  <a:pt x="154271" y="15416"/>
                </a:cubicBezTo>
                <a:cubicBezTo>
                  <a:pt x="154867" y="12942"/>
                  <a:pt x="156490" y="16696"/>
                  <a:pt x="154271" y="15416"/>
                </a:cubicBezTo>
                <a:cubicBezTo>
                  <a:pt x="152053" y="14136"/>
                  <a:pt x="145310" y="10013"/>
                  <a:pt x="140961" y="7735"/>
                </a:cubicBezTo>
                <a:cubicBezTo>
                  <a:pt x="136612" y="5457"/>
                  <a:pt x="132104" y="2917"/>
                  <a:pt x="128178" y="1748"/>
                </a:cubicBezTo>
                <a:cubicBezTo>
                  <a:pt x="124252" y="580"/>
                  <a:pt x="120543" y="0"/>
                  <a:pt x="117402" y="725"/>
                </a:cubicBezTo>
                <a:cubicBezTo>
                  <a:pt x="114262" y="1450"/>
                  <a:pt x="111862" y="4002"/>
                  <a:pt x="109336" y="6098"/>
                </a:cubicBezTo>
                <a:cubicBezTo>
                  <a:pt x="106809" y="8193"/>
                  <a:pt x="104809" y="11264"/>
                  <a:pt x="102244" y="13297"/>
                </a:cubicBezTo>
                <a:cubicBezTo>
                  <a:pt x="99678" y="15331"/>
                  <a:pt x="96780" y="16857"/>
                  <a:pt x="93942" y="18297"/>
                </a:cubicBezTo>
                <a:cubicBezTo>
                  <a:pt x="91104" y="19737"/>
                  <a:pt x="88087" y="20529"/>
                  <a:pt x="85216" y="21935"/>
                </a:cubicBezTo>
                <a:cubicBezTo>
                  <a:pt x="82346" y="23341"/>
                  <a:pt x="79645" y="25325"/>
                  <a:pt x="76718" y="26732"/>
                </a:cubicBezTo>
                <a:cubicBezTo>
                  <a:pt x="73790" y="28139"/>
                  <a:pt x="71102" y="30128"/>
                  <a:pt x="67653" y="30375"/>
                </a:cubicBezTo>
                <a:cubicBezTo>
                  <a:pt x="64203" y="30621"/>
                  <a:pt x="60290" y="29689"/>
                  <a:pt x="56018" y="28210"/>
                </a:cubicBezTo>
                <a:cubicBezTo>
                  <a:pt x="51747" y="26732"/>
                  <a:pt x="46364" y="23180"/>
                  <a:pt x="42024" y="21503"/>
                </a:cubicBezTo>
                <a:cubicBezTo>
                  <a:pt x="37684" y="19825"/>
                  <a:pt x="33162" y="17601"/>
                  <a:pt x="29976" y="18148"/>
                </a:cubicBezTo>
                <a:cubicBezTo>
                  <a:pt x="26791" y="18694"/>
                  <a:pt x="24621" y="21269"/>
                  <a:pt x="22909" y="24780"/>
                </a:cubicBezTo>
                <a:cubicBezTo>
                  <a:pt x="21198" y="28291"/>
                  <a:pt x="20721" y="34349"/>
                  <a:pt x="19708" y="39215"/>
                </a:cubicBezTo>
                <a:cubicBezTo>
                  <a:pt x="18696" y="44082"/>
                  <a:pt x="18090" y="49634"/>
                  <a:pt x="16835" y="53979"/>
                </a:cubicBezTo>
                <a:cubicBezTo>
                  <a:pt x="15579" y="58324"/>
                  <a:pt x="13863" y="61803"/>
                  <a:pt x="12176" y="65284"/>
                </a:cubicBezTo>
                <a:cubicBezTo>
                  <a:pt x="10488" y="68765"/>
                  <a:pt x="8357" y="71413"/>
                  <a:pt x="6712" y="74864"/>
                </a:cubicBezTo>
                <a:cubicBezTo>
                  <a:pt x="5067" y="78315"/>
                  <a:pt x="3039" y="84135"/>
                  <a:pt x="2304" y="85989"/>
                </a:cubicBezTo>
                <a:cubicBezTo>
                  <a:pt x="1569" y="87843"/>
                  <a:pt x="0" y="84654"/>
                  <a:pt x="2304" y="85989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68"/>
                </a:srgbClr>
              </a:gs>
              <a:gs pos="18000">
                <a:srgbClr val="919191">
                  <a:alpha val="1049"/>
                </a:srgbClr>
              </a:gs>
              <a:gs pos="48000">
                <a:srgbClr val="919191">
                  <a:alpha val="1693"/>
                </a:srgbClr>
              </a:gs>
              <a:gs pos="78000">
                <a:srgbClr val="919191">
                  <a:alpha val="1270"/>
                </a:srgbClr>
              </a:gs>
              <a:gs pos="100000">
                <a:srgbClr val="919191">
                  <a:alpha val="76"/>
                </a:srgbClr>
              </a:gs>
            </a:gsLst>
            <a:lin ang="20104755" scaled="0"/>
          </a:gradFill>
          <a:ln w="0">
            <a:noFill/>
            <a:prstDash val="solid"/>
          </a:ln>
        </p:spPr>
      </p:sp>
      <p:sp>
        <p:nvSpPr>
          <p:cNvPr id="880" name="PANEL_A-intermittent-gas-wisp-28-feather-1_232">
            <a:extLst>
              <a:ext uri="{FF2B5EF4-FFF2-40B4-BE49-F238E27FC236}">
                <a16:creationId xmlns:a16="http://schemas.microsoft.com/office/drawing/2014/main" id="{90513CE6-EB0D-4CDE-AB2B-73A94024E022}"/>
              </a:ext>
            </a:extLst>
          </p:cNvPr>
          <p:cNvSpPr>
            <a:spLocks/>
          </p:cNvSpPr>
          <p:nvPr/>
        </p:nvSpPr>
        <p:spPr>
          <a:xfrm>
            <a:off x="13530195" y="633690"/>
            <a:ext cx="148709" cy="82176"/>
          </a:xfrm>
          <a:custGeom>
            <a:pathLst>
              <a:path w="156125" h="86274">
                <a:moveTo>
                  <a:pt x="2091" y="80584"/>
                </a:moveTo>
                <a:cubicBezTo>
                  <a:pt x="4183" y="81487"/>
                  <a:pt x="11172" y="85732"/>
                  <a:pt x="14640" y="86003"/>
                </a:cubicBezTo>
                <a:cubicBezTo>
                  <a:pt x="18108" y="86274"/>
                  <a:pt x="20292" y="83775"/>
                  <a:pt x="22900" y="82210"/>
                </a:cubicBezTo>
                <a:cubicBezTo>
                  <a:pt x="25509" y="80645"/>
                  <a:pt x="27248" y="77250"/>
                  <a:pt x="30290" y="76613"/>
                </a:cubicBezTo>
                <a:cubicBezTo>
                  <a:pt x="33332" y="75975"/>
                  <a:pt x="37176" y="77085"/>
                  <a:pt x="41152" y="78384"/>
                </a:cubicBezTo>
                <a:cubicBezTo>
                  <a:pt x="45128" y="79683"/>
                  <a:pt x="50215" y="83228"/>
                  <a:pt x="54147" y="84407"/>
                </a:cubicBezTo>
                <a:cubicBezTo>
                  <a:pt x="58079" y="85585"/>
                  <a:pt x="61424" y="85584"/>
                  <a:pt x="64743" y="85452"/>
                </a:cubicBezTo>
                <a:cubicBezTo>
                  <a:pt x="68062" y="85320"/>
                  <a:pt x="70709" y="83800"/>
                  <a:pt x="74061" y="83614"/>
                </a:cubicBezTo>
                <a:cubicBezTo>
                  <a:pt x="77414" y="83428"/>
                  <a:pt x="81554" y="84675"/>
                  <a:pt x="84859" y="84334"/>
                </a:cubicBezTo>
                <a:cubicBezTo>
                  <a:pt x="88164" y="83993"/>
                  <a:pt x="91504" y="83880"/>
                  <a:pt x="93892" y="81567"/>
                </a:cubicBezTo>
                <a:cubicBezTo>
                  <a:pt x="96280" y="79254"/>
                  <a:pt x="97250" y="73805"/>
                  <a:pt x="99186" y="70457"/>
                </a:cubicBezTo>
                <a:cubicBezTo>
                  <a:pt x="101122" y="67109"/>
                  <a:pt x="102698" y="62851"/>
                  <a:pt x="105507" y="61481"/>
                </a:cubicBezTo>
                <a:cubicBezTo>
                  <a:pt x="108317" y="60111"/>
                  <a:pt x="112523" y="62002"/>
                  <a:pt x="116043" y="62234"/>
                </a:cubicBezTo>
                <a:cubicBezTo>
                  <a:pt x="119563" y="62466"/>
                  <a:pt x="123781" y="64119"/>
                  <a:pt x="126626" y="62873"/>
                </a:cubicBezTo>
                <a:cubicBezTo>
                  <a:pt x="129471" y="61627"/>
                  <a:pt x="131179" y="58036"/>
                  <a:pt x="133114" y="54760"/>
                </a:cubicBezTo>
                <a:cubicBezTo>
                  <a:pt x="135049" y="51484"/>
                  <a:pt x="136414" y="46802"/>
                  <a:pt x="138235" y="43216"/>
                </a:cubicBezTo>
                <a:cubicBezTo>
                  <a:pt x="140055" y="39631"/>
                  <a:pt x="142201" y="36783"/>
                  <a:pt x="144038" y="33249"/>
                </a:cubicBezTo>
                <a:cubicBezTo>
                  <a:pt x="145874" y="29714"/>
                  <a:pt x="147583" y="25883"/>
                  <a:pt x="149253" y="22010"/>
                </a:cubicBezTo>
                <a:cubicBezTo>
                  <a:pt x="150923" y="18137"/>
                  <a:pt x="153258" y="12010"/>
                  <a:pt x="154059" y="10010"/>
                </a:cubicBezTo>
                <a:cubicBezTo>
                  <a:pt x="154860" y="8011"/>
                  <a:pt x="156125" y="10939"/>
                  <a:pt x="154059" y="10010"/>
                </a:cubicBezTo>
                <a:cubicBezTo>
                  <a:pt x="151992" y="9082"/>
                  <a:pt x="145698" y="6004"/>
                  <a:pt x="141660" y="4439"/>
                </a:cubicBezTo>
                <a:cubicBezTo>
                  <a:pt x="137621" y="2874"/>
                  <a:pt x="133492" y="1196"/>
                  <a:pt x="129829" y="621"/>
                </a:cubicBezTo>
                <a:cubicBezTo>
                  <a:pt x="126165" y="46"/>
                  <a:pt x="122698" y="0"/>
                  <a:pt x="119681" y="989"/>
                </a:cubicBezTo>
                <a:cubicBezTo>
                  <a:pt x="116664" y="1979"/>
                  <a:pt x="114245" y="4462"/>
                  <a:pt x="111726" y="6557"/>
                </a:cubicBezTo>
                <a:cubicBezTo>
                  <a:pt x="109207" y="8653"/>
                  <a:pt x="107129" y="11538"/>
                  <a:pt x="104568" y="13564"/>
                </a:cubicBezTo>
                <a:cubicBezTo>
                  <a:pt x="102007" y="15589"/>
                  <a:pt x="99169" y="17224"/>
                  <a:pt x="96360" y="18709"/>
                </a:cubicBezTo>
                <a:cubicBezTo>
                  <a:pt x="93551" y="20194"/>
                  <a:pt x="90603" y="21124"/>
                  <a:pt x="87715" y="22474"/>
                </a:cubicBezTo>
                <a:cubicBezTo>
                  <a:pt x="84828" y="23824"/>
                  <a:pt x="82027" y="25561"/>
                  <a:pt x="79036" y="26809"/>
                </a:cubicBezTo>
                <a:cubicBezTo>
                  <a:pt x="76046" y="28056"/>
                  <a:pt x="73202" y="29690"/>
                  <a:pt x="69772" y="29959"/>
                </a:cubicBezTo>
                <a:cubicBezTo>
                  <a:pt x="66343" y="30228"/>
                  <a:pt x="62537" y="29515"/>
                  <a:pt x="58459" y="28424"/>
                </a:cubicBezTo>
                <a:cubicBezTo>
                  <a:pt x="54382" y="27333"/>
                  <a:pt x="49409" y="24614"/>
                  <a:pt x="45306" y="23412"/>
                </a:cubicBezTo>
                <a:cubicBezTo>
                  <a:pt x="41203" y="22211"/>
                  <a:pt x="36984" y="20597"/>
                  <a:pt x="33841" y="21217"/>
                </a:cubicBezTo>
                <a:cubicBezTo>
                  <a:pt x="30698" y="21836"/>
                  <a:pt x="28380" y="24089"/>
                  <a:pt x="26446" y="27128"/>
                </a:cubicBezTo>
                <a:cubicBezTo>
                  <a:pt x="24512" y="30167"/>
                  <a:pt x="23576" y="35265"/>
                  <a:pt x="22237" y="39451"/>
                </a:cubicBezTo>
                <a:cubicBezTo>
                  <a:pt x="20897" y="43637"/>
                  <a:pt x="19918" y="48420"/>
                  <a:pt x="18412" y="52245"/>
                </a:cubicBezTo>
                <a:cubicBezTo>
                  <a:pt x="16906" y="56070"/>
                  <a:pt x="15052" y="59264"/>
                  <a:pt x="13200" y="62403"/>
                </a:cubicBezTo>
                <a:cubicBezTo>
                  <a:pt x="11347" y="65542"/>
                  <a:pt x="9147" y="68047"/>
                  <a:pt x="7296" y="71077"/>
                </a:cubicBezTo>
                <a:cubicBezTo>
                  <a:pt x="5445" y="74107"/>
                  <a:pt x="2959" y="78999"/>
                  <a:pt x="2091" y="80584"/>
                </a:cubicBezTo>
                <a:cubicBezTo>
                  <a:pt x="1224" y="82168"/>
                  <a:pt x="0" y="79680"/>
                  <a:pt x="2091" y="80584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90"/>
                </a:srgbClr>
              </a:gs>
              <a:gs pos="18000">
                <a:srgbClr val="767676">
                  <a:alpha val="1399"/>
                </a:srgbClr>
              </a:gs>
              <a:gs pos="48000">
                <a:srgbClr val="767676">
                  <a:alpha val="2258"/>
                </a:srgbClr>
              </a:gs>
              <a:gs pos="78000">
                <a:srgbClr val="767676">
                  <a:alpha val="1693"/>
                </a:srgbClr>
              </a:gs>
              <a:gs pos="100000">
                <a:srgbClr val="767676">
                  <a:alpha val="102"/>
                </a:srgbClr>
              </a:gs>
            </a:gsLst>
            <a:lin ang="20104755" scaled="0"/>
          </a:gradFill>
          <a:ln w="0">
            <a:noFill/>
            <a:prstDash val="solid"/>
          </a:ln>
        </p:spPr>
      </p:sp>
      <p:sp>
        <p:nvSpPr>
          <p:cNvPr id="881" name="PANEL_A-intermittent-gas-wisp-28-feather-2_233">
            <a:extLst>
              <a:ext uri="{FF2B5EF4-FFF2-40B4-BE49-F238E27FC236}">
                <a16:creationId xmlns:a16="http://schemas.microsoft.com/office/drawing/2014/main" id="{18040CC1-D0D1-4EA6-BDE5-8FEAC7DC9EE6}"/>
              </a:ext>
            </a:extLst>
          </p:cNvPr>
          <p:cNvSpPr>
            <a:spLocks/>
          </p:cNvSpPr>
          <p:nvPr/>
        </p:nvSpPr>
        <p:spPr>
          <a:xfrm>
            <a:off x="13530415" y="638657"/>
            <a:ext cx="148330" cy="74530"/>
          </a:xfrm>
          <a:custGeom>
            <a:pathLst>
              <a:path w="155728" h="78246">
                <a:moveTo>
                  <a:pt x="1860" y="75368"/>
                </a:moveTo>
                <a:cubicBezTo>
                  <a:pt x="3719" y="75800"/>
                  <a:pt x="9822" y="78246"/>
                  <a:pt x="13017" y="77961"/>
                </a:cubicBezTo>
                <a:cubicBezTo>
                  <a:pt x="16213" y="77675"/>
                  <a:pt x="18476" y="75330"/>
                  <a:pt x="21033" y="73655"/>
                </a:cubicBezTo>
                <a:cubicBezTo>
                  <a:pt x="23589" y="71979"/>
                  <a:pt x="25513" y="68957"/>
                  <a:pt x="28356" y="67905"/>
                </a:cubicBezTo>
                <a:cubicBezTo>
                  <a:pt x="31199" y="66854"/>
                  <a:pt x="34569" y="66990"/>
                  <a:pt x="38090" y="67344"/>
                </a:cubicBezTo>
                <a:cubicBezTo>
                  <a:pt x="41611" y="67697"/>
                  <a:pt x="45922" y="69630"/>
                  <a:pt x="49482" y="70025"/>
                </a:cubicBezTo>
                <a:cubicBezTo>
                  <a:pt x="53042" y="70421"/>
                  <a:pt x="56232" y="70079"/>
                  <a:pt x="59450" y="69717"/>
                </a:cubicBezTo>
                <a:cubicBezTo>
                  <a:pt x="62669" y="69355"/>
                  <a:pt x="65469" y="68134"/>
                  <a:pt x="68794" y="67856"/>
                </a:cubicBezTo>
                <a:cubicBezTo>
                  <a:pt x="72118" y="67577"/>
                  <a:pt x="76067" y="68369"/>
                  <a:pt x="79399" y="68046"/>
                </a:cubicBezTo>
                <a:cubicBezTo>
                  <a:pt x="82730" y="67723"/>
                  <a:pt x="86097" y="67625"/>
                  <a:pt x="88783" y="65916"/>
                </a:cubicBezTo>
                <a:cubicBezTo>
                  <a:pt x="91469" y="64207"/>
                  <a:pt x="93186" y="60320"/>
                  <a:pt x="95515" y="57792"/>
                </a:cubicBezTo>
                <a:cubicBezTo>
                  <a:pt x="97845" y="55264"/>
                  <a:pt x="99907" y="52052"/>
                  <a:pt x="102759" y="50748"/>
                </a:cubicBezTo>
                <a:cubicBezTo>
                  <a:pt x="105611" y="49445"/>
                  <a:pt x="109355" y="50318"/>
                  <a:pt x="112624" y="49972"/>
                </a:cubicBezTo>
                <a:cubicBezTo>
                  <a:pt x="115894" y="49627"/>
                  <a:pt x="119622" y="50150"/>
                  <a:pt x="122375" y="48673"/>
                </a:cubicBezTo>
                <a:cubicBezTo>
                  <a:pt x="125127" y="47196"/>
                  <a:pt x="127034" y="44025"/>
                  <a:pt x="129140" y="41112"/>
                </a:cubicBezTo>
                <a:cubicBezTo>
                  <a:pt x="131246" y="38199"/>
                  <a:pt x="132957" y="34269"/>
                  <a:pt x="135012" y="31194"/>
                </a:cubicBezTo>
                <a:cubicBezTo>
                  <a:pt x="137066" y="28118"/>
                  <a:pt x="139355" y="25578"/>
                  <a:pt x="141466" y="22661"/>
                </a:cubicBezTo>
                <a:cubicBezTo>
                  <a:pt x="143578" y="19744"/>
                  <a:pt x="145619" y="16667"/>
                  <a:pt x="147679" y="13690"/>
                </a:cubicBezTo>
                <a:cubicBezTo>
                  <a:pt x="149740" y="10712"/>
                  <a:pt x="152802" y="6278"/>
                  <a:pt x="153827" y="4795"/>
                </a:cubicBezTo>
                <a:cubicBezTo>
                  <a:pt x="154851" y="3313"/>
                  <a:pt x="155728" y="5340"/>
                  <a:pt x="153827" y="4795"/>
                </a:cubicBezTo>
                <a:cubicBezTo>
                  <a:pt x="151926" y="4250"/>
                  <a:pt x="146122" y="2312"/>
                  <a:pt x="142423" y="1525"/>
                </a:cubicBezTo>
                <a:cubicBezTo>
                  <a:pt x="138723" y="738"/>
                  <a:pt x="135005" y="0"/>
                  <a:pt x="131629" y="72"/>
                </a:cubicBezTo>
                <a:cubicBezTo>
                  <a:pt x="128253" y="145"/>
                  <a:pt x="125050" y="682"/>
                  <a:pt x="122167" y="1960"/>
                </a:cubicBezTo>
                <a:cubicBezTo>
                  <a:pt x="119284" y="3238"/>
                  <a:pt x="116844" y="5645"/>
                  <a:pt x="114333" y="7741"/>
                </a:cubicBezTo>
                <a:cubicBezTo>
                  <a:pt x="111823" y="9837"/>
                  <a:pt x="109660" y="12519"/>
                  <a:pt x="107104" y="14536"/>
                </a:cubicBezTo>
                <a:cubicBezTo>
                  <a:pt x="104548" y="16552"/>
                  <a:pt x="101775" y="18305"/>
                  <a:pt x="98998" y="19839"/>
                </a:cubicBezTo>
                <a:cubicBezTo>
                  <a:pt x="96221" y="21374"/>
                  <a:pt x="93347" y="22454"/>
                  <a:pt x="90441" y="23744"/>
                </a:cubicBezTo>
                <a:cubicBezTo>
                  <a:pt x="87536" y="25033"/>
                  <a:pt x="84625" y="26501"/>
                  <a:pt x="81565" y="27574"/>
                </a:cubicBezTo>
                <a:cubicBezTo>
                  <a:pt x="78506" y="28648"/>
                  <a:pt x="75492" y="29893"/>
                  <a:pt x="72084" y="30187"/>
                </a:cubicBezTo>
                <a:cubicBezTo>
                  <a:pt x="68677" y="30481"/>
                  <a:pt x="64988" y="30007"/>
                  <a:pt x="61122" y="29339"/>
                </a:cubicBezTo>
                <a:cubicBezTo>
                  <a:pt x="57256" y="28671"/>
                  <a:pt x="52730" y="26860"/>
                  <a:pt x="48886" y="26178"/>
                </a:cubicBezTo>
                <a:cubicBezTo>
                  <a:pt x="45042" y="25496"/>
                  <a:pt x="41153" y="24547"/>
                  <a:pt x="38056" y="25246"/>
                </a:cubicBezTo>
                <a:cubicBezTo>
                  <a:pt x="34960" y="25945"/>
                  <a:pt x="32482" y="27847"/>
                  <a:pt x="30305" y="30371"/>
                </a:cubicBezTo>
                <a:cubicBezTo>
                  <a:pt x="28128" y="32895"/>
                  <a:pt x="26690" y="36946"/>
                  <a:pt x="24995" y="40390"/>
                </a:cubicBezTo>
                <a:cubicBezTo>
                  <a:pt x="23299" y="43834"/>
                  <a:pt x="21913" y="47777"/>
                  <a:pt x="20133" y="51036"/>
                </a:cubicBezTo>
                <a:cubicBezTo>
                  <a:pt x="18353" y="54294"/>
                  <a:pt x="16350" y="57177"/>
                  <a:pt x="14317" y="59942"/>
                </a:cubicBezTo>
                <a:cubicBezTo>
                  <a:pt x="12283" y="62707"/>
                  <a:pt x="10009" y="65056"/>
                  <a:pt x="7933" y="67627"/>
                </a:cubicBezTo>
                <a:cubicBezTo>
                  <a:pt x="5857" y="70198"/>
                  <a:pt x="2872" y="74078"/>
                  <a:pt x="1860" y="75368"/>
                </a:cubicBezTo>
                <a:cubicBezTo>
                  <a:pt x="847" y="76658"/>
                  <a:pt x="0" y="74936"/>
                  <a:pt x="1860" y="75368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16"/>
                </a:srgbClr>
              </a:gs>
              <a:gs pos="18000">
                <a:srgbClr val="767676">
                  <a:alpha val="1795"/>
                </a:srgbClr>
              </a:gs>
              <a:gs pos="48000">
                <a:srgbClr val="767676">
                  <a:alpha val="2897"/>
                </a:srgbClr>
              </a:gs>
              <a:gs pos="78000">
                <a:srgbClr val="767676">
                  <a:alpha val="2173"/>
                </a:srgbClr>
              </a:gs>
              <a:gs pos="100000">
                <a:srgbClr val="767676">
                  <a:alpha val="131"/>
                </a:srgbClr>
              </a:gs>
            </a:gsLst>
            <a:lin ang="20104755" scaled="0"/>
          </a:gradFill>
          <a:ln w="0">
            <a:noFill/>
            <a:prstDash val="solid"/>
          </a:ln>
        </p:spPr>
      </p:sp>
      <p:sp>
        <p:nvSpPr>
          <p:cNvPr id="882" name="PANEL_A-intermittent-gas-core-9-feather-0_234">
            <a:extLst>
              <a:ext uri="{FF2B5EF4-FFF2-40B4-BE49-F238E27FC236}">
                <a16:creationId xmlns:a16="http://schemas.microsoft.com/office/drawing/2014/main" id="{952187AE-CCEC-4B61-8572-4369B6782398}"/>
              </a:ext>
            </a:extLst>
          </p:cNvPr>
          <p:cNvSpPr>
            <a:spLocks/>
          </p:cNvSpPr>
          <p:nvPr/>
        </p:nvSpPr>
        <p:spPr>
          <a:xfrm>
            <a:off x="13903532" y="473956"/>
            <a:ext cx="293422" cy="439231"/>
          </a:xfrm>
          <a:custGeom>
            <a:pathLst>
              <a:path w="308055" h="461135">
                <a:moveTo>
                  <a:pt x="7328" y="295909"/>
                </a:moveTo>
                <a:cubicBezTo>
                  <a:pt x="14656" y="307152"/>
                  <a:pt x="38138" y="344670"/>
                  <a:pt x="51295" y="363363"/>
                </a:cubicBezTo>
                <a:cubicBezTo>
                  <a:pt x="64452" y="382056"/>
                  <a:pt x="76341" y="397670"/>
                  <a:pt x="86269" y="408068"/>
                </a:cubicBezTo>
                <a:cubicBezTo>
                  <a:pt x="96198" y="418466"/>
                  <a:pt x="102803" y="420179"/>
                  <a:pt x="110868" y="425752"/>
                </a:cubicBezTo>
                <a:cubicBezTo>
                  <a:pt x="118933" y="431324"/>
                  <a:pt x="127795" y="439095"/>
                  <a:pt x="134660" y="441504"/>
                </a:cubicBezTo>
                <a:cubicBezTo>
                  <a:pt x="141526" y="443913"/>
                  <a:pt x="148674" y="447183"/>
                  <a:pt x="152059" y="440204"/>
                </a:cubicBezTo>
                <a:cubicBezTo>
                  <a:pt x="155445" y="433226"/>
                  <a:pt x="153117" y="410815"/>
                  <a:pt x="154973" y="399635"/>
                </a:cubicBezTo>
                <a:cubicBezTo>
                  <a:pt x="156830" y="388454"/>
                  <a:pt x="156530" y="371260"/>
                  <a:pt x="163198" y="373121"/>
                </a:cubicBezTo>
                <a:cubicBezTo>
                  <a:pt x="169865" y="374983"/>
                  <a:pt x="183944" y="396982"/>
                  <a:pt x="194979" y="410802"/>
                </a:cubicBezTo>
                <a:cubicBezTo>
                  <a:pt x="206013" y="424622"/>
                  <a:pt x="221568" y="450947"/>
                  <a:pt x="229404" y="456041"/>
                </a:cubicBezTo>
                <a:cubicBezTo>
                  <a:pt x="237239" y="461135"/>
                  <a:pt x="239306" y="450461"/>
                  <a:pt x="241992" y="441366"/>
                </a:cubicBezTo>
                <a:cubicBezTo>
                  <a:pt x="244678" y="432271"/>
                  <a:pt x="242953" y="410960"/>
                  <a:pt x="245520" y="401471"/>
                </a:cubicBezTo>
                <a:cubicBezTo>
                  <a:pt x="248087" y="391983"/>
                  <a:pt x="253775" y="391080"/>
                  <a:pt x="257394" y="384434"/>
                </a:cubicBezTo>
                <a:cubicBezTo>
                  <a:pt x="261012" y="377789"/>
                  <a:pt x="265371" y="373184"/>
                  <a:pt x="267233" y="361598"/>
                </a:cubicBezTo>
                <a:cubicBezTo>
                  <a:pt x="269094" y="350012"/>
                  <a:pt x="266832" y="326918"/>
                  <a:pt x="268565" y="314919"/>
                </a:cubicBezTo>
                <a:cubicBezTo>
                  <a:pt x="270297" y="302920"/>
                  <a:pt x="272808" y="293042"/>
                  <a:pt x="277628" y="289604"/>
                </a:cubicBezTo>
                <a:cubicBezTo>
                  <a:pt x="282447" y="286166"/>
                  <a:pt x="292439" y="297135"/>
                  <a:pt x="297483" y="294289"/>
                </a:cubicBezTo>
                <a:cubicBezTo>
                  <a:pt x="302526" y="291443"/>
                  <a:pt x="308055" y="289909"/>
                  <a:pt x="307887" y="272528"/>
                </a:cubicBezTo>
                <a:cubicBezTo>
                  <a:pt x="307720" y="255147"/>
                  <a:pt x="298379" y="203757"/>
                  <a:pt x="296477" y="190003"/>
                </a:cubicBezTo>
                <a:cubicBezTo>
                  <a:pt x="294575" y="176248"/>
                  <a:pt x="301422" y="195337"/>
                  <a:pt x="296477" y="190003"/>
                </a:cubicBezTo>
                <a:cubicBezTo>
                  <a:pt x="291532" y="184668"/>
                  <a:pt x="275703" y="165900"/>
                  <a:pt x="266807" y="157998"/>
                </a:cubicBezTo>
                <a:cubicBezTo>
                  <a:pt x="257912" y="150096"/>
                  <a:pt x="250161" y="145366"/>
                  <a:pt x="243104" y="142593"/>
                </a:cubicBezTo>
                <a:cubicBezTo>
                  <a:pt x="236048" y="139819"/>
                  <a:pt x="230506" y="141276"/>
                  <a:pt x="224469" y="141359"/>
                </a:cubicBezTo>
                <a:cubicBezTo>
                  <a:pt x="218431" y="141442"/>
                  <a:pt x="214170" y="146478"/>
                  <a:pt x="206878" y="143092"/>
                </a:cubicBezTo>
                <a:cubicBezTo>
                  <a:pt x="199586" y="139707"/>
                  <a:pt x="191307" y="133556"/>
                  <a:pt x="180716" y="121046"/>
                </a:cubicBezTo>
                <a:cubicBezTo>
                  <a:pt x="170125" y="108535"/>
                  <a:pt x="155779" y="85600"/>
                  <a:pt x="143333" y="68029"/>
                </a:cubicBezTo>
                <a:cubicBezTo>
                  <a:pt x="130886" y="50459"/>
                  <a:pt x="116088" y="26455"/>
                  <a:pt x="106035" y="15622"/>
                </a:cubicBezTo>
                <a:cubicBezTo>
                  <a:pt x="95982" y="4789"/>
                  <a:pt x="88071" y="0"/>
                  <a:pt x="83015" y="3031"/>
                </a:cubicBezTo>
                <a:cubicBezTo>
                  <a:pt x="77960" y="6062"/>
                  <a:pt x="77300" y="21271"/>
                  <a:pt x="75701" y="33810"/>
                </a:cubicBezTo>
                <a:cubicBezTo>
                  <a:pt x="74102" y="46348"/>
                  <a:pt x="74669" y="64812"/>
                  <a:pt x="73423" y="78264"/>
                </a:cubicBezTo>
                <a:cubicBezTo>
                  <a:pt x="72178" y="91716"/>
                  <a:pt x="70098" y="102852"/>
                  <a:pt x="68228" y="114522"/>
                </a:cubicBezTo>
                <a:cubicBezTo>
                  <a:pt x="66358" y="126191"/>
                  <a:pt x="63819" y="136015"/>
                  <a:pt x="62201" y="148281"/>
                </a:cubicBezTo>
                <a:cubicBezTo>
                  <a:pt x="60584" y="160547"/>
                  <a:pt x="60141" y="175943"/>
                  <a:pt x="58524" y="188117"/>
                </a:cubicBezTo>
                <a:cubicBezTo>
                  <a:pt x="56906" y="200290"/>
                  <a:pt x="55978" y="214222"/>
                  <a:pt x="52498" y="221320"/>
                </a:cubicBezTo>
                <a:cubicBezTo>
                  <a:pt x="49018" y="228418"/>
                  <a:pt x="43496" y="229965"/>
                  <a:pt x="37643" y="230704"/>
                </a:cubicBezTo>
                <a:cubicBezTo>
                  <a:pt x="31790" y="231443"/>
                  <a:pt x="23061" y="224550"/>
                  <a:pt x="17381" y="225752"/>
                </a:cubicBezTo>
                <a:cubicBezTo>
                  <a:pt x="11702" y="226954"/>
                  <a:pt x="5243" y="226223"/>
                  <a:pt x="3567" y="237916"/>
                </a:cubicBezTo>
                <a:cubicBezTo>
                  <a:pt x="1892" y="249609"/>
                  <a:pt x="6701" y="286244"/>
                  <a:pt x="7328" y="295909"/>
                </a:cubicBezTo>
                <a:cubicBezTo>
                  <a:pt x="7955" y="305575"/>
                  <a:pt x="0" y="284667"/>
                  <a:pt x="7328" y="295909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33"/>
                </a:srgbClr>
              </a:gs>
              <a:gs pos="18000">
                <a:srgbClr val="919191">
                  <a:alpha val="2066"/>
                </a:srgbClr>
              </a:gs>
              <a:gs pos="48000">
                <a:srgbClr val="919191">
                  <a:alpha val="3332"/>
                </a:srgbClr>
              </a:gs>
              <a:gs pos="78000">
                <a:srgbClr val="919191">
                  <a:alpha val="2499"/>
                </a:srgbClr>
              </a:gs>
              <a:gs pos="100000">
                <a:srgbClr val="919191">
                  <a:alpha val="150"/>
                </a:srgbClr>
              </a:gs>
            </a:gsLst>
            <a:lin ang="20393012" scaled="0"/>
          </a:gradFill>
          <a:ln w="0">
            <a:noFill/>
            <a:prstDash val="solid"/>
          </a:ln>
        </p:spPr>
      </p:sp>
      <p:sp>
        <p:nvSpPr>
          <p:cNvPr id="883" name="PANEL_A-intermittent-gas-core-9-feather-1_235">
            <a:extLst>
              <a:ext uri="{FF2B5EF4-FFF2-40B4-BE49-F238E27FC236}">
                <a16:creationId xmlns:a16="http://schemas.microsoft.com/office/drawing/2014/main" id="{91C28C90-FDF5-4288-8E19-FF09027B228C}"/>
              </a:ext>
            </a:extLst>
          </p:cNvPr>
          <p:cNvSpPr>
            <a:spLocks/>
          </p:cNvSpPr>
          <p:nvPr/>
        </p:nvSpPr>
        <p:spPr>
          <a:xfrm>
            <a:off x="13904459" y="515577"/>
            <a:ext cx="288159" cy="352163"/>
          </a:xfrm>
          <a:custGeom>
            <a:pathLst>
              <a:path w="302529" h="369725">
                <a:moveTo>
                  <a:pt x="6354" y="252212"/>
                </a:moveTo>
                <a:cubicBezTo>
                  <a:pt x="12708" y="260896"/>
                  <a:pt x="32874" y="289726"/>
                  <a:pt x="44479" y="304312"/>
                </a:cubicBezTo>
                <a:cubicBezTo>
                  <a:pt x="56084" y="318898"/>
                  <a:pt x="66830" y="331426"/>
                  <a:pt x="75984" y="339726"/>
                </a:cubicBezTo>
                <a:cubicBezTo>
                  <a:pt x="85138" y="348026"/>
                  <a:pt x="91755" y="349707"/>
                  <a:pt x="99404" y="354111"/>
                </a:cubicBezTo>
                <a:cubicBezTo>
                  <a:pt x="107052" y="358516"/>
                  <a:pt x="115305" y="364595"/>
                  <a:pt x="121875" y="366154"/>
                </a:cubicBezTo>
                <a:cubicBezTo>
                  <a:pt x="128445" y="367713"/>
                  <a:pt x="135153" y="369725"/>
                  <a:pt x="138825" y="363464"/>
                </a:cubicBezTo>
                <a:cubicBezTo>
                  <a:pt x="142497" y="357203"/>
                  <a:pt x="141592" y="338580"/>
                  <a:pt x="143906" y="328589"/>
                </a:cubicBezTo>
                <a:cubicBezTo>
                  <a:pt x="146220" y="318598"/>
                  <a:pt x="146733" y="303591"/>
                  <a:pt x="152710" y="303516"/>
                </a:cubicBezTo>
                <a:cubicBezTo>
                  <a:pt x="158686" y="303441"/>
                  <a:pt x="170365" y="318856"/>
                  <a:pt x="179762" y="328141"/>
                </a:cubicBezTo>
                <a:cubicBezTo>
                  <a:pt x="189159" y="337426"/>
                  <a:pt x="202072" y="356427"/>
                  <a:pt x="209094" y="359225"/>
                </a:cubicBezTo>
                <a:cubicBezTo>
                  <a:pt x="216115" y="362022"/>
                  <a:pt x="218697" y="352681"/>
                  <a:pt x="221890" y="344926"/>
                </a:cubicBezTo>
                <a:cubicBezTo>
                  <a:pt x="225082" y="337172"/>
                  <a:pt x="224949" y="320200"/>
                  <a:pt x="228251" y="312696"/>
                </a:cubicBezTo>
                <a:cubicBezTo>
                  <a:pt x="231552" y="305191"/>
                  <a:pt x="237421" y="304753"/>
                  <a:pt x="241699" y="299901"/>
                </a:cubicBezTo>
                <a:cubicBezTo>
                  <a:pt x="245976" y="295049"/>
                  <a:pt x="250943" y="292102"/>
                  <a:pt x="253916" y="283584"/>
                </a:cubicBezTo>
                <a:cubicBezTo>
                  <a:pt x="256889" y="275065"/>
                  <a:pt x="256704" y="257734"/>
                  <a:pt x="259537" y="248788"/>
                </a:cubicBezTo>
                <a:cubicBezTo>
                  <a:pt x="262370" y="239841"/>
                  <a:pt x="265800" y="232522"/>
                  <a:pt x="270916" y="229904"/>
                </a:cubicBezTo>
                <a:cubicBezTo>
                  <a:pt x="276031" y="227287"/>
                  <a:pt x="285110" y="235707"/>
                  <a:pt x="290232" y="233082"/>
                </a:cubicBezTo>
                <a:cubicBezTo>
                  <a:pt x="295355" y="230458"/>
                  <a:pt x="300772" y="228620"/>
                  <a:pt x="301651" y="214158"/>
                </a:cubicBezTo>
                <a:cubicBezTo>
                  <a:pt x="302529" y="199695"/>
                  <a:pt x="296528" y="157614"/>
                  <a:pt x="295503" y="146306"/>
                </a:cubicBezTo>
                <a:cubicBezTo>
                  <a:pt x="294479" y="134997"/>
                  <a:pt x="299819" y="149886"/>
                  <a:pt x="295503" y="146306"/>
                </a:cubicBezTo>
                <a:cubicBezTo>
                  <a:pt x="291187" y="142725"/>
                  <a:pt x="277556" y="130082"/>
                  <a:pt x="269608" y="124824"/>
                </a:cubicBezTo>
                <a:cubicBezTo>
                  <a:pt x="261661" y="119567"/>
                  <a:pt x="254510" y="116518"/>
                  <a:pt x="247817" y="114759"/>
                </a:cubicBezTo>
                <a:cubicBezTo>
                  <a:pt x="241124" y="113001"/>
                  <a:pt x="235518" y="114273"/>
                  <a:pt x="229452" y="114273"/>
                </a:cubicBezTo>
                <a:cubicBezTo>
                  <a:pt x="223386" y="114274"/>
                  <a:pt x="218591" y="117817"/>
                  <a:pt x="211421" y="114763"/>
                </a:cubicBezTo>
                <a:cubicBezTo>
                  <a:pt x="204252" y="111710"/>
                  <a:pt x="196215" y="106229"/>
                  <a:pt x="186433" y="95953"/>
                </a:cubicBezTo>
                <a:cubicBezTo>
                  <a:pt x="176652" y="85676"/>
                  <a:pt x="163895" y="67141"/>
                  <a:pt x="152731" y="53105"/>
                </a:cubicBezTo>
                <a:cubicBezTo>
                  <a:pt x="141568" y="39068"/>
                  <a:pt x="128593" y="20080"/>
                  <a:pt x="119452" y="11733"/>
                </a:cubicBezTo>
                <a:cubicBezTo>
                  <a:pt x="110311" y="3387"/>
                  <a:pt x="102929" y="0"/>
                  <a:pt x="97888" y="3025"/>
                </a:cubicBezTo>
                <a:cubicBezTo>
                  <a:pt x="92847" y="6050"/>
                  <a:pt x="91362" y="18928"/>
                  <a:pt x="89205" y="29884"/>
                </a:cubicBezTo>
                <a:cubicBezTo>
                  <a:pt x="87049" y="40840"/>
                  <a:pt x="86711" y="56774"/>
                  <a:pt x="84949" y="68761"/>
                </a:cubicBezTo>
                <a:cubicBezTo>
                  <a:pt x="83187" y="80749"/>
                  <a:pt x="80867" y="91180"/>
                  <a:pt x="78633" y="101808"/>
                </a:cubicBezTo>
                <a:cubicBezTo>
                  <a:pt x="76399" y="112437"/>
                  <a:pt x="73671" y="121695"/>
                  <a:pt x="71543" y="132533"/>
                </a:cubicBezTo>
                <a:cubicBezTo>
                  <a:pt x="69416" y="143371"/>
                  <a:pt x="68160" y="156523"/>
                  <a:pt x="65867" y="166836"/>
                </a:cubicBezTo>
                <a:cubicBezTo>
                  <a:pt x="63575" y="177148"/>
                  <a:pt x="61718" y="188554"/>
                  <a:pt x="57789" y="194410"/>
                </a:cubicBezTo>
                <a:cubicBezTo>
                  <a:pt x="53859" y="200266"/>
                  <a:pt x="48212" y="201456"/>
                  <a:pt x="42289" y="201974"/>
                </a:cubicBezTo>
                <a:cubicBezTo>
                  <a:pt x="36366" y="202493"/>
                  <a:pt x="28091" y="196772"/>
                  <a:pt x="22251" y="197520"/>
                </a:cubicBezTo>
                <a:cubicBezTo>
                  <a:pt x="16412" y="198268"/>
                  <a:pt x="9901" y="197348"/>
                  <a:pt x="7252" y="206463"/>
                </a:cubicBezTo>
                <a:cubicBezTo>
                  <a:pt x="4602" y="215578"/>
                  <a:pt x="6504" y="244588"/>
                  <a:pt x="6354" y="252212"/>
                </a:cubicBezTo>
                <a:cubicBezTo>
                  <a:pt x="6205" y="259837"/>
                  <a:pt x="0" y="243529"/>
                  <a:pt x="6354" y="252212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78"/>
                </a:srgbClr>
              </a:gs>
              <a:gs pos="18000">
                <a:srgbClr val="767676">
                  <a:alpha val="2756"/>
                </a:srgbClr>
              </a:gs>
              <a:gs pos="48000">
                <a:srgbClr val="767676">
                  <a:alpha val="4444"/>
                </a:srgbClr>
              </a:gs>
              <a:gs pos="78000">
                <a:srgbClr val="767676">
                  <a:alpha val="3332"/>
                </a:srgbClr>
              </a:gs>
              <a:gs pos="100000">
                <a:srgbClr val="767676">
                  <a:alpha val="201"/>
                </a:srgbClr>
              </a:gs>
            </a:gsLst>
            <a:lin ang="20393012" scaled="0"/>
          </a:gradFill>
          <a:ln w="0">
            <a:noFill/>
            <a:prstDash val="solid"/>
          </a:ln>
        </p:spPr>
      </p:sp>
      <p:sp>
        <p:nvSpPr>
          <p:cNvPr id="884" name="PANEL_A-intermittent-gas-core-9-feather-2_236">
            <a:extLst>
              <a:ext uri="{FF2B5EF4-FFF2-40B4-BE49-F238E27FC236}">
                <a16:creationId xmlns:a16="http://schemas.microsoft.com/office/drawing/2014/main" id="{39656DA8-662B-4790-9206-7424D07D1E4F}"/>
              </a:ext>
            </a:extLst>
          </p:cNvPr>
          <p:cNvSpPr>
            <a:spLocks/>
          </p:cNvSpPr>
          <p:nvPr/>
        </p:nvSpPr>
        <p:spPr>
          <a:xfrm>
            <a:off x="13905471" y="560982"/>
            <a:ext cx="283912" cy="271677"/>
          </a:xfrm>
          <a:custGeom>
            <a:pathLst>
              <a:path w="298071" h="285225">
                <a:moveTo>
                  <a:pt x="5292" y="204543"/>
                </a:moveTo>
                <a:cubicBezTo>
                  <a:pt x="10584" y="210435"/>
                  <a:pt x="27133" y="229787"/>
                  <a:pt x="37044" y="239892"/>
                </a:cubicBezTo>
                <a:cubicBezTo>
                  <a:pt x="46956" y="249997"/>
                  <a:pt x="56454" y="259161"/>
                  <a:pt x="64763" y="265172"/>
                </a:cubicBezTo>
                <a:cubicBezTo>
                  <a:pt x="73072" y="271183"/>
                  <a:pt x="79704" y="272828"/>
                  <a:pt x="86898" y="275958"/>
                </a:cubicBezTo>
                <a:cubicBezTo>
                  <a:pt x="94092" y="279089"/>
                  <a:pt x="101679" y="283322"/>
                  <a:pt x="107928" y="283953"/>
                </a:cubicBezTo>
                <a:cubicBezTo>
                  <a:pt x="114176" y="284585"/>
                  <a:pt x="120404" y="285225"/>
                  <a:pt x="124388" y="279747"/>
                </a:cubicBezTo>
                <a:cubicBezTo>
                  <a:pt x="128372" y="274269"/>
                  <a:pt x="129018" y="259779"/>
                  <a:pt x="131832" y="251085"/>
                </a:cubicBezTo>
                <a:cubicBezTo>
                  <a:pt x="134645" y="242391"/>
                  <a:pt x="136046" y="229770"/>
                  <a:pt x="141268" y="227583"/>
                </a:cubicBezTo>
                <a:cubicBezTo>
                  <a:pt x="146490" y="225397"/>
                  <a:pt x="155551" y="233628"/>
                  <a:pt x="163162" y="237965"/>
                </a:cubicBezTo>
                <a:cubicBezTo>
                  <a:pt x="170774" y="242303"/>
                  <a:pt x="180804" y="253315"/>
                  <a:pt x="186937" y="253607"/>
                </a:cubicBezTo>
                <a:cubicBezTo>
                  <a:pt x="193070" y="253900"/>
                  <a:pt x="196214" y="246012"/>
                  <a:pt x="199960" y="239719"/>
                </a:cubicBezTo>
                <a:cubicBezTo>
                  <a:pt x="203705" y="233426"/>
                  <a:pt x="205308" y="221189"/>
                  <a:pt x="209411" y="215849"/>
                </a:cubicBezTo>
                <a:cubicBezTo>
                  <a:pt x="213514" y="210510"/>
                  <a:pt x="219581" y="210578"/>
                  <a:pt x="224577" y="207682"/>
                </a:cubicBezTo>
                <a:cubicBezTo>
                  <a:pt x="229574" y="204787"/>
                  <a:pt x="235204" y="203650"/>
                  <a:pt x="239390" y="198477"/>
                </a:cubicBezTo>
                <a:cubicBezTo>
                  <a:pt x="243575" y="193304"/>
                  <a:pt x="245655" y="182262"/>
                  <a:pt x="249689" y="176645"/>
                </a:cubicBezTo>
                <a:cubicBezTo>
                  <a:pt x="253723" y="171029"/>
                  <a:pt x="258154" y="166500"/>
                  <a:pt x="263593" y="164777"/>
                </a:cubicBezTo>
                <a:cubicBezTo>
                  <a:pt x="269032" y="163055"/>
                  <a:pt x="277114" y="168694"/>
                  <a:pt x="282323" y="166311"/>
                </a:cubicBezTo>
                <a:cubicBezTo>
                  <a:pt x="287532" y="163929"/>
                  <a:pt x="292827" y="161760"/>
                  <a:pt x="294847" y="150481"/>
                </a:cubicBezTo>
                <a:cubicBezTo>
                  <a:pt x="296867" y="139202"/>
                  <a:pt x="294509" y="107277"/>
                  <a:pt x="294441" y="98636"/>
                </a:cubicBezTo>
                <a:cubicBezTo>
                  <a:pt x="294373" y="89995"/>
                  <a:pt x="298071" y="100303"/>
                  <a:pt x="294441" y="98636"/>
                </a:cubicBezTo>
                <a:cubicBezTo>
                  <a:pt x="290812" y="96969"/>
                  <a:pt x="279578" y="91008"/>
                  <a:pt x="272664" y="88635"/>
                </a:cubicBezTo>
                <a:cubicBezTo>
                  <a:pt x="265750" y="86261"/>
                  <a:pt x="259255" y="85047"/>
                  <a:pt x="252959" y="84395"/>
                </a:cubicBezTo>
                <a:cubicBezTo>
                  <a:pt x="246663" y="83744"/>
                  <a:pt x="240984" y="84815"/>
                  <a:pt x="234888" y="84725"/>
                </a:cubicBezTo>
                <a:cubicBezTo>
                  <a:pt x="228791" y="84636"/>
                  <a:pt x="223414" y="86550"/>
                  <a:pt x="216378" y="83859"/>
                </a:cubicBezTo>
                <a:cubicBezTo>
                  <a:pt x="209342" y="81168"/>
                  <a:pt x="201569" y="76418"/>
                  <a:pt x="192671" y="68578"/>
                </a:cubicBezTo>
                <a:cubicBezTo>
                  <a:pt x="183772" y="60739"/>
                  <a:pt x="172748" y="47005"/>
                  <a:pt x="162984" y="36823"/>
                </a:cubicBezTo>
                <a:cubicBezTo>
                  <a:pt x="153221" y="26642"/>
                  <a:pt x="142234" y="13125"/>
                  <a:pt x="134089" y="7491"/>
                </a:cubicBezTo>
                <a:cubicBezTo>
                  <a:pt x="125943" y="1857"/>
                  <a:pt x="119137" y="0"/>
                  <a:pt x="114112" y="3019"/>
                </a:cubicBezTo>
                <a:cubicBezTo>
                  <a:pt x="109087" y="6037"/>
                  <a:pt x="106702" y="16373"/>
                  <a:pt x="103937" y="25602"/>
                </a:cubicBezTo>
                <a:cubicBezTo>
                  <a:pt x="101172" y="34832"/>
                  <a:pt x="99848" y="48005"/>
                  <a:pt x="97522" y="58395"/>
                </a:cubicBezTo>
                <a:cubicBezTo>
                  <a:pt x="95197" y="68785"/>
                  <a:pt x="92615" y="78446"/>
                  <a:pt x="89984" y="87939"/>
                </a:cubicBezTo>
                <a:cubicBezTo>
                  <a:pt x="87353" y="97432"/>
                  <a:pt x="84419" y="106074"/>
                  <a:pt x="81735" y="115354"/>
                </a:cubicBezTo>
                <a:cubicBezTo>
                  <a:pt x="79051" y="124634"/>
                  <a:pt x="76908" y="135337"/>
                  <a:pt x="73879" y="143620"/>
                </a:cubicBezTo>
                <a:cubicBezTo>
                  <a:pt x="70849" y="151903"/>
                  <a:pt x="67980" y="160552"/>
                  <a:pt x="63560" y="165054"/>
                </a:cubicBezTo>
                <a:cubicBezTo>
                  <a:pt x="59140" y="169556"/>
                  <a:pt x="53356" y="170355"/>
                  <a:pt x="47356" y="170633"/>
                </a:cubicBezTo>
                <a:cubicBezTo>
                  <a:pt x="41357" y="170911"/>
                  <a:pt x="33578" y="166469"/>
                  <a:pt x="27564" y="166722"/>
                </a:cubicBezTo>
                <a:cubicBezTo>
                  <a:pt x="21550" y="166975"/>
                  <a:pt x="14983" y="165847"/>
                  <a:pt x="11272" y="172151"/>
                </a:cubicBezTo>
                <a:cubicBezTo>
                  <a:pt x="7560" y="178454"/>
                  <a:pt x="6289" y="199144"/>
                  <a:pt x="5292" y="204543"/>
                </a:cubicBezTo>
                <a:cubicBezTo>
                  <a:pt x="4295" y="209942"/>
                  <a:pt x="0" y="198651"/>
                  <a:pt x="5292" y="204543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28"/>
                </a:srgbClr>
              </a:gs>
              <a:gs pos="18000">
                <a:srgbClr val="767676">
                  <a:alpha val="3536"/>
                </a:srgbClr>
              </a:gs>
              <a:gs pos="48000">
                <a:srgbClr val="767676">
                  <a:alpha val="5702"/>
                </a:srgbClr>
              </a:gs>
              <a:gs pos="78000">
                <a:srgbClr val="767676">
                  <a:alpha val="4277"/>
                </a:srgbClr>
              </a:gs>
              <a:gs pos="100000">
                <a:srgbClr val="767676">
                  <a:alpha val="257"/>
                </a:srgbClr>
              </a:gs>
            </a:gsLst>
            <a:lin ang="20393012" scaled="0"/>
          </a:gradFill>
          <a:ln w="0">
            <a:noFill/>
            <a:prstDash val="solid"/>
          </a:ln>
        </p:spPr>
      </p:sp>
      <p:sp>
        <p:nvSpPr>
          <p:cNvPr id="885" name="PANEL_A-intermittent-gas-core-9-feather-3_237">
            <a:extLst>
              <a:ext uri="{FF2B5EF4-FFF2-40B4-BE49-F238E27FC236}">
                <a16:creationId xmlns:a16="http://schemas.microsoft.com/office/drawing/2014/main" id="{EE380F95-7BEE-4C8D-B095-F55910CE6E53}"/>
              </a:ext>
            </a:extLst>
          </p:cNvPr>
          <p:cNvSpPr>
            <a:spLocks/>
          </p:cNvSpPr>
          <p:nvPr/>
        </p:nvSpPr>
        <p:spPr>
          <a:xfrm>
            <a:off x="13906483" y="606387"/>
            <a:ext cx="282247" cy="192451"/>
          </a:xfrm>
          <a:custGeom>
            <a:pathLst>
              <a:path w="296322" h="202049">
                <a:moveTo>
                  <a:pt x="4230" y="156874"/>
                </a:moveTo>
                <a:cubicBezTo>
                  <a:pt x="8460" y="159973"/>
                  <a:pt x="21391" y="169848"/>
                  <a:pt x="29610" y="175472"/>
                </a:cubicBezTo>
                <a:cubicBezTo>
                  <a:pt x="37828" y="181097"/>
                  <a:pt x="46079" y="186896"/>
                  <a:pt x="53543" y="190618"/>
                </a:cubicBezTo>
                <a:cubicBezTo>
                  <a:pt x="61006" y="194340"/>
                  <a:pt x="67652" y="195950"/>
                  <a:pt x="74391" y="197805"/>
                </a:cubicBezTo>
                <a:cubicBezTo>
                  <a:pt x="81131" y="199661"/>
                  <a:pt x="88054" y="202049"/>
                  <a:pt x="93980" y="201753"/>
                </a:cubicBezTo>
                <a:cubicBezTo>
                  <a:pt x="99907" y="201457"/>
                  <a:pt x="105654" y="200726"/>
                  <a:pt x="109950" y="196030"/>
                </a:cubicBezTo>
                <a:cubicBezTo>
                  <a:pt x="114247" y="191335"/>
                  <a:pt x="116445" y="180977"/>
                  <a:pt x="119758" y="173581"/>
                </a:cubicBezTo>
                <a:cubicBezTo>
                  <a:pt x="123071" y="166184"/>
                  <a:pt x="125359" y="155949"/>
                  <a:pt x="129826" y="151650"/>
                </a:cubicBezTo>
                <a:cubicBezTo>
                  <a:pt x="134293" y="147352"/>
                  <a:pt x="140737" y="148400"/>
                  <a:pt x="146563" y="147790"/>
                </a:cubicBezTo>
                <a:cubicBezTo>
                  <a:pt x="152388" y="147180"/>
                  <a:pt x="159536" y="150202"/>
                  <a:pt x="164780" y="147990"/>
                </a:cubicBezTo>
                <a:cubicBezTo>
                  <a:pt x="170025" y="145777"/>
                  <a:pt x="173731" y="139344"/>
                  <a:pt x="178030" y="134512"/>
                </a:cubicBezTo>
                <a:cubicBezTo>
                  <a:pt x="182328" y="129681"/>
                  <a:pt x="185667" y="122178"/>
                  <a:pt x="190571" y="119003"/>
                </a:cubicBezTo>
                <a:cubicBezTo>
                  <a:pt x="195475" y="115828"/>
                  <a:pt x="201740" y="116403"/>
                  <a:pt x="207456" y="115464"/>
                </a:cubicBezTo>
                <a:cubicBezTo>
                  <a:pt x="213171" y="114525"/>
                  <a:pt x="219465" y="115197"/>
                  <a:pt x="224863" y="113370"/>
                </a:cubicBezTo>
                <a:cubicBezTo>
                  <a:pt x="230260" y="111543"/>
                  <a:pt x="234606" y="106789"/>
                  <a:pt x="239841" y="104502"/>
                </a:cubicBezTo>
                <a:cubicBezTo>
                  <a:pt x="245075" y="102216"/>
                  <a:pt x="250509" y="100478"/>
                  <a:pt x="256271" y="99651"/>
                </a:cubicBezTo>
                <a:cubicBezTo>
                  <a:pt x="262033" y="98824"/>
                  <a:pt x="269118" y="101682"/>
                  <a:pt x="274414" y="99541"/>
                </a:cubicBezTo>
                <a:cubicBezTo>
                  <a:pt x="279709" y="97399"/>
                  <a:pt x="284882" y="94900"/>
                  <a:pt x="288043" y="86804"/>
                </a:cubicBezTo>
                <a:cubicBezTo>
                  <a:pt x="291204" y="78709"/>
                  <a:pt x="292490" y="56940"/>
                  <a:pt x="293379" y="50967"/>
                </a:cubicBezTo>
                <a:cubicBezTo>
                  <a:pt x="294268" y="44994"/>
                  <a:pt x="296322" y="50720"/>
                  <a:pt x="293379" y="50967"/>
                </a:cubicBezTo>
                <a:cubicBezTo>
                  <a:pt x="290436" y="51213"/>
                  <a:pt x="281599" y="51935"/>
                  <a:pt x="275719" y="52445"/>
                </a:cubicBezTo>
                <a:cubicBezTo>
                  <a:pt x="269840" y="52956"/>
                  <a:pt x="263999" y="53576"/>
                  <a:pt x="258100" y="54032"/>
                </a:cubicBezTo>
                <a:cubicBezTo>
                  <a:pt x="252201" y="54487"/>
                  <a:pt x="246451" y="55357"/>
                  <a:pt x="240324" y="55177"/>
                </a:cubicBezTo>
                <a:cubicBezTo>
                  <a:pt x="234196" y="54998"/>
                  <a:pt x="228237" y="55283"/>
                  <a:pt x="221335" y="52955"/>
                </a:cubicBezTo>
                <a:cubicBezTo>
                  <a:pt x="214432" y="50626"/>
                  <a:pt x="206924" y="46606"/>
                  <a:pt x="198908" y="41204"/>
                </a:cubicBezTo>
                <a:cubicBezTo>
                  <a:pt x="190891" y="35802"/>
                  <a:pt x="181601" y="26868"/>
                  <a:pt x="173237" y="20542"/>
                </a:cubicBezTo>
                <a:cubicBezTo>
                  <a:pt x="164874" y="14216"/>
                  <a:pt x="155876" y="6170"/>
                  <a:pt x="148726" y="3248"/>
                </a:cubicBezTo>
                <a:cubicBezTo>
                  <a:pt x="141575" y="326"/>
                  <a:pt x="135346" y="0"/>
                  <a:pt x="130337" y="3012"/>
                </a:cubicBezTo>
                <a:cubicBezTo>
                  <a:pt x="125327" y="6024"/>
                  <a:pt x="122043" y="13817"/>
                  <a:pt x="118669" y="21320"/>
                </a:cubicBezTo>
                <a:cubicBezTo>
                  <a:pt x="115296" y="28823"/>
                  <a:pt x="112985" y="39237"/>
                  <a:pt x="110096" y="48029"/>
                </a:cubicBezTo>
                <a:cubicBezTo>
                  <a:pt x="107207" y="56820"/>
                  <a:pt x="104363" y="65713"/>
                  <a:pt x="101335" y="74070"/>
                </a:cubicBezTo>
                <a:cubicBezTo>
                  <a:pt x="98307" y="82428"/>
                  <a:pt x="95167" y="90452"/>
                  <a:pt x="91926" y="98174"/>
                </a:cubicBezTo>
                <a:cubicBezTo>
                  <a:pt x="88686" y="105897"/>
                  <a:pt x="85656" y="114150"/>
                  <a:pt x="81890" y="120404"/>
                </a:cubicBezTo>
                <a:cubicBezTo>
                  <a:pt x="78124" y="126658"/>
                  <a:pt x="74243" y="132550"/>
                  <a:pt x="69332" y="135697"/>
                </a:cubicBezTo>
                <a:cubicBezTo>
                  <a:pt x="64421" y="138845"/>
                  <a:pt x="58500" y="139254"/>
                  <a:pt x="52424" y="139291"/>
                </a:cubicBezTo>
                <a:cubicBezTo>
                  <a:pt x="46348" y="139329"/>
                  <a:pt x="39065" y="136165"/>
                  <a:pt x="32876" y="135923"/>
                </a:cubicBezTo>
                <a:cubicBezTo>
                  <a:pt x="26687" y="135681"/>
                  <a:pt x="20066" y="134347"/>
                  <a:pt x="15291" y="137838"/>
                </a:cubicBezTo>
                <a:cubicBezTo>
                  <a:pt x="10517" y="141330"/>
                  <a:pt x="6073" y="153701"/>
                  <a:pt x="4230" y="156874"/>
                </a:cubicBezTo>
                <a:cubicBezTo>
                  <a:pt x="2386" y="160046"/>
                  <a:pt x="0" y="153774"/>
                  <a:pt x="4230" y="156874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67"/>
                </a:srgbClr>
              </a:gs>
              <a:gs pos="18000">
                <a:srgbClr val="767676">
                  <a:alpha val="4133"/>
                </a:srgbClr>
              </a:gs>
              <a:gs pos="48000">
                <a:srgbClr val="767676">
                  <a:alpha val="6666"/>
                </a:srgbClr>
              </a:gs>
              <a:gs pos="78000">
                <a:srgbClr val="767676">
                  <a:alpha val="5000"/>
                </a:srgbClr>
              </a:gs>
              <a:gs pos="100000">
                <a:srgbClr val="767676">
                  <a:alpha val="299"/>
                </a:srgbClr>
              </a:gs>
            </a:gsLst>
            <a:lin ang="20393012" scaled="0"/>
          </a:gradFill>
          <a:ln w="0">
            <a:noFill/>
            <a:prstDash val="solid"/>
          </a:ln>
        </p:spPr>
      </p:sp>
      <p:sp>
        <p:nvSpPr>
          <p:cNvPr id="886" name="PANEL_A-intermittent-gas-wisp-9-feather-0_238">
            <a:extLst>
              <a:ext uri="{FF2B5EF4-FFF2-40B4-BE49-F238E27FC236}">
                <a16:creationId xmlns:a16="http://schemas.microsoft.com/office/drawing/2014/main" id="{2C08E79B-3BC1-4829-8A81-49EEAAA206DF}"/>
              </a:ext>
            </a:extLst>
          </p:cNvPr>
          <p:cNvSpPr>
            <a:spLocks/>
          </p:cNvSpPr>
          <p:nvPr/>
        </p:nvSpPr>
        <p:spPr>
          <a:xfrm>
            <a:off x="13921691" y="432723"/>
            <a:ext cx="206406" cy="177142"/>
          </a:xfrm>
          <a:custGeom>
            <a:pathLst>
              <a:path w="216700" h="185976">
                <a:moveTo>
                  <a:pt x="3189" y="121187"/>
                </a:moveTo>
                <a:cubicBezTo>
                  <a:pt x="6378" y="123836"/>
                  <a:pt x="17054" y="134825"/>
                  <a:pt x="22322" y="137083"/>
                </a:cubicBezTo>
                <a:cubicBezTo>
                  <a:pt x="27589" y="139340"/>
                  <a:pt x="30618" y="135450"/>
                  <a:pt x="34794" y="134731"/>
                </a:cubicBezTo>
                <a:cubicBezTo>
                  <a:pt x="38970" y="134012"/>
                  <a:pt x="41895" y="129894"/>
                  <a:pt x="47379" y="132769"/>
                </a:cubicBezTo>
                <a:cubicBezTo>
                  <a:pt x="52862" y="135644"/>
                  <a:pt x="60457" y="144282"/>
                  <a:pt x="67693" y="151980"/>
                </a:cubicBezTo>
                <a:cubicBezTo>
                  <a:pt x="74928" y="159677"/>
                  <a:pt x="84323" y="173313"/>
                  <a:pt x="90792" y="178953"/>
                </a:cubicBezTo>
                <a:cubicBezTo>
                  <a:pt x="97260" y="184593"/>
                  <a:pt x="102045" y="185659"/>
                  <a:pt x="106504" y="185817"/>
                </a:cubicBezTo>
                <a:cubicBezTo>
                  <a:pt x="110963" y="185976"/>
                  <a:pt x="113459" y="180749"/>
                  <a:pt x="117546" y="179902"/>
                </a:cubicBezTo>
                <a:cubicBezTo>
                  <a:pt x="121632" y="179054"/>
                  <a:pt x="126869" y="181386"/>
                  <a:pt x="131024" y="180732"/>
                </a:cubicBezTo>
                <a:cubicBezTo>
                  <a:pt x="135179" y="180079"/>
                  <a:pt x="139685" y="180416"/>
                  <a:pt x="142476" y="175983"/>
                </a:cubicBezTo>
                <a:cubicBezTo>
                  <a:pt x="145267" y="171551"/>
                  <a:pt x="145498" y="160017"/>
                  <a:pt x="147768" y="154135"/>
                </a:cubicBezTo>
                <a:cubicBezTo>
                  <a:pt x="150039" y="148254"/>
                  <a:pt x="151857" y="141093"/>
                  <a:pt x="156097" y="140696"/>
                </a:cubicBezTo>
                <a:cubicBezTo>
                  <a:pt x="160338" y="140299"/>
                  <a:pt x="167764" y="148770"/>
                  <a:pt x="173214" y="151755"/>
                </a:cubicBezTo>
                <a:cubicBezTo>
                  <a:pt x="178664" y="154739"/>
                  <a:pt x="185201" y="160772"/>
                  <a:pt x="188797" y="158605"/>
                </a:cubicBezTo>
                <a:cubicBezTo>
                  <a:pt x="192393" y="156437"/>
                  <a:pt x="193308" y="146802"/>
                  <a:pt x="194790" y="138749"/>
                </a:cubicBezTo>
                <a:cubicBezTo>
                  <a:pt x="196272" y="130696"/>
                  <a:pt x="196273" y="118514"/>
                  <a:pt x="197687" y="110288"/>
                </a:cubicBezTo>
                <a:cubicBezTo>
                  <a:pt x="199101" y="102062"/>
                  <a:pt x="201422" y="96369"/>
                  <a:pt x="203274" y="89393"/>
                </a:cubicBezTo>
                <a:cubicBezTo>
                  <a:pt x="205126" y="82416"/>
                  <a:pt x="207101" y="75819"/>
                  <a:pt x="208800" y="68429"/>
                </a:cubicBezTo>
                <a:cubicBezTo>
                  <a:pt x="210498" y="61039"/>
                  <a:pt x="212688" y="48947"/>
                  <a:pt x="213466" y="45051"/>
                </a:cubicBezTo>
                <a:cubicBezTo>
                  <a:pt x="214243" y="41154"/>
                  <a:pt x="216700" y="47998"/>
                  <a:pt x="213466" y="45051"/>
                </a:cubicBezTo>
                <a:cubicBezTo>
                  <a:pt x="210232" y="42103"/>
                  <a:pt x="200476" y="33126"/>
                  <a:pt x="194061" y="27365"/>
                </a:cubicBezTo>
                <a:cubicBezTo>
                  <a:pt x="187647" y="21603"/>
                  <a:pt x="180895" y="14852"/>
                  <a:pt x="174979" y="10483"/>
                </a:cubicBezTo>
                <a:cubicBezTo>
                  <a:pt x="169063" y="6114"/>
                  <a:pt x="163343" y="2305"/>
                  <a:pt x="158567" y="1153"/>
                </a:cubicBezTo>
                <a:cubicBezTo>
                  <a:pt x="153792" y="0"/>
                  <a:pt x="150112" y="1925"/>
                  <a:pt x="146326" y="3567"/>
                </a:cubicBezTo>
                <a:cubicBezTo>
                  <a:pt x="142541" y="5209"/>
                  <a:pt x="139417" y="8718"/>
                  <a:pt x="135853" y="11007"/>
                </a:cubicBezTo>
                <a:cubicBezTo>
                  <a:pt x="132289" y="13295"/>
                  <a:pt x="128461" y="14863"/>
                  <a:pt x="124941" y="17298"/>
                </a:cubicBezTo>
                <a:cubicBezTo>
                  <a:pt x="121420" y="19732"/>
                  <a:pt x="117794" y="21886"/>
                  <a:pt x="114728" y="25614"/>
                </a:cubicBezTo>
                <a:cubicBezTo>
                  <a:pt x="111663" y="29342"/>
                  <a:pt x="109405" y="35337"/>
                  <a:pt x="106550" y="39664"/>
                </a:cubicBezTo>
                <a:cubicBezTo>
                  <a:pt x="103694" y="43992"/>
                  <a:pt x="101502" y="50163"/>
                  <a:pt x="97593" y="51581"/>
                </a:cubicBezTo>
                <a:cubicBezTo>
                  <a:pt x="93685" y="52999"/>
                  <a:pt x="88857" y="51853"/>
                  <a:pt x="83100" y="48174"/>
                </a:cubicBezTo>
                <a:cubicBezTo>
                  <a:pt x="77343" y="44494"/>
                  <a:pt x="69616" y="35376"/>
                  <a:pt x="63051" y="29502"/>
                </a:cubicBezTo>
                <a:cubicBezTo>
                  <a:pt x="56487" y="23628"/>
                  <a:pt x="49048" y="15358"/>
                  <a:pt x="43714" y="12931"/>
                </a:cubicBezTo>
                <a:cubicBezTo>
                  <a:pt x="38380" y="10505"/>
                  <a:pt x="34215" y="11372"/>
                  <a:pt x="31047" y="14944"/>
                </a:cubicBezTo>
                <a:cubicBezTo>
                  <a:pt x="27879" y="18515"/>
                  <a:pt x="26544" y="27162"/>
                  <a:pt x="24705" y="34358"/>
                </a:cubicBezTo>
                <a:cubicBezTo>
                  <a:pt x="22866" y="41555"/>
                  <a:pt x="21770" y="50743"/>
                  <a:pt x="20014" y="58121"/>
                </a:cubicBezTo>
                <a:cubicBezTo>
                  <a:pt x="18257" y="65500"/>
                  <a:pt x="16177" y="71967"/>
                  <a:pt x="14165" y="78631"/>
                </a:cubicBezTo>
                <a:cubicBezTo>
                  <a:pt x="12153" y="85296"/>
                  <a:pt x="9770" y="91019"/>
                  <a:pt x="7940" y="98111"/>
                </a:cubicBezTo>
                <a:cubicBezTo>
                  <a:pt x="6111" y="105204"/>
                  <a:pt x="3981" y="117341"/>
                  <a:pt x="3189" y="121187"/>
                </a:cubicBezTo>
                <a:cubicBezTo>
                  <a:pt x="2397" y="125033"/>
                  <a:pt x="0" y="118537"/>
                  <a:pt x="3189" y="121187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80"/>
                </a:srgbClr>
              </a:gs>
              <a:gs pos="18000">
                <a:srgbClr val="919191">
                  <a:alpha val="1239"/>
                </a:srgbClr>
              </a:gs>
              <a:gs pos="48000">
                <a:srgbClr val="919191">
                  <a:alpha val="1999"/>
                </a:srgbClr>
              </a:gs>
              <a:gs pos="78000">
                <a:srgbClr val="919191">
                  <a:alpha val="1499"/>
                </a:srgbClr>
              </a:gs>
              <a:gs pos="100000">
                <a:srgbClr val="919191">
                  <a:alpha val="90"/>
                </a:srgbClr>
              </a:gs>
            </a:gsLst>
            <a:lin ang="20405811" scaled="0"/>
          </a:gradFill>
          <a:ln w="0">
            <a:noFill/>
            <a:prstDash val="solid"/>
          </a:ln>
        </p:spPr>
      </p:sp>
      <p:sp>
        <p:nvSpPr>
          <p:cNvPr id="887" name="PANEL_A-intermittent-gas-wisp-9-feather-1_239">
            <a:extLst>
              <a:ext uri="{FF2B5EF4-FFF2-40B4-BE49-F238E27FC236}">
                <a16:creationId xmlns:a16="http://schemas.microsoft.com/office/drawing/2014/main" id="{4A73CA08-9B52-4889-8B16-3E61BF993252}"/>
              </a:ext>
            </a:extLst>
          </p:cNvPr>
          <p:cNvSpPr>
            <a:spLocks/>
          </p:cNvSpPr>
          <p:nvPr/>
        </p:nvSpPr>
        <p:spPr>
          <a:xfrm>
            <a:off x="13921976" y="444282"/>
            <a:ext cx="205904" cy="145366"/>
          </a:xfrm>
          <a:custGeom>
            <a:pathLst>
              <a:path w="216172" h="152616">
                <a:moveTo>
                  <a:pt x="2890" y="109051"/>
                </a:moveTo>
                <a:cubicBezTo>
                  <a:pt x="5780" y="110890"/>
                  <a:pt x="15338" y="118852"/>
                  <a:pt x="20230" y="120087"/>
                </a:cubicBezTo>
                <a:cubicBezTo>
                  <a:pt x="25121" y="121322"/>
                  <a:pt x="28222" y="117616"/>
                  <a:pt x="32240" y="116463"/>
                </a:cubicBezTo>
                <a:cubicBezTo>
                  <a:pt x="36259" y="115309"/>
                  <a:pt x="39278" y="111444"/>
                  <a:pt x="44342" y="113164"/>
                </a:cubicBezTo>
                <a:cubicBezTo>
                  <a:pt x="49405" y="114884"/>
                  <a:pt x="56126" y="121126"/>
                  <a:pt x="62621" y="126783"/>
                </a:cubicBezTo>
                <a:cubicBezTo>
                  <a:pt x="69116" y="132440"/>
                  <a:pt x="77334" y="142831"/>
                  <a:pt x="83312" y="147104"/>
                </a:cubicBezTo>
                <a:cubicBezTo>
                  <a:pt x="89289" y="151377"/>
                  <a:pt x="94006" y="152229"/>
                  <a:pt x="98484" y="152422"/>
                </a:cubicBezTo>
                <a:cubicBezTo>
                  <a:pt x="102963" y="152616"/>
                  <a:pt x="105958" y="148751"/>
                  <a:pt x="110181" y="148264"/>
                </a:cubicBezTo>
                <a:cubicBezTo>
                  <a:pt x="114403" y="147776"/>
                  <a:pt x="119555" y="149858"/>
                  <a:pt x="123820" y="149497"/>
                </a:cubicBezTo>
                <a:cubicBezTo>
                  <a:pt x="128086" y="149136"/>
                  <a:pt x="132627" y="149556"/>
                  <a:pt x="135773" y="146097"/>
                </a:cubicBezTo>
                <a:cubicBezTo>
                  <a:pt x="138919" y="142638"/>
                  <a:pt x="140040" y="133563"/>
                  <a:pt x="142696" y="128743"/>
                </a:cubicBezTo>
                <a:cubicBezTo>
                  <a:pt x="145352" y="123924"/>
                  <a:pt x="147604" y="117965"/>
                  <a:pt x="151708" y="117181"/>
                </a:cubicBezTo>
                <a:cubicBezTo>
                  <a:pt x="155812" y="116397"/>
                  <a:pt x="162342" y="122368"/>
                  <a:pt x="167322" y="124040"/>
                </a:cubicBezTo>
                <a:cubicBezTo>
                  <a:pt x="172302" y="125712"/>
                  <a:pt x="178082" y="129628"/>
                  <a:pt x="181590" y="127211"/>
                </a:cubicBezTo>
                <a:cubicBezTo>
                  <a:pt x="185098" y="124794"/>
                  <a:pt x="186492" y="116488"/>
                  <a:pt x="188370" y="109539"/>
                </a:cubicBezTo>
                <a:cubicBezTo>
                  <a:pt x="190248" y="102590"/>
                  <a:pt x="190979" y="92441"/>
                  <a:pt x="192860" y="85518"/>
                </a:cubicBezTo>
                <a:cubicBezTo>
                  <a:pt x="194741" y="78596"/>
                  <a:pt x="197363" y="73744"/>
                  <a:pt x="199658" y="68005"/>
                </a:cubicBezTo>
                <a:cubicBezTo>
                  <a:pt x="201953" y="62265"/>
                  <a:pt x="204379" y="56930"/>
                  <a:pt x="206630" y="51082"/>
                </a:cubicBezTo>
                <a:cubicBezTo>
                  <a:pt x="208882" y="45233"/>
                  <a:pt x="212077" y="35942"/>
                  <a:pt x="213167" y="32914"/>
                </a:cubicBezTo>
                <a:cubicBezTo>
                  <a:pt x="214256" y="29887"/>
                  <a:pt x="216172" y="35225"/>
                  <a:pt x="213167" y="32914"/>
                </a:cubicBezTo>
                <a:cubicBezTo>
                  <a:pt x="210161" y="30604"/>
                  <a:pt x="201064" y="23461"/>
                  <a:pt x="195134" y="19051"/>
                </a:cubicBezTo>
                <a:cubicBezTo>
                  <a:pt x="189204" y="14641"/>
                  <a:pt x="183052" y="9565"/>
                  <a:pt x="177588" y="6455"/>
                </a:cubicBezTo>
                <a:cubicBezTo>
                  <a:pt x="172123" y="3346"/>
                  <a:pt x="166850" y="786"/>
                  <a:pt x="162346" y="393"/>
                </a:cubicBezTo>
                <a:cubicBezTo>
                  <a:pt x="157843" y="0"/>
                  <a:pt x="154243" y="2148"/>
                  <a:pt x="150568" y="4097"/>
                </a:cubicBezTo>
                <a:cubicBezTo>
                  <a:pt x="146893" y="6045"/>
                  <a:pt x="143777" y="9574"/>
                  <a:pt x="140294" y="12085"/>
                </a:cubicBezTo>
                <a:cubicBezTo>
                  <a:pt x="136811" y="14596"/>
                  <a:pt x="133144" y="16608"/>
                  <a:pt x="129669" y="19164"/>
                </a:cubicBezTo>
                <a:cubicBezTo>
                  <a:pt x="126193" y="21719"/>
                  <a:pt x="122628" y="24035"/>
                  <a:pt x="119440" y="27417"/>
                </a:cubicBezTo>
                <a:cubicBezTo>
                  <a:pt x="116253" y="30799"/>
                  <a:pt x="113658" y="35848"/>
                  <a:pt x="110546" y="39456"/>
                </a:cubicBezTo>
                <a:cubicBezTo>
                  <a:pt x="107433" y="43064"/>
                  <a:pt x="104782" y="47956"/>
                  <a:pt x="100765" y="49063"/>
                </a:cubicBezTo>
                <a:cubicBezTo>
                  <a:pt x="96747" y="50171"/>
                  <a:pt x="91955" y="49120"/>
                  <a:pt x="86440" y="46101"/>
                </a:cubicBezTo>
                <a:cubicBezTo>
                  <a:pt x="80925" y="43083"/>
                  <a:pt x="73830" y="35707"/>
                  <a:pt x="67675" y="30952"/>
                </a:cubicBezTo>
                <a:cubicBezTo>
                  <a:pt x="61520" y="26197"/>
                  <a:pt x="54669" y="19534"/>
                  <a:pt x="49508" y="17571"/>
                </a:cubicBezTo>
                <a:cubicBezTo>
                  <a:pt x="44347" y="15609"/>
                  <a:pt x="40114" y="16265"/>
                  <a:pt x="36711" y="19176"/>
                </a:cubicBezTo>
                <a:cubicBezTo>
                  <a:pt x="33308" y="22088"/>
                  <a:pt x="31376" y="29078"/>
                  <a:pt x="29090" y="35039"/>
                </a:cubicBezTo>
                <a:cubicBezTo>
                  <a:pt x="26805" y="40999"/>
                  <a:pt x="25154" y="48662"/>
                  <a:pt x="22997" y="54939"/>
                </a:cubicBezTo>
                <a:cubicBezTo>
                  <a:pt x="20840" y="61217"/>
                  <a:pt x="18480" y="66913"/>
                  <a:pt x="16149" y="72705"/>
                </a:cubicBezTo>
                <a:cubicBezTo>
                  <a:pt x="13819" y="78497"/>
                  <a:pt x="11222" y="83632"/>
                  <a:pt x="9012" y="89689"/>
                </a:cubicBezTo>
                <a:cubicBezTo>
                  <a:pt x="6802" y="95747"/>
                  <a:pt x="3910" y="105824"/>
                  <a:pt x="2890" y="109051"/>
                </a:cubicBezTo>
                <a:cubicBezTo>
                  <a:pt x="1870" y="112278"/>
                  <a:pt x="0" y="107211"/>
                  <a:pt x="2890" y="109051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07"/>
                </a:srgbClr>
              </a:gs>
              <a:gs pos="18000">
                <a:srgbClr val="767676">
                  <a:alpha val="1652"/>
                </a:srgbClr>
              </a:gs>
              <a:gs pos="48000">
                <a:srgbClr val="767676">
                  <a:alpha val="2666"/>
                </a:srgbClr>
              </a:gs>
              <a:gs pos="78000">
                <a:srgbClr val="767676">
                  <a:alpha val="1999"/>
                </a:srgbClr>
              </a:gs>
              <a:gs pos="100000">
                <a:srgbClr val="767676">
                  <a:alpha val="121"/>
                </a:srgbClr>
              </a:gs>
            </a:gsLst>
            <a:lin ang="20405811" scaled="0"/>
          </a:gradFill>
          <a:ln w="0">
            <a:noFill/>
            <a:prstDash val="solid"/>
          </a:ln>
        </p:spPr>
      </p:sp>
      <p:sp>
        <p:nvSpPr>
          <p:cNvPr id="888" name="PANEL_A-intermittent-gas-wisp-9-feather-2_240">
            <a:extLst>
              <a:ext uri="{FF2B5EF4-FFF2-40B4-BE49-F238E27FC236}">
                <a16:creationId xmlns:a16="http://schemas.microsoft.com/office/drawing/2014/main" id="{3D3CECBA-50F3-434B-BF74-B957BE3D909C}"/>
              </a:ext>
            </a:extLst>
          </p:cNvPr>
          <p:cNvSpPr>
            <a:spLocks/>
          </p:cNvSpPr>
          <p:nvPr/>
        </p:nvSpPr>
        <p:spPr>
          <a:xfrm>
            <a:off x="13922286" y="456063"/>
            <a:ext cx="205356" cy="111532"/>
          </a:xfrm>
          <a:custGeom>
            <a:pathLst>
              <a:path w="215597" h="117094">
                <a:moveTo>
                  <a:pt x="2564" y="96682"/>
                </a:moveTo>
                <a:cubicBezTo>
                  <a:pt x="5128" y="97638"/>
                  <a:pt x="13466" y="102297"/>
                  <a:pt x="17947" y="102418"/>
                </a:cubicBezTo>
                <a:cubicBezTo>
                  <a:pt x="22429" y="102538"/>
                  <a:pt x="25607" y="99033"/>
                  <a:pt x="29454" y="97405"/>
                </a:cubicBezTo>
                <a:cubicBezTo>
                  <a:pt x="33301" y="95776"/>
                  <a:pt x="36423" y="92188"/>
                  <a:pt x="41029" y="92648"/>
                </a:cubicBezTo>
                <a:cubicBezTo>
                  <a:pt x="45634" y="93109"/>
                  <a:pt x="51400" y="96737"/>
                  <a:pt x="57087" y="100167"/>
                </a:cubicBezTo>
                <a:cubicBezTo>
                  <a:pt x="62775" y="103597"/>
                  <a:pt x="69710" y="110448"/>
                  <a:pt x="75152" y="113230"/>
                </a:cubicBezTo>
                <a:cubicBezTo>
                  <a:pt x="80593" y="116013"/>
                  <a:pt x="85236" y="116631"/>
                  <a:pt x="89735" y="116863"/>
                </a:cubicBezTo>
                <a:cubicBezTo>
                  <a:pt x="94235" y="117094"/>
                  <a:pt x="97775" y="114715"/>
                  <a:pt x="102146" y="114620"/>
                </a:cubicBezTo>
                <a:cubicBezTo>
                  <a:pt x="106517" y="114526"/>
                  <a:pt x="111576" y="116336"/>
                  <a:pt x="115962" y="116294"/>
                </a:cubicBezTo>
                <a:cubicBezTo>
                  <a:pt x="120347" y="116251"/>
                  <a:pt x="124927" y="116762"/>
                  <a:pt x="128461" y="114365"/>
                </a:cubicBezTo>
                <a:cubicBezTo>
                  <a:pt x="131994" y="111968"/>
                  <a:pt x="134087" y="105575"/>
                  <a:pt x="137163" y="101914"/>
                </a:cubicBezTo>
                <a:cubicBezTo>
                  <a:pt x="140240" y="98253"/>
                  <a:pt x="142965" y="93606"/>
                  <a:pt x="146920" y="92400"/>
                </a:cubicBezTo>
                <a:cubicBezTo>
                  <a:pt x="150875" y="91193"/>
                  <a:pt x="156426" y="94438"/>
                  <a:pt x="160894" y="94677"/>
                </a:cubicBezTo>
                <a:cubicBezTo>
                  <a:pt x="165363" y="94916"/>
                  <a:pt x="170317" y="96523"/>
                  <a:pt x="173729" y="93834"/>
                </a:cubicBezTo>
                <a:cubicBezTo>
                  <a:pt x="177141" y="91146"/>
                  <a:pt x="179055" y="84289"/>
                  <a:pt x="181366" y="78544"/>
                </a:cubicBezTo>
                <a:cubicBezTo>
                  <a:pt x="183677" y="72800"/>
                  <a:pt x="185203" y="64868"/>
                  <a:pt x="187594" y="59368"/>
                </a:cubicBezTo>
                <a:cubicBezTo>
                  <a:pt x="189985" y="53868"/>
                  <a:pt x="192935" y="49934"/>
                  <a:pt x="195713" y="45544"/>
                </a:cubicBezTo>
                <a:cubicBezTo>
                  <a:pt x="198491" y="41154"/>
                  <a:pt x="201409" y="37194"/>
                  <a:pt x="204264" y="33028"/>
                </a:cubicBezTo>
                <a:cubicBezTo>
                  <a:pt x="207118" y="28862"/>
                  <a:pt x="211411" y="22627"/>
                  <a:pt x="212841" y="20546"/>
                </a:cubicBezTo>
                <a:cubicBezTo>
                  <a:pt x="214270" y="18466"/>
                  <a:pt x="215597" y="22162"/>
                  <a:pt x="212841" y="20546"/>
                </a:cubicBezTo>
                <a:cubicBezTo>
                  <a:pt x="210085" y="18931"/>
                  <a:pt x="201706" y="13789"/>
                  <a:pt x="196305" y="10853"/>
                </a:cubicBezTo>
                <a:cubicBezTo>
                  <a:pt x="190904" y="7918"/>
                  <a:pt x="185406" y="4669"/>
                  <a:pt x="180433" y="2933"/>
                </a:cubicBezTo>
                <a:cubicBezTo>
                  <a:pt x="175461" y="1196"/>
                  <a:pt x="170675" y="0"/>
                  <a:pt x="166469" y="436"/>
                </a:cubicBezTo>
                <a:cubicBezTo>
                  <a:pt x="162263" y="871"/>
                  <a:pt x="158751" y="3263"/>
                  <a:pt x="155196" y="5546"/>
                </a:cubicBezTo>
                <a:cubicBezTo>
                  <a:pt x="151641" y="7829"/>
                  <a:pt x="148534" y="11377"/>
                  <a:pt x="145139" y="14132"/>
                </a:cubicBezTo>
                <a:cubicBezTo>
                  <a:pt x="141744" y="16886"/>
                  <a:pt x="138253" y="19383"/>
                  <a:pt x="134827" y="22070"/>
                </a:cubicBezTo>
                <a:cubicBezTo>
                  <a:pt x="131401" y="24758"/>
                  <a:pt x="127901" y="27250"/>
                  <a:pt x="124581" y="30255"/>
                </a:cubicBezTo>
                <a:cubicBezTo>
                  <a:pt x="121260" y="33260"/>
                  <a:pt x="118298" y="37277"/>
                  <a:pt x="114905" y="40100"/>
                </a:cubicBezTo>
                <a:cubicBezTo>
                  <a:pt x="111512" y="42922"/>
                  <a:pt x="108361" y="46419"/>
                  <a:pt x="104224" y="47188"/>
                </a:cubicBezTo>
                <a:cubicBezTo>
                  <a:pt x="100087" y="47957"/>
                  <a:pt x="95334" y="47009"/>
                  <a:pt x="90083" y="44712"/>
                </a:cubicBezTo>
                <a:cubicBezTo>
                  <a:pt x="84832" y="42415"/>
                  <a:pt x="78428" y="36939"/>
                  <a:pt x="72719" y="33405"/>
                </a:cubicBezTo>
                <a:cubicBezTo>
                  <a:pt x="67010" y="29870"/>
                  <a:pt x="60800" y="24961"/>
                  <a:pt x="55829" y="23504"/>
                </a:cubicBezTo>
                <a:cubicBezTo>
                  <a:pt x="50857" y="22047"/>
                  <a:pt x="46549" y="22474"/>
                  <a:pt x="42890" y="24665"/>
                </a:cubicBezTo>
                <a:cubicBezTo>
                  <a:pt x="39231" y="26856"/>
                  <a:pt x="36647" y="32039"/>
                  <a:pt x="33874" y="36652"/>
                </a:cubicBezTo>
                <a:cubicBezTo>
                  <a:pt x="31101" y="41264"/>
                  <a:pt x="28845" y="47262"/>
                  <a:pt x="26252" y="52339"/>
                </a:cubicBezTo>
                <a:cubicBezTo>
                  <a:pt x="23659" y="57415"/>
                  <a:pt x="20993" y="62272"/>
                  <a:pt x="18314" y="67111"/>
                </a:cubicBezTo>
                <a:cubicBezTo>
                  <a:pt x="15636" y="71950"/>
                  <a:pt x="12806" y="76444"/>
                  <a:pt x="10181" y="81373"/>
                </a:cubicBezTo>
                <a:cubicBezTo>
                  <a:pt x="7556" y="86302"/>
                  <a:pt x="3833" y="94131"/>
                  <a:pt x="2564" y="96682"/>
                </a:cubicBezTo>
                <a:cubicBezTo>
                  <a:pt x="1294" y="99234"/>
                  <a:pt x="0" y="95727"/>
                  <a:pt x="2564" y="96682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38"/>
                </a:srgbClr>
              </a:gs>
              <a:gs pos="18000">
                <a:srgbClr val="767676">
                  <a:alpha val="2122"/>
                </a:srgbClr>
              </a:gs>
              <a:gs pos="48000">
                <a:srgbClr val="767676">
                  <a:alpha val="3422"/>
                </a:srgbClr>
              </a:gs>
              <a:gs pos="78000">
                <a:srgbClr val="767676">
                  <a:alpha val="2565"/>
                </a:srgbClr>
              </a:gs>
              <a:gs pos="100000">
                <a:srgbClr val="767676">
                  <a:alpha val="155"/>
                </a:srgbClr>
              </a:gs>
            </a:gsLst>
            <a:lin ang="20405811" scaled="0"/>
          </a:gradFill>
          <a:ln w="0">
            <a:noFill/>
            <a:prstDash val="solid"/>
          </a:ln>
        </p:spPr>
      </p:sp>
      <p:sp>
        <p:nvSpPr>
          <p:cNvPr id="890" name="PANEL_A-facility-platform_1246">
            <a:extLst>
              <a:ext uri="{FF2B5EF4-FFF2-40B4-BE49-F238E27FC236}">
                <a16:creationId xmlns:a16="http://schemas.microsoft.com/office/drawing/2014/main" id="{7BCEBC99-D45C-4A1D-9159-0FE859870617}"/>
              </a:ext>
            </a:extLst>
          </p:cNvPr>
          <p:cNvSpPr>
            <a:spLocks/>
          </p:cNvSpPr>
          <p:nvPr/>
        </p:nvSpPr>
        <p:spPr>
          <a:xfrm>
            <a:off x="11183303" y="2902744"/>
            <a:ext cx="660559" cy="99536"/>
          </a:xfrm>
          <a:custGeom>
            <a:pathLst>
              <a:path w="693500" h="104500">
                <a:moveTo>
                  <a:pt x="0" y="0"/>
                </a:moveTo>
                <a:lnTo>
                  <a:pt x="636500" y="0"/>
                </a:lnTo>
                <a:lnTo>
                  <a:pt x="693500" y="104500"/>
                </a:lnTo>
                <a:lnTo>
                  <a:pt x="47500" y="104500"/>
                </a:lnTo>
                <a:close/>
              </a:path>
            </a:pathLst>
          </a:custGeom>
          <a:solidFill>
            <a:srgbClr val="E1E1E1"/>
          </a:solidFill>
          <a:ln w="5429">
            <a:solidFill>
              <a:srgbClr val="939393"/>
            </a:solidFill>
            <a:prstDash val="solid"/>
          </a:ln>
        </p:spPr>
      </p:sp>
      <p:sp>
        <p:nvSpPr>
          <p:cNvPr id="891" name="PANEL_A-tank-0-side_1247">
            <a:extLst>
              <a:ext uri="{FF2B5EF4-FFF2-40B4-BE49-F238E27FC236}">
                <a16:creationId xmlns:a16="http://schemas.microsoft.com/office/drawing/2014/main" id="{621D4F62-2752-4837-9C98-04D2465367E2}"/>
              </a:ext>
            </a:extLst>
          </p:cNvPr>
          <p:cNvSpPr>
            <a:spLocks/>
          </p:cNvSpPr>
          <p:nvPr/>
        </p:nvSpPr>
        <p:spPr>
          <a:xfrm>
            <a:off x="11264741" y="2676525"/>
            <a:ext cx="144780" cy="199072"/>
          </a:xfrm>
          <a:custGeom>
            <a:pathLst>
              <a:path w="152000" h="209000">
                <a:moveTo>
                  <a:pt x="0" y="0"/>
                </a:moveTo>
                <a:lnTo>
                  <a:pt x="152000" y="0"/>
                </a:lnTo>
                <a:lnTo>
                  <a:pt x="152000" y="209000"/>
                </a:lnTo>
                <a:lnTo>
                  <a:pt x="0" y="209000"/>
                </a:lnTo>
                <a:close/>
              </a:path>
            </a:pathLst>
          </a:custGeom>
          <a:solidFill>
            <a:srgbClr val="696969"/>
          </a:solidFill>
          <a:ln w="0">
            <a:noFill/>
            <a:prstDash val="solid"/>
          </a:ln>
        </p:spPr>
      </p:sp>
      <p:sp>
        <p:nvSpPr>
          <p:cNvPr id="892" name="PANEL_A-tank-0-bottom_1248">
            <a:extLst>
              <a:ext uri="{FF2B5EF4-FFF2-40B4-BE49-F238E27FC236}">
                <a16:creationId xmlns:a16="http://schemas.microsoft.com/office/drawing/2014/main" id="{AA37E1EC-E5E3-4775-B692-D17B8391EC67}"/>
              </a:ext>
            </a:extLst>
          </p:cNvPr>
          <p:cNvSpPr>
            <a:spLocks/>
          </p:cNvSpPr>
          <p:nvPr/>
        </p:nvSpPr>
        <p:spPr>
          <a:xfrm>
            <a:off x="11264741" y="2843927"/>
            <a:ext cx="144780" cy="63341"/>
          </a:xfrm>
          <a:prstGeom prst="ellipse">
            <a:avLst/>
          </a:prstGeom>
          <a:solidFill>
            <a:srgbClr val="696969"/>
          </a:solidFill>
          <a:ln w="0">
            <a:noFill/>
            <a:prstDash val="solid"/>
          </a:ln>
        </p:spPr>
      </p:sp>
      <p:sp>
        <p:nvSpPr>
          <p:cNvPr id="893" name="PANEL_A-tank-0-cap_1249">
            <a:extLst>
              <a:ext uri="{FF2B5EF4-FFF2-40B4-BE49-F238E27FC236}">
                <a16:creationId xmlns:a16="http://schemas.microsoft.com/office/drawing/2014/main" id="{BCF80174-FA18-440F-835D-AEF5678C0B1F}"/>
              </a:ext>
            </a:extLst>
          </p:cNvPr>
          <p:cNvSpPr>
            <a:spLocks/>
          </p:cNvSpPr>
          <p:nvPr/>
        </p:nvSpPr>
        <p:spPr>
          <a:xfrm>
            <a:off x="11264741" y="2643045"/>
            <a:ext cx="144780" cy="66961"/>
          </a:xfrm>
          <a:prstGeom prst="ellipse">
            <a:avLst/>
          </a:prstGeom>
          <a:solidFill>
            <a:srgbClr val="DBDBDB"/>
          </a:solidFill>
          <a:ln w="5882">
            <a:solidFill>
              <a:srgbClr val="747474"/>
            </a:solidFill>
            <a:prstDash val="solid"/>
          </a:ln>
        </p:spPr>
      </p:sp>
      <p:sp>
        <p:nvSpPr>
          <p:cNvPr id="894" name="PANEL_A-tank-1-side_1250">
            <a:extLst>
              <a:ext uri="{FF2B5EF4-FFF2-40B4-BE49-F238E27FC236}">
                <a16:creationId xmlns:a16="http://schemas.microsoft.com/office/drawing/2014/main" id="{C324AFBE-5BE6-4FCC-B359-A7DBB792ABA9}"/>
              </a:ext>
            </a:extLst>
          </p:cNvPr>
          <p:cNvSpPr>
            <a:spLocks/>
          </p:cNvSpPr>
          <p:nvPr/>
        </p:nvSpPr>
        <p:spPr>
          <a:xfrm>
            <a:off x="11490960" y="2676525"/>
            <a:ext cx="144780" cy="199072"/>
          </a:xfrm>
          <a:custGeom>
            <a:pathLst>
              <a:path w="152000" h="209000">
                <a:moveTo>
                  <a:pt x="0" y="0"/>
                </a:moveTo>
                <a:lnTo>
                  <a:pt x="152000" y="0"/>
                </a:lnTo>
                <a:lnTo>
                  <a:pt x="152000" y="209000"/>
                </a:lnTo>
                <a:lnTo>
                  <a:pt x="0" y="209000"/>
                </a:lnTo>
                <a:close/>
              </a:path>
            </a:pathLst>
          </a:custGeom>
          <a:solidFill>
            <a:srgbClr val="696969"/>
          </a:solidFill>
          <a:ln w="0">
            <a:noFill/>
            <a:prstDash val="solid"/>
          </a:ln>
        </p:spPr>
      </p:sp>
      <p:sp>
        <p:nvSpPr>
          <p:cNvPr id="895" name="PANEL_A-tank-1-bottom_1251">
            <a:extLst>
              <a:ext uri="{FF2B5EF4-FFF2-40B4-BE49-F238E27FC236}">
                <a16:creationId xmlns:a16="http://schemas.microsoft.com/office/drawing/2014/main" id="{AD70ADD3-D1FC-43B2-8FB1-A01428F4B9A0}"/>
              </a:ext>
            </a:extLst>
          </p:cNvPr>
          <p:cNvSpPr>
            <a:spLocks/>
          </p:cNvSpPr>
          <p:nvPr/>
        </p:nvSpPr>
        <p:spPr>
          <a:xfrm>
            <a:off x="11490960" y="2843927"/>
            <a:ext cx="144780" cy="63341"/>
          </a:xfrm>
          <a:prstGeom prst="ellipse">
            <a:avLst/>
          </a:prstGeom>
          <a:solidFill>
            <a:srgbClr val="696969"/>
          </a:solidFill>
          <a:ln w="0">
            <a:noFill/>
            <a:prstDash val="solid"/>
          </a:ln>
        </p:spPr>
      </p:sp>
      <p:sp>
        <p:nvSpPr>
          <p:cNvPr id="896" name="PANEL_A-tank-1-cap_1252">
            <a:extLst>
              <a:ext uri="{FF2B5EF4-FFF2-40B4-BE49-F238E27FC236}">
                <a16:creationId xmlns:a16="http://schemas.microsoft.com/office/drawing/2014/main" id="{716029CD-6AC6-45F3-BEA8-F9A4F93643FA}"/>
              </a:ext>
            </a:extLst>
          </p:cNvPr>
          <p:cNvSpPr>
            <a:spLocks/>
          </p:cNvSpPr>
          <p:nvPr/>
        </p:nvSpPr>
        <p:spPr>
          <a:xfrm>
            <a:off x="11490960" y="2643045"/>
            <a:ext cx="144780" cy="66961"/>
          </a:xfrm>
          <a:prstGeom prst="ellipse">
            <a:avLst/>
          </a:prstGeom>
          <a:solidFill>
            <a:srgbClr val="DBDBDB"/>
          </a:solidFill>
          <a:ln w="5882">
            <a:solidFill>
              <a:srgbClr val="747474"/>
            </a:solidFill>
            <a:prstDash val="solid"/>
          </a:ln>
        </p:spPr>
      </p:sp>
      <p:sp>
        <p:nvSpPr>
          <p:cNvPr id="897" name="PANEL_A-source-pipe_1253">
            <a:extLst>
              <a:ext uri="{FF2B5EF4-FFF2-40B4-BE49-F238E27FC236}">
                <a16:creationId xmlns:a16="http://schemas.microsoft.com/office/drawing/2014/main" id="{BFA6F7E8-E5FB-4D28-8BC7-B3D449BD7D6C}"/>
              </a:ext>
            </a:extLst>
          </p:cNvPr>
          <p:cNvSpPr>
            <a:spLocks/>
          </p:cNvSpPr>
          <p:nvPr/>
        </p:nvSpPr>
        <p:spPr>
          <a:xfrm>
            <a:off x="11563350" y="2785110"/>
            <a:ext cx="199073" cy="1905"/>
          </a:xfrm>
          <a:custGeom>
            <a:pathLst>
              <a:path w="209000" h="2000">
                <a:moveTo>
                  <a:pt x="0" y="0"/>
                </a:moveTo>
                <a:lnTo>
                  <a:pt x="209000" y="0"/>
                </a:lnTo>
              </a:path>
            </a:pathLst>
          </a:custGeom>
          <a:noFill/>
          <a:ln w="19907">
            <a:solidFill>
              <a:srgbClr val="515151"/>
            </a:solidFill>
            <a:prstDash val="solid"/>
          </a:ln>
        </p:spPr>
      </p:sp>
      <p:sp>
        <p:nvSpPr>
          <p:cNvPr id="898" name="PANEL_A-same-source-node_1254">
            <a:extLst>
              <a:ext uri="{FF2B5EF4-FFF2-40B4-BE49-F238E27FC236}">
                <a16:creationId xmlns:a16="http://schemas.microsoft.com/office/drawing/2014/main" id="{65199B34-211D-4D24-B586-04A422CF0E4C}"/>
              </a:ext>
            </a:extLst>
          </p:cNvPr>
          <p:cNvSpPr>
            <a:spLocks/>
          </p:cNvSpPr>
          <p:nvPr/>
        </p:nvSpPr>
        <p:spPr>
          <a:xfrm>
            <a:off x="11741610" y="2764298"/>
            <a:ext cx="41624" cy="41624"/>
          </a:xfrm>
          <a:prstGeom prst="ellipse">
            <a:avLst/>
          </a:prstGeom>
          <a:solidFill>
            <a:srgbClr val="7A7A7A"/>
          </a:solidFill>
          <a:ln w="0">
            <a:noFill/>
            <a:prstDash val="solid"/>
          </a:ln>
        </p:spPr>
      </p:sp>
      <p:sp>
        <p:nvSpPr>
          <p:cNvPr id="900" name="PANEL_A-low-level-wind_1255">
            <a:extLst>
              <a:ext uri="{FF2B5EF4-FFF2-40B4-BE49-F238E27FC236}">
                <a16:creationId xmlns:a16="http://schemas.microsoft.com/office/drawing/2014/main" id="{5CFE5CC6-30F1-473B-BAC1-E5C6258689B6}"/>
              </a:ext>
            </a:extLst>
          </p:cNvPr>
          <p:cNvSpPr>
            <a:spLocks/>
          </p:cNvSpPr>
          <p:nvPr/>
        </p:nvSpPr>
        <p:spPr>
          <a:xfrm>
            <a:off x="11563350" y="1364456"/>
            <a:ext cx="551974" cy="941070"/>
          </a:xfrm>
          <a:custGeom>
            <a:pathLst>
              <a:path w="579500" h="988000">
                <a:moveTo>
                  <a:pt x="0" y="988000"/>
                </a:moveTo>
                <a:cubicBezTo>
                  <a:pt x="52250" y="905667"/>
                  <a:pt x="216917" y="658667"/>
                  <a:pt x="313500" y="494000"/>
                </a:cubicBezTo>
                <a:cubicBezTo>
                  <a:pt x="410083" y="329333"/>
                  <a:pt x="535167" y="82333"/>
                  <a:pt x="579500" y="0"/>
                </a:cubicBezTo>
              </a:path>
            </a:pathLst>
          </a:custGeom>
          <a:noFill/>
          <a:ln w="18098">
            <a:solidFill>
              <a:srgbClr val="757575"/>
            </a:solidFill>
            <a:prstDash val="solid"/>
          </a:ln>
        </p:spPr>
      </p:sp>
      <p:sp>
        <p:nvSpPr>
          <p:cNvPr id="901" name="PANEL_A-low-level-wind-arrow-shaft_1256">
            <a:extLst>
              <a:ext uri="{FF2B5EF4-FFF2-40B4-BE49-F238E27FC236}">
                <a16:creationId xmlns:a16="http://schemas.microsoft.com/office/drawing/2014/main" id="{DEABA677-CE70-4F59-98B3-7FF1FE834CC3}"/>
              </a:ext>
            </a:extLst>
          </p:cNvPr>
          <p:cNvSpPr>
            <a:spLocks/>
          </p:cNvSpPr>
          <p:nvPr/>
        </p:nvSpPr>
        <p:spPr>
          <a:xfrm>
            <a:off x="11970544" y="1390006"/>
            <a:ext cx="131154" cy="245913"/>
          </a:xfrm>
          <a:custGeom>
            <a:pathLst>
              <a:path w="137694" h="258176">
                <a:moveTo>
                  <a:pt x="0" y="258176"/>
                </a:moveTo>
                <a:lnTo>
                  <a:pt x="137694" y="0"/>
                </a:lnTo>
              </a:path>
            </a:pathLst>
          </a:custGeom>
          <a:noFill/>
          <a:ln w="18098">
            <a:solidFill>
              <a:srgbClr val="757575"/>
            </a:solidFill>
            <a:prstDash val="solid"/>
          </a:ln>
        </p:spPr>
      </p:sp>
      <p:sp>
        <p:nvSpPr>
          <p:cNvPr id="902" name="PANEL_A-low-level-wind-arrow-head_1257">
            <a:extLst>
              <a:ext uri="{FF2B5EF4-FFF2-40B4-BE49-F238E27FC236}">
                <a16:creationId xmlns:a16="http://schemas.microsoft.com/office/drawing/2014/main" id="{7B9CFEDA-A303-44A8-97B2-B28E52B62C15}"/>
              </a:ext>
            </a:extLst>
          </p:cNvPr>
          <p:cNvSpPr>
            <a:spLocks/>
          </p:cNvSpPr>
          <p:nvPr/>
        </p:nvSpPr>
        <p:spPr>
          <a:xfrm>
            <a:off x="12054431" y="1364456"/>
            <a:ext cx="60893" cy="78181"/>
          </a:xfrm>
          <a:custGeom>
            <a:pathLst>
              <a:path w="63929" h="82080">
                <a:moveTo>
                  <a:pt x="63929" y="0"/>
                </a:moveTo>
                <a:lnTo>
                  <a:pt x="56329" y="82080"/>
                </a:lnTo>
                <a:lnTo>
                  <a:pt x="0" y="52038"/>
                </a:lnTo>
                <a:close/>
              </a:path>
            </a:pathLst>
          </a:custGeom>
          <a:solidFill>
            <a:srgbClr val="757575"/>
          </a:solidFill>
          <a:ln w="0">
            <a:noFill/>
            <a:prstDash val="solid"/>
          </a:ln>
        </p:spPr>
      </p:sp>
      <p:sp>
        <p:nvSpPr>
          <p:cNvPr id="904" name="PANEL_A-continuous-boustrophedon-flight-route_1258">
            <a:extLst>
              <a:ext uri="{FF2B5EF4-FFF2-40B4-BE49-F238E27FC236}">
                <a16:creationId xmlns:a16="http://schemas.microsoft.com/office/drawing/2014/main" id="{A0BE724F-EF66-4F01-9B55-1B11576EE701}"/>
              </a:ext>
            </a:extLst>
          </p:cNvPr>
          <p:cNvSpPr>
            <a:spLocks/>
          </p:cNvSpPr>
          <p:nvPr/>
        </p:nvSpPr>
        <p:spPr>
          <a:xfrm>
            <a:off x="12259380" y="352444"/>
            <a:ext cx="2493474" cy="1791652"/>
          </a:xfrm>
          <a:custGeom>
            <a:pathLst>
              <a:path w="2617820" h="1881000">
                <a:moveTo>
                  <a:pt x="295450" y="1881000"/>
                </a:moveTo>
                <a:lnTo>
                  <a:pt x="2427820" y="1701260"/>
                </a:lnTo>
                <a:cubicBezTo>
                  <a:pt x="2617820" y="1663260"/>
                  <a:pt x="2591457" y="1313945"/>
                  <a:pt x="2401457" y="1275945"/>
                </a:cubicBezTo>
                <a:lnTo>
                  <a:pt x="269088" y="1455685"/>
                </a:lnTo>
                <a:cubicBezTo>
                  <a:pt x="79088" y="1417685"/>
                  <a:pt x="52725" y="1068370"/>
                  <a:pt x="242725" y="1030370"/>
                </a:cubicBezTo>
                <a:lnTo>
                  <a:pt x="2375095" y="850630"/>
                </a:lnTo>
                <a:cubicBezTo>
                  <a:pt x="2565095" y="812630"/>
                  <a:pt x="2538732" y="463315"/>
                  <a:pt x="2348732" y="425315"/>
                </a:cubicBezTo>
                <a:lnTo>
                  <a:pt x="216363" y="605055"/>
                </a:lnTo>
                <a:cubicBezTo>
                  <a:pt x="26363" y="567055"/>
                  <a:pt x="0" y="217740"/>
                  <a:pt x="190000" y="179740"/>
                </a:cubicBezTo>
                <a:lnTo>
                  <a:pt x="2322370" y="0"/>
                </a:lnTo>
              </a:path>
            </a:pathLst>
          </a:custGeom>
          <a:noFill/>
          <a:ln w="23527">
            <a:solidFill>
              <a:srgbClr val="3C3C3C"/>
            </a:solidFill>
            <a:prstDash val="solid"/>
          </a:ln>
        </p:spPr>
      </p:sp>
      <p:sp>
        <p:nvSpPr>
          <p:cNvPr id="906" name="PANEL_A-sample-row-0-node-0_1259">
            <a:extLst>
              <a:ext uri="{FF2B5EF4-FFF2-40B4-BE49-F238E27FC236}">
                <a16:creationId xmlns:a16="http://schemas.microsoft.com/office/drawing/2014/main" id="{4DAB7974-F88D-4F21-A171-2D10FC476573}"/>
              </a:ext>
            </a:extLst>
          </p:cNvPr>
          <p:cNvSpPr>
            <a:spLocks/>
          </p:cNvSpPr>
          <p:nvPr/>
        </p:nvSpPr>
        <p:spPr>
          <a:xfrm>
            <a:off x="12751045" y="2090072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07" name="PANEL_A-sample-row-0-node-1_1260">
            <a:extLst>
              <a:ext uri="{FF2B5EF4-FFF2-40B4-BE49-F238E27FC236}">
                <a16:creationId xmlns:a16="http://schemas.microsoft.com/office/drawing/2014/main" id="{6FE3ADE1-DBE8-4D7E-A78E-0FEE5913CC39}"/>
              </a:ext>
            </a:extLst>
          </p:cNvPr>
          <p:cNvSpPr>
            <a:spLocks/>
          </p:cNvSpPr>
          <p:nvPr/>
        </p:nvSpPr>
        <p:spPr>
          <a:xfrm>
            <a:off x="13157262" y="2055831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08" name="PANEL_A-sample-row-0-node-2_1261">
            <a:extLst>
              <a:ext uri="{FF2B5EF4-FFF2-40B4-BE49-F238E27FC236}">
                <a16:creationId xmlns:a16="http://schemas.microsoft.com/office/drawing/2014/main" id="{E19D5654-A397-4DDD-808D-8046F947FA92}"/>
              </a:ext>
            </a:extLst>
          </p:cNvPr>
          <p:cNvSpPr>
            <a:spLocks/>
          </p:cNvSpPr>
          <p:nvPr/>
        </p:nvSpPr>
        <p:spPr>
          <a:xfrm>
            <a:off x="13563478" y="2021591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09" name="PANEL_A-sample-row-0-node-3_1262">
            <a:extLst>
              <a:ext uri="{FF2B5EF4-FFF2-40B4-BE49-F238E27FC236}">
                <a16:creationId xmlns:a16="http://schemas.microsoft.com/office/drawing/2014/main" id="{28ECD0DA-06A5-4F4B-AFB1-0A23F6D2B2E7}"/>
              </a:ext>
            </a:extLst>
          </p:cNvPr>
          <p:cNvSpPr>
            <a:spLocks/>
          </p:cNvSpPr>
          <p:nvPr/>
        </p:nvSpPr>
        <p:spPr>
          <a:xfrm>
            <a:off x="13969695" y="1987350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10" name="PANEL_A-sample-row-0-node-4_1263">
            <a:extLst>
              <a:ext uri="{FF2B5EF4-FFF2-40B4-BE49-F238E27FC236}">
                <a16:creationId xmlns:a16="http://schemas.microsoft.com/office/drawing/2014/main" id="{09BA2F6D-5A6C-4B03-8970-B8EF55E3EFD6}"/>
              </a:ext>
            </a:extLst>
          </p:cNvPr>
          <p:cNvSpPr>
            <a:spLocks/>
          </p:cNvSpPr>
          <p:nvPr/>
        </p:nvSpPr>
        <p:spPr>
          <a:xfrm>
            <a:off x="14335290" y="1956534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12" name="PANEL_A-flight-heading-row-0-shaft_1264">
            <a:extLst>
              <a:ext uri="{FF2B5EF4-FFF2-40B4-BE49-F238E27FC236}">
                <a16:creationId xmlns:a16="http://schemas.microsoft.com/office/drawing/2014/main" id="{7EEC49C0-032B-456F-8192-338882712DA8}"/>
              </a:ext>
            </a:extLst>
          </p:cNvPr>
          <p:cNvSpPr>
            <a:spLocks/>
          </p:cNvSpPr>
          <p:nvPr/>
        </p:nvSpPr>
        <p:spPr>
          <a:xfrm>
            <a:off x="13678202" y="2037820"/>
            <a:ext cx="123421" cy="10403"/>
          </a:xfrm>
          <a:custGeom>
            <a:pathLst>
              <a:path w="129576" h="10922">
                <a:moveTo>
                  <a:pt x="0" y="10922"/>
                </a:moveTo>
                <a:lnTo>
                  <a:pt x="129576" y="0"/>
                </a:lnTo>
              </a:path>
            </a:pathLst>
          </a:custGeom>
          <a:noFill/>
          <a:ln w="14478">
            <a:solidFill>
              <a:srgbClr val="3C3C3C"/>
            </a:solidFill>
            <a:prstDash val="solid"/>
          </a:ln>
        </p:spPr>
      </p:sp>
      <p:sp>
        <p:nvSpPr>
          <p:cNvPr id="913" name="PANEL_A-flight-heading-row-0-head_1265">
            <a:extLst>
              <a:ext uri="{FF2B5EF4-FFF2-40B4-BE49-F238E27FC236}">
                <a16:creationId xmlns:a16="http://schemas.microsoft.com/office/drawing/2014/main" id="{E0116A81-E265-4D2D-AB01-1015C0EE38CB}"/>
              </a:ext>
            </a:extLst>
          </p:cNvPr>
          <p:cNvSpPr>
            <a:spLocks/>
          </p:cNvSpPr>
          <p:nvPr/>
        </p:nvSpPr>
        <p:spPr>
          <a:xfrm>
            <a:off x="13771831" y="2020499"/>
            <a:ext cx="48547" cy="39385"/>
          </a:xfrm>
          <a:custGeom>
            <a:pathLst>
              <a:path w="50968" h="41349">
                <a:moveTo>
                  <a:pt x="50968" y="16525"/>
                </a:moveTo>
                <a:lnTo>
                  <a:pt x="3485" y="41349"/>
                </a:lnTo>
                <a:lnTo>
                  <a:pt x="0" y="0"/>
                </a:lnTo>
                <a:close/>
              </a:path>
            </a:pathLst>
          </a:custGeom>
          <a:solidFill>
            <a:srgbClr val="3C3C3C"/>
          </a:solidFill>
          <a:ln w="0">
            <a:noFill/>
            <a:prstDash val="solid"/>
          </a:ln>
        </p:spPr>
      </p:sp>
      <p:sp>
        <p:nvSpPr>
          <p:cNvPr id="915" name="PANEL_A-sample-row-1-node-0_1266">
            <a:extLst>
              <a:ext uri="{FF2B5EF4-FFF2-40B4-BE49-F238E27FC236}">
                <a16:creationId xmlns:a16="http://schemas.microsoft.com/office/drawing/2014/main" id="{B363AA4C-1D70-4D14-8CEA-7679BE409E47}"/>
              </a:ext>
            </a:extLst>
          </p:cNvPr>
          <p:cNvSpPr>
            <a:spLocks/>
          </p:cNvSpPr>
          <p:nvPr/>
        </p:nvSpPr>
        <p:spPr>
          <a:xfrm>
            <a:off x="14269558" y="1554846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16" name="PANEL_A-sample-row-1-node-1_1267">
            <a:extLst>
              <a:ext uri="{FF2B5EF4-FFF2-40B4-BE49-F238E27FC236}">
                <a16:creationId xmlns:a16="http://schemas.microsoft.com/office/drawing/2014/main" id="{D22777E0-F402-4E98-8621-FFD43F3D3BA5}"/>
              </a:ext>
            </a:extLst>
          </p:cNvPr>
          <p:cNvSpPr>
            <a:spLocks/>
          </p:cNvSpPr>
          <p:nvPr/>
        </p:nvSpPr>
        <p:spPr>
          <a:xfrm>
            <a:off x="13863341" y="1589086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17" name="PANEL_A-sample-row-1-node-2_1268">
            <a:extLst>
              <a:ext uri="{FF2B5EF4-FFF2-40B4-BE49-F238E27FC236}">
                <a16:creationId xmlns:a16="http://schemas.microsoft.com/office/drawing/2014/main" id="{15484A6C-E982-4F36-9B15-CCC60FEA1FE3}"/>
              </a:ext>
            </a:extLst>
          </p:cNvPr>
          <p:cNvSpPr>
            <a:spLocks/>
          </p:cNvSpPr>
          <p:nvPr/>
        </p:nvSpPr>
        <p:spPr>
          <a:xfrm>
            <a:off x="13457125" y="1623327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18" name="PANEL_A-gas-hit-row-1-node-2_1269">
            <a:extLst>
              <a:ext uri="{FF2B5EF4-FFF2-40B4-BE49-F238E27FC236}">
                <a16:creationId xmlns:a16="http://schemas.microsoft.com/office/drawing/2014/main" id="{1E12D56D-5FC1-42E8-99ED-008E40CFAE94}"/>
              </a:ext>
            </a:extLst>
          </p:cNvPr>
          <p:cNvSpPr>
            <a:spLocks/>
          </p:cNvSpPr>
          <p:nvPr/>
        </p:nvSpPr>
        <p:spPr>
          <a:xfrm>
            <a:off x="13477485" y="1643686"/>
            <a:ext cx="26241" cy="26241"/>
          </a:xfrm>
          <a:prstGeom prst="ellipse">
            <a:avLst/>
          </a:prstGeom>
          <a:solidFill>
            <a:srgbClr val="3C3C3C"/>
          </a:solidFill>
          <a:ln w="0">
            <a:noFill/>
            <a:prstDash val="solid"/>
          </a:ln>
        </p:spPr>
      </p:sp>
      <p:sp>
        <p:nvSpPr>
          <p:cNvPr id="919" name="PANEL_A-sample-row-1-node-3_1270">
            <a:extLst>
              <a:ext uri="{FF2B5EF4-FFF2-40B4-BE49-F238E27FC236}">
                <a16:creationId xmlns:a16="http://schemas.microsoft.com/office/drawing/2014/main" id="{273E6832-F540-4093-B264-2D2AEDD7C57D}"/>
              </a:ext>
            </a:extLst>
          </p:cNvPr>
          <p:cNvSpPr>
            <a:spLocks/>
          </p:cNvSpPr>
          <p:nvPr/>
        </p:nvSpPr>
        <p:spPr>
          <a:xfrm>
            <a:off x="13050908" y="1657567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20" name="PANEL_A-gas-hit-row-1-node-3_1271">
            <a:extLst>
              <a:ext uri="{FF2B5EF4-FFF2-40B4-BE49-F238E27FC236}">
                <a16:creationId xmlns:a16="http://schemas.microsoft.com/office/drawing/2014/main" id="{9523A1BE-2CA4-40D6-B23B-66C85217147A}"/>
              </a:ext>
            </a:extLst>
          </p:cNvPr>
          <p:cNvSpPr>
            <a:spLocks/>
          </p:cNvSpPr>
          <p:nvPr/>
        </p:nvSpPr>
        <p:spPr>
          <a:xfrm>
            <a:off x="13071268" y="1677927"/>
            <a:ext cx="26241" cy="26241"/>
          </a:xfrm>
          <a:prstGeom prst="ellipse">
            <a:avLst/>
          </a:prstGeom>
          <a:solidFill>
            <a:srgbClr val="3C3C3C"/>
          </a:solidFill>
          <a:ln w="0">
            <a:noFill/>
            <a:prstDash val="solid"/>
          </a:ln>
        </p:spPr>
      </p:sp>
      <p:sp>
        <p:nvSpPr>
          <p:cNvPr id="921" name="PANEL_A-sample-row-1-node-4_1272">
            <a:extLst>
              <a:ext uri="{FF2B5EF4-FFF2-40B4-BE49-F238E27FC236}">
                <a16:creationId xmlns:a16="http://schemas.microsoft.com/office/drawing/2014/main" id="{D92B7AD6-955C-4893-9A67-5A311CC85518}"/>
              </a:ext>
            </a:extLst>
          </p:cNvPr>
          <p:cNvSpPr>
            <a:spLocks/>
          </p:cNvSpPr>
          <p:nvPr/>
        </p:nvSpPr>
        <p:spPr>
          <a:xfrm>
            <a:off x="12685314" y="1688383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22" name="PANEL_A-gas-hit-row-1-node-4_1273">
            <a:extLst>
              <a:ext uri="{FF2B5EF4-FFF2-40B4-BE49-F238E27FC236}">
                <a16:creationId xmlns:a16="http://schemas.microsoft.com/office/drawing/2014/main" id="{DF58793A-53C2-4E72-9882-BE5F07DB9E85}"/>
              </a:ext>
            </a:extLst>
          </p:cNvPr>
          <p:cNvSpPr>
            <a:spLocks/>
          </p:cNvSpPr>
          <p:nvPr/>
        </p:nvSpPr>
        <p:spPr>
          <a:xfrm>
            <a:off x="12705673" y="1708743"/>
            <a:ext cx="26241" cy="26241"/>
          </a:xfrm>
          <a:prstGeom prst="ellipse">
            <a:avLst/>
          </a:prstGeom>
          <a:solidFill>
            <a:srgbClr val="3C3C3C"/>
          </a:solidFill>
          <a:ln w="0">
            <a:noFill/>
            <a:prstDash val="solid"/>
          </a:ln>
        </p:spPr>
      </p:sp>
      <p:sp>
        <p:nvSpPr>
          <p:cNvPr id="924" name="PANEL_A-flight-heading-row-1-shaft_1274">
            <a:extLst>
              <a:ext uri="{FF2B5EF4-FFF2-40B4-BE49-F238E27FC236}">
                <a16:creationId xmlns:a16="http://schemas.microsoft.com/office/drawing/2014/main" id="{49C2E479-09AC-44CF-AB64-F14050D6D3A3}"/>
              </a:ext>
            </a:extLst>
          </p:cNvPr>
          <p:cNvSpPr>
            <a:spLocks/>
          </p:cNvSpPr>
          <p:nvPr/>
        </p:nvSpPr>
        <p:spPr>
          <a:xfrm>
            <a:off x="13285941" y="1663655"/>
            <a:ext cx="123421" cy="10403"/>
          </a:xfrm>
          <a:custGeom>
            <a:pathLst>
              <a:path w="129576" h="10922">
                <a:moveTo>
                  <a:pt x="129576" y="0"/>
                </a:moveTo>
                <a:lnTo>
                  <a:pt x="0" y="10922"/>
                </a:lnTo>
              </a:path>
            </a:pathLst>
          </a:custGeom>
          <a:noFill/>
          <a:ln w="14478">
            <a:solidFill>
              <a:srgbClr val="3C3C3C"/>
            </a:solidFill>
            <a:prstDash val="solid"/>
          </a:ln>
        </p:spPr>
      </p:sp>
      <p:sp>
        <p:nvSpPr>
          <p:cNvPr id="925" name="PANEL_A-flight-heading-row-1-head_1275">
            <a:extLst>
              <a:ext uri="{FF2B5EF4-FFF2-40B4-BE49-F238E27FC236}">
                <a16:creationId xmlns:a16="http://schemas.microsoft.com/office/drawing/2014/main" id="{3437415E-3952-4C8C-891E-0938E7A03F70}"/>
              </a:ext>
            </a:extLst>
          </p:cNvPr>
          <p:cNvSpPr>
            <a:spLocks/>
          </p:cNvSpPr>
          <p:nvPr/>
        </p:nvSpPr>
        <p:spPr>
          <a:xfrm>
            <a:off x="13267186" y="1651994"/>
            <a:ext cx="48547" cy="39385"/>
          </a:xfrm>
          <a:custGeom>
            <a:pathLst>
              <a:path w="50968" h="41349">
                <a:moveTo>
                  <a:pt x="0" y="24824"/>
                </a:moveTo>
                <a:lnTo>
                  <a:pt x="47483" y="0"/>
                </a:lnTo>
                <a:lnTo>
                  <a:pt x="50968" y="41349"/>
                </a:lnTo>
                <a:close/>
              </a:path>
            </a:pathLst>
          </a:custGeom>
          <a:solidFill>
            <a:srgbClr val="3C3C3C"/>
          </a:solidFill>
          <a:ln w="0">
            <a:noFill/>
            <a:prstDash val="solid"/>
          </a:ln>
        </p:spPr>
      </p:sp>
      <p:sp>
        <p:nvSpPr>
          <p:cNvPr id="927" name="PANEL_A-sample-row-2-node-0_1276">
            <a:extLst>
              <a:ext uri="{FF2B5EF4-FFF2-40B4-BE49-F238E27FC236}">
                <a16:creationId xmlns:a16="http://schemas.microsoft.com/office/drawing/2014/main" id="{48C1CF1F-FCCA-49B8-B9D3-D6B1F76D1E1F}"/>
              </a:ext>
            </a:extLst>
          </p:cNvPr>
          <p:cNvSpPr>
            <a:spLocks/>
          </p:cNvSpPr>
          <p:nvPr/>
        </p:nvSpPr>
        <p:spPr>
          <a:xfrm>
            <a:off x="12700825" y="1279847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28" name="PANEL_A-gas-hit-row-2-node-0_1277">
            <a:extLst>
              <a:ext uri="{FF2B5EF4-FFF2-40B4-BE49-F238E27FC236}">
                <a16:creationId xmlns:a16="http://schemas.microsoft.com/office/drawing/2014/main" id="{DEF9FDF9-DA03-4E4A-AE4A-7FB084194771}"/>
              </a:ext>
            </a:extLst>
          </p:cNvPr>
          <p:cNvSpPr>
            <a:spLocks/>
          </p:cNvSpPr>
          <p:nvPr/>
        </p:nvSpPr>
        <p:spPr>
          <a:xfrm>
            <a:off x="12721185" y="1300207"/>
            <a:ext cx="26241" cy="26241"/>
          </a:xfrm>
          <a:prstGeom prst="ellipse">
            <a:avLst/>
          </a:prstGeom>
          <a:solidFill>
            <a:srgbClr val="3C3C3C"/>
          </a:solidFill>
          <a:ln w="0">
            <a:noFill/>
            <a:prstDash val="solid"/>
          </a:ln>
        </p:spPr>
      </p:sp>
      <p:sp>
        <p:nvSpPr>
          <p:cNvPr id="929" name="PANEL_A-sample-row-2-node-1_1278">
            <a:extLst>
              <a:ext uri="{FF2B5EF4-FFF2-40B4-BE49-F238E27FC236}">
                <a16:creationId xmlns:a16="http://schemas.microsoft.com/office/drawing/2014/main" id="{BCFEF0DA-19DA-4DFD-A239-255775DFC60B}"/>
              </a:ext>
            </a:extLst>
          </p:cNvPr>
          <p:cNvSpPr>
            <a:spLocks/>
          </p:cNvSpPr>
          <p:nvPr/>
        </p:nvSpPr>
        <p:spPr>
          <a:xfrm>
            <a:off x="13107041" y="1245606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30" name="PANEL_A-gas-hit-row-2-node-1_1279">
            <a:extLst>
              <a:ext uri="{FF2B5EF4-FFF2-40B4-BE49-F238E27FC236}">
                <a16:creationId xmlns:a16="http://schemas.microsoft.com/office/drawing/2014/main" id="{CC0CCBAE-3BE5-4584-B559-261AE189DE69}"/>
              </a:ext>
            </a:extLst>
          </p:cNvPr>
          <p:cNvSpPr>
            <a:spLocks/>
          </p:cNvSpPr>
          <p:nvPr/>
        </p:nvSpPr>
        <p:spPr>
          <a:xfrm>
            <a:off x="13127401" y="1265966"/>
            <a:ext cx="26241" cy="26241"/>
          </a:xfrm>
          <a:prstGeom prst="ellipse">
            <a:avLst/>
          </a:prstGeom>
          <a:solidFill>
            <a:srgbClr val="3C3C3C"/>
          </a:solidFill>
          <a:ln w="0">
            <a:noFill/>
            <a:prstDash val="solid"/>
          </a:ln>
        </p:spPr>
      </p:sp>
      <p:sp>
        <p:nvSpPr>
          <p:cNvPr id="931" name="PANEL_A-sample-row-2-node-2_1280">
            <a:extLst>
              <a:ext uri="{FF2B5EF4-FFF2-40B4-BE49-F238E27FC236}">
                <a16:creationId xmlns:a16="http://schemas.microsoft.com/office/drawing/2014/main" id="{794E9457-BAB5-4E35-A86B-DF13F91A74C3}"/>
              </a:ext>
            </a:extLst>
          </p:cNvPr>
          <p:cNvSpPr>
            <a:spLocks/>
          </p:cNvSpPr>
          <p:nvPr/>
        </p:nvSpPr>
        <p:spPr>
          <a:xfrm>
            <a:off x="13513258" y="1211366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32" name="PANEL_A-gas-hit-row-2-node-2_1281">
            <a:extLst>
              <a:ext uri="{FF2B5EF4-FFF2-40B4-BE49-F238E27FC236}">
                <a16:creationId xmlns:a16="http://schemas.microsoft.com/office/drawing/2014/main" id="{C823422A-388F-4805-BF01-C5374B1F5CED}"/>
              </a:ext>
            </a:extLst>
          </p:cNvPr>
          <p:cNvSpPr>
            <a:spLocks/>
          </p:cNvSpPr>
          <p:nvPr/>
        </p:nvSpPr>
        <p:spPr>
          <a:xfrm>
            <a:off x="13533618" y="1231726"/>
            <a:ext cx="26241" cy="26241"/>
          </a:xfrm>
          <a:prstGeom prst="ellipse">
            <a:avLst/>
          </a:prstGeom>
          <a:solidFill>
            <a:srgbClr val="3C3C3C"/>
          </a:solidFill>
          <a:ln w="0">
            <a:noFill/>
            <a:prstDash val="solid"/>
          </a:ln>
        </p:spPr>
      </p:sp>
      <p:sp>
        <p:nvSpPr>
          <p:cNvPr id="933" name="PANEL_A-sample-row-2-node-3_1282">
            <a:extLst>
              <a:ext uri="{FF2B5EF4-FFF2-40B4-BE49-F238E27FC236}">
                <a16:creationId xmlns:a16="http://schemas.microsoft.com/office/drawing/2014/main" id="{F5DF84A2-3362-441E-9B7B-FD3E94F91E21}"/>
              </a:ext>
            </a:extLst>
          </p:cNvPr>
          <p:cNvSpPr>
            <a:spLocks/>
          </p:cNvSpPr>
          <p:nvPr/>
        </p:nvSpPr>
        <p:spPr>
          <a:xfrm>
            <a:off x="13919474" y="1177125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34" name="PANEL_A-sample-row-2-node-4_1283">
            <a:extLst>
              <a:ext uri="{FF2B5EF4-FFF2-40B4-BE49-F238E27FC236}">
                <a16:creationId xmlns:a16="http://schemas.microsoft.com/office/drawing/2014/main" id="{89FB1D7F-C97D-4361-80E9-88C39842D90B}"/>
              </a:ext>
            </a:extLst>
          </p:cNvPr>
          <p:cNvSpPr>
            <a:spLocks/>
          </p:cNvSpPr>
          <p:nvPr/>
        </p:nvSpPr>
        <p:spPr>
          <a:xfrm>
            <a:off x="14285069" y="1146309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36" name="PANEL_A-flight-heading-row-2-shaft_1284">
            <a:extLst>
              <a:ext uri="{FF2B5EF4-FFF2-40B4-BE49-F238E27FC236}">
                <a16:creationId xmlns:a16="http://schemas.microsoft.com/office/drawing/2014/main" id="{01872E7A-F3B5-453A-B28A-A0BF15B76EFF}"/>
              </a:ext>
            </a:extLst>
          </p:cNvPr>
          <p:cNvSpPr>
            <a:spLocks/>
          </p:cNvSpPr>
          <p:nvPr/>
        </p:nvSpPr>
        <p:spPr>
          <a:xfrm>
            <a:off x="13627982" y="1227595"/>
            <a:ext cx="123421" cy="10403"/>
          </a:xfrm>
          <a:custGeom>
            <a:pathLst>
              <a:path w="129576" h="10922">
                <a:moveTo>
                  <a:pt x="0" y="10922"/>
                </a:moveTo>
                <a:lnTo>
                  <a:pt x="129576" y="0"/>
                </a:lnTo>
              </a:path>
            </a:pathLst>
          </a:custGeom>
          <a:noFill/>
          <a:ln w="14478">
            <a:solidFill>
              <a:srgbClr val="3C3C3C"/>
            </a:solidFill>
            <a:prstDash val="solid"/>
          </a:ln>
        </p:spPr>
      </p:sp>
      <p:sp>
        <p:nvSpPr>
          <p:cNvPr id="937" name="PANEL_A-flight-heading-row-2-head_1285">
            <a:extLst>
              <a:ext uri="{FF2B5EF4-FFF2-40B4-BE49-F238E27FC236}">
                <a16:creationId xmlns:a16="http://schemas.microsoft.com/office/drawing/2014/main" id="{8CCBDA9C-E8DF-4E90-A62D-D3FDACAC64E7}"/>
              </a:ext>
            </a:extLst>
          </p:cNvPr>
          <p:cNvSpPr>
            <a:spLocks/>
          </p:cNvSpPr>
          <p:nvPr/>
        </p:nvSpPr>
        <p:spPr>
          <a:xfrm>
            <a:off x="13721610" y="1210274"/>
            <a:ext cx="48547" cy="39385"/>
          </a:xfrm>
          <a:custGeom>
            <a:pathLst>
              <a:path w="50968" h="41349">
                <a:moveTo>
                  <a:pt x="50968" y="16525"/>
                </a:moveTo>
                <a:lnTo>
                  <a:pt x="3485" y="41349"/>
                </a:lnTo>
                <a:lnTo>
                  <a:pt x="0" y="0"/>
                </a:lnTo>
                <a:close/>
              </a:path>
            </a:pathLst>
          </a:custGeom>
          <a:solidFill>
            <a:srgbClr val="3C3C3C"/>
          </a:solidFill>
          <a:ln w="0">
            <a:noFill/>
            <a:prstDash val="solid"/>
          </a:ln>
        </p:spPr>
      </p:sp>
      <p:sp>
        <p:nvSpPr>
          <p:cNvPr id="939" name="PANEL_A-sample-row-3-node-0_1286">
            <a:extLst>
              <a:ext uri="{FF2B5EF4-FFF2-40B4-BE49-F238E27FC236}">
                <a16:creationId xmlns:a16="http://schemas.microsoft.com/office/drawing/2014/main" id="{1A679C21-3A9B-4C69-843D-392C5B5E5FD3}"/>
              </a:ext>
            </a:extLst>
          </p:cNvPr>
          <p:cNvSpPr>
            <a:spLocks/>
          </p:cNvSpPr>
          <p:nvPr/>
        </p:nvSpPr>
        <p:spPr>
          <a:xfrm>
            <a:off x="14219337" y="744620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40" name="PANEL_A-sample-row-3-node-1_1287">
            <a:extLst>
              <a:ext uri="{FF2B5EF4-FFF2-40B4-BE49-F238E27FC236}">
                <a16:creationId xmlns:a16="http://schemas.microsoft.com/office/drawing/2014/main" id="{3B0BB845-DBFB-4FC7-91E3-C444F8818700}"/>
              </a:ext>
            </a:extLst>
          </p:cNvPr>
          <p:cNvSpPr>
            <a:spLocks/>
          </p:cNvSpPr>
          <p:nvPr/>
        </p:nvSpPr>
        <p:spPr>
          <a:xfrm>
            <a:off x="13813121" y="778861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41" name="PANEL_A-sample-row-3-node-2_1288">
            <a:extLst>
              <a:ext uri="{FF2B5EF4-FFF2-40B4-BE49-F238E27FC236}">
                <a16:creationId xmlns:a16="http://schemas.microsoft.com/office/drawing/2014/main" id="{E93DD8BD-C6B9-40AE-A2FD-32090FA21CA1}"/>
              </a:ext>
            </a:extLst>
          </p:cNvPr>
          <p:cNvSpPr>
            <a:spLocks/>
          </p:cNvSpPr>
          <p:nvPr/>
        </p:nvSpPr>
        <p:spPr>
          <a:xfrm>
            <a:off x="13406904" y="813101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42" name="PANEL_A-gas-hit-row-3-node-2_1289">
            <a:extLst>
              <a:ext uri="{FF2B5EF4-FFF2-40B4-BE49-F238E27FC236}">
                <a16:creationId xmlns:a16="http://schemas.microsoft.com/office/drawing/2014/main" id="{CAD474F3-6A18-4665-A4CB-304C01C704D5}"/>
              </a:ext>
            </a:extLst>
          </p:cNvPr>
          <p:cNvSpPr>
            <a:spLocks/>
          </p:cNvSpPr>
          <p:nvPr/>
        </p:nvSpPr>
        <p:spPr>
          <a:xfrm>
            <a:off x="13427264" y="833461"/>
            <a:ext cx="26241" cy="26241"/>
          </a:xfrm>
          <a:prstGeom prst="ellipse">
            <a:avLst/>
          </a:prstGeom>
          <a:solidFill>
            <a:srgbClr val="3C3C3C"/>
          </a:solidFill>
          <a:ln w="0">
            <a:noFill/>
            <a:prstDash val="solid"/>
          </a:ln>
        </p:spPr>
      </p:sp>
      <p:sp>
        <p:nvSpPr>
          <p:cNvPr id="943" name="PANEL_A-sample-row-3-node-3_1290">
            <a:extLst>
              <a:ext uri="{FF2B5EF4-FFF2-40B4-BE49-F238E27FC236}">
                <a16:creationId xmlns:a16="http://schemas.microsoft.com/office/drawing/2014/main" id="{9D3F3362-51E7-479B-AB6E-D7CC752F0582}"/>
              </a:ext>
            </a:extLst>
          </p:cNvPr>
          <p:cNvSpPr>
            <a:spLocks/>
          </p:cNvSpPr>
          <p:nvPr/>
        </p:nvSpPr>
        <p:spPr>
          <a:xfrm>
            <a:off x="13000688" y="847342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44" name="PANEL_A-gas-hit-row-3-node-3_1291">
            <a:extLst>
              <a:ext uri="{FF2B5EF4-FFF2-40B4-BE49-F238E27FC236}">
                <a16:creationId xmlns:a16="http://schemas.microsoft.com/office/drawing/2014/main" id="{DF236CF4-49DA-47BB-8C2E-8A95F8C045FC}"/>
              </a:ext>
            </a:extLst>
          </p:cNvPr>
          <p:cNvSpPr>
            <a:spLocks/>
          </p:cNvSpPr>
          <p:nvPr/>
        </p:nvSpPr>
        <p:spPr>
          <a:xfrm>
            <a:off x="13021048" y="867702"/>
            <a:ext cx="26241" cy="26241"/>
          </a:xfrm>
          <a:prstGeom prst="ellipse">
            <a:avLst/>
          </a:prstGeom>
          <a:solidFill>
            <a:srgbClr val="3C3C3C"/>
          </a:solidFill>
          <a:ln w="0">
            <a:noFill/>
            <a:prstDash val="solid"/>
          </a:ln>
        </p:spPr>
      </p:sp>
      <p:sp>
        <p:nvSpPr>
          <p:cNvPr id="945" name="PANEL_A-sample-row-3-node-4_1292">
            <a:extLst>
              <a:ext uri="{FF2B5EF4-FFF2-40B4-BE49-F238E27FC236}">
                <a16:creationId xmlns:a16="http://schemas.microsoft.com/office/drawing/2014/main" id="{71B3CB09-BB04-4278-9579-56DD5E4BB3E6}"/>
              </a:ext>
            </a:extLst>
          </p:cNvPr>
          <p:cNvSpPr>
            <a:spLocks/>
          </p:cNvSpPr>
          <p:nvPr/>
        </p:nvSpPr>
        <p:spPr>
          <a:xfrm>
            <a:off x="12635093" y="878158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46" name="PANEL_A-gas-hit-row-3-node-4_1293">
            <a:extLst>
              <a:ext uri="{FF2B5EF4-FFF2-40B4-BE49-F238E27FC236}">
                <a16:creationId xmlns:a16="http://schemas.microsoft.com/office/drawing/2014/main" id="{5DF4FDFC-3B97-408D-92E5-87801472D6B8}"/>
              </a:ext>
            </a:extLst>
          </p:cNvPr>
          <p:cNvSpPr>
            <a:spLocks/>
          </p:cNvSpPr>
          <p:nvPr/>
        </p:nvSpPr>
        <p:spPr>
          <a:xfrm>
            <a:off x="12655453" y="898518"/>
            <a:ext cx="26241" cy="26241"/>
          </a:xfrm>
          <a:prstGeom prst="ellipse">
            <a:avLst/>
          </a:prstGeom>
          <a:solidFill>
            <a:srgbClr val="3C3C3C"/>
          </a:solidFill>
          <a:ln w="0">
            <a:noFill/>
            <a:prstDash val="solid"/>
          </a:ln>
        </p:spPr>
      </p:sp>
      <p:sp>
        <p:nvSpPr>
          <p:cNvPr id="948" name="PANEL_A-flight-heading-row-3-shaft_1294">
            <a:extLst>
              <a:ext uri="{FF2B5EF4-FFF2-40B4-BE49-F238E27FC236}">
                <a16:creationId xmlns:a16="http://schemas.microsoft.com/office/drawing/2014/main" id="{D8D3C050-2809-467F-83B9-92C06B69CEC9}"/>
              </a:ext>
            </a:extLst>
          </p:cNvPr>
          <p:cNvSpPr>
            <a:spLocks/>
          </p:cNvSpPr>
          <p:nvPr/>
        </p:nvSpPr>
        <p:spPr>
          <a:xfrm>
            <a:off x="13235721" y="853430"/>
            <a:ext cx="123421" cy="10403"/>
          </a:xfrm>
          <a:custGeom>
            <a:pathLst>
              <a:path w="129576" h="10922">
                <a:moveTo>
                  <a:pt x="129576" y="0"/>
                </a:moveTo>
                <a:lnTo>
                  <a:pt x="0" y="10922"/>
                </a:lnTo>
              </a:path>
            </a:pathLst>
          </a:custGeom>
          <a:noFill/>
          <a:ln w="14478">
            <a:solidFill>
              <a:srgbClr val="3C3C3C"/>
            </a:solidFill>
            <a:prstDash val="solid"/>
          </a:ln>
        </p:spPr>
      </p:sp>
      <p:sp>
        <p:nvSpPr>
          <p:cNvPr id="949" name="PANEL_A-flight-heading-row-3-head_1295">
            <a:extLst>
              <a:ext uri="{FF2B5EF4-FFF2-40B4-BE49-F238E27FC236}">
                <a16:creationId xmlns:a16="http://schemas.microsoft.com/office/drawing/2014/main" id="{0C50DF50-9848-442F-BD90-289B23A62D92}"/>
              </a:ext>
            </a:extLst>
          </p:cNvPr>
          <p:cNvSpPr>
            <a:spLocks/>
          </p:cNvSpPr>
          <p:nvPr/>
        </p:nvSpPr>
        <p:spPr>
          <a:xfrm>
            <a:off x="13216966" y="841769"/>
            <a:ext cx="48547" cy="39385"/>
          </a:xfrm>
          <a:custGeom>
            <a:pathLst>
              <a:path w="50968" h="41349">
                <a:moveTo>
                  <a:pt x="0" y="24824"/>
                </a:moveTo>
                <a:lnTo>
                  <a:pt x="47483" y="0"/>
                </a:lnTo>
                <a:lnTo>
                  <a:pt x="50968" y="41349"/>
                </a:lnTo>
                <a:close/>
              </a:path>
            </a:pathLst>
          </a:custGeom>
          <a:solidFill>
            <a:srgbClr val="3C3C3C"/>
          </a:solidFill>
          <a:ln w="0">
            <a:noFill/>
            <a:prstDash val="solid"/>
          </a:ln>
        </p:spPr>
      </p:sp>
      <p:sp>
        <p:nvSpPr>
          <p:cNvPr id="951" name="PANEL_A-sample-row-4-node-0_1296">
            <a:extLst>
              <a:ext uri="{FF2B5EF4-FFF2-40B4-BE49-F238E27FC236}">
                <a16:creationId xmlns:a16="http://schemas.microsoft.com/office/drawing/2014/main" id="{1445A8D8-7787-4418-B6A2-08D864886ECC}"/>
              </a:ext>
            </a:extLst>
          </p:cNvPr>
          <p:cNvSpPr>
            <a:spLocks/>
          </p:cNvSpPr>
          <p:nvPr/>
        </p:nvSpPr>
        <p:spPr>
          <a:xfrm>
            <a:off x="12650604" y="469622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52" name="PANEL_A-sample-row-4-node-1_1297">
            <a:extLst>
              <a:ext uri="{FF2B5EF4-FFF2-40B4-BE49-F238E27FC236}">
                <a16:creationId xmlns:a16="http://schemas.microsoft.com/office/drawing/2014/main" id="{A9EBA379-EB44-4737-8945-09E64E9BAA21}"/>
              </a:ext>
            </a:extLst>
          </p:cNvPr>
          <p:cNvSpPr>
            <a:spLocks/>
          </p:cNvSpPr>
          <p:nvPr/>
        </p:nvSpPr>
        <p:spPr>
          <a:xfrm>
            <a:off x="13056821" y="435381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53" name="PANEL_A-sample-row-4-node-2_1298">
            <a:extLst>
              <a:ext uri="{FF2B5EF4-FFF2-40B4-BE49-F238E27FC236}">
                <a16:creationId xmlns:a16="http://schemas.microsoft.com/office/drawing/2014/main" id="{7468C243-9AC0-42DC-8B6A-E344DFC09B5B}"/>
              </a:ext>
            </a:extLst>
          </p:cNvPr>
          <p:cNvSpPr>
            <a:spLocks/>
          </p:cNvSpPr>
          <p:nvPr/>
        </p:nvSpPr>
        <p:spPr>
          <a:xfrm>
            <a:off x="13463037" y="401141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54" name="PANEL_A-sample-row-4-node-3_1299">
            <a:extLst>
              <a:ext uri="{FF2B5EF4-FFF2-40B4-BE49-F238E27FC236}">
                <a16:creationId xmlns:a16="http://schemas.microsoft.com/office/drawing/2014/main" id="{EC09C299-8C3E-4729-AB9F-71E3D1A13699}"/>
              </a:ext>
            </a:extLst>
          </p:cNvPr>
          <p:cNvSpPr>
            <a:spLocks/>
          </p:cNvSpPr>
          <p:nvPr/>
        </p:nvSpPr>
        <p:spPr>
          <a:xfrm>
            <a:off x="13869254" y="366900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55" name="PANEL_A-sample-row-4-node-4_1300">
            <a:extLst>
              <a:ext uri="{FF2B5EF4-FFF2-40B4-BE49-F238E27FC236}">
                <a16:creationId xmlns:a16="http://schemas.microsoft.com/office/drawing/2014/main" id="{DF144E4B-0AB5-433F-BCD6-E99E1E461080}"/>
              </a:ext>
            </a:extLst>
          </p:cNvPr>
          <p:cNvSpPr>
            <a:spLocks/>
          </p:cNvSpPr>
          <p:nvPr/>
        </p:nvSpPr>
        <p:spPr>
          <a:xfrm>
            <a:off x="14234849" y="336084"/>
            <a:ext cx="66961" cy="66961"/>
          </a:xfrm>
          <a:prstGeom prst="ellipse">
            <a:avLst/>
          </a:prstGeom>
          <a:solidFill>
            <a:srgbClr val="FCFCFC"/>
          </a:solidFill>
          <a:ln w="10858">
            <a:solidFill>
              <a:srgbClr val="3C3C3C"/>
            </a:solidFill>
            <a:prstDash val="solid"/>
          </a:ln>
        </p:spPr>
      </p:sp>
      <p:sp>
        <p:nvSpPr>
          <p:cNvPr id="957" name="PANEL_A-flight-heading-row-4-shaft_1301">
            <a:extLst>
              <a:ext uri="{FF2B5EF4-FFF2-40B4-BE49-F238E27FC236}">
                <a16:creationId xmlns:a16="http://schemas.microsoft.com/office/drawing/2014/main" id="{C0716D87-96AE-4CDA-9C96-F5AA9F23F9FA}"/>
              </a:ext>
            </a:extLst>
          </p:cNvPr>
          <p:cNvSpPr>
            <a:spLocks/>
          </p:cNvSpPr>
          <p:nvPr/>
        </p:nvSpPr>
        <p:spPr>
          <a:xfrm>
            <a:off x="13577761" y="417370"/>
            <a:ext cx="123421" cy="10403"/>
          </a:xfrm>
          <a:custGeom>
            <a:pathLst>
              <a:path w="129576" h="10922">
                <a:moveTo>
                  <a:pt x="0" y="10922"/>
                </a:moveTo>
                <a:lnTo>
                  <a:pt x="129576" y="0"/>
                </a:lnTo>
              </a:path>
            </a:pathLst>
          </a:custGeom>
          <a:noFill/>
          <a:ln w="14478">
            <a:solidFill>
              <a:srgbClr val="3C3C3C"/>
            </a:solidFill>
            <a:prstDash val="solid"/>
          </a:ln>
        </p:spPr>
      </p:sp>
      <p:sp>
        <p:nvSpPr>
          <p:cNvPr id="958" name="PANEL_A-flight-heading-row-4-head_1302">
            <a:extLst>
              <a:ext uri="{FF2B5EF4-FFF2-40B4-BE49-F238E27FC236}">
                <a16:creationId xmlns:a16="http://schemas.microsoft.com/office/drawing/2014/main" id="{D85357C2-6032-4CD7-8FF6-850DF903CEAB}"/>
              </a:ext>
            </a:extLst>
          </p:cNvPr>
          <p:cNvSpPr>
            <a:spLocks/>
          </p:cNvSpPr>
          <p:nvPr/>
        </p:nvSpPr>
        <p:spPr>
          <a:xfrm>
            <a:off x="13671390" y="400048"/>
            <a:ext cx="48547" cy="39385"/>
          </a:xfrm>
          <a:custGeom>
            <a:pathLst>
              <a:path w="50968" h="41349">
                <a:moveTo>
                  <a:pt x="50968" y="16525"/>
                </a:moveTo>
                <a:lnTo>
                  <a:pt x="3485" y="41349"/>
                </a:lnTo>
                <a:lnTo>
                  <a:pt x="0" y="0"/>
                </a:lnTo>
                <a:close/>
              </a:path>
            </a:pathLst>
          </a:custGeom>
          <a:solidFill>
            <a:srgbClr val="3C3C3C"/>
          </a:solidFill>
          <a:ln w="0">
            <a:noFill/>
            <a:prstDash val="solid"/>
          </a:ln>
        </p:spPr>
      </p:sp>
      <p:sp>
        <p:nvSpPr>
          <p:cNvPr id="960" name="PANEL_A-route-to-uav_1303">
            <a:extLst>
              <a:ext uri="{FF2B5EF4-FFF2-40B4-BE49-F238E27FC236}">
                <a16:creationId xmlns:a16="http://schemas.microsoft.com/office/drawing/2014/main" id="{74E31DF8-F6F0-4081-9E15-22BFBF05F8B7}"/>
              </a:ext>
            </a:extLst>
          </p:cNvPr>
          <p:cNvSpPr>
            <a:spLocks/>
          </p:cNvSpPr>
          <p:nvPr/>
        </p:nvSpPr>
        <p:spPr>
          <a:xfrm>
            <a:off x="14471437" y="323850"/>
            <a:ext cx="186585" cy="28594"/>
          </a:xfrm>
          <a:custGeom>
            <a:pathLst>
              <a:path w="195890" h="30020">
                <a:moveTo>
                  <a:pt x="0" y="30020"/>
                </a:moveTo>
                <a:lnTo>
                  <a:pt x="195890" y="0"/>
                </a:lnTo>
              </a:path>
            </a:pathLst>
          </a:custGeom>
          <a:noFill/>
          <a:ln w="21717">
            <a:solidFill>
              <a:srgbClr val="3C3C3C"/>
            </a:solidFill>
            <a:prstDash val="dash"/>
          </a:ln>
        </p:spPr>
      </p:sp>
      <p:sp>
        <p:nvSpPr>
          <p:cNvPr id="962" name="airframe-arm-0-0_1304">
            <a:extLst>
              <a:ext uri="{FF2B5EF4-FFF2-40B4-BE49-F238E27FC236}">
                <a16:creationId xmlns:a16="http://schemas.microsoft.com/office/drawing/2014/main" id="{D57B07AA-6A07-4EBA-8BC0-9B0A847E613E}"/>
              </a:ext>
            </a:extLst>
          </p:cNvPr>
          <p:cNvSpPr>
            <a:spLocks/>
          </p:cNvSpPr>
          <p:nvPr/>
        </p:nvSpPr>
        <p:spPr>
          <a:xfrm>
            <a:off x="14837094" y="118412"/>
            <a:ext cx="151116" cy="87366"/>
          </a:xfrm>
          <a:custGeom>
            <a:pathLst>
              <a:path w="126922" h="73378">
                <a:moveTo>
                  <a:pt x="126922" y="67283"/>
                </a:moveTo>
                <a:lnTo>
                  <a:pt x="16871" y="0"/>
                </a:lnTo>
                <a:lnTo>
                  <a:pt x="0" y="6096"/>
                </a:lnTo>
                <a:lnTo>
                  <a:pt x="110051" y="73378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963" name="rotor-disc-0-0_1305">
            <a:extLst>
              <a:ext uri="{FF2B5EF4-FFF2-40B4-BE49-F238E27FC236}">
                <a16:creationId xmlns:a16="http://schemas.microsoft.com/office/drawing/2014/main" id="{B08FCB96-260F-44E3-8487-824A140172F6}"/>
              </a:ext>
            </a:extLst>
          </p:cNvPr>
          <p:cNvSpPr>
            <a:spLocks/>
          </p:cNvSpPr>
          <p:nvPr/>
        </p:nvSpPr>
        <p:spPr>
          <a:xfrm>
            <a:off x="14748818" y="53459"/>
            <a:ext cx="196638" cy="92420"/>
          </a:xfrm>
          <a:custGeom>
            <a:pathLst>
              <a:path w="165155" h="77623">
                <a:moveTo>
                  <a:pt x="159594" y="43544"/>
                </a:moveTo>
                <a:cubicBezTo>
                  <a:pt x="154033" y="63535"/>
                  <a:pt x="115044" y="77623"/>
                  <a:pt x="72509" y="75009"/>
                </a:cubicBezTo>
                <a:cubicBezTo>
                  <a:pt x="29973" y="72396"/>
                  <a:pt x="0" y="54071"/>
                  <a:pt x="5561" y="34079"/>
                </a:cubicBezTo>
                <a:cubicBezTo>
                  <a:pt x="11122" y="14088"/>
                  <a:pt x="50111" y="0"/>
                  <a:pt x="92646" y="2614"/>
                </a:cubicBezTo>
                <a:cubicBezTo>
                  <a:pt x="135182" y="5227"/>
                  <a:pt x="165155" y="23552"/>
                  <a:pt x="159594" y="43544"/>
                </a:cubicBezTo>
                <a:close/>
              </a:path>
            </a:pathLst>
          </a:custGeom>
          <a:solidFill>
            <a:srgbClr val="F4F4F4">
              <a:alpha val="95000"/>
            </a:srgbClr>
          </a:solidFill>
          <a:ln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964" name="rotor-motor-0-0_1306">
            <a:extLst>
              <a:ext uri="{FF2B5EF4-FFF2-40B4-BE49-F238E27FC236}">
                <a16:creationId xmlns:a16="http://schemas.microsoft.com/office/drawing/2014/main" id="{7B9D67BC-D506-4D75-9ED6-AB93E8A5348F}"/>
              </a:ext>
            </a:extLst>
          </p:cNvPr>
          <p:cNvSpPr>
            <a:spLocks/>
          </p:cNvSpPr>
          <p:nvPr/>
        </p:nvSpPr>
        <p:spPr>
          <a:xfrm>
            <a:off x="14825588" y="89541"/>
            <a:ext cx="43099" cy="20256"/>
          </a:xfrm>
          <a:custGeom>
            <a:pathLst>
              <a:path w="36198" h="17013">
                <a:moveTo>
                  <a:pt x="34980" y="9544"/>
                </a:moveTo>
                <a:cubicBezTo>
                  <a:pt x="33761" y="13926"/>
                  <a:pt x="25215" y="17013"/>
                  <a:pt x="15892" y="16440"/>
                </a:cubicBezTo>
                <a:cubicBezTo>
                  <a:pt x="6570" y="15868"/>
                  <a:pt x="0" y="11851"/>
                  <a:pt x="1219" y="7469"/>
                </a:cubicBezTo>
                <a:cubicBezTo>
                  <a:pt x="2438" y="3088"/>
                  <a:pt x="10983" y="0"/>
                  <a:pt x="20306" y="573"/>
                </a:cubicBezTo>
                <a:cubicBezTo>
                  <a:pt x="29629" y="1146"/>
                  <a:pt x="36198" y="5162"/>
                  <a:pt x="34980" y="9544"/>
                </a:cubicBez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965" name="propeller-0-0_1307">
            <a:extLst>
              <a:ext uri="{FF2B5EF4-FFF2-40B4-BE49-F238E27FC236}">
                <a16:creationId xmlns:a16="http://schemas.microsoft.com/office/drawing/2014/main" id="{7C0E93DA-2D15-4BD8-85C6-16E090378612}"/>
              </a:ext>
            </a:extLst>
          </p:cNvPr>
          <p:cNvSpPr>
            <a:spLocks/>
          </p:cNvSpPr>
          <p:nvPr/>
        </p:nvSpPr>
        <p:spPr>
          <a:xfrm>
            <a:off x="14786877" y="74539"/>
            <a:ext cx="120521" cy="43546"/>
          </a:xfrm>
          <a:custGeom>
            <a:pathLst>
              <a:path w="101225" h="36574">
                <a:moveTo>
                  <a:pt x="0" y="36574"/>
                </a:moveTo>
                <a:lnTo>
                  <a:pt x="101225" y="0"/>
                </a:lnTo>
              </a:path>
            </a:pathLst>
          </a:custGeom>
          <a:noFill/>
          <a:ln w="14860">
            <a:solidFill>
              <a:srgbClr val="353535"/>
            </a:solidFill>
            <a:prstDash val="solid"/>
          </a:ln>
        </p:spPr>
      </p:sp>
      <p:sp>
        <p:nvSpPr>
          <p:cNvPr id="966" name="airframe-arm-0-1_1308">
            <a:extLst>
              <a:ext uri="{FF2B5EF4-FFF2-40B4-BE49-F238E27FC236}">
                <a16:creationId xmlns:a16="http://schemas.microsoft.com/office/drawing/2014/main" id="{4F027EFB-417D-4648-95A9-25C0B33681FA}"/>
              </a:ext>
            </a:extLst>
          </p:cNvPr>
          <p:cNvSpPr>
            <a:spLocks/>
          </p:cNvSpPr>
          <p:nvPr/>
        </p:nvSpPr>
        <p:spPr>
          <a:xfrm>
            <a:off x="15045814" y="140476"/>
            <a:ext cx="185885" cy="71025"/>
          </a:xfrm>
          <a:custGeom>
            <a:pathLst>
              <a:path w="156124" h="59653">
                <a:moveTo>
                  <a:pt x="12970" y="59653"/>
                </a:moveTo>
                <a:lnTo>
                  <a:pt x="156124" y="7929"/>
                </a:lnTo>
                <a:lnTo>
                  <a:pt x="143154" y="0"/>
                </a:lnTo>
                <a:lnTo>
                  <a:pt x="0" y="51724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967" name="rotor-disc-0-1_1309">
            <a:extLst>
              <a:ext uri="{FF2B5EF4-FFF2-40B4-BE49-F238E27FC236}">
                <a16:creationId xmlns:a16="http://schemas.microsoft.com/office/drawing/2014/main" id="{48A1B8EB-CF05-4C3A-8468-B8B41549FB59}"/>
              </a:ext>
            </a:extLst>
          </p:cNvPr>
          <p:cNvSpPr>
            <a:spLocks/>
          </p:cNvSpPr>
          <p:nvPr/>
        </p:nvSpPr>
        <p:spPr>
          <a:xfrm>
            <a:off x="15125659" y="76614"/>
            <a:ext cx="196638" cy="92420"/>
          </a:xfrm>
          <a:custGeom>
            <a:pathLst>
              <a:path w="165155" h="77623">
                <a:moveTo>
                  <a:pt x="159594" y="43544"/>
                </a:moveTo>
                <a:cubicBezTo>
                  <a:pt x="154033" y="63535"/>
                  <a:pt x="115044" y="77623"/>
                  <a:pt x="72509" y="75009"/>
                </a:cubicBezTo>
                <a:cubicBezTo>
                  <a:pt x="29973" y="72396"/>
                  <a:pt x="0" y="54071"/>
                  <a:pt x="5561" y="34079"/>
                </a:cubicBezTo>
                <a:cubicBezTo>
                  <a:pt x="11122" y="14088"/>
                  <a:pt x="50111" y="0"/>
                  <a:pt x="92646" y="2614"/>
                </a:cubicBezTo>
                <a:cubicBezTo>
                  <a:pt x="135182" y="5227"/>
                  <a:pt x="165155" y="23552"/>
                  <a:pt x="159594" y="43544"/>
                </a:cubicBezTo>
                <a:close/>
              </a:path>
            </a:pathLst>
          </a:custGeom>
          <a:solidFill>
            <a:srgbClr val="F4F4F4">
              <a:alpha val="95000"/>
            </a:srgbClr>
          </a:solidFill>
          <a:ln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968" name="rotor-motor-0-1_1310">
            <a:extLst>
              <a:ext uri="{FF2B5EF4-FFF2-40B4-BE49-F238E27FC236}">
                <a16:creationId xmlns:a16="http://schemas.microsoft.com/office/drawing/2014/main" id="{C1780D30-50D7-4C26-8FFF-FD6A02142702}"/>
              </a:ext>
            </a:extLst>
          </p:cNvPr>
          <p:cNvSpPr>
            <a:spLocks/>
          </p:cNvSpPr>
          <p:nvPr/>
        </p:nvSpPr>
        <p:spPr>
          <a:xfrm>
            <a:off x="15202428" y="112697"/>
            <a:ext cx="43099" cy="20256"/>
          </a:xfrm>
          <a:custGeom>
            <a:pathLst>
              <a:path w="36198" h="17013">
                <a:moveTo>
                  <a:pt x="34980" y="9544"/>
                </a:moveTo>
                <a:cubicBezTo>
                  <a:pt x="33761" y="13926"/>
                  <a:pt x="25215" y="17013"/>
                  <a:pt x="15892" y="16440"/>
                </a:cubicBezTo>
                <a:cubicBezTo>
                  <a:pt x="6570" y="15868"/>
                  <a:pt x="0" y="11851"/>
                  <a:pt x="1219" y="7469"/>
                </a:cubicBezTo>
                <a:cubicBezTo>
                  <a:pt x="2438" y="3088"/>
                  <a:pt x="10983" y="0"/>
                  <a:pt x="20306" y="573"/>
                </a:cubicBezTo>
                <a:cubicBezTo>
                  <a:pt x="29629" y="1146"/>
                  <a:pt x="36198" y="5162"/>
                  <a:pt x="34980" y="9544"/>
                </a:cubicBez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969" name="propeller-0-1_1311">
            <a:extLst>
              <a:ext uri="{FF2B5EF4-FFF2-40B4-BE49-F238E27FC236}">
                <a16:creationId xmlns:a16="http://schemas.microsoft.com/office/drawing/2014/main" id="{4AC93B46-C770-4FDE-B330-D7B0DEFB191C}"/>
              </a:ext>
            </a:extLst>
          </p:cNvPr>
          <p:cNvSpPr>
            <a:spLocks/>
          </p:cNvSpPr>
          <p:nvPr/>
        </p:nvSpPr>
        <p:spPr>
          <a:xfrm>
            <a:off x="15177652" y="91146"/>
            <a:ext cx="92651" cy="56645"/>
          </a:xfrm>
          <a:custGeom>
            <a:pathLst>
              <a:path w="77818" h="47576">
                <a:moveTo>
                  <a:pt x="0" y="0"/>
                </a:moveTo>
                <a:lnTo>
                  <a:pt x="77818" y="47576"/>
                </a:lnTo>
              </a:path>
            </a:pathLst>
          </a:custGeom>
          <a:noFill/>
          <a:ln w="14860">
            <a:solidFill>
              <a:srgbClr val="353535"/>
            </a:solidFill>
            <a:prstDash val="solid"/>
          </a:ln>
        </p:spPr>
      </p:sp>
      <p:sp>
        <p:nvSpPr>
          <p:cNvPr id="970" name="airframe-arm-0-2_1312">
            <a:extLst>
              <a:ext uri="{FF2B5EF4-FFF2-40B4-BE49-F238E27FC236}">
                <a16:creationId xmlns:a16="http://schemas.microsoft.com/office/drawing/2014/main" id="{5EADD836-E800-409A-BA77-C07053E6E73B}"/>
              </a:ext>
            </a:extLst>
          </p:cNvPr>
          <p:cNvSpPr>
            <a:spLocks/>
          </p:cNvSpPr>
          <p:nvPr/>
        </p:nvSpPr>
        <p:spPr>
          <a:xfrm>
            <a:off x="14790149" y="232852"/>
            <a:ext cx="185885" cy="71025"/>
          </a:xfrm>
          <a:custGeom>
            <a:pathLst>
              <a:path w="156124" h="59653">
                <a:moveTo>
                  <a:pt x="143154" y="0"/>
                </a:moveTo>
                <a:lnTo>
                  <a:pt x="0" y="51724"/>
                </a:lnTo>
                <a:lnTo>
                  <a:pt x="12970" y="59653"/>
                </a:lnTo>
                <a:lnTo>
                  <a:pt x="156124" y="7929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971" name="rotor-disc-0-2_1313">
            <a:extLst>
              <a:ext uri="{FF2B5EF4-FFF2-40B4-BE49-F238E27FC236}">
                <a16:creationId xmlns:a16="http://schemas.microsoft.com/office/drawing/2014/main" id="{97C70E37-B17C-469F-B6A6-80D5DBC4A729}"/>
              </a:ext>
            </a:extLst>
          </p:cNvPr>
          <p:cNvSpPr>
            <a:spLocks/>
          </p:cNvSpPr>
          <p:nvPr/>
        </p:nvSpPr>
        <p:spPr>
          <a:xfrm>
            <a:off x="14699552" y="230574"/>
            <a:ext cx="196638" cy="92420"/>
          </a:xfrm>
          <a:custGeom>
            <a:pathLst>
              <a:path w="165155" h="77623">
                <a:moveTo>
                  <a:pt x="159594" y="43544"/>
                </a:moveTo>
                <a:cubicBezTo>
                  <a:pt x="154033" y="63535"/>
                  <a:pt x="115044" y="77623"/>
                  <a:pt x="72509" y="75009"/>
                </a:cubicBezTo>
                <a:cubicBezTo>
                  <a:pt x="29973" y="72396"/>
                  <a:pt x="0" y="54071"/>
                  <a:pt x="5561" y="34079"/>
                </a:cubicBezTo>
                <a:cubicBezTo>
                  <a:pt x="11122" y="14088"/>
                  <a:pt x="50111" y="0"/>
                  <a:pt x="92646" y="2614"/>
                </a:cubicBezTo>
                <a:cubicBezTo>
                  <a:pt x="135182" y="5227"/>
                  <a:pt x="165155" y="23552"/>
                  <a:pt x="159594" y="43544"/>
                </a:cubicBezTo>
                <a:close/>
              </a:path>
            </a:pathLst>
          </a:custGeom>
          <a:solidFill>
            <a:srgbClr val="F4F4F4">
              <a:alpha val="95000"/>
            </a:srgbClr>
          </a:solidFill>
          <a:ln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972" name="rotor-motor-0-2_1314">
            <a:extLst>
              <a:ext uri="{FF2B5EF4-FFF2-40B4-BE49-F238E27FC236}">
                <a16:creationId xmlns:a16="http://schemas.microsoft.com/office/drawing/2014/main" id="{8115AFC8-ABAD-4DE9-B1F4-F135AB7E8876}"/>
              </a:ext>
            </a:extLst>
          </p:cNvPr>
          <p:cNvSpPr>
            <a:spLocks/>
          </p:cNvSpPr>
          <p:nvPr/>
        </p:nvSpPr>
        <p:spPr>
          <a:xfrm>
            <a:off x="14776320" y="266656"/>
            <a:ext cx="43099" cy="20256"/>
          </a:xfrm>
          <a:custGeom>
            <a:pathLst>
              <a:path w="36198" h="17013">
                <a:moveTo>
                  <a:pt x="34980" y="9544"/>
                </a:moveTo>
                <a:cubicBezTo>
                  <a:pt x="33761" y="13926"/>
                  <a:pt x="25215" y="17013"/>
                  <a:pt x="15892" y="16440"/>
                </a:cubicBezTo>
                <a:cubicBezTo>
                  <a:pt x="6570" y="15868"/>
                  <a:pt x="0" y="11851"/>
                  <a:pt x="1219" y="7469"/>
                </a:cubicBezTo>
                <a:cubicBezTo>
                  <a:pt x="2438" y="3088"/>
                  <a:pt x="10983" y="0"/>
                  <a:pt x="20306" y="573"/>
                </a:cubicBezTo>
                <a:cubicBezTo>
                  <a:pt x="29629" y="1146"/>
                  <a:pt x="36198" y="5162"/>
                  <a:pt x="34980" y="9544"/>
                </a:cubicBez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973" name="propeller-0-2_1315">
            <a:extLst>
              <a:ext uri="{FF2B5EF4-FFF2-40B4-BE49-F238E27FC236}">
                <a16:creationId xmlns:a16="http://schemas.microsoft.com/office/drawing/2014/main" id="{C9FD91C0-0189-44E9-89D7-40AA621D3A5C}"/>
              </a:ext>
            </a:extLst>
          </p:cNvPr>
          <p:cNvSpPr>
            <a:spLocks/>
          </p:cNvSpPr>
          <p:nvPr/>
        </p:nvSpPr>
        <p:spPr>
          <a:xfrm>
            <a:off x="14737609" y="251656"/>
            <a:ext cx="120521" cy="43546"/>
          </a:xfrm>
          <a:custGeom>
            <a:pathLst>
              <a:path w="101225" h="36574">
                <a:moveTo>
                  <a:pt x="0" y="36574"/>
                </a:moveTo>
                <a:lnTo>
                  <a:pt x="101225" y="0"/>
                </a:lnTo>
              </a:path>
            </a:pathLst>
          </a:custGeom>
          <a:noFill/>
          <a:ln w="14860">
            <a:solidFill>
              <a:srgbClr val="353535"/>
            </a:solidFill>
            <a:prstDash val="solid"/>
          </a:ln>
        </p:spPr>
      </p:sp>
      <p:sp>
        <p:nvSpPr>
          <p:cNvPr id="974" name="airframe-arm-0-3_1316">
            <a:extLst>
              <a:ext uri="{FF2B5EF4-FFF2-40B4-BE49-F238E27FC236}">
                <a16:creationId xmlns:a16="http://schemas.microsoft.com/office/drawing/2014/main" id="{AC13C38E-C4D8-4AAA-894F-B3FFDA65AB57}"/>
              </a:ext>
            </a:extLst>
          </p:cNvPr>
          <p:cNvSpPr>
            <a:spLocks/>
          </p:cNvSpPr>
          <p:nvPr/>
        </p:nvSpPr>
        <p:spPr>
          <a:xfrm>
            <a:off x="15033638" y="238574"/>
            <a:ext cx="151116" cy="87366"/>
          </a:xfrm>
          <a:custGeom>
            <a:pathLst>
              <a:path w="126922" h="73378">
                <a:moveTo>
                  <a:pt x="0" y="6096"/>
                </a:moveTo>
                <a:lnTo>
                  <a:pt x="110051" y="73378"/>
                </a:lnTo>
                <a:lnTo>
                  <a:pt x="126922" y="67283"/>
                </a:lnTo>
                <a:lnTo>
                  <a:pt x="16871" y="0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975" name="rotor-disc-0-3_1317">
            <a:extLst>
              <a:ext uri="{FF2B5EF4-FFF2-40B4-BE49-F238E27FC236}">
                <a16:creationId xmlns:a16="http://schemas.microsoft.com/office/drawing/2014/main" id="{F0E37A4E-A1AE-4419-961B-C80F59F827F7}"/>
              </a:ext>
            </a:extLst>
          </p:cNvPr>
          <p:cNvSpPr>
            <a:spLocks/>
          </p:cNvSpPr>
          <p:nvPr/>
        </p:nvSpPr>
        <p:spPr>
          <a:xfrm>
            <a:off x="15076392" y="253729"/>
            <a:ext cx="196638" cy="92420"/>
          </a:xfrm>
          <a:custGeom>
            <a:pathLst>
              <a:path w="165155" h="77623">
                <a:moveTo>
                  <a:pt x="159594" y="43544"/>
                </a:moveTo>
                <a:cubicBezTo>
                  <a:pt x="154033" y="63535"/>
                  <a:pt x="115044" y="77623"/>
                  <a:pt x="72509" y="75009"/>
                </a:cubicBezTo>
                <a:cubicBezTo>
                  <a:pt x="29973" y="72396"/>
                  <a:pt x="0" y="54071"/>
                  <a:pt x="5561" y="34079"/>
                </a:cubicBezTo>
                <a:cubicBezTo>
                  <a:pt x="11122" y="14088"/>
                  <a:pt x="50111" y="0"/>
                  <a:pt x="92646" y="2614"/>
                </a:cubicBezTo>
                <a:cubicBezTo>
                  <a:pt x="135182" y="5227"/>
                  <a:pt x="165155" y="23552"/>
                  <a:pt x="159594" y="43544"/>
                </a:cubicBezTo>
                <a:close/>
              </a:path>
            </a:pathLst>
          </a:custGeom>
          <a:solidFill>
            <a:srgbClr val="F4F4F4">
              <a:alpha val="95000"/>
            </a:srgbClr>
          </a:solidFill>
          <a:ln w="12001">
            <a:solidFill>
              <a:srgbClr val="353535">
                <a:alpha val="95000"/>
              </a:srgbClr>
            </a:solidFill>
            <a:prstDash val="solid"/>
          </a:ln>
        </p:spPr>
      </p:sp>
      <p:sp>
        <p:nvSpPr>
          <p:cNvPr id="976" name="rotor-motor-0-3_1318">
            <a:extLst>
              <a:ext uri="{FF2B5EF4-FFF2-40B4-BE49-F238E27FC236}">
                <a16:creationId xmlns:a16="http://schemas.microsoft.com/office/drawing/2014/main" id="{9D4CEFEF-CF5A-49FD-97E1-FE4B8CC884C2}"/>
              </a:ext>
            </a:extLst>
          </p:cNvPr>
          <p:cNvSpPr>
            <a:spLocks/>
          </p:cNvSpPr>
          <p:nvPr/>
        </p:nvSpPr>
        <p:spPr>
          <a:xfrm>
            <a:off x="15153162" y="289812"/>
            <a:ext cx="43099" cy="20256"/>
          </a:xfrm>
          <a:custGeom>
            <a:pathLst>
              <a:path w="36198" h="17013">
                <a:moveTo>
                  <a:pt x="34980" y="9544"/>
                </a:moveTo>
                <a:cubicBezTo>
                  <a:pt x="33761" y="13926"/>
                  <a:pt x="25215" y="17013"/>
                  <a:pt x="15892" y="16440"/>
                </a:cubicBezTo>
                <a:cubicBezTo>
                  <a:pt x="6570" y="15868"/>
                  <a:pt x="0" y="11851"/>
                  <a:pt x="1219" y="7469"/>
                </a:cubicBezTo>
                <a:cubicBezTo>
                  <a:pt x="2438" y="3088"/>
                  <a:pt x="10983" y="0"/>
                  <a:pt x="20306" y="573"/>
                </a:cubicBezTo>
                <a:cubicBezTo>
                  <a:pt x="29629" y="1146"/>
                  <a:pt x="36198" y="5162"/>
                  <a:pt x="34980" y="9544"/>
                </a:cubicBez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977" name="propeller-0-3_1319">
            <a:extLst>
              <a:ext uri="{FF2B5EF4-FFF2-40B4-BE49-F238E27FC236}">
                <a16:creationId xmlns:a16="http://schemas.microsoft.com/office/drawing/2014/main" id="{12610842-916E-4D2F-BE65-224107083721}"/>
              </a:ext>
            </a:extLst>
          </p:cNvPr>
          <p:cNvSpPr>
            <a:spLocks/>
          </p:cNvSpPr>
          <p:nvPr/>
        </p:nvSpPr>
        <p:spPr>
          <a:xfrm>
            <a:off x="15128384" y="268262"/>
            <a:ext cx="92651" cy="56645"/>
          </a:xfrm>
          <a:custGeom>
            <a:pathLst>
              <a:path w="77818" h="47576">
                <a:moveTo>
                  <a:pt x="0" y="0"/>
                </a:moveTo>
                <a:lnTo>
                  <a:pt x="77818" y="47576"/>
                </a:lnTo>
              </a:path>
            </a:pathLst>
          </a:custGeom>
          <a:noFill/>
          <a:ln w="14860">
            <a:solidFill>
              <a:srgbClr val="353535"/>
            </a:solidFill>
            <a:prstDash val="solid"/>
          </a:ln>
        </p:spPr>
      </p:sp>
      <p:sp>
        <p:nvSpPr>
          <p:cNvPr id="978" name="body-side-0_1320">
            <a:extLst>
              <a:ext uri="{FF2B5EF4-FFF2-40B4-BE49-F238E27FC236}">
                <a16:creationId xmlns:a16="http://schemas.microsoft.com/office/drawing/2014/main" id="{BC479C86-887F-48A7-A3B0-873D2A11541B}"/>
              </a:ext>
            </a:extLst>
          </p:cNvPr>
          <p:cNvSpPr>
            <a:spLocks/>
          </p:cNvSpPr>
          <p:nvPr/>
        </p:nvSpPr>
        <p:spPr>
          <a:xfrm>
            <a:off x="14941548" y="200756"/>
            <a:ext cx="127832" cy="73934"/>
          </a:xfrm>
          <a:custGeom>
            <a:pathLst>
              <a:path w="107366" h="62096">
                <a:moveTo>
                  <a:pt x="22964" y="0"/>
                </a:moveTo>
                <a:lnTo>
                  <a:pt x="107366" y="5186"/>
                </a:lnTo>
                <a:lnTo>
                  <a:pt x="105502" y="50462"/>
                </a:lnTo>
                <a:lnTo>
                  <a:pt x="48613" y="62096"/>
                </a:lnTo>
                <a:lnTo>
                  <a:pt x="0" y="43979"/>
                </a:lnTo>
                <a:close/>
              </a:path>
            </a:pathLst>
          </a:cu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979" name="body-top-0_1321">
            <a:extLst>
              <a:ext uri="{FF2B5EF4-FFF2-40B4-BE49-F238E27FC236}">
                <a16:creationId xmlns:a16="http://schemas.microsoft.com/office/drawing/2014/main" id="{801122DB-A3F1-4B09-8A71-4DCEC7EB7D6D}"/>
              </a:ext>
            </a:extLst>
          </p:cNvPr>
          <p:cNvSpPr>
            <a:spLocks/>
          </p:cNvSpPr>
          <p:nvPr/>
        </p:nvSpPr>
        <p:spPr>
          <a:xfrm>
            <a:off x="14943190" y="167198"/>
            <a:ext cx="126190" cy="68030"/>
          </a:xfrm>
          <a:custGeom>
            <a:pathLst>
              <a:path w="105986" h="57138">
                <a:moveTo>
                  <a:pt x="21585" y="0"/>
                </a:moveTo>
                <a:lnTo>
                  <a:pt x="105986" y="5186"/>
                </a:lnTo>
                <a:lnTo>
                  <a:pt x="105502" y="45503"/>
                </a:lnTo>
                <a:lnTo>
                  <a:pt x="48613" y="57138"/>
                </a:lnTo>
                <a:lnTo>
                  <a:pt x="0" y="39021"/>
                </a:lnTo>
                <a:close/>
              </a:path>
            </a:pathLst>
          </a:custGeom>
          <a:solidFill>
            <a:srgbClr val="3B3B3B"/>
          </a:solidFill>
          <a:ln w="11430">
            <a:solidFill>
              <a:srgbClr val="353535"/>
            </a:solidFill>
            <a:prstDash val="solid"/>
          </a:ln>
        </p:spPr>
      </p:sp>
      <p:sp>
        <p:nvSpPr>
          <p:cNvPr id="980" name="landing-leg-left-0_1322">
            <a:extLst>
              <a:ext uri="{FF2B5EF4-FFF2-40B4-BE49-F238E27FC236}">
                <a16:creationId xmlns:a16="http://schemas.microsoft.com/office/drawing/2014/main" id="{56B62F85-4150-4842-A15D-AB7AC043EBD0}"/>
              </a:ext>
            </a:extLst>
          </p:cNvPr>
          <p:cNvSpPr>
            <a:spLocks/>
          </p:cNvSpPr>
          <p:nvPr/>
        </p:nvSpPr>
        <p:spPr>
          <a:xfrm>
            <a:off x="14930629" y="231047"/>
            <a:ext cx="42611" cy="71326"/>
          </a:xfrm>
          <a:custGeom>
            <a:pathLst>
              <a:path w="35789" h="59907">
                <a:moveTo>
                  <a:pt x="35789" y="0"/>
                </a:moveTo>
                <a:lnTo>
                  <a:pt x="25238" y="46327"/>
                </a:lnTo>
                <a:lnTo>
                  <a:pt x="0" y="59907"/>
                </a:lnTo>
              </a:path>
            </a:pathLst>
          </a:custGeom>
          <a:noFill/>
          <a:ln w="11430">
            <a:solidFill>
              <a:srgbClr val="353535"/>
            </a:solidFill>
            <a:prstDash val="solid"/>
          </a:ln>
        </p:spPr>
      </p:sp>
      <p:sp>
        <p:nvSpPr>
          <p:cNvPr id="981" name="landing-leg-right-0_1323">
            <a:extLst>
              <a:ext uri="{FF2B5EF4-FFF2-40B4-BE49-F238E27FC236}">
                <a16:creationId xmlns:a16="http://schemas.microsoft.com/office/drawing/2014/main" id="{FE42B5EA-709F-4022-A21D-6C4F9D81E580}"/>
              </a:ext>
            </a:extLst>
          </p:cNvPr>
          <p:cNvSpPr>
            <a:spLocks/>
          </p:cNvSpPr>
          <p:nvPr/>
        </p:nvSpPr>
        <p:spPr>
          <a:xfrm>
            <a:off x="15048608" y="235678"/>
            <a:ext cx="32758" cy="75958"/>
          </a:xfrm>
          <a:custGeom>
            <a:pathLst>
              <a:path w="27513" h="63796">
                <a:moveTo>
                  <a:pt x="0" y="0"/>
                </a:moveTo>
                <a:lnTo>
                  <a:pt x="10550" y="47624"/>
                </a:lnTo>
                <a:lnTo>
                  <a:pt x="27513" y="63796"/>
                </a:lnTo>
              </a:path>
            </a:pathLst>
          </a:custGeom>
          <a:noFill/>
          <a:ln w="11430">
            <a:solidFill>
              <a:srgbClr val="353535"/>
            </a:solidFill>
            <a:prstDash val="solid"/>
          </a:ln>
        </p:spPr>
      </p:sp>
      <p:sp>
        <p:nvSpPr>
          <p:cNvPr id="982" name="gas-sensor-0_1324">
            <a:extLst>
              <a:ext uri="{FF2B5EF4-FFF2-40B4-BE49-F238E27FC236}">
                <a16:creationId xmlns:a16="http://schemas.microsoft.com/office/drawing/2014/main" id="{31FB4CAD-3963-4754-868A-E1817EF33268}"/>
              </a:ext>
            </a:extLst>
          </p:cNvPr>
          <p:cNvSpPr>
            <a:spLocks/>
          </p:cNvSpPr>
          <p:nvPr/>
        </p:nvSpPr>
        <p:spPr>
          <a:xfrm>
            <a:off x="14987057" y="265454"/>
            <a:ext cx="47734" cy="36491"/>
          </a:xfrm>
          <a:custGeom>
            <a:pathLst>
              <a:path w="40091" h="30649">
                <a:moveTo>
                  <a:pt x="0" y="0"/>
                </a:moveTo>
                <a:lnTo>
                  <a:pt x="40091" y="2463"/>
                </a:lnTo>
                <a:lnTo>
                  <a:pt x="40091" y="30649"/>
                </a:lnTo>
                <a:lnTo>
                  <a:pt x="0" y="28185"/>
                </a:lnTo>
                <a:close/>
              </a:path>
            </a:pathLst>
          </a:custGeom>
          <a:solidFill>
            <a:srgbClr val="676767"/>
          </a:solidFill>
          <a:ln w="0">
            <a:noFill/>
            <a:prstDash val="solid"/>
          </a:ln>
        </p:spPr>
      </p:sp>
      <p:sp>
        <p:nvSpPr>
          <p:cNvPr id="983" name="sensor-port-0_1325">
            <a:extLst>
              <a:ext uri="{FF2B5EF4-FFF2-40B4-BE49-F238E27FC236}">
                <a16:creationId xmlns:a16="http://schemas.microsoft.com/office/drawing/2014/main" id="{8CCB1BDD-72FB-43C2-B68A-98D1A37CEE8B}"/>
              </a:ext>
            </a:extLst>
          </p:cNvPr>
          <p:cNvSpPr>
            <a:spLocks/>
          </p:cNvSpPr>
          <p:nvPr/>
        </p:nvSpPr>
        <p:spPr>
          <a:xfrm>
            <a:off x="15002589" y="286172"/>
            <a:ext cx="16669" cy="10716"/>
          </a:xfrm>
          <a:prstGeom prst="ellipse">
            <a:avLst/>
          </a:prstGeom>
          <a:solidFill>
            <a:srgbClr val="232323"/>
          </a:solidFill>
          <a:ln w="0">
            <a:noFill/>
            <a:prstDash val="solid"/>
          </a:ln>
        </p:spPr>
      </p:sp>
      <p:sp>
        <p:nvSpPr>
          <p:cNvPr id="986" name="PANEL_D-frozen-DEM-cross-section_1326">
            <a:extLst>
              <a:ext uri="{FF2B5EF4-FFF2-40B4-BE49-F238E27FC236}">
                <a16:creationId xmlns:a16="http://schemas.microsoft.com/office/drawing/2014/main" id="{F65B61ED-8456-4B76-BF86-44C1FA90E7DA}"/>
              </a:ext>
            </a:extLst>
          </p:cNvPr>
          <p:cNvSpPr>
            <a:spLocks/>
          </p:cNvSpPr>
          <p:nvPr/>
        </p:nvSpPr>
        <p:spPr>
          <a:xfrm>
            <a:off x="11210925" y="5134852"/>
            <a:ext cx="2052888" cy="1485023"/>
          </a:xfrm>
          <a:custGeom>
            <a:pathLst>
              <a:path w="2155263" h="1559079">
                <a:moveTo>
                  <a:pt x="0" y="0"/>
                </a:moveTo>
                <a:lnTo>
                  <a:pt x="23684" y="13641"/>
                </a:lnTo>
                <a:lnTo>
                  <a:pt x="47368" y="27282"/>
                </a:lnTo>
                <a:lnTo>
                  <a:pt x="71053" y="42721"/>
                </a:lnTo>
                <a:lnTo>
                  <a:pt x="94737" y="62591"/>
                </a:lnTo>
                <a:lnTo>
                  <a:pt x="118421" y="85427"/>
                </a:lnTo>
                <a:lnTo>
                  <a:pt x="142105" y="108595"/>
                </a:lnTo>
                <a:lnTo>
                  <a:pt x="165789" y="131763"/>
                </a:lnTo>
                <a:lnTo>
                  <a:pt x="189474" y="154932"/>
                </a:lnTo>
                <a:lnTo>
                  <a:pt x="213158" y="174035"/>
                </a:lnTo>
                <a:lnTo>
                  <a:pt x="236842" y="190576"/>
                </a:lnTo>
                <a:lnTo>
                  <a:pt x="260526" y="207245"/>
                </a:lnTo>
                <a:lnTo>
                  <a:pt x="284211" y="226625"/>
                </a:lnTo>
                <a:lnTo>
                  <a:pt x="307895" y="246005"/>
                </a:lnTo>
                <a:lnTo>
                  <a:pt x="331579" y="265385"/>
                </a:lnTo>
                <a:lnTo>
                  <a:pt x="355263" y="284766"/>
                </a:lnTo>
                <a:lnTo>
                  <a:pt x="378947" y="304146"/>
                </a:lnTo>
                <a:lnTo>
                  <a:pt x="402632" y="323526"/>
                </a:lnTo>
                <a:lnTo>
                  <a:pt x="426316" y="343114"/>
                </a:lnTo>
                <a:lnTo>
                  <a:pt x="450000" y="363112"/>
                </a:lnTo>
                <a:lnTo>
                  <a:pt x="473684" y="383262"/>
                </a:lnTo>
                <a:lnTo>
                  <a:pt x="497368" y="403917"/>
                </a:lnTo>
                <a:lnTo>
                  <a:pt x="521053" y="424016"/>
                </a:lnTo>
                <a:lnTo>
                  <a:pt x="544737" y="443968"/>
                </a:lnTo>
                <a:lnTo>
                  <a:pt x="568421" y="463920"/>
                </a:lnTo>
                <a:lnTo>
                  <a:pt x="592105" y="483872"/>
                </a:lnTo>
                <a:lnTo>
                  <a:pt x="615789" y="503824"/>
                </a:lnTo>
                <a:lnTo>
                  <a:pt x="639474" y="523776"/>
                </a:lnTo>
                <a:lnTo>
                  <a:pt x="663158" y="545718"/>
                </a:lnTo>
                <a:lnTo>
                  <a:pt x="686842" y="569242"/>
                </a:lnTo>
                <a:lnTo>
                  <a:pt x="710526" y="587764"/>
                </a:lnTo>
                <a:lnTo>
                  <a:pt x="734211" y="606263"/>
                </a:lnTo>
                <a:lnTo>
                  <a:pt x="757895" y="625304"/>
                </a:lnTo>
                <a:lnTo>
                  <a:pt x="781579" y="645193"/>
                </a:lnTo>
                <a:lnTo>
                  <a:pt x="805263" y="665081"/>
                </a:lnTo>
                <a:lnTo>
                  <a:pt x="828947" y="684970"/>
                </a:lnTo>
                <a:lnTo>
                  <a:pt x="852632" y="704826"/>
                </a:lnTo>
                <a:lnTo>
                  <a:pt x="876316" y="724609"/>
                </a:lnTo>
                <a:lnTo>
                  <a:pt x="900000" y="744392"/>
                </a:lnTo>
                <a:lnTo>
                  <a:pt x="923684" y="764175"/>
                </a:lnTo>
                <a:lnTo>
                  <a:pt x="947368" y="781759"/>
                </a:lnTo>
                <a:lnTo>
                  <a:pt x="971053" y="798339"/>
                </a:lnTo>
                <a:lnTo>
                  <a:pt x="994737" y="814918"/>
                </a:lnTo>
                <a:lnTo>
                  <a:pt x="1018421" y="831497"/>
                </a:lnTo>
                <a:lnTo>
                  <a:pt x="1042105" y="848047"/>
                </a:lnTo>
                <a:lnTo>
                  <a:pt x="1065789" y="864202"/>
                </a:lnTo>
                <a:lnTo>
                  <a:pt x="1089474" y="880304"/>
                </a:lnTo>
                <a:lnTo>
                  <a:pt x="1113158" y="896375"/>
                </a:lnTo>
                <a:lnTo>
                  <a:pt x="1136842" y="912446"/>
                </a:lnTo>
                <a:lnTo>
                  <a:pt x="1160526" y="928518"/>
                </a:lnTo>
                <a:lnTo>
                  <a:pt x="1184211" y="943534"/>
                </a:lnTo>
                <a:lnTo>
                  <a:pt x="1207895" y="956809"/>
                </a:lnTo>
                <a:lnTo>
                  <a:pt x="1231579" y="970084"/>
                </a:lnTo>
                <a:lnTo>
                  <a:pt x="1255263" y="982190"/>
                </a:lnTo>
                <a:lnTo>
                  <a:pt x="1278947" y="994049"/>
                </a:lnTo>
                <a:lnTo>
                  <a:pt x="1302632" y="1005909"/>
                </a:lnTo>
                <a:lnTo>
                  <a:pt x="1326316" y="1017769"/>
                </a:lnTo>
                <a:lnTo>
                  <a:pt x="1350000" y="1029628"/>
                </a:lnTo>
                <a:lnTo>
                  <a:pt x="1373684" y="1041488"/>
                </a:lnTo>
                <a:lnTo>
                  <a:pt x="1397368" y="1053347"/>
                </a:lnTo>
                <a:lnTo>
                  <a:pt x="1421053" y="1064004"/>
                </a:lnTo>
                <a:lnTo>
                  <a:pt x="1444737" y="1071320"/>
                </a:lnTo>
                <a:lnTo>
                  <a:pt x="1468421" y="1076523"/>
                </a:lnTo>
                <a:lnTo>
                  <a:pt x="1492105" y="1082879"/>
                </a:lnTo>
                <a:lnTo>
                  <a:pt x="1515789" y="1089881"/>
                </a:lnTo>
                <a:lnTo>
                  <a:pt x="1539474" y="1096884"/>
                </a:lnTo>
                <a:lnTo>
                  <a:pt x="1563158" y="1103887"/>
                </a:lnTo>
                <a:lnTo>
                  <a:pt x="1586842" y="1110890"/>
                </a:lnTo>
                <a:lnTo>
                  <a:pt x="1610526" y="1117893"/>
                </a:lnTo>
                <a:lnTo>
                  <a:pt x="1634211" y="1122615"/>
                </a:lnTo>
                <a:lnTo>
                  <a:pt x="1657895" y="1122873"/>
                </a:lnTo>
                <a:lnTo>
                  <a:pt x="1681579" y="1123698"/>
                </a:lnTo>
                <a:lnTo>
                  <a:pt x="1705263" y="1124703"/>
                </a:lnTo>
                <a:lnTo>
                  <a:pt x="1728947" y="1126258"/>
                </a:lnTo>
                <a:lnTo>
                  <a:pt x="1752632" y="1131654"/>
                </a:lnTo>
                <a:lnTo>
                  <a:pt x="1776316" y="1137050"/>
                </a:lnTo>
                <a:lnTo>
                  <a:pt x="1800000" y="1142446"/>
                </a:lnTo>
                <a:lnTo>
                  <a:pt x="1823684" y="1148673"/>
                </a:lnTo>
                <a:lnTo>
                  <a:pt x="1847368" y="1162873"/>
                </a:lnTo>
                <a:lnTo>
                  <a:pt x="1871053" y="1177074"/>
                </a:lnTo>
                <a:lnTo>
                  <a:pt x="1894737" y="1191274"/>
                </a:lnTo>
                <a:lnTo>
                  <a:pt x="1918421" y="1195880"/>
                </a:lnTo>
                <a:lnTo>
                  <a:pt x="1942105" y="1188777"/>
                </a:lnTo>
                <a:lnTo>
                  <a:pt x="1965789" y="1181674"/>
                </a:lnTo>
                <a:lnTo>
                  <a:pt x="1989474" y="1174570"/>
                </a:lnTo>
                <a:lnTo>
                  <a:pt x="2013158" y="1167467"/>
                </a:lnTo>
                <a:lnTo>
                  <a:pt x="2036842" y="1167919"/>
                </a:lnTo>
                <a:lnTo>
                  <a:pt x="2060526" y="1171670"/>
                </a:lnTo>
                <a:lnTo>
                  <a:pt x="2084211" y="1178773"/>
                </a:lnTo>
                <a:lnTo>
                  <a:pt x="2107895" y="1185876"/>
                </a:lnTo>
                <a:lnTo>
                  <a:pt x="2131579" y="1192980"/>
                </a:lnTo>
                <a:lnTo>
                  <a:pt x="2155263" y="1199079"/>
                </a:lnTo>
                <a:lnTo>
                  <a:pt x="2155263" y="1559079"/>
                </a:lnTo>
                <a:lnTo>
                  <a:pt x="0" y="1559079"/>
                </a:lnTo>
                <a:close/>
              </a:path>
            </a:pathLst>
          </a:custGeom>
          <a:solidFill>
            <a:srgbClr val="D9D9D9"/>
          </a:solidFill>
          <a:ln w="7620">
            <a:solidFill>
              <a:srgbClr val="BCBCBC"/>
            </a:solidFill>
            <a:prstDash val="solid"/>
          </a:ln>
        </p:spPr>
      </p:sp>
      <p:sp>
        <p:nvSpPr>
          <p:cNvPr id="987" name="PANEL_D-surface-soil-band_1327">
            <a:extLst>
              <a:ext uri="{FF2B5EF4-FFF2-40B4-BE49-F238E27FC236}">
                <a16:creationId xmlns:a16="http://schemas.microsoft.com/office/drawing/2014/main" id="{AF8E795F-E609-43E4-9312-459CA2973234}"/>
              </a:ext>
            </a:extLst>
          </p:cNvPr>
          <p:cNvSpPr>
            <a:spLocks/>
          </p:cNvSpPr>
          <p:nvPr/>
        </p:nvSpPr>
        <p:spPr>
          <a:xfrm>
            <a:off x="11210925" y="5134852"/>
            <a:ext cx="2052888" cy="1237373"/>
          </a:xfrm>
          <a:custGeom>
            <a:pathLst>
              <a:path w="2155263" h="1299079">
                <a:moveTo>
                  <a:pt x="0" y="0"/>
                </a:moveTo>
                <a:lnTo>
                  <a:pt x="23684" y="13641"/>
                </a:lnTo>
                <a:lnTo>
                  <a:pt x="47368" y="27282"/>
                </a:lnTo>
                <a:lnTo>
                  <a:pt x="71053" y="42721"/>
                </a:lnTo>
                <a:lnTo>
                  <a:pt x="94737" y="62591"/>
                </a:lnTo>
                <a:lnTo>
                  <a:pt x="118421" y="85427"/>
                </a:lnTo>
                <a:lnTo>
                  <a:pt x="142105" y="108595"/>
                </a:lnTo>
                <a:lnTo>
                  <a:pt x="165789" y="131763"/>
                </a:lnTo>
                <a:lnTo>
                  <a:pt x="189474" y="154932"/>
                </a:lnTo>
                <a:lnTo>
                  <a:pt x="213158" y="174035"/>
                </a:lnTo>
                <a:lnTo>
                  <a:pt x="236842" y="190576"/>
                </a:lnTo>
                <a:lnTo>
                  <a:pt x="260526" y="207245"/>
                </a:lnTo>
                <a:lnTo>
                  <a:pt x="284211" y="226625"/>
                </a:lnTo>
                <a:lnTo>
                  <a:pt x="307895" y="246005"/>
                </a:lnTo>
                <a:lnTo>
                  <a:pt x="331579" y="265385"/>
                </a:lnTo>
                <a:lnTo>
                  <a:pt x="355263" y="284766"/>
                </a:lnTo>
                <a:lnTo>
                  <a:pt x="378947" y="304146"/>
                </a:lnTo>
                <a:lnTo>
                  <a:pt x="402632" y="323526"/>
                </a:lnTo>
                <a:lnTo>
                  <a:pt x="426316" y="343114"/>
                </a:lnTo>
                <a:lnTo>
                  <a:pt x="450000" y="363112"/>
                </a:lnTo>
                <a:lnTo>
                  <a:pt x="473684" y="383262"/>
                </a:lnTo>
                <a:lnTo>
                  <a:pt x="497368" y="403917"/>
                </a:lnTo>
                <a:lnTo>
                  <a:pt x="521053" y="424016"/>
                </a:lnTo>
                <a:lnTo>
                  <a:pt x="544737" y="443968"/>
                </a:lnTo>
                <a:lnTo>
                  <a:pt x="568421" y="463920"/>
                </a:lnTo>
                <a:lnTo>
                  <a:pt x="592105" y="483872"/>
                </a:lnTo>
                <a:lnTo>
                  <a:pt x="615789" y="503824"/>
                </a:lnTo>
                <a:lnTo>
                  <a:pt x="639474" y="523776"/>
                </a:lnTo>
                <a:lnTo>
                  <a:pt x="663158" y="545718"/>
                </a:lnTo>
                <a:lnTo>
                  <a:pt x="686842" y="569242"/>
                </a:lnTo>
                <a:lnTo>
                  <a:pt x="710526" y="587764"/>
                </a:lnTo>
                <a:lnTo>
                  <a:pt x="734211" y="606263"/>
                </a:lnTo>
                <a:lnTo>
                  <a:pt x="757895" y="625304"/>
                </a:lnTo>
                <a:lnTo>
                  <a:pt x="781579" y="645193"/>
                </a:lnTo>
                <a:lnTo>
                  <a:pt x="805263" y="665081"/>
                </a:lnTo>
                <a:lnTo>
                  <a:pt x="828947" y="684970"/>
                </a:lnTo>
                <a:lnTo>
                  <a:pt x="852632" y="704826"/>
                </a:lnTo>
                <a:lnTo>
                  <a:pt x="876316" y="724609"/>
                </a:lnTo>
                <a:lnTo>
                  <a:pt x="900000" y="744392"/>
                </a:lnTo>
                <a:lnTo>
                  <a:pt x="923684" y="764175"/>
                </a:lnTo>
                <a:lnTo>
                  <a:pt x="947368" y="781759"/>
                </a:lnTo>
                <a:lnTo>
                  <a:pt x="971053" y="798339"/>
                </a:lnTo>
                <a:lnTo>
                  <a:pt x="994737" y="814918"/>
                </a:lnTo>
                <a:lnTo>
                  <a:pt x="1018421" y="831497"/>
                </a:lnTo>
                <a:lnTo>
                  <a:pt x="1042105" y="848047"/>
                </a:lnTo>
                <a:lnTo>
                  <a:pt x="1065789" y="864202"/>
                </a:lnTo>
                <a:lnTo>
                  <a:pt x="1089474" y="880304"/>
                </a:lnTo>
                <a:lnTo>
                  <a:pt x="1113158" y="896375"/>
                </a:lnTo>
                <a:lnTo>
                  <a:pt x="1136842" y="912446"/>
                </a:lnTo>
                <a:lnTo>
                  <a:pt x="1160526" y="928518"/>
                </a:lnTo>
                <a:lnTo>
                  <a:pt x="1184211" y="943534"/>
                </a:lnTo>
                <a:lnTo>
                  <a:pt x="1207895" y="956809"/>
                </a:lnTo>
                <a:lnTo>
                  <a:pt x="1231579" y="970084"/>
                </a:lnTo>
                <a:lnTo>
                  <a:pt x="1255263" y="982190"/>
                </a:lnTo>
                <a:lnTo>
                  <a:pt x="1278947" y="994049"/>
                </a:lnTo>
                <a:lnTo>
                  <a:pt x="1302632" y="1005909"/>
                </a:lnTo>
                <a:lnTo>
                  <a:pt x="1326316" y="1017769"/>
                </a:lnTo>
                <a:lnTo>
                  <a:pt x="1350000" y="1029628"/>
                </a:lnTo>
                <a:lnTo>
                  <a:pt x="1373684" y="1041488"/>
                </a:lnTo>
                <a:lnTo>
                  <a:pt x="1397368" y="1053347"/>
                </a:lnTo>
                <a:lnTo>
                  <a:pt x="1421053" y="1064004"/>
                </a:lnTo>
                <a:lnTo>
                  <a:pt x="1444737" y="1071320"/>
                </a:lnTo>
                <a:lnTo>
                  <a:pt x="1468421" y="1076523"/>
                </a:lnTo>
                <a:lnTo>
                  <a:pt x="1492105" y="1082879"/>
                </a:lnTo>
                <a:lnTo>
                  <a:pt x="1515789" y="1089881"/>
                </a:lnTo>
                <a:lnTo>
                  <a:pt x="1539474" y="1096884"/>
                </a:lnTo>
                <a:lnTo>
                  <a:pt x="1563158" y="1103887"/>
                </a:lnTo>
                <a:lnTo>
                  <a:pt x="1586842" y="1110890"/>
                </a:lnTo>
                <a:lnTo>
                  <a:pt x="1610526" y="1117893"/>
                </a:lnTo>
                <a:lnTo>
                  <a:pt x="1634211" y="1122615"/>
                </a:lnTo>
                <a:lnTo>
                  <a:pt x="1657895" y="1122873"/>
                </a:lnTo>
                <a:lnTo>
                  <a:pt x="1681579" y="1123698"/>
                </a:lnTo>
                <a:lnTo>
                  <a:pt x="1705263" y="1124703"/>
                </a:lnTo>
                <a:lnTo>
                  <a:pt x="1728947" y="1126258"/>
                </a:lnTo>
                <a:lnTo>
                  <a:pt x="1752632" y="1131654"/>
                </a:lnTo>
                <a:lnTo>
                  <a:pt x="1776316" y="1137050"/>
                </a:lnTo>
                <a:lnTo>
                  <a:pt x="1800000" y="1142446"/>
                </a:lnTo>
                <a:lnTo>
                  <a:pt x="1823684" y="1148673"/>
                </a:lnTo>
                <a:lnTo>
                  <a:pt x="1847368" y="1162873"/>
                </a:lnTo>
                <a:lnTo>
                  <a:pt x="1871053" y="1177074"/>
                </a:lnTo>
                <a:lnTo>
                  <a:pt x="1894737" y="1191274"/>
                </a:lnTo>
                <a:lnTo>
                  <a:pt x="1918421" y="1195880"/>
                </a:lnTo>
                <a:lnTo>
                  <a:pt x="1942105" y="1188777"/>
                </a:lnTo>
                <a:lnTo>
                  <a:pt x="1965789" y="1181674"/>
                </a:lnTo>
                <a:lnTo>
                  <a:pt x="1989474" y="1174570"/>
                </a:lnTo>
                <a:lnTo>
                  <a:pt x="2013158" y="1167467"/>
                </a:lnTo>
                <a:lnTo>
                  <a:pt x="2036842" y="1167919"/>
                </a:lnTo>
                <a:lnTo>
                  <a:pt x="2060526" y="1171670"/>
                </a:lnTo>
                <a:lnTo>
                  <a:pt x="2084211" y="1178773"/>
                </a:lnTo>
                <a:lnTo>
                  <a:pt x="2107895" y="1185876"/>
                </a:lnTo>
                <a:lnTo>
                  <a:pt x="2131579" y="1192980"/>
                </a:lnTo>
                <a:lnTo>
                  <a:pt x="2155263" y="1199079"/>
                </a:lnTo>
                <a:lnTo>
                  <a:pt x="2155263" y="1299079"/>
                </a:lnTo>
                <a:lnTo>
                  <a:pt x="2131579" y="1292980"/>
                </a:lnTo>
                <a:lnTo>
                  <a:pt x="2107895" y="1285876"/>
                </a:lnTo>
                <a:lnTo>
                  <a:pt x="2084211" y="1278773"/>
                </a:lnTo>
                <a:lnTo>
                  <a:pt x="2060526" y="1271670"/>
                </a:lnTo>
                <a:lnTo>
                  <a:pt x="2036842" y="1267919"/>
                </a:lnTo>
                <a:lnTo>
                  <a:pt x="2013158" y="1267467"/>
                </a:lnTo>
                <a:lnTo>
                  <a:pt x="1989474" y="1274570"/>
                </a:lnTo>
                <a:lnTo>
                  <a:pt x="1965789" y="1281674"/>
                </a:lnTo>
                <a:lnTo>
                  <a:pt x="1942105" y="1288777"/>
                </a:lnTo>
                <a:lnTo>
                  <a:pt x="1918421" y="1295880"/>
                </a:lnTo>
                <a:lnTo>
                  <a:pt x="1894737" y="1291274"/>
                </a:lnTo>
                <a:lnTo>
                  <a:pt x="1871053" y="1277074"/>
                </a:lnTo>
                <a:lnTo>
                  <a:pt x="1847368" y="1262873"/>
                </a:lnTo>
                <a:lnTo>
                  <a:pt x="1823684" y="1248673"/>
                </a:lnTo>
                <a:lnTo>
                  <a:pt x="1800000" y="1242446"/>
                </a:lnTo>
                <a:lnTo>
                  <a:pt x="1776316" y="1237050"/>
                </a:lnTo>
                <a:lnTo>
                  <a:pt x="1752632" y="1231654"/>
                </a:lnTo>
                <a:lnTo>
                  <a:pt x="1728947" y="1226258"/>
                </a:lnTo>
                <a:lnTo>
                  <a:pt x="1705263" y="1224703"/>
                </a:lnTo>
                <a:lnTo>
                  <a:pt x="1681579" y="1223698"/>
                </a:lnTo>
                <a:lnTo>
                  <a:pt x="1657895" y="1222873"/>
                </a:lnTo>
                <a:lnTo>
                  <a:pt x="1634211" y="1222615"/>
                </a:lnTo>
                <a:lnTo>
                  <a:pt x="1610526" y="1217893"/>
                </a:lnTo>
                <a:lnTo>
                  <a:pt x="1586842" y="1210890"/>
                </a:lnTo>
                <a:lnTo>
                  <a:pt x="1563158" y="1203887"/>
                </a:lnTo>
                <a:lnTo>
                  <a:pt x="1539474" y="1196884"/>
                </a:lnTo>
                <a:lnTo>
                  <a:pt x="1515789" y="1189881"/>
                </a:lnTo>
                <a:lnTo>
                  <a:pt x="1492105" y="1182879"/>
                </a:lnTo>
                <a:lnTo>
                  <a:pt x="1468421" y="1176523"/>
                </a:lnTo>
                <a:lnTo>
                  <a:pt x="1444737" y="1171320"/>
                </a:lnTo>
                <a:lnTo>
                  <a:pt x="1421053" y="1164004"/>
                </a:lnTo>
                <a:lnTo>
                  <a:pt x="1397368" y="1153347"/>
                </a:lnTo>
                <a:lnTo>
                  <a:pt x="1373684" y="1141488"/>
                </a:lnTo>
                <a:lnTo>
                  <a:pt x="1350000" y="1129628"/>
                </a:lnTo>
                <a:lnTo>
                  <a:pt x="1326316" y="1117769"/>
                </a:lnTo>
                <a:lnTo>
                  <a:pt x="1302632" y="1105909"/>
                </a:lnTo>
                <a:lnTo>
                  <a:pt x="1278947" y="1094049"/>
                </a:lnTo>
                <a:lnTo>
                  <a:pt x="1255263" y="1082190"/>
                </a:lnTo>
                <a:lnTo>
                  <a:pt x="1231579" y="1070084"/>
                </a:lnTo>
                <a:lnTo>
                  <a:pt x="1207895" y="1056809"/>
                </a:lnTo>
                <a:lnTo>
                  <a:pt x="1184211" y="1043534"/>
                </a:lnTo>
                <a:lnTo>
                  <a:pt x="1160526" y="1028518"/>
                </a:lnTo>
                <a:lnTo>
                  <a:pt x="1136842" y="1012446"/>
                </a:lnTo>
                <a:lnTo>
                  <a:pt x="1113158" y="996375"/>
                </a:lnTo>
                <a:lnTo>
                  <a:pt x="1089474" y="980304"/>
                </a:lnTo>
                <a:lnTo>
                  <a:pt x="1065789" y="964202"/>
                </a:lnTo>
                <a:lnTo>
                  <a:pt x="1042105" y="948047"/>
                </a:lnTo>
                <a:lnTo>
                  <a:pt x="1018421" y="931497"/>
                </a:lnTo>
                <a:lnTo>
                  <a:pt x="994737" y="914918"/>
                </a:lnTo>
                <a:lnTo>
                  <a:pt x="971053" y="898339"/>
                </a:lnTo>
                <a:lnTo>
                  <a:pt x="947368" y="881759"/>
                </a:lnTo>
                <a:lnTo>
                  <a:pt x="923684" y="864175"/>
                </a:lnTo>
                <a:lnTo>
                  <a:pt x="900000" y="844392"/>
                </a:lnTo>
                <a:lnTo>
                  <a:pt x="876316" y="824609"/>
                </a:lnTo>
                <a:lnTo>
                  <a:pt x="852632" y="804826"/>
                </a:lnTo>
                <a:lnTo>
                  <a:pt x="828947" y="784970"/>
                </a:lnTo>
                <a:lnTo>
                  <a:pt x="805263" y="765081"/>
                </a:lnTo>
                <a:lnTo>
                  <a:pt x="781579" y="745193"/>
                </a:lnTo>
                <a:lnTo>
                  <a:pt x="757895" y="725304"/>
                </a:lnTo>
                <a:lnTo>
                  <a:pt x="734211" y="706263"/>
                </a:lnTo>
                <a:lnTo>
                  <a:pt x="710526" y="687764"/>
                </a:lnTo>
                <a:lnTo>
                  <a:pt x="686842" y="669242"/>
                </a:lnTo>
                <a:lnTo>
                  <a:pt x="663158" y="645718"/>
                </a:lnTo>
                <a:lnTo>
                  <a:pt x="639474" y="623776"/>
                </a:lnTo>
                <a:lnTo>
                  <a:pt x="615789" y="603824"/>
                </a:lnTo>
                <a:lnTo>
                  <a:pt x="592105" y="583872"/>
                </a:lnTo>
                <a:lnTo>
                  <a:pt x="568421" y="563920"/>
                </a:lnTo>
                <a:lnTo>
                  <a:pt x="544737" y="543968"/>
                </a:lnTo>
                <a:lnTo>
                  <a:pt x="521053" y="524016"/>
                </a:lnTo>
                <a:lnTo>
                  <a:pt x="497368" y="503917"/>
                </a:lnTo>
                <a:lnTo>
                  <a:pt x="473684" y="483262"/>
                </a:lnTo>
                <a:lnTo>
                  <a:pt x="450000" y="463112"/>
                </a:lnTo>
                <a:lnTo>
                  <a:pt x="426316" y="443114"/>
                </a:lnTo>
                <a:lnTo>
                  <a:pt x="402632" y="423526"/>
                </a:lnTo>
                <a:lnTo>
                  <a:pt x="378947" y="404146"/>
                </a:lnTo>
                <a:lnTo>
                  <a:pt x="355263" y="384766"/>
                </a:lnTo>
                <a:lnTo>
                  <a:pt x="331579" y="365385"/>
                </a:lnTo>
                <a:lnTo>
                  <a:pt x="307895" y="346005"/>
                </a:lnTo>
                <a:lnTo>
                  <a:pt x="284211" y="326625"/>
                </a:lnTo>
                <a:lnTo>
                  <a:pt x="260526" y="307245"/>
                </a:lnTo>
                <a:lnTo>
                  <a:pt x="236842" y="290576"/>
                </a:lnTo>
                <a:lnTo>
                  <a:pt x="213158" y="274035"/>
                </a:lnTo>
                <a:lnTo>
                  <a:pt x="189474" y="254932"/>
                </a:lnTo>
                <a:lnTo>
                  <a:pt x="165789" y="231763"/>
                </a:lnTo>
                <a:lnTo>
                  <a:pt x="142105" y="208595"/>
                </a:lnTo>
                <a:lnTo>
                  <a:pt x="118421" y="185427"/>
                </a:lnTo>
                <a:lnTo>
                  <a:pt x="94737" y="162591"/>
                </a:lnTo>
                <a:lnTo>
                  <a:pt x="71053" y="142721"/>
                </a:lnTo>
                <a:lnTo>
                  <a:pt x="47368" y="127282"/>
                </a:lnTo>
                <a:lnTo>
                  <a:pt x="23684" y="113641"/>
                </a:lnTo>
                <a:lnTo>
                  <a:pt x="0" y="100000"/>
                </a:lnTo>
                <a:close/>
              </a:path>
            </a:pathLst>
          </a:custGeom>
          <a:solidFill>
            <a:srgbClr val="EAEAEA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988" name="PANEL_D-land-relief-line-0_1328">
            <a:extLst>
              <a:ext uri="{FF2B5EF4-FFF2-40B4-BE49-F238E27FC236}">
                <a16:creationId xmlns:a16="http://schemas.microsoft.com/office/drawing/2014/main" id="{A4864471-3347-421E-89DC-D667F04DFFE6}"/>
              </a:ext>
            </a:extLst>
          </p:cNvPr>
          <p:cNvSpPr>
            <a:spLocks/>
          </p:cNvSpPr>
          <p:nvPr/>
        </p:nvSpPr>
        <p:spPr>
          <a:xfrm>
            <a:off x="11391399" y="5453875"/>
            <a:ext cx="834691" cy="675580"/>
          </a:xfrm>
          <a:custGeom>
            <a:pathLst>
              <a:path w="876316" h="709270">
                <a:moveTo>
                  <a:pt x="0" y="0"/>
                </a:moveTo>
                <a:cubicBezTo>
                  <a:pt x="3947" y="3184"/>
                  <a:pt x="15789" y="13162"/>
                  <a:pt x="23684" y="19103"/>
                </a:cubicBezTo>
                <a:cubicBezTo>
                  <a:pt x="31579" y="25044"/>
                  <a:pt x="39474" y="30109"/>
                  <a:pt x="47368" y="35645"/>
                </a:cubicBezTo>
                <a:cubicBezTo>
                  <a:pt x="55263" y="41180"/>
                  <a:pt x="63158" y="46305"/>
                  <a:pt x="71053" y="52313"/>
                </a:cubicBezTo>
                <a:cubicBezTo>
                  <a:pt x="78947" y="58321"/>
                  <a:pt x="86842" y="65233"/>
                  <a:pt x="94737" y="71693"/>
                </a:cubicBezTo>
                <a:cubicBezTo>
                  <a:pt x="102632" y="78153"/>
                  <a:pt x="110526" y="84613"/>
                  <a:pt x="118421" y="91073"/>
                </a:cubicBezTo>
                <a:cubicBezTo>
                  <a:pt x="126316" y="97534"/>
                  <a:pt x="134211" y="103994"/>
                  <a:pt x="142105" y="110454"/>
                </a:cubicBezTo>
                <a:cubicBezTo>
                  <a:pt x="150000" y="116914"/>
                  <a:pt x="157895" y="123374"/>
                  <a:pt x="165789" y="129834"/>
                </a:cubicBezTo>
                <a:cubicBezTo>
                  <a:pt x="173684" y="136294"/>
                  <a:pt x="181579" y="142754"/>
                  <a:pt x="189474" y="149214"/>
                </a:cubicBezTo>
                <a:cubicBezTo>
                  <a:pt x="197368" y="155674"/>
                  <a:pt x="205263" y="162099"/>
                  <a:pt x="213158" y="168594"/>
                </a:cubicBezTo>
                <a:cubicBezTo>
                  <a:pt x="221053" y="175089"/>
                  <a:pt x="228947" y="181584"/>
                  <a:pt x="236842" y="188182"/>
                </a:cubicBezTo>
                <a:cubicBezTo>
                  <a:pt x="244737" y="194780"/>
                  <a:pt x="252632" y="201489"/>
                  <a:pt x="260526" y="208180"/>
                </a:cubicBezTo>
                <a:cubicBezTo>
                  <a:pt x="268421" y="214872"/>
                  <a:pt x="276316" y="221530"/>
                  <a:pt x="284211" y="228330"/>
                </a:cubicBezTo>
                <a:cubicBezTo>
                  <a:pt x="292105" y="235131"/>
                  <a:pt x="300000" y="242193"/>
                  <a:pt x="307895" y="248985"/>
                </a:cubicBezTo>
                <a:cubicBezTo>
                  <a:pt x="315789" y="255778"/>
                  <a:pt x="323684" y="262409"/>
                  <a:pt x="331579" y="269084"/>
                </a:cubicBezTo>
                <a:cubicBezTo>
                  <a:pt x="339474" y="275759"/>
                  <a:pt x="347368" y="282385"/>
                  <a:pt x="355263" y="289036"/>
                </a:cubicBezTo>
                <a:cubicBezTo>
                  <a:pt x="363158" y="295687"/>
                  <a:pt x="371053" y="302337"/>
                  <a:pt x="378947" y="308988"/>
                </a:cubicBezTo>
                <a:cubicBezTo>
                  <a:pt x="386842" y="315639"/>
                  <a:pt x="394737" y="322290"/>
                  <a:pt x="402632" y="328940"/>
                </a:cubicBezTo>
                <a:cubicBezTo>
                  <a:pt x="410526" y="335591"/>
                  <a:pt x="418421" y="342242"/>
                  <a:pt x="426316" y="348892"/>
                </a:cubicBezTo>
                <a:cubicBezTo>
                  <a:pt x="434211" y="355543"/>
                  <a:pt x="442105" y="361862"/>
                  <a:pt x="450000" y="368844"/>
                </a:cubicBezTo>
                <a:cubicBezTo>
                  <a:pt x="457895" y="375827"/>
                  <a:pt x="465789" y="383209"/>
                  <a:pt x="473684" y="390787"/>
                </a:cubicBezTo>
                <a:cubicBezTo>
                  <a:pt x="481579" y="398364"/>
                  <a:pt x="489474" y="407303"/>
                  <a:pt x="497368" y="414310"/>
                </a:cubicBezTo>
                <a:cubicBezTo>
                  <a:pt x="505263" y="421318"/>
                  <a:pt x="513158" y="426662"/>
                  <a:pt x="521053" y="432832"/>
                </a:cubicBezTo>
                <a:cubicBezTo>
                  <a:pt x="528947" y="439003"/>
                  <a:pt x="536842" y="445075"/>
                  <a:pt x="544737" y="451331"/>
                </a:cubicBezTo>
                <a:cubicBezTo>
                  <a:pt x="552632" y="457588"/>
                  <a:pt x="560526" y="463884"/>
                  <a:pt x="568421" y="470372"/>
                </a:cubicBezTo>
                <a:cubicBezTo>
                  <a:pt x="576316" y="476860"/>
                  <a:pt x="584211" y="483631"/>
                  <a:pt x="592105" y="490261"/>
                </a:cubicBezTo>
                <a:cubicBezTo>
                  <a:pt x="600000" y="496890"/>
                  <a:pt x="607895" y="503520"/>
                  <a:pt x="615789" y="510150"/>
                </a:cubicBezTo>
                <a:cubicBezTo>
                  <a:pt x="623684" y="516779"/>
                  <a:pt x="631579" y="523414"/>
                  <a:pt x="639474" y="530038"/>
                </a:cubicBezTo>
                <a:cubicBezTo>
                  <a:pt x="647368" y="536663"/>
                  <a:pt x="655263" y="543288"/>
                  <a:pt x="663158" y="549894"/>
                </a:cubicBezTo>
                <a:cubicBezTo>
                  <a:pt x="671053" y="556501"/>
                  <a:pt x="678947" y="563083"/>
                  <a:pt x="686842" y="569677"/>
                </a:cubicBezTo>
                <a:cubicBezTo>
                  <a:pt x="694737" y="576272"/>
                  <a:pt x="702632" y="582866"/>
                  <a:pt x="710526" y="589460"/>
                </a:cubicBezTo>
                <a:cubicBezTo>
                  <a:pt x="718421" y="596055"/>
                  <a:pt x="726316" y="603016"/>
                  <a:pt x="734211" y="609243"/>
                </a:cubicBezTo>
                <a:cubicBezTo>
                  <a:pt x="742105" y="615471"/>
                  <a:pt x="750000" y="621134"/>
                  <a:pt x="757895" y="626827"/>
                </a:cubicBezTo>
                <a:cubicBezTo>
                  <a:pt x="765789" y="632521"/>
                  <a:pt x="773684" y="637880"/>
                  <a:pt x="781579" y="643407"/>
                </a:cubicBezTo>
                <a:cubicBezTo>
                  <a:pt x="789474" y="648933"/>
                  <a:pt x="797368" y="654460"/>
                  <a:pt x="805263" y="659986"/>
                </a:cubicBezTo>
                <a:cubicBezTo>
                  <a:pt x="813158" y="665513"/>
                  <a:pt x="821053" y="671044"/>
                  <a:pt x="828947" y="676566"/>
                </a:cubicBezTo>
                <a:cubicBezTo>
                  <a:pt x="836842" y="682087"/>
                  <a:pt x="844737" y="687665"/>
                  <a:pt x="852632" y="693115"/>
                </a:cubicBezTo>
                <a:cubicBezTo>
                  <a:pt x="860526" y="698566"/>
                  <a:pt x="872368" y="706578"/>
                  <a:pt x="876316" y="709270"/>
                </a:cubicBezTo>
              </a:path>
            </a:pathLst>
          </a:custGeom>
          <a:noFill/>
          <a:ln w="5715">
            <a:solidFill>
              <a:srgbClr val="BFBFBF">
                <a:alpha val="45000"/>
              </a:srgbClr>
            </a:solidFill>
            <a:prstDash val="solid"/>
          </a:ln>
        </p:spPr>
      </p:sp>
      <p:sp>
        <p:nvSpPr>
          <p:cNvPr id="989" name="PANEL_D-land-relief-line-1_1329">
            <a:extLst>
              <a:ext uri="{FF2B5EF4-FFF2-40B4-BE49-F238E27FC236}">
                <a16:creationId xmlns:a16="http://schemas.microsoft.com/office/drawing/2014/main" id="{006602AD-8C24-4AEB-B83A-8537C9A86853}"/>
              </a:ext>
            </a:extLst>
          </p:cNvPr>
          <p:cNvSpPr>
            <a:spLocks/>
          </p:cNvSpPr>
          <p:nvPr/>
        </p:nvSpPr>
        <p:spPr>
          <a:xfrm>
            <a:off x="11752346" y="5824386"/>
            <a:ext cx="834691" cy="578548"/>
          </a:xfrm>
          <a:custGeom>
            <a:pathLst>
              <a:path w="876316" h="607400">
                <a:moveTo>
                  <a:pt x="0" y="0"/>
                </a:moveTo>
                <a:cubicBezTo>
                  <a:pt x="3947" y="3325"/>
                  <a:pt x="15789" y="13301"/>
                  <a:pt x="23684" y="19952"/>
                </a:cubicBezTo>
                <a:cubicBezTo>
                  <a:pt x="31579" y="26603"/>
                  <a:pt x="39474" y="33253"/>
                  <a:pt x="47368" y="39904"/>
                </a:cubicBezTo>
                <a:cubicBezTo>
                  <a:pt x="55263" y="46555"/>
                  <a:pt x="63158" y="52874"/>
                  <a:pt x="71053" y="59856"/>
                </a:cubicBezTo>
                <a:cubicBezTo>
                  <a:pt x="78947" y="66839"/>
                  <a:pt x="86842" y="74221"/>
                  <a:pt x="94737" y="81798"/>
                </a:cubicBezTo>
                <a:cubicBezTo>
                  <a:pt x="102632" y="89376"/>
                  <a:pt x="110526" y="98314"/>
                  <a:pt x="118421" y="105322"/>
                </a:cubicBezTo>
                <a:cubicBezTo>
                  <a:pt x="126316" y="112330"/>
                  <a:pt x="134211" y="117674"/>
                  <a:pt x="142105" y="123844"/>
                </a:cubicBezTo>
                <a:cubicBezTo>
                  <a:pt x="150000" y="130014"/>
                  <a:pt x="157895" y="136087"/>
                  <a:pt x="165789" y="142343"/>
                </a:cubicBezTo>
                <a:cubicBezTo>
                  <a:pt x="173684" y="148600"/>
                  <a:pt x="181579" y="154896"/>
                  <a:pt x="189474" y="161384"/>
                </a:cubicBezTo>
                <a:cubicBezTo>
                  <a:pt x="197368" y="167872"/>
                  <a:pt x="205263" y="174643"/>
                  <a:pt x="213158" y="181273"/>
                </a:cubicBezTo>
                <a:cubicBezTo>
                  <a:pt x="221053" y="187902"/>
                  <a:pt x="228947" y="194532"/>
                  <a:pt x="236842" y="201161"/>
                </a:cubicBezTo>
                <a:cubicBezTo>
                  <a:pt x="244737" y="207791"/>
                  <a:pt x="252632" y="214426"/>
                  <a:pt x="260526" y="221050"/>
                </a:cubicBezTo>
                <a:cubicBezTo>
                  <a:pt x="268421" y="227674"/>
                  <a:pt x="276316" y="234300"/>
                  <a:pt x="284211" y="240906"/>
                </a:cubicBezTo>
                <a:cubicBezTo>
                  <a:pt x="292105" y="247512"/>
                  <a:pt x="300000" y="254095"/>
                  <a:pt x="307895" y="260689"/>
                </a:cubicBezTo>
                <a:cubicBezTo>
                  <a:pt x="315789" y="267283"/>
                  <a:pt x="323684" y="273878"/>
                  <a:pt x="331579" y="280472"/>
                </a:cubicBezTo>
                <a:cubicBezTo>
                  <a:pt x="339474" y="287067"/>
                  <a:pt x="347368" y="294027"/>
                  <a:pt x="355263" y="300255"/>
                </a:cubicBezTo>
                <a:cubicBezTo>
                  <a:pt x="363158" y="306483"/>
                  <a:pt x="371053" y="312145"/>
                  <a:pt x="378947" y="317839"/>
                </a:cubicBezTo>
                <a:cubicBezTo>
                  <a:pt x="386842" y="323533"/>
                  <a:pt x="394737" y="328892"/>
                  <a:pt x="402632" y="334419"/>
                </a:cubicBezTo>
                <a:cubicBezTo>
                  <a:pt x="410526" y="339945"/>
                  <a:pt x="418421" y="345472"/>
                  <a:pt x="426316" y="350998"/>
                </a:cubicBezTo>
                <a:cubicBezTo>
                  <a:pt x="434211" y="356524"/>
                  <a:pt x="442105" y="362056"/>
                  <a:pt x="450000" y="367577"/>
                </a:cubicBezTo>
                <a:cubicBezTo>
                  <a:pt x="457895" y="373099"/>
                  <a:pt x="465789" y="378676"/>
                  <a:pt x="473684" y="384127"/>
                </a:cubicBezTo>
                <a:cubicBezTo>
                  <a:pt x="481579" y="389578"/>
                  <a:pt x="489474" y="394906"/>
                  <a:pt x="497368" y="400282"/>
                </a:cubicBezTo>
                <a:cubicBezTo>
                  <a:pt x="505263" y="405658"/>
                  <a:pt x="513158" y="411022"/>
                  <a:pt x="521053" y="416384"/>
                </a:cubicBezTo>
                <a:cubicBezTo>
                  <a:pt x="528947" y="421746"/>
                  <a:pt x="536842" y="427098"/>
                  <a:pt x="544737" y="432455"/>
                </a:cubicBezTo>
                <a:cubicBezTo>
                  <a:pt x="552632" y="437812"/>
                  <a:pt x="560526" y="443169"/>
                  <a:pt x="568421" y="448526"/>
                </a:cubicBezTo>
                <a:cubicBezTo>
                  <a:pt x="576316" y="453884"/>
                  <a:pt x="584211" y="459416"/>
                  <a:pt x="592105" y="464598"/>
                </a:cubicBezTo>
                <a:cubicBezTo>
                  <a:pt x="600000" y="469779"/>
                  <a:pt x="607895" y="474898"/>
                  <a:pt x="615789" y="479614"/>
                </a:cubicBezTo>
                <a:cubicBezTo>
                  <a:pt x="623684" y="484329"/>
                  <a:pt x="631579" y="488464"/>
                  <a:pt x="639474" y="492889"/>
                </a:cubicBezTo>
                <a:cubicBezTo>
                  <a:pt x="647368" y="497314"/>
                  <a:pt x="655263" y="501933"/>
                  <a:pt x="663158" y="506164"/>
                </a:cubicBezTo>
                <a:cubicBezTo>
                  <a:pt x="671053" y="510394"/>
                  <a:pt x="678947" y="514275"/>
                  <a:pt x="686842" y="518270"/>
                </a:cubicBezTo>
                <a:cubicBezTo>
                  <a:pt x="694737" y="522264"/>
                  <a:pt x="702632" y="526176"/>
                  <a:pt x="710526" y="530129"/>
                </a:cubicBezTo>
                <a:cubicBezTo>
                  <a:pt x="718421" y="534083"/>
                  <a:pt x="726316" y="538036"/>
                  <a:pt x="734211" y="541989"/>
                </a:cubicBezTo>
                <a:cubicBezTo>
                  <a:pt x="742105" y="545942"/>
                  <a:pt x="750000" y="549895"/>
                  <a:pt x="757895" y="553849"/>
                </a:cubicBezTo>
                <a:cubicBezTo>
                  <a:pt x="765789" y="557802"/>
                  <a:pt x="773684" y="561755"/>
                  <a:pt x="781579" y="565708"/>
                </a:cubicBezTo>
                <a:cubicBezTo>
                  <a:pt x="789474" y="569661"/>
                  <a:pt x="797368" y="573615"/>
                  <a:pt x="805263" y="577568"/>
                </a:cubicBezTo>
                <a:cubicBezTo>
                  <a:pt x="813158" y="581521"/>
                  <a:pt x="821053" y="585675"/>
                  <a:pt x="828947" y="589427"/>
                </a:cubicBezTo>
                <a:cubicBezTo>
                  <a:pt x="836842" y="593180"/>
                  <a:pt x="844737" y="597088"/>
                  <a:pt x="852632" y="600084"/>
                </a:cubicBezTo>
                <a:cubicBezTo>
                  <a:pt x="860526" y="603079"/>
                  <a:pt x="872368" y="606180"/>
                  <a:pt x="876316" y="607400"/>
                </a:cubicBezTo>
              </a:path>
            </a:pathLst>
          </a:custGeom>
          <a:noFill/>
          <a:ln w="5715">
            <a:solidFill>
              <a:srgbClr val="BFBFBF">
                <a:alpha val="45000"/>
              </a:srgbClr>
            </a:solidFill>
            <a:prstDash val="solid"/>
          </a:ln>
        </p:spPr>
      </p:sp>
      <p:sp>
        <p:nvSpPr>
          <p:cNvPr id="990" name="PANEL_D-land-relief-line-2_1330">
            <a:extLst>
              <a:ext uri="{FF2B5EF4-FFF2-40B4-BE49-F238E27FC236}">
                <a16:creationId xmlns:a16="http://schemas.microsoft.com/office/drawing/2014/main" id="{A69A868D-5801-4B30-B61A-72C2FC29EF40}"/>
              </a:ext>
            </a:extLst>
          </p:cNvPr>
          <p:cNvSpPr>
            <a:spLocks/>
          </p:cNvSpPr>
          <p:nvPr/>
        </p:nvSpPr>
        <p:spPr>
          <a:xfrm>
            <a:off x="12113293" y="6203328"/>
            <a:ext cx="834691" cy="349486"/>
          </a:xfrm>
          <a:custGeom>
            <a:pathLst>
              <a:path w="876316" h="366914">
                <a:moveTo>
                  <a:pt x="0" y="0"/>
                </a:moveTo>
                <a:cubicBezTo>
                  <a:pt x="3947" y="2763"/>
                  <a:pt x="15789" y="11053"/>
                  <a:pt x="23684" y="16579"/>
                </a:cubicBezTo>
                <a:cubicBezTo>
                  <a:pt x="31579" y="22106"/>
                  <a:pt x="39474" y="27632"/>
                  <a:pt x="47368" y="33159"/>
                </a:cubicBezTo>
                <a:cubicBezTo>
                  <a:pt x="55263" y="38685"/>
                  <a:pt x="63158" y="44217"/>
                  <a:pt x="71053" y="49738"/>
                </a:cubicBezTo>
                <a:cubicBezTo>
                  <a:pt x="78947" y="55260"/>
                  <a:pt x="86842" y="60837"/>
                  <a:pt x="94737" y="66288"/>
                </a:cubicBezTo>
                <a:cubicBezTo>
                  <a:pt x="102632" y="71739"/>
                  <a:pt x="110526" y="77067"/>
                  <a:pt x="118421" y="82443"/>
                </a:cubicBezTo>
                <a:cubicBezTo>
                  <a:pt x="126316" y="87819"/>
                  <a:pt x="134211" y="93183"/>
                  <a:pt x="142105" y="98545"/>
                </a:cubicBezTo>
                <a:cubicBezTo>
                  <a:pt x="150000" y="103907"/>
                  <a:pt x="157895" y="109259"/>
                  <a:pt x="165789" y="114616"/>
                </a:cubicBezTo>
                <a:cubicBezTo>
                  <a:pt x="173684" y="119973"/>
                  <a:pt x="181579" y="125330"/>
                  <a:pt x="189474" y="130687"/>
                </a:cubicBezTo>
                <a:cubicBezTo>
                  <a:pt x="197368" y="136044"/>
                  <a:pt x="205263" y="141577"/>
                  <a:pt x="213158" y="146758"/>
                </a:cubicBezTo>
                <a:cubicBezTo>
                  <a:pt x="221053" y="151940"/>
                  <a:pt x="228947" y="157059"/>
                  <a:pt x="236842" y="161774"/>
                </a:cubicBezTo>
                <a:cubicBezTo>
                  <a:pt x="244737" y="166489"/>
                  <a:pt x="252632" y="170624"/>
                  <a:pt x="260526" y="175049"/>
                </a:cubicBezTo>
                <a:cubicBezTo>
                  <a:pt x="268421" y="179474"/>
                  <a:pt x="276316" y="184094"/>
                  <a:pt x="284211" y="188324"/>
                </a:cubicBezTo>
                <a:cubicBezTo>
                  <a:pt x="292105" y="192554"/>
                  <a:pt x="300000" y="196436"/>
                  <a:pt x="307895" y="200430"/>
                </a:cubicBezTo>
                <a:cubicBezTo>
                  <a:pt x="315789" y="204425"/>
                  <a:pt x="323684" y="208337"/>
                  <a:pt x="331579" y="212290"/>
                </a:cubicBezTo>
                <a:cubicBezTo>
                  <a:pt x="339474" y="216243"/>
                  <a:pt x="347368" y="220196"/>
                  <a:pt x="355263" y="224150"/>
                </a:cubicBezTo>
                <a:cubicBezTo>
                  <a:pt x="363158" y="228103"/>
                  <a:pt x="371053" y="232056"/>
                  <a:pt x="378947" y="236009"/>
                </a:cubicBezTo>
                <a:cubicBezTo>
                  <a:pt x="386842" y="239962"/>
                  <a:pt x="394737" y="243916"/>
                  <a:pt x="402632" y="247869"/>
                </a:cubicBezTo>
                <a:cubicBezTo>
                  <a:pt x="410526" y="251822"/>
                  <a:pt x="418421" y="255775"/>
                  <a:pt x="426316" y="259728"/>
                </a:cubicBezTo>
                <a:cubicBezTo>
                  <a:pt x="434211" y="263682"/>
                  <a:pt x="442105" y="267835"/>
                  <a:pt x="450000" y="271588"/>
                </a:cubicBezTo>
                <a:cubicBezTo>
                  <a:pt x="457895" y="275341"/>
                  <a:pt x="465789" y="279249"/>
                  <a:pt x="473684" y="282244"/>
                </a:cubicBezTo>
                <a:cubicBezTo>
                  <a:pt x="481579" y="285240"/>
                  <a:pt x="489474" y="287474"/>
                  <a:pt x="497368" y="289560"/>
                </a:cubicBezTo>
                <a:cubicBezTo>
                  <a:pt x="505263" y="291647"/>
                  <a:pt x="513158" y="292837"/>
                  <a:pt x="521053" y="294764"/>
                </a:cubicBezTo>
                <a:cubicBezTo>
                  <a:pt x="528947" y="296690"/>
                  <a:pt x="536842" y="298893"/>
                  <a:pt x="544737" y="301119"/>
                </a:cubicBezTo>
                <a:cubicBezTo>
                  <a:pt x="552632" y="303346"/>
                  <a:pt x="560526" y="305788"/>
                  <a:pt x="568421" y="308122"/>
                </a:cubicBezTo>
                <a:cubicBezTo>
                  <a:pt x="576316" y="310456"/>
                  <a:pt x="584211" y="312791"/>
                  <a:pt x="592105" y="315125"/>
                </a:cubicBezTo>
                <a:cubicBezTo>
                  <a:pt x="600000" y="317459"/>
                  <a:pt x="607895" y="319794"/>
                  <a:pt x="615789" y="322128"/>
                </a:cubicBezTo>
                <a:cubicBezTo>
                  <a:pt x="623684" y="324462"/>
                  <a:pt x="631579" y="326797"/>
                  <a:pt x="639474" y="329131"/>
                </a:cubicBezTo>
                <a:cubicBezTo>
                  <a:pt x="647368" y="331465"/>
                  <a:pt x="655263" y="334180"/>
                  <a:pt x="663158" y="336134"/>
                </a:cubicBezTo>
                <a:cubicBezTo>
                  <a:pt x="671053" y="338088"/>
                  <a:pt x="678947" y="340026"/>
                  <a:pt x="686842" y="340856"/>
                </a:cubicBezTo>
                <a:cubicBezTo>
                  <a:pt x="694737" y="341686"/>
                  <a:pt x="702632" y="340933"/>
                  <a:pt x="710526" y="341113"/>
                </a:cubicBezTo>
                <a:cubicBezTo>
                  <a:pt x="718421" y="341294"/>
                  <a:pt x="726316" y="341633"/>
                  <a:pt x="734211" y="341938"/>
                </a:cubicBezTo>
                <a:cubicBezTo>
                  <a:pt x="742105" y="342244"/>
                  <a:pt x="750000" y="342517"/>
                  <a:pt x="757895" y="342944"/>
                </a:cubicBezTo>
                <a:cubicBezTo>
                  <a:pt x="765789" y="343370"/>
                  <a:pt x="773684" y="343340"/>
                  <a:pt x="781579" y="344498"/>
                </a:cubicBezTo>
                <a:cubicBezTo>
                  <a:pt x="789474" y="345657"/>
                  <a:pt x="797368" y="348096"/>
                  <a:pt x="805263" y="349895"/>
                </a:cubicBezTo>
                <a:cubicBezTo>
                  <a:pt x="813158" y="351693"/>
                  <a:pt x="821053" y="353492"/>
                  <a:pt x="828947" y="355291"/>
                </a:cubicBezTo>
                <a:cubicBezTo>
                  <a:pt x="836842" y="357090"/>
                  <a:pt x="844737" y="358750"/>
                  <a:pt x="852632" y="360687"/>
                </a:cubicBezTo>
                <a:cubicBezTo>
                  <a:pt x="860526" y="362624"/>
                  <a:pt x="872368" y="365876"/>
                  <a:pt x="876316" y="366914"/>
                </a:cubicBezTo>
              </a:path>
            </a:pathLst>
          </a:custGeom>
          <a:noFill/>
          <a:ln w="5715">
            <a:solidFill>
              <a:srgbClr val="BFBFBF">
                <a:alpha val="45000"/>
              </a:srgbClr>
            </a:solidFill>
            <a:prstDash val="solid"/>
          </a:ln>
        </p:spPr>
      </p:sp>
      <p:sp>
        <p:nvSpPr>
          <p:cNvPr id="992" name="PANEL_D-lake-cross-section_1331">
            <a:extLst>
              <a:ext uri="{FF2B5EF4-FFF2-40B4-BE49-F238E27FC236}">
                <a16:creationId xmlns:a16="http://schemas.microsoft.com/office/drawing/2014/main" id="{F074FA70-1CC2-496B-8573-6B9F721680FA}"/>
              </a:ext>
            </a:extLst>
          </p:cNvPr>
          <p:cNvSpPr>
            <a:spLocks/>
          </p:cNvSpPr>
          <p:nvPr/>
        </p:nvSpPr>
        <p:spPr>
          <a:xfrm>
            <a:off x="13263813" y="6276975"/>
            <a:ext cx="2233362" cy="342900"/>
          </a:xfrm>
          <a:custGeom>
            <a:pathLst>
              <a:path w="2344737" h="360000">
                <a:moveTo>
                  <a:pt x="0" y="0"/>
                </a:moveTo>
                <a:lnTo>
                  <a:pt x="2344737" y="0"/>
                </a:lnTo>
                <a:lnTo>
                  <a:pt x="2344737" y="360000"/>
                </a:lnTo>
                <a:lnTo>
                  <a:pt x="0" y="360000"/>
                </a:lnTo>
                <a:close/>
              </a:path>
            </a:pathLst>
          </a:custGeom>
          <a:solidFill>
            <a:srgbClr val="F2F2F2"/>
          </a:solidFill>
          <a:ln w="6668">
            <a:solidFill>
              <a:srgbClr val="C3C3C3"/>
            </a:solidFill>
            <a:prstDash val="solid"/>
          </a:ln>
        </p:spPr>
      </p:sp>
      <p:sp>
        <p:nvSpPr>
          <p:cNvPr id="993" name="PANEL_D-lake-shallow-band_1332">
            <a:extLst>
              <a:ext uri="{FF2B5EF4-FFF2-40B4-BE49-F238E27FC236}">
                <a16:creationId xmlns:a16="http://schemas.microsoft.com/office/drawing/2014/main" id="{FE9A96EC-D3CE-4B7D-AD6E-0425D38A8F5E}"/>
              </a:ext>
            </a:extLst>
          </p:cNvPr>
          <p:cNvSpPr>
            <a:spLocks/>
          </p:cNvSpPr>
          <p:nvPr/>
        </p:nvSpPr>
        <p:spPr>
          <a:xfrm>
            <a:off x="13263813" y="6276975"/>
            <a:ext cx="247650" cy="342900"/>
          </a:xfrm>
          <a:custGeom>
            <a:pathLst>
              <a:path w="260000" h="360000">
                <a:moveTo>
                  <a:pt x="0" y="0"/>
                </a:moveTo>
                <a:lnTo>
                  <a:pt x="260000" y="0"/>
                </a:lnTo>
                <a:lnTo>
                  <a:pt x="260000" y="360000"/>
                </a:lnTo>
                <a:lnTo>
                  <a:pt x="0" y="360000"/>
                </a:lnTo>
                <a:close/>
              </a:path>
            </a:pathLst>
          </a:custGeom>
          <a:solidFill>
            <a:srgbClr val="E1E1E1">
              <a:alpha val="72000"/>
            </a:srgbClr>
          </a:solidFill>
          <a:ln w="0">
            <a:noFill/>
            <a:prstDash val="solid"/>
          </a:ln>
        </p:spPr>
      </p:sp>
      <p:sp>
        <p:nvSpPr>
          <p:cNvPr id="994" name="PANEL_D-water-fine-wave-0-0_1333">
            <a:extLst>
              <a:ext uri="{FF2B5EF4-FFF2-40B4-BE49-F238E27FC236}">
                <a16:creationId xmlns:a16="http://schemas.microsoft.com/office/drawing/2014/main" id="{7C836AE6-2697-46C6-9F19-AFC3E98D7363}"/>
              </a:ext>
            </a:extLst>
          </p:cNvPr>
          <p:cNvSpPr>
            <a:spLocks/>
          </p:cNvSpPr>
          <p:nvPr/>
        </p:nvSpPr>
        <p:spPr>
          <a:xfrm>
            <a:off x="13568613" y="6344920"/>
            <a:ext cx="219075" cy="12065"/>
          </a:xfrm>
          <a:custGeom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/>
          <a:ln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995" name="PANEL_D-water-fine-wave-0-1_1334">
            <a:extLst>
              <a:ext uri="{FF2B5EF4-FFF2-40B4-BE49-F238E27FC236}">
                <a16:creationId xmlns:a16="http://schemas.microsoft.com/office/drawing/2014/main" id="{C71F50C3-3F88-492E-A127-4DA43D7E1E50}"/>
              </a:ext>
            </a:extLst>
          </p:cNvPr>
          <p:cNvSpPr>
            <a:spLocks/>
          </p:cNvSpPr>
          <p:nvPr/>
        </p:nvSpPr>
        <p:spPr>
          <a:xfrm>
            <a:off x="14093992" y="6344920"/>
            <a:ext cx="219075" cy="12065"/>
          </a:xfrm>
          <a:custGeom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/>
          <a:ln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996" name="PANEL_D-water-fine-wave-0-2_1335">
            <a:extLst>
              <a:ext uri="{FF2B5EF4-FFF2-40B4-BE49-F238E27FC236}">
                <a16:creationId xmlns:a16="http://schemas.microsoft.com/office/drawing/2014/main" id="{0CC0566E-1D57-4C9F-8CB4-D74962880A4D}"/>
              </a:ext>
            </a:extLst>
          </p:cNvPr>
          <p:cNvSpPr>
            <a:spLocks/>
          </p:cNvSpPr>
          <p:nvPr/>
        </p:nvSpPr>
        <p:spPr>
          <a:xfrm>
            <a:off x="14619371" y="6344920"/>
            <a:ext cx="219075" cy="12065"/>
          </a:xfrm>
          <a:custGeom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/>
          <a:ln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997" name="PANEL_D-water-fine-wave-0-3_1336">
            <a:extLst>
              <a:ext uri="{FF2B5EF4-FFF2-40B4-BE49-F238E27FC236}">
                <a16:creationId xmlns:a16="http://schemas.microsoft.com/office/drawing/2014/main" id="{DC757A49-FE83-4A80-A9FB-D913D6FF2043}"/>
              </a:ext>
            </a:extLst>
          </p:cNvPr>
          <p:cNvSpPr>
            <a:spLocks/>
          </p:cNvSpPr>
          <p:nvPr/>
        </p:nvSpPr>
        <p:spPr>
          <a:xfrm>
            <a:off x="15144750" y="6344920"/>
            <a:ext cx="219075" cy="12065"/>
          </a:xfrm>
          <a:custGeom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/>
          <a:ln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998" name="PANEL_D-water-fine-wave-1-0_1337">
            <a:extLst>
              <a:ext uri="{FF2B5EF4-FFF2-40B4-BE49-F238E27FC236}">
                <a16:creationId xmlns:a16="http://schemas.microsoft.com/office/drawing/2014/main" id="{0301B999-DB39-4529-BD09-DB6F09EEC373}"/>
              </a:ext>
            </a:extLst>
          </p:cNvPr>
          <p:cNvSpPr>
            <a:spLocks/>
          </p:cNvSpPr>
          <p:nvPr/>
        </p:nvSpPr>
        <p:spPr>
          <a:xfrm>
            <a:off x="13568613" y="6440170"/>
            <a:ext cx="219075" cy="12065"/>
          </a:xfrm>
          <a:custGeom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/>
          <a:ln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999" name="PANEL_D-water-fine-wave-1-1_1338">
            <a:extLst>
              <a:ext uri="{FF2B5EF4-FFF2-40B4-BE49-F238E27FC236}">
                <a16:creationId xmlns:a16="http://schemas.microsoft.com/office/drawing/2014/main" id="{6028B165-C6AF-49EA-A713-47F82E27CC56}"/>
              </a:ext>
            </a:extLst>
          </p:cNvPr>
          <p:cNvSpPr>
            <a:spLocks/>
          </p:cNvSpPr>
          <p:nvPr/>
        </p:nvSpPr>
        <p:spPr>
          <a:xfrm>
            <a:off x="14093992" y="6440170"/>
            <a:ext cx="219075" cy="12065"/>
          </a:xfrm>
          <a:custGeom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/>
          <a:ln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1000" name="PANEL_D-water-fine-wave-1-2_1339">
            <a:extLst>
              <a:ext uri="{FF2B5EF4-FFF2-40B4-BE49-F238E27FC236}">
                <a16:creationId xmlns:a16="http://schemas.microsoft.com/office/drawing/2014/main" id="{6E9E954B-BD51-4497-9C3B-910BD153A4A0}"/>
              </a:ext>
            </a:extLst>
          </p:cNvPr>
          <p:cNvSpPr>
            <a:spLocks/>
          </p:cNvSpPr>
          <p:nvPr/>
        </p:nvSpPr>
        <p:spPr>
          <a:xfrm>
            <a:off x="14619371" y="6440170"/>
            <a:ext cx="219075" cy="12065"/>
          </a:xfrm>
          <a:custGeom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/>
          <a:ln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1001" name="PANEL_D-water-fine-wave-1-3_1340">
            <a:extLst>
              <a:ext uri="{FF2B5EF4-FFF2-40B4-BE49-F238E27FC236}">
                <a16:creationId xmlns:a16="http://schemas.microsoft.com/office/drawing/2014/main" id="{EF55B2C0-C0B5-4F27-8848-994C323D3479}"/>
              </a:ext>
            </a:extLst>
          </p:cNvPr>
          <p:cNvSpPr>
            <a:spLocks/>
          </p:cNvSpPr>
          <p:nvPr/>
        </p:nvSpPr>
        <p:spPr>
          <a:xfrm>
            <a:off x="15144750" y="6440170"/>
            <a:ext cx="219075" cy="12065"/>
          </a:xfrm>
          <a:custGeom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/>
          <a:ln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1002" name="PANEL_D-water-fine-wave-2-0_1341">
            <a:extLst>
              <a:ext uri="{FF2B5EF4-FFF2-40B4-BE49-F238E27FC236}">
                <a16:creationId xmlns:a16="http://schemas.microsoft.com/office/drawing/2014/main" id="{1E168760-3AE1-489A-96E9-36C27ED7C23B}"/>
              </a:ext>
            </a:extLst>
          </p:cNvPr>
          <p:cNvSpPr>
            <a:spLocks/>
          </p:cNvSpPr>
          <p:nvPr/>
        </p:nvSpPr>
        <p:spPr>
          <a:xfrm>
            <a:off x="13568613" y="6535420"/>
            <a:ext cx="219075" cy="12065"/>
          </a:xfrm>
          <a:custGeom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/>
          <a:ln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1003" name="PANEL_D-water-fine-wave-2-1_1342">
            <a:extLst>
              <a:ext uri="{FF2B5EF4-FFF2-40B4-BE49-F238E27FC236}">
                <a16:creationId xmlns:a16="http://schemas.microsoft.com/office/drawing/2014/main" id="{A3E5A618-5C95-4BA8-8C31-DDBDBA4389CA}"/>
              </a:ext>
            </a:extLst>
          </p:cNvPr>
          <p:cNvSpPr>
            <a:spLocks/>
          </p:cNvSpPr>
          <p:nvPr/>
        </p:nvSpPr>
        <p:spPr>
          <a:xfrm>
            <a:off x="14093992" y="6535420"/>
            <a:ext cx="219075" cy="12065"/>
          </a:xfrm>
          <a:custGeom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/>
          <a:ln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1004" name="PANEL_D-water-fine-wave-2-2_1343">
            <a:extLst>
              <a:ext uri="{FF2B5EF4-FFF2-40B4-BE49-F238E27FC236}">
                <a16:creationId xmlns:a16="http://schemas.microsoft.com/office/drawing/2014/main" id="{20098F0B-21C0-4DDC-AD5E-5E200CE7E22B}"/>
              </a:ext>
            </a:extLst>
          </p:cNvPr>
          <p:cNvSpPr>
            <a:spLocks/>
          </p:cNvSpPr>
          <p:nvPr/>
        </p:nvSpPr>
        <p:spPr>
          <a:xfrm>
            <a:off x="14619371" y="6535420"/>
            <a:ext cx="219075" cy="12065"/>
          </a:xfrm>
          <a:custGeom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/>
          <a:ln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1005" name="PANEL_D-water-fine-wave-2-3_1344">
            <a:extLst>
              <a:ext uri="{FF2B5EF4-FFF2-40B4-BE49-F238E27FC236}">
                <a16:creationId xmlns:a16="http://schemas.microsoft.com/office/drawing/2014/main" id="{46036620-A56D-4E94-A12A-251AB63A9161}"/>
              </a:ext>
            </a:extLst>
          </p:cNvPr>
          <p:cNvSpPr>
            <a:spLocks/>
          </p:cNvSpPr>
          <p:nvPr/>
        </p:nvSpPr>
        <p:spPr>
          <a:xfrm>
            <a:off x="15144750" y="6535420"/>
            <a:ext cx="219075" cy="12065"/>
          </a:xfrm>
          <a:custGeom>
            <a:pathLst>
              <a:path w="230000" h="12667">
                <a:moveTo>
                  <a:pt x="0" y="8667"/>
                </a:moveTo>
                <a:cubicBezTo>
                  <a:pt x="18333" y="7333"/>
                  <a:pt x="71667" y="0"/>
                  <a:pt x="110000" y="667"/>
                </a:cubicBezTo>
                <a:cubicBezTo>
                  <a:pt x="148333" y="1333"/>
                  <a:pt x="210000" y="10667"/>
                  <a:pt x="230000" y="12667"/>
                </a:cubicBezTo>
              </a:path>
            </a:pathLst>
          </a:custGeom>
          <a:noFill/>
          <a:ln w="5334">
            <a:solidFill>
              <a:srgbClr val="BCBCBC">
                <a:alpha val="58000"/>
              </a:srgbClr>
            </a:solidFill>
            <a:prstDash val="solid"/>
          </a:ln>
        </p:spPr>
      </p:sp>
      <p:sp>
        <p:nvSpPr>
          <p:cNvPr id="1006" name="PANEL_D-actual-waterline_1345">
            <a:extLst>
              <a:ext uri="{FF2B5EF4-FFF2-40B4-BE49-F238E27FC236}">
                <a16:creationId xmlns:a16="http://schemas.microsoft.com/office/drawing/2014/main" id="{CD93BAAC-7DE0-4C05-B241-6AAE987ECB1F}"/>
              </a:ext>
            </a:extLst>
          </p:cNvPr>
          <p:cNvSpPr>
            <a:spLocks/>
          </p:cNvSpPr>
          <p:nvPr/>
        </p:nvSpPr>
        <p:spPr>
          <a:xfrm>
            <a:off x="13263813" y="6276975"/>
            <a:ext cx="2233362" cy="1905"/>
          </a:xfrm>
          <a:custGeom>
            <a:pathLst>
              <a:path w="2344737" h="2000">
                <a:moveTo>
                  <a:pt x="0" y="0"/>
                </a:moveTo>
                <a:lnTo>
                  <a:pt x="2344737" y="0"/>
                </a:lnTo>
              </a:path>
            </a:pathLst>
          </a:custGeom>
          <a:noFill/>
          <a:ln w="9525">
            <a:solidFill>
              <a:srgbClr val="A5A5A5"/>
            </a:solidFill>
            <a:prstDash val="solid"/>
          </a:ln>
        </p:spPr>
      </p:sp>
      <p:sp>
        <p:nvSpPr>
          <p:cNvPr id="1008" name="PANEL_D-land-near-ground-air-0_1346">
            <a:extLst>
              <a:ext uri="{FF2B5EF4-FFF2-40B4-BE49-F238E27FC236}">
                <a16:creationId xmlns:a16="http://schemas.microsoft.com/office/drawing/2014/main" id="{A1ADD402-D37B-4FED-A9FD-9C0FBC214079}"/>
              </a:ext>
            </a:extLst>
          </p:cNvPr>
          <p:cNvSpPr>
            <a:spLocks/>
          </p:cNvSpPr>
          <p:nvPr/>
        </p:nvSpPr>
        <p:spPr>
          <a:xfrm>
            <a:off x="11502869" y="5130079"/>
            <a:ext cx="1035787" cy="664671"/>
          </a:xfrm>
          <a:custGeom>
            <a:pathLst>
              <a:path w="1087441" h="697817">
                <a:moveTo>
                  <a:pt x="41279" y="76196"/>
                </a:moveTo>
                <a:lnTo>
                  <a:pt x="34398" y="90165"/>
                </a:lnTo>
                <a:lnTo>
                  <a:pt x="28120" y="104673"/>
                </a:lnTo>
                <a:lnTo>
                  <a:pt x="22277" y="119567"/>
                </a:lnTo>
                <a:lnTo>
                  <a:pt x="16703" y="134696"/>
                </a:lnTo>
                <a:lnTo>
                  <a:pt x="11234" y="149911"/>
                </a:lnTo>
                <a:lnTo>
                  <a:pt x="5722" y="165075"/>
                </a:lnTo>
                <a:lnTo>
                  <a:pt x="0" y="180036"/>
                </a:lnTo>
                <a:lnTo>
                  <a:pt x="3998" y="183551"/>
                </a:lnTo>
                <a:lnTo>
                  <a:pt x="7951" y="187014"/>
                </a:lnTo>
                <a:lnTo>
                  <a:pt x="11883" y="190449"/>
                </a:lnTo>
                <a:lnTo>
                  <a:pt x="15794" y="193856"/>
                </a:lnTo>
                <a:lnTo>
                  <a:pt x="19684" y="197237"/>
                </a:lnTo>
                <a:lnTo>
                  <a:pt x="23553" y="200595"/>
                </a:lnTo>
                <a:lnTo>
                  <a:pt x="27401" y="203929"/>
                </a:lnTo>
                <a:lnTo>
                  <a:pt x="31253" y="207266"/>
                </a:lnTo>
                <a:lnTo>
                  <a:pt x="35139" y="210626"/>
                </a:lnTo>
                <a:lnTo>
                  <a:pt x="39034" y="213987"/>
                </a:lnTo>
                <a:lnTo>
                  <a:pt x="42910" y="217325"/>
                </a:lnTo>
                <a:lnTo>
                  <a:pt x="46768" y="220643"/>
                </a:lnTo>
                <a:lnTo>
                  <a:pt x="50607" y="223942"/>
                </a:lnTo>
                <a:lnTo>
                  <a:pt x="54428" y="227222"/>
                </a:lnTo>
                <a:lnTo>
                  <a:pt x="58230" y="230487"/>
                </a:lnTo>
                <a:lnTo>
                  <a:pt x="61901" y="233639"/>
                </a:lnTo>
                <a:lnTo>
                  <a:pt x="65410" y="236670"/>
                </a:lnTo>
                <a:lnTo>
                  <a:pt x="68985" y="239781"/>
                </a:lnTo>
                <a:lnTo>
                  <a:pt x="72773" y="243085"/>
                </a:lnTo>
                <a:lnTo>
                  <a:pt x="76774" y="246568"/>
                </a:lnTo>
                <a:lnTo>
                  <a:pt x="80991" y="250215"/>
                </a:lnTo>
                <a:lnTo>
                  <a:pt x="85432" y="254010"/>
                </a:lnTo>
                <a:lnTo>
                  <a:pt x="90108" y="257941"/>
                </a:lnTo>
                <a:lnTo>
                  <a:pt x="94995" y="261958"/>
                </a:lnTo>
                <a:lnTo>
                  <a:pt x="99906" y="265896"/>
                </a:lnTo>
                <a:lnTo>
                  <a:pt x="104648" y="269612"/>
                </a:lnTo>
                <a:lnTo>
                  <a:pt x="109171" y="273092"/>
                </a:lnTo>
                <a:lnTo>
                  <a:pt x="113462" y="276351"/>
                </a:lnTo>
                <a:lnTo>
                  <a:pt x="117513" y="279403"/>
                </a:lnTo>
                <a:lnTo>
                  <a:pt x="121320" y="282263"/>
                </a:lnTo>
                <a:lnTo>
                  <a:pt x="124882" y="284946"/>
                </a:lnTo>
                <a:lnTo>
                  <a:pt x="128995" y="288066"/>
                </a:lnTo>
                <a:lnTo>
                  <a:pt x="134212" y="291938"/>
                </a:lnTo>
                <a:lnTo>
                  <a:pt x="139349" y="295610"/>
                </a:lnTo>
                <a:lnTo>
                  <a:pt x="143386" y="298444"/>
                </a:lnTo>
                <a:lnTo>
                  <a:pt x="146308" y="300505"/>
                </a:lnTo>
                <a:lnTo>
                  <a:pt x="148179" y="301860"/>
                </a:lnTo>
                <a:lnTo>
                  <a:pt x="149135" y="302583"/>
                </a:lnTo>
                <a:lnTo>
                  <a:pt x="149377" y="302769"/>
                </a:lnTo>
                <a:lnTo>
                  <a:pt x="149395" y="302783"/>
                </a:lnTo>
                <a:lnTo>
                  <a:pt x="149976" y="303364"/>
                </a:lnTo>
                <a:lnTo>
                  <a:pt x="151390" y="304849"/>
                </a:lnTo>
                <a:lnTo>
                  <a:pt x="153458" y="307124"/>
                </a:lnTo>
                <a:lnTo>
                  <a:pt x="156070" y="310102"/>
                </a:lnTo>
                <a:lnTo>
                  <a:pt x="159155" y="313703"/>
                </a:lnTo>
                <a:lnTo>
                  <a:pt x="162670" y="317858"/>
                </a:lnTo>
                <a:lnTo>
                  <a:pt x="166600" y="322510"/>
                </a:lnTo>
                <a:lnTo>
                  <a:pt x="170309" y="326863"/>
                </a:lnTo>
                <a:lnTo>
                  <a:pt x="173231" y="330335"/>
                </a:lnTo>
                <a:lnTo>
                  <a:pt x="176094" y="333860"/>
                </a:lnTo>
                <a:lnTo>
                  <a:pt x="179491" y="338115"/>
                </a:lnTo>
                <a:lnTo>
                  <a:pt x="183391" y="343017"/>
                </a:lnTo>
                <a:lnTo>
                  <a:pt x="187800" y="348505"/>
                </a:lnTo>
                <a:lnTo>
                  <a:pt x="192765" y="354540"/>
                </a:lnTo>
                <a:lnTo>
                  <a:pt x="198381" y="361102"/>
                </a:lnTo>
                <a:lnTo>
                  <a:pt x="204596" y="367977"/>
                </a:lnTo>
                <a:lnTo>
                  <a:pt x="210917" y="374539"/>
                </a:lnTo>
                <a:lnTo>
                  <a:pt x="216884" y="380399"/>
                </a:lnTo>
                <a:lnTo>
                  <a:pt x="222397" y="385573"/>
                </a:lnTo>
                <a:lnTo>
                  <a:pt x="227363" y="390081"/>
                </a:lnTo>
                <a:lnTo>
                  <a:pt x="231715" y="393955"/>
                </a:lnTo>
                <a:lnTo>
                  <a:pt x="235424" y="397237"/>
                </a:lnTo>
                <a:lnTo>
                  <a:pt x="238494" y="399977"/>
                </a:lnTo>
                <a:lnTo>
                  <a:pt x="241426" y="402661"/>
                </a:lnTo>
                <a:lnTo>
                  <a:pt x="244884" y="405877"/>
                </a:lnTo>
                <a:lnTo>
                  <a:pt x="248701" y="409423"/>
                </a:lnTo>
                <a:lnTo>
                  <a:pt x="252517" y="412968"/>
                </a:lnTo>
                <a:lnTo>
                  <a:pt x="256332" y="416511"/>
                </a:lnTo>
                <a:lnTo>
                  <a:pt x="260147" y="420054"/>
                </a:lnTo>
                <a:lnTo>
                  <a:pt x="263962" y="423595"/>
                </a:lnTo>
                <a:lnTo>
                  <a:pt x="267776" y="427134"/>
                </a:lnTo>
                <a:lnTo>
                  <a:pt x="271591" y="430673"/>
                </a:lnTo>
                <a:lnTo>
                  <a:pt x="275406" y="434212"/>
                </a:lnTo>
                <a:lnTo>
                  <a:pt x="279221" y="437749"/>
                </a:lnTo>
                <a:lnTo>
                  <a:pt x="283036" y="441286"/>
                </a:lnTo>
                <a:lnTo>
                  <a:pt x="286850" y="444821"/>
                </a:lnTo>
                <a:lnTo>
                  <a:pt x="290664" y="448355"/>
                </a:lnTo>
                <a:lnTo>
                  <a:pt x="294478" y="451888"/>
                </a:lnTo>
                <a:lnTo>
                  <a:pt x="298292" y="455420"/>
                </a:lnTo>
                <a:lnTo>
                  <a:pt x="302105" y="458951"/>
                </a:lnTo>
                <a:lnTo>
                  <a:pt x="305919" y="462481"/>
                </a:lnTo>
                <a:lnTo>
                  <a:pt x="309734" y="466011"/>
                </a:lnTo>
                <a:lnTo>
                  <a:pt x="313547" y="469540"/>
                </a:lnTo>
                <a:lnTo>
                  <a:pt x="317361" y="473068"/>
                </a:lnTo>
                <a:lnTo>
                  <a:pt x="321174" y="476594"/>
                </a:lnTo>
                <a:lnTo>
                  <a:pt x="324987" y="480120"/>
                </a:lnTo>
                <a:lnTo>
                  <a:pt x="328799" y="483644"/>
                </a:lnTo>
                <a:lnTo>
                  <a:pt x="332628" y="487182"/>
                </a:lnTo>
                <a:lnTo>
                  <a:pt x="336481" y="490740"/>
                </a:lnTo>
                <a:lnTo>
                  <a:pt x="340326" y="494286"/>
                </a:lnTo>
                <a:lnTo>
                  <a:pt x="344144" y="497805"/>
                </a:lnTo>
                <a:lnTo>
                  <a:pt x="347933" y="501297"/>
                </a:lnTo>
                <a:lnTo>
                  <a:pt x="351694" y="504765"/>
                </a:lnTo>
                <a:lnTo>
                  <a:pt x="355428" y="508212"/>
                </a:lnTo>
                <a:lnTo>
                  <a:pt x="359133" y="511640"/>
                </a:lnTo>
                <a:lnTo>
                  <a:pt x="362704" y="514952"/>
                </a:lnTo>
                <a:lnTo>
                  <a:pt x="366119" y="518145"/>
                </a:lnTo>
                <a:lnTo>
                  <a:pt x="369609" y="521440"/>
                </a:lnTo>
                <a:lnTo>
                  <a:pt x="373314" y="524954"/>
                </a:lnTo>
                <a:lnTo>
                  <a:pt x="377231" y="528669"/>
                </a:lnTo>
                <a:lnTo>
                  <a:pt x="381364" y="532569"/>
                </a:lnTo>
                <a:lnTo>
                  <a:pt x="385719" y="536636"/>
                </a:lnTo>
                <a:lnTo>
                  <a:pt x="390308" y="540858"/>
                </a:lnTo>
                <a:lnTo>
                  <a:pt x="394939" y="545033"/>
                </a:lnTo>
                <a:lnTo>
                  <a:pt x="399344" y="548938"/>
                </a:lnTo>
                <a:lnTo>
                  <a:pt x="403635" y="552703"/>
                </a:lnTo>
                <a:lnTo>
                  <a:pt x="407997" y="556485"/>
                </a:lnTo>
                <a:lnTo>
                  <a:pt x="412432" y="560281"/>
                </a:lnTo>
                <a:lnTo>
                  <a:pt x="416943" y="564085"/>
                </a:lnTo>
                <a:lnTo>
                  <a:pt x="421536" y="567893"/>
                </a:lnTo>
                <a:lnTo>
                  <a:pt x="426213" y="571702"/>
                </a:lnTo>
                <a:lnTo>
                  <a:pt x="431107" y="575607"/>
                </a:lnTo>
                <a:lnTo>
                  <a:pt x="436236" y="579589"/>
                </a:lnTo>
                <a:lnTo>
                  <a:pt x="441282" y="583393"/>
                </a:lnTo>
                <a:lnTo>
                  <a:pt x="446030" y="586887"/>
                </a:lnTo>
                <a:lnTo>
                  <a:pt x="450458" y="590090"/>
                </a:lnTo>
                <a:lnTo>
                  <a:pt x="454552" y="593022"/>
                </a:lnTo>
                <a:lnTo>
                  <a:pt x="458306" y="595703"/>
                </a:lnTo>
                <a:lnTo>
                  <a:pt x="461721" y="598153"/>
                </a:lnTo>
                <a:lnTo>
                  <a:pt x="465056" y="600576"/>
                </a:lnTo>
                <a:lnTo>
                  <a:pt x="468672" y="603224"/>
                </a:lnTo>
                <a:lnTo>
                  <a:pt x="472484" y="606015"/>
                </a:lnTo>
                <a:lnTo>
                  <a:pt x="476294" y="608805"/>
                </a:lnTo>
                <a:lnTo>
                  <a:pt x="480104" y="611594"/>
                </a:lnTo>
                <a:lnTo>
                  <a:pt x="483914" y="614382"/>
                </a:lnTo>
                <a:lnTo>
                  <a:pt x="487723" y="617170"/>
                </a:lnTo>
                <a:lnTo>
                  <a:pt x="491532" y="619957"/>
                </a:lnTo>
                <a:lnTo>
                  <a:pt x="495341" y="622743"/>
                </a:lnTo>
                <a:lnTo>
                  <a:pt x="499151" y="625530"/>
                </a:lnTo>
                <a:lnTo>
                  <a:pt x="502961" y="628317"/>
                </a:lnTo>
                <a:lnTo>
                  <a:pt x="506770" y="631103"/>
                </a:lnTo>
                <a:lnTo>
                  <a:pt x="510579" y="633888"/>
                </a:lnTo>
                <a:lnTo>
                  <a:pt x="514387" y="636673"/>
                </a:lnTo>
                <a:lnTo>
                  <a:pt x="518195" y="639456"/>
                </a:lnTo>
                <a:lnTo>
                  <a:pt x="522003" y="642240"/>
                </a:lnTo>
                <a:lnTo>
                  <a:pt x="525810" y="645023"/>
                </a:lnTo>
                <a:lnTo>
                  <a:pt x="529618" y="647806"/>
                </a:lnTo>
                <a:lnTo>
                  <a:pt x="533427" y="650590"/>
                </a:lnTo>
                <a:lnTo>
                  <a:pt x="537235" y="653372"/>
                </a:lnTo>
                <a:lnTo>
                  <a:pt x="541043" y="656154"/>
                </a:lnTo>
                <a:lnTo>
                  <a:pt x="544850" y="658936"/>
                </a:lnTo>
                <a:lnTo>
                  <a:pt x="548656" y="661717"/>
                </a:lnTo>
                <a:lnTo>
                  <a:pt x="552462" y="664497"/>
                </a:lnTo>
                <a:lnTo>
                  <a:pt x="556001" y="667081"/>
                </a:lnTo>
                <a:lnTo>
                  <a:pt x="559164" y="669418"/>
                </a:lnTo>
                <a:lnTo>
                  <a:pt x="562449" y="671886"/>
                </a:lnTo>
                <a:lnTo>
                  <a:pt x="566181" y="674707"/>
                </a:lnTo>
                <a:lnTo>
                  <a:pt x="570359" y="677854"/>
                </a:lnTo>
                <a:lnTo>
                  <a:pt x="574996" y="681299"/>
                </a:lnTo>
                <a:lnTo>
                  <a:pt x="580116" y="685017"/>
                </a:lnTo>
                <a:lnTo>
                  <a:pt x="585762" y="688979"/>
                </a:lnTo>
                <a:lnTo>
                  <a:pt x="591521" y="692843"/>
                </a:lnTo>
                <a:lnTo>
                  <a:pt x="596788" y="696245"/>
                </a:lnTo>
                <a:lnTo>
                  <a:pt x="599286" y="697817"/>
                </a:lnTo>
                <a:lnTo>
                  <a:pt x="599286" y="629213"/>
                </a:lnTo>
                <a:lnTo>
                  <a:pt x="599383" y="627253"/>
                </a:lnTo>
                <a:lnTo>
                  <a:pt x="599671" y="625312"/>
                </a:lnTo>
                <a:lnTo>
                  <a:pt x="600147" y="623408"/>
                </a:lnTo>
                <a:lnTo>
                  <a:pt x="600809" y="621560"/>
                </a:lnTo>
                <a:lnTo>
                  <a:pt x="601648" y="619785"/>
                </a:lnTo>
                <a:lnTo>
                  <a:pt x="602657" y="618102"/>
                </a:lnTo>
                <a:lnTo>
                  <a:pt x="603826" y="616526"/>
                </a:lnTo>
                <a:lnTo>
                  <a:pt x="605144" y="615071"/>
                </a:lnTo>
                <a:lnTo>
                  <a:pt x="606598" y="613753"/>
                </a:lnTo>
                <a:lnTo>
                  <a:pt x="608175" y="612584"/>
                </a:lnTo>
                <a:lnTo>
                  <a:pt x="609858" y="611575"/>
                </a:lnTo>
                <a:lnTo>
                  <a:pt x="611633" y="610736"/>
                </a:lnTo>
                <a:lnTo>
                  <a:pt x="613481" y="610075"/>
                </a:lnTo>
                <a:lnTo>
                  <a:pt x="615384" y="609598"/>
                </a:lnTo>
                <a:lnTo>
                  <a:pt x="617326" y="609310"/>
                </a:lnTo>
                <a:lnTo>
                  <a:pt x="619286" y="609213"/>
                </a:lnTo>
                <a:lnTo>
                  <a:pt x="830768" y="609213"/>
                </a:lnTo>
                <a:lnTo>
                  <a:pt x="831200" y="607488"/>
                </a:lnTo>
                <a:lnTo>
                  <a:pt x="831861" y="605640"/>
                </a:lnTo>
                <a:lnTo>
                  <a:pt x="832700" y="603866"/>
                </a:lnTo>
                <a:lnTo>
                  <a:pt x="833710" y="602183"/>
                </a:lnTo>
                <a:lnTo>
                  <a:pt x="834879" y="600606"/>
                </a:lnTo>
                <a:lnTo>
                  <a:pt x="836197" y="599152"/>
                </a:lnTo>
                <a:lnTo>
                  <a:pt x="837651" y="597834"/>
                </a:lnTo>
                <a:lnTo>
                  <a:pt x="839228" y="596665"/>
                </a:lnTo>
                <a:lnTo>
                  <a:pt x="840911" y="595656"/>
                </a:lnTo>
                <a:lnTo>
                  <a:pt x="842685" y="594817"/>
                </a:lnTo>
                <a:lnTo>
                  <a:pt x="844533" y="594155"/>
                </a:lnTo>
                <a:lnTo>
                  <a:pt x="846437" y="593678"/>
                </a:lnTo>
                <a:lnTo>
                  <a:pt x="848379" y="593390"/>
                </a:lnTo>
                <a:lnTo>
                  <a:pt x="850339" y="593294"/>
                </a:lnTo>
                <a:lnTo>
                  <a:pt x="1087441" y="593294"/>
                </a:lnTo>
                <a:lnTo>
                  <a:pt x="1086422" y="590819"/>
                </a:lnTo>
                <a:lnTo>
                  <a:pt x="1073102" y="587563"/>
                </a:lnTo>
                <a:lnTo>
                  <a:pt x="1061583" y="585629"/>
                </a:lnTo>
                <a:lnTo>
                  <a:pt x="1051930" y="584575"/>
                </a:lnTo>
                <a:lnTo>
                  <a:pt x="1044289" y="584056"/>
                </a:lnTo>
                <a:lnTo>
                  <a:pt x="1038720" y="583813"/>
                </a:lnTo>
                <a:lnTo>
                  <a:pt x="1035238" y="583688"/>
                </a:lnTo>
                <a:lnTo>
                  <a:pt x="1033841" y="583632"/>
                </a:lnTo>
                <a:lnTo>
                  <a:pt x="1033022" y="583564"/>
                </a:lnTo>
                <a:lnTo>
                  <a:pt x="1030566" y="583317"/>
                </a:lnTo>
                <a:lnTo>
                  <a:pt x="1026874" y="582951"/>
                </a:lnTo>
                <a:lnTo>
                  <a:pt x="1023064" y="582571"/>
                </a:lnTo>
                <a:lnTo>
                  <a:pt x="1019136" y="582182"/>
                </a:lnTo>
                <a:lnTo>
                  <a:pt x="1015089" y="581787"/>
                </a:lnTo>
                <a:lnTo>
                  <a:pt x="1010923" y="581392"/>
                </a:lnTo>
                <a:lnTo>
                  <a:pt x="1006639" y="581000"/>
                </a:lnTo>
                <a:lnTo>
                  <a:pt x="1002352" y="580628"/>
                </a:lnTo>
                <a:lnTo>
                  <a:pt x="998200" y="580282"/>
                </a:lnTo>
                <a:lnTo>
                  <a:pt x="994107" y="579951"/>
                </a:lnTo>
                <a:lnTo>
                  <a:pt x="989968" y="579626"/>
                </a:lnTo>
                <a:lnTo>
                  <a:pt x="985782" y="579311"/>
                </a:lnTo>
                <a:lnTo>
                  <a:pt x="981551" y="579006"/>
                </a:lnTo>
                <a:lnTo>
                  <a:pt x="977273" y="578715"/>
                </a:lnTo>
                <a:lnTo>
                  <a:pt x="972949" y="578438"/>
                </a:lnTo>
                <a:lnTo>
                  <a:pt x="968515" y="578175"/>
                </a:lnTo>
                <a:lnTo>
                  <a:pt x="963979" y="577932"/>
                </a:lnTo>
                <a:lnTo>
                  <a:pt x="959510" y="577721"/>
                </a:lnTo>
                <a:lnTo>
                  <a:pt x="955210" y="577539"/>
                </a:lnTo>
                <a:lnTo>
                  <a:pt x="951079" y="577379"/>
                </a:lnTo>
                <a:lnTo>
                  <a:pt x="947115" y="577233"/>
                </a:lnTo>
                <a:lnTo>
                  <a:pt x="943321" y="577095"/>
                </a:lnTo>
                <a:lnTo>
                  <a:pt x="939695" y="576961"/>
                </a:lnTo>
                <a:lnTo>
                  <a:pt x="936111" y="576821"/>
                </a:lnTo>
                <a:lnTo>
                  <a:pt x="932385" y="576669"/>
                </a:lnTo>
                <a:lnTo>
                  <a:pt x="928562" y="576514"/>
                </a:lnTo>
                <a:lnTo>
                  <a:pt x="924739" y="576360"/>
                </a:lnTo>
                <a:lnTo>
                  <a:pt x="920917" y="576207"/>
                </a:lnTo>
                <a:lnTo>
                  <a:pt x="917096" y="576054"/>
                </a:lnTo>
                <a:lnTo>
                  <a:pt x="913276" y="575902"/>
                </a:lnTo>
                <a:lnTo>
                  <a:pt x="909457" y="575750"/>
                </a:lnTo>
                <a:lnTo>
                  <a:pt x="904661" y="575564"/>
                </a:lnTo>
                <a:lnTo>
                  <a:pt x="898466" y="575425"/>
                </a:lnTo>
                <a:lnTo>
                  <a:pt x="892687" y="575420"/>
                </a:lnTo>
                <a:lnTo>
                  <a:pt x="891628" y="575430"/>
                </a:lnTo>
                <a:lnTo>
                  <a:pt x="891353" y="575323"/>
                </a:lnTo>
                <a:lnTo>
                  <a:pt x="887801" y="573921"/>
                </a:lnTo>
                <a:lnTo>
                  <a:pt x="883981" y="572421"/>
                </a:lnTo>
                <a:lnTo>
                  <a:pt x="880813" y="571174"/>
                </a:lnTo>
                <a:lnTo>
                  <a:pt x="878163" y="570098"/>
                </a:lnTo>
                <a:lnTo>
                  <a:pt x="875581" y="569018"/>
                </a:lnTo>
                <a:lnTo>
                  <a:pt x="873064" y="567931"/>
                </a:lnTo>
                <a:lnTo>
                  <a:pt x="870608" y="566836"/>
                </a:lnTo>
                <a:lnTo>
                  <a:pt x="868209" y="565730"/>
                </a:lnTo>
                <a:lnTo>
                  <a:pt x="865863" y="564610"/>
                </a:lnTo>
                <a:lnTo>
                  <a:pt x="863797" y="563591"/>
                </a:lnTo>
                <a:lnTo>
                  <a:pt x="862032" y="562678"/>
                </a:lnTo>
                <a:lnTo>
                  <a:pt x="860047" y="561598"/>
                </a:lnTo>
                <a:lnTo>
                  <a:pt x="857554" y="560194"/>
                </a:lnTo>
                <a:lnTo>
                  <a:pt x="854582" y="558482"/>
                </a:lnTo>
                <a:lnTo>
                  <a:pt x="851151" y="556479"/>
                </a:lnTo>
                <a:lnTo>
                  <a:pt x="847268" y="554206"/>
                </a:lnTo>
                <a:lnTo>
                  <a:pt x="842932" y="551685"/>
                </a:lnTo>
                <a:lnTo>
                  <a:pt x="838639" y="549230"/>
                </a:lnTo>
                <a:lnTo>
                  <a:pt x="834958" y="547136"/>
                </a:lnTo>
                <a:lnTo>
                  <a:pt x="831473" y="545132"/>
                </a:lnTo>
                <a:lnTo>
                  <a:pt x="827711" y="542961"/>
                </a:lnTo>
                <a:lnTo>
                  <a:pt x="823673" y="540636"/>
                </a:lnTo>
                <a:lnTo>
                  <a:pt x="819356" y="538171"/>
                </a:lnTo>
                <a:lnTo>
                  <a:pt x="814751" y="535580"/>
                </a:lnTo>
                <a:lnTo>
                  <a:pt x="809850" y="532880"/>
                </a:lnTo>
                <a:lnTo>
                  <a:pt x="804947" y="530254"/>
                </a:lnTo>
                <a:lnTo>
                  <a:pt x="800406" y="527872"/>
                </a:lnTo>
                <a:lnTo>
                  <a:pt x="795992" y="525586"/>
                </a:lnTo>
                <a:lnTo>
                  <a:pt x="791410" y="523251"/>
                </a:lnTo>
                <a:lnTo>
                  <a:pt x="786656" y="520877"/>
                </a:lnTo>
                <a:lnTo>
                  <a:pt x="781723" y="518472"/>
                </a:lnTo>
                <a:lnTo>
                  <a:pt x="776603" y="516048"/>
                </a:lnTo>
                <a:lnTo>
                  <a:pt x="771289" y="513616"/>
                </a:lnTo>
                <a:lnTo>
                  <a:pt x="765089" y="510897"/>
                </a:lnTo>
                <a:lnTo>
                  <a:pt x="757771" y="507931"/>
                </a:lnTo>
                <a:lnTo>
                  <a:pt x="750807" y="505366"/>
                </a:lnTo>
                <a:lnTo>
                  <a:pt x="745279" y="503469"/>
                </a:lnTo>
                <a:lnTo>
                  <a:pt x="741261" y="502132"/>
                </a:lnTo>
                <a:lnTo>
                  <a:pt x="738761" y="501292"/>
                </a:lnTo>
                <a:lnTo>
                  <a:pt x="738138" y="501074"/>
                </a:lnTo>
                <a:lnTo>
                  <a:pt x="738038" y="501023"/>
                </a:lnTo>
                <a:lnTo>
                  <a:pt x="736572" y="500263"/>
                </a:lnTo>
                <a:lnTo>
                  <a:pt x="734852" y="499326"/>
                </a:lnTo>
                <a:lnTo>
                  <a:pt x="732898" y="498213"/>
                </a:lnTo>
                <a:lnTo>
                  <a:pt x="730724" y="496927"/>
                </a:lnTo>
                <a:lnTo>
                  <a:pt x="728344" y="495471"/>
                </a:lnTo>
                <a:lnTo>
                  <a:pt x="725773" y="493852"/>
                </a:lnTo>
                <a:lnTo>
                  <a:pt x="723433" y="492346"/>
                </a:lnTo>
                <a:lnTo>
                  <a:pt x="721585" y="491109"/>
                </a:lnTo>
                <a:lnTo>
                  <a:pt x="719624" y="489729"/>
                </a:lnTo>
                <a:lnTo>
                  <a:pt x="717138" y="487920"/>
                </a:lnTo>
                <a:lnTo>
                  <a:pt x="714167" y="485710"/>
                </a:lnTo>
                <a:lnTo>
                  <a:pt x="710739" y="483126"/>
                </a:lnTo>
                <a:lnTo>
                  <a:pt x="706864" y="480198"/>
                </a:lnTo>
                <a:lnTo>
                  <a:pt x="702542" y="476953"/>
                </a:lnTo>
                <a:lnTo>
                  <a:pt x="698098" y="473669"/>
                </a:lnTo>
                <a:lnTo>
                  <a:pt x="694030" y="470696"/>
                </a:lnTo>
                <a:lnTo>
                  <a:pt x="690229" y="467920"/>
                </a:lnTo>
                <a:lnTo>
                  <a:pt x="686428" y="465144"/>
                </a:lnTo>
                <a:lnTo>
                  <a:pt x="682629" y="462367"/>
                </a:lnTo>
                <a:lnTo>
                  <a:pt x="678829" y="459591"/>
                </a:lnTo>
                <a:lnTo>
                  <a:pt x="675030" y="456815"/>
                </a:lnTo>
                <a:lnTo>
                  <a:pt x="671232" y="454040"/>
                </a:lnTo>
                <a:lnTo>
                  <a:pt x="667434" y="451263"/>
                </a:lnTo>
                <a:lnTo>
                  <a:pt x="663634" y="448486"/>
                </a:lnTo>
                <a:lnTo>
                  <a:pt x="659835" y="445709"/>
                </a:lnTo>
                <a:lnTo>
                  <a:pt x="656036" y="442931"/>
                </a:lnTo>
                <a:lnTo>
                  <a:pt x="652237" y="440154"/>
                </a:lnTo>
                <a:lnTo>
                  <a:pt x="648439" y="437377"/>
                </a:lnTo>
                <a:lnTo>
                  <a:pt x="644642" y="434599"/>
                </a:lnTo>
                <a:lnTo>
                  <a:pt x="640845" y="431822"/>
                </a:lnTo>
                <a:lnTo>
                  <a:pt x="637047" y="429044"/>
                </a:lnTo>
                <a:lnTo>
                  <a:pt x="633249" y="426266"/>
                </a:lnTo>
                <a:lnTo>
                  <a:pt x="629451" y="423486"/>
                </a:lnTo>
                <a:lnTo>
                  <a:pt x="625653" y="420707"/>
                </a:lnTo>
                <a:lnTo>
                  <a:pt x="621856" y="417928"/>
                </a:lnTo>
                <a:lnTo>
                  <a:pt x="618060" y="415149"/>
                </a:lnTo>
                <a:lnTo>
                  <a:pt x="614263" y="412370"/>
                </a:lnTo>
                <a:lnTo>
                  <a:pt x="610468" y="409591"/>
                </a:lnTo>
                <a:lnTo>
                  <a:pt x="606477" y="406669"/>
                </a:lnTo>
                <a:lnTo>
                  <a:pt x="602205" y="403566"/>
                </a:lnTo>
                <a:lnTo>
                  <a:pt x="598013" y="400557"/>
                </a:lnTo>
                <a:lnTo>
                  <a:pt x="594160" y="397805"/>
                </a:lnTo>
                <a:lnTo>
                  <a:pt x="590647" y="395290"/>
                </a:lnTo>
                <a:lnTo>
                  <a:pt x="587468" y="392992"/>
                </a:lnTo>
                <a:lnTo>
                  <a:pt x="584609" y="390890"/>
                </a:lnTo>
                <a:lnTo>
                  <a:pt x="582049" y="388962"/>
                </a:lnTo>
                <a:lnTo>
                  <a:pt x="579571" y="387038"/>
                </a:lnTo>
                <a:lnTo>
                  <a:pt x="576858" y="384871"/>
                </a:lnTo>
                <a:lnTo>
                  <a:pt x="573929" y="382485"/>
                </a:lnTo>
                <a:lnTo>
                  <a:pt x="570914" y="379984"/>
                </a:lnTo>
                <a:lnTo>
                  <a:pt x="567818" y="377374"/>
                </a:lnTo>
                <a:lnTo>
                  <a:pt x="564646" y="374659"/>
                </a:lnTo>
                <a:lnTo>
                  <a:pt x="561401" y="371844"/>
                </a:lnTo>
                <a:lnTo>
                  <a:pt x="558086" y="368935"/>
                </a:lnTo>
                <a:lnTo>
                  <a:pt x="554884" y="366098"/>
                </a:lnTo>
                <a:lnTo>
                  <a:pt x="551908" y="363416"/>
                </a:lnTo>
                <a:lnTo>
                  <a:pt x="548890" y="360638"/>
                </a:lnTo>
                <a:lnTo>
                  <a:pt x="545638" y="357600"/>
                </a:lnTo>
                <a:lnTo>
                  <a:pt x="542164" y="354321"/>
                </a:lnTo>
                <a:lnTo>
                  <a:pt x="538474" y="350822"/>
                </a:lnTo>
                <a:lnTo>
                  <a:pt x="534572" y="347121"/>
                </a:lnTo>
                <a:lnTo>
                  <a:pt x="530455" y="343234"/>
                </a:lnTo>
                <a:lnTo>
                  <a:pt x="526264" y="339315"/>
                </a:lnTo>
                <a:lnTo>
                  <a:pt x="522228" y="335572"/>
                </a:lnTo>
                <a:lnTo>
                  <a:pt x="518326" y="331962"/>
                </a:lnTo>
                <a:lnTo>
                  <a:pt x="514452" y="328385"/>
                </a:lnTo>
                <a:lnTo>
                  <a:pt x="510606" y="324839"/>
                </a:lnTo>
                <a:lnTo>
                  <a:pt x="506789" y="321320"/>
                </a:lnTo>
                <a:lnTo>
                  <a:pt x="502999" y="317828"/>
                </a:lnTo>
                <a:lnTo>
                  <a:pt x="499238" y="314360"/>
                </a:lnTo>
                <a:lnTo>
                  <a:pt x="495484" y="310893"/>
                </a:lnTo>
                <a:lnTo>
                  <a:pt x="491706" y="307401"/>
                </a:lnTo>
                <a:lnTo>
                  <a:pt x="487911" y="303893"/>
                </a:lnTo>
                <a:lnTo>
                  <a:pt x="484117" y="300385"/>
                </a:lnTo>
                <a:lnTo>
                  <a:pt x="480323" y="296877"/>
                </a:lnTo>
                <a:lnTo>
                  <a:pt x="476530" y="293368"/>
                </a:lnTo>
                <a:lnTo>
                  <a:pt x="472737" y="289858"/>
                </a:lnTo>
                <a:lnTo>
                  <a:pt x="468944" y="286348"/>
                </a:lnTo>
                <a:lnTo>
                  <a:pt x="465152" y="282838"/>
                </a:lnTo>
                <a:lnTo>
                  <a:pt x="461358" y="279325"/>
                </a:lnTo>
                <a:lnTo>
                  <a:pt x="457565" y="275812"/>
                </a:lnTo>
                <a:lnTo>
                  <a:pt x="453772" y="272298"/>
                </a:lnTo>
                <a:lnTo>
                  <a:pt x="449979" y="268784"/>
                </a:lnTo>
                <a:lnTo>
                  <a:pt x="446186" y="265269"/>
                </a:lnTo>
                <a:lnTo>
                  <a:pt x="442394" y="261754"/>
                </a:lnTo>
                <a:lnTo>
                  <a:pt x="438603" y="258238"/>
                </a:lnTo>
                <a:lnTo>
                  <a:pt x="434811" y="254721"/>
                </a:lnTo>
                <a:lnTo>
                  <a:pt x="431018" y="251203"/>
                </a:lnTo>
                <a:lnTo>
                  <a:pt x="427226" y="247683"/>
                </a:lnTo>
                <a:lnTo>
                  <a:pt x="423434" y="244163"/>
                </a:lnTo>
                <a:lnTo>
                  <a:pt x="419642" y="240643"/>
                </a:lnTo>
                <a:lnTo>
                  <a:pt x="415850" y="237121"/>
                </a:lnTo>
                <a:lnTo>
                  <a:pt x="412059" y="233600"/>
                </a:lnTo>
                <a:lnTo>
                  <a:pt x="408269" y="230077"/>
                </a:lnTo>
                <a:lnTo>
                  <a:pt x="404121" y="226223"/>
                </a:lnTo>
                <a:lnTo>
                  <a:pt x="399446" y="221948"/>
                </a:lnTo>
                <a:lnTo>
                  <a:pt x="394908" y="217892"/>
                </a:lnTo>
                <a:lnTo>
                  <a:pt x="391010" y="214441"/>
                </a:lnTo>
                <a:lnTo>
                  <a:pt x="387756" y="211548"/>
                </a:lnTo>
                <a:lnTo>
                  <a:pt x="385115" y="209155"/>
                </a:lnTo>
                <a:lnTo>
                  <a:pt x="383021" y="207198"/>
                </a:lnTo>
                <a:lnTo>
                  <a:pt x="381381" y="205596"/>
                </a:lnTo>
                <a:lnTo>
                  <a:pt x="380094" y="204269"/>
                </a:lnTo>
                <a:lnTo>
                  <a:pt x="378703" y="202723"/>
                </a:lnTo>
                <a:lnTo>
                  <a:pt x="376712" y="200385"/>
                </a:lnTo>
                <a:lnTo>
                  <a:pt x="374071" y="197167"/>
                </a:lnTo>
                <a:lnTo>
                  <a:pt x="370873" y="193182"/>
                </a:lnTo>
                <a:lnTo>
                  <a:pt x="367165" y="188520"/>
                </a:lnTo>
                <a:lnTo>
                  <a:pt x="362955" y="183252"/>
                </a:lnTo>
                <a:lnTo>
                  <a:pt x="358212" y="177424"/>
                </a:lnTo>
                <a:lnTo>
                  <a:pt x="353527" y="171844"/>
                </a:lnTo>
                <a:lnTo>
                  <a:pt x="349629" y="167268"/>
                </a:lnTo>
                <a:lnTo>
                  <a:pt x="345952" y="162913"/>
                </a:lnTo>
                <a:lnTo>
                  <a:pt x="341860" y="158079"/>
                </a:lnTo>
                <a:lnTo>
                  <a:pt x="337338" y="152807"/>
                </a:lnTo>
                <a:lnTo>
                  <a:pt x="332343" y="147125"/>
                </a:lnTo>
                <a:lnTo>
                  <a:pt x="326804" y="141051"/>
                </a:lnTo>
                <a:lnTo>
                  <a:pt x="320611" y="134592"/>
                </a:lnTo>
                <a:lnTo>
                  <a:pt x="313585" y="127735"/>
                </a:lnTo>
                <a:lnTo>
                  <a:pt x="305997" y="120917"/>
                </a:lnTo>
                <a:lnTo>
                  <a:pt x="298632" y="114832"/>
                </a:lnTo>
                <a:lnTo>
                  <a:pt x="291981" y="109712"/>
                </a:lnTo>
                <a:lnTo>
                  <a:pt x="286244" y="105523"/>
                </a:lnTo>
                <a:lnTo>
                  <a:pt x="281560" y="102209"/>
                </a:lnTo>
                <a:lnTo>
                  <a:pt x="277990" y="99706"/>
                </a:lnTo>
                <a:lnTo>
                  <a:pt x="275520" y="97948"/>
                </a:lnTo>
                <a:lnTo>
                  <a:pt x="273130" y="96168"/>
                </a:lnTo>
                <a:lnTo>
                  <a:pt x="269636" y="93514"/>
                </a:lnTo>
                <a:lnTo>
                  <a:pt x="265592" y="90467"/>
                </a:lnTo>
                <a:lnTo>
                  <a:pt x="261792" y="87612"/>
                </a:lnTo>
                <a:lnTo>
                  <a:pt x="258236" y="84934"/>
                </a:lnTo>
                <a:lnTo>
                  <a:pt x="254920" y="82417"/>
                </a:lnTo>
                <a:lnTo>
                  <a:pt x="251835" y="80044"/>
                </a:lnTo>
                <a:lnTo>
                  <a:pt x="248970" y="77800"/>
                </a:lnTo>
                <a:lnTo>
                  <a:pt x="246275" y="75641"/>
                </a:lnTo>
                <a:lnTo>
                  <a:pt x="243555" y="73403"/>
                </a:lnTo>
                <a:lnTo>
                  <a:pt x="240624" y="70939"/>
                </a:lnTo>
                <a:lnTo>
                  <a:pt x="237458" y="68232"/>
                </a:lnTo>
                <a:lnTo>
                  <a:pt x="234068" y="65300"/>
                </a:lnTo>
                <a:lnTo>
                  <a:pt x="230462" y="62159"/>
                </a:lnTo>
                <a:lnTo>
                  <a:pt x="226643" y="58828"/>
                </a:lnTo>
                <a:lnTo>
                  <a:pt x="222611" y="55320"/>
                </a:lnTo>
                <a:lnTo>
                  <a:pt x="218514" y="51781"/>
                </a:lnTo>
                <a:lnTo>
                  <a:pt x="214578" y="48401"/>
                </a:lnTo>
                <a:lnTo>
                  <a:pt x="210773" y="45134"/>
                </a:lnTo>
                <a:lnTo>
                  <a:pt x="206987" y="41883"/>
                </a:lnTo>
                <a:lnTo>
                  <a:pt x="203219" y="38646"/>
                </a:lnTo>
                <a:lnTo>
                  <a:pt x="199470" y="35421"/>
                </a:lnTo>
                <a:lnTo>
                  <a:pt x="195739" y="32208"/>
                </a:lnTo>
                <a:lnTo>
                  <a:pt x="192027" y="29005"/>
                </a:lnTo>
                <a:lnTo>
                  <a:pt x="188306" y="25787"/>
                </a:lnTo>
                <a:lnTo>
                  <a:pt x="184552" y="22536"/>
                </a:lnTo>
                <a:lnTo>
                  <a:pt x="180792" y="19278"/>
                </a:lnTo>
                <a:lnTo>
                  <a:pt x="177054" y="16034"/>
                </a:lnTo>
                <a:lnTo>
                  <a:pt x="173338" y="12803"/>
                </a:lnTo>
                <a:lnTo>
                  <a:pt x="169642" y="9584"/>
                </a:lnTo>
                <a:lnTo>
                  <a:pt x="165967" y="6375"/>
                </a:lnTo>
                <a:lnTo>
                  <a:pt x="162313" y="3173"/>
                </a:lnTo>
                <a:lnTo>
                  <a:pt x="158704" y="0"/>
                </a:lnTo>
                <a:lnTo>
                  <a:pt x="144959" y="7872"/>
                </a:lnTo>
                <a:lnTo>
                  <a:pt x="130830" y="15386"/>
                </a:lnTo>
                <a:lnTo>
                  <a:pt x="116506" y="22717"/>
                </a:lnTo>
                <a:lnTo>
                  <a:pt x="102196" y="30052"/>
                </a:lnTo>
                <a:lnTo>
                  <a:pt x="88093" y="37567"/>
                </a:lnTo>
                <a:lnTo>
                  <a:pt x="74386" y="45433"/>
                </a:lnTo>
                <a:lnTo>
                  <a:pt x="61265" y="53823"/>
                </a:lnTo>
                <a:lnTo>
                  <a:pt x="48924" y="62915"/>
                </a:lnTo>
                <a:lnTo>
                  <a:pt x="41279" y="76196"/>
                </a:lnTo>
                <a:close/>
              </a:path>
            </a:pathLst>
          </a:custGeom>
          <a:solidFill>
            <a:srgbClr val="DADADA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1009" name="PANEL_D-lake-near-ground-air-0_1347">
            <a:extLst>
              <a:ext uri="{FF2B5EF4-FFF2-40B4-BE49-F238E27FC236}">
                <a16:creationId xmlns:a16="http://schemas.microsoft.com/office/drawing/2014/main" id="{BF41E6D0-B841-457C-8664-7A0CF8FCF536}"/>
              </a:ext>
            </a:extLst>
          </p:cNvPr>
          <p:cNvSpPr>
            <a:spLocks/>
          </p:cNvSpPr>
          <p:nvPr/>
        </p:nvSpPr>
        <p:spPr>
          <a:xfrm>
            <a:off x="13458825" y="5627647"/>
            <a:ext cx="1628775" cy="535640"/>
          </a:xfrm>
          <a:custGeom>
            <a:pathLst>
              <a:path w="1710000" h="562351">
                <a:moveTo>
                  <a:pt x="5299" y="405070"/>
                </a:moveTo>
                <a:lnTo>
                  <a:pt x="11014" y="408489"/>
                </a:lnTo>
                <a:lnTo>
                  <a:pt x="17141" y="411964"/>
                </a:lnTo>
                <a:lnTo>
                  <a:pt x="23673" y="415491"/>
                </a:lnTo>
                <a:lnTo>
                  <a:pt x="30598" y="419067"/>
                </a:lnTo>
                <a:lnTo>
                  <a:pt x="37908" y="422689"/>
                </a:lnTo>
                <a:lnTo>
                  <a:pt x="45588" y="426352"/>
                </a:lnTo>
                <a:lnTo>
                  <a:pt x="53626" y="430055"/>
                </a:lnTo>
                <a:lnTo>
                  <a:pt x="62009" y="433792"/>
                </a:lnTo>
                <a:lnTo>
                  <a:pt x="70724" y="437562"/>
                </a:lnTo>
                <a:lnTo>
                  <a:pt x="79755" y="441360"/>
                </a:lnTo>
                <a:lnTo>
                  <a:pt x="89090" y="445183"/>
                </a:lnTo>
                <a:lnTo>
                  <a:pt x="98714" y="449027"/>
                </a:lnTo>
                <a:lnTo>
                  <a:pt x="108612" y="452890"/>
                </a:lnTo>
                <a:lnTo>
                  <a:pt x="118771" y="456766"/>
                </a:lnTo>
                <a:lnTo>
                  <a:pt x="129175" y="460654"/>
                </a:lnTo>
                <a:lnTo>
                  <a:pt x="139811" y="464549"/>
                </a:lnTo>
                <a:lnTo>
                  <a:pt x="150663" y="468448"/>
                </a:lnTo>
                <a:lnTo>
                  <a:pt x="161719" y="472346"/>
                </a:lnTo>
                <a:lnTo>
                  <a:pt x="172963" y="476242"/>
                </a:lnTo>
                <a:lnTo>
                  <a:pt x="184381" y="480131"/>
                </a:lnTo>
                <a:lnTo>
                  <a:pt x="195959" y="484009"/>
                </a:lnTo>
                <a:lnTo>
                  <a:pt x="207684" y="487873"/>
                </a:lnTo>
                <a:lnTo>
                  <a:pt x="219540" y="491719"/>
                </a:lnTo>
                <a:lnTo>
                  <a:pt x="231516" y="495543"/>
                </a:lnTo>
                <a:lnTo>
                  <a:pt x="243596" y="499343"/>
                </a:lnTo>
                <a:lnTo>
                  <a:pt x="255768" y="503114"/>
                </a:lnTo>
                <a:lnTo>
                  <a:pt x="268018" y="506853"/>
                </a:lnTo>
                <a:lnTo>
                  <a:pt x="280334" y="510555"/>
                </a:lnTo>
                <a:lnTo>
                  <a:pt x="292702" y="514217"/>
                </a:lnTo>
                <a:lnTo>
                  <a:pt x="305112" y="517836"/>
                </a:lnTo>
                <a:lnTo>
                  <a:pt x="317550" y="521407"/>
                </a:lnTo>
                <a:lnTo>
                  <a:pt x="330005" y="524927"/>
                </a:lnTo>
                <a:lnTo>
                  <a:pt x="342466" y="528391"/>
                </a:lnTo>
                <a:lnTo>
                  <a:pt x="354922" y="531795"/>
                </a:lnTo>
                <a:lnTo>
                  <a:pt x="367364" y="535135"/>
                </a:lnTo>
                <a:lnTo>
                  <a:pt x="379783" y="538407"/>
                </a:lnTo>
                <a:lnTo>
                  <a:pt x="392170" y="541606"/>
                </a:lnTo>
                <a:lnTo>
                  <a:pt x="404517" y="544728"/>
                </a:lnTo>
                <a:lnTo>
                  <a:pt x="416818" y="547766"/>
                </a:lnTo>
                <a:lnTo>
                  <a:pt x="429069" y="550717"/>
                </a:lnTo>
                <a:lnTo>
                  <a:pt x="441266" y="553573"/>
                </a:lnTo>
                <a:lnTo>
                  <a:pt x="453407" y="556328"/>
                </a:lnTo>
                <a:lnTo>
                  <a:pt x="465493" y="558975"/>
                </a:lnTo>
                <a:lnTo>
                  <a:pt x="477310" y="561518"/>
                </a:lnTo>
                <a:lnTo>
                  <a:pt x="488562" y="561777"/>
                </a:lnTo>
                <a:lnTo>
                  <a:pt x="499620" y="561995"/>
                </a:lnTo>
                <a:lnTo>
                  <a:pt x="510689" y="562162"/>
                </a:lnTo>
                <a:lnTo>
                  <a:pt x="521768" y="562276"/>
                </a:lnTo>
                <a:lnTo>
                  <a:pt x="532856" y="562339"/>
                </a:lnTo>
                <a:lnTo>
                  <a:pt x="543952" y="562351"/>
                </a:lnTo>
                <a:lnTo>
                  <a:pt x="555056" y="562313"/>
                </a:lnTo>
                <a:lnTo>
                  <a:pt x="566166" y="562224"/>
                </a:lnTo>
                <a:lnTo>
                  <a:pt x="577281" y="562085"/>
                </a:lnTo>
                <a:lnTo>
                  <a:pt x="588401" y="561897"/>
                </a:lnTo>
                <a:lnTo>
                  <a:pt x="599525" y="561659"/>
                </a:lnTo>
                <a:lnTo>
                  <a:pt x="610651" y="561372"/>
                </a:lnTo>
                <a:lnTo>
                  <a:pt x="621780" y="561036"/>
                </a:lnTo>
                <a:lnTo>
                  <a:pt x="632909" y="560653"/>
                </a:lnTo>
                <a:lnTo>
                  <a:pt x="644038" y="560221"/>
                </a:lnTo>
                <a:lnTo>
                  <a:pt x="655167" y="559741"/>
                </a:lnTo>
                <a:lnTo>
                  <a:pt x="666294" y="559213"/>
                </a:lnTo>
                <a:lnTo>
                  <a:pt x="677418" y="558639"/>
                </a:lnTo>
                <a:lnTo>
                  <a:pt x="688539" y="558018"/>
                </a:lnTo>
                <a:lnTo>
                  <a:pt x="699655" y="557350"/>
                </a:lnTo>
                <a:lnTo>
                  <a:pt x="710766" y="556636"/>
                </a:lnTo>
                <a:lnTo>
                  <a:pt x="721872" y="555876"/>
                </a:lnTo>
                <a:lnTo>
                  <a:pt x="732970" y="555070"/>
                </a:lnTo>
                <a:lnTo>
                  <a:pt x="744060" y="554219"/>
                </a:lnTo>
                <a:lnTo>
                  <a:pt x="755142" y="553322"/>
                </a:lnTo>
                <a:lnTo>
                  <a:pt x="766214" y="552381"/>
                </a:lnTo>
                <a:lnTo>
                  <a:pt x="777276" y="551396"/>
                </a:lnTo>
                <a:lnTo>
                  <a:pt x="788327" y="550366"/>
                </a:lnTo>
                <a:lnTo>
                  <a:pt x="799365" y="549292"/>
                </a:lnTo>
                <a:lnTo>
                  <a:pt x="810391" y="548174"/>
                </a:lnTo>
                <a:lnTo>
                  <a:pt x="821402" y="547013"/>
                </a:lnTo>
                <a:lnTo>
                  <a:pt x="832399" y="545809"/>
                </a:lnTo>
                <a:lnTo>
                  <a:pt x="843381" y="544561"/>
                </a:lnTo>
                <a:lnTo>
                  <a:pt x="854346" y="543271"/>
                </a:lnTo>
                <a:lnTo>
                  <a:pt x="865294" y="541939"/>
                </a:lnTo>
                <a:lnTo>
                  <a:pt x="876225" y="540565"/>
                </a:lnTo>
                <a:lnTo>
                  <a:pt x="887136" y="539148"/>
                </a:lnTo>
                <a:lnTo>
                  <a:pt x="898028" y="537690"/>
                </a:lnTo>
                <a:lnTo>
                  <a:pt x="908900" y="536190"/>
                </a:lnTo>
                <a:lnTo>
                  <a:pt x="919750" y="534649"/>
                </a:lnTo>
                <a:lnTo>
                  <a:pt x="930578" y="533068"/>
                </a:lnTo>
                <a:lnTo>
                  <a:pt x="941384" y="531445"/>
                </a:lnTo>
                <a:lnTo>
                  <a:pt x="952166" y="529782"/>
                </a:lnTo>
                <a:lnTo>
                  <a:pt x="962924" y="528078"/>
                </a:lnTo>
                <a:lnTo>
                  <a:pt x="973712" y="526321"/>
                </a:lnTo>
                <a:lnTo>
                  <a:pt x="984263" y="523194"/>
                </a:lnTo>
                <a:lnTo>
                  <a:pt x="994842" y="519999"/>
                </a:lnTo>
                <a:lnTo>
                  <a:pt x="1005390" y="516751"/>
                </a:lnTo>
                <a:lnTo>
                  <a:pt x="1015906" y="513453"/>
                </a:lnTo>
                <a:lnTo>
                  <a:pt x="1026390" y="510104"/>
                </a:lnTo>
                <a:lnTo>
                  <a:pt x="1036843" y="506707"/>
                </a:lnTo>
                <a:lnTo>
                  <a:pt x="1047263" y="503262"/>
                </a:lnTo>
                <a:lnTo>
                  <a:pt x="1057651" y="499770"/>
                </a:lnTo>
                <a:lnTo>
                  <a:pt x="1068006" y="496233"/>
                </a:lnTo>
                <a:lnTo>
                  <a:pt x="1078327" y="492651"/>
                </a:lnTo>
                <a:lnTo>
                  <a:pt x="1088615" y="489026"/>
                </a:lnTo>
                <a:lnTo>
                  <a:pt x="1098868" y="485359"/>
                </a:lnTo>
                <a:lnTo>
                  <a:pt x="1109088" y="481651"/>
                </a:lnTo>
                <a:lnTo>
                  <a:pt x="1119272" y="477903"/>
                </a:lnTo>
                <a:lnTo>
                  <a:pt x="1129421" y="474116"/>
                </a:lnTo>
                <a:lnTo>
                  <a:pt x="1139535" y="470292"/>
                </a:lnTo>
                <a:lnTo>
                  <a:pt x="1149613" y="466430"/>
                </a:lnTo>
                <a:lnTo>
                  <a:pt x="1159655" y="462534"/>
                </a:lnTo>
                <a:lnTo>
                  <a:pt x="1169660" y="458602"/>
                </a:lnTo>
                <a:lnTo>
                  <a:pt x="1179628" y="454637"/>
                </a:lnTo>
                <a:lnTo>
                  <a:pt x="1189558" y="450640"/>
                </a:lnTo>
                <a:lnTo>
                  <a:pt x="1199450" y="446611"/>
                </a:lnTo>
                <a:lnTo>
                  <a:pt x="1209305" y="442553"/>
                </a:lnTo>
                <a:lnTo>
                  <a:pt x="1219120" y="438464"/>
                </a:lnTo>
                <a:lnTo>
                  <a:pt x="1228896" y="434348"/>
                </a:lnTo>
                <a:lnTo>
                  <a:pt x="1238633" y="430205"/>
                </a:lnTo>
                <a:lnTo>
                  <a:pt x="1248330" y="426035"/>
                </a:lnTo>
                <a:lnTo>
                  <a:pt x="1257986" y="421840"/>
                </a:lnTo>
                <a:lnTo>
                  <a:pt x="1267602" y="417621"/>
                </a:lnTo>
                <a:lnTo>
                  <a:pt x="1277175" y="413380"/>
                </a:lnTo>
                <a:lnTo>
                  <a:pt x="1286708" y="409116"/>
                </a:lnTo>
                <a:lnTo>
                  <a:pt x="1296198" y="404831"/>
                </a:lnTo>
                <a:lnTo>
                  <a:pt x="1305645" y="400527"/>
                </a:lnTo>
                <a:lnTo>
                  <a:pt x="1315049" y="396203"/>
                </a:lnTo>
                <a:lnTo>
                  <a:pt x="1324409" y="391862"/>
                </a:lnTo>
                <a:lnTo>
                  <a:pt x="1333725" y="387503"/>
                </a:lnTo>
                <a:lnTo>
                  <a:pt x="1342997" y="383129"/>
                </a:lnTo>
                <a:lnTo>
                  <a:pt x="1352223" y="378740"/>
                </a:lnTo>
                <a:lnTo>
                  <a:pt x="1361403" y="374337"/>
                </a:lnTo>
                <a:lnTo>
                  <a:pt x="1370538" y="369922"/>
                </a:lnTo>
                <a:lnTo>
                  <a:pt x="1379626" y="365494"/>
                </a:lnTo>
                <a:lnTo>
                  <a:pt x="1388667" y="361056"/>
                </a:lnTo>
                <a:lnTo>
                  <a:pt x="1397660" y="356608"/>
                </a:lnTo>
                <a:lnTo>
                  <a:pt x="1406605" y="352152"/>
                </a:lnTo>
                <a:lnTo>
                  <a:pt x="1415732" y="347583"/>
                </a:lnTo>
                <a:lnTo>
                  <a:pt x="1424015" y="339916"/>
                </a:lnTo>
                <a:lnTo>
                  <a:pt x="1432497" y="332058"/>
                </a:lnTo>
                <a:lnTo>
                  <a:pt x="1440944" y="324120"/>
                </a:lnTo>
                <a:lnTo>
                  <a:pt x="1449360" y="316107"/>
                </a:lnTo>
                <a:lnTo>
                  <a:pt x="1457747" y="308023"/>
                </a:lnTo>
                <a:lnTo>
                  <a:pt x="1466104" y="299875"/>
                </a:lnTo>
                <a:lnTo>
                  <a:pt x="1474432" y="291668"/>
                </a:lnTo>
                <a:lnTo>
                  <a:pt x="1482727" y="283407"/>
                </a:lnTo>
                <a:lnTo>
                  <a:pt x="1490988" y="275098"/>
                </a:lnTo>
                <a:lnTo>
                  <a:pt x="1499210" y="266747"/>
                </a:lnTo>
                <a:lnTo>
                  <a:pt x="1507390" y="258360"/>
                </a:lnTo>
                <a:lnTo>
                  <a:pt x="1515521" y="249944"/>
                </a:lnTo>
                <a:lnTo>
                  <a:pt x="1523600" y="241505"/>
                </a:lnTo>
                <a:lnTo>
                  <a:pt x="1531621" y="233049"/>
                </a:lnTo>
                <a:lnTo>
                  <a:pt x="1539576" y="224584"/>
                </a:lnTo>
                <a:lnTo>
                  <a:pt x="1547460" y="216116"/>
                </a:lnTo>
                <a:lnTo>
                  <a:pt x="1555266" y="207651"/>
                </a:lnTo>
                <a:lnTo>
                  <a:pt x="1562987" y="199198"/>
                </a:lnTo>
                <a:lnTo>
                  <a:pt x="1570616" y="190763"/>
                </a:lnTo>
                <a:lnTo>
                  <a:pt x="1578144" y="182353"/>
                </a:lnTo>
                <a:lnTo>
                  <a:pt x="1585564" y="173975"/>
                </a:lnTo>
                <a:lnTo>
                  <a:pt x="1592869" y="165637"/>
                </a:lnTo>
                <a:lnTo>
                  <a:pt x="1600051" y="157346"/>
                </a:lnTo>
                <a:lnTo>
                  <a:pt x="1607101" y="149109"/>
                </a:lnTo>
                <a:lnTo>
                  <a:pt x="1614010" y="140933"/>
                </a:lnTo>
                <a:lnTo>
                  <a:pt x="1620772" y="132827"/>
                </a:lnTo>
                <a:lnTo>
                  <a:pt x="1627377" y="124798"/>
                </a:lnTo>
                <a:lnTo>
                  <a:pt x="1633816" y="116852"/>
                </a:lnTo>
                <a:lnTo>
                  <a:pt x="1640082" y="108998"/>
                </a:lnTo>
                <a:lnTo>
                  <a:pt x="1646166" y="101243"/>
                </a:lnTo>
                <a:lnTo>
                  <a:pt x="1652059" y="93594"/>
                </a:lnTo>
                <a:lnTo>
                  <a:pt x="1657753" y="86059"/>
                </a:lnTo>
                <a:lnTo>
                  <a:pt x="1663239" y="78646"/>
                </a:lnTo>
                <a:lnTo>
                  <a:pt x="1668509" y="71361"/>
                </a:lnTo>
                <a:lnTo>
                  <a:pt x="1673554" y="64212"/>
                </a:lnTo>
                <a:lnTo>
                  <a:pt x="1678366" y="57207"/>
                </a:lnTo>
                <a:lnTo>
                  <a:pt x="1682937" y="50352"/>
                </a:lnTo>
                <a:lnTo>
                  <a:pt x="1687259" y="43655"/>
                </a:lnTo>
                <a:lnTo>
                  <a:pt x="1691325" y="37122"/>
                </a:lnTo>
                <a:lnTo>
                  <a:pt x="1695127" y="30760"/>
                </a:lnTo>
                <a:lnTo>
                  <a:pt x="1698659" y="24576"/>
                </a:lnTo>
                <a:lnTo>
                  <a:pt x="1701916" y="18574"/>
                </a:lnTo>
                <a:lnTo>
                  <a:pt x="1704892" y="12759"/>
                </a:lnTo>
                <a:lnTo>
                  <a:pt x="1707587" y="7137"/>
                </a:lnTo>
                <a:lnTo>
                  <a:pt x="1710000" y="1709"/>
                </a:lnTo>
                <a:lnTo>
                  <a:pt x="1704090" y="945"/>
                </a:lnTo>
                <a:lnTo>
                  <a:pt x="1697830" y="414"/>
                </a:lnTo>
                <a:lnTo>
                  <a:pt x="1691240" y="104"/>
                </a:lnTo>
                <a:lnTo>
                  <a:pt x="1684337" y="0"/>
                </a:lnTo>
                <a:lnTo>
                  <a:pt x="1677136" y="92"/>
                </a:lnTo>
                <a:lnTo>
                  <a:pt x="1669653" y="370"/>
                </a:lnTo>
                <a:lnTo>
                  <a:pt x="1661899" y="822"/>
                </a:lnTo>
                <a:lnTo>
                  <a:pt x="1653889" y="1439"/>
                </a:lnTo>
                <a:lnTo>
                  <a:pt x="1645634" y="2211"/>
                </a:lnTo>
                <a:lnTo>
                  <a:pt x="1637145" y="3129"/>
                </a:lnTo>
                <a:lnTo>
                  <a:pt x="1628436" y="4183"/>
                </a:lnTo>
                <a:lnTo>
                  <a:pt x="1619516" y="5365"/>
                </a:lnTo>
                <a:lnTo>
                  <a:pt x="1610398" y="6665"/>
                </a:lnTo>
                <a:lnTo>
                  <a:pt x="1601093" y="8074"/>
                </a:lnTo>
                <a:lnTo>
                  <a:pt x="1591611" y="9583"/>
                </a:lnTo>
                <a:lnTo>
                  <a:pt x="1581965" y="11183"/>
                </a:lnTo>
                <a:lnTo>
                  <a:pt x="1572166" y="12865"/>
                </a:lnTo>
                <a:lnTo>
                  <a:pt x="1562223" y="14620"/>
                </a:lnTo>
                <a:lnTo>
                  <a:pt x="1552150" y="16440"/>
                </a:lnTo>
                <a:lnTo>
                  <a:pt x="1541957" y="18314"/>
                </a:lnTo>
                <a:lnTo>
                  <a:pt x="1531655" y="20235"/>
                </a:lnTo>
                <a:lnTo>
                  <a:pt x="1521256" y="22193"/>
                </a:lnTo>
                <a:lnTo>
                  <a:pt x="1510772" y="24179"/>
                </a:lnTo>
                <a:lnTo>
                  <a:pt x="1500213" y="26184"/>
                </a:lnTo>
                <a:lnTo>
                  <a:pt x="1489593" y="28198"/>
                </a:lnTo>
                <a:lnTo>
                  <a:pt x="1478922" y="30213"/>
                </a:lnTo>
                <a:lnTo>
                  <a:pt x="1468213" y="32220"/>
                </a:lnTo>
                <a:lnTo>
                  <a:pt x="1457478" y="34208"/>
                </a:lnTo>
                <a:lnTo>
                  <a:pt x="1446729" y="36169"/>
                </a:lnTo>
                <a:lnTo>
                  <a:pt x="1435979" y="38093"/>
                </a:lnTo>
                <a:lnTo>
                  <a:pt x="1425242" y="39971"/>
                </a:lnTo>
                <a:lnTo>
                  <a:pt x="1414530" y="41792"/>
                </a:lnTo>
                <a:lnTo>
                  <a:pt x="1403856" y="43548"/>
                </a:lnTo>
                <a:lnTo>
                  <a:pt x="1393236" y="45228"/>
                </a:lnTo>
                <a:lnTo>
                  <a:pt x="1382683" y="46822"/>
                </a:lnTo>
                <a:lnTo>
                  <a:pt x="1372212" y="48320"/>
                </a:lnTo>
                <a:lnTo>
                  <a:pt x="1361839" y="49712"/>
                </a:lnTo>
                <a:lnTo>
                  <a:pt x="1351580" y="50987"/>
                </a:lnTo>
                <a:lnTo>
                  <a:pt x="1341451" y="52135"/>
                </a:lnTo>
                <a:lnTo>
                  <a:pt x="1331471" y="53145"/>
                </a:lnTo>
                <a:lnTo>
                  <a:pt x="1321659" y="54005"/>
                </a:lnTo>
                <a:lnTo>
                  <a:pt x="1312034" y="54706"/>
                </a:lnTo>
                <a:lnTo>
                  <a:pt x="1302618" y="55234"/>
                </a:lnTo>
                <a:lnTo>
                  <a:pt x="1293434" y="55578"/>
                </a:lnTo>
                <a:lnTo>
                  <a:pt x="1284268" y="55835"/>
                </a:lnTo>
                <a:lnTo>
                  <a:pt x="1276023" y="59034"/>
                </a:lnTo>
                <a:lnTo>
                  <a:pt x="1267517" y="62323"/>
                </a:lnTo>
                <a:lnTo>
                  <a:pt x="1258984" y="65597"/>
                </a:lnTo>
                <a:lnTo>
                  <a:pt x="1250423" y="68855"/>
                </a:lnTo>
                <a:lnTo>
                  <a:pt x="1241835" y="72097"/>
                </a:lnTo>
                <a:lnTo>
                  <a:pt x="1233222" y="75320"/>
                </a:lnTo>
                <a:lnTo>
                  <a:pt x="1224583" y="78525"/>
                </a:lnTo>
                <a:lnTo>
                  <a:pt x="1215921" y="81710"/>
                </a:lnTo>
                <a:lnTo>
                  <a:pt x="1207235" y="84874"/>
                </a:lnTo>
                <a:lnTo>
                  <a:pt x="1198527" y="88017"/>
                </a:lnTo>
                <a:lnTo>
                  <a:pt x="1189797" y="91137"/>
                </a:lnTo>
                <a:lnTo>
                  <a:pt x="1181046" y="94233"/>
                </a:lnTo>
                <a:lnTo>
                  <a:pt x="1172275" y="97305"/>
                </a:lnTo>
                <a:lnTo>
                  <a:pt x="1163485" y="100352"/>
                </a:lnTo>
                <a:lnTo>
                  <a:pt x="1154676" y="103372"/>
                </a:lnTo>
                <a:lnTo>
                  <a:pt x="1145851" y="106364"/>
                </a:lnTo>
                <a:lnTo>
                  <a:pt x="1137008" y="109328"/>
                </a:lnTo>
                <a:lnTo>
                  <a:pt x="1128150" y="112263"/>
                </a:lnTo>
                <a:lnTo>
                  <a:pt x="1119277" y="115168"/>
                </a:lnTo>
                <a:lnTo>
                  <a:pt x="1110390" y="118041"/>
                </a:lnTo>
                <a:lnTo>
                  <a:pt x="1101490" y="120882"/>
                </a:lnTo>
                <a:lnTo>
                  <a:pt x="1092578" y="123691"/>
                </a:lnTo>
                <a:lnTo>
                  <a:pt x="1083654" y="126465"/>
                </a:lnTo>
                <a:lnTo>
                  <a:pt x="1074721" y="129204"/>
                </a:lnTo>
                <a:lnTo>
                  <a:pt x="1065777" y="131908"/>
                </a:lnTo>
                <a:lnTo>
                  <a:pt x="1056825" y="134575"/>
                </a:lnTo>
                <a:lnTo>
                  <a:pt x="1047865" y="137204"/>
                </a:lnTo>
                <a:lnTo>
                  <a:pt x="1038899" y="139795"/>
                </a:lnTo>
                <a:lnTo>
                  <a:pt x="1029926" y="142346"/>
                </a:lnTo>
                <a:lnTo>
                  <a:pt x="1020949" y="144857"/>
                </a:lnTo>
                <a:lnTo>
                  <a:pt x="1011968" y="147327"/>
                </a:lnTo>
                <a:lnTo>
                  <a:pt x="1002983" y="149754"/>
                </a:lnTo>
                <a:lnTo>
                  <a:pt x="993997" y="152139"/>
                </a:lnTo>
                <a:lnTo>
                  <a:pt x="985009" y="154479"/>
                </a:lnTo>
                <a:lnTo>
                  <a:pt x="976021" y="156775"/>
                </a:lnTo>
                <a:lnTo>
                  <a:pt x="967034" y="159025"/>
                </a:lnTo>
                <a:lnTo>
                  <a:pt x="958049" y="161229"/>
                </a:lnTo>
                <a:lnTo>
                  <a:pt x="949066" y="163385"/>
                </a:lnTo>
                <a:lnTo>
                  <a:pt x="940087" y="165493"/>
                </a:lnTo>
                <a:lnTo>
                  <a:pt x="931113" y="167552"/>
                </a:lnTo>
                <a:lnTo>
                  <a:pt x="922144" y="169561"/>
                </a:lnTo>
                <a:lnTo>
                  <a:pt x="913182" y="171520"/>
                </a:lnTo>
                <a:lnTo>
                  <a:pt x="904228" y="173427"/>
                </a:lnTo>
                <a:lnTo>
                  <a:pt x="895282" y="175281"/>
                </a:lnTo>
                <a:lnTo>
                  <a:pt x="886288" y="177097"/>
                </a:lnTo>
                <a:lnTo>
                  <a:pt x="877487" y="180194"/>
                </a:lnTo>
                <a:lnTo>
                  <a:pt x="868587" y="183275"/>
                </a:lnTo>
                <a:lnTo>
                  <a:pt x="859647" y="186325"/>
                </a:lnTo>
                <a:lnTo>
                  <a:pt x="850667" y="189346"/>
                </a:lnTo>
                <a:lnTo>
                  <a:pt x="841649" y="192335"/>
                </a:lnTo>
                <a:lnTo>
                  <a:pt x="832594" y="195293"/>
                </a:lnTo>
                <a:lnTo>
                  <a:pt x="823502" y="198219"/>
                </a:lnTo>
                <a:lnTo>
                  <a:pt x="814376" y="201112"/>
                </a:lnTo>
                <a:lnTo>
                  <a:pt x="805215" y="203973"/>
                </a:lnTo>
                <a:lnTo>
                  <a:pt x="796022" y="206801"/>
                </a:lnTo>
                <a:lnTo>
                  <a:pt x="786798" y="209595"/>
                </a:lnTo>
                <a:lnTo>
                  <a:pt x="777544" y="212356"/>
                </a:lnTo>
                <a:lnTo>
                  <a:pt x="768260" y="215082"/>
                </a:lnTo>
                <a:lnTo>
                  <a:pt x="758948" y="217773"/>
                </a:lnTo>
                <a:lnTo>
                  <a:pt x="749609" y="220429"/>
                </a:lnTo>
                <a:lnTo>
                  <a:pt x="740245" y="223050"/>
                </a:lnTo>
                <a:lnTo>
                  <a:pt x="730856" y="225634"/>
                </a:lnTo>
                <a:lnTo>
                  <a:pt x="721444" y="228182"/>
                </a:lnTo>
                <a:lnTo>
                  <a:pt x="712009" y="230694"/>
                </a:lnTo>
                <a:lnTo>
                  <a:pt x="702553" y="233168"/>
                </a:lnTo>
                <a:lnTo>
                  <a:pt x="693078" y="235605"/>
                </a:lnTo>
                <a:lnTo>
                  <a:pt x="683583" y="238004"/>
                </a:lnTo>
                <a:lnTo>
                  <a:pt x="674070" y="240365"/>
                </a:lnTo>
                <a:lnTo>
                  <a:pt x="664540" y="242687"/>
                </a:lnTo>
                <a:lnTo>
                  <a:pt x="654995" y="244971"/>
                </a:lnTo>
                <a:lnTo>
                  <a:pt x="645435" y="247215"/>
                </a:lnTo>
                <a:lnTo>
                  <a:pt x="635862" y="249419"/>
                </a:lnTo>
                <a:lnTo>
                  <a:pt x="626277" y="251583"/>
                </a:lnTo>
                <a:lnTo>
                  <a:pt x="616680" y="253707"/>
                </a:lnTo>
                <a:lnTo>
                  <a:pt x="607073" y="255790"/>
                </a:lnTo>
                <a:lnTo>
                  <a:pt x="597457" y="257832"/>
                </a:lnTo>
                <a:lnTo>
                  <a:pt x="587833" y="259832"/>
                </a:lnTo>
                <a:lnTo>
                  <a:pt x="578202" y="261791"/>
                </a:lnTo>
                <a:lnTo>
                  <a:pt x="568565" y="263708"/>
                </a:lnTo>
                <a:lnTo>
                  <a:pt x="558924" y="265582"/>
                </a:lnTo>
                <a:lnTo>
                  <a:pt x="549279" y="267413"/>
                </a:lnTo>
                <a:lnTo>
                  <a:pt x="539631" y="269201"/>
                </a:lnTo>
                <a:lnTo>
                  <a:pt x="529982" y="270945"/>
                </a:lnTo>
                <a:lnTo>
                  <a:pt x="520332" y="272646"/>
                </a:lnTo>
                <a:lnTo>
                  <a:pt x="510683" y="274302"/>
                </a:lnTo>
                <a:lnTo>
                  <a:pt x="501036" y="275914"/>
                </a:lnTo>
                <a:lnTo>
                  <a:pt x="491391" y="277482"/>
                </a:lnTo>
                <a:lnTo>
                  <a:pt x="481750" y="279004"/>
                </a:lnTo>
                <a:lnTo>
                  <a:pt x="472115" y="280480"/>
                </a:lnTo>
                <a:lnTo>
                  <a:pt x="462690" y="281900"/>
                </a:lnTo>
                <a:lnTo>
                  <a:pt x="453604" y="285456"/>
                </a:lnTo>
                <a:lnTo>
                  <a:pt x="444334" y="288926"/>
                </a:lnTo>
                <a:lnTo>
                  <a:pt x="434698" y="292322"/>
                </a:lnTo>
                <a:lnTo>
                  <a:pt x="424730" y="295643"/>
                </a:lnTo>
                <a:lnTo>
                  <a:pt x="414457" y="298889"/>
                </a:lnTo>
                <a:lnTo>
                  <a:pt x="403910" y="302062"/>
                </a:lnTo>
                <a:lnTo>
                  <a:pt x="393114" y="305164"/>
                </a:lnTo>
                <a:lnTo>
                  <a:pt x="382094" y="308197"/>
                </a:lnTo>
                <a:lnTo>
                  <a:pt x="370876" y="311163"/>
                </a:lnTo>
                <a:lnTo>
                  <a:pt x="359481" y="314065"/>
                </a:lnTo>
                <a:lnTo>
                  <a:pt x="347933" y="316906"/>
                </a:lnTo>
                <a:lnTo>
                  <a:pt x="336253" y="319688"/>
                </a:lnTo>
                <a:lnTo>
                  <a:pt x="324463" y="322416"/>
                </a:lnTo>
                <a:lnTo>
                  <a:pt x="312582" y="325092"/>
                </a:lnTo>
                <a:lnTo>
                  <a:pt x="300631" y="327719"/>
                </a:lnTo>
                <a:lnTo>
                  <a:pt x="288630" y="330301"/>
                </a:lnTo>
                <a:lnTo>
                  <a:pt x="276597" y="332842"/>
                </a:lnTo>
                <a:lnTo>
                  <a:pt x="264552" y="335344"/>
                </a:lnTo>
                <a:lnTo>
                  <a:pt x="252514" y="337811"/>
                </a:lnTo>
                <a:lnTo>
                  <a:pt x="240501" y="340248"/>
                </a:lnTo>
                <a:lnTo>
                  <a:pt x="228531" y="342656"/>
                </a:lnTo>
                <a:lnTo>
                  <a:pt x="216622" y="345041"/>
                </a:lnTo>
                <a:lnTo>
                  <a:pt x="204792" y="347405"/>
                </a:lnTo>
                <a:lnTo>
                  <a:pt x="193059" y="349752"/>
                </a:lnTo>
                <a:lnTo>
                  <a:pt x="181441" y="352087"/>
                </a:lnTo>
                <a:lnTo>
                  <a:pt x="169954" y="354411"/>
                </a:lnTo>
                <a:lnTo>
                  <a:pt x="158617" y="356730"/>
                </a:lnTo>
                <a:lnTo>
                  <a:pt x="147446" y="359047"/>
                </a:lnTo>
                <a:lnTo>
                  <a:pt x="136459" y="361365"/>
                </a:lnTo>
                <a:lnTo>
                  <a:pt x="125674" y="363689"/>
                </a:lnTo>
                <a:lnTo>
                  <a:pt x="115107" y="366021"/>
                </a:lnTo>
                <a:lnTo>
                  <a:pt x="104775" y="368366"/>
                </a:lnTo>
                <a:lnTo>
                  <a:pt x="94697" y="370727"/>
                </a:lnTo>
                <a:lnTo>
                  <a:pt x="84888" y="373108"/>
                </a:lnTo>
                <a:lnTo>
                  <a:pt x="75367" y="375513"/>
                </a:lnTo>
                <a:lnTo>
                  <a:pt x="66151" y="377946"/>
                </a:lnTo>
                <a:lnTo>
                  <a:pt x="57257" y="380409"/>
                </a:lnTo>
                <a:lnTo>
                  <a:pt x="48704" y="382908"/>
                </a:lnTo>
                <a:lnTo>
                  <a:pt x="40510" y="385446"/>
                </a:lnTo>
                <a:lnTo>
                  <a:pt x="32694" y="388027"/>
                </a:lnTo>
                <a:lnTo>
                  <a:pt x="25274" y="390654"/>
                </a:lnTo>
                <a:lnTo>
                  <a:pt x="18272" y="393332"/>
                </a:lnTo>
                <a:lnTo>
                  <a:pt x="11709" y="396064"/>
                </a:lnTo>
                <a:lnTo>
                  <a:pt x="5609" y="398855"/>
                </a:lnTo>
                <a:lnTo>
                  <a:pt x="0" y="401709"/>
                </a:lnTo>
                <a:lnTo>
                  <a:pt x="5299" y="405070"/>
                </a:lnTo>
                <a:close/>
              </a:path>
            </a:pathLst>
          </a:custGeom>
          <a:solidFill>
            <a:srgbClr val="DADADA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1010" name="PANEL_D-transition-air-region-0_1348">
            <a:extLst>
              <a:ext uri="{FF2B5EF4-FFF2-40B4-BE49-F238E27FC236}">
                <a16:creationId xmlns:a16="http://schemas.microsoft.com/office/drawing/2014/main" id="{A0CEDCDD-2C7D-4C6C-92E1-B28A037FE21E}"/>
              </a:ext>
            </a:extLst>
          </p:cNvPr>
          <p:cNvSpPr>
            <a:spLocks/>
          </p:cNvSpPr>
          <p:nvPr/>
        </p:nvSpPr>
        <p:spPr>
          <a:xfrm>
            <a:off x="12239625" y="4228890"/>
            <a:ext cx="2381250" cy="876749"/>
          </a:xfrm>
          <a:custGeom>
            <a:pathLst>
              <a:path w="2500000" h="920471">
                <a:moveTo>
                  <a:pt x="8245" y="664637"/>
                </a:moveTo>
                <a:lnTo>
                  <a:pt x="17179" y="668893"/>
                </a:lnTo>
                <a:lnTo>
                  <a:pt x="26757" y="672997"/>
                </a:lnTo>
                <a:lnTo>
                  <a:pt x="36942" y="676961"/>
                </a:lnTo>
                <a:lnTo>
                  <a:pt x="47701" y="680792"/>
                </a:lnTo>
                <a:lnTo>
                  <a:pt x="59004" y="684501"/>
                </a:lnTo>
                <a:lnTo>
                  <a:pt x="70822" y="688096"/>
                </a:lnTo>
                <a:lnTo>
                  <a:pt x="83127" y="691586"/>
                </a:lnTo>
                <a:lnTo>
                  <a:pt x="95894" y="694979"/>
                </a:lnTo>
                <a:lnTo>
                  <a:pt x="109097" y="698283"/>
                </a:lnTo>
                <a:lnTo>
                  <a:pt x="122711" y="701508"/>
                </a:lnTo>
                <a:lnTo>
                  <a:pt x="136712" y="704660"/>
                </a:lnTo>
                <a:lnTo>
                  <a:pt x="151074" y="707748"/>
                </a:lnTo>
                <a:lnTo>
                  <a:pt x="165774" y="710781"/>
                </a:lnTo>
                <a:lnTo>
                  <a:pt x="180787" y="713766"/>
                </a:lnTo>
                <a:lnTo>
                  <a:pt x="196089" y="716711"/>
                </a:lnTo>
                <a:lnTo>
                  <a:pt x="211657" y="719624"/>
                </a:lnTo>
                <a:lnTo>
                  <a:pt x="227465" y="722513"/>
                </a:lnTo>
                <a:lnTo>
                  <a:pt x="243490" y="725387"/>
                </a:lnTo>
                <a:lnTo>
                  <a:pt x="259707" y="728253"/>
                </a:lnTo>
                <a:lnTo>
                  <a:pt x="276091" y="731119"/>
                </a:lnTo>
                <a:lnTo>
                  <a:pt x="292618" y="733993"/>
                </a:lnTo>
                <a:lnTo>
                  <a:pt x="309263" y="736883"/>
                </a:lnTo>
                <a:lnTo>
                  <a:pt x="326000" y="739797"/>
                </a:lnTo>
                <a:lnTo>
                  <a:pt x="342804" y="742743"/>
                </a:lnTo>
                <a:lnTo>
                  <a:pt x="359649" y="745729"/>
                </a:lnTo>
                <a:lnTo>
                  <a:pt x="376508" y="748762"/>
                </a:lnTo>
                <a:lnTo>
                  <a:pt x="393356" y="751851"/>
                </a:lnTo>
                <a:lnTo>
                  <a:pt x="410164" y="755003"/>
                </a:lnTo>
                <a:lnTo>
                  <a:pt x="426905" y="758227"/>
                </a:lnTo>
                <a:lnTo>
                  <a:pt x="443551" y="761530"/>
                </a:lnTo>
                <a:lnTo>
                  <a:pt x="460072" y="764920"/>
                </a:lnTo>
                <a:lnTo>
                  <a:pt x="476438" y="768404"/>
                </a:lnTo>
                <a:lnTo>
                  <a:pt x="492618" y="771990"/>
                </a:lnTo>
                <a:lnTo>
                  <a:pt x="508580" y="775686"/>
                </a:lnTo>
                <a:lnTo>
                  <a:pt x="524290" y="779499"/>
                </a:lnTo>
                <a:lnTo>
                  <a:pt x="539713" y="783435"/>
                </a:lnTo>
                <a:lnTo>
                  <a:pt x="554814" y="787503"/>
                </a:lnTo>
                <a:lnTo>
                  <a:pt x="569552" y="791707"/>
                </a:lnTo>
                <a:lnTo>
                  <a:pt x="583886" y="796055"/>
                </a:lnTo>
                <a:lnTo>
                  <a:pt x="597774" y="800551"/>
                </a:lnTo>
                <a:lnTo>
                  <a:pt x="611168" y="805201"/>
                </a:lnTo>
                <a:lnTo>
                  <a:pt x="624016" y="810007"/>
                </a:lnTo>
                <a:lnTo>
                  <a:pt x="636264" y="814972"/>
                </a:lnTo>
                <a:lnTo>
                  <a:pt x="647446" y="820109"/>
                </a:lnTo>
                <a:lnTo>
                  <a:pt x="657341" y="821000"/>
                </a:lnTo>
                <a:lnTo>
                  <a:pt x="666938" y="822076"/>
                </a:lnTo>
                <a:lnTo>
                  <a:pt x="676710" y="823321"/>
                </a:lnTo>
                <a:lnTo>
                  <a:pt x="686667" y="824734"/>
                </a:lnTo>
                <a:lnTo>
                  <a:pt x="696817" y="826310"/>
                </a:lnTo>
                <a:lnTo>
                  <a:pt x="707165" y="828048"/>
                </a:lnTo>
                <a:lnTo>
                  <a:pt x="717720" y="829943"/>
                </a:lnTo>
                <a:lnTo>
                  <a:pt x="728484" y="831992"/>
                </a:lnTo>
                <a:lnTo>
                  <a:pt x="739465" y="834190"/>
                </a:lnTo>
                <a:lnTo>
                  <a:pt x="750664" y="836532"/>
                </a:lnTo>
                <a:lnTo>
                  <a:pt x="762087" y="839012"/>
                </a:lnTo>
                <a:lnTo>
                  <a:pt x="773736" y="841624"/>
                </a:lnTo>
                <a:lnTo>
                  <a:pt x="785615" y="844361"/>
                </a:lnTo>
                <a:lnTo>
                  <a:pt x="797726" y="847215"/>
                </a:lnTo>
                <a:lnTo>
                  <a:pt x="810073" y="850177"/>
                </a:lnTo>
                <a:lnTo>
                  <a:pt x="822659" y="853239"/>
                </a:lnTo>
                <a:lnTo>
                  <a:pt x="835487" y="856391"/>
                </a:lnTo>
                <a:lnTo>
                  <a:pt x="848561" y="859622"/>
                </a:lnTo>
                <a:lnTo>
                  <a:pt x="861883" y="862921"/>
                </a:lnTo>
                <a:lnTo>
                  <a:pt x="875458" y="866277"/>
                </a:lnTo>
                <a:lnTo>
                  <a:pt x="889290" y="869676"/>
                </a:lnTo>
                <a:lnTo>
                  <a:pt x="903382" y="873105"/>
                </a:lnTo>
                <a:lnTo>
                  <a:pt x="917739" y="876551"/>
                </a:lnTo>
                <a:lnTo>
                  <a:pt x="932367" y="879999"/>
                </a:lnTo>
                <a:lnTo>
                  <a:pt x="947269" y="883433"/>
                </a:lnTo>
                <a:lnTo>
                  <a:pt x="962452" y="886837"/>
                </a:lnTo>
                <a:lnTo>
                  <a:pt x="977920" y="890194"/>
                </a:lnTo>
                <a:lnTo>
                  <a:pt x="993678" y="893486"/>
                </a:lnTo>
                <a:lnTo>
                  <a:pt x="1009733" y="896693"/>
                </a:lnTo>
                <a:lnTo>
                  <a:pt x="1026089" y="899797"/>
                </a:lnTo>
                <a:lnTo>
                  <a:pt x="1042752" y="902776"/>
                </a:lnTo>
                <a:lnTo>
                  <a:pt x="1059726" y="905609"/>
                </a:lnTo>
                <a:lnTo>
                  <a:pt x="1077016" y="908273"/>
                </a:lnTo>
                <a:lnTo>
                  <a:pt x="1094626" y="910744"/>
                </a:lnTo>
                <a:lnTo>
                  <a:pt x="1112560" y="912998"/>
                </a:lnTo>
                <a:lnTo>
                  <a:pt x="1130819" y="915009"/>
                </a:lnTo>
                <a:lnTo>
                  <a:pt x="1149406" y="916752"/>
                </a:lnTo>
                <a:lnTo>
                  <a:pt x="1168319" y="918197"/>
                </a:lnTo>
                <a:lnTo>
                  <a:pt x="1187558" y="919318"/>
                </a:lnTo>
                <a:lnTo>
                  <a:pt x="1207121" y="920086"/>
                </a:lnTo>
                <a:lnTo>
                  <a:pt x="1227002" y="920471"/>
                </a:lnTo>
                <a:lnTo>
                  <a:pt x="1247194" y="920445"/>
                </a:lnTo>
                <a:lnTo>
                  <a:pt x="1267689" y="919978"/>
                </a:lnTo>
                <a:lnTo>
                  <a:pt x="1288476" y="919040"/>
                </a:lnTo>
                <a:lnTo>
                  <a:pt x="1308683" y="917716"/>
                </a:lnTo>
                <a:lnTo>
                  <a:pt x="1327099" y="914494"/>
                </a:lnTo>
                <a:lnTo>
                  <a:pt x="1344653" y="911178"/>
                </a:lnTo>
                <a:lnTo>
                  <a:pt x="1362151" y="907669"/>
                </a:lnTo>
                <a:lnTo>
                  <a:pt x="1379593" y="903972"/>
                </a:lnTo>
                <a:lnTo>
                  <a:pt x="1396979" y="900092"/>
                </a:lnTo>
                <a:lnTo>
                  <a:pt x="1414310" y="896035"/>
                </a:lnTo>
                <a:lnTo>
                  <a:pt x="1431586" y="891805"/>
                </a:lnTo>
                <a:lnTo>
                  <a:pt x="1448807" y="887407"/>
                </a:lnTo>
                <a:lnTo>
                  <a:pt x="1465973" y="882846"/>
                </a:lnTo>
                <a:lnTo>
                  <a:pt x="1483085" y="878126"/>
                </a:lnTo>
                <a:lnTo>
                  <a:pt x="1500141" y="873251"/>
                </a:lnTo>
                <a:lnTo>
                  <a:pt x="1517142" y="868227"/>
                </a:lnTo>
                <a:lnTo>
                  <a:pt x="1534088" y="863056"/>
                </a:lnTo>
                <a:lnTo>
                  <a:pt x="1550978" y="857743"/>
                </a:lnTo>
                <a:lnTo>
                  <a:pt x="1567812" y="852291"/>
                </a:lnTo>
                <a:lnTo>
                  <a:pt x="1584588" y="846705"/>
                </a:lnTo>
                <a:lnTo>
                  <a:pt x="1601308" y="840989"/>
                </a:lnTo>
                <a:lnTo>
                  <a:pt x="1617969" y="835145"/>
                </a:lnTo>
                <a:lnTo>
                  <a:pt x="1634571" y="829178"/>
                </a:lnTo>
                <a:lnTo>
                  <a:pt x="1651113" y="823091"/>
                </a:lnTo>
                <a:lnTo>
                  <a:pt x="1667595" y="816887"/>
                </a:lnTo>
                <a:lnTo>
                  <a:pt x="1684015" y="810570"/>
                </a:lnTo>
                <a:lnTo>
                  <a:pt x="1700372" y="804144"/>
                </a:lnTo>
                <a:lnTo>
                  <a:pt x="1716666" y="797611"/>
                </a:lnTo>
                <a:lnTo>
                  <a:pt x="1732895" y="790975"/>
                </a:lnTo>
                <a:lnTo>
                  <a:pt x="1749057" y="784238"/>
                </a:lnTo>
                <a:lnTo>
                  <a:pt x="1765152" y="777405"/>
                </a:lnTo>
                <a:lnTo>
                  <a:pt x="1781178" y="770479"/>
                </a:lnTo>
                <a:lnTo>
                  <a:pt x="1797133" y="763462"/>
                </a:lnTo>
                <a:lnTo>
                  <a:pt x="1813017" y="756357"/>
                </a:lnTo>
                <a:lnTo>
                  <a:pt x="1828827" y="749168"/>
                </a:lnTo>
                <a:lnTo>
                  <a:pt x="1844563" y="741898"/>
                </a:lnTo>
                <a:lnTo>
                  <a:pt x="1860222" y="734549"/>
                </a:lnTo>
                <a:lnTo>
                  <a:pt x="1875803" y="727125"/>
                </a:lnTo>
                <a:lnTo>
                  <a:pt x="1891304" y="719629"/>
                </a:lnTo>
                <a:lnTo>
                  <a:pt x="1906724" y="712063"/>
                </a:lnTo>
                <a:lnTo>
                  <a:pt x="1922060" y="704431"/>
                </a:lnTo>
                <a:lnTo>
                  <a:pt x="1937311" y="696735"/>
                </a:lnTo>
                <a:lnTo>
                  <a:pt x="1952475" y="688978"/>
                </a:lnTo>
                <a:lnTo>
                  <a:pt x="1967551" y="681164"/>
                </a:lnTo>
                <a:lnTo>
                  <a:pt x="1982535" y="673295"/>
                </a:lnTo>
                <a:lnTo>
                  <a:pt x="1997427" y="665373"/>
                </a:lnTo>
                <a:lnTo>
                  <a:pt x="2012225" y="657402"/>
                </a:lnTo>
                <a:lnTo>
                  <a:pt x="2026926" y="649385"/>
                </a:lnTo>
                <a:lnTo>
                  <a:pt x="2042151" y="641009"/>
                </a:lnTo>
                <a:lnTo>
                  <a:pt x="2056069" y="627112"/>
                </a:lnTo>
                <a:lnTo>
                  <a:pt x="2070373" y="612712"/>
                </a:lnTo>
                <a:lnTo>
                  <a:pt x="2084456" y="598143"/>
                </a:lnTo>
                <a:lnTo>
                  <a:pt x="2098347" y="583413"/>
                </a:lnTo>
                <a:lnTo>
                  <a:pt x="2112071" y="568531"/>
                </a:lnTo>
                <a:lnTo>
                  <a:pt x="2125645" y="553505"/>
                </a:lnTo>
                <a:lnTo>
                  <a:pt x="2139082" y="538344"/>
                </a:lnTo>
                <a:lnTo>
                  <a:pt x="2152391" y="523061"/>
                </a:lnTo>
                <a:lnTo>
                  <a:pt x="2165580" y="507664"/>
                </a:lnTo>
                <a:lnTo>
                  <a:pt x="2178649" y="492166"/>
                </a:lnTo>
                <a:lnTo>
                  <a:pt x="2191602" y="476578"/>
                </a:lnTo>
                <a:lnTo>
                  <a:pt x="2204435" y="460913"/>
                </a:lnTo>
                <a:lnTo>
                  <a:pt x="2217146" y="445184"/>
                </a:lnTo>
                <a:lnTo>
                  <a:pt x="2229731" y="429405"/>
                </a:lnTo>
                <a:lnTo>
                  <a:pt x="2242184" y="413590"/>
                </a:lnTo>
                <a:lnTo>
                  <a:pt x="2254496" y="397752"/>
                </a:lnTo>
                <a:lnTo>
                  <a:pt x="2266662" y="381907"/>
                </a:lnTo>
                <a:lnTo>
                  <a:pt x="2278671" y="366069"/>
                </a:lnTo>
                <a:lnTo>
                  <a:pt x="2290513" y="350253"/>
                </a:lnTo>
                <a:lnTo>
                  <a:pt x="2302179" y="334477"/>
                </a:lnTo>
                <a:lnTo>
                  <a:pt x="2313658" y="318754"/>
                </a:lnTo>
                <a:lnTo>
                  <a:pt x="2324938" y="303101"/>
                </a:lnTo>
                <a:lnTo>
                  <a:pt x="2336007" y="287534"/>
                </a:lnTo>
                <a:lnTo>
                  <a:pt x="2346853" y="272070"/>
                </a:lnTo>
                <a:lnTo>
                  <a:pt x="2357463" y="256724"/>
                </a:lnTo>
                <a:lnTo>
                  <a:pt x="2367825" y="241514"/>
                </a:lnTo>
                <a:lnTo>
                  <a:pt x="2377925" y="226457"/>
                </a:lnTo>
                <a:lnTo>
                  <a:pt x="2387750" y="211568"/>
                </a:lnTo>
                <a:lnTo>
                  <a:pt x="2397286" y="196866"/>
                </a:lnTo>
                <a:lnTo>
                  <a:pt x="2406521" y="182366"/>
                </a:lnTo>
                <a:lnTo>
                  <a:pt x="2415440" y="168085"/>
                </a:lnTo>
                <a:lnTo>
                  <a:pt x="2424029" y="154042"/>
                </a:lnTo>
                <a:lnTo>
                  <a:pt x="2432275" y="140251"/>
                </a:lnTo>
                <a:lnTo>
                  <a:pt x="2440164" y="126731"/>
                </a:lnTo>
                <a:lnTo>
                  <a:pt x="2447683" y="113497"/>
                </a:lnTo>
                <a:lnTo>
                  <a:pt x="2454819" y="100566"/>
                </a:lnTo>
                <a:lnTo>
                  <a:pt x="2461558" y="87954"/>
                </a:lnTo>
                <a:lnTo>
                  <a:pt x="2467888" y="75676"/>
                </a:lnTo>
                <a:lnTo>
                  <a:pt x="2473799" y="63748"/>
                </a:lnTo>
                <a:lnTo>
                  <a:pt x="2479278" y="52185"/>
                </a:lnTo>
                <a:lnTo>
                  <a:pt x="2484318" y="40998"/>
                </a:lnTo>
                <a:lnTo>
                  <a:pt x="2488911" y="30200"/>
                </a:lnTo>
                <a:lnTo>
                  <a:pt x="2493053" y="19801"/>
                </a:lnTo>
                <a:lnTo>
                  <a:pt x="2496747" y="9807"/>
                </a:lnTo>
                <a:lnTo>
                  <a:pt x="2500000" y="220"/>
                </a:lnTo>
                <a:lnTo>
                  <a:pt x="2489832" y="0"/>
                </a:lnTo>
                <a:lnTo>
                  <a:pt x="2479061" y="302"/>
                </a:lnTo>
                <a:lnTo>
                  <a:pt x="2467729" y="1091"/>
                </a:lnTo>
                <a:lnTo>
                  <a:pt x="2455873" y="2334"/>
                </a:lnTo>
                <a:lnTo>
                  <a:pt x="2443520" y="4004"/>
                </a:lnTo>
                <a:lnTo>
                  <a:pt x="2430699" y="6073"/>
                </a:lnTo>
                <a:lnTo>
                  <a:pt x="2417434" y="8517"/>
                </a:lnTo>
                <a:lnTo>
                  <a:pt x="2403747" y="11312"/>
                </a:lnTo>
                <a:lnTo>
                  <a:pt x="2389661" y="14435"/>
                </a:lnTo>
                <a:lnTo>
                  <a:pt x="2375197" y="17863"/>
                </a:lnTo>
                <a:lnTo>
                  <a:pt x="2360376" y="21574"/>
                </a:lnTo>
                <a:lnTo>
                  <a:pt x="2345218" y="25547"/>
                </a:lnTo>
                <a:lnTo>
                  <a:pt x="2329743" y="29759"/>
                </a:lnTo>
                <a:lnTo>
                  <a:pt x="2313972" y="34189"/>
                </a:lnTo>
                <a:lnTo>
                  <a:pt x="2297923" y="38816"/>
                </a:lnTo>
                <a:lnTo>
                  <a:pt x="2281618" y="43618"/>
                </a:lnTo>
                <a:lnTo>
                  <a:pt x="2265075" y="48575"/>
                </a:lnTo>
                <a:lnTo>
                  <a:pt x="2248315" y="53664"/>
                </a:lnTo>
                <a:lnTo>
                  <a:pt x="2231358" y="58865"/>
                </a:lnTo>
                <a:lnTo>
                  <a:pt x="2214224" y="64155"/>
                </a:lnTo>
                <a:lnTo>
                  <a:pt x="2196934" y="69515"/>
                </a:lnTo>
                <a:lnTo>
                  <a:pt x="2179508" y="74921"/>
                </a:lnTo>
                <a:lnTo>
                  <a:pt x="2161967" y="80353"/>
                </a:lnTo>
                <a:lnTo>
                  <a:pt x="2144333" y="85788"/>
                </a:lnTo>
                <a:lnTo>
                  <a:pt x="2126627" y="91204"/>
                </a:lnTo>
                <a:lnTo>
                  <a:pt x="2108872" y="96580"/>
                </a:lnTo>
                <a:lnTo>
                  <a:pt x="2091089" y="101892"/>
                </a:lnTo>
                <a:lnTo>
                  <a:pt x="2073303" y="107118"/>
                </a:lnTo>
                <a:lnTo>
                  <a:pt x="2055537" y="112236"/>
                </a:lnTo>
                <a:lnTo>
                  <a:pt x="2037816" y="117221"/>
                </a:lnTo>
                <a:lnTo>
                  <a:pt x="2020166" y="122051"/>
                </a:lnTo>
                <a:lnTo>
                  <a:pt x="2002612" y="126702"/>
                </a:lnTo>
                <a:lnTo>
                  <a:pt x="1985183" y="131149"/>
                </a:lnTo>
                <a:lnTo>
                  <a:pt x="1967907" y="135367"/>
                </a:lnTo>
                <a:lnTo>
                  <a:pt x="1950816" y="139331"/>
                </a:lnTo>
                <a:lnTo>
                  <a:pt x="1933940" y="143017"/>
                </a:lnTo>
                <a:lnTo>
                  <a:pt x="1917316" y="146397"/>
                </a:lnTo>
                <a:lnTo>
                  <a:pt x="1900979" y="149445"/>
                </a:lnTo>
                <a:lnTo>
                  <a:pt x="1884969" y="152133"/>
                </a:lnTo>
                <a:lnTo>
                  <a:pt x="1869328" y="154434"/>
                </a:lnTo>
                <a:lnTo>
                  <a:pt x="1854105" y="156319"/>
                </a:lnTo>
                <a:lnTo>
                  <a:pt x="1839349" y="157758"/>
                </a:lnTo>
                <a:lnTo>
                  <a:pt x="1825118" y="158723"/>
                </a:lnTo>
                <a:lnTo>
                  <a:pt x="1811476" y="159182"/>
                </a:lnTo>
                <a:lnTo>
                  <a:pt x="1797849" y="159432"/>
                </a:lnTo>
                <a:lnTo>
                  <a:pt x="1785663" y="164788"/>
                </a:lnTo>
                <a:lnTo>
                  <a:pt x="1772800" y="170408"/>
                </a:lnTo>
                <a:lnTo>
                  <a:pt x="1759888" y="175974"/>
                </a:lnTo>
                <a:lnTo>
                  <a:pt x="1746930" y="181483"/>
                </a:lnTo>
                <a:lnTo>
                  <a:pt x="1733931" y="186931"/>
                </a:lnTo>
                <a:lnTo>
                  <a:pt x="1720893" y="192316"/>
                </a:lnTo>
                <a:lnTo>
                  <a:pt x="1707823" y="197634"/>
                </a:lnTo>
                <a:lnTo>
                  <a:pt x="1694722" y="202882"/>
                </a:lnTo>
                <a:lnTo>
                  <a:pt x="1681596" y="208058"/>
                </a:lnTo>
                <a:lnTo>
                  <a:pt x="1668449" y="213157"/>
                </a:lnTo>
                <a:lnTo>
                  <a:pt x="1655284" y="218179"/>
                </a:lnTo>
                <a:lnTo>
                  <a:pt x="1642107" y="223118"/>
                </a:lnTo>
                <a:lnTo>
                  <a:pt x="1628921" y="227973"/>
                </a:lnTo>
                <a:lnTo>
                  <a:pt x="1615730" y="232740"/>
                </a:lnTo>
                <a:lnTo>
                  <a:pt x="1602539" y="237417"/>
                </a:lnTo>
                <a:lnTo>
                  <a:pt x="1589352" y="242000"/>
                </a:lnTo>
                <a:lnTo>
                  <a:pt x="1576174" y="246487"/>
                </a:lnTo>
                <a:lnTo>
                  <a:pt x="1563008" y="250875"/>
                </a:lnTo>
                <a:lnTo>
                  <a:pt x="1549861" y="255161"/>
                </a:lnTo>
                <a:lnTo>
                  <a:pt x="1536735" y="259343"/>
                </a:lnTo>
                <a:lnTo>
                  <a:pt x="1523636" y="263417"/>
                </a:lnTo>
                <a:lnTo>
                  <a:pt x="1510569" y="267380"/>
                </a:lnTo>
                <a:lnTo>
                  <a:pt x="1497538" y="271231"/>
                </a:lnTo>
                <a:lnTo>
                  <a:pt x="1484547" y="274967"/>
                </a:lnTo>
                <a:lnTo>
                  <a:pt x="1471603" y="278584"/>
                </a:lnTo>
                <a:lnTo>
                  <a:pt x="1458709" y="282082"/>
                </a:lnTo>
                <a:lnTo>
                  <a:pt x="1445871" y="285456"/>
                </a:lnTo>
                <a:lnTo>
                  <a:pt x="1433094" y="288704"/>
                </a:lnTo>
                <a:lnTo>
                  <a:pt x="1420384" y="291825"/>
                </a:lnTo>
                <a:lnTo>
                  <a:pt x="1407744" y="294816"/>
                </a:lnTo>
                <a:lnTo>
                  <a:pt x="1395181" y="297675"/>
                </a:lnTo>
                <a:lnTo>
                  <a:pt x="1382700" y="300399"/>
                </a:lnTo>
                <a:lnTo>
                  <a:pt x="1370306" y="302988"/>
                </a:lnTo>
                <a:lnTo>
                  <a:pt x="1358006" y="305437"/>
                </a:lnTo>
                <a:lnTo>
                  <a:pt x="1345804" y="307747"/>
                </a:lnTo>
                <a:lnTo>
                  <a:pt x="1333707" y="309915"/>
                </a:lnTo>
                <a:lnTo>
                  <a:pt x="1321719" y="311940"/>
                </a:lnTo>
                <a:lnTo>
                  <a:pt x="1309848" y="313819"/>
                </a:lnTo>
                <a:lnTo>
                  <a:pt x="1298099" y="315553"/>
                </a:lnTo>
                <a:lnTo>
                  <a:pt x="1286478" y="317139"/>
                </a:lnTo>
                <a:lnTo>
                  <a:pt x="1274991" y="318577"/>
                </a:lnTo>
                <a:lnTo>
                  <a:pt x="1263645" y="319865"/>
                </a:lnTo>
                <a:lnTo>
                  <a:pt x="1252445" y="321004"/>
                </a:lnTo>
                <a:lnTo>
                  <a:pt x="1241399" y="321993"/>
                </a:lnTo>
                <a:lnTo>
                  <a:pt x="1231317" y="322725"/>
                </a:lnTo>
                <a:lnTo>
                  <a:pt x="1223103" y="324847"/>
                </a:lnTo>
                <a:lnTo>
                  <a:pt x="1215518" y="326712"/>
                </a:lnTo>
                <a:lnTo>
                  <a:pt x="1207686" y="328428"/>
                </a:lnTo>
                <a:lnTo>
                  <a:pt x="1199595" y="329996"/>
                </a:lnTo>
                <a:lnTo>
                  <a:pt x="1191233" y="331411"/>
                </a:lnTo>
                <a:lnTo>
                  <a:pt x="1182593" y="332672"/>
                </a:lnTo>
                <a:lnTo>
                  <a:pt x="1173667" y="333777"/>
                </a:lnTo>
                <a:lnTo>
                  <a:pt x="1164451" y="334724"/>
                </a:lnTo>
                <a:lnTo>
                  <a:pt x="1154941" y="335511"/>
                </a:lnTo>
                <a:lnTo>
                  <a:pt x="1145135" y="336139"/>
                </a:lnTo>
                <a:lnTo>
                  <a:pt x="1135034" y="336609"/>
                </a:lnTo>
                <a:lnTo>
                  <a:pt x="1124637" y="336921"/>
                </a:lnTo>
                <a:lnTo>
                  <a:pt x="1113946" y="337077"/>
                </a:lnTo>
                <a:lnTo>
                  <a:pt x="1102962" y="337082"/>
                </a:lnTo>
                <a:lnTo>
                  <a:pt x="1091689" y="336940"/>
                </a:lnTo>
                <a:lnTo>
                  <a:pt x="1080129" y="336656"/>
                </a:lnTo>
                <a:lnTo>
                  <a:pt x="1068285" y="336236"/>
                </a:lnTo>
                <a:lnTo>
                  <a:pt x="1056160" y="335687"/>
                </a:lnTo>
                <a:lnTo>
                  <a:pt x="1043759" y="335017"/>
                </a:lnTo>
                <a:lnTo>
                  <a:pt x="1031085" y="334237"/>
                </a:lnTo>
                <a:lnTo>
                  <a:pt x="1018140" y="333354"/>
                </a:lnTo>
                <a:lnTo>
                  <a:pt x="1004928" y="332381"/>
                </a:lnTo>
                <a:lnTo>
                  <a:pt x="991452" y="331328"/>
                </a:lnTo>
                <a:lnTo>
                  <a:pt x="977715" y="330208"/>
                </a:lnTo>
                <a:lnTo>
                  <a:pt x="963719" y="329034"/>
                </a:lnTo>
                <a:lnTo>
                  <a:pt x="949466" y="327819"/>
                </a:lnTo>
                <a:lnTo>
                  <a:pt x="934959" y="326579"/>
                </a:lnTo>
                <a:lnTo>
                  <a:pt x="920199" y="325327"/>
                </a:lnTo>
                <a:lnTo>
                  <a:pt x="905188" y="324081"/>
                </a:lnTo>
                <a:lnTo>
                  <a:pt x="889927" y="322856"/>
                </a:lnTo>
                <a:lnTo>
                  <a:pt x="874417" y="321670"/>
                </a:lnTo>
                <a:lnTo>
                  <a:pt x="858659" y="320540"/>
                </a:lnTo>
                <a:lnTo>
                  <a:pt x="842655" y="319486"/>
                </a:lnTo>
                <a:lnTo>
                  <a:pt x="826406" y="318527"/>
                </a:lnTo>
                <a:lnTo>
                  <a:pt x="809912" y="317681"/>
                </a:lnTo>
                <a:lnTo>
                  <a:pt x="793175" y="316971"/>
                </a:lnTo>
                <a:lnTo>
                  <a:pt x="776198" y="316417"/>
                </a:lnTo>
                <a:lnTo>
                  <a:pt x="758981" y="316041"/>
                </a:lnTo>
                <a:lnTo>
                  <a:pt x="741528" y="315866"/>
                </a:lnTo>
                <a:lnTo>
                  <a:pt x="723842" y="315914"/>
                </a:lnTo>
                <a:lnTo>
                  <a:pt x="705927" y="316209"/>
                </a:lnTo>
                <a:lnTo>
                  <a:pt x="687787" y="316776"/>
                </a:lnTo>
                <a:lnTo>
                  <a:pt x="669430" y="317638"/>
                </a:lnTo>
                <a:lnTo>
                  <a:pt x="650861" y="318819"/>
                </a:lnTo>
                <a:lnTo>
                  <a:pt x="632554" y="320331"/>
                </a:lnTo>
                <a:lnTo>
                  <a:pt x="615195" y="326538"/>
                </a:lnTo>
                <a:lnTo>
                  <a:pt x="598293" y="332922"/>
                </a:lnTo>
                <a:lnTo>
                  <a:pt x="581425" y="339483"/>
                </a:lnTo>
                <a:lnTo>
                  <a:pt x="564579" y="346207"/>
                </a:lnTo>
                <a:lnTo>
                  <a:pt x="547746" y="353082"/>
                </a:lnTo>
                <a:lnTo>
                  <a:pt x="530922" y="360099"/>
                </a:lnTo>
                <a:lnTo>
                  <a:pt x="514107" y="367247"/>
                </a:lnTo>
                <a:lnTo>
                  <a:pt x="497302" y="374518"/>
                </a:lnTo>
                <a:lnTo>
                  <a:pt x="480510" y="381902"/>
                </a:lnTo>
                <a:lnTo>
                  <a:pt x="463739" y="389391"/>
                </a:lnTo>
                <a:lnTo>
                  <a:pt x="446995" y="396977"/>
                </a:lnTo>
                <a:lnTo>
                  <a:pt x="430288" y="404653"/>
                </a:lnTo>
                <a:lnTo>
                  <a:pt x="413629" y="412410"/>
                </a:lnTo>
                <a:lnTo>
                  <a:pt x="397029" y="420242"/>
                </a:lnTo>
                <a:lnTo>
                  <a:pt x="380502" y="428140"/>
                </a:lnTo>
                <a:lnTo>
                  <a:pt x="364060" y="436097"/>
                </a:lnTo>
                <a:lnTo>
                  <a:pt x="347719" y="444105"/>
                </a:lnTo>
                <a:lnTo>
                  <a:pt x="331492" y="452159"/>
                </a:lnTo>
                <a:lnTo>
                  <a:pt x="315396" y="460249"/>
                </a:lnTo>
                <a:lnTo>
                  <a:pt x="299446" y="468370"/>
                </a:lnTo>
                <a:lnTo>
                  <a:pt x="283660" y="476513"/>
                </a:lnTo>
                <a:lnTo>
                  <a:pt x="268053" y="484672"/>
                </a:lnTo>
                <a:lnTo>
                  <a:pt x="252644" y="492839"/>
                </a:lnTo>
                <a:lnTo>
                  <a:pt x="237450" y="501008"/>
                </a:lnTo>
                <a:lnTo>
                  <a:pt x="222488" y="509170"/>
                </a:lnTo>
                <a:lnTo>
                  <a:pt x="207777" y="517319"/>
                </a:lnTo>
                <a:lnTo>
                  <a:pt x="193335" y="525447"/>
                </a:lnTo>
                <a:lnTo>
                  <a:pt x="179180" y="533548"/>
                </a:lnTo>
                <a:lnTo>
                  <a:pt x="165331" y="541614"/>
                </a:lnTo>
                <a:lnTo>
                  <a:pt x="151806" y="549638"/>
                </a:lnTo>
                <a:lnTo>
                  <a:pt x="138623" y="557613"/>
                </a:lnTo>
                <a:lnTo>
                  <a:pt x="125803" y="565532"/>
                </a:lnTo>
                <a:lnTo>
                  <a:pt x="113362" y="573387"/>
                </a:lnTo>
                <a:lnTo>
                  <a:pt x="101321" y="581172"/>
                </a:lnTo>
                <a:lnTo>
                  <a:pt x="89696" y="588879"/>
                </a:lnTo>
                <a:lnTo>
                  <a:pt x="78506" y="596502"/>
                </a:lnTo>
                <a:lnTo>
                  <a:pt x="67769" y="604034"/>
                </a:lnTo>
                <a:lnTo>
                  <a:pt x="57502" y="611467"/>
                </a:lnTo>
                <a:lnTo>
                  <a:pt x="47722" y="618796"/>
                </a:lnTo>
                <a:lnTo>
                  <a:pt x="38444" y="626013"/>
                </a:lnTo>
                <a:lnTo>
                  <a:pt x="29683" y="633113"/>
                </a:lnTo>
                <a:lnTo>
                  <a:pt x="21450" y="640089"/>
                </a:lnTo>
                <a:lnTo>
                  <a:pt x="13757" y="646936"/>
                </a:lnTo>
                <a:lnTo>
                  <a:pt x="6607" y="653648"/>
                </a:lnTo>
                <a:lnTo>
                  <a:pt x="0" y="660220"/>
                </a:lnTo>
                <a:lnTo>
                  <a:pt x="8245" y="664637"/>
                </a:lnTo>
                <a:close/>
              </a:path>
            </a:pathLst>
          </a:custGeom>
          <a:solidFill>
            <a:srgbClr val="E1E1E1">
              <a:alpha val="22000"/>
            </a:srgbClr>
          </a:solidFill>
          <a:ln w="0">
            <a:noFill/>
            <a:prstDash val="solid"/>
          </a:ln>
        </p:spPr>
      </p:sp>
      <p:sp>
        <p:nvSpPr>
          <p:cNvPr id="1011" name="PANEL_D-upper-return-air-region-0_1349">
            <a:extLst>
              <a:ext uri="{FF2B5EF4-FFF2-40B4-BE49-F238E27FC236}">
                <a16:creationId xmlns:a16="http://schemas.microsoft.com/office/drawing/2014/main" id="{0F434BB4-123F-4421-BFA0-0FB7ACBA3208}"/>
              </a:ext>
            </a:extLst>
          </p:cNvPr>
          <p:cNvSpPr>
            <a:spLocks/>
          </p:cNvSpPr>
          <p:nvPr/>
        </p:nvSpPr>
        <p:spPr>
          <a:xfrm>
            <a:off x="12515850" y="3362474"/>
            <a:ext cx="2619375" cy="485281"/>
          </a:xfrm>
          <a:custGeom>
            <a:pathLst>
              <a:path w="2750000" h="509481">
                <a:moveTo>
                  <a:pt x="2744242" y="444333"/>
                </a:moveTo>
                <a:lnTo>
                  <a:pt x="2738003" y="438607"/>
                </a:lnTo>
                <a:lnTo>
                  <a:pt x="2731285" y="432671"/>
                </a:lnTo>
                <a:lnTo>
                  <a:pt x="2724094" y="426531"/>
                </a:lnTo>
                <a:lnTo>
                  <a:pt x="2716439" y="420196"/>
                </a:lnTo>
                <a:lnTo>
                  <a:pt x="2708331" y="413674"/>
                </a:lnTo>
                <a:lnTo>
                  <a:pt x="2699782" y="406972"/>
                </a:lnTo>
                <a:lnTo>
                  <a:pt x="2690805" y="400100"/>
                </a:lnTo>
                <a:lnTo>
                  <a:pt x="2681415" y="393067"/>
                </a:lnTo>
                <a:lnTo>
                  <a:pt x="2671624" y="385882"/>
                </a:lnTo>
                <a:lnTo>
                  <a:pt x="2661448" y="378554"/>
                </a:lnTo>
                <a:lnTo>
                  <a:pt x="2650901" y="371092"/>
                </a:lnTo>
                <a:lnTo>
                  <a:pt x="2639999" y="363507"/>
                </a:lnTo>
                <a:lnTo>
                  <a:pt x="2628756" y="355807"/>
                </a:lnTo>
                <a:lnTo>
                  <a:pt x="2617188" y="348002"/>
                </a:lnTo>
                <a:lnTo>
                  <a:pt x="2605309" y="340101"/>
                </a:lnTo>
                <a:lnTo>
                  <a:pt x="2593136" y="332115"/>
                </a:lnTo>
                <a:lnTo>
                  <a:pt x="2580684" y="324053"/>
                </a:lnTo>
                <a:lnTo>
                  <a:pt x="2567966" y="315924"/>
                </a:lnTo>
                <a:lnTo>
                  <a:pt x="2554999" y="307738"/>
                </a:lnTo>
                <a:lnTo>
                  <a:pt x="2541798" y="299505"/>
                </a:lnTo>
                <a:lnTo>
                  <a:pt x="2528377" y="291234"/>
                </a:lnTo>
                <a:lnTo>
                  <a:pt x="2514750" y="282935"/>
                </a:lnTo>
                <a:lnTo>
                  <a:pt x="2500934" y="274617"/>
                </a:lnTo>
                <a:lnTo>
                  <a:pt x="2486941" y="266290"/>
                </a:lnTo>
                <a:lnTo>
                  <a:pt x="2472787" y="257964"/>
                </a:lnTo>
                <a:lnTo>
                  <a:pt x="2458484" y="249648"/>
                </a:lnTo>
                <a:lnTo>
                  <a:pt x="2444048" y="241351"/>
                </a:lnTo>
                <a:lnTo>
                  <a:pt x="2429490" y="233084"/>
                </a:lnTo>
                <a:lnTo>
                  <a:pt x="2414825" y="224855"/>
                </a:lnTo>
                <a:lnTo>
                  <a:pt x="2400064" y="216674"/>
                </a:lnTo>
                <a:lnTo>
                  <a:pt x="2385220" y="208550"/>
                </a:lnTo>
                <a:lnTo>
                  <a:pt x="2370305" y="200493"/>
                </a:lnTo>
                <a:lnTo>
                  <a:pt x="2355330" y="192512"/>
                </a:lnTo>
                <a:lnTo>
                  <a:pt x="2340305" y="184617"/>
                </a:lnTo>
                <a:lnTo>
                  <a:pt x="2325240" y="176816"/>
                </a:lnTo>
                <a:lnTo>
                  <a:pt x="2310144" y="169121"/>
                </a:lnTo>
                <a:lnTo>
                  <a:pt x="2295025" y="161539"/>
                </a:lnTo>
                <a:lnTo>
                  <a:pt x="2279890" y="154080"/>
                </a:lnTo>
                <a:lnTo>
                  <a:pt x="2264744" y="146755"/>
                </a:lnTo>
                <a:lnTo>
                  <a:pt x="2249592" y="139573"/>
                </a:lnTo>
                <a:lnTo>
                  <a:pt x="2234437" y="132544"/>
                </a:lnTo>
                <a:lnTo>
                  <a:pt x="2219278" y="125679"/>
                </a:lnTo>
                <a:lnTo>
                  <a:pt x="2204114" y="118988"/>
                </a:lnTo>
                <a:lnTo>
                  <a:pt x="2189250" y="112540"/>
                </a:lnTo>
                <a:lnTo>
                  <a:pt x="2174556" y="108514"/>
                </a:lnTo>
                <a:lnTo>
                  <a:pt x="2160089" y="104600"/>
                </a:lnTo>
                <a:lnTo>
                  <a:pt x="2145554" y="100743"/>
                </a:lnTo>
                <a:lnTo>
                  <a:pt x="2130953" y="96943"/>
                </a:lnTo>
                <a:lnTo>
                  <a:pt x="2116286" y="93202"/>
                </a:lnTo>
                <a:lnTo>
                  <a:pt x="2101556" y="89520"/>
                </a:lnTo>
                <a:lnTo>
                  <a:pt x="2086764" y="85897"/>
                </a:lnTo>
                <a:lnTo>
                  <a:pt x="2071911" y="82335"/>
                </a:lnTo>
                <a:lnTo>
                  <a:pt x="2056998" y="78834"/>
                </a:lnTo>
                <a:lnTo>
                  <a:pt x="2042027" y="75395"/>
                </a:lnTo>
                <a:lnTo>
                  <a:pt x="2027000" y="72019"/>
                </a:lnTo>
                <a:lnTo>
                  <a:pt x="2011917" y="68706"/>
                </a:lnTo>
                <a:lnTo>
                  <a:pt x="1996780" y="65457"/>
                </a:lnTo>
                <a:lnTo>
                  <a:pt x="1981591" y="62273"/>
                </a:lnTo>
                <a:lnTo>
                  <a:pt x="1966351" y="59154"/>
                </a:lnTo>
                <a:lnTo>
                  <a:pt x="1951060" y="56102"/>
                </a:lnTo>
                <a:lnTo>
                  <a:pt x="1935721" y="53117"/>
                </a:lnTo>
                <a:lnTo>
                  <a:pt x="1920335" y="50199"/>
                </a:lnTo>
                <a:lnTo>
                  <a:pt x="1904903" y="47350"/>
                </a:lnTo>
                <a:lnTo>
                  <a:pt x="1889427" y="44571"/>
                </a:lnTo>
                <a:lnTo>
                  <a:pt x="1873907" y="41862"/>
                </a:lnTo>
                <a:lnTo>
                  <a:pt x="1858346" y="39223"/>
                </a:lnTo>
                <a:lnTo>
                  <a:pt x="1842743" y="36656"/>
                </a:lnTo>
                <a:lnTo>
                  <a:pt x="1827102" y="34162"/>
                </a:lnTo>
                <a:lnTo>
                  <a:pt x="1811423" y="31741"/>
                </a:lnTo>
                <a:lnTo>
                  <a:pt x="1795707" y="29393"/>
                </a:lnTo>
                <a:lnTo>
                  <a:pt x="1779956" y="27121"/>
                </a:lnTo>
                <a:lnTo>
                  <a:pt x="1764170" y="24925"/>
                </a:lnTo>
                <a:lnTo>
                  <a:pt x="1748352" y="22805"/>
                </a:lnTo>
                <a:lnTo>
                  <a:pt x="1732502" y="20762"/>
                </a:lnTo>
                <a:lnTo>
                  <a:pt x="1716622" y="18797"/>
                </a:lnTo>
                <a:lnTo>
                  <a:pt x="1700713" y="16912"/>
                </a:lnTo>
                <a:lnTo>
                  <a:pt x="1684775" y="15106"/>
                </a:lnTo>
                <a:lnTo>
                  <a:pt x="1668812" y="13381"/>
                </a:lnTo>
                <a:lnTo>
                  <a:pt x="1652822" y="11738"/>
                </a:lnTo>
                <a:lnTo>
                  <a:pt x="1636809" y="10177"/>
                </a:lnTo>
                <a:lnTo>
                  <a:pt x="1620773" y="8700"/>
                </a:lnTo>
                <a:lnTo>
                  <a:pt x="1604715" y="7307"/>
                </a:lnTo>
                <a:lnTo>
                  <a:pt x="1588636" y="5999"/>
                </a:lnTo>
                <a:lnTo>
                  <a:pt x="1572537" y="4778"/>
                </a:lnTo>
                <a:lnTo>
                  <a:pt x="1556421" y="3644"/>
                </a:lnTo>
                <a:lnTo>
                  <a:pt x="1540287" y="2597"/>
                </a:lnTo>
                <a:lnTo>
                  <a:pt x="1524138" y="1640"/>
                </a:lnTo>
                <a:lnTo>
                  <a:pt x="1507973" y="773"/>
                </a:lnTo>
                <a:lnTo>
                  <a:pt x="1491703" y="0"/>
                </a:lnTo>
                <a:lnTo>
                  <a:pt x="1475362" y="1560"/>
                </a:lnTo>
                <a:lnTo>
                  <a:pt x="1459008" y="3240"/>
                </a:lnTo>
                <a:lnTo>
                  <a:pt x="1442738" y="5033"/>
                </a:lnTo>
                <a:lnTo>
                  <a:pt x="1426550" y="6935"/>
                </a:lnTo>
                <a:lnTo>
                  <a:pt x="1410440" y="8945"/>
                </a:lnTo>
                <a:lnTo>
                  <a:pt x="1394405" y="11058"/>
                </a:lnTo>
                <a:lnTo>
                  <a:pt x="1378443" y="13271"/>
                </a:lnTo>
                <a:lnTo>
                  <a:pt x="1362550" y="15581"/>
                </a:lnTo>
                <a:lnTo>
                  <a:pt x="1346724" y="17986"/>
                </a:lnTo>
                <a:lnTo>
                  <a:pt x="1330961" y="20481"/>
                </a:lnTo>
                <a:lnTo>
                  <a:pt x="1315257" y="23064"/>
                </a:lnTo>
                <a:lnTo>
                  <a:pt x="1299609" y="25732"/>
                </a:lnTo>
                <a:lnTo>
                  <a:pt x="1284014" y="28481"/>
                </a:lnTo>
                <a:lnTo>
                  <a:pt x="1268467" y="31309"/>
                </a:lnTo>
                <a:lnTo>
                  <a:pt x="1252965" y="34212"/>
                </a:lnTo>
                <a:lnTo>
                  <a:pt x="1237505" y="37187"/>
                </a:lnTo>
                <a:lnTo>
                  <a:pt x="1222081" y="40232"/>
                </a:lnTo>
                <a:lnTo>
                  <a:pt x="1206690" y="43343"/>
                </a:lnTo>
                <a:lnTo>
                  <a:pt x="1191329" y="46518"/>
                </a:lnTo>
                <a:lnTo>
                  <a:pt x="1175992" y="49753"/>
                </a:lnTo>
                <a:lnTo>
                  <a:pt x="1160675" y="53047"/>
                </a:lnTo>
                <a:lnTo>
                  <a:pt x="1145374" y="56395"/>
                </a:lnTo>
                <a:lnTo>
                  <a:pt x="1130085" y="59796"/>
                </a:lnTo>
                <a:lnTo>
                  <a:pt x="1114803" y="63247"/>
                </a:lnTo>
                <a:lnTo>
                  <a:pt x="1099523" y="66744"/>
                </a:lnTo>
                <a:lnTo>
                  <a:pt x="1084241" y="70286"/>
                </a:lnTo>
                <a:lnTo>
                  <a:pt x="1068952" y="73871"/>
                </a:lnTo>
                <a:lnTo>
                  <a:pt x="1053651" y="77494"/>
                </a:lnTo>
                <a:lnTo>
                  <a:pt x="1038334" y="81155"/>
                </a:lnTo>
                <a:lnTo>
                  <a:pt x="1022995" y="84850"/>
                </a:lnTo>
                <a:lnTo>
                  <a:pt x="1007631" y="88577"/>
                </a:lnTo>
                <a:lnTo>
                  <a:pt x="992235" y="92335"/>
                </a:lnTo>
                <a:lnTo>
                  <a:pt x="976803" y="96120"/>
                </a:lnTo>
                <a:lnTo>
                  <a:pt x="961330" y="99930"/>
                </a:lnTo>
                <a:lnTo>
                  <a:pt x="945811" y="103763"/>
                </a:lnTo>
                <a:lnTo>
                  <a:pt x="930241" y="107618"/>
                </a:lnTo>
                <a:lnTo>
                  <a:pt x="914615" y="111491"/>
                </a:lnTo>
                <a:lnTo>
                  <a:pt x="898928" y="115380"/>
                </a:lnTo>
                <a:lnTo>
                  <a:pt x="883174" y="119285"/>
                </a:lnTo>
                <a:lnTo>
                  <a:pt x="867349" y="123201"/>
                </a:lnTo>
                <a:lnTo>
                  <a:pt x="851448" y="127128"/>
                </a:lnTo>
                <a:lnTo>
                  <a:pt x="835465" y="131063"/>
                </a:lnTo>
                <a:lnTo>
                  <a:pt x="819395" y="135005"/>
                </a:lnTo>
                <a:lnTo>
                  <a:pt x="803234" y="138951"/>
                </a:lnTo>
                <a:lnTo>
                  <a:pt x="786757" y="142940"/>
                </a:lnTo>
                <a:lnTo>
                  <a:pt x="770143" y="150144"/>
                </a:lnTo>
                <a:lnTo>
                  <a:pt x="752888" y="157534"/>
                </a:lnTo>
                <a:lnTo>
                  <a:pt x="735230" y="165061"/>
                </a:lnTo>
                <a:lnTo>
                  <a:pt x="717191" y="172719"/>
                </a:lnTo>
                <a:lnTo>
                  <a:pt x="698793" y="180500"/>
                </a:lnTo>
                <a:lnTo>
                  <a:pt x="680063" y="188396"/>
                </a:lnTo>
                <a:lnTo>
                  <a:pt x="661024" y="196400"/>
                </a:lnTo>
                <a:lnTo>
                  <a:pt x="641704" y="204505"/>
                </a:lnTo>
                <a:lnTo>
                  <a:pt x="622130" y="212702"/>
                </a:lnTo>
                <a:lnTo>
                  <a:pt x="602330" y="220983"/>
                </a:lnTo>
                <a:lnTo>
                  <a:pt x="582331" y="229341"/>
                </a:lnTo>
                <a:lnTo>
                  <a:pt x="562164" y="237767"/>
                </a:lnTo>
                <a:lnTo>
                  <a:pt x="541856" y="246253"/>
                </a:lnTo>
                <a:lnTo>
                  <a:pt x="521438" y="254792"/>
                </a:lnTo>
                <a:lnTo>
                  <a:pt x="500939" y="263375"/>
                </a:lnTo>
                <a:lnTo>
                  <a:pt x="480389" y="271993"/>
                </a:lnTo>
                <a:lnTo>
                  <a:pt x="459818" y="280638"/>
                </a:lnTo>
                <a:lnTo>
                  <a:pt x="439255" y="289303"/>
                </a:lnTo>
                <a:lnTo>
                  <a:pt x="418733" y="297979"/>
                </a:lnTo>
                <a:lnTo>
                  <a:pt x="398280" y="306657"/>
                </a:lnTo>
                <a:lnTo>
                  <a:pt x="377928" y="315329"/>
                </a:lnTo>
                <a:lnTo>
                  <a:pt x="357707" y="323987"/>
                </a:lnTo>
                <a:lnTo>
                  <a:pt x="337649" y="332623"/>
                </a:lnTo>
                <a:lnTo>
                  <a:pt x="317783" y="341227"/>
                </a:lnTo>
                <a:lnTo>
                  <a:pt x="298141" y="349792"/>
                </a:lnTo>
                <a:lnTo>
                  <a:pt x="278754" y="358309"/>
                </a:lnTo>
                <a:lnTo>
                  <a:pt x="259652" y="366770"/>
                </a:lnTo>
                <a:lnTo>
                  <a:pt x="240867" y="375166"/>
                </a:lnTo>
                <a:lnTo>
                  <a:pt x="222430" y="383489"/>
                </a:lnTo>
                <a:lnTo>
                  <a:pt x="204371" y="391731"/>
                </a:lnTo>
                <a:lnTo>
                  <a:pt x="186723" y="399882"/>
                </a:lnTo>
                <a:lnTo>
                  <a:pt x="169515" y="407935"/>
                </a:lnTo>
                <a:lnTo>
                  <a:pt x="152780" y="415881"/>
                </a:lnTo>
                <a:lnTo>
                  <a:pt x="136547" y="423712"/>
                </a:lnTo>
                <a:lnTo>
                  <a:pt x="120849" y="431419"/>
                </a:lnTo>
                <a:lnTo>
                  <a:pt x="105716" y="438994"/>
                </a:lnTo>
                <a:lnTo>
                  <a:pt x="91179" y="446428"/>
                </a:lnTo>
                <a:lnTo>
                  <a:pt x="77269" y="453713"/>
                </a:lnTo>
                <a:lnTo>
                  <a:pt x="64017" y="460841"/>
                </a:lnTo>
                <a:lnTo>
                  <a:pt x="51453" y="467803"/>
                </a:lnTo>
                <a:lnTo>
                  <a:pt x="39608" y="474591"/>
                </a:lnTo>
                <a:lnTo>
                  <a:pt x="28511" y="481197"/>
                </a:lnTo>
                <a:lnTo>
                  <a:pt x="18192" y="487613"/>
                </a:lnTo>
                <a:lnTo>
                  <a:pt x="8679" y="493831"/>
                </a:lnTo>
                <a:lnTo>
                  <a:pt x="0" y="499843"/>
                </a:lnTo>
                <a:lnTo>
                  <a:pt x="10412" y="501641"/>
                </a:lnTo>
                <a:lnTo>
                  <a:pt x="21684" y="503227"/>
                </a:lnTo>
                <a:lnTo>
                  <a:pt x="33783" y="504611"/>
                </a:lnTo>
                <a:lnTo>
                  <a:pt x="46671" y="505802"/>
                </a:lnTo>
                <a:lnTo>
                  <a:pt x="60316" y="506809"/>
                </a:lnTo>
                <a:lnTo>
                  <a:pt x="74685" y="507640"/>
                </a:lnTo>
                <a:lnTo>
                  <a:pt x="89744" y="508306"/>
                </a:lnTo>
                <a:lnTo>
                  <a:pt x="105461" y="508814"/>
                </a:lnTo>
                <a:lnTo>
                  <a:pt x="121804" y="509173"/>
                </a:lnTo>
                <a:lnTo>
                  <a:pt x="138739" y="509393"/>
                </a:lnTo>
                <a:lnTo>
                  <a:pt x="156236" y="509481"/>
                </a:lnTo>
                <a:lnTo>
                  <a:pt x="174260" y="509447"/>
                </a:lnTo>
                <a:lnTo>
                  <a:pt x="192781" y="509299"/>
                </a:lnTo>
                <a:lnTo>
                  <a:pt x="211767" y="509046"/>
                </a:lnTo>
                <a:lnTo>
                  <a:pt x="231184" y="508697"/>
                </a:lnTo>
                <a:lnTo>
                  <a:pt x="251002" y="508260"/>
                </a:lnTo>
                <a:lnTo>
                  <a:pt x="271187" y="507743"/>
                </a:lnTo>
                <a:lnTo>
                  <a:pt x="291708" y="507157"/>
                </a:lnTo>
                <a:lnTo>
                  <a:pt x="312533" y="506508"/>
                </a:lnTo>
                <a:lnTo>
                  <a:pt x="333629" y="505807"/>
                </a:lnTo>
                <a:lnTo>
                  <a:pt x="354964" y="505061"/>
                </a:lnTo>
                <a:lnTo>
                  <a:pt x="376506" y="504280"/>
                </a:lnTo>
                <a:lnTo>
                  <a:pt x="398222" y="503472"/>
                </a:lnTo>
                <a:lnTo>
                  <a:pt x="420081" y="502645"/>
                </a:lnTo>
                <a:lnTo>
                  <a:pt x="442049" y="501809"/>
                </a:lnTo>
                <a:lnTo>
                  <a:pt x="464094" y="500972"/>
                </a:lnTo>
                <a:lnTo>
                  <a:pt x="486185" y="500144"/>
                </a:lnTo>
                <a:lnTo>
                  <a:pt x="508286" y="499332"/>
                </a:lnTo>
                <a:lnTo>
                  <a:pt x="530367" y="498546"/>
                </a:lnTo>
                <a:lnTo>
                  <a:pt x="552394" y="497794"/>
                </a:lnTo>
                <a:lnTo>
                  <a:pt x="574334" y="497085"/>
                </a:lnTo>
                <a:lnTo>
                  <a:pt x="596153" y="496429"/>
                </a:lnTo>
                <a:lnTo>
                  <a:pt x="617818" y="495834"/>
                </a:lnTo>
                <a:lnTo>
                  <a:pt x="639296" y="495309"/>
                </a:lnTo>
                <a:lnTo>
                  <a:pt x="660551" y="494863"/>
                </a:lnTo>
                <a:lnTo>
                  <a:pt x="681550" y="494505"/>
                </a:lnTo>
                <a:lnTo>
                  <a:pt x="702258" y="494245"/>
                </a:lnTo>
                <a:lnTo>
                  <a:pt x="722639" y="494091"/>
                </a:lnTo>
                <a:lnTo>
                  <a:pt x="742657" y="494052"/>
                </a:lnTo>
                <a:lnTo>
                  <a:pt x="762277" y="494139"/>
                </a:lnTo>
                <a:lnTo>
                  <a:pt x="781459" y="494361"/>
                </a:lnTo>
                <a:lnTo>
                  <a:pt x="800166" y="494727"/>
                </a:lnTo>
                <a:lnTo>
                  <a:pt x="818357" y="495246"/>
                </a:lnTo>
                <a:lnTo>
                  <a:pt x="835991" y="495930"/>
                </a:lnTo>
                <a:lnTo>
                  <a:pt x="853243" y="496747"/>
                </a:lnTo>
                <a:lnTo>
                  <a:pt x="869972" y="494520"/>
                </a:lnTo>
                <a:lnTo>
                  <a:pt x="886768" y="492263"/>
                </a:lnTo>
                <a:lnTo>
                  <a:pt x="903415" y="490022"/>
                </a:lnTo>
                <a:lnTo>
                  <a:pt x="919915" y="487798"/>
                </a:lnTo>
                <a:lnTo>
                  <a:pt x="936272" y="485594"/>
                </a:lnTo>
                <a:lnTo>
                  <a:pt x="952488" y="483413"/>
                </a:lnTo>
                <a:lnTo>
                  <a:pt x="968566" y="481257"/>
                </a:lnTo>
                <a:lnTo>
                  <a:pt x="984509" y="479128"/>
                </a:lnTo>
                <a:lnTo>
                  <a:pt x="1000319" y="477029"/>
                </a:lnTo>
                <a:lnTo>
                  <a:pt x="1016000" y="474964"/>
                </a:lnTo>
                <a:lnTo>
                  <a:pt x="1031554" y="472933"/>
                </a:lnTo>
                <a:lnTo>
                  <a:pt x="1046984" y="470939"/>
                </a:lnTo>
                <a:lnTo>
                  <a:pt x="1062293" y="468986"/>
                </a:lnTo>
                <a:lnTo>
                  <a:pt x="1077484" y="467074"/>
                </a:lnTo>
                <a:lnTo>
                  <a:pt x="1092560" y="465207"/>
                </a:lnTo>
                <a:lnTo>
                  <a:pt x="1107524" y="463387"/>
                </a:lnTo>
                <a:lnTo>
                  <a:pt x="1122379" y="461616"/>
                </a:lnTo>
                <a:lnTo>
                  <a:pt x="1137128" y="459896"/>
                </a:lnTo>
                <a:lnTo>
                  <a:pt x="1151774" y="458230"/>
                </a:lnTo>
                <a:lnTo>
                  <a:pt x="1166321" y="456619"/>
                </a:lnTo>
                <a:lnTo>
                  <a:pt x="1180771" y="455066"/>
                </a:lnTo>
                <a:lnTo>
                  <a:pt x="1195127" y="453572"/>
                </a:lnTo>
                <a:lnTo>
                  <a:pt x="1209394" y="452139"/>
                </a:lnTo>
                <a:lnTo>
                  <a:pt x="1223574" y="450771"/>
                </a:lnTo>
                <a:lnTo>
                  <a:pt x="1237671" y="449467"/>
                </a:lnTo>
                <a:lnTo>
                  <a:pt x="1251688" y="448231"/>
                </a:lnTo>
                <a:lnTo>
                  <a:pt x="1265630" y="447064"/>
                </a:lnTo>
                <a:lnTo>
                  <a:pt x="1279499" y="445967"/>
                </a:lnTo>
                <a:lnTo>
                  <a:pt x="1293299" y="444943"/>
                </a:lnTo>
                <a:lnTo>
                  <a:pt x="1307035" y="443994"/>
                </a:lnTo>
                <a:lnTo>
                  <a:pt x="1320710" y="443120"/>
                </a:lnTo>
                <a:lnTo>
                  <a:pt x="1334328" y="442323"/>
                </a:lnTo>
                <a:lnTo>
                  <a:pt x="1347893" y="441605"/>
                </a:lnTo>
                <a:lnTo>
                  <a:pt x="1361410" y="440968"/>
                </a:lnTo>
                <a:lnTo>
                  <a:pt x="1374883" y="440413"/>
                </a:lnTo>
                <a:lnTo>
                  <a:pt x="1388316" y="439941"/>
                </a:lnTo>
                <a:lnTo>
                  <a:pt x="1401714" y="439554"/>
                </a:lnTo>
                <a:lnTo>
                  <a:pt x="1415081" y="439254"/>
                </a:lnTo>
                <a:lnTo>
                  <a:pt x="1428422" y="439041"/>
                </a:lnTo>
                <a:lnTo>
                  <a:pt x="1441742" y="438918"/>
                </a:lnTo>
                <a:lnTo>
                  <a:pt x="1455045" y="438885"/>
                </a:lnTo>
                <a:lnTo>
                  <a:pt x="1468337" y="438945"/>
                </a:lnTo>
                <a:lnTo>
                  <a:pt x="1481623" y="439098"/>
                </a:lnTo>
                <a:lnTo>
                  <a:pt x="1494908" y="439346"/>
                </a:lnTo>
                <a:lnTo>
                  <a:pt x="1508297" y="439687"/>
                </a:lnTo>
                <a:lnTo>
                  <a:pt x="1521819" y="437887"/>
                </a:lnTo>
                <a:lnTo>
                  <a:pt x="1535473" y="436159"/>
                </a:lnTo>
                <a:lnTo>
                  <a:pt x="1549165" y="434506"/>
                </a:lnTo>
                <a:lnTo>
                  <a:pt x="1562892" y="432928"/>
                </a:lnTo>
                <a:lnTo>
                  <a:pt x="1576653" y="431425"/>
                </a:lnTo>
                <a:lnTo>
                  <a:pt x="1590446" y="429996"/>
                </a:lnTo>
                <a:lnTo>
                  <a:pt x="1604268" y="428640"/>
                </a:lnTo>
                <a:lnTo>
                  <a:pt x="1618117" y="427358"/>
                </a:lnTo>
                <a:lnTo>
                  <a:pt x="1631991" y="426150"/>
                </a:lnTo>
                <a:lnTo>
                  <a:pt x="1645888" y="425013"/>
                </a:lnTo>
                <a:lnTo>
                  <a:pt x="1659806" y="423949"/>
                </a:lnTo>
                <a:lnTo>
                  <a:pt x="1673743" y="422957"/>
                </a:lnTo>
                <a:lnTo>
                  <a:pt x="1687697" y="422036"/>
                </a:lnTo>
                <a:lnTo>
                  <a:pt x="1701665" y="421186"/>
                </a:lnTo>
                <a:lnTo>
                  <a:pt x="1715646" y="420407"/>
                </a:lnTo>
                <a:lnTo>
                  <a:pt x="1729638" y="419697"/>
                </a:lnTo>
                <a:lnTo>
                  <a:pt x="1743638" y="419057"/>
                </a:lnTo>
                <a:lnTo>
                  <a:pt x="1757644" y="418486"/>
                </a:lnTo>
                <a:lnTo>
                  <a:pt x="1771656" y="417983"/>
                </a:lnTo>
                <a:lnTo>
                  <a:pt x="1785669" y="417549"/>
                </a:lnTo>
                <a:lnTo>
                  <a:pt x="1799683" y="417182"/>
                </a:lnTo>
                <a:lnTo>
                  <a:pt x="1813696" y="416881"/>
                </a:lnTo>
                <a:lnTo>
                  <a:pt x="1827704" y="416648"/>
                </a:lnTo>
                <a:lnTo>
                  <a:pt x="1841708" y="416480"/>
                </a:lnTo>
                <a:lnTo>
                  <a:pt x="1855704" y="416378"/>
                </a:lnTo>
                <a:lnTo>
                  <a:pt x="1869690" y="416341"/>
                </a:lnTo>
                <a:lnTo>
                  <a:pt x="1883665" y="416368"/>
                </a:lnTo>
                <a:lnTo>
                  <a:pt x="1897626" y="416458"/>
                </a:lnTo>
                <a:lnTo>
                  <a:pt x="1911573" y="416612"/>
                </a:lnTo>
                <a:lnTo>
                  <a:pt x="1925501" y="416829"/>
                </a:lnTo>
                <a:lnTo>
                  <a:pt x="1939411" y="417108"/>
                </a:lnTo>
                <a:lnTo>
                  <a:pt x="1953299" y="417448"/>
                </a:lnTo>
                <a:lnTo>
                  <a:pt x="1967164" y="417849"/>
                </a:lnTo>
                <a:lnTo>
                  <a:pt x="1981004" y="418311"/>
                </a:lnTo>
                <a:lnTo>
                  <a:pt x="1994818" y="418832"/>
                </a:lnTo>
                <a:lnTo>
                  <a:pt x="2008602" y="419413"/>
                </a:lnTo>
                <a:lnTo>
                  <a:pt x="2022355" y="420052"/>
                </a:lnTo>
                <a:lnTo>
                  <a:pt x="2036076" y="420749"/>
                </a:lnTo>
                <a:lnTo>
                  <a:pt x="2049762" y="421504"/>
                </a:lnTo>
                <a:lnTo>
                  <a:pt x="2063412" y="422315"/>
                </a:lnTo>
                <a:lnTo>
                  <a:pt x="2077023" y="423182"/>
                </a:lnTo>
                <a:lnTo>
                  <a:pt x="2090594" y="424106"/>
                </a:lnTo>
                <a:lnTo>
                  <a:pt x="2104123" y="425084"/>
                </a:lnTo>
                <a:lnTo>
                  <a:pt x="2117608" y="426116"/>
                </a:lnTo>
                <a:lnTo>
                  <a:pt x="2130750" y="427147"/>
                </a:lnTo>
                <a:lnTo>
                  <a:pt x="2143880" y="426024"/>
                </a:lnTo>
                <a:lnTo>
                  <a:pt x="2157121" y="425072"/>
                </a:lnTo>
                <a:lnTo>
                  <a:pt x="2170743" y="424340"/>
                </a:lnTo>
                <a:lnTo>
                  <a:pt x="2184709" y="423817"/>
                </a:lnTo>
                <a:lnTo>
                  <a:pt x="2198987" y="423494"/>
                </a:lnTo>
                <a:lnTo>
                  <a:pt x="2213544" y="423361"/>
                </a:lnTo>
                <a:lnTo>
                  <a:pt x="2228351" y="423406"/>
                </a:lnTo>
                <a:lnTo>
                  <a:pt x="2243379" y="423620"/>
                </a:lnTo>
                <a:lnTo>
                  <a:pt x="2258600" y="423991"/>
                </a:lnTo>
                <a:lnTo>
                  <a:pt x="2273989" y="424508"/>
                </a:lnTo>
                <a:lnTo>
                  <a:pt x="2289519" y="425161"/>
                </a:lnTo>
                <a:lnTo>
                  <a:pt x="2305167" y="425938"/>
                </a:lnTo>
                <a:lnTo>
                  <a:pt x="2320909" y="426829"/>
                </a:lnTo>
                <a:lnTo>
                  <a:pt x="2336722" y="427822"/>
                </a:lnTo>
                <a:lnTo>
                  <a:pt x="2352583" y="428906"/>
                </a:lnTo>
                <a:lnTo>
                  <a:pt x="2368470" y="430071"/>
                </a:lnTo>
                <a:lnTo>
                  <a:pt x="2384361" y="431306"/>
                </a:lnTo>
                <a:lnTo>
                  <a:pt x="2400236" y="432599"/>
                </a:lnTo>
                <a:lnTo>
                  <a:pt x="2416073" y="433940"/>
                </a:lnTo>
                <a:lnTo>
                  <a:pt x="2431852" y="435317"/>
                </a:lnTo>
                <a:lnTo>
                  <a:pt x="2447552" y="436720"/>
                </a:lnTo>
                <a:lnTo>
                  <a:pt x="2463154" y="438139"/>
                </a:lnTo>
                <a:lnTo>
                  <a:pt x="2478638" y="439561"/>
                </a:lnTo>
                <a:lnTo>
                  <a:pt x="2493983" y="440976"/>
                </a:lnTo>
                <a:lnTo>
                  <a:pt x="2509171" y="442374"/>
                </a:lnTo>
                <a:lnTo>
                  <a:pt x="2524182" y="443744"/>
                </a:lnTo>
                <a:lnTo>
                  <a:pt x="2538996" y="445074"/>
                </a:lnTo>
                <a:lnTo>
                  <a:pt x="2553596" y="446355"/>
                </a:lnTo>
                <a:lnTo>
                  <a:pt x="2567960" y="447574"/>
                </a:lnTo>
                <a:lnTo>
                  <a:pt x="2582072" y="448722"/>
                </a:lnTo>
                <a:lnTo>
                  <a:pt x="2595910" y="449788"/>
                </a:lnTo>
                <a:lnTo>
                  <a:pt x="2609457" y="450760"/>
                </a:lnTo>
                <a:lnTo>
                  <a:pt x="2622693" y="451629"/>
                </a:lnTo>
                <a:lnTo>
                  <a:pt x="2635600" y="452382"/>
                </a:lnTo>
                <a:lnTo>
                  <a:pt x="2648157" y="453009"/>
                </a:lnTo>
                <a:lnTo>
                  <a:pt x="2660345" y="453500"/>
                </a:lnTo>
                <a:lnTo>
                  <a:pt x="2672146" y="453842"/>
                </a:lnTo>
                <a:lnTo>
                  <a:pt x="2683538" y="454025"/>
                </a:lnTo>
                <a:lnTo>
                  <a:pt x="2694501" y="454037"/>
                </a:lnTo>
                <a:lnTo>
                  <a:pt x="2705015" y="453867"/>
                </a:lnTo>
                <a:lnTo>
                  <a:pt x="2715056" y="453502"/>
                </a:lnTo>
                <a:lnTo>
                  <a:pt x="2724603" y="452930"/>
                </a:lnTo>
                <a:lnTo>
                  <a:pt x="2733628" y="452139"/>
                </a:lnTo>
                <a:lnTo>
                  <a:pt x="2742104" y="451115"/>
                </a:lnTo>
                <a:lnTo>
                  <a:pt x="2750000" y="449843"/>
                </a:lnTo>
                <a:lnTo>
                  <a:pt x="2744242" y="444333"/>
                </a:lnTo>
                <a:close/>
              </a:path>
            </a:pathLst>
          </a:custGeom>
          <a:solidFill>
            <a:srgbClr val="E1E1E1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1012" name="PANEL_D-lake-ascent-air-region-0_1350">
            <a:extLst>
              <a:ext uri="{FF2B5EF4-FFF2-40B4-BE49-F238E27FC236}">
                <a16:creationId xmlns:a16="http://schemas.microsoft.com/office/drawing/2014/main" id="{ACB01E90-2DB3-49CD-A954-7127FE3BF547}"/>
              </a:ext>
            </a:extLst>
          </p:cNvPr>
          <p:cNvSpPr>
            <a:spLocks/>
          </p:cNvSpPr>
          <p:nvPr/>
        </p:nvSpPr>
        <p:spPr>
          <a:xfrm>
            <a:off x="14497050" y="4057650"/>
            <a:ext cx="842188" cy="1552575"/>
          </a:xfrm>
          <a:custGeom>
            <a:pathLst>
              <a:path w="884187" h="1630000">
                <a:moveTo>
                  <a:pt x="6781" y="1627024"/>
                </a:moveTo>
                <a:lnTo>
                  <a:pt x="14013" y="1623661"/>
                </a:lnTo>
                <a:lnTo>
                  <a:pt x="21683" y="1619919"/>
                </a:lnTo>
                <a:lnTo>
                  <a:pt x="29777" y="1615809"/>
                </a:lnTo>
                <a:lnTo>
                  <a:pt x="38278" y="1611342"/>
                </a:lnTo>
                <a:lnTo>
                  <a:pt x="47171" y="1606529"/>
                </a:lnTo>
                <a:lnTo>
                  <a:pt x="56439" y="1601382"/>
                </a:lnTo>
                <a:lnTo>
                  <a:pt x="66064" y="1595915"/>
                </a:lnTo>
                <a:lnTo>
                  <a:pt x="76028" y="1590141"/>
                </a:lnTo>
                <a:lnTo>
                  <a:pt x="86315" y="1584071"/>
                </a:lnTo>
                <a:lnTo>
                  <a:pt x="96907" y="1577721"/>
                </a:lnTo>
                <a:lnTo>
                  <a:pt x="107785" y="1571103"/>
                </a:lnTo>
                <a:lnTo>
                  <a:pt x="118931" y="1564230"/>
                </a:lnTo>
                <a:lnTo>
                  <a:pt x="130329" y="1557116"/>
                </a:lnTo>
                <a:lnTo>
                  <a:pt x="141958" y="1549775"/>
                </a:lnTo>
                <a:lnTo>
                  <a:pt x="153802" y="1542220"/>
                </a:lnTo>
                <a:lnTo>
                  <a:pt x="165843" y="1534463"/>
                </a:lnTo>
                <a:lnTo>
                  <a:pt x="178062" y="1526520"/>
                </a:lnTo>
                <a:lnTo>
                  <a:pt x="190442" y="1518402"/>
                </a:lnTo>
                <a:lnTo>
                  <a:pt x="202964" y="1510124"/>
                </a:lnTo>
                <a:lnTo>
                  <a:pt x="215611" y="1501698"/>
                </a:lnTo>
                <a:lnTo>
                  <a:pt x="228365" y="1493139"/>
                </a:lnTo>
                <a:lnTo>
                  <a:pt x="241208" y="1484458"/>
                </a:lnTo>
                <a:lnTo>
                  <a:pt x="254122" y="1475669"/>
                </a:lnTo>
                <a:lnTo>
                  <a:pt x="267090" y="1466785"/>
                </a:lnTo>
                <a:lnTo>
                  <a:pt x="280094" y="1457819"/>
                </a:lnTo>
                <a:lnTo>
                  <a:pt x="293117" y="1448783"/>
                </a:lnTo>
                <a:lnTo>
                  <a:pt x="306141" y="1439690"/>
                </a:lnTo>
                <a:lnTo>
                  <a:pt x="319150" y="1430552"/>
                </a:lnTo>
                <a:lnTo>
                  <a:pt x="332126" y="1421381"/>
                </a:lnTo>
                <a:lnTo>
                  <a:pt x="345053" y="1412190"/>
                </a:lnTo>
                <a:lnTo>
                  <a:pt x="357914" y="1402989"/>
                </a:lnTo>
                <a:lnTo>
                  <a:pt x="370692" y="1393790"/>
                </a:lnTo>
                <a:lnTo>
                  <a:pt x="383373" y="1384603"/>
                </a:lnTo>
                <a:lnTo>
                  <a:pt x="395939" y="1375440"/>
                </a:lnTo>
                <a:lnTo>
                  <a:pt x="408377" y="1366309"/>
                </a:lnTo>
                <a:lnTo>
                  <a:pt x="420670" y="1357219"/>
                </a:lnTo>
                <a:lnTo>
                  <a:pt x="432805" y="1348179"/>
                </a:lnTo>
                <a:lnTo>
                  <a:pt x="444768" y="1339196"/>
                </a:lnTo>
                <a:lnTo>
                  <a:pt x="456547" y="1330277"/>
                </a:lnTo>
                <a:lnTo>
                  <a:pt x="468128" y="1321424"/>
                </a:lnTo>
                <a:lnTo>
                  <a:pt x="479502" y="1312642"/>
                </a:lnTo>
                <a:lnTo>
                  <a:pt x="490658" y="1303930"/>
                </a:lnTo>
                <a:lnTo>
                  <a:pt x="501587" y="1295287"/>
                </a:lnTo>
                <a:lnTo>
                  <a:pt x="512115" y="1286908"/>
                </a:lnTo>
                <a:lnTo>
                  <a:pt x="520637" y="1277675"/>
                </a:lnTo>
                <a:lnTo>
                  <a:pt x="528971" y="1268619"/>
                </a:lnTo>
                <a:lnTo>
                  <a:pt x="537277" y="1259542"/>
                </a:lnTo>
                <a:lnTo>
                  <a:pt x="545555" y="1250445"/>
                </a:lnTo>
                <a:lnTo>
                  <a:pt x="553800" y="1241327"/>
                </a:lnTo>
                <a:lnTo>
                  <a:pt x="562011" y="1232188"/>
                </a:lnTo>
                <a:lnTo>
                  <a:pt x="570186" y="1223029"/>
                </a:lnTo>
                <a:lnTo>
                  <a:pt x="578321" y="1213850"/>
                </a:lnTo>
                <a:lnTo>
                  <a:pt x="586416" y="1204649"/>
                </a:lnTo>
                <a:lnTo>
                  <a:pt x="594467" y="1195429"/>
                </a:lnTo>
                <a:lnTo>
                  <a:pt x="602471" y="1186187"/>
                </a:lnTo>
                <a:lnTo>
                  <a:pt x="610428" y="1176925"/>
                </a:lnTo>
                <a:lnTo>
                  <a:pt x="618333" y="1167641"/>
                </a:lnTo>
                <a:lnTo>
                  <a:pt x="626186" y="1158336"/>
                </a:lnTo>
                <a:lnTo>
                  <a:pt x="633983" y="1149009"/>
                </a:lnTo>
                <a:lnTo>
                  <a:pt x="641722" y="1139660"/>
                </a:lnTo>
                <a:lnTo>
                  <a:pt x="649400" y="1130288"/>
                </a:lnTo>
                <a:lnTo>
                  <a:pt x="657017" y="1120893"/>
                </a:lnTo>
                <a:lnTo>
                  <a:pt x="664568" y="1111475"/>
                </a:lnTo>
                <a:lnTo>
                  <a:pt x="672051" y="1102032"/>
                </a:lnTo>
                <a:lnTo>
                  <a:pt x="679465" y="1092565"/>
                </a:lnTo>
                <a:lnTo>
                  <a:pt x="686807" y="1083072"/>
                </a:lnTo>
                <a:lnTo>
                  <a:pt x="694074" y="1073553"/>
                </a:lnTo>
                <a:lnTo>
                  <a:pt x="701264" y="1064007"/>
                </a:lnTo>
                <a:lnTo>
                  <a:pt x="708374" y="1054433"/>
                </a:lnTo>
                <a:lnTo>
                  <a:pt x="715403" y="1044829"/>
                </a:lnTo>
                <a:lnTo>
                  <a:pt x="722346" y="1035195"/>
                </a:lnTo>
                <a:lnTo>
                  <a:pt x="729203" y="1025530"/>
                </a:lnTo>
                <a:lnTo>
                  <a:pt x="735969" y="1015832"/>
                </a:lnTo>
                <a:lnTo>
                  <a:pt x="742644" y="1006100"/>
                </a:lnTo>
                <a:lnTo>
                  <a:pt x="749223" y="996332"/>
                </a:lnTo>
                <a:lnTo>
                  <a:pt x="755704" y="986527"/>
                </a:lnTo>
                <a:lnTo>
                  <a:pt x="762085" y="976684"/>
                </a:lnTo>
                <a:lnTo>
                  <a:pt x="768362" y="966800"/>
                </a:lnTo>
                <a:lnTo>
                  <a:pt x="774532" y="956873"/>
                </a:lnTo>
                <a:lnTo>
                  <a:pt x="780593" y="946903"/>
                </a:lnTo>
                <a:lnTo>
                  <a:pt x="786541" y="936885"/>
                </a:lnTo>
                <a:lnTo>
                  <a:pt x="792373" y="926819"/>
                </a:lnTo>
                <a:lnTo>
                  <a:pt x="798085" y="916702"/>
                </a:lnTo>
                <a:lnTo>
                  <a:pt x="803674" y="906532"/>
                </a:lnTo>
                <a:lnTo>
                  <a:pt x="809136" y="896305"/>
                </a:lnTo>
                <a:lnTo>
                  <a:pt x="814468" y="886021"/>
                </a:lnTo>
                <a:lnTo>
                  <a:pt x="819665" y="875674"/>
                </a:lnTo>
                <a:lnTo>
                  <a:pt x="824722" y="865264"/>
                </a:lnTo>
                <a:lnTo>
                  <a:pt x="829582" y="854926"/>
                </a:lnTo>
                <a:lnTo>
                  <a:pt x="833371" y="844507"/>
                </a:lnTo>
                <a:lnTo>
                  <a:pt x="836979" y="834236"/>
                </a:lnTo>
                <a:lnTo>
                  <a:pt x="840459" y="823979"/>
                </a:lnTo>
                <a:lnTo>
                  <a:pt x="843809" y="813733"/>
                </a:lnTo>
                <a:lnTo>
                  <a:pt x="847029" y="803498"/>
                </a:lnTo>
                <a:lnTo>
                  <a:pt x="850119" y="793271"/>
                </a:lnTo>
                <a:lnTo>
                  <a:pt x="853077" y="783052"/>
                </a:lnTo>
                <a:lnTo>
                  <a:pt x="855903" y="772840"/>
                </a:lnTo>
                <a:lnTo>
                  <a:pt x="858596" y="762634"/>
                </a:lnTo>
                <a:lnTo>
                  <a:pt x="861157" y="752432"/>
                </a:lnTo>
                <a:lnTo>
                  <a:pt x="863583" y="742235"/>
                </a:lnTo>
                <a:lnTo>
                  <a:pt x="865875" y="732041"/>
                </a:lnTo>
                <a:lnTo>
                  <a:pt x="868033" y="721851"/>
                </a:lnTo>
                <a:lnTo>
                  <a:pt x="870055" y="711664"/>
                </a:lnTo>
                <a:lnTo>
                  <a:pt x="871942" y="701480"/>
                </a:lnTo>
                <a:lnTo>
                  <a:pt x="873693" y="691299"/>
                </a:lnTo>
                <a:lnTo>
                  <a:pt x="875308" y="681121"/>
                </a:lnTo>
                <a:lnTo>
                  <a:pt x="876787" y="670945"/>
                </a:lnTo>
                <a:lnTo>
                  <a:pt x="878131" y="660773"/>
                </a:lnTo>
                <a:lnTo>
                  <a:pt x="879338" y="650604"/>
                </a:lnTo>
                <a:lnTo>
                  <a:pt x="880410" y="640439"/>
                </a:lnTo>
                <a:lnTo>
                  <a:pt x="881348" y="630278"/>
                </a:lnTo>
                <a:lnTo>
                  <a:pt x="882150" y="620121"/>
                </a:lnTo>
                <a:lnTo>
                  <a:pt x="882819" y="609968"/>
                </a:lnTo>
                <a:lnTo>
                  <a:pt x="883355" y="599820"/>
                </a:lnTo>
                <a:lnTo>
                  <a:pt x="883758" y="589677"/>
                </a:lnTo>
                <a:lnTo>
                  <a:pt x="884031" y="579539"/>
                </a:lnTo>
                <a:lnTo>
                  <a:pt x="884173" y="569407"/>
                </a:lnTo>
                <a:lnTo>
                  <a:pt x="884187" y="559279"/>
                </a:lnTo>
                <a:lnTo>
                  <a:pt x="884073" y="549157"/>
                </a:lnTo>
                <a:lnTo>
                  <a:pt x="883833" y="539041"/>
                </a:lnTo>
                <a:lnTo>
                  <a:pt x="883468" y="528928"/>
                </a:lnTo>
                <a:lnTo>
                  <a:pt x="882981" y="518821"/>
                </a:lnTo>
                <a:lnTo>
                  <a:pt x="882372" y="508717"/>
                </a:lnTo>
                <a:lnTo>
                  <a:pt x="881644" y="498617"/>
                </a:lnTo>
                <a:lnTo>
                  <a:pt x="880798" y="488518"/>
                </a:lnTo>
                <a:lnTo>
                  <a:pt x="879836" y="478422"/>
                </a:lnTo>
                <a:lnTo>
                  <a:pt x="878760" y="468326"/>
                </a:lnTo>
                <a:lnTo>
                  <a:pt x="877571" y="458229"/>
                </a:lnTo>
                <a:lnTo>
                  <a:pt x="876273" y="448130"/>
                </a:lnTo>
                <a:lnTo>
                  <a:pt x="874865" y="438028"/>
                </a:lnTo>
                <a:lnTo>
                  <a:pt x="873351" y="427920"/>
                </a:lnTo>
                <a:lnTo>
                  <a:pt x="871733" y="417805"/>
                </a:lnTo>
                <a:lnTo>
                  <a:pt x="870011" y="407682"/>
                </a:lnTo>
                <a:lnTo>
                  <a:pt x="868087" y="396933"/>
                </a:lnTo>
                <a:lnTo>
                  <a:pt x="862912" y="385530"/>
                </a:lnTo>
                <a:lnTo>
                  <a:pt x="857363" y="373765"/>
                </a:lnTo>
                <a:lnTo>
                  <a:pt x="851572" y="362224"/>
                </a:lnTo>
                <a:lnTo>
                  <a:pt x="845562" y="350866"/>
                </a:lnTo>
                <a:lnTo>
                  <a:pt x="839351" y="339657"/>
                </a:lnTo>
                <a:lnTo>
                  <a:pt x="832954" y="328572"/>
                </a:lnTo>
                <a:lnTo>
                  <a:pt x="826387" y="317591"/>
                </a:lnTo>
                <a:lnTo>
                  <a:pt x="819662" y="306697"/>
                </a:lnTo>
                <a:lnTo>
                  <a:pt x="812791" y="295882"/>
                </a:lnTo>
                <a:lnTo>
                  <a:pt x="805785" y="285137"/>
                </a:lnTo>
                <a:lnTo>
                  <a:pt x="798655" y="274457"/>
                </a:lnTo>
                <a:lnTo>
                  <a:pt x="791412" y="263842"/>
                </a:lnTo>
                <a:lnTo>
                  <a:pt x="784067" y="253292"/>
                </a:lnTo>
                <a:lnTo>
                  <a:pt x="776629" y="242809"/>
                </a:lnTo>
                <a:lnTo>
                  <a:pt x="769111" y="232397"/>
                </a:lnTo>
                <a:lnTo>
                  <a:pt x="761521" y="222060"/>
                </a:lnTo>
                <a:lnTo>
                  <a:pt x="753871" y="211806"/>
                </a:lnTo>
                <a:lnTo>
                  <a:pt x="746172" y="201641"/>
                </a:lnTo>
                <a:lnTo>
                  <a:pt x="738435" y="191573"/>
                </a:lnTo>
                <a:lnTo>
                  <a:pt x="730669" y="181612"/>
                </a:lnTo>
                <a:lnTo>
                  <a:pt x="722886" y="171767"/>
                </a:lnTo>
                <a:lnTo>
                  <a:pt x="715098" y="162047"/>
                </a:lnTo>
                <a:lnTo>
                  <a:pt x="707315" y="152464"/>
                </a:lnTo>
                <a:lnTo>
                  <a:pt x="699547" y="143029"/>
                </a:lnTo>
                <a:lnTo>
                  <a:pt x="691808" y="133752"/>
                </a:lnTo>
                <a:lnTo>
                  <a:pt x="684107" y="124646"/>
                </a:lnTo>
                <a:lnTo>
                  <a:pt x="676456" y="115721"/>
                </a:lnTo>
                <a:lnTo>
                  <a:pt x="668866" y="106991"/>
                </a:lnTo>
                <a:lnTo>
                  <a:pt x="661350" y="98468"/>
                </a:lnTo>
                <a:lnTo>
                  <a:pt x="653917" y="90163"/>
                </a:lnTo>
                <a:lnTo>
                  <a:pt x="646579" y="82090"/>
                </a:lnTo>
                <a:lnTo>
                  <a:pt x="639349" y="74261"/>
                </a:lnTo>
                <a:lnTo>
                  <a:pt x="632236" y="66689"/>
                </a:lnTo>
                <a:lnTo>
                  <a:pt x="625253" y="59386"/>
                </a:lnTo>
                <a:lnTo>
                  <a:pt x="618410" y="52364"/>
                </a:lnTo>
                <a:lnTo>
                  <a:pt x="611719" y="45636"/>
                </a:lnTo>
                <a:lnTo>
                  <a:pt x="605191" y="39214"/>
                </a:lnTo>
                <a:lnTo>
                  <a:pt x="598835" y="33110"/>
                </a:lnTo>
                <a:lnTo>
                  <a:pt x="592664" y="27334"/>
                </a:lnTo>
                <a:lnTo>
                  <a:pt x="586686" y="21896"/>
                </a:lnTo>
                <a:lnTo>
                  <a:pt x="580912" y="16805"/>
                </a:lnTo>
                <a:lnTo>
                  <a:pt x="575349" y="12069"/>
                </a:lnTo>
                <a:lnTo>
                  <a:pt x="570006" y="7691"/>
                </a:lnTo>
                <a:lnTo>
                  <a:pt x="564888" y="3670"/>
                </a:lnTo>
                <a:lnTo>
                  <a:pt x="560000" y="0"/>
                </a:lnTo>
                <a:lnTo>
                  <a:pt x="559157" y="6093"/>
                </a:lnTo>
                <a:lnTo>
                  <a:pt x="558603" y="12674"/>
                </a:lnTo>
                <a:lnTo>
                  <a:pt x="558316" y="19706"/>
                </a:lnTo>
                <a:lnTo>
                  <a:pt x="558278" y="27158"/>
                </a:lnTo>
                <a:lnTo>
                  <a:pt x="558471" y="35004"/>
                </a:lnTo>
                <a:lnTo>
                  <a:pt x="558880" y="43221"/>
                </a:lnTo>
                <a:lnTo>
                  <a:pt x="559487" y="51786"/>
                </a:lnTo>
                <a:lnTo>
                  <a:pt x="560279" y="60680"/>
                </a:lnTo>
                <a:lnTo>
                  <a:pt x="561241" y="69884"/>
                </a:lnTo>
                <a:lnTo>
                  <a:pt x="562358" y="79378"/>
                </a:lnTo>
                <a:lnTo>
                  <a:pt x="563617" y="89145"/>
                </a:lnTo>
                <a:lnTo>
                  <a:pt x="565002" y="99166"/>
                </a:lnTo>
                <a:lnTo>
                  <a:pt x="566502" y="109424"/>
                </a:lnTo>
                <a:lnTo>
                  <a:pt x="568101" y="119900"/>
                </a:lnTo>
                <a:lnTo>
                  <a:pt x="569787" y="130577"/>
                </a:lnTo>
                <a:lnTo>
                  <a:pt x="571545" y="141438"/>
                </a:lnTo>
                <a:lnTo>
                  <a:pt x="573362" y="152465"/>
                </a:lnTo>
                <a:lnTo>
                  <a:pt x="575224" y="163639"/>
                </a:lnTo>
                <a:lnTo>
                  <a:pt x="577117" y="174942"/>
                </a:lnTo>
                <a:lnTo>
                  <a:pt x="579029" y="186358"/>
                </a:lnTo>
                <a:lnTo>
                  <a:pt x="580944" y="197866"/>
                </a:lnTo>
                <a:lnTo>
                  <a:pt x="582850" y="209448"/>
                </a:lnTo>
                <a:lnTo>
                  <a:pt x="584732" y="221087"/>
                </a:lnTo>
                <a:lnTo>
                  <a:pt x="586577" y="232761"/>
                </a:lnTo>
                <a:lnTo>
                  <a:pt x="588371" y="244451"/>
                </a:lnTo>
                <a:lnTo>
                  <a:pt x="590099" y="256138"/>
                </a:lnTo>
                <a:lnTo>
                  <a:pt x="591748" y="267799"/>
                </a:lnTo>
                <a:lnTo>
                  <a:pt x="593303" y="279415"/>
                </a:lnTo>
                <a:lnTo>
                  <a:pt x="594750" y="290962"/>
                </a:lnTo>
                <a:lnTo>
                  <a:pt x="596075" y="302418"/>
                </a:lnTo>
                <a:lnTo>
                  <a:pt x="597263" y="313759"/>
                </a:lnTo>
                <a:lnTo>
                  <a:pt x="598300" y="324959"/>
                </a:lnTo>
                <a:lnTo>
                  <a:pt x="599172" y="335992"/>
                </a:lnTo>
                <a:lnTo>
                  <a:pt x="599863" y="346829"/>
                </a:lnTo>
                <a:lnTo>
                  <a:pt x="600361" y="357442"/>
                </a:lnTo>
                <a:lnTo>
                  <a:pt x="600649" y="367798"/>
                </a:lnTo>
                <a:lnTo>
                  <a:pt x="600715" y="377863"/>
                </a:lnTo>
                <a:lnTo>
                  <a:pt x="600544" y="387598"/>
                </a:lnTo>
                <a:lnTo>
                  <a:pt x="600124" y="396963"/>
                </a:lnTo>
                <a:lnTo>
                  <a:pt x="599442" y="405912"/>
                </a:lnTo>
                <a:lnTo>
                  <a:pt x="598488" y="414395"/>
                </a:lnTo>
                <a:lnTo>
                  <a:pt x="597251" y="422356"/>
                </a:lnTo>
                <a:lnTo>
                  <a:pt x="595727" y="429732"/>
                </a:lnTo>
                <a:lnTo>
                  <a:pt x="593912" y="436451"/>
                </a:lnTo>
                <a:lnTo>
                  <a:pt x="591913" y="443067"/>
                </a:lnTo>
                <a:lnTo>
                  <a:pt x="592784" y="450043"/>
                </a:lnTo>
                <a:lnTo>
                  <a:pt x="593668" y="457539"/>
                </a:lnTo>
                <a:lnTo>
                  <a:pt x="594465" y="464945"/>
                </a:lnTo>
                <a:lnTo>
                  <a:pt x="595175" y="472263"/>
                </a:lnTo>
                <a:lnTo>
                  <a:pt x="595799" y="479497"/>
                </a:lnTo>
                <a:lnTo>
                  <a:pt x="596337" y="486648"/>
                </a:lnTo>
                <a:lnTo>
                  <a:pt x="596790" y="493720"/>
                </a:lnTo>
                <a:lnTo>
                  <a:pt x="597158" y="500717"/>
                </a:lnTo>
                <a:lnTo>
                  <a:pt x="597442" y="507642"/>
                </a:lnTo>
                <a:lnTo>
                  <a:pt x="597643" y="514497"/>
                </a:lnTo>
                <a:lnTo>
                  <a:pt x="597761" y="521288"/>
                </a:lnTo>
                <a:lnTo>
                  <a:pt x="597796" y="528018"/>
                </a:lnTo>
                <a:lnTo>
                  <a:pt x="597748" y="534690"/>
                </a:lnTo>
                <a:lnTo>
                  <a:pt x="597619" y="541309"/>
                </a:lnTo>
                <a:lnTo>
                  <a:pt x="597409" y="547880"/>
                </a:lnTo>
                <a:lnTo>
                  <a:pt x="597117" y="554405"/>
                </a:lnTo>
                <a:lnTo>
                  <a:pt x="596744" y="560891"/>
                </a:lnTo>
                <a:lnTo>
                  <a:pt x="596289" y="567341"/>
                </a:lnTo>
                <a:lnTo>
                  <a:pt x="595753" y="573760"/>
                </a:lnTo>
                <a:lnTo>
                  <a:pt x="595136" y="580153"/>
                </a:lnTo>
                <a:lnTo>
                  <a:pt x="594437" y="586524"/>
                </a:lnTo>
                <a:lnTo>
                  <a:pt x="593656" y="592879"/>
                </a:lnTo>
                <a:lnTo>
                  <a:pt x="592792" y="599222"/>
                </a:lnTo>
                <a:lnTo>
                  <a:pt x="591844" y="605558"/>
                </a:lnTo>
                <a:lnTo>
                  <a:pt x="590813" y="611892"/>
                </a:lnTo>
                <a:lnTo>
                  <a:pt x="589696" y="618230"/>
                </a:lnTo>
                <a:lnTo>
                  <a:pt x="588493" y="624575"/>
                </a:lnTo>
                <a:lnTo>
                  <a:pt x="587202" y="630932"/>
                </a:lnTo>
                <a:lnTo>
                  <a:pt x="585823" y="637308"/>
                </a:lnTo>
                <a:lnTo>
                  <a:pt x="584355" y="643705"/>
                </a:lnTo>
                <a:lnTo>
                  <a:pt x="582794" y="650129"/>
                </a:lnTo>
                <a:lnTo>
                  <a:pt x="581141" y="656584"/>
                </a:lnTo>
                <a:lnTo>
                  <a:pt x="579393" y="663076"/>
                </a:lnTo>
                <a:lnTo>
                  <a:pt x="577549" y="669607"/>
                </a:lnTo>
                <a:lnTo>
                  <a:pt x="575606" y="676182"/>
                </a:lnTo>
                <a:lnTo>
                  <a:pt x="573564" y="682806"/>
                </a:lnTo>
                <a:lnTo>
                  <a:pt x="571419" y="689483"/>
                </a:lnTo>
                <a:lnTo>
                  <a:pt x="569171" y="696215"/>
                </a:lnTo>
                <a:lnTo>
                  <a:pt x="566818" y="703007"/>
                </a:lnTo>
                <a:lnTo>
                  <a:pt x="564356" y="709863"/>
                </a:lnTo>
                <a:lnTo>
                  <a:pt x="561785" y="716785"/>
                </a:lnTo>
                <a:lnTo>
                  <a:pt x="559102" y="723778"/>
                </a:lnTo>
                <a:lnTo>
                  <a:pt x="556306" y="730844"/>
                </a:lnTo>
                <a:lnTo>
                  <a:pt x="553395" y="737986"/>
                </a:lnTo>
                <a:lnTo>
                  <a:pt x="550418" y="745074"/>
                </a:lnTo>
                <a:lnTo>
                  <a:pt x="548237" y="752316"/>
                </a:lnTo>
                <a:lnTo>
                  <a:pt x="545952" y="759534"/>
                </a:lnTo>
                <a:lnTo>
                  <a:pt x="543511" y="766862"/>
                </a:lnTo>
                <a:lnTo>
                  <a:pt x="540915" y="774298"/>
                </a:lnTo>
                <a:lnTo>
                  <a:pt x="538164" y="781836"/>
                </a:lnTo>
                <a:lnTo>
                  <a:pt x="535260" y="789473"/>
                </a:lnTo>
                <a:lnTo>
                  <a:pt x="532205" y="797204"/>
                </a:lnTo>
                <a:lnTo>
                  <a:pt x="529000" y="805027"/>
                </a:lnTo>
                <a:lnTo>
                  <a:pt x="525647" y="812937"/>
                </a:lnTo>
                <a:lnTo>
                  <a:pt x="522148" y="820932"/>
                </a:lnTo>
                <a:lnTo>
                  <a:pt x="518506" y="829007"/>
                </a:lnTo>
                <a:lnTo>
                  <a:pt x="514721" y="837159"/>
                </a:lnTo>
                <a:lnTo>
                  <a:pt x="510797" y="845385"/>
                </a:lnTo>
                <a:lnTo>
                  <a:pt x="506737" y="853683"/>
                </a:lnTo>
                <a:lnTo>
                  <a:pt x="502541" y="862048"/>
                </a:lnTo>
                <a:lnTo>
                  <a:pt x="498214" y="870479"/>
                </a:lnTo>
                <a:lnTo>
                  <a:pt x="493757" y="878972"/>
                </a:lnTo>
                <a:lnTo>
                  <a:pt x="489174" y="887525"/>
                </a:lnTo>
                <a:lnTo>
                  <a:pt x="484466" y="896135"/>
                </a:lnTo>
                <a:lnTo>
                  <a:pt x="479637" y="904799"/>
                </a:lnTo>
                <a:lnTo>
                  <a:pt x="474689" y="913516"/>
                </a:lnTo>
                <a:lnTo>
                  <a:pt x="469625" y="922283"/>
                </a:lnTo>
                <a:lnTo>
                  <a:pt x="464447" y="931097"/>
                </a:lnTo>
                <a:lnTo>
                  <a:pt x="459160" y="939956"/>
                </a:lnTo>
                <a:lnTo>
                  <a:pt x="453765" y="948859"/>
                </a:lnTo>
                <a:lnTo>
                  <a:pt x="448265" y="957803"/>
                </a:lnTo>
                <a:lnTo>
                  <a:pt x="442663" y="966787"/>
                </a:lnTo>
                <a:lnTo>
                  <a:pt x="436963" y="975808"/>
                </a:lnTo>
                <a:lnTo>
                  <a:pt x="431166" y="984864"/>
                </a:lnTo>
                <a:lnTo>
                  <a:pt x="425277" y="993954"/>
                </a:lnTo>
                <a:lnTo>
                  <a:pt x="419297" y="1003076"/>
                </a:lnTo>
                <a:lnTo>
                  <a:pt x="413229" y="1012229"/>
                </a:lnTo>
                <a:lnTo>
                  <a:pt x="407078" y="1021410"/>
                </a:lnTo>
                <a:lnTo>
                  <a:pt x="400844" y="1030619"/>
                </a:lnTo>
                <a:lnTo>
                  <a:pt x="394532" y="1039853"/>
                </a:lnTo>
                <a:lnTo>
                  <a:pt x="388144" y="1049111"/>
                </a:lnTo>
                <a:lnTo>
                  <a:pt x="381683" y="1058391"/>
                </a:lnTo>
                <a:lnTo>
                  <a:pt x="375153" y="1067693"/>
                </a:lnTo>
                <a:lnTo>
                  <a:pt x="368555" y="1077015"/>
                </a:lnTo>
                <a:lnTo>
                  <a:pt x="361893" y="1086355"/>
                </a:lnTo>
                <a:lnTo>
                  <a:pt x="355170" y="1095713"/>
                </a:lnTo>
                <a:lnTo>
                  <a:pt x="348388" y="1105086"/>
                </a:lnTo>
                <a:lnTo>
                  <a:pt x="341550" y="1114474"/>
                </a:lnTo>
                <a:lnTo>
                  <a:pt x="334660" y="1123876"/>
                </a:lnTo>
                <a:lnTo>
                  <a:pt x="327885" y="1133092"/>
                </a:lnTo>
                <a:lnTo>
                  <a:pt x="322730" y="1143370"/>
                </a:lnTo>
                <a:lnTo>
                  <a:pt x="317304" y="1153790"/>
                </a:lnTo>
                <a:lnTo>
                  <a:pt x="311467" y="1164519"/>
                </a:lnTo>
                <a:lnTo>
                  <a:pt x="305250" y="1175528"/>
                </a:lnTo>
                <a:lnTo>
                  <a:pt x="298680" y="1186788"/>
                </a:lnTo>
                <a:lnTo>
                  <a:pt x="291783" y="1198273"/>
                </a:lnTo>
                <a:lnTo>
                  <a:pt x="284585" y="1209960"/>
                </a:lnTo>
                <a:lnTo>
                  <a:pt x="277110" y="1221827"/>
                </a:lnTo>
                <a:lnTo>
                  <a:pt x="269383" y="1233851"/>
                </a:lnTo>
                <a:lnTo>
                  <a:pt x="261427" y="1246014"/>
                </a:lnTo>
                <a:lnTo>
                  <a:pt x="253264" y="1258296"/>
                </a:lnTo>
                <a:lnTo>
                  <a:pt x="244917" y="1270678"/>
                </a:lnTo>
                <a:lnTo>
                  <a:pt x="236407" y="1283143"/>
                </a:lnTo>
                <a:lnTo>
                  <a:pt x="227756" y="1295672"/>
                </a:lnTo>
                <a:lnTo>
                  <a:pt x="218985" y="1308248"/>
                </a:lnTo>
                <a:lnTo>
                  <a:pt x="210116" y="1320856"/>
                </a:lnTo>
                <a:lnTo>
                  <a:pt x="201168" y="1333477"/>
                </a:lnTo>
                <a:lnTo>
                  <a:pt x="192163" y="1346097"/>
                </a:lnTo>
                <a:lnTo>
                  <a:pt x="183121" y="1358699"/>
                </a:lnTo>
                <a:lnTo>
                  <a:pt x="174062" y="1371267"/>
                </a:lnTo>
                <a:lnTo>
                  <a:pt x="165007" y="1383786"/>
                </a:lnTo>
                <a:lnTo>
                  <a:pt x="155975" y="1396240"/>
                </a:lnTo>
                <a:lnTo>
                  <a:pt x="146986" y="1408613"/>
                </a:lnTo>
                <a:lnTo>
                  <a:pt x="138060" y="1420891"/>
                </a:lnTo>
                <a:lnTo>
                  <a:pt x="129217" y="1433059"/>
                </a:lnTo>
                <a:lnTo>
                  <a:pt x="120476" y="1445100"/>
                </a:lnTo>
                <a:lnTo>
                  <a:pt x="111858" y="1457000"/>
                </a:lnTo>
                <a:lnTo>
                  <a:pt x="103381" y="1468745"/>
                </a:lnTo>
                <a:lnTo>
                  <a:pt x="95065" y="1480318"/>
                </a:lnTo>
                <a:lnTo>
                  <a:pt x="86931" y="1491706"/>
                </a:lnTo>
                <a:lnTo>
                  <a:pt x="78996" y="1502894"/>
                </a:lnTo>
                <a:lnTo>
                  <a:pt x="71282" y="1513865"/>
                </a:lnTo>
                <a:lnTo>
                  <a:pt x="63806" y="1524607"/>
                </a:lnTo>
                <a:lnTo>
                  <a:pt x="56590" y="1535103"/>
                </a:lnTo>
                <a:lnTo>
                  <a:pt x="49652" y="1545339"/>
                </a:lnTo>
                <a:lnTo>
                  <a:pt x="43012" y="1555299"/>
                </a:lnTo>
                <a:lnTo>
                  <a:pt x="36689" y="1564970"/>
                </a:lnTo>
                <a:lnTo>
                  <a:pt x="30705" y="1574335"/>
                </a:lnTo>
                <a:lnTo>
                  <a:pt x="25078" y="1583379"/>
                </a:lnTo>
                <a:lnTo>
                  <a:pt x="19829" y="1592088"/>
                </a:lnTo>
                <a:lnTo>
                  <a:pt x="14978" y="1600443"/>
                </a:lnTo>
                <a:lnTo>
                  <a:pt x="10548" y="1608430"/>
                </a:lnTo>
                <a:lnTo>
                  <a:pt x="6559" y="1616031"/>
                </a:lnTo>
                <a:lnTo>
                  <a:pt x="3035" y="1623228"/>
                </a:lnTo>
                <a:lnTo>
                  <a:pt x="0" y="1630000"/>
                </a:lnTo>
                <a:lnTo>
                  <a:pt x="6781" y="1627024"/>
                </a:lnTo>
                <a:close/>
              </a:path>
            </a:pathLst>
          </a:custGeom>
          <a:solidFill>
            <a:srgbClr val="E7E7E7">
              <a:alpha val="23000"/>
            </a:srgbClr>
          </a:solidFill>
          <a:ln w="0">
            <a:noFill/>
            <a:prstDash val="solid"/>
          </a:ln>
        </p:spPr>
      </p:sp>
      <p:sp>
        <p:nvSpPr>
          <p:cNvPr id="1013" name="PANEL_D-land-descent-air-region-0_1351">
            <a:extLst>
              <a:ext uri="{FF2B5EF4-FFF2-40B4-BE49-F238E27FC236}">
                <a16:creationId xmlns:a16="http://schemas.microsoft.com/office/drawing/2014/main" id="{98182145-4E0B-42B5-90D7-00DE90BDC9C7}"/>
              </a:ext>
            </a:extLst>
          </p:cNvPr>
          <p:cNvSpPr>
            <a:spLocks/>
          </p:cNvSpPr>
          <p:nvPr/>
        </p:nvSpPr>
        <p:spPr>
          <a:xfrm>
            <a:off x="11777293" y="4048125"/>
            <a:ext cx="557582" cy="981075"/>
          </a:xfrm>
          <a:custGeom>
            <a:pathLst>
              <a:path w="585388" h="1030000">
                <a:moveTo>
                  <a:pt x="302118" y="1999"/>
                </a:moveTo>
                <a:lnTo>
                  <a:pt x="298718" y="4127"/>
                </a:lnTo>
                <a:lnTo>
                  <a:pt x="295188" y="6393"/>
                </a:lnTo>
                <a:lnTo>
                  <a:pt x="291528" y="8802"/>
                </a:lnTo>
                <a:lnTo>
                  <a:pt x="287741" y="11358"/>
                </a:lnTo>
                <a:lnTo>
                  <a:pt x="283828" y="14062"/>
                </a:lnTo>
                <a:lnTo>
                  <a:pt x="279793" y="16915"/>
                </a:lnTo>
                <a:lnTo>
                  <a:pt x="275640" y="19914"/>
                </a:lnTo>
                <a:lnTo>
                  <a:pt x="271372" y="23060"/>
                </a:lnTo>
                <a:lnTo>
                  <a:pt x="266993" y="26350"/>
                </a:lnTo>
                <a:lnTo>
                  <a:pt x="262508" y="29782"/>
                </a:lnTo>
                <a:lnTo>
                  <a:pt x="257921" y="33353"/>
                </a:lnTo>
                <a:lnTo>
                  <a:pt x="253237" y="37060"/>
                </a:lnTo>
                <a:lnTo>
                  <a:pt x="248461" y="40900"/>
                </a:lnTo>
                <a:lnTo>
                  <a:pt x="243598" y="44871"/>
                </a:lnTo>
                <a:lnTo>
                  <a:pt x="238652" y="48968"/>
                </a:lnTo>
                <a:lnTo>
                  <a:pt x="233629" y="53190"/>
                </a:lnTo>
                <a:lnTo>
                  <a:pt x="228533" y="57532"/>
                </a:lnTo>
                <a:lnTo>
                  <a:pt x="223369" y="61991"/>
                </a:lnTo>
                <a:lnTo>
                  <a:pt x="218143" y="66565"/>
                </a:lnTo>
                <a:lnTo>
                  <a:pt x="212860" y="71249"/>
                </a:lnTo>
                <a:lnTo>
                  <a:pt x="207524" y="76041"/>
                </a:lnTo>
                <a:lnTo>
                  <a:pt x="202142" y="80938"/>
                </a:lnTo>
                <a:lnTo>
                  <a:pt x="196717" y="85935"/>
                </a:lnTo>
                <a:lnTo>
                  <a:pt x="191255" y="91031"/>
                </a:lnTo>
                <a:lnTo>
                  <a:pt x="185761" y="96223"/>
                </a:lnTo>
                <a:lnTo>
                  <a:pt x="180240" y="101507"/>
                </a:lnTo>
                <a:lnTo>
                  <a:pt x="174697" y="106880"/>
                </a:lnTo>
                <a:lnTo>
                  <a:pt x="169138" y="112340"/>
                </a:lnTo>
                <a:lnTo>
                  <a:pt x="163566" y="117885"/>
                </a:lnTo>
                <a:lnTo>
                  <a:pt x="157987" y="123512"/>
                </a:lnTo>
                <a:lnTo>
                  <a:pt x="152407" y="129219"/>
                </a:lnTo>
                <a:lnTo>
                  <a:pt x="146829" y="135004"/>
                </a:lnTo>
                <a:lnTo>
                  <a:pt x="141259" y="140865"/>
                </a:lnTo>
                <a:lnTo>
                  <a:pt x="135702" y="146801"/>
                </a:lnTo>
                <a:lnTo>
                  <a:pt x="130163" y="152810"/>
                </a:lnTo>
                <a:lnTo>
                  <a:pt x="124645" y="158891"/>
                </a:lnTo>
                <a:lnTo>
                  <a:pt x="119155" y="165043"/>
                </a:lnTo>
                <a:lnTo>
                  <a:pt x="113697" y="171267"/>
                </a:lnTo>
                <a:lnTo>
                  <a:pt x="108276" y="177561"/>
                </a:lnTo>
                <a:lnTo>
                  <a:pt x="102897" y="183928"/>
                </a:lnTo>
                <a:lnTo>
                  <a:pt x="97564" y="190366"/>
                </a:lnTo>
                <a:lnTo>
                  <a:pt x="92282" y="196879"/>
                </a:lnTo>
                <a:lnTo>
                  <a:pt x="87057" y="203467"/>
                </a:lnTo>
                <a:lnTo>
                  <a:pt x="81893" y="210134"/>
                </a:lnTo>
                <a:lnTo>
                  <a:pt x="76796" y="216884"/>
                </a:lnTo>
                <a:lnTo>
                  <a:pt x="71771" y="223719"/>
                </a:lnTo>
                <a:lnTo>
                  <a:pt x="66824" y="230647"/>
                </a:lnTo>
                <a:lnTo>
                  <a:pt x="61960" y="237672"/>
                </a:lnTo>
                <a:lnTo>
                  <a:pt x="57186" y="244801"/>
                </a:lnTo>
                <a:lnTo>
                  <a:pt x="52508" y="252045"/>
                </a:lnTo>
                <a:lnTo>
                  <a:pt x="47935" y="259412"/>
                </a:lnTo>
                <a:lnTo>
                  <a:pt x="43475" y="266913"/>
                </a:lnTo>
                <a:lnTo>
                  <a:pt x="39136" y="274562"/>
                </a:lnTo>
                <a:lnTo>
                  <a:pt x="34930" y="282373"/>
                </a:lnTo>
                <a:lnTo>
                  <a:pt x="30869" y="290362"/>
                </a:lnTo>
                <a:lnTo>
                  <a:pt x="26967" y="298548"/>
                </a:lnTo>
                <a:lnTo>
                  <a:pt x="23240" y="306951"/>
                </a:lnTo>
                <a:lnTo>
                  <a:pt x="19708" y="315593"/>
                </a:lnTo>
                <a:lnTo>
                  <a:pt x="16472" y="323906"/>
                </a:lnTo>
                <a:lnTo>
                  <a:pt x="14861" y="331371"/>
                </a:lnTo>
                <a:lnTo>
                  <a:pt x="13395" y="338294"/>
                </a:lnTo>
                <a:lnTo>
                  <a:pt x="11999" y="345250"/>
                </a:lnTo>
                <a:lnTo>
                  <a:pt x="10673" y="352239"/>
                </a:lnTo>
                <a:lnTo>
                  <a:pt x="9419" y="359261"/>
                </a:lnTo>
                <a:lnTo>
                  <a:pt x="8238" y="366316"/>
                </a:lnTo>
                <a:lnTo>
                  <a:pt x="7131" y="373402"/>
                </a:lnTo>
                <a:lnTo>
                  <a:pt x="6100" y="380520"/>
                </a:lnTo>
                <a:lnTo>
                  <a:pt x="5145" y="387670"/>
                </a:lnTo>
                <a:lnTo>
                  <a:pt x="4267" y="394850"/>
                </a:lnTo>
                <a:lnTo>
                  <a:pt x="3468" y="402061"/>
                </a:lnTo>
                <a:lnTo>
                  <a:pt x="2749" y="409302"/>
                </a:lnTo>
                <a:lnTo>
                  <a:pt x="2110" y="416573"/>
                </a:lnTo>
                <a:lnTo>
                  <a:pt x="1554" y="423874"/>
                </a:lnTo>
                <a:lnTo>
                  <a:pt x="1080" y="431202"/>
                </a:lnTo>
                <a:lnTo>
                  <a:pt x="691" y="438559"/>
                </a:lnTo>
                <a:lnTo>
                  <a:pt x="388" y="445944"/>
                </a:lnTo>
                <a:lnTo>
                  <a:pt x="170" y="453355"/>
                </a:lnTo>
                <a:lnTo>
                  <a:pt x="41" y="460793"/>
                </a:lnTo>
                <a:lnTo>
                  <a:pt x="0" y="468256"/>
                </a:lnTo>
                <a:lnTo>
                  <a:pt x="49" y="475745"/>
                </a:lnTo>
                <a:lnTo>
                  <a:pt x="189" y="483258"/>
                </a:lnTo>
                <a:lnTo>
                  <a:pt x="421" y="490794"/>
                </a:lnTo>
                <a:lnTo>
                  <a:pt x="745" y="498353"/>
                </a:lnTo>
                <a:lnTo>
                  <a:pt x="1164" y="505934"/>
                </a:lnTo>
                <a:lnTo>
                  <a:pt x="1678" y="513536"/>
                </a:lnTo>
                <a:lnTo>
                  <a:pt x="2288" y="521158"/>
                </a:lnTo>
                <a:lnTo>
                  <a:pt x="2995" y="528800"/>
                </a:lnTo>
                <a:lnTo>
                  <a:pt x="3800" y="536460"/>
                </a:lnTo>
                <a:lnTo>
                  <a:pt x="4704" y="544137"/>
                </a:lnTo>
                <a:lnTo>
                  <a:pt x="5708" y="551832"/>
                </a:lnTo>
                <a:lnTo>
                  <a:pt x="6813" y="559542"/>
                </a:lnTo>
                <a:lnTo>
                  <a:pt x="8019" y="567266"/>
                </a:lnTo>
                <a:lnTo>
                  <a:pt x="9328" y="575004"/>
                </a:lnTo>
                <a:lnTo>
                  <a:pt x="10740" y="582755"/>
                </a:lnTo>
                <a:lnTo>
                  <a:pt x="12256" y="590517"/>
                </a:lnTo>
                <a:lnTo>
                  <a:pt x="13877" y="598290"/>
                </a:lnTo>
                <a:lnTo>
                  <a:pt x="15603" y="606072"/>
                </a:lnTo>
                <a:lnTo>
                  <a:pt x="17436" y="613862"/>
                </a:lnTo>
                <a:lnTo>
                  <a:pt x="19376" y="621660"/>
                </a:lnTo>
                <a:lnTo>
                  <a:pt x="21423" y="629463"/>
                </a:lnTo>
                <a:lnTo>
                  <a:pt x="23579" y="637272"/>
                </a:lnTo>
                <a:lnTo>
                  <a:pt x="25843" y="645084"/>
                </a:lnTo>
                <a:lnTo>
                  <a:pt x="28216" y="652899"/>
                </a:lnTo>
                <a:lnTo>
                  <a:pt x="30700" y="660716"/>
                </a:lnTo>
                <a:lnTo>
                  <a:pt x="33293" y="668533"/>
                </a:lnTo>
                <a:lnTo>
                  <a:pt x="35997" y="676349"/>
                </a:lnTo>
                <a:lnTo>
                  <a:pt x="38813" y="684164"/>
                </a:lnTo>
                <a:lnTo>
                  <a:pt x="41739" y="691976"/>
                </a:lnTo>
                <a:lnTo>
                  <a:pt x="44778" y="699783"/>
                </a:lnTo>
                <a:lnTo>
                  <a:pt x="47929" y="707586"/>
                </a:lnTo>
                <a:lnTo>
                  <a:pt x="51192" y="715383"/>
                </a:lnTo>
                <a:lnTo>
                  <a:pt x="54568" y="723172"/>
                </a:lnTo>
                <a:lnTo>
                  <a:pt x="58057" y="730952"/>
                </a:lnTo>
                <a:lnTo>
                  <a:pt x="61659" y="738724"/>
                </a:lnTo>
                <a:lnTo>
                  <a:pt x="65374" y="746485"/>
                </a:lnTo>
                <a:lnTo>
                  <a:pt x="69203" y="754234"/>
                </a:lnTo>
                <a:lnTo>
                  <a:pt x="73146" y="761972"/>
                </a:lnTo>
                <a:lnTo>
                  <a:pt x="77202" y="769695"/>
                </a:lnTo>
                <a:lnTo>
                  <a:pt x="81655" y="777837"/>
                </a:lnTo>
                <a:lnTo>
                  <a:pt x="89574" y="784862"/>
                </a:lnTo>
                <a:lnTo>
                  <a:pt x="97857" y="792003"/>
                </a:lnTo>
                <a:lnTo>
                  <a:pt x="106208" y="798861"/>
                </a:lnTo>
                <a:lnTo>
                  <a:pt x="114629" y="805477"/>
                </a:lnTo>
                <a:lnTo>
                  <a:pt x="123121" y="811888"/>
                </a:lnTo>
                <a:lnTo>
                  <a:pt x="131685" y="818122"/>
                </a:lnTo>
                <a:lnTo>
                  <a:pt x="140323" y="824205"/>
                </a:lnTo>
                <a:lnTo>
                  <a:pt x="149035" y="830155"/>
                </a:lnTo>
                <a:lnTo>
                  <a:pt x="157821" y="835991"/>
                </a:lnTo>
                <a:lnTo>
                  <a:pt x="166681" y="841726"/>
                </a:lnTo>
                <a:lnTo>
                  <a:pt x="175613" y="847371"/>
                </a:lnTo>
                <a:lnTo>
                  <a:pt x="184615" y="852936"/>
                </a:lnTo>
                <a:lnTo>
                  <a:pt x="193684" y="858428"/>
                </a:lnTo>
                <a:lnTo>
                  <a:pt x="202819" y="863854"/>
                </a:lnTo>
                <a:lnTo>
                  <a:pt x="212016" y="869218"/>
                </a:lnTo>
                <a:lnTo>
                  <a:pt x="221269" y="874523"/>
                </a:lnTo>
                <a:lnTo>
                  <a:pt x="230576" y="879773"/>
                </a:lnTo>
                <a:lnTo>
                  <a:pt x="239932" y="884970"/>
                </a:lnTo>
                <a:lnTo>
                  <a:pt x="249330" y="890113"/>
                </a:lnTo>
                <a:lnTo>
                  <a:pt x="258767" y="895205"/>
                </a:lnTo>
                <a:lnTo>
                  <a:pt x="268235" y="900244"/>
                </a:lnTo>
                <a:lnTo>
                  <a:pt x="277730" y="905231"/>
                </a:lnTo>
                <a:lnTo>
                  <a:pt x="287245" y="910164"/>
                </a:lnTo>
                <a:lnTo>
                  <a:pt x="296773" y="915042"/>
                </a:lnTo>
                <a:lnTo>
                  <a:pt x="306308" y="919864"/>
                </a:lnTo>
                <a:lnTo>
                  <a:pt x="315843" y="924628"/>
                </a:lnTo>
                <a:lnTo>
                  <a:pt x="325371" y="929331"/>
                </a:lnTo>
                <a:lnTo>
                  <a:pt x="334884" y="933971"/>
                </a:lnTo>
                <a:lnTo>
                  <a:pt x="344376" y="938546"/>
                </a:lnTo>
                <a:lnTo>
                  <a:pt x="353839" y="943053"/>
                </a:lnTo>
                <a:lnTo>
                  <a:pt x="363266" y="947489"/>
                </a:lnTo>
                <a:lnTo>
                  <a:pt x="372649" y="951850"/>
                </a:lnTo>
                <a:lnTo>
                  <a:pt x="381980" y="956135"/>
                </a:lnTo>
                <a:lnTo>
                  <a:pt x="391251" y="960340"/>
                </a:lnTo>
                <a:lnTo>
                  <a:pt x="400455" y="964461"/>
                </a:lnTo>
                <a:lnTo>
                  <a:pt x="409583" y="968495"/>
                </a:lnTo>
                <a:lnTo>
                  <a:pt x="418628" y="972438"/>
                </a:lnTo>
                <a:lnTo>
                  <a:pt x="427581" y="976287"/>
                </a:lnTo>
                <a:lnTo>
                  <a:pt x="436435" y="980039"/>
                </a:lnTo>
                <a:lnTo>
                  <a:pt x="445182" y="983689"/>
                </a:lnTo>
                <a:lnTo>
                  <a:pt x="453813" y="987235"/>
                </a:lnTo>
                <a:lnTo>
                  <a:pt x="462319" y="990671"/>
                </a:lnTo>
                <a:lnTo>
                  <a:pt x="470694" y="993995"/>
                </a:lnTo>
                <a:lnTo>
                  <a:pt x="478929" y="997204"/>
                </a:lnTo>
                <a:lnTo>
                  <a:pt x="487015" y="1000292"/>
                </a:lnTo>
                <a:lnTo>
                  <a:pt x="494945" y="1003256"/>
                </a:lnTo>
                <a:lnTo>
                  <a:pt x="502711" y="1006094"/>
                </a:lnTo>
                <a:lnTo>
                  <a:pt x="510304" y="1008800"/>
                </a:lnTo>
                <a:lnTo>
                  <a:pt x="517717" y="1011372"/>
                </a:lnTo>
                <a:lnTo>
                  <a:pt x="524943" y="1013806"/>
                </a:lnTo>
                <a:lnTo>
                  <a:pt x="531972" y="1016099"/>
                </a:lnTo>
                <a:lnTo>
                  <a:pt x="538799" y="1018247"/>
                </a:lnTo>
                <a:lnTo>
                  <a:pt x="545416" y="1020248"/>
                </a:lnTo>
                <a:lnTo>
                  <a:pt x="551817" y="1022099"/>
                </a:lnTo>
                <a:lnTo>
                  <a:pt x="557995" y="1023798"/>
                </a:lnTo>
                <a:lnTo>
                  <a:pt x="563944" y="1025344"/>
                </a:lnTo>
                <a:lnTo>
                  <a:pt x="569661" y="1026735"/>
                </a:lnTo>
                <a:lnTo>
                  <a:pt x="575141" y="1027973"/>
                </a:lnTo>
                <a:lnTo>
                  <a:pt x="580383" y="1029060"/>
                </a:lnTo>
                <a:lnTo>
                  <a:pt x="585388" y="1030000"/>
                </a:lnTo>
                <a:lnTo>
                  <a:pt x="583944" y="1025089"/>
                </a:lnTo>
                <a:lnTo>
                  <a:pt x="582183" y="1019961"/>
                </a:lnTo>
                <a:lnTo>
                  <a:pt x="580124" y="1014631"/>
                </a:lnTo>
                <a:lnTo>
                  <a:pt x="577784" y="1009109"/>
                </a:lnTo>
                <a:lnTo>
                  <a:pt x="575178" y="1003406"/>
                </a:lnTo>
                <a:lnTo>
                  <a:pt x="572320" y="997531"/>
                </a:lnTo>
                <a:lnTo>
                  <a:pt x="569222" y="991490"/>
                </a:lnTo>
                <a:lnTo>
                  <a:pt x="565897" y="985291"/>
                </a:lnTo>
                <a:lnTo>
                  <a:pt x="562357" y="978940"/>
                </a:lnTo>
                <a:lnTo>
                  <a:pt x="558612" y="972444"/>
                </a:lnTo>
                <a:lnTo>
                  <a:pt x="554674" y="965809"/>
                </a:lnTo>
                <a:lnTo>
                  <a:pt x="550553" y="959040"/>
                </a:lnTo>
                <a:lnTo>
                  <a:pt x="546260" y="952143"/>
                </a:lnTo>
                <a:lnTo>
                  <a:pt x="541805" y="945125"/>
                </a:lnTo>
                <a:lnTo>
                  <a:pt x="537199" y="937990"/>
                </a:lnTo>
                <a:lnTo>
                  <a:pt x="532453" y="930743"/>
                </a:lnTo>
                <a:lnTo>
                  <a:pt x="527575" y="923391"/>
                </a:lnTo>
                <a:lnTo>
                  <a:pt x="522578" y="915939"/>
                </a:lnTo>
                <a:lnTo>
                  <a:pt x="517470" y="908392"/>
                </a:lnTo>
                <a:lnTo>
                  <a:pt x="512262" y="900755"/>
                </a:lnTo>
                <a:lnTo>
                  <a:pt x="506964" y="893035"/>
                </a:lnTo>
                <a:lnTo>
                  <a:pt x="501587" y="885236"/>
                </a:lnTo>
                <a:lnTo>
                  <a:pt x="496140" y="877364"/>
                </a:lnTo>
                <a:lnTo>
                  <a:pt x="490634" y="869425"/>
                </a:lnTo>
                <a:lnTo>
                  <a:pt x="485079" y="861425"/>
                </a:lnTo>
                <a:lnTo>
                  <a:pt x="479486" y="853368"/>
                </a:lnTo>
                <a:lnTo>
                  <a:pt x="473865" y="845261"/>
                </a:lnTo>
                <a:lnTo>
                  <a:pt x="468226" y="837110"/>
                </a:lnTo>
                <a:lnTo>
                  <a:pt x="462580" y="828920"/>
                </a:lnTo>
                <a:lnTo>
                  <a:pt x="456937" y="820697"/>
                </a:lnTo>
                <a:lnTo>
                  <a:pt x="451309" y="812449"/>
                </a:lnTo>
                <a:lnTo>
                  <a:pt x="445706" y="804180"/>
                </a:lnTo>
                <a:lnTo>
                  <a:pt x="440139" y="795898"/>
                </a:lnTo>
                <a:lnTo>
                  <a:pt x="434618" y="787609"/>
                </a:lnTo>
                <a:lnTo>
                  <a:pt x="429156" y="779320"/>
                </a:lnTo>
                <a:lnTo>
                  <a:pt x="423764" y="771038"/>
                </a:lnTo>
                <a:lnTo>
                  <a:pt x="418452" y="762770"/>
                </a:lnTo>
                <a:lnTo>
                  <a:pt x="413233" y="754524"/>
                </a:lnTo>
                <a:lnTo>
                  <a:pt x="408119" y="746307"/>
                </a:lnTo>
                <a:lnTo>
                  <a:pt x="403121" y="738129"/>
                </a:lnTo>
                <a:lnTo>
                  <a:pt x="398252" y="729997"/>
                </a:lnTo>
                <a:lnTo>
                  <a:pt x="393525" y="721920"/>
                </a:lnTo>
                <a:lnTo>
                  <a:pt x="388952" y="713910"/>
                </a:lnTo>
                <a:lnTo>
                  <a:pt x="384547" y="705974"/>
                </a:lnTo>
                <a:lnTo>
                  <a:pt x="380324" y="698126"/>
                </a:lnTo>
                <a:lnTo>
                  <a:pt x="376295" y="690376"/>
                </a:lnTo>
                <a:lnTo>
                  <a:pt x="372477" y="682738"/>
                </a:lnTo>
                <a:lnTo>
                  <a:pt x="368882" y="675224"/>
                </a:lnTo>
                <a:lnTo>
                  <a:pt x="365528" y="667851"/>
                </a:lnTo>
                <a:lnTo>
                  <a:pt x="362429" y="660636"/>
                </a:lnTo>
                <a:lnTo>
                  <a:pt x="359603" y="653595"/>
                </a:lnTo>
                <a:lnTo>
                  <a:pt x="357066" y="646751"/>
                </a:lnTo>
                <a:lnTo>
                  <a:pt x="354836" y="640127"/>
                </a:lnTo>
                <a:lnTo>
                  <a:pt x="352932" y="633748"/>
                </a:lnTo>
                <a:lnTo>
                  <a:pt x="351371" y="627643"/>
                </a:lnTo>
                <a:lnTo>
                  <a:pt x="350174" y="621847"/>
                </a:lnTo>
                <a:lnTo>
                  <a:pt x="349361" y="616398"/>
                </a:lnTo>
                <a:lnTo>
                  <a:pt x="348951" y="611340"/>
                </a:lnTo>
                <a:lnTo>
                  <a:pt x="348963" y="606726"/>
                </a:lnTo>
                <a:lnTo>
                  <a:pt x="349122" y="602163"/>
                </a:lnTo>
                <a:lnTo>
                  <a:pt x="346166" y="598796"/>
                </a:lnTo>
                <a:lnTo>
                  <a:pt x="342996" y="594996"/>
                </a:lnTo>
                <a:lnTo>
                  <a:pt x="339894" y="591193"/>
                </a:lnTo>
                <a:lnTo>
                  <a:pt x="336858" y="587388"/>
                </a:lnTo>
                <a:lnTo>
                  <a:pt x="333887" y="583579"/>
                </a:lnTo>
                <a:lnTo>
                  <a:pt x="330980" y="579768"/>
                </a:lnTo>
                <a:lnTo>
                  <a:pt x="328137" y="575952"/>
                </a:lnTo>
                <a:lnTo>
                  <a:pt x="325357" y="572132"/>
                </a:lnTo>
                <a:lnTo>
                  <a:pt x="322638" y="568306"/>
                </a:lnTo>
                <a:lnTo>
                  <a:pt x="319980" y="564476"/>
                </a:lnTo>
                <a:lnTo>
                  <a:pt x="317383" y="560639"/>
                </a:lnTo>
                <a:lnTo>
                  <a:pt x="314844" y="556796"/>
                </a:lnTo>
                <a:lnTo>
                  <a:pt x="312364" y="552946"/>
                </a:lnTo>
                <a:lnTo>
                  <a:pt x="309942" y="549088"/>
                </a:lnTo>
                <a:lnTo>
                  <a:pt x="307577" y="545222"/>
                </a:lnTo>
                <a:lnTo>
                  <a:pt x="305269" y="541347"/>
                </a:lnTo>
                <a:lnTo>
                  <a:pt x="303016" y="537462"/>
                </a:lnTo>
                <a:lnTo>
                  <a:pt x="300818" y="533568"/>
                </a:lnTo>
                <a:lnTo>
                  <a:pt x="298675" y="529664"/>
                </a:lnTo>
                <a:lnTo>
                  <a:pt x="296586" y="525748"/>
                </a:lnTo>
                <a:lnTo>
                  <a:pt x="294551" y="521820"/>
                </a:lnTo>
                <a:lnTo>
                  <a:pt x="292568" y="517881"/>
                </a:lnTo>
                <a:lnTo>
                  <a:pt x="290638" y="513928"/>
                </a:lnTo>
                <a:lnTo>
                  <a:pt x="288761" y="509963"/>
                </a:lnTo>
                <a:lnTo>
                  <a:pt x="286935" y="505984"/>
                </a:lnTo>
                <a:lnTo>
                  <a:pt x="285161" y="501990"/>
                </a:lnTo>
                <a:lnTo>
                  <a:pt x="283438" y="497981"/>
                </a:lnTo>
                <a:lnTo>
                  <a:pt x="281766" y="493958"/>
                </a:lnTo>
                <a:lnTo>
                  <a:pt x="280144" y="489918"/>
                </a:lnTo>
                <a:lnTo>
                  <a:pt x="278573" y="485863"/>
                </a:lnTo>
                <a:lnTo>
                  <a:pt x="277052" y="481790"/>
                </a:lnTo>
                <a:lnTo>
                  <a:pt x="275580" y="477701"/>
                </a:lnTo>
                <a:lnTo>
                  <a:pt x="274159" y="473595"/>
                </a:lnTo>
                <a:lnTo>
                  <a:pt x="272787" y="469470"/>
                </a:lnTo>
                <a:lnTo>
                  <a:pt x="271465" y="465328"/>
                </a:lnTo>
                <a:lnTo>
                  <a:pt x="270192" y="461167"/>
                </a:lnTo>
                <a:lnTo>
                  <a:pt x="268968" y="456988"/>
                </a:lnTo>
                <a:lnTo>
                  <a:pt x="267793" y="452790"/>
                </a:lnTo>
                <a:lnTo>
                  <a:pt x="266668" y="448573"/>
                </a:lnTo>
                <a:lnTo>
                  <a:pt x="265592" y="444336"/>
                </a:lnTo>
                <a:lnTo>
                  <a:pt x="264565" y="440080"/>
                </a:lnTo>
                <a:lnTo>
                  <a:pt x="263586" y="435805"/>
                </a:lnTo>
                <a:lnTo>
                  <a:pt x="262657" y="431510"/>
                </a:lnTo>
                <a:lnTo>
                  <a:pt x="261777" y="427195"/>
                </a:lnTo>
                <a:lnTo>
                  <a:pt x="260946" y="422860"/>
                </a:lnTo>
                <a:lnTo>
                  <a:pt x="260165" y="418506"/>
                </a:lnTo>
                <a:lnTo>
                  <a:pt x="259432" y="414132"/>
                </a:lnTo>
                <a:lnTo>
                  <a:pt x="258748" y="409738"/>
                </a:lnTo>
                <a:lnTo>
                  <a:pt x="258114" y="405324"/>
                </a:lnTo>
                <a:lnTo>
                  <a:pt x="257528" y="400891"/>
                </a:lnTo>
                <a:lnTo>
                  <a:pt x="256992" y="396438"/>
                </a:lnTo>
                <a:lnTo>
                  <a:pt x="256505" y="391966"/>
                </a:lnTo>
                <a:lnTo>
                  <a:pt x="256067" y="387475"/>
                </a:lnTo>
                <a:lnTo>
                  <a:pt x="255679" y="382964"/>
                </a:lnTo>
                <a:lnTo>
                  <a:pt x="255339" y="378435"/>
                </a:lnTo>
                <a:lnTo>
                  <a:pt x="255049" y="373888"/>
                </a:lnTo>
                <a:lnTo>
                  <a:pt x="254808" y="369322"/>
                </a:lnTo>
                <a:lnTo>
                  <a:pt x="254617" y="364739"/>
                </a:lnTo>
                <a:lnTo>
                  <a:pt x="254474" y="360138"/>
                </a:lnTo>
                <a:lnTo>
                  <a:pt x="254304" y="356094"/>
                </a:lnTo>
                <a:lnTo>
                  <a:pt x="252753" y="352820"/>
                </a:lnTo>
                <a:lnTo>
                  <a:pt x="251266" y="349706"/>
                </a:lnTo>
                <a:lnTo>
                  <a:pt x="249933" y="346193"/>
                </a:lnTo>
                <a:lnTo>
                  <a:pt x="248761" y="342313"/>
                </a:lnTo>
                <a:lnTo>
                  <a:pt x="247756" y="338096"/>
                </a:lnTo>
                <a:lnTo>
                  <a:pt x="246920" y="333568"/>
                </a:lnTo>
                <a:lnTo>
                  <a:pt x="246254" y="328756"/>
                </a:lnTo>
                <a:lnTo>
                  <a:pt x="245757" y="323682"/>
                </a:lnTo>
                <a:lnTo>
                  <a:pt x="245426" y="318369"/>
                </a:lnTo>
                <a:lnTo>
                  <a:pt x="245258" y="312837"/>
                </a:lnTo>
                <a:lnTo>
                  <a:pt x="245249" y="307106"/>
                </a:lnTo>
                <a:lnTo>
                  <a:pt x="245393" y="301193"/>
                </a:lnTo>
                <a:lnTo>
                  <a:pt x="245687" y="295115"/>
                </a:lnTo>
                <a:lnTo>
                  <a:pt x="246123" y="288886"/>
                </a:lnTo>
                <a:lnTo>
                  <a:pt x="246696" y="282522"/>
                </a:lnTo>
                <a:lnTo>
                  <a:pt x="247400" y="276035"/>
                </a:lnTo>
                <a:lnTo>
                  <a:pt x="248228" y="269438"/>
                </a:lnTo>
                <a:lnTo>
                  <a:pt x="249173" y="262744"/>
                </a:lnTo>
                <a:lnTo>
                  <a:pt x="250229" y="255963"/>
                </a:lnTo>
                <a:lnTo>
                  <a:pt x="251390" y="249105"/>
                </a:lnTo>
                <a:lnTo>
                  <a:pt x="252647" y="242182"/>
                </a:lnTo>
                <a:lnTo>
                  <a:pt x="253995" y="235202"/>
                </a:lnTo>
                <a:lnTo>
                  <a:pt x="255426" y="228175"/>
                </a:lnTo>
                <a:lnTo>
                  <a:pt x="256934" y="221110"/>
                </a:lnTo>
                <a:lnTo>
                  <a:pt x="258512" y="214015"/>
                </a:lnTo>
                <a:lnTo>
                  <a:pt x="260153" y="206898"/>
                </a:lnTo>
                <a:lnTo>
                  <a:pt x="261850" y="199767"/>
                </a:lnTo>
                <a:lnTo>
                  <a:pt x="263597" y="192629"/>
                </a:lnTo>
                <a:lnTo>
                  <a:pt x="265386" y="185493"/>
                </a:lnTo>
                <a:lnTo>
                  <a:pt x="267211" y="178365"/>
                </a:lnTo>
                <a:lnTo>
                  <a:pt x="269065" y="171251"/>
                </a:lnTo>
                <a:lnTo>
                  <a:pt x="270942" y="164160"/>
                </a:lnTo>
                <a:lnTo>
                  <a:pt x="272834" y="157097"/>
                </a:lnTo>
                <a:lnTo>
                  <a:pt x="274736" y="150069"/>
                </a:lnTo>
                <a:lnTo>
                  <a:pt x="276640" y="143083"/>
                </a:lnTo>
                <a:lnTo>
                  <a:pt x="278540" y="136145"/>
                </a:lnTo>
                <a:lnTo>
                  <a:pt x="280429" y="129260"/>
                </a:lnTo>
                <a:lnTo>
                  <a:pt x="282301" y="122435"/>
                </a:lnTo>
                <a:lnTo>
                  <a:pt x="284149" y="115677"/>
                </a:lnTo>
                <a:lnTo>
                  <a:pt x="285967" y="108991"/>
                </a:lnTo>
                <a:lnTo>
                  <a:pt x="287747" y="102382"/>
                </a:lnTo>
                <a:lnTo>
                  <a:pt x="289484" y="95858"/>
                </a:lnTo>
                <a:lnTo>
                  <a:pt x="291171" y="89424"/>
                </a:lnTo>
                <a:lnTo>
                  <a:pt x="292800" y="83085"/>
                </a:lnTo>
                <a:lnTo>
                  <a:pt x="294366" y="76848"/>
                </a:lnTo>
                <a:lnTo>
                  <a:pt x="295862" y="70719"/>
                </a:lnTo>
                <a:lnTo>
                  <a:pt x="297281" y="64703"/>
                </a:lnTo>
                <a:lnTo>
                  <a:pt x="298616" y="58807"/>
                </a:lnTo>
                <a:lnTo>
                  <a:pt x="299860" y="53037"/>
                </a:lnTo>
                <a:lnTo>
                  <a:pt x="301006" y="47400"/>
                </a:lnTo>
                <a:lnTo>
                  <a:pt x="302048" y="41901"/>
                </a:lnTo>
                <a:lnTo>
                  <a:pt x="302977" y="36548"/>
                </a:lnTo>
                <a:lnTo>
                  <a:pt x="303787" y="31347"/>
                </a:lnTo>
                <a:lnTo>
                  <a:pt x="304469" y="26308"/>
                </a:lnTo>
                <a:lnTo>
                  <a:pt x="305015" y="21437"/>
                </a:lnTo>
                <a:lnTo>
                  <a:pt x="305418" y="16745"/>
                </a:lnTo>
                <a:lnTo>
                  <a:pt x="305666" y="12241"/>
                </a:lnTo>
                <a:lnTo>
                  <a:pt x="305752" y="7939"/>
                </a:lnTo>
                <a:lnTo>
                  <a:pt x="305663" y="3852"/>
                </a:lnTo>
                <a:lnTo>
                  <a:pt x="305388" y="0"/>
                </a:lnTo>
                <a:lnTo>
                  <a:pt x="302118" y="1999"/>
                </a:lnTo>
                <a:close/>
              </a:path>
            </a:pathLst>
          </a:custGeom>
          <a:solidFill>
            <a:srgbClr val="E7E7E7">
              <a:alpha val="20000"/>
            </a:srgbClr>
          </a:solidFill>
          <a:ln w="0">
            <a:noFill/>
            <a:prstDash val="solid"/>
          </a:ln>
        </p:spPr>
      </p:sp>
      <p:sp>
        <p:nvSpPr>
          <p:cNvPr id="1015" name="PANEL_D-curved-open-layer-interface-0_1352">
            <a:extLst>
              <a:ext uri="{FF2B5EF4-FFF2-40B4-BE49-F238E27FC236}">
                <a16:creationId xmlns:a16="http://schemas.microsoft.com/office/drawing/2014/main" id="{98F3555B-2629-443D-9C75-C6CCED936B36}"/>
              </a:ext>
            </a:extLst>
          </p:cNvPr>
          <p:cNvSpPr>
            <a:spLocks/>
          </p:cNvSpPr>
          <p:nvPr/>
        </p:nvSpPr>
        <p:spPr>
          <a:xfrm>
            <a:off x="12306300" y="4581525"/>
            <a:ext cx="2552700" cy="571500"/>
          </a:xfrm>
          <a:custGeom>
            <a:pathLst>
              <a:path w="2680000" h="600000">
                <a:moveTo>
                  <a:pt x="0" y="600000"/>
                </a:moveTo>
                <a:cubicBezTo>
                  <a:pt x="111667" y="595000"/>
                  <a:pt x="448333" y="576667"/>
                  <a:pt x="670000" y="570000"/>
                </a:cubicBezTo>
                <a:cubicBezTo>
                  <a:pt x="891667" y="563333"/>
                  <a:pt x="1105000" y="595000"/>
                  <a:pt x="1330000" y="560000"/>
                </a:cubicBezTo>
                <a:cubicBezTo>
                  <a:pt x="1555000" y="525000"/>
                  <a:pt x="1795000" y="453333"/>
                  <a:pt x="2020000" y="360000"/>
                </a:cubicBezTo>
                <a:cubicBezTo>
                  <a:pt x="2245000" y="266667"/>
                  <a:pt x="2570000" y="60000"/>
                  <a:pt x="2680000" y="0"/>
                </a:cubicBezTo>
              </a:path>
            </a:pathLst>
          </a:custGeom>
          <a:noFill/>
          <a:ln w="5906">
            <a:solidFill>
              <a:srgbClr val="C6C6C6">
                <a:alpha val="40000"/>
              </a:srgbClr>
            </a:solidFill>
            <a:prstDash val="dash"/>
          </a:ln>
        </p:spPr>
      </p:sp>
      <p:sp>
        <p:nvSpPr>
          <p:cNvPr id="1016" name="PANEL_D-curved-open-layer-interface-1_1353">
            <a:extLst>
              <a:ext uri="{FF2B5EF4-FFF2-40B4-BE49-F238E27FC236}">
                <a16:creationId xmlns:a16="http://schemas.microsoft.com/office/drawing/2014/main" id="{73A9A15A-D31E-4694-B567-54B1E25BB30F}"/>
              </a:ext>
            </a:extLst>
          </p:cNvPr>
          <p:cNvSpPr>
            <a:spLocks/>
          </p:cNvSpPr>
          <p:nvPr/>
        </p:nvSpPr>
        <p:spPr>
          <a:xfrm>
            <a:off x="12296775" y="3943350"/>
            <a:ext cx="2371725" cy="430213"/>
          </a:xfrm>
          <a:custGeom>
            <a:pathLst>
              <a:path w="2490000" h="451667">
                <a:moveTo>
                  <a:pt x="0" y="430000"/>
                </a:moveTo>
                <a:cubicBezTo>
                  <a:pt x="101667" y="418333"/>
                  <a:pt x="410000" y="358333"/>
                  <a:pt x="610000" y="360000"/>
                </a:cubicBezTo>
                <a:cubicBezTo>
                  <a:pt x="810000" y="361667"/>
                  <a:pt x="1003333" y="451667"/>
                  <a:pt x="1200000" y="440000"/>
                </a:cubicBezTo>
                <a:cubicBezTo>
                  <a:pt x="1396667" y="428333"/>
                  <a:pt x="1575000" y="363333"/>
                  <a:pt x="1790000" y="290000"/>
                </a:cubicBezTo>
                <a:cubicBezTo>
                  <a:pt x="2005000" y="216667"/>
                  <a:pt x="2373333" y="48333"/>
                  <a:pt x="2490000" y="0"/>
                </a:cubicBezTo>
              </a:path>
            </a:pathLst>
          </a:custGeom>
          <a:noFill/>
          <a:ln w="5906">
            <a:solidFill>
              <a:srgbClr val="C6C6C6">
                <a:alpha val="40000"/>
              </a:srgbClr>
            </a:solidFill>
            <a:prstDash val="dash"/>
          </a:ln>
        </p:spPr>
      </p:sp>
      <p:sp>
        <p:nvSpPr>
          <p:cNvPr id="1018" name="PANEL_D-near_ground_land-stream-0-run-0_1354">
            <a:extLst>
              <a:ext uri="{FF2B5EF4-FFF2-40B4-BE49-F238E27FC236}">
                <a16:creationId xmlns:a16="http://schemas.microsoft.com/office/drawing/2014/main" id="{501EBE6E-0E8C-48E5-A725-00F5D8C49159}"/>
              </a:ext>
            </a:extLst>
          </p:cNvPr>
          <p:cNvSpPr>
            <a:spLocks/>
          </p:cNvSpPr>
          <p:nvPr/>
        </p:nvSpPr>
        <p:spPr>
          <a:xfrm>
            <a:off x="11590695" y="5143814"/>
            <a:ext cx="721620" cy="551403"/>
          </a:xfrm>
          <a:custGeom>
            <a:pathLst>
              <a:path w="757607" h="578900">
                <a:moveTo>
                  <a:pt x="0" y="0"/>
                </a:moveTo>
                <a:lnTo>
                  <a:pt x="3242" y="1138"/>
                </a:lnTo>
                <a:lnTo>
                  <a:pt x="7229" y="2995"/>
                </a:lnTo>
                <a:lnTo>
                  <a:pt x="11758" y="5389"/>
                </a:lnTo>
                <a:lnTo>
                  <a:pt x="16659" y="8163"/>
                </a:lnTo>
                <a:lnTo>
                  <a:pt x="21754" y="11156"/>
                </a:lnTo>
                <a:lnTo>
                  <a:pt x="26858" y="14202"/>
                </a:lnTo>
                <a:lnTo>
                  <a:pt x="31783" y="17129"/>
                </a:lnTo>
                <a:lnTo>
                  <a:pt x="36353" y="19778"/>
                </a:lnTo>
                <a:lnTo>
                  <a:pt x="40697" y="22264"/>
                </a:lnTo>
                <a:lnTo>
                  <a:pt x="45040" y="24789"/>
                </a:lnTo>
                <a:lnTo>
                  <a:pt x="49369" y="27344"/>
                </a:lnTo>
                <a:lnTo>
                  <a:pt x="53683" y="29929"/>
                </a:lnTo>
                <a:lnTo>
                  <a:pt x="57984" y="32548"/>
                </a:lnTo>
                <a:lnTo>
                  <a:pt x="62273" y="35201"/>
                </a:lnTo>
                <a:lnTo>
                  <a:pt x="66551" y="37892"/>
                </a:lnTo>
                <a:lnTo>
                  <a:pt x="70799" y="40605"/>
                </a:lnTo>
                <a:lnTo>
                  <a:pt x="74999" y="43321"/>
                </a:lnTo>
                <a:lnTo>
                  <a:pt x="79168" y="46053"/>
                </a:lnTo>
                <a:lnTo>
                  <a:pt x="83325" y="48817"/>
                </a:lnTo>
                <a:lnTo>
                  <a:pt x="87470" y="51615"/>
                </a:lnTo>
                <a:lnTo>
                  <a:pt x="91605" y="54446"/>
                </a:lnTo>
                <a:lnTo>
                  <a:pt x="95729" y="57314"/>
                </a:lnTo>
                <a:lnTo>
                  <a:pt x="99845" y="60218"/>
                </a:lnTo>
                <a:lnTo>
                  <a:pt x="104031" y="63229"/>
                </a:lnTo>
                <a:lnTo>
                  <a:pt x="108315" y="66385"/>
                </a:lnTo>
                <a:lnTo>
                  <a:pt x="112531" y="69552"/>
                </a:lnTo>
                <a:lnTo>
                  <a:pt x="116575" y="72617"/>
                </a:lnTo>
                <a:lnTo>
                  <a:pt x="120443" y="75565"/>
                </a:lnTo>
                <a:lnTo>
                  <a:pt x="124134" y="78375"/>
                </a:lnTo>
                <a:lnTo>
                  <a:pt x="127640" y="81030"/>
                </a:lnTo>
                <a:lnTo>
                  <a:pt x="130954" y="83512"/>
                </a:lnTo>
                <a:lnTo>
                  <a:pt x="134092" y="85826"/>
                </a:lnTo>
                <a:lnTo>
                  <a:pt x="137193" y="88077"/>
                </a:lnTo>
                <a:lnTo>
                  <a:pt x="140402" y="90390"/>
                </a:lnTo>
                <a:lnTo>
                  <a:pt x="143756" y="92799"/>
                </a:lnTo>
                <a:lnTo>
                  <a:pt x="147267" y="95323"/>
                </a:lnTo>
                <a:lnTo>
                  <a:pt x="150943" y="97975"/>
                </a:lnTo>
                <a:lnTo>
                  <a:pt x="154789" y="100771"/>
                </a:lnTo>
                <a:lnTo>
                  <a:pt x="158805" y="103726"/>
                </a:lnTo>
                <a:lnTo>
                  <a:pt x="162402" y="106409"/>
                </a:lnTo>
                <a:lnTo>
                  <a:pt x="165169" y="108440"/>
                </a:lnTo>
                <a:lnTo>
                  <a:pt x="167987" y="110436"/>
                </a:lnTo>
                <a:lnTo>
                  <a:pt x="171614" y="112985"/>
                </a:lnTo>
                <a:lnTo>
                  <a:pt x="176063" y="116150"/>
                </a:lnTo>
                <a:lnTo>
                  <a:pt x="181288" y="119996"/>
                </a:lnTo>
                <a:lnTo>
                  <a:pt x="187185" y="124578"/>
                </a:lnTo>
                <a:lnTo>
                  <a:pt x="193605" y="129937"/>
                </a:lnTo>
                <a:lnTo>
                  <a:pt x="200183" y="135914"/>
                </a:lnTo>
                <a:lnTo>
                  <a:pt x="206338" y="142000"/>
                </a:lnTo>
                <a:lnTo>
                  <a:pt x="211870" y="147855"/>
                </a:lnTo>
                <a:lnTo>
                  <a:pt x="216913" y="153478"/>
                </a:lnTo>
                <a:lnTo>
                  <a:pt x="221551" y="158851"/>
                </a:lnTo>
                <a:lnTo>
                  <a:pt x="225837" y="163947"/>
                </a:lnTo>
                <a:lnTo>
                  <a:pt x="229806" y="168733"/>
                </a:lnTo>
                <a:lnTo>
                  <a:pt x="233470" y="173166"/>
                </a:lnTo>
                <a:lnTo>
                  <a:pt x="237299" y="177750"/>
                </a:lnTo>
                <a:lnTo>
                  <a:pt x="241712" y="183087"/>
                </a:lnTo>
                <a:lnTo>
                  <a:pt x="246171" y="188642"/>
                </a:lnTo>
                <a:lnTo>
                  <a:pt x="250243" y="193803"/>
                </a:lnTo>
                <a:lnTo>
                  <a:pt x="253950" y="198517"/>
                </a:lnTo>
                <a:lnTo>
                  <a:pt x="257288" y="202715"/>
                </a:lnTo>
                <a:lnTo>
                  <a:pt x="260225" y="206314"/>
                </a:lnTo>
                <a:lnTo>
                  <a:pt x="262693" y="209212"/>
                </a:lnTo>
                <a:lnTo>
                  <a:pt x="264727" y="211455"/>
                </a:lnTo>
                <a:lnTo>
                  <a:pt x="266693" y="213458"/>
                </a:lnTo>
                <a:lnTo>
                  <a:pt x="268927" y="215597"/>
                </a:lnTo>
                <a:lnTo>
                  <a:pt x="271505" y="217942"/>
                </a:lnTo>
                <a:lnTo>
                  <a:pt x="274495" y="220565"/>
                </a:lnTo>
                <a:lnTo>
                  <a:pt x="277947" y="223526"/>
                </a:lnTo>
                <a:lnTo>
                  <a:pt x="281886" y="226882"/>
                </a:lnTo>
                <a:lnTo>
                  <a:pt x="286308" y="230681"/>
                </a:lnTo>
                <a:lnTo>
                  <a:pt x="290847" y="234652"/>
                </a:lnTo>
                <a:lnTo>
                  <a:pt x="295009" y="238312"/>
                </a:lnTo>
                <a:lnTo>
                  <a:pt x="298919" y="241713"/>
                </a:lnTo>
                <a:lnTo>
                  <a:pt x="302843" y="245098"/>
                </a:lnTo>
                <a:lnTo>
                  <a:pt x="306780" y="248468"/>
                </a:lnTo>
                <a:lnTo>
                  <a:pt x="310732" y="251822"/>
                </a:lnTo>
                <a:lnTo>
                  <a:pt x="314699" y="255159"/>
                </a:lnTo>
                <a:lnTo>
                  <a:pt x="318680" y="258481"/>
                </a:lnTo>
                <a:lnTo>
                  <a:pt x="322675" y="261786"/>
                </a:lnTo>
                <a:lnTo>
                  <a:pt x="326685" y="265074"/>
                </a:lnTo>
                <a:lnTo>
                  <a:pt x="330709" y="268345"/>
                </a:lnTo>
                <a:lnTo>
                  <a:pt x="334748" y="271599"/>
                </a:lnTo>
                <a:lnTo>
                  <a:pt x="338803" y="274836"/>
                </a:lnTo>
                <a:lnTo>
                  <a:pt x="342872" y="278057"/>
                </a:lnTo>
                <a:lnTo>
                  <a:pt x="346956" y="281261"/>
                </a:lnTo>
                <a:lnTo>
                  <a:pt x="351055" y="284449"/>
                </a:lnTo>
                <a:lnTo>
                  <a:pt x="355169" y="287620"/>
                </a:lnTo>
                <a:lnTo>
                  <a:pt x="359296" y="290774"/>
                </a:lnTo>
                <a:lnTo>
                  <a:pt x="363438" y="293912"/>
                </a:lnTo>
                <a:lnTo>
                  <a:pt x="367593" y="297034"/>
                </a:lnTo>
                <a:lnTo>
                  <a:pt x="371763" y="300140"/>
                </a:lnTo>
                <a:lnTo>
                  <a:pt x="375946" y="303232"/>
                </a:lnTo>
                <a:lnTo>
                  <a:pt x="380142" y="306308"/>
                </a:lnTo>
                <a:lnTo>
                  <a:pt x="384352" y="309371"/>
                </a:lnTo>
                <a:lnTo>
                  <a:pt x="388560" y="312406"/>
                </a:lnTo>
                <a:lnTo>
                  <a:pt x="392760" y="315408"/>
                </a:lnTo>
                <a:lnTo>
                  <a:pt x="396977" y="318397"/>
                </a:lnTo>
                <a:lnTo>
                  <a:pt x="401227" y="321393"/>
                </a:lnTo>
                <a:lnTo>
                  <a:pt x="405512" y="324400"/>
                </a:lnTo>
                <a:lnTo>
                  <a:pt x="409831" y="327420"/>
                </a:lnTo>
                <a:lnTo>
                  <a:pt x="414183" y="330458"/>
                </a:lnTo>
                <a:lnTo>
                  <a:pt x="418569" y="333516"/>
                </a:lnTo>
                <a:lnTo>
                  <a:pt x="423081" y="336683"/>
                </a:lnTo>
                <a:lnTo>
                  <a:pt x="427738" y="340002"/>
                </a:lnTo>
                <a:lnTo>
                  <a:pt x="432342" y="343294"/>
                </a:lnTo>
                <a:lnTo>
                  <a:pt x="436767" y="346421"/>
                </a:lnTo>
                <a:lnTo>
                  <a:pt x="441008" y="349363"/>
                </a:lnTo>
                <a:lnTo>
                  <a:pt x="445059" y="352099"/>
                </a:lnTo>
                <a:lnTo>
                  <a:pt x="448908" y="354606"/>
                </a:lnTo>
                <a:lnTo>
                  <a:pt x="452540" y="356861"/>
                </a:lnTo>
                <a:lnTo>
                  <a:pt x="456125" y="359009"/>
                </a:lnTo>
                <a:lnTo>
                  <a:pt x="459910" y="361285"/>
                </a:lnTo>
                <a:lnTo>
                  <a:pt x="463793" y="363618"/>
                </a:lnTo>
                <a:lnTo>
                  <a:pt x="467603" y="365854"/>
                </a:lnTo>
                <a:lnTo>
                  <a:pt x="471336" y="367988"/>
                </a:lnTo>
                <a:lnTo>
                  <a:pt x="474986" y="370015"/>
                </a:lnTo>
                <a:lnTo>
                  <a:pt x="478546" y="371931"/>
                </a:lnTo>
                <a:lnTo>
                  <a:pt x="482010" y="373728"/>
                </a:lnTo>
                <a:lnTo>
                  <a:pt x="485248" y="375307"/>
                </a:lnTo>
                <a:lnTo>
                  <a:pt x="488238" y="376642"/>
                </a:lnTo>
                <a:lnTo>
                  <a:pt x="491286" y="377972"/>
                </a:lnTo>
                <a:lnTo>
                  <a:pt x="494608" y="379471"/>
                </a:lnTo>
                <a:lnTo>
                  <a:pt x="498229" y="381166"/>
                </a:lnTo>
                <a:lnTo>
                  <a:pt x="502170" y="383084"/>
                </a:lnTo>
                <a:lnTo>
                  <a:pt x="506443" y="385249"/>
                </a:lnTo>
                <a:lnTo>
                  <a:pt x="511052" y="387689"/>
                </a:lnTo>
                <a:lnTo>
                  <a:pt x="515737" y="390240"/>
                </a:lnTo>
                <a:lnTo>
                  <a:pt x="520127" y="392624"/>
                </a:lnTo>
                <a:lnTo>
                  <a:pt x="524307" y="394878"/>
                </a:lnTo>
                <a:lnTo>
                  <a:pt x="528476" y="397149"/>
                </a:lnTo>
                <a:lnTo>
                  <a:pt x="532632" y="399436"/>
                </a:lnTo>
                <a:lnTo>
                  <a:pt x="536774" y="401743"/>
                </a:lnTo>
                <a:lnTo>
                  <a:pt x="540903" y="404069"/>
                </a:lnTo>
                <a:lnTo>
                  <a:pt x="545018" y="406415"/>
                </a:lnTo>
                <a:lnTo>
                  <a:pt x="549117" y="408782"/>
                </a:lnTo>
                <a:lnTo>
                  <a:pt x="553198" y="411170"/>
                </a:lnTo>
                <a:lnTo>
                  <a:pt x="557263" y="413581"/>
                </a:lnTo>
                <a:lnTo>
                  <a:pt x="561310" y="416016"/>
                </a:lnTo>
                <a:lnTo>
                  <a:pt x="565340" y="418475"/>
                </a:lnTo>
                <a:lnTo>
                  <a:pt x="569352" y="420960"/>
                </a:lnTo>
                <a:lnTo>
                  <a:pt x="573345" y="423471"/>
                </a:lnTo>
                <a:lnTo>
                  <a:pt x="577318" y="426010"/>
                </a:lnTo>
                <a:lnTo>
                  <a:pt x="581272" y="428575"/>
                </a:lnTo>
                <a:lnTo>
                  <a:pt x="585204" y="431168"/>
                </a:lnTo>
                <a:lnTo>
                  <a:pt x="589114" y="433789"/>
                </a:lnTo>
                <a:lnTo>
                  <a:pt x="593004" y="436440"/>
                </a:lnTo>
                <a:lnTo>
                  <a:pt x="596872" y="439121"/>
                </a:lnTo>
                <a:lnTo>
                  <a:pt x="600719" y="441833"/>
                </a:lnTo>
                <a:lnTo>
                  <a:pt x="604543" y="444576"/>
                </a:lnTo>
                <a:lnTo>
                  <a:pt x="608345" y="447351"/>
                </a:lnTo>
                <a:lnTo>
                  <a:pt x="612416" y="450371"/>
                </a:lnTo>
                <a:lnTo>
                  <a:pt x="616872" y="453760"/>
                </a:lnTo>
                <a:lnTo>
                  <a:pt x="621172" y="457134"/>
                </a:lnTo>
                <a:lnTo>
                  <a:pt x="624958" y="460192"/>
                </a:lnTo>
                <a:lnTo>
                  <a:pt x="628234" y="462909"/>
                </a:lnTo>
                <a:lnTo>
                  <a:pt x="630991" y="465258"/>
                </a:lnTo>
                <a:lnTo>
                  <a:pt x="633202" y="467214"/>
                </a:lnTo>
                <a:lnTo>
                  <a:pt x="634828" y="468751"/>
                </a:lnTo>
                <a:lnTo>
                  <a:pt x="636321" y="470185"/>
                </a:lnTo>
                <a:lnTo>
                  <a:pt x="638331" y="471958"/>
                </a:lnTo>
                <a:lnTo>
                  <a:pt x="640577" y="473898"/>
                </a:lnTo>
                <a:lnTo>
                  <a:pt x="642607" y="475708"/>
                </a:lnTo>
                <a:lnTo>
                  <a:pt x="644409" y="477385"/>
                </a:lnTo>
                <a:lnTo>
                  <a:pt x="645975" y="478928"/>
                </a:lnTo>
                <a:lnTo>
                  <a:pt x="647291" y="480336"/>
                </a:lnTo>
                <a:lnTo>
                  <a:pt x="648345" y="481610"/>
                </a:lnTo>
                <a:lnTo>
                  <a:pt x="648469" y="482447"/>
                </a:lnTo>
                <a:lnTo>
                  <a:pt x="647440" y="482789"/>
                </a:lnTo>
                <a:lnTo>
                  <a:pt x="646723" y="483311"/>
                </a:lnTo>
                <a:lnTo>
                  <a:pt x="647417" y="484398"/>
                </a:lnTo>
                <a:lnTo>
                  <a:pt x="649623" y="486021"/>
                </a:lnTo>
                <a:lnTo>
                  <a:pt x="653365" y="488186"/>
                </a:lnTo>
                <a:lnTo>
                  <a:pt x="658602" y="490944"/>
                </a:lnTo>
                <a:lnTo>
                  <a:pt x="665227" y="494388"/>
                </a:lnTo>
                <a:lnTo>
                  <a:pt x="672137" y="498243"/>
                </a:lnTo>
                <a:lnTo>
                  <a:pt x="677885" y="501865"/>
                </a:lnTo>
                <a:lnTo>
                  <a:pt x="682723" y="505225"/>
                </a:lnTo>
                <a:lnTo>
                  <a:pt x="687335" y="508594"/>
                </a:lnTo>
                <a:lnTo>
                  <a:pt x="691733" y="511963"/>
                </a:lnTo>
                <a:lnTo>
                  <a:pt x="695929" y="515323"/>
                </a:lnTo>
                <a:lnTo>
                  <a:pt x="699935" y="518663"/>
                </a:lnTo>
                <a:lnTo>
                  <a:pt x="703760" y="521976"/>
                </a:lnTo>
                <a:lnTo>
                  <a:pt x="707676" y="525395"/>
                </a:lnTo>
                <a:lnTo>
                  <a:pt x="711891" y="529051"/>
                </a:lnTo>
                <a:lnTo>
                  <a:pt x="716072" y="532786"/>
                </a:lnTo>
                <a:lnTo>
                  <a:pt x="719958" y="536436"/>
                </a:lnTo>
                <a:lnTo>
                  <a:pt x="723569" y="539989"/>
                </a:lnTo>
                <a:lnTo>
                  <a:pt x="726921" y="543434"/>
                </a:lnTo>
                <a:lnTo>
                  <a:pt x="730025" y="546760"/>
                </a:lnTo>
                <a:lnTo>
                  <a:pt x="732891" y="549959"/>
                </a:lnTo>
                <a:lnTo>
                  <a:pt x="735920" y="553245"/>
                </a:lnTo>
                <a:lnTo>
                  <a:pt x="739442" y="556837"/>
                </a:lnTo>
                <a:lnTo>
                  <a:pt x="742982" y="560492"/>
                </a:lnTo>
                <a:lnTo>
                  <a:pt x="746148" y="563955"/>
                </a:lnTo>
                <a:lnTo>
                  <a:pt x="748958" y="567212"/>
                </a:lnTo>
                <a:lnTo>
                  <a:pt x="751421" y="570250"/>
                </a:lnTo>
                <a:lnTo>
                  <a:pt x="753542" y="573056"/>
                </a:lnTo>
                <a:lnTo>
                  <a:pt x="755315" y="575623"/>
                </a:lnTo>
                <a:lnTo>
                  <a:pt x="756970" y="578066"/>
                </a:lnTo>
                <a:lnTo>
                  <a:pt x="757607" y="578900"/>
                </a:lnTo>
              </a:path>
            </a:pathLst>
          </a:custGeom>
          <a:noFill/>
          <a:ln w="8573">
            <a:solidFill>
              <a:srgbClr val="868686">
                <a:alpha val="60000"/>
              </a:srgbClr>
            </a:solidFill>
            <a:prstDash val="solid"/>
          </a:ln>
        </p:spPr>
      </p:sp>
      <p:sp>
        <p:nvSpPr>
          <p:cNvPr id="1020" name="PANEL_D-near_ground_land-lane-0-direction-0-shaft_1355">
            <a:extLst>
              <a:ext uri="{FF2B5EF4-FFF2-40B4-BE49-F238E27FC236}">
                <a16:creationId xmlns:a16="http://schemas.microsoft.com/office/drawing/2014/main" id="{C8BBFCFF-1C68-4B77-939C-9E3236055DB3}"/>
              </a:ext>
            </a:extLst>
          </p:cNvPr>
          <p:cNvSpPr>
            <a:spLocks/>
          </p:cNvSpPr>
          <p:nvPr/>
        </p:nvSpPr>
        <p:spPr>
          <a:xfrm>
            <a:off x="12052200" y="5494345"/>
            <a:ext cx="88883" cy="55477"/>
          </a:xfrm>
          <a:custGeom>
            <a:pathLst>
              <a:path w="93315" h="58243">
                <a:moveTo>
                  <a:pt x="0" y="0"/>
                </a:moveTo>
                <a:lnTo>
                  <a:pt x="93315" y="58243"/>
                </a:lnTo>
              </a:path>
            </a:pathLst>
          </a:custGeom>
          <a:noFill/>
          <a:ln w="9525">
            <a:solidFill>
              <a:srgbClr val="868686">
                <a:alpha val="85000"/>
              </a:srgbClr>
            </a:solidFill>
            <a:prstDash val="solid"/>
          </a:ln>
        </p:spPr>
      </p:sp>
      <p:sp>
        <p:nvSpPr>
          <p:cNvPr id="1021" name="PANEL_D-near_ground_land-lane-0-direction-0-head_1356">
            <a:extLst>
              <a:ext uri="{FF2B5EF4-FFF2-40B4-BE49-F238E27FC236}">
                <a16:creationId xmlns:a16="http://schemas.microsoft.com/office/drawing/2014/main" id="{B1499FFE-B71B-4681-A548-7D6BED930E29}"/>
              </a:ext>
            </a:extLst>
          </p:cNvPr>
          <p:cNvSpPr>
            <a:spLocks/>
          </p:cNvSpPr>
          <p:nvPr/>
        </p:nvSpPr>
        <p:spPr>
          <a:xfrm>
            <a:off x="12106251" y="5517723"/>
            <a:ext cx="50992" cy="42185"/>
          </a:xfrm>
          <a:custGeom>
            <a:pathLst>
              <a:path w="53535" h="44289">
                <a:moveTo>
                  <a:pt x="53535" y="44289"/>
                </a:moveTo>
                <a:lnTo>
                  <a:pt x="0" y="35629"/>
                </a:lnTo>
                <a:lnTo>
                  <a:pt x="22238" y="0"/>
                </a:lnTo>
                <a:close/>
              </a:path>
            </a:pathLst>
          </a:custGeom>
          <a:solidFill>
            <a:srgbClr val="868686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023" name="PANEL_D-near_ground_land-stream-1-run-0_1357">
            <a:extLst>
              <a:ext uri="{FF2B5EF4-FFF2-40B4-BE49-F238E27FC236}">
                <a16:creationId xmlns:a16="http://schemas.microsoft.com/office/drawing/2014/main" id="{1F3BB0F2-81A2-4465-934A-202B85C1207C}"/>
              </a:ext>
            </a:extLst>
          </p:cNvPr>
          <p:cNvSpPr>
            <a:spLocks/>
          </p:cNvSpPr>
          <p:nvPr/>
        </p:nvSpPr>
        <p:spPr>
          <a:xfrm>
            <a:off x="11584474" y="5201333"/>
            <a:ext cx="655005" cy="509022"/>
          </a:xfrm>
          <a:custGeom>
            <a:pathLst>
              <a:path w="687669" h="534407">
                <a:moveTo>
                  <a:pt x="0" y="0"/>
                </a:moveTo>
                <a:lnTo>
                  <a:pt x="3598" y="3958"/>
                </a:lnTo>
                <a:lnTo>
                  <a:pt x="6992" y="7720"/>
                </a:lnTo>
                <a:lnTo>
                  <a:pt x="10393" y="11476"/>
                </a:lnTo>
                <a:lnTo>
                  <a:pt x="13799" y="15223"/>
                </a:lnTo>
                <a:lnTo>
                  <a:pt x="17211" y="18963"/>
                </a:lnTo>
                <a:lnTo>
                  <a:pt x="20628" y="22694"/>
                </a:lnTo>
                <a:lnTo>
                  <a:pt x="24053" y="26418"/>
                </a:lnTo>
                <a:lnTo>
                  <a:pt x="27486" y="30134"/>
                </a:lnTo>
                <a:lnTo>
                  <a:pt x="30925" y="33840"/>
                </a:lnTo>
                <a:lnTo>
                  <a:pt x="34369" y="37531"/>
                </a:lnTo>
                <a:lnTo>
                  <a:pt x="37820" y="41206"/>
                </a:lnTo>
                <a:lnTo>
                  <a:pt x="41284" y="44865"/>
                </a:lnTo>
                <a:lnTo>
                  <a:pt x="44759" y="48511"/>
                </a:lnTo>
                <a:lnTo>
                  <a:pt x="48246" y="52141"/>
                </a:lnTo>
                <a:lnTo>
                  <a:pt x="51747" y="55757"/>
                </a:lnTo>
                <a:lnTo>
                  <a:pt x="55262" y="59359"/>
                </a:lnTo>
                <a:lnTo>
                  <a:pt x="58797" y="62952"/>
                </a:lnTo>
                <a:lnTo>
                  <a:pt x="62355" y="66553"/>
                </a:lnTo>
                <a:lnTo>
                  <a:pt x="65923" y="70156"/>
                </a:lnTo>
                <a:lnTo>
                  <a:pt x="69496" y="73740"/>
                </a:lnTo>
                <a:lnTo>
                  <a:pt x="73077" y="77290"/>
                </a:lnTo>
                <a:lnTo>
                  <a:pt x="76668" y="80790"/>
                </a:lnTo>
                <a:lnTo>
                  <a:pt x="80272" y="84226"/>
                </a:lnTo>
                <a:lnTo>
                  <a:pt x="83888" y="87581"/>
                </a:lnTo>
                <a:lnTo>
                  <a:pt x="87521" y="90841"/>
                </a:lnTo>
                <a:lnTo>
                  <a:pt x="91175" y="93999"/>
                </a:lnTo>
                <a:lnTo>
                  <a:pt x="94859" y="97071"/>
                </a:lnTo>
                <a:lnTo>
                  <a:pt x="98571" y="100070"/>
                </a:lnTo>
                <a:lnTo>
                  <a:pt x="102312" y="103010"/>
                </a:lnTo>
                <a:lnTo>
                  <a:pt x="106082" y="105905"/>
                </a:lnTo>
                <a:lnTo>
                  <a:pt x="109880" y="108769"/>
                </a:lnTo>
                <a:lnTo>
                  <a:pt x="113708" y="111616"/>
                </a:lnTo>
                <a:lnTo>
                  <a:pt x="117541" y="114444"/>
                </a:lnTo>
                <a:lnTo>
                  <a:pt x="121363" y="117156"/>
                </a:lnTo>
                <a:lnTo>
                  <a:pt x="125207" y="119726"/>
                </a:lnTo>
                <a:lnTo>
                  <a:pt x="129107" y="122242"/>
                </a:lnTo>
                <a:lnTo>
                  <a:pt x="133067" y="124773"/>
                </a:lnTo>
                <a:lnTo>
                  <a:pt x="137094" y="127388"/>
                </a:lnTo>
                <a:lnTo>
                  <a:pt x="141189" y="130158"/>
                </a:lnTo>
                <a:lnTo>
                  <a:pt x="145356" y="133155"/>
                </a:lnTo>
                <a:lnTo>
                  <a:pt x="149579" y="136440"/>
                </a:lnTo>
                <a:lnTo>
                  <a:pt x="153828" y="140009"/>
                </a:lnTo>
                <a:lnTo>
                  <a:pt x="158085" y="143790"/>
                </a:lnTo>
                <a:lnTo>
                  <a:pt x="162352" y="147733"/>
                </a:lnTo>
                <a:lnTo>
                  <a:pt x="166631" y="151787"/>
                </a:lnTo>
                <a:lnTo>
                  <a:pt x="170920" y="155900"/>
                </a:lnTo>
                <a:lnTo>
                  <a:pt x="175216" y="160017"/>
                </a:lnTo>
                <a:lnTo>
                  <a:pt x="179513" y="164084"/>
                </a:lnTo>
                <a:lnTo>
                  <a:pt x="183856" y="168106"/>
                </a:lnTo>
                <a:lnTo>
                  <a:pt x="188301" y="172250"/>
                </a:lnTo>
                <a:lnTo>
                  <a:pt x="192792" y="176543"/>
                </a:lnTo>
                <a:lnTo>
                  <a:pt x="197270" y="180846"/>
                </a:lnTo>
                <a:lnTo>
                  <a:pt x="201728" y="185084"/>
                </a:lnTo>
                <a:lnTo>
                  <a:pt x="206154" y="189179"/>
                </a:lnTo>
                <a:lnTo>
                  <a:pt x="210529" y="193048"/>
                </a:lnTo>
                <a:lnTo>
                  <a:pt x="214827" y="196603"/>
                </a:lnTo>
                <a:lnTo>
                  <a:pt x="219036" y="199782"/>
                </a:lnTo>
                <a:lnTo>
                  <a:pt x="223214" y="202635"/>
                </a:lnTo>
                <a:lnTo>
                  <a:pt x="227427" y="205284"/>
                </a:lnTo>
                <a:lnTo>
                  <a:pt x="231700" y="207793"/>
                </a:lnTo>
                <a:lnTo>
                  <a:pt x="236058" y="210232"/>
                </a:lnTo>
                <a:lnTo>
                  <a:pt x="240529" y="212668"/>
                </a:lnTo>
                <a:lnTo>
                  <a:pt x="245134" y="215169"/>
                </a:lnTo>
                <a:lnTo>
                  <a:pt x="249890" y="217801"/>
                </a:lnTo>
                <a:lnTo>
                  <a:pt x="254709" y="220537"/>
                </a:lnTo>
                <a:lnTo>
                  <a:pt x="259444" y="223220"/>
                </a:lnTo>
                <a:lnTo>
                  <a:pt x="264116" y="225813"/>
                </a:lnTo>
                <a:lnTo>
                  <a:pt x="268804" y="228389"/>
                </a:lnTo>
                <a:lnTo>
                  <a:pt x="273506" y="230948"/>
                </a:lnTo>
                <a:lnTo>
                  <a:pt x="278220" y="233492"/>
                </a:lnTo>
                <a:lnTo>
                  <a:pt x="282947" y="236021"/>
                </a:lnTo>
                <a:lnTo>
                  <a:pt x="287685" y="238538"/>
                </a:lnTo>
                <a:lnTo>
                  <a:pt x="292432" y="241042"/>
                </a:lnTo>
                <a:lnTo>
                  <a:pt x="297188" y="243536"/>
                </a:lnTo>
                <a:lnTo>
                  <a:pt x="301952" y="246019"/>
                </a:lnTo>
                <a:lnTo>
                  <a:pt x="306723" y="248494"/>
                </a:lnTo>
                <a:lnTo>
                  <a:pt x="311499" y="250962"/>
                </a:lnTo>
                <a:lnTo>
                  <a:pt x="316280" y="253423"/>
                </a:lnTo>
                <a:lnTo>
                  <a:pt x="321064" y="255880"/>
                </a:lnTo>
                <a:lnTo>
                  <a:pt x="325851" y="258333"/>
                </a:lnTo>
                <a:lnTo>
                  <a:pt x="330639" y="260784"/>
                </a:lnTo>
                <a:lnTo>
                  <a:pt x="335426" y="263233"/>
                </a:lnTo>
                <a:lnTo>
                  <a:pt x="340212" y="265682"/>
                </a:lnTo>
                <a:lnTo>
                  <a:pt x="344995" y="268133"/>
                </a:lnTo>
                <a:lnTo>
                  <a:pt x="349776" y="270587"/>
                </a:lnTo>
                <a:lnTo>
                  <a:pt x="354551" y="273044"/>
                </a:lnTo>
                <a:lnTo>
                  <a:pt x="359321" y="275507"/>
                </a:lnTo>
                <a:lnTo>
                  <a:pt x="364084" y="277977"/>
                </a:lnTo>
                <a:lnTo>
                  <a:pt x="368830" y="280447"/>
                </a:lnTo>
                <a:lnTo>
                  <a:pt x="373555" y="282912"/>
                </a:lnTo>
                <a:lnTo>
                  <a:pt x="378271" y="285385"/>
                </a:lnTo>
                <a:lnTo>
                  <a:pt x="382990" y="287882"/>
                </a:lnTo>
                <a:lnTo>
                  <a:pt x="387712" y="290407"/>
                </a:lnTo>
                <a:lnTo>
                  <a:pt x="392436" y="292963"/>
                </a:lnTo>
                <a:lnTo>
                  <a:pt x="397161" y="295555"/>
                </a:lnTo>
                <a:lnTo>
                  <a:pt x="401888" y="298188"/>
                </a:lnTo>
                <a:lnTo>
                  <a:pt x="406679" y="300923"/>
                </a:lnTo>
                <a:lnTo>
                  <a:pt x="411549" y="303797"/>
                </a:lnTo>
                <a:lnTo>
                  <a:pt x="416363" y="306694"/>
                </a:lnTo>
                <a:lnTo>
                  <a:pt x="421031" y="309511"/>
                </a:lnTo>
                <a:lnTo>
                  <a:pt x="425545" y="312225"/>
                </a:lnTo>
                <a:lnTo>
                  <a:pt x="429899" y="314815"/>
                </a:lnTo>
                <a:lnTo>
                  <a:pt x="434081" y="317256"/>
                </a:lnTo>
                <a:lnTo>
                  <a:pt x="438077" y="319526"/>
                </a:lnTo>
                <a:lnTo>
                  <a:pt x="442007" y="321723"/>
                </a:lnTo>
                <a:lnTo>
                  <a:pt x="446050" y="324021"/>
                </a:lnTo>
                <a:lnTo>
                  <a:pt x="450134" y="326377"/>
                </a:lnTo>
                <a:lnTo>
                  <a:pt x="454136" y="328680"/>
                </a:lnTo>
                <a:lnTo>
                  <a:pt x="458053" y="330925"/>
                </a:lnTo>
                <a:lnTo>
                  <a:pt x="461880" y="333108"/>
                </a:lnTo>
                <a:lnTo>
                  <a:pt x="465614" y="335224"/>
                </a:lnTo>
                <a:lnTo>
                  <a:pt x="469249" y="337268"/>
                </a:lnTo>
                <a:lnTo>
                  <a:pt x="472691" y="339165"/>
                </a:lnTo>
                <a:lnTo>
                  <a:pt x="475924" y="340892"/>
                </a:lnTo>
                <a:lnTo>
                  <a:pt x="479175" y="342623"/>
                </a:lnTo>
                <a:lnTo>
                  <a:pt x="482604" y="344493"/>
                </a:lnTo>
                <a:lnTo>
                  <a:pt x="486231" y="346527"/>
                </a:lnTo>
                <a:lnTo>
                  <a:pt x="490070" y="348750"/>
                </a:lnTo>
                <a:lnTo>
                  <a:pt x="494130" y="351185"/>
                </a:lnTo>
                <a:lnTo>
                  <a:pt x="498413" y="353855"/>
                </a:lnTo>
                <a:lnTo>
                  <a:pt x="502728" y="356646"/>
                </a:lnTo>
                <a:lnTo>
                  <a:pt x="506804" y="359350"/>
                </a:lnTo>
                <a:lnTo>
                  <a:pt x="510706" y="361989"/>
                </a:lnTo>
                <a:lnTo>
                  <a:pt x="514577" y="364669"/>
                </a:lnTo>
                <a:lnTo>
                  <a:pt x="518418" y="367391"/>
                </a:lnTo>
                <a:lnTo>
                  <a:pt x="522229" y="370155"/>
                </a:lnTo>
                <a:lnTo>
                  <a:pt x="526010" y="372959"/>
                </a:lnTo>
                <a:lnTo>
                  <a:pt x="529761" y="375806"/>
                </a:lnTo>
                <a:lnTo>
                  <a:pt x="533482" y="378694"/>
                </a:lnTo>
                <a:lnTo>
                  <a:pt x="537171" y="381623"/>
                </a:lnTo>
                <a:lnTo>
                  <a:pt x="540830" y="384592"/>
                </a:lnTo>
                <a:lnTo>
                  <a:pt x="544459" y="387603"/>
                </a:lnTo>
                <a:lnTo>
                  <a:pt x="548058" y="390655"/>
                </a:lnTo>
                <a:lnTo>
                  <a:pt x="551629" y="393747"/>
                </a:lnTo>
                <a:lnTo>
                  <a:pt x="555170" y="396879"/>
                </a:lnTo>
                <a:lnTo>
                  <a:pt x="558683" y="400051"/>
                </a:lnTo>
                <a:lnTo>
                  <a:pt x="562167" y="403262"/>
                </a:lnTo>
                <a:lnTo>
                  <a:pt x="565622" y="406511"/>
                </a:lnTo>
                <a:lnTo>
                  <a:pt x="569049" y="409799"/>
                </a:lnTo>
                <a:lnTo>
                  <a:pt x="572449" y="413123"/>
                </a:lnTo>
                <a:lnTo>
                  <a:pt x="575822" y="416485"/>
                </a:lnTo>
                <a:lnTo>
                  <a:pt x="579169" y="419883"/>
                </a:lnTo>
                <a:lnTo>
                  <a:pt x="582491" y="423316"/>
                </a:lnTo>
                <a:lnTo>
                  <a:pt x="585788" y="426785"/>
                </a:lnTo>
                <a:lnTo>
                  <a:pt x="589240" y="430419"/>
                </a:lnTo>
                <a:lnTo>
                  <a:pt x="592914" y="434301"/>
                </a:lnTo>
                <a:lnTo>
                  <a:pt x="596474" y="438197"/>
                </a:lnTo>
                <a:lnTo>
                  <a:pt x="599712" y="441919"/>
                </a:lnTo>
                <a:lnTo>
                  <a:pt x="602641" y="445445"/>
                </a:lnTo>
                <a:lnTo>
                  <a:pt x="605265" y="448755"/>
                </a:lnTo>
                <a:lnTo>
                  <a:pt x="607584" y="451831"/>
                </a:lnTo>
                <a:lnTo>
                  <a:pt x="609586" y="454654"/>
                </a:lnTo>
                <a:lnTo>
                  <a:pt x="611538" y="457393"/>
                </a:lnTo>
                <a:lnTo>
                  <a:pt x="613804" y="460305"/>
                </a:lnTo>
                <a:lnTo>
                  <a:pt x="616220" y="463301"/>
                </a:lnTo>
                <a:lnTo>
                  <a:pt x="618537" y="466214"/>
                </a:lnTo>
                <a:lnTo>
                  <a:pt x="620756" y="469039"/>
                </a:lnTo>
                <a:lnTo>
                  <a:pt x="622879" y="471773"/>
                </a:lnTo>
                <a:lnTo>
                  <a:pt x="624904" y="474412"/>
                </a:lnTo>
                <a:lnTo>
                  <a:pt x="626834" y="476955"/>
                </a:lnTo>
                <a:lnTo>
                  <a:pt x="628345" y="479247"/>
                </a:lnTo>
                <a:lnTo>
                  <a:pt x="629352" y="481236"/>
                </a:lnTo>
                <a:lnTo>
                  <a:pt x="630586" y="483243"/>
                </a:lnTo>
                <a:lnTo>
                  <a:pt x="632557" y="485471"/>
                </a:lnTo>
                <a:lnTo>
                  <a:pt x="635274" y="487918"/>
                </a:lnTo>
                <a:lnTo>
                  <a:pt x="638710" y="490602"/>
                </a:lnTo>
                <a:lnTo>
                  <a:pt x="642808" y="493561"/>
                </a:lnTo>
                <a:lnTo>
                  <a:pt x="647479" y="496852"/>
                </a:lnTo>
                <a:lnTo>
                  <a:pt x="652218" y="500376"/>
                </a:lnTo>
                <a:lnTo>
                  <a:pt x="656414" y="503844"/>
                </a:lnTo>
                <a:lnTo>
                  <a:pt x="660201" y="507217"/>
                </a:lnTo>
                <a:lnTo>
                  <a:pt x="663877" y="510608"/>
                </a:lnTo>
                <a:lnTo>
                  <a:pt x="667451" y="514008"/>
                </a:lnTo>
                <a:lnTo>
                  <a:pt x="670935" y="517410"/>
                </a:lnTo>
                <a:lnTo>
                  <a:pt x="674338" y="520809"/>
                </a:lnTo>
                <a:lnTo>
                  <a:pt x="677670" y="524197"/>
                </a:lnTo>
                <a:lnTo>
                  <a:pt x="681030" y="527617"/>
                </a:lnTo>
                <a:lnTo>
                  <a:pt x="684488" y="531124"/>
                </a:lnTo>
                <a:lnTo>
                  <a:pt x="687669" y="534407"/>
                </a:lnTo>
              </a:path>
            </a:pathLst>
          </a:custGeom>
          <a:noFill/>
          <a:ln w="8573">
            <a:solidFill>
              <a:srgbClr val="868686">
                <a:alpha val="60000"/>
              </a:srgbClr>
            </a:solidFill>
            <a:prstDash val="solid"/>
          </a:ln>
        </p:spPr>
      </p:sp>
      <p:sp>
        <p:nvSpPr>
          <p:cNvPr id="1024" name="PANEL_D-near_ground_land-stream-2-run-0_1358">
            <a:extLst>
              <a:ext uri="{FF2B5EF4-FFF2-40B4-BE49-F238E27FC236}">
                <a16:creationId xmlns:a16="http://schemas.microsoft.com/office/drawing/2014/main" id="{9A9EAFCD-49BC-49FB-B1B0-84E0DB1B9A20}"/>
              </a:ext>
            </a:extLst>
          </p:cNvPr>
          <p:cNvSpPr>
            <a:spLocks/>
          </p:cNvSpPr>
          <p:nvPr/>
        </p:nvSpPr>
        <p:spPr>
          <a:xfrm>
            <a:off x="11568039" y="5271867"/>
            <a:ext cx="513682" cy="442022"/>
          </a:xfrm>
          <a:custGeom>
            <a:pathLst>
              <a:path w="539299" h="464065">
                <a:moveTo>
                  <a:pt x="0" y="0"/>
                </a:moveTo>
                <a:lnTo>
                  <a:pt x="3127" y="4115"/>
                </a:lnTo>
                <a:lnTo>
                  <a:pt x="6287" y="8196"/>
                </a:lnTo>
                <a:lnTo>
                  <a:pt x="9493" y="12252"/>
                </a:lnTo>
                <a:lnTo>
                  <a:pt x="12733" y="16271"/>
                </a:lnTo>
                <a:lnTo>
                  <a:pt x="15997" y="20241"/>
                </a:lnTo>
                <a:lnTo>
                  <a:pt x="19284" y="24165"/>
                </a:lnTo>
                <a:lnTo>
                  <a:pt x="22594" y="28042"/>
                </a:lnTo>
                <a:lnTo>
                  <a:pt x="25926" y="31874"/>
                </a:lnTo>
                <a:lnTo>
                  <a:pt x="29281" y="35661"/>
                </a:lnTo>
                <a:lnTo>
                  <a:pt x="32601" y="39356"/>
                </a:lnTo>
                <a:lnTo>
                  <a:pt x="35870" y="42960"/>
                </a:lnTo>
                <a:lnTo>
                  <a:pt x="39202" y="46578"/>
                </a:lnTo>
                <a:lnTo>
                  <a:pt x="42673" y="50261"/>
                </a:lnTo>
                <a:lnTo>
                  <a:pt x="46286" y="53997"/>
                </a:lnTo>
                <a:lnTo>
                  <a:pt x="50045" y="57772"/>
                </a:lnTo>
                <a:lnTo>
                  <a:pt x="53955" y="61573"/>
                </a:lnTo>
                <a:lnTo>
                  <a:pt x="58024" y="65385"/>
                </a:lnTo>
                <a:lnTo>
                  <a:pt x="62238" y="69178"/>
                </a:lnTo>
                <a:lnTo>
                  <a:pt x="66500" y="72857"/>
                </a:lnTo>
                <a:lnTo>
                  <a:pt x="70704" y="76353"/>
                </a:lnTo>
                <a:lnTo>
                  <a:pt x="74821" y="79662"/>
                </a:lnTo>
                <a:lnTo>
                  <a:pt x="78845" y="82801"/>
                </a:lnTo>
                <a:lnTo>
                  <a:pt x="82768" y="85782"/>
                </a:lnTo>
                <a:lnTo>
                  <a:pt x="86587" y="88621"/>
                </a:lnTo>
                <a:lnTo>
                  <a:pt x="90303" y="91335"/>
                </a:lnTo>
                <a:lnTo>
                  <a:pt x="94338" y="94258"/>
                </a:lnTo>
                <a:lnTo>
                  <a:pt x="98983" y="97516"/>
                </a:lnTo>
                <a:lnTo>
                  <a:pt x="103606" y="100580"/>
                </a:lnTo>
                <a:lnTo>
                  <a:pt x="107668" y="103144"/>
                </a:lnTo>
                <a:lnTo>
                  <a:pt x="111167" y="105279"/>
                </a:lnTo>
                <a:lnTo>
                  <a:pt x="114144" y="107057"/>
                </a:lnTo>
                <a:lnTo>
                  <a:pt x="116680" y="108557"/>
                </a:lnTo>
                <a:lnTo>
                  <a:pt x="118888" y="109870"/>
                </a:lnTo>
                <a:lnTo>
                  <a:pt x="121028" y="111224"/>
                </a:lnTo>
                <a:lnTo>
                  <a:pt x="123505" y="113016"/>
                </a:lnTo>
                <a:lnTo>
                  <a:pt x="126450" y="115391"/>
                </a:lnTo>
                <a:lnTo>
                  <a:pt x="129765" y="118262"/>
                </a:lnTo>
                <a:lnTo>
                  <a:pt x="133387" y="121556"/>
                </a:lnTo>
                <a:lnTo>
                  <a:pt x="137274" y="125204"/>
                </a:lnTo>
                <a:lnTo>
                  <a:pt x="141398" y="129141"/>
                </a:lnTo>
                <a:lnTo>
                  <a:pt x="145744" y="133310"/>
                </a:lnTo>
                <a:lnTo>
                  <a:pt x="150002" y="137298"/>
                </a:lnTo>
                <a:lnTo>
                  <a:pt x="153909" y="140891"/>
                </a:lnTo>
                <a:lnTo>
                  <a:pt x="157816" y="144589"/>
                </a:lnTo>
                <a:lnTo>
                  <a:pt x="161993" y="148667"/>
                </a:lnTo>
                <a:lnTo>
                  <a:pt x="166417" y="153043"/>
                </a:lnTo>
                <a:lnTo>
                  <a:pt x="171079" y="157643"/>
                </a:lnTo>
                <a:lnTo>
                  <a:pt x="175990" y="162402"/>
                </a:lnTo>
                <a:lnTo>
                  <a:pt x="181177" y="167261"/>
                </a:lnTo>
                <a:lnTo>
                  <a:pt x="186604" y="172079"/>
                </a:lnTo>
                <a:lnTo>
                  <a:pt x="192051" y="176570"/>
                </a:lnTo>
                <a:lnTo>
                  <a:pt x="197325" y="180603"/>
                </a:lnTo>
                <a:lnTo>
                  <a:pt x="202391" y="184225"/>
                </a:lnTo>
                <a:lnTo>
                  <a:pt x="207219" y="187487"/>
                </a:lnTo>
                <a:lnTo>
                  <a:pt x="211795" y="190442"/>
                </a:lnTo>
                <a:lnTo>
                  <a:pt x="216117" y="193150"/>
                </a:lnTo>
                <a:lnTo>
                  <a:pt x="220201" y="195674"/>
                </a:lnTo>
                <a:lnTo>
                  <a:pt x="224244" y="198237"/>
                </a:lnTo>
                <a:lnTo>
                  <a:pt x="228489" y="201041"/>
                </a:lnTo>
                <a:lnTo>
                  <a:pt x="232865" y="203969"/>
                </a:lnTo>
                <a:lnTo>
                  <a:pt x="237237" y="206900"/>
                </a:lnTo>
                <a:lnTo>
                  <a:pt x="241604" y="209833"/>
                </a:lnTo>
                <a:lnTo>
                  <a:pt x="245966" y="212771"/>
                </a:lnTo>
                <a:lnTo>
                  <a:pt x="250322" y="215714"/>
                </a:lnTo>
                <a:lnTo>
                  <a:pt x="254670" y="218663"/>
                </a:lnTo>
                <a:lnTo>
                  <a:pt x="259011" y="221620"/>
                </a:lnTo>
                <a:lnTo>
                  <a:pt x="263342" y="224586"/>
                </a:lnTo>
                <a:lnTo>
                  <a:pt x="267664" y="227561"/>
                </a:lnTo>
                <a:lnTo>
                  <a:pt x="271975" y="230546"/>
                </a:lnTo>
                <a:lnTo>
                  <a:pt x="276275" y="233542"/>
                </a:lnTo>
                <a:lnTo>
                  <a:pt x="280562" y="236550"/>
                </a:lnTo>
                <a:lnTo>
                  <a:pt x="284836" y="239571"/>
                </a:lnTo>
                <a:lnTo>
                  <a:pt x="289096" y="242606"/>
                </a:lnTo>
                <a:lnTo>
                  <a:pt x="293341" y="245656"/>
                </a:lnTo>
                <a:lnTo>
                  <a:pt x="297572" y="248721"/>
                </a:lnTo>
                <a:lnTo>
                  <a:pt x="301787" y="251802"/>
                </a:lnTo>
                <a:lnTo>
                  <a:pt x="305985" y="254900"/>
                </a:lnTo>
                <a:lnTo>
                  <a:pt x="310166" y="258015"/>
                </a:lnTo>
                <a:lnTo>
                  <a:pt x="314330" y="261148"/>
                </a:lnTo>
                <a:lnTo>
                  <a:pt x="318475" y="264300"/>
                </a:lnTo>
                <a:lnTo>
                  <a:pt x="322601" y="267471"/>
                </a:lnTo>
                <a:lnTo>
                  <a:pt x="326713" y="270665"/>
                </a:lnTo>
                <a:lnTo>
                  <a:pt x="330810" y="273881"/>
                </a:lnTo>
                <a:lnTo>
                  <a:pt x="334886" y="277113"/>
                </a:lnTo>
                <a:lnTo>
                  <a:pt x="338935" y="280358"/>
                </a:lnTo>
                <a:lnTo>
                  <a:pt x="342957" y="283619"/>
                </a:lnTo>
                <a:lnTo>
                  <a:pt x="346953" y="286900"/>
                </a:lnTo>
                <a:lnTo>
                  <a:pt x="350922" y="290202"/>
                </a:lnTo>
                <a:lnTo>
                  <a:pt x="354864" y="293528"/>
                </a:lnTo>
                <a:lnTo>
                  <a:pt x="358757" y="296861"/>
                </a:lnTo>
                <a:lnTo>
                  <a:pt x="362596" y="300214"/>
                </a:lnTo>
                <a:lnTo>
                  <a:pt x="366431" y="303641"/>
                </a:lnTo>
                <a:lnTo>
                  <a:pt x="370289" y="307150"/>
                </a:lnTo>
                <a:lnTo>
                  <a:pt x="374169" y="310723"/>
                </a:lnTo>
                <a:lnTo>
                  <a:pt x="378072" y="314343"/>
                </a:lnTo>
                <a:lnTo>
                  <a:pt x="382000" y="317992"/>
                </a:lnTo>
                <a:lnTo>
                  <a:pt x="385954" y="321653"/>
                </a:lnTo>
                <a:lnTo>
                  <a:pt x="389897" y="325272"/>
                </a:lnTo>
                <a:lnTo>
                  <a:pt x="393773" y="328814"/>
                </a:lnTo>
                <a:lnTo>
                  <a:pt x="397606" y="332323"/>
                </a:lnTo>
                <a:lnTo>
                  <a:pt x="401435" y="335828"/>
                </a:lnTo>
                <a:lnTo>
                  <a:pt x="405261" y="339326"/>
                </a:lnTo>
                <a:lnTo>
                  <a:pt x="409087" y="342812"/>
                </a:lnTo>
                <a:lnTo>
                  <a:pt x="412914" y="346282"/>
                </a:lnTo>
                <a:lnTo>
                  <a:pt x="416745" y="349732"/>
                </a:lnTo>
                <a:lnTo>
                  <a:pt x="420610" y="353180"/>
                </a:lnTo>
                <a:lnTo>
                  <a:pt x="424516" y="356605"/>
                </a:lnTo>
                <a:lnTo>
                  <a:pt x="428395" y="359949"/>
                </a:lnTo>
                <a:lnTo>
                  <a:pt x="432198" y="363196"/>
                </a:lnTo>
                <a:lnTo>
                  <a:pt x="435918" y="366364"/>
                </a:lnTo>
                <a:lnTo>
                  <a:pt x="439550" y="369469"/>
                </a:lnTo>
                <a:lnTo>
                  <a:pt x="443090" y="372530"/>
                </a:lnTo>
                <a:lnTo>
                  <a:pt x="446535" y="375561"/>
                </a:lnTo>
                <a:lnTo>
                  <a:pt x="449944" y="378626"/>
                </a:lnTo>
                <a:lnTo>
                  <a:pt x="453408" y="381778"/>
                </a:lnTo>
                <a:lnTo>
                  <a:pt x="456909" y="384980"/>
                </a:lnTo>
                <a:lnTo>
                  <a:pt x="460400" y="388196"/>
                </a:lnTo>
                <a:lnTo>
                  <a:pt x="463880" y="391426"/>
                </a:lnTo>
                <a:lnTo>
                  <a:pt x="467351" y="394667"/>
                </a:lnTo>
                <a:lnTo>
                  <a:pt x="470813" y="397920"/>
                </a:lnTo>
                <a:lnTo>
                  <a:pt x="474267" y="401184"/>
                </a:lnTo>
                <a:lnTo>
                  <a:pt x="477714" y="404457"/>
                </a:lnTo>
                <a:lnTo>
                  <a:pt x="481155" y="407739"/>
                </a:lnTo>
                <a:lnTo>
                  <a:pt x="484590" y="411028"/>
                </a:lnTo>
                <a:lnTo>
                  <a:pt x="488020" y="414324"/>
                </a:lnTo>
                <a:lnTo>
                  <a:pt x="491445" y="417626"/>
                </a:lnTo>
                <a:lnTo>
                  <a:pt x="494867" y="420932"/>
                </a:lnTo>
                <a:lnTo>
                  <a:pt x="498285" y="424242"/>
                </a:lnTo>
                <a:lnTo>
                  <a:pt x="501702" y="427555"/>
                </a:lnTo>
                <a:lnTo>
                  <a:pt x="505117" y="430869"/>
                </a:lnTo>
                <a:lnTo>
                  <a:pt x="508531" y="434185"/>
                </a:lnTo>
                <a:lnTo>
                  <a:pt x="511946" y="437499"/>
                </a:lnTo>
                <a:lnTo>
                  <a:pt x="515362" y="440813"/>
                </a:lnTo>
                <a:lnTo>
                  <a:pt x="518779" y="444123"/>
                </a:lnTo>
                <a:lnTo>
                  <a:pt x="522198" y="447431"/>
                </a:lnTo>
                <a:lnTo>
                  <a:pt x="525621" y="450733"/>
                </a:lnTo>
                <a:lnTo>
                  <a:pt x="529047" y="454030"/>
                </a:lnTo>
                <a:lnTo>
                  <a:pt x="532378" y="457249"/>
                </a:lnTo>
                <a:lnTo>
                  <a:pt x="535572" y="460386"/>
                </a:lnTo>
                <a:lnTo>
                  <a:pt x="538811" y="463587"/>
                </a:lnTo>
                <a:lnTo>
                  <a:pt x="539299" y="464065"/>
                </a:lnTo>
              </a:path>
            </a:pathLst>
          </a:custGeom>
          <a:noFill/>
          <a:ln w="11430">
            <a:solidFill>
              <a:srgbClr val="868686">
                <a:alpha val="87000"/>
              </a:srgbClr>
            </a:solidFill>
            <a:prstDash val="solid"/>
          </a:ln>
        </p:spPr>
      </p:sp>
      <p:sp>
        <p:nvSpPr>
          <p:cNvPr id="1025" name="PANEL_D-near_ground_land-stream-3-run-0_1359">
            <a:extLst>
              <a:ext uri="{FF2B5EF4-FFF2-40B4-BE49-F238E27FC236}">
                <a16:creationId xmlns:a16="http://schemas.microsoft.com/office/drawing/2014/main" id="{A583C9DF-8C81-45C0-A4C3-1B172F779E08}"/>
              </a:ext>
            </a:extLst>
          </p:cNvPr>
          <p:cNvSpPr>
            <a:spLocks/>
          </p:cNvSpPr>
          <p:nvPr/>
        </p:nvSpPr>
        <p:spPr>
          <a:xfrm>
            <a:off x="11550774" y="5343731"/>
            <a:ext cx="522915" cy="470648"/>
          </a:xfrm>
          <a:custGeom>
            <a:pathLst>
              <a:path w="548992" h="494118">
                <a:moveTo>
                  <a:pt x="0" y="0"/>
                </a:moveTo>
                <a:lnTo>
                  <a:pt x="2937" y="4310"/>
                </a:lnTo>
                <a:lnTo>
                  <a:pt x="5874" y="8581"/>
                </a:lnTo>
                <a:lnTo>
                  <a:pt x="8695" y="12715"/>
                </a:lnTo>
                <a:lnTo>
                  <a:pt x="11361" y="16696"/>
                </a:lnTo>
                <a:lnTo>
                  <a:pt x="14108" y="20735"/>
                </a:lnTo>
                <a:lnTo>
                  <a:pt x="17096" y="24956"/>
                </a:lnTo>
                <a:lnTo>
                  <a:pt x="20330" y="29349"/>
                </a:lnTo>
                <a:lnTo>
                  <a:pt x="23820" y="33907"/>
                </a:lnTo>
                <a:lnTo>
                  <a:pt x="27579" y="38620"/>
                </a:lnTo>
                <a:lnTo>
                  <a:pt x="31627" y="43481"/>
                </a:lnTo>
                <a:lnTo>
                  <a:pt x="35940" y="48442"/>
                </a:lnTo>
                <a:lnTo>
                  <a:pt x="40315" y="53323"/>
                </a:lnTo>
                <a:lnTo>
                  <a:pt x="44530" y="57960"/>
                </a:lnTo>
                <a:lnTo>
                  <a:pt x="48523" y="62331"/>
                </a:lnTo>
                <a:lnTo>
                  <a:pt x="52275" y="66448"/>
                </a:lnTo>
                <a:lnTo>
                  <a:pt x="55768" y="70319"/>
                </a:lnTo>
                <a:lnTo>
                  <a:pt x="58991" y="73956"/>
                </a:lnTo>
                <a:lnTo>
                  <a:pt x="61938" y="77370"/>
                </a:lnTo>
                <a:lnTo>
                  <a:pt x="65542" y="81280"/>
                </a:lnTo>
                <a:lnTo>
                  <a:pt x="70475" y="86088"/>
                </a:lnTo>
                <a:lnTo>
                  <a:pt x="75342" y="90681"/>
                </a:lnTo>
                <a:lnTo>
                  <a:pt x="78912" y="94277"/>
                </a:lnTo>
                <a:lnTo>
                  <a:pt x="81142" y="96923"/>
                </a:lnTo>
                <a:lnTo>
                  <a:pt x="82083" y="98669"/>
                </a:lnTo>
                <a:lnTo>
                  <a:pt x="81882" y="99576"/>
                </a:lnTo>
                <a:lnTo>
                  <a:pt x="80767" y="99730"/>
                </a:lnTo>
                <a:lnTo>
                  <a:pt x="79332" y="99553"/>
                </a:lnTo>
                <a:lnTo>
                  <a:pt x="78554" y="99955"/>
                </a:lnTo>
                <a:lnTo>
                  <a:pt x="78784" y="101378"/>
                </a:lnTo>
                <a:lnTo>
                  <a:pt x="79812" y="103704"/>
                </a:lnTo>
                <a:lnTo>
                  <a:pt x="81514" y="106849"/>
                </a:lnTo>
                <a:lnTo>
                  <a:pt x="83809" y="110735"/>
                </a:lnTo>
                <a:lnTo>
                  <a:pt x="86651" y="115300"/>
                </a:lnTo>
                <a:lnTo>
                  <a:pt x="90027" y="120493"/>
                </a:lnTo>
                <a:lnTo>
                  <a:pt x="93125" y="125309"/>
                </a:lnTo>
                <a:lnTo>
                  <a:pt x="95202" y="128955"/>
                </a:lnTo>
                <a:lnTo>
                  <a:pt x="97196" y="132608"/>
                </a:lnTo>
                <a:lnTo>
                  <a:pt x="99883" y="137175"/>
                </a:lnTo>
                <a:lnTo>
                  <a:pt x="103230" y="142580"/>
                </a:lnTo>
                <a:lnTo>
                  <a:pt x="107257" y="148775"/>
                </a:lnTo>
                <a:lnTo>
                  <a:pt x="112036" y="155740"/>
                </a:lnTo>
                <a:lnTo>
                  <a:pt x="117700" y="163486"/>
                </a:lnTo>
                <a:lnTo>
                  <a:pt x="124195" y="171756"/>
                </a:lnTo>
                <a:lnTo>
                  <a:pt x="130863" y="179728"/>
                </a:lnTo>
                <a:lnTo>
                  <a:pt x="137085" y="186853"/>
                </a:lnTo>
                <a:lnTo>
                  <a:pt x="142717" y="193128"/>
                </a:lnTo>
                <a:lnTo>
                  <a:pt x="147623" y="198551"/>
                </a:lnTo>
                <a:lnTo>
                  <a:pt x="151703" y="203140"/>
                </a:lnTo>
                <a:lnTo>
                  <a:pt x="154903" y="206922"/>
                </a:lnTo>
                <a:lnTo>
                  <a:pt x="157220" y="209939"/>
                </a:lnTo>
                <a:lnTo>
                  <a:pt x="159338" y="212834"/>
                </a:lnTo>
                <a:lnTo>
                  <a:pt x="162185" y="216440"/>
                </a:lnTo>
                <a:lnTo>
                  <a:pt x="165530" y="220502"/>
                </a:lnTo>
                <a:lnTo>
                  <a:pt x="168878" y="224561"/>
                </a:lnTo>
                <a:lnTo>
                  <a:pt x="172229" y="228615"/>
                </a:lnTo>
                <a:lnTo>
                  <a:pt x="175581" y="232665"/>
                </a:lnTo>
                <a:lnTo>
                  <a:pt x="178937" y="236710"/>
                </a:lnTo>
                <a:lnTo>
                  <a:pt x="182295" y="240750"/>
                </a:lnTo>
                <a:lnTo>
                  <a:pt x="185658" y="244786"/>
                </a:lnTo>
                <a:lnTo>
                  <a:pt x="189025" y="248817"/>
                </a:lnTo>
                <a:lnTo>
                  <a:pt x="192397" y="252844"/>
                </a:lnTo>
                <a:lnTo>
                  <a:pt x="195773" y="256864"/>
                </a:lnTo>
                <a:lnTo>
                  <a:pt x="199154" y="260877"/>
                </a:lnTo>
                <a:lnTo>
                  <a:pt x="202540" y="264883"/>
                </a:lnTo>
                <a:lnTo>
                  <a:pt x="205931" y="268882"/>
                </a:lnTo>
                <a:lnTo>
                  <a:pt x="209328" y="272872"/>
                </a:lnTo>
                <a:lnTo>
                  <a:pt x="212732" y="276855"/>
                </a:lnTo>
                <a:lnTo>
                  <a:pt x="216145" y="280830"/>
                </a:lnTo>
                <a:lnTo>
                  <a:pt x="219565" y="284796"/>
                </a:lnTo>
                <a:lnTo>
                  <a:pt x="222993" y="288752"/>
                </a:lnTo>
                <a:lnTo>
                  <a:pt x="226430" y="292697"/>
                </a:lnTo>
                <a:lnTo>
                  <a:pt x="229875" y="296631"/>
                </a:lnTo>
                <a:lnTo>
                  <a:pt x="233330" y="300553"/>
                </a:lnTo>
                <a:lnTo>
                  <a:pt x="236795" y="304463"/>
                </a:lnTo>
                <a:lnTo>
                  <a:pt x="240296" y="308382"/>
                </a:lnTo>
                <a:lnTo>
                  <a:pt x="243845" y="312319"/>
                </a:lnTo>
                <a:lnTo>
                  <a:pt x="247396" y="316229"/>
                </a:lnTo>
                <a:lnTo>
                  <a:pt x="250918" y="320084"/>
                </a:lnTo>
                <a:lnTo>
                  <a:pt x="254410" y="323884"/>
                </a:lnTo>
                <a:lnTo>
                  <a:pt x="257873" y="327630"/>
                </a:lnTo>
                <a:lnTo>
                  <a:pt x="261307" y="331325"/>
                </a:lnTo>
                <a:lnTo>
                  <a:pt x="264713" y="334969"/>
                </a:lnTo>
                <a:lnTo>
                  <a:pt x="267928" y="338412"/>
                </a:lnTo>
                <a:lnTo>
                  <a:pt x="270919" y="341636"/>
                </a:lnTo>
                <a:lnTo>
                  <a:pt x="274040" y="344978"/>
                </a:lnTo>
                <a:lnTo>
                  <a:pt x="277511" y="348629"/>
                </a:lnTo>
                <a:lnTo>
                  <a:pt x="281331" y="352573"/>
                </a:lnTo>
                <a:lnTo>
                  <a:pt x="285507" y="356792"/>
                </a:lnTo>
                <a:lnTo>
                  <a:pt x="290050" y="361273"/>
                </a:lnTo>
                <a:lnTo>
                  <a:pt x="294979" y="366001"/>
                </a:lnTo>
                <a:lnTo>
                  <a:pt x="299997" y="370676"/>
                </a:lnTo>
                <a:lnTo>
                  <a:pt x="304685" y="374938"/>
                </a:lnTo>
                <a:lnTo>
                  <a:pt x="309220" y="378977"/>
                </a:lnTo>
                <a:lnTo>
                  <a:pt x="313887" y="383038"/>
                </a:lnTo>
                <a:lnTo>
                  <a:pt x="318691" y="387117"/>
                </a:lnTo>
                <a:lnTo>
                  <a:pt x="323637" y="391208"/>
                </a:lnTo>
                <a:lnTo>
                  <a:pt x="328732" y="395307"/>
                </a:lnTo>
                <a:lnTo>
                  <a:pt x="333982" y="399408"/>
                </a:lnTo>
                <a:lnTo>
                  <a:pt x="339591" y="403660"/>
                </a:lnTo>
                <a:lnTo>
                  <a:pt x="345585" y="408043"/>
                </a:lnTo>
                <a:lnTo>
                  <a:pt x="351471" y="412162"/>
                </a:lnTo>
                <a:lnTo>
                  <a:pt x="356913" y="415803"/>
                </a:lnTo>
                <a:lnTo>
                  <a:pt x="361880" y="418982"/>
                </a:lnTo>
                <a:lnTo>
                  <a:pt x="366353" y="421720"/>
                </a:lnTo>
                <a:lnTo>
                  <a:pt x="370325" y="424040"/>
                </a:lnTo>
                <a:lnTo>
                  <a:pt x="373802" y="425963"/>
                </a:lnTo>
                <a:lnTo>
                  <a:pt x="377184" y="427793"/>
                </a:lnTo>
                <a:lnTo>
                  <a:pt x="381028" y="429924"/>
                </a:lnTo>
                <a:lnTo>
                  <a:pt x="385196" y="432236"/>
                </a:lnTo>
                <a:lnTo>
                  <a:pt x="389389" y="434511"/>
                </a:lnTo>
                <a:lnTo>
                  <a:pt x="393609" y="436748"/>
                </a:lnTo>
                <a:lnTo>
                  <a:pt x="397855" y="438947"/>
                </a:lnTo>
                <a:lnTo>
                  <a:pt x="402127" y="441108"/>
                </a:lnTo>
                <a:lnTo>
                  <a:pt x="406425" y="443231"/>
                </a:lnTo>
                <a:lnTo>
                  <a:pt x="410752" y="445316"/>
                </a:lnTo>
                <a:lnTo>
                  <a:pt x="415106" y="447364"/>
                </a:lnTo>
                <a:lnTo>
                  <a:pt x="419488" y="449375"/>
                </a:lnTo>
                <a:lnTo>
                  <a:pt x="423897" y="451347"/>
                </a:lnTo>
                <a:lnTo>
                  <a:pt x="428333" y="453281"/>
                </a:lnTo>
                <a:lnTo>
                  <a:pt x="432794" y="455176"/>
                </a:lnTo>
                <a:lnTo>
                  <a:pt x="437283" y="457033"/>
                </a:lnTo>
                <a:lnTo>
                  <a:pt x="441797" y="458853"/>
                </a:lnTo>
                <a:lnTo>
                  <a:pt x="446339" y="460636"/>
                </a:lnTo>
                <a:lnTo>
                  <a:pt x="450908" y="462382"/>
                </a:lnTo>
                <a:lnTo>
                  <a:pt x="455504" y="464092"/>
                </a:lnTo>
                <a:lnTo>
                  <a:pt x="460125" y="465766"/>
                </a:lnTo>
                <a:lnTo>
                  <a:pt x="464771" y="467403"/>
                </a:lnTo>
                <a:lnTo>
                  <a:pt x="469442" y="469005"/>
                </a:lnTo>
                <a:lnTo>
                  <a:pt x="474138" y="470572"/>
                </a:lnTo>
                <a:lnTo>
                  <a:pt x="478857" y="472104"/>
                </a:lnTo>
                <a:lnTo>
                  <a:pt x="483248" y="473344"/>
                </a:lnTo>
                <a:lnTo>
                  <a:pt x="487182" y="474226"/>
                </a:lnTo>
                <a:lnTo>
                  <a:pt x="491313" y="475244"/>
                </a:lnTo>
                <a:lnTo>
                  <a:pt x="496052" y="476687"/>
                </a:lnTo>
                <a:lnTo>
                  <a:pt x="501379" y="478515"/>
                </a:lnTo>
                <a:lnTo>
                  <a:pt x="507285" y="480687"/>
                </a:lnTo>
                <a:lnTo>
                  <a:pt x="513784" y="483161"/>
                </a:lnTo>
                <a:lnTo>
                  <a:pt x="520901" y="485895"/>
                </a:lnTo>
                <a:lnTo>
                  <a:pt x="528114" y="488468"/>
                </a:lnTo>
                <a:lnTo>
                  <a:pt x="534702" y="490444"/>
                </a:lnTo>
                <a:lnTo>
                  <a:pt x="540988" y="492101"/>
                </a:lnTo>
                <a:lnTo>
                  <a:pt x="547470" y="493749"/>
                </a:lnTo>
                <a:lnTo>
                  <a:pt x="548992" y="494118"/>
                </a:lnTo>
              </a:path>
            </a:pathLst>
          </a:custGeom>
          <a:noFill/>
          <a:ln w="8573">
            <a:solidFill>
              <a:srgbClr val="868686">
                <a:alpha val="60000"/>
              </a:srgbClr>
            </a:solidFill>
            <a:prstDash val="solid"/>
          </a:ln>
        </p:spPr>
      </p:sp>
      <p:sp>
        <p:nvSpPr>
          <p:cNvPr id="1026" name="PANEL_D-near_ground_lake-stream-0-run-0_1360">
            <a:extLst>
              <a:ext uri="{FF2B5EF4-FFF2-40B4-BE49-F238E27FC236}">
                <a16:creationId xmlns:a16="http://schemas.microsoft.com/office/drawing/2014/main" id="{162EE2C0-AA42-4767-A81A-9C78F0435ADD}"/>
              </a:ext>
            </a:extLst>
          </p:cNvPr>
          <p:cNvSpPr>
            <a:spLocks/>
          </p:cNvSpPr>
          <p:nvPr/>
        </p:nvSpPr>
        <p:spPr>
          <a:xfrm>
            <a:off x="13461692" y="5637427"/>
            <a:ext cx="1519867" cy="311002"/>
          </a:xfrm>
          <a:custGeom>
            <a:pathLst>
              <a:path w="1595661" h="326511">
                <a:moveTo>
                  <a:pt x="0" y="326511"/>
                </a:moveTo>
                <a:lnTo>
                  <a:pt x="5524" y="324883"/>
                </a:lnTo>
                <a:lnTo>
                  <a:pt x="11638" y="323399"/>
                </a:lnTo>
                <a:lnTo>
                  <a:pt x="18091" y="322045"/>
                </a:lnTo>
                <a:lnTo>
                  <a:pt x="24878" y="320820"/>
                </a:lnTo>
                <a:lnTo>
                  <a:pt x="31992" y="319721"/>
                </a:lnTo>
                <a:lnTo>
                  <a:pt x="39426" y="318745"/>
                </a:lnTo>
                <a:lnTo>
                  <a:pt x="47169" y="317888"/>
                </a:lnTo>
                <a:lnTo>
                  <a:pt x="55212" y="317148"/>
                </a:lnTo>
                <a:lnTo>
                  <a:pt x="63541" y="316521"/>
                </a:lnTo>
                <a:lnTo>
                  <a:pt x="72147" y="316003"/>
                </a:lnTo>
                <a:lnTo>
                  <a:pt x="81016" y="315591"/>
                </a:lnTo>
                <a:lnTo>
                  <a:pt x="90136" y="315280"/>
                </a:lnTo>
                <a:lnTo>
                  <a:pt x="99494" y="315066"/>
                </a:lnTo>
                <a:lnTo>
                  <a:pt x="109079" y="314943"/>
                </a:lnTo>
                <a:lnTo>
                  <a:pt x="118876" y="314908"/>
                </a:lnTo>
                <a:lnTo>
                  <a:pt x="128872" y="314955"/>
                </a:lnTo>
                <a:lnTo>
                  <a:pt x="139055" y="315078"/>
                </a:lnTo>
                <a:lnTo>
                  <a:pt x="149412" y="315273"/>
                </a:lnTo>
                <a:lnTo>
                  <a:pt x="159928" y="315532"/>
                </a:lnTo>
                <a:lnTo>
                  <a:pt x="170591" y="315852"/>
                </a:lnTo>
                <a:lnTo>
                  <a:pt x="181387" y="316224"/>
                </a:lnTo>
                <a:lnTo>
                  <a:pt x="192303" y="316644"/>
                </a:lnTo>
                <a:lnTo>
                  <a:pt x="203324" y="317105"/>
                </a:lnTo>
                <a:lnTo>
                  <a:pt x="214438" y="317600"/>
                </a:lnTo>
                <a:lnTo>
                  <a:pt x="225630" y="318123"/>
                </a:lnTo>
                <a:lnTo>
                  <a:pt x="236888" y="318668"/>
                </a:lnTo>
                <a:lnTo>
                  <a:pt x="248196" y="319226"/>
                </a:lnTo>
                <a:lnTo>
                  <a:pt x="259541" y="319793"/>
                </a:lnTo>
                <a:lnTo>
                  <a:pt x="270909" y="320360"/>
                </a:lnTo>
                <a:lnTo>
                  <a:pt x="282285" y="320921"/>
                </a:lnTo>
                <a:lnTo>
                  <a:pt x="293656" y="321469"/>
                </a:lnTo>
                <a:lnTo>
                  <a:pt x="305007" y="321997"/>
                </a:lnTo>
                <a:lnTo>
                  <a:pt x="316322" y="322498"/>
                </a:lnTo>
                <a:lnTo>
                  <a:pt x="327588" y="322966"/>
                </a:lnTo>
                <a:lnTo>
                  <a:pt x="338790" y="323393"/>
                </a:lnTo>
                <a:lnTo>
                  <a:pt x="349911" y="323773"/>
                </a:lnTo>
                <a:lnTo>
                  <a:pt x="360937" y="324099"/>
                </a:lnTo>
                <a:lnTo>
                  <a:pt x="371851" y="324365"/>
                </a:lnTo>
                <a:lnTo>
                  <a:pt x="382637" y="324564"/>
                </a:lnTo>
                <a:lnTo>
                  <a:pt x="393280" y="324691"/>
                </a:lnTo>
                <a:lnTo>
                  <a:pt x="403761" y="324739"/>
                </a:lnTo>
                <a:lnTo>
                  <a:pt x="414063" y="324702"/>
                </a:lnTo>
                <a:lnTo>
                  <a:pt x="424169" y="324575"/>
                </a:lnTo>
                <a:lnTo>
                  <a:pt x="434058" y="324354"/>
                </a:lnTo>
                <a:lnTo>
                  <a:pt x="443713" y="324032"/>
                </a:lnTo>
                <a:lnTo>
                  <a:pt x="453112" y="323607"/>
                </a:lnTo>
                <a:lnTo>
                  <a:pt x="462364" y="323068"/>
                </a:lnTo>
                <a:lnTo>
                  <a:pt x="471733" y="322420"/>
                </a:lnTo>
                <a:lnTo>
                  <a:pt x="481235" y="321687"/>
                </a:lnTo>
                <a:lnTo>
                  <a:pt x="490742" y="320874"/>
                </a:lnTo>
                <a:lnTo>
                  <a:pt x="500255" y="319978"/>
                </a:lnTo>
                <a:lnTo>
                  <a:pt x="509771" y="318999"/>
                </a:lnTo>
                <a:lnTo>
                  <a:pt x="519289" y="317935"/>
                </a:lnTo>
                <a:lnTo>
                  <a:pt x="528807" y="316787"/>
                </a:lnTo>
                <a:lnTo>
                  <a:pt x="538323" y="315552"/>
                </a:lnTo>
                <a:lnTo>
                  <a:pt x="547837" y="314232"/>
                </a:lnTo>
                <a:lnTo>
                  <a:pt x="557346" y="312826"/>
                </a:lnTo>
                <a:lnTo>
                  <a:pt x="566848" y="311333"/>
                </a:lnTo>
                <a:lnTo>
                  <a:pt x="576344" y="309755"/>
                </a:lnTo>
                <a:lnTo>
                  <a:pt x="585830" y="308092"/>
                </a:lnTo>
                <a:lnTo>
                  <a:pt x="595306" y="306345"/>
                </a:lnTo>
                <a:lnTo>
                  <a:pt x="604770" y="304514"/>
                </a:lnTo>
                <a:lnTo>
                  <a:pt x="614221" y="302602"/>
                </a:lnTo>
                <a:lnTo>
                  <a:pt x="623657" y="300610"/>
                </a:lnTo>
                <a:lnTo>
                  <a:pt x="633078" y="298539"/>
                </a:lnTo>
                <a:lnTo>
                  <a:pt x="642482" y="296391"/>
                </a:lnTo>
                <a:lnTo>
                  <a:pt x="651868" y="294169"/>
                </a:lnTo>
                <a:lnTo>
                  <a:pt x="661235" y="291875"/>
                </a:lnTo>
                <a:lnTo>
                  <a:pt x="670582" y="289511"/>
                </a:lnTo>
                <a:lnTo>
                  <a:pt x="679908" y="287081"/>
                </a:lnTo>
                <a:lnTo>
                  <a:pt x="689212" y="284586"/>
                </a:lnTo>
                <a:lnTo>
                  <a:pt x="698494" y="282031"/>
                </a:lnTo>
                <a:lnTo>
                  <a:pt x="707751" y="279418"/>
                </a:lnTo>
                <a:lnTo>
                  <a:pt x="716985" y="276751"/>
                </a:lnTo>
                <a:lnTo>
                  <a:pt x="726194" y="274034"/>
                </a:lnTo>
                <a:lnTo>
                  <a:pt x="735378" y="271269"/>
                </a:lnTo>
                <a:lnTo>
                  <a:pt x="744536" y="268461"/>
                </a:lnTo>
                <a:lnTo>
                  <a:pt x="753667" y="265613"/>
                </a:lnTo>
                <a:lnTo>
                  <a:pt x="762773" y="262730"/>
                </a:lnTo>
                <a:lnTo>
                  <a:pt x="771851" y="259816"/>
                </a:lnTo>
                <a:lnTo>
                  <a:pt x="780902" y="256874"/>
                </a:lnTo>
                <a:lnTo>
                  <a:pt x="789927" y="253909"/>
                </a:lnTo>
                <a:lnTo>
                  <a:pt x="798924" y="250924"/>
                </a:lnTo>
                <a:lnTo>
                  <a:pt x="807894" y="247924"/>
                </a:lnTo>
                <a:lnTo>
                  <a:pt x="816836" y="244914"/>
                </a:lnTo>
                <a:lnTo>
                  <a:pt x="825752" y="241897"/>
                </a:lnTo>
                <a:lnTo>
                  <a:pt x="834641" y="238877"/>
                </a:lnTo>
                <a:lnTo>
                  <a:pt x="843503" y="235859"/>
                </a:lnTo>
                <a:lnTo>
                  <a:pt x="852338" y="232846"/>
                </a:lnTo>
                <a:lnTo>
                  <a:pt x="861147" y="229843"/>
                </a:lnTo>
                <a:lnTo>
                  <a:pt x="869931" y="226853"/>
                </a:lnTo>
                <a:lnTo>
                  <a:pt x="878689" y="223880"/>
                </a:lnTo>
                <a:lnTo>
                  <a:pt x="887422" y="220928"/>
                </a:lnTo>
                <a:lnTo>
                  <a:pt x="896092" y="218010"/>
                </a:lnTo>
                <a:lnTo>
                  <a:pt x="904677" y="215130"/>
                </a:lnTo>
                <a:lnTo>
                  <a:pt x="913232" y="212273"/>
                </a:lnTo>
                <a:lnTo>
                  <a:pt x="921796" y="209431"/>
                </a:lnTo>
                <a:lnTo>
                  <a:pt x="930372" y="206609"/>
                </a:lnTo>
                <a:lnTo>
                  <a:pt x="938961" y="203809"/>
                </a:lnTo>
                <a:lnTo>
                  <a:pt x="947562" y="201035"/>
                </a:lnTo>
                <a:lnTo>
                  <a:pt x="956178" y="198289"/>
                </a:lnTo>
                <a:lnTo>
                  <a:pt x="964809" y="195573"/>
                </a:lnTo>
                <a:lnTo>
                  <a:pt x="973457" y="192891"/>
                </a:lnTo>
                <a:lnTo>
                  <a:pt x="982122" y="190245"/>
                </a:lnTo>
                <a:lnTo>
                  <a:pt x="990804" y="187635"/>
                </a:lnTo>
                <a:lnTo>
                  <a:pt x="999506" y="185065"/>
                </a:lnTo>
                <a:lnTo>
                  <a:pt x="1008226" y="182534"/>
                </a:lnTo>
                <a:lnTo>
                  <a:pt x="1016967" y="180046"/>
                </a:lnTo>
                <a:lnTo>
                  <a:pt x="1025727" y="177600"/>
                </a:lnTo>
                <a:lnTo>
                  <a:pt x="1034509" y="175198"/>
                </a:lnTo>
                <a:lnTo>
                  <a:pt x="1043311" y="172840"/>
                </a:lnTo>
                <a:lnTo>
                  <a:pt x="1052134" y="170527"/>
                </a:lnTo>
                <a:lnTo>
                  <a:pt x="1060979" y="168257"/>
                </a:lnTo>
                <a:lnTo>
                  <a:pt x="1069844" y="166033"/>
                </a:lnTo>
                <a:lnTo>
                  <a:pt x="1078731" y="163852"/>
                </a:lnTo>
                <a:lnTo>
                  <a:pt x="1087638" y="161714"/>
                </a:lnTo>
                <a:lnTo>
                  <a:pt x="1096565" y="159619"/>
                </a:lnTo>
                <a:lnTo>
                  <a:pt x="1105512" y="157566"/>
                </a:lnTo>
                <a:lnTo>
                  <a:pt x="1114477" y="155552"/>
                </a:lnTo>
                <a:lnTo>
                  <a:pt x="1123460" y="153578"/>
                </a:lnTo>
                <a:lnTo>
                  <a:pt x="1132461" y="151640"/>
                </a:lnTo>
                <a:lnTo>
                  <a:pt x="1141477" y="149738"/>
                </a:lnTo>
                <a:lnTo>
                  <a:pt x="1150508" y="147869"/>
                </a:lnTo>
                <a:lnTo>
                  <a:pt x="1159552" y="146030"/>
                </a:lnTo>
                <a:lnTo>
                  <a:pt x="1168608" y="144220"/>
                </a:lnTo>
                <a:lnTo>
                  <a:pt x="1177674" y="142436"/>
                </a:lnTo>
                <a:lnTo>
                  <a:pt x="1186748" y="140675"/>
                </a:lnTo>
                <a:lnTo>
                  <a:pt x="1195829" y="138934"/>
                </a:lnTo>
                <a:lnTo>
                  <a:pt x="1204914" y="137210"/>
                </a:lnTo>
                <a:lnTo>
                  <a:pt x="1214002" y="135500"/>
                </a:lnTo>
                <a:lnTo>
                  <a:pt x="1223090" y="133801"/>
                </a:lnTo>
                <a:lnTo>
                  <a:pt x="1232175" y="132109"/>
                </a:lnTo>
                <a:lnTo>
                  <a:pt x="1241256" y="130421"/>
                </a:lnTo>
                <a:lnTo>
                  <a:pt x="1250330" y="128733"/>
                </a:lnTo>
                <a:lnTo>
                  <a:pt x="1259394" y="127042"/>
                </a:lnTo>
                <a:lnTo>
                  <a:pt x="1268446" y="125343"/>
                </a:lnTo>
                <a:lnTo>
                  <a:pt x="1277482" y="123635"/>
                </a:lnTo>
                <a:lnTo>
                  <a:pt x="1286500" y="121912"/>
                </a:lnTo>
                <a:lnTo>
                  <a:pt x="1295497" y="120170"/>
                </a:lnTo>
                <a:lnTo>
                  <a:pt x="1304470" y="118407"/>
                </a:lnTo>
                <a:lnTo>
                  <a:pt x="1313303" y="116669"/>
                </a:lnTo>
                <a:lnTo>
                  <a:pt x="1321976" y="114933"/>
                </a:lnTo>
                <a:lnTo>
                  <a:pt x="1330697" y="113072"/>
                </a:lnTo>
                <a:lnTo>
                  <a:pt x="1339563" y="111040"/>
                </a:lnTo>
                <a:lnTo>
                  <a:pt x="1348558" y="108842"/>
                </a:lnTo>
                <a:lnTo>
                  <a:pt x="1357665" y="106481"/>
                </a:lnTo>
                <a:lnTo>
                  <a:pt x="1366866" y="103963"/>
                </a:lnTo>
                <a:lnTo>
                  <a:pt x="1376147" y="101292"/>
                </a:lnTo>
                <a:lnTo>
                  <a:pt x="1385492" y="98473"/>
                </a:lnTo>
                <a:lnTo>
                  <a:pt x="1394886" y="95510"/>
                </a:lnTo>
                <a:lnTo>
                  <a:pt x="1404315" y="92409"/>
                </a:lnTo>
                <a:lnTo>
                  <a:pt x="1413766" y="89173"/>
                </a:lnTo>
                <a:lnTo>
                  <a:pt x="1423224" y="85808"/>
                </a:lnTo>
                <a:lnTo>
                  <a:pt x="1432676" y="82319"/>
                </a:lnTo>
                <a:lnTo>
                  <a:pt x="1442109" y="78711"/>
                </a:lnTo>
                <a:lnTo>
                  <a:pt x="1451511" y="74988"/>
                </a:lnTo>
                <a:lnTo>
                  <a:pt x="1460870" y="71157"/>
                </a:lnTo>
                <a:lnTo>
                  <a:pt x="1470173" y="67223"/>
                </a:lnTo>
                <a:lnTo>
                  <a:pt x="1479408" y="63191"/>
                </a:lnTo>
                <a:lnTo>
                  <a:pt x="1488565" y="59067"/>
                </a:lnTo>
                <a:lnTo>
                  <a:pt x="1497631" y="54857"/>
                </a:lnTo>
                <a:lnTo>
                  <a:pt x="1506596" y="50566"/>
                </a:lnTo>
                <a:lnTo>
                  <a:pt x="1515449" y="46202"/>
                </a:lnTo>
                <a:lnTo>
                  <a:pt x="1524180" y="41770"/>
                </a:lnTo>
                <a:lnTo>
                  <a:pt x="1532778" y="37278"/>
                </a:lnTo>
                <a:lnTo>
                  <a:pt x="1541234" y="32731"/>
                </a:lnTo>
                <a:lnTo>
                  <a:pt x="1549538" y="28138"/>
                </a:lnTo>
                <a:lnTo>
                  <a:pt x="1557680" y="23504"/>
                </a:lnTo>
                <a:lnTo>
                  <a:pt x="1565652" y="18838"/>
                </a:lnTo>
                <a:lnTo>
                  <a:pt x="1573444" y="14147"/>
                </a:lnTo>
                <a:lnTo>
                  <a:pt x="1581049" y="9438"/>
                </a:lnTo>
                <a:lnTo>
                  <a:pt x="1588457" y="4720"/>
                </a:lnTo>
                <a:lnTo>
                  <a:pt x="1595661" y="0"/>
                </a:lnTo>
              </a:path>
            </a:pathLst>
          </a:custGeom>
          <a:noFill/>
          <a:ln w="8573">
            <a:solidFill>
              <a:srgbClr val="868686">
                <a:alpha val="60000"/>
              </a:srgbClr>
            </a:solidFill>
            <a:prstDash val="solid"/>
          </a:ln>
        </p:spPr>
      </p:sp>
      <p:sp>
        <p:nvSpPr>
          <p:cNvPr id="1028" name="PANEL_D-near_ground_lake-lane-0-direction-0-shaft_1361">
            <a:extLst>
              <a:ext uri="{FF2B5EF4-FFF2-40B4-BE49-F238E27FC236}">
                <a16:creationId xmlns:a16="http://schemas.microsoft.com/office/drawing/2014/main" id="{744B8C61-F892-44E5-8EDE-4EE6BDC91D08}"/>
              </a:ext>
            </a:extLst>
          </p:cNvPr>
          <p:cNvSpPr>
            <a:spLocks/>
          </p:cNvSpPr>
          <p:nvPr/>
        </p:nvSpPr>
        <p:spPr>
          <a:xfrm>
            <a:off x="14233074" y="5839315"/>
            <a:ext cx="99355" cy="33261"/>
          </a:xfrm>
          <a:custGeom>
            <a:pathLst>
              <a:path w="104310" h="34920">
                <a:moveTo>
                  <a:pt x="0" y="34920"/>
                </a:moveTo>
                <a:lnTo>
                  <a:pt x="104310" y="0"/>
                </a:lnTo>
              </a:path>
            </a:pathLst>
          </a:custGeom>
          <a:noFill/>
          <a:ln w="9525">
            <a:solidFill>
              <a:srgbClr val="868686">
                <a:alpha val="85000"/>
              </a:srgbClr>
            </a:solidFill>
            <a:prstDash val="solid"/>
          </a:ln>
        </p:spPr>
      </p:sp>
      <p:sp>
        <p:nvSpPr>
          <p:cNvPr id="1029" name="PANEL_D-near_ground_lake-lane-0-direction-0-head_1362">
            <a:extLst>
              <a:ext uri="{FF2B5EF4-FFF2-40B4-BE49-F238E27FC236}">
                <a16:creationId xmlns:a16="http://schemas.microsoft.com/office/drawing/2014/main" id="{6FF093ED-9160-4402-BD50-40B5CF91B2CE}"/>
              </a:ext>
            </a:extLst>
          </p:cNvPr>
          <p:cNvSpPr>
            <a:spLocks/>
          </p:cNvSpPr>
          <p:nvPr/>
        </p:nvSpPr>
        <p:spPr>
          <a:xfrm>
            <a:off x="14298982" y="5829418"/>
            <a:ext cx="51511" cy="37936"/>
          </a:xfrm>
          <a:custGeom>
            <a:pathLst>
              <a:path w="54080" h="39828">
                <a:moveTo>
                  <a:pt x="54080" y="4041"/>
                </a:moveTo>
                <a:lnTo>
                  <a:pt x="13333" y="39828"/>
                </a:lnTo>
                <a:lnTo>
                  <a:pt x="0" y="0"/>
                </a:lnTo>
                <a:close/>
              </a:path>
            </a:pathLst>
          </a:custGeom>
          <a:solidFill>
            <a:srgbClr val="868686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031" name="PANEL_D-near_ground_lake-stream-1-run-0_1363">
            <a:extLst>
              <a:ext uri="{FF2B5EF4-FFF2-40B4-BE49-F238E27FC236}">
                <a16:creationId xmlns:a16="http://schemas.microsoft.com/office/drawing/2014/main" id="{BDF750FC-6F18-436F-A47F-0575C09EC8F1}"/>
              </a:ext>
            </a:extLst>
          </p:cNvPr>
          <p:cNvSpPr>
            <a:spLocks/>
          </p:cNvSpPr>
          <p:nvPr/>
        </p:nvSpPr>
        <p:spPr>
          <a:xfrm>
            <a:off x="13502375" y="5648734"/>
            <a:ext cx="1530316" cy="375547"/>
          </a:xfrm>
          <a:custGeom>
            <a:pathLst>
              <a:path w="1606631" h="394275">
                <a:moveTo>
                  <a:pt x="0" y="368596"/>
                </a:moveTo>
                <a:lnTo>
                  <a:pt x="7794" y="370001"/>
                </a:lnTo>
                <a:lnTo>
                  <a:pt x="15901" y="371430"/>
                </a:lnTo>
                <a:lnTo>
                  <a:pt x="24308" y="372875"/>
                </a:lnTo>
                <a:lnTo>
                  <a:pt x="33004" y="374329"/>
                </a:lnTo>
                <a:lnTo>
                  <a:pt x="41976" y="375784"/>
                </a:lnTo>
                <a:lnTo>
                  <a:pt x="51211" y="377233"/>
                </a:lnTo>
                <a:lnTo>
                  <a:pt x="60696" y="378667"/>
                </a:lnTo>
                <a:lnTo>
                  <a:pt x="70419" y="380080"/>
                </a:lnTo>
                <a:lnTo>
                  <a:pt x="80366" y="381465"/>
                </a:lnTo>
                <a:lnTo>
                  <a:pt x="90524" y="382813"/>
                </a:lnTo>
                <a:lnTo>
                  <a:pt x="100880" y="384117"/>
                </a:lnTo>
                <a:lnTo>
                  <a:pt x="111420" y="385372"/>
                </a:lnTo>
                <a:lnTo>
                  <a:pt x="122131" y="386570"/>
                </a:lnTo>
                <a:lnTo>
                  <a:pt x="132999" y="387704"/>
                </a:lnTo>
                <a:lnTo>
                  <a:pt x="144010" y="388768"/>
                </a:lnTo>
                <a:lnTo>
                  <a:pt x="155151" y="389755"/>
                </a:lnTo>
                <a:lnTo>
                  <a:pt x="166408" y="390660"/>
                </a:lnTo>
                <a:lnTo>
                  <a:pt x="177766" y="391477"/>
                </a:lnTo>
                <a:lnTo>
                  <a:pt x="189212" y="392199"/>
                </a:lnTo>
                <a:lnTo>
                  <a:pt x="200731" y="392823"/>
                </a:lnTo>
                <a:lnTo>
                  <a:pt x="212309" y="393341"/>
                </a:lnTo>
                <a:lnTo>
                  <a:pt x="223931" y="393751"/>
                </a:lnTo>
                <a:lnTo>
                  <a:pt x="235583" y="394046"/>
                </a:lnTo>
                <a:lnTo>
                  <a:pt x="247250" y="394222"/>
                </a:lnTo>
                <a:lnTo>
                  <a:pt x="258917" y="394275"/>
                </a:lnTo>
                <a:lnTo>
                  <a:pt x="270569" y="394202"/>
                </a:lnTo>
                <a:lnTo>
                  <a:pt x="282191" y="393999"/>
                </a:lnTo>
                <a:lnTo>
                  <a:pt x="293767" y="393662"/>
                </a:lnTo>
                <a:lnTo>
                  <a:pt x="305282" y="393188"/>
                </a:lnTo>
                <a:lnTo>
                  <a:pt x="316719" y="392575"/>
                </a:lnTo>
                <a:lnTo>
                  <a:pt x="328063" y="391819"/>
                </a:lnTo>
                <a:lnTo>
                  <a:pt x="339298" y="390920"/>
                </a:lnTo>
                <a:lnTo>
                  <a:pt x="350406" y="389875"/>
                </a:lnTo>
                <a:lnTo>
                  <a:pt x="361370" y="388683"/>
                </a:lnTo>
                <a:lnTo>
                  <a:pt x="372174" y="387342"/>
                </a:lnTo>
                <a:lnTo>
                  <a:pt x="382800" y="385852"/>
                </a:lnTo>
                <a:lnTo>
                  <a:pt x="393228" y="384212"/>
                </a:lnTo>
                <a:lnTo>
                  <a:pt x="403440" y="382422"/>
                </a:lnTo>
                <a:lnTo>
                  <a:pt x="413417" y="380483"/>
                </a:lnTo>
                <a:lnTo>
                  <a:pt x="423170" y="378393"/>
                </a:lnTo>
                <a:lnTo>
                  <a:pt x="432846" y="376174"/>
                </a:lnTo>
                <a:lnTo>
                  <a:pt x="442541" y="373850"/>
                </a:lnTo>
                <a:lnTo>
                  <a:pt x="452226" y="371429"/>
                </a:lnTo>
                <a:lnTo>
                  <a:pt x="461899" y="368914"/>
                </a:lnTo>
                <a:lnTo>
                  <a:pt x="471558" y="366310"/>
                </a:lnTo>
                <a:lnTo>
                  <a:pt x="481204" y="363621"/>
                </a:lnTo>
                <a:lnTo>
                  <a:pt x="490834" y="360852"/>
                </a:lnTo>
                <a:lnTo>
                  <a:pt x="500449" y="358007"/>
                </a:lnTo>
                <a:lnTo>
                  <a:pt x="510046" y="355093"/>
                </a:lnTo>
                <a:lnTo>
                  <a:pt x="519627" y="352113"/>
                </a:lnTo>
                <a:lnTo>
                  <a:pt x="529190" y="349074"/>
                </a:lnTo>
                <a:lnTo>
                  <a:pt x="538734" y="345981"/>
                </a:lnTo>
                <a:lnTo>
                  <a:pt x="548260" y="342839"/>
                </a:lnTo>
                <a:lnTo>
                  <a:pt x="557766" y="339653"/>
                </a:lnTo>
                <a:lnTo>
                  <a:pt x="567254" y="336429"/>
                </a:lnTo>
                <a:lnTo>
                  <a:pt x="576722" y="333173"/>
                </a:lnTo>
                <a:lnTo>
                  <a:pt x="586170" y="329889"/>
                </a:lnTo>
                <a:lnTo>
                  <a:pt x="595600" y="326585"/>
                </a:lnTo>
                <a:lnTo>
                  <a:pt x="605010" y="323264"/>
                </a:lnTo>
                <a:lnTo>
                  <a:pt x="614400" y="319933"/>
                </a:lnTo>
                <a:lnTo>
                  <a:pt x="623772" y="316597"/>
                </a:lnTo>
                <a:lnTo>
                  <a:pt x="633126" y="313262"/>
                </a:lnTo>
                <a:lnTo>
                  <a:pt x="642461" y="309932"/>
                </a:lnTo>
                <a:lnTo>
                  <a:pt x="651778" y="306612"/>
                </a:lnTo>
                <a:lnTo>
                  <a:pt x="661078" y="303309"/>
                </a:lnTo>
                <a:lnTo>
                  <a:pt x="670360" y="300026"/>
                </a:lnTo>
                <a:lnTo>
                  <a:pt x="679627" y="296769"/>
                </a:lnTo>
                <a:lnTo>
                  <a:pt x="688878" y="293541"/>
                </a:lnTo>
                <a:lnTo>
                  <a:pt x="698113" y="290349"/>
                </a:lnTo>
                <a:lnTo>
                  <a:pt x="707335" y="287195"/>
                </a:lnTo>
                <a:lnTo>
                  <a:pt x="716542" y="284084"/>
                </a:lnTo>
                <a:lnTo>
                  <a:pt x="725736" y="281019"/>
                </a:lnTo>
                <a:lnTo>
                  <a:pt x="734918" y="278005"/>
                </a:lnTo>
                <a:lnTo>
                  <a:pt x="744088" y="275045"/>
                </a:lnTo>
                <a:lnTo>
                  <a:pt x="753247" y="272142"/>
                </a:lnTo>
                <a:lnTo>
                  <a:pt x="762396" y="269298"/>
                </a:lnTo>
                <a:lnTo>
                  <a:pt x="771535" y="266518"/>
                </a:lnTo>
                <a:lnTo>
                  <a:pt x="780665" y="263802"/>
                </a:lnTo>
                <a:lnTo>
                  <a:pt x="789786" y="261153"/>
                </a:lnTo>
                <a:lnTo>
                  <a:pt x="798900" y="258574"/>
                </a:lnTo>
                <a:lnTo>
                  <a:pt x="808007" y="256065"/>
                </a:lnTo>
                <a:lnTo>
                  <a:pt x="817107" y="253628"/>
                </a:lnTo>
                <a:lnTo>
                  <a:pt x="826201" y="251264"/>
                </a:lnTo>
                <a:lnTo>
                  <a:pt x="835289" y="248975"/>
                </a:lnTo>
                <a:lnTo>
                  <a:pt x="844372" y="246759"/>
                </a:lnTo>
                <a:lnTo>
                  <a:pt x="853450" y="244618"/>
                </a:lnTo>
                <a:lnTo>
                  <a:pt x="862497" y="242558"/>
                </a:lnTo>
                <a:lnTo>
                  <a:pt x="871501" y="240577"/>
                </a:lnTo>
                <a:lnTo>
                  <a:pt x="880504" y="238656"/>
                </a:lnTo>
                <a:lnTo>
                  <a:pt x="889535" y="236790"/>
                </a:lnTo>
                <a:lnTo>
                  <a:pt x="898594" y="234977"/>
                </a:lnTo>
                <a:lnTo>
                  <a:pt x="907682" y="233216"/>
                </a:lnTo>
                <a:lnTo>
                  <a:pt x="916799" y="231506"/>
                </a:lnTo>
                <a:lnTo>
                  <a:pt x="925945" y="229846"/>
                </a:lnTo>
                <a:lnTo>
                  <a:pt x="935119" y="228232"/>
                </a:lnTo>
                <a:lnTo>
                  <a:pt x="944322" y="226665"/>
                </a:lnTo>
                <a:lnTo>
                  <a:pt x="953553" y="225140"/>
                </a:lnTo>
                <a:lnTo>
                  <a:pt x="962811" y="223656"/>
                </a:lnTo>
                <a:lnTo>
                  <a:pt x="972095" y="222210"/>
                </a:lnTo>
                <a:lnTo>
                  <a:pt x="981405" y="220799"/>
                </a:lnTo>
                <a:lnTo>
                  <a:pt x="990740" y="219420"/>
                </a:lnTo>
                <a:lnTo>
                  <a:pt x="1000098" y="218071"/>
                </a:lnTo>
                <a:lnTo>
                  <a:pt x="1009478" y="216747"/>
                </a:lnTo>
                <a:lnTo>
                  <a:pt x="1018879" y="215446"/>
                </a:lnTo>
                <a:lnTo>
                  <a:pt x="1028298" y="214163"/>
                </a:lnTo>
                <a:lnTo>
                  <a:pt x="1037735" y="212895"/>
                </a:lnTo>
                <a:lnTo>
                  <a:pt x="1047187" y="211638"/>
                </a:lnTo>
                <a:lnTo>
                  <a:pt x="1056652" y="210389"/>
                </a:lnTo>
                <a:lnTo>
                  <a:pt x="1066129" y="209143"/>
                </a:lnTo>
                <a:lnTo>
                  <a:pt x="1075614" y="207896"/>
                </a:lnTo>
                <a:lnTo>
                  <a:pt x="1085107" y="206644"/>
                </a:lnTo>
                <a:lnTo>
                  <a:pt x="1094603" y="205384"/>
                </a:lnTo>
                <a:lnTo>
                  <a:pt x="1104101" y="204111"/>
                </a:lnTo>
                <a:lnTo>
                  <a:pt x="1113598" y="202821"/>
                </a:lnTo>
                <a:lnTo>
                  <a:pt x="1123092" y="201511"/>
                </a:lnTo>
                <a:lnTo>
                  <a:pt x="1132579" y="200175"/>
                </a:lnTo>
                <a:lnTo>
                  <a:pt x="1142057" y="198810"/>
                </a:lnTo>
                <a:lnTo>
                  <a:pt x="1151523" y="197412"/>
                </a:lnTo>
                <a:lnTo>
                  <a:pt x="1160975" y="195978"/>
                </a:lnTo>
                <a:lnTo>
                  <a:pt x="1170408" y="194502"/>
                </a:lnTo>
                <a:lnTo>
                  <a:pt x="1179821" y="192983"/>
                </a:lnTo>
                <a:lnTo>
                  <a:pt x="1189210" y="191416"/>
                </a:lnTo>
                <a:lnTo>
                  <a:pt x="1198573" y="189797"/>
                </a:lnTo>
                <a:lnTo>
                  <a:pt x="1207906" y="188124"/>
                </a:lnTo>
                <a:lnTo>
                  <a:pt x="1217207" y="186393"/>
                </a:lnTo>
                <a:lnTo>
                  <a:pt x="1226472" y="184601"/>
                </a:lnTo>
                <a:lnTo>
                  <a:pt x="1235699" y="182745"/>
                </a:lnTo>
                <a:lnTo>
                  <a:pt x="1244885" y="180823"/>
                </a:lnTo>
                <a:lnTo>
                  <a:pt x="1254027" y="178833"/>
                </a:lnTo>
                <a:lnTo>
                  <a:pt x="1263122" y="176770"/>
                </a:lnTo>
                <a:lnTo>
                  <a:pt x="1272168" y="174635"/>
                </a:lnTo>
                <a:lnTo>
                  <a:pt x="1281162" y="172424"/>
                </a:lnTo>
                <a:lnTo>
                  <a:pt x="1290101" y="170137"/>
                </a:lnTo>
                <a:lnTo>
                  <a:pt x="1298966" y="167779"/>
                </a:lnTo>
                <a:lnTo>
                  <a:pt x="1307817" y="165291"/>
                </a:lnTo>
                <a:lnTo>
                  <a:pt x="1316743" y="162602"/>
                </a:lnTo>
                <a:lnTo>
                  <a:pt x="1325751" y="159711"/>
                </a:lnTo>
                <a:lnTo>
                  <a:pt x="1334825" y="156625"/>
                </a:lnTo>
                <a:lnTo>
                  <a:pt x="1343955" y="153350"/>
                </a:lnTo>
                <a:lnTo>
                  <a:pt x="1353127" y="149894"/>
                </a:lnTo>
                <a:lnTo>
                  <a:pt x="1362330" y="146265"/>
                </a:lnTo>
                <a:lnTo>
                  <a:pt x="1371553" y="142470"/>
                </a:lnTo>
                <a:lnTo>
                  <a:pt x="1380783" y="138516"/>
                </a:lnTo>
                <a:lnTo>
                  <a:pt x="1390012" y="134413"/>
                </a:lnTo>
                <a:lnTo>
                  <a:pt x="1399228" y="130166"/>
                </a:lnTo>
                <a:lnTo>
                  <a:pt x="1408422" y="125786"/>
                </a:lnTo>
                <a:lnTo>
                  <a:pt x="1417584" y="121280"/>
                </a:lnTo>
                <a:lnTo>
                  <a:pt x="1426704" y="116657"/>
                </a:lnTo>
                <a:lnTo>
                  <a:pt x="1435773" y="111926"/>
                </a:lnTo>
                <a:lnTo>
                  <a:pt x="1444783" y="107095"/>
                </a:lnTo>
                <a:lnTo>
                  <a:pt x="1453725" y="102173"/>
                </a:lnTo>
                <a:lnTo>
                  <a:pt x="1462589" y="97171"/>
                </a:lnTo>
                <a:lnTo>
                  <a:pt x="1471369" y="92096"/>
                </a:lnTo>
                <a:lnTo>
                  <a:pt x="1480057" y="86960"/>
                </a:lnTo>
                <a:lnTo>
                  <a:pt x="1488643" y="81771"/>
                </a:lnTo>
                <a:lnTo>
                  <a:pt x="1497122" y="76539"/>
                </a:lnTo>
                <a:lnTo>
                  <a:pt x="1505484" y="71275"/>
                </a:lnTo>
                <a:lnTo>
                  <a:pt x="1513724" y="65988"/>
                </a:lnTo>
                <a:lnTo>
                  <a:pt x="1521834" y="60689"/>
                </a:lnTo>
                <a:lnTo>
                  <a:pt x="1529806" y="55388"/>
                </a:lnTo>
                <a:lnTo>
                  <a:pt x="1537636" y="50096"/>
                </a:lnTo>
                <a:lnTo>
                  <a:pt x="1545315" y="44823"/>
                </a:lnTo>
                <a:lnTo>
                  <a:pt x="1552837" y="39579"/>
                </a:lnTo>
                <a:lnTo>
                  <a:pt x="1560196" y="34377"/>
                </a:lnTo>
                <a:lnTo>
                  <a:pt x="1567385" y="29225"/>
                </a:lnTo>
                <a:lnTo>
                  <a:pt x="1574399" y="24136"/>
                </a:lnTo>
                <a:lnTo>
                  <a:pt x="1581232" y="19119"/>
                </a:lnTo>
                <a:lnTo>
                  <a:pt x="1587877" y="14186"/>
                </a:lnTo>
                <a:lnTo>
                  <a:pt x="1594329" y="9348"/>
                </a:lnTo>
                <a:lnTo>
                  <a:pt x="1600582" y="4616"/>
                </a:lnTo>
                <a:lnTo>
                  <a:pt x="1606631" y="0"/>
                </a:lnTo>
              </a:path>
            </a:pathLst>
          </a:custGeom>
          <a:noFill/>
          <a:ln w="8573">
            <a:solidFill>
              <a:srgbClr val="868686">
                <a:alpha val="60000"/>
              </a:srgbClr>
            </a:solidFill>
            <a:prstDash val="solid"/>
          </a:ln>
        </p:spPr>
      </p:sp>
      <p:sp>
        <p:nvSpPr>
          <p:cNvPr id="1033" name="PANEL_D-near_ground_lake-lane-1-direction-0-shaft_1364">
            <a:extLst>
              <a:ext uri="{FF2B5EF4-FFF2-40B4-BE49-F238E27FC236}">
                <a16:creationId xmlns:a16="http://schemas.microsoft.com/office/drawing/2014/main" id="{07D22ADC-6DCF-4F16-9027-103951929F88}"/>
              </a:ext>
            </a:extLst>
          </p:cNvPr>
          <p:cNvSpPr>
            <a:spLocks/>
          </p:cNvSpPr>
          <p:nvPr/>
        </p:nvSpPr>
        <p:spPr>
          <a:xfrm>
            <a:off x="14550208" y="5827864"/>
            <a:ext cx="103188" cy="18168"/>
          </a:xfrm>
          <a:custGeom>
            <a:pathLst>
              <a:path w="108334" h="19074">
                <a:moveTo>
                  <a:pt x="0" y="19074"/>
                </a:moveTo>
                <a:lnTo>
                  <a:pt x="108334" y="0"/>
                </a:lnTo>
              </a:path>
            </a:pathLst>
          </a:custGeom>
          <a:noFill/>
          <a:ln w="9525">
            <a:solidFill>
              <a:srgbClr val="868686">
                <a:alpha val="85000"/>
              </a:srgbClr>
            </a:solidFill>
            <a:prstDash val="solid"/>
          </a:ln>
        </p:spPr>
      </p:sp>
      <p:sp>
        <p:nvSpPr>
          <p:cNvPr id="1034" name="PANEL_D-near_ground_lake-lane-1-direction-0-head_1365">
            <a:extLst>
              <a:ext uri="{FF2B5EF4-FFF2-40B4-BE49-F238E27FC236}">
                <a16:creationId xmlns:a16="http://schemas.microsoft.com/office/drawing/2014/main" id="{8BBB8ACF-75FB-4E04-8049-3980FE730B90}"/>
              </a:ext>
            </a:extLst>
          </p:cNvPr>
          <p:cNvSpPr>
            <a:spLocks/>
          </p:cNvSpPr>
          <p:nvPr/>
        </p:nvSpPr>
        <p:spPr>
          <a:xfrm>
            <a:off x="14621785" y="5813119"/>
            <a:ext cx="50372" cy="39399"/>
          </a:xfrm>
          <a:custGeom>
            <a:pathLst>
              <a:path w="52884" h="41364">
                <a:moveTo>
                  <a:pt x="52884" y="12012"/>
                </a:moveTo>
                <a:lnTo>
                  <a:pt x="7283" y="41364"/>
                </a:lnTo>
                <a:lnTo>
                  <a:pt x="0" y="0"/>
                </a:lnTo>
                <a:close/>
              </a:path>
            </a:pathLst>
          </a:custGeom>
          <a:solidFill>
            <a:srgbClr val="868686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036" name="PANEL_D-near_ground_lake-stream-2-run-0_1366">
            <a:extLst>
              <a:ext uri="{FF2B5EF4-FFF2-40B4-BE49-F238E27FC236}">
                <a16:creationId xmlns:a16="http://schemas.microsoft.com/office/drawing/2014/main" id="{1F9019DD-9668-4E36-B65B-D9A50C646C8A}"/>
              </a:ext>
            </a:extLst>
          </p:cNvPr>
          <p:cNvSpPr>
            <a:spLocks/>
          </p:cNvSpPr>
          <p:nvPr/>
        </p:nvSpPr>
        <p:spPr>
          <a:xfrm>
            <a:off x="13555511" y="5664096"/>
            <a:ext cx="1523591" cy="423992"/>
          </a:xfrm>
          <a:custGeom>
            <a:pathLst>
              <a:path w="1599571" h="445136">
                <a:moveTo>
                  <a:pt x="0" y="427982"/>
                </a:moveTo>
                <a:lnTo>
                  <a:pt x="9721" y="429814"/>
                </a:lnTo>
                <a:lnTo>
                  <a:pt x="19683" y="431558"/>
                </a:lnTo>
                <a:lnTo>
                  <a:pt x="29874" y="433209"/>
                </a:lnTo>
                <a:lnTo>
                  <a:pt x="40278" y="434765"/>
                </a:lnTo>
                <a:lnTo>
                  <a:pt x="50881" y="436221"/>
                </a:lnTo>
                <a:lnTo>
                  <a:pt x="61671" y="437576"/>
                </a:lnTo>
                <a:lnTo>
                  <a:pt x="72632" y="438825"/>
                </a:lnTo>
                <a:lnTo>
                  <a:pt x="83750" y="439968"/>
                </a:lnTo>
                <a:lnTo>
                  <a:pt x="95011" y="441000"/>
                </a:lnTo>
                <a:lnTo>
                  <a:pt x="106401" y="441921"/>
                </a:lnTo>
                <a:lnTo>
                  <a:pt x="117905" y="442729"/>
                </a:lnTo>
                <a:lnTo>
                  <a:pt x="129510" y="443422"/>
                </a:lnTo>
                <a:lnTo>
                  <a:pt x="141201" y="444000"/>
                </a:lnTo>
                <a:lnTo>
                  <a:pt x="152963" y="444461"/>
                </a:lnTo>
                <a:lnTo>
                  <a:pt x="164783" y="444804"/>
                </a:lnTo>
                <a:lnTo>
                  <a:pt x="176645" y="445029"/>
                </a:lnTo>
                <a:lnTo>
                  <a:pt x="188536" y="445136"/>
                </a:lnTo>
                <a:lnTo>
                  <a:pt x="200442" y="445125"/>
                </a:lnTo>
                <a:lnTo>
                  <a:pt x="212347" y="444995"/>
                </a:lnTo>
                <a:lnTo>
                  <a:pt x="224237" y="444748"/>
                </a:lnTo>
                <a:lnTo>
                  <a:pt x="236099" y="444383"/>
                </a:lnTo>
                <a:lnTo>
                  <a:pt x="247918" y="443901"/>
                </a:lnTo>
                <a:lnTo>
                  <a:pt x="259679" y="443303"/>
                </a:lnTo>
                <a:lnTo>
                  <a:pt x="271369" y="442589"/>
                </a:lnTo>
                <a:lnTo>
                  <a:pt x="282973" y="441761"/>
                </a:lnTo>
                <a:lnTo>
                  <a:pt x="294477" y="440820"/>
                </a:lnTo>
                <a:lnTo>
                  <a:pt x="305868" y="439765"/>
                </a:lnTo>
                <a:lnTo>
                  <a:pt x="317131" y="438600"/>
                </a:lnTo>
                <a:lnTo>
                  <a:pt x="328253" y="437324"/>
                </a:lnTo>
                <a:lnTo>
                  <a:pt x="339220" y="435939"/>
                </a:lnTo>
                <a:lnTo>
                  <a:pt x="350019" y="434445"/>
                </a:lnTo>
                <a:lnTo>
                  <a:pt x="360636" y="432844"/>
                </a:lnTo>
                <a:lnTo>
                  <a:pt x="370989" y="431141"/>
                </a:lnTo>
                <a:lnTo>
                  <a:pt x="381098" y="429365"/>
                </a:lnTo>
                <a:lnTo>
                  <a:pt x="391136" y="427543"/>
                </a:lnTo>
                <a:lnTo>
                  <a:pt x="401169" y="425676"/>
                </a:lnTo>
                <a:lnTo>
                  <a:pt x="411196" y="423770"/>
                </a:lnTo>
                <a:lnTo>
                  <a:pt x="421218" y="421828"/>
                </a:lnTo>
                <a:lnTo>
                  <a:pt x="431233" y="419856"/>
                </a:lnTo>
                <a:lnTo>
                  <a:pt x="441243" y="417858"/>
                </a:lnTo>
                <a:lnTo>
                  <a:pt x="451247" y="415838"/>
                </a:lnTo>
                <a:lnTo>
                  <a:pt x="461244" y="413802"/>
                </a:lnTo>
                <a:lnTo>
                  <a:pt x="471235" y="411753"/>
                </a:lnTo>
                <a:lnTo>
                  <a:pt x="481219" y="409696"/>
                </a:lnTo>
                <a:lnTo>
                  <a:pt x="491198" y="407634"/>
                </a:lnTo>
                <a:lnTo>
                  <a:pt x="501170" y="405571"/>
                </a:lnTo>
                <a:lnTo>
                  <a:pt x="511136" y="403510"/>
                </a:lnTo>
                <a:lnTo>
                  <a:pt x="521096" y="401456"/>
                </a:lnTo>
                <a:lnTo>
                  <a:pt x="531051" y="399410"/>
                </a:lnTo>
                <a:lnTo>
                  <a:pt x="540999" y="397376"/>
                </a:lnTo>
                <a:lnTo>
                  <a:pt x="550943" y="395356"/>
                </a:lnTo>
                <a:lnTo>
                  <a:pt x="560881" y="393353"/>
                </a:lnTo>
                <a:lnTo>
                  <a:pt x="570814" y="391370"/>
                </a:lnTo>
                <a:lnTo>
                  <a:pt x="580742" y="389407"/>
                </a:lnTo>
                <a:lnTo>
                  <a:pt x="590665" y="387467"/>
                </a:lnTo>
                <a:lnTo>
                  <a:pt x="600583" y="385552"/>
                </a:lnTo>
                <a:lnTo>
                  <a:pt x="610497" y="383661"/>
                </a:lnTo>
                <a:lnTo>
                  <a:pt x="620406" y="381797"/>
                </a:lnTo>
                <a:lnTo>
                  <a:pt x="630310" y="379961"/>
                </a:lnTo>
                <a:lnTo>
                  <a:pt x="640210" y="378151"/>
                </a:lnTo>
                <a:lnTo>
                  <a:pt x="650105" y="376370"/>
                </a:lnTo>
                <a:lnTo>
                  <a:pt x="659995" y="374616"/>
                </a:lnTo>
                <a:lnTo>
                  <a:pt x="669881" y="372889"/>
                </a:lnTo>
                <a:lnTo>
                  <a:pt x="679761" y="371190"/>
                </a:lnTo>
                <a:lnTo>
                  <a:pt x="689636" y="369516"/>
                </a:lnTo>
                <a:lnTo>
                  <a:pt x="699505" y="367868"/>
                </a:lnTo>
                <a:lnTo>
                  <a:pt x="709368" y="366244"/>
                </a:lnTo>
                <a:lnTo>
                  <a:pt x="719225" y="364642"/>
                </a:lnTo>
                <a:lnTo>
                  <a:pt x="729074" y="363061"/>
                </a:lnTo>
                <a:lnTo>
                  <a:pt x="738916" y="361499"/>
                </a:lnTo>
                <a:lnTo>
                  <a:pt x="748750" y="359955"/>
                </a:lnTo>
                <a:lnTo>
                  <a:pt x="758574" y="358425"/>
                </a:lnTo>
                <a:lnTo>
                  <a:pt x="768389" y="356908"/>
                </a:lnTo>
                <a:lnTo>
                  <a:pt x="778193" y="355400"/>
                </a:lnTo>
                <a:lnTo>
                  <a:pt x="787985" y="353900"/>
                </a:lnTo>
                <a:lnTo>
                  <a:pt x="797764" y="352404"/>
                </a:lnTo>
                <a:lnTo>
                  <a:pt x="807530" y="350910"/>
                </a:lnTo>
                <a:lnTo>
                  <a:pt x="817281" y="349413"/>
                </a:lnTo>
                <a:lnTo>
                  <a:pt x="827015" y="347912"/>
                </a:lnTo>
                <a:lnTo>
                  <a:pt x="836742" y="346401"/>
                </a:lnTo>
                <a:lnTo>
                  <a:pt x="846482" y="344864"/>
                </a:lnTo>
                <a:lnTo>
                  <a:pt x="856234" y="343291"/>
                </a:lnTo>
                <a:lnTo>
                  <a:pt x="865986" y="341683"/>
                </a:lnTo>
                <a:lnTo>
                  <a:pt x="875736" y="340037"/>
                </a:lnTo>
                <a:lnTo>
                  <a:pt x="885483" y="338350"/>
                </a:lnTo>
                <a:lnTo>
                  <a:pt x="895226" y="336620"/>
                </a:lnTo>
                <a:lnTo>
                  <a:pt x="904962" y="334842"/>
                </a:lnTo>
                <a:lnTo>
                  <a:pt x="914689" y="333015"/>
                </a:lnTo>
                <a:lnTo>
                  <a:pt x="924407" y="331135"/>
                </a:lnTo>
                <a:lnTo>
                  <a:pt x="934113" y="329201"/>
                </a:lnTo>
                <a:lnTo>
                  <a:pt x="943804" y="327209"/>
                </a:lnTo>
                <a:lnTo>
                  <a:pt x="953479" y="325156"/>
                </a:lnTo>
                <a:lnTo>
                  <a:pt x="963136" y="323041"/>
                </a:lnTo>
                <a:lnTo>
                  <a:pt x="972773" y="320861"/>
                </a:lnTo>
                <a:lnTo>
                  <a:pt x="982388" y="318614"/>
                </a:lnTo>
                <a:lnTo>
                  <a:pt x="991979" y="316297"/>
                </a:lnTo>
                <a:lnTo>
                  <a:pt x="1001543" y="313909"/>
                </a:lnTo>
                <a:lnTo>
                  <a:pt x="1011078" y="311447"/>
                </a:lnTo>
                <a:lnTo>
                  <a:pt x="1020583" y="308911"/>
                </a:lnTo>
                <a:lnTo>
                  <a:pt x="1030055" y="306297"/>
                </a:lnTo>
                <a:lnTo>
                  <a:pt x="1039493" y="303607"/>
                </a:lnTo>
                <a:lnTo>
                  <a:pt x="1048894" y="300837"/>
                </a:lnTo>
                <a:lnTo>
                  <a:pt x="1058257" y="297986"/>
                </a:lnTo>
                <a:lnTo>
                  <a:pt x="1067580" y="295056"/>
                </a:lnTo>
                <a:lnTo>
                  <a:pt x="1076860" y="292043"/>
                </a:lnTo>
                <a:lnTo>
                  <a:pt x="1086097" y="288949"/>
                </a:lnTo>
                <a:lnTo>
                  <a:pt x="1095288" y="285772"/>
                </a:lnTo>
                <a:lnTo>
                  <a:pt x="1104432" y="282514"/>
                </a:lnTo>
                <a:lnTo>
                  <a:pt x="1113527" y="279174"/>
                </a:lnTo>
                <a:lnTo>
                  <a:pt x="1122572" y="275752"/>
                </a:lnTo>
                <a:lnTo>
                  <a:pt x="1131567" y="272250"/>
                </a:lnTo>
                <a:lnTo>
                  <a:pt x="1140508" y="268667"/>
                </a:lnTo>
                <a:lnTo>
                  <a:pt x="1149396" y="265006"/>
                </a:lnTo>
                <a:lnTo>
                  <a:pt x="1158230" y="261267"/>
                </a:lnTo>
                <a:lnTo>
                  <a:pt x="1167008" y="257452"/>
                </a:lnTo>
                <a:lnTo>
                  <a:pt x="1175729" y="253563"/>
                </a:lnTo>
                <a:lnTo>
                  <a:pt x="1184394" y="249602"/>
                </a:lnTo>
                <a:lnTo>
                  <a:pt x="1193001" y="245570"/>
                </a:lnTo>
                <a:lnTo>
                  <a:pt x="1201550" y="241471"/>
                </a:lnTo>
                <a:lnTo>
                  <a:pt x="1210041" y="237306"/>
                </a:lnTo>
                <a:lnTo>
                  <a:pt x="1218474" y="233079"/>
                </a:lnTo>
                <a:lnTo>
                  <a:pt x="1226848" y="228791"/>
                </a:lnTo>
                <a:lnTo>
                  <a:pt x="1235164" y="224448"/>
                </a:lnTo>
                <a:lnTo>
                  <a:pt x="1243421" y="220051"/>
                </a:lnTo>
                <a:lnTo>
                  <a:pt x="1251620" y="215604"/>
                </a:lnTo>
                <a:lnTo>
                  <a:pt x="1259761" y="211110"/>
                </a:lnTo>
                <a:lnTo>
                  <a:pt x="1267911" y="206545"/>
                </a:lnTo>
                <a:lnTo>
                  <a:pt x="1276192" y="201824"/>
                </a:lnTo>
                <a:lnTo>
                  <a:pt x="1284589" y="196931"/>
                </a:lnTo>
                <a:lnTo>
                  <a:pt x="1293029" y="191903"/>
                </a:lnTo>
                <a:lnTo>
                  <a:pt x="1301509" y="186753"/>
                </a:lnTo>
                <a:lnTo>
                  <a:pt x="1310025" y="181489"/>
                </a:lnTo>
                <a:lnTo>
                  <a:pt x="1318571" y="176121"/>
                </a:lnTo>
                <a:lnTo>
                  <a:pt x="1327143" y="170660"/>
                </a:lnTo>
                <a:lnTo>
                  <a:pt x="1335736" y="165116"/>
                </a:lnTo>
                <a:lnTo>
                  <a:pt x="1344345" y="159500"/>
                </a:lnTo>
                <a:lnTo>
                  <a:pt x="1352964" y="153821"/>
                </a:lnTo>
                <a:lnTo>
                  <a:pt x="1361590" y="148090"/>
                </a:lnTo>
                <a:lnTo>
                  <a:pt x="1370216" y="142317"/>
                </a:lnTo>
                <a:lnTo>
                  <a:pt x="1378838" y="136514"/>
                </a:lnTo>
                <a:lnTo>
                  <a:pt x="1387449" y="130689"/>
                </a:lnTo>
                <a:lnTo>
                  <a:pt x="1396045" y="124855"/>
                </a:lnTo>
                <a:lnTo>
                  <a:pt x="1404620" y="119021"/>
                </a:lnTo>
                <a:lnTo>
                  <a:pt x="1413169" y="113198"/>
                </a:lnTo>
                <a:lnTo>
                  <a:pt x="1421685" y="107395"/>
                </a:lnTo>
                <a:lnTo>
                  <a:pt x="1430164" y="101625"/>
                </a:lnTo>
                <a:lnTo>
                  <a:pt x="1438598" y="95896"/>
                </a:lnTo>
                <a:lnTo>
                  <a:pt x="1446983" y="90219"/>
                </a:lnTo>
                <a:lnTo>
                  <a:pt x="1455312" y="84604"/>
                </a:lnTo>
                <a:lnTo>
                  <a:pt x="1463579" y="79062"/>
                </a:lnTo>
                <a:lnTo>
                  <a:pt x="1471778" y="73602"/>
                </a:lnTo>
                <a:lnTo>
                  <a:pt x="1479903" y="68234"/>
                </a:lnTo>
                <a:lnTo>
                  <a:pt x="1487946" y="62967"/>
                </a:lnTo>
                <a:lnTo>
                  <a:pt x="1495902" y="57813"/>
                </a:lnTo>
                <a:lnTo>
                  <a:pt x="1503763" y="52779"/>
                </a:lnTo>
                <a:lnTo>
                  <a:pt x="1511523" y="47875"/>
                </a:lnTo>
                <a:lnTo>
                  <a:pt x="1519173" y="43111"/>
                </a:lnTo>
                <a:lnTo>
                  <a:pt x="1526708" y="38495"/>
                </a:lnTo>
                <a:lnTo>
                  <a:pt x="1534120" y="34037"/>
                </a:lnTo>
                <a:lnTo>
                  <a:pt x="1541399" y="29746"/>
                </a:lnTo>
                <a:lnTo>
                  <a:pt x="1548540" y="25629"/>
                </a:lnTo>
                <a:lnTo>
                  <a:pt x="1555532" y="21696"/>
                </a:lnTo>
                <a:lnTo>
                  <a:pt x="1562369" y="17955"/>
                </a:lnTo>
                <a:lnTo>
                  <a:pt x="1569040" y="14414"/>
                </a:lnTo>
                <a:lnTo>
                  <a:pt x="1575536" y="11081"/>
                </a:lnTo>
                <a:lnTo>
                  <a:pt x="1581848" y="7966"/>
                </a:lnTo>
                <a:lnTo>
                  <a:pt x="1587965" y="5075"/>
                </a:lnTo>
                <a:lnTo>
                  <a:pt x="1593877" y="2417"/>
                </a:lnTo>
                <a:lnTo>
                  <a:pt x="1599571" y="0"/>
                </a:lnTo>
              </a:path>
            </a:pathLst>
          </a:custGeom>
          <a:noFill/>
          <a:ln w="11430">
            <a:solidFill>
              <a:srgbClr val="868686">
                <a:alpha val="87000"/>
              </a:srgbClr>
            </a:solidFill>
            <a:prstDash val="solid"/>
          </a:ln>
        </p:spPr>
      </p:sp>
      <p:sp>
        <p:nvSpPr>
          <p:cNvPr id="1038" name="PANEL_D-near_ground_lake-lane-2-direction-0-shaft_1367">
            <a:extLst>
              <a:ext uri="{FF2B5EF4-FFF2-40B4-BE49-F238E27FC236}">
                <a16:creationId xmlns:a16="http://schemas.microsoft.com/office/drawing/2014/main" id="{A4C156FF-4090-4FC6-8550-88BB24E1EA42}"/>
              </a:ext>
            </a:extLst>
          </p:cNvPr>
          <p:cNvSpPr>
            <a:spLocks/>
          </p:cNvSpPr>
          <p:nvPr/>
        </p:nvSpPr>
        <p:spPr>
          <a:xfrm>
            <a:off x="14370589" y="5971801"/>
            <a:ext cx="102422" cy="22079"/>
          </a:xfrm>
          <a:custGeom>
            <a:pathLst>
              <a:path w="107530" h="23180">
                <a:moveTo>
                  <a:pt x="0" y="23180"/>
                </a:moveTo>
                <a:lnTo>
                  <a:pt x="107530" y="0"/>
                </a:lnTo>
              </a:path>
            </a:pathLst>
          </a:custGeom>
          <a:noFill/>
          <a:ln w="9525">
            <a:solidFill>
              <a:srgbClr val="868686">
                <a:alpha val="85000"/>
              </a:srgbClr>
            </a:solidFill>
            <a:prstDash val="solid"/>
          </a:ln>
        </p:spPr>
      </p:sp>
      <p:sp>
        <p:nvSpPr>
          <p:cNvPr id="1039" name="PANEL_D-near_ground_lake-lane-2-direction-0-head_1368">
            <a:extLst>
              <a:ext uri="{FF2B5EF4-FFF2-40B4-BE49-F238E27FC236}">
                <a16:creationId xmlns:a16="http://schemas.microsoft.com/office/drawing/2014/main" id="{CAB52B73-3EE3-45B3-B651-0158D153F939}"/>
              </a:ext>
            </a:extLst>
          </p:cNvPr>
          <p:cNvSpPr>
            <a:spLocks/>
          </p:cNvSpPr>
          <p:nvPr/>
        </p:nvSpPr>
        <p:spPr>
          <a:xfrm>
            <a:off x="14440863" y="5958269"/>
            <a:ext cx="50771" cy="39107"/>
          </a:xfrm>
          <a:custGeom>
            <a:pathLst>
              <a:path w="53302" h="41057">
                <a:moveTo>
                  <a:pt x="53302" y="9992"/>
                </a:moveTo>
                <a:lnTo>
                  <a:pt x="8850" y="41057"/>
                </a:lnTo>
                <a:lnTo>
                  <a:pt x="0" y="0"/>
                </a:lnTo>
                <a:close/>
              </a:path>
            </a:pathLst>
          </a:custGeom>
          <a:solidFill>
            <a:srgbClr val="868686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041" name="PANEL_D-near_ground_lake-stream-3-run-0_1369">
            <a:extLst>
              <a:ext uri="{FF2B5EF4-FFF2-40B4-BE49-F238E27FC236}">
                <a16:creationId xmlns:a16="http://schemas.microsoft.com/office/drawing/2014/main" id="{5F395A1C-CBB7-455A-B182-EF39EBC8F9F8}"/>
              </a:ext>
            </a:extLst>
          </p:cNvPr>
          <p:cNvSpPr>
            <a:spLocks/>
          </p:cNvSpPr>
          <p:nvPr/>
        </p:nvSpPr>
        <p:spPr>
          <a:xfrm>
            <a:off x="13620218" y="5698797"/>
            <a:ext cx="1506718" cy="488416"/>
          </a:xfrm>
          <a:custGeom>
            <a:pathLst>
              <a:path w="1581856" h="512773">
                <a:moveTo>
                  <a:pt x="0" y="471364"/>
                </a:moveTo>
                <a:lnTo>
                  <a:pt x="11153" y="473714"/>
                </a:lnTo>
                <a:lnTo>
                  <a:pt x="22460" y="476007"/>
                </a:lnTo>
                <a:lnTo>
                  <a:pt x="33910" y="478243"/>
                </a:lnTo>
                <a:lnTo>
                  <a:pt x="45489" y="480420"/>
                </a:lnTo>
                <a:lnTo>
                  <a:pt x="57184" y="482538"/>
                </a:lnTo>
                <a:lnTo>
                  <a:pt x="68982" y="484597"/>
                </a:lnTo>
                <a:lnTo>
                  <a:pt x="80871" y="486594"/>
                </a:lnTo>
                <a:lnTo>
                  <a:pt x="92838" y="488529"/>
                </a:lnTo>
                <a:lnTo>
                  <a:pt x="104870" y="490401"/>
                </a:lnTo>
                <a:lnTo>
                  <a:pt x="116956" y="492209"/>
                </a:lnTo>
                <a:lnTo>
                  <a:pt x="129085" y="493951"/>
                </a:lnTo>
                <a:lnTo>
                  <a:pt x="141244" y="495627"/>
                </a:lnTo>
                <a:lnTo>
                  <a:pt x="153422" y="497234"/>
                </a:lnTo>
                <a:lnTo>
                  <a:pt x="165609" y="498772"/>
                </a:lnTo>
                <a:lnTo>
                  <a:pt x="177795" y="500237"/>
                </a:lnTo>
                <a:lnTo>
                  <a:pt x="189969" y="501630"/>
                </a:lnTo>
                <a:lnTo>
                  <a:pt x="202122" y="502946"/>
                </a:lnTo>
                <a:lnTo>
                  <a:pt x="214245" y="504184"/>
                </a:lnTo>
                <a:lnTo>
                  <a:pt x="226330" y="505340"/>
                </a:lnTo>
                <a:lnTo>
                  <a:pt x="238370" y="506412"/>
                </a:lnTo>
                <a:lnTo>
                  <a:pt x="250359" y="507397"/>
                </a:lnTo>
                <a:lnTo>
                  <a:pt x="262290" y="508289"/>
                </a:lnTo>
                <a:lnTo>
                  <a:pt x="274159" y="509084"/>
                </a:lnTo>
                <a:lnTo>
                  <a:pt x="285964" y="509778"/>
                </a:lnTo>
                <a:lnTo>
                  <a:pt x="297703" y="510364"/>
                </a:lnTo>
                <a:lnTo>
                  <a:pt x="309134" y="510848"/>
                </a:lnTo>
                <a:lnTo>
                  <a:pt x="320060" y="511271"/>
                </a:lnTo>
                <a:lnTo>
                  <a:pt x="330766" y="511651"/>
                </a:lnTo>
                <a:lnTo>
                  <a:pt x="341482" y="511977"/>
                </a:lnTo>
                <a:lnTo>
                  <a:pt x="352207" y="512248"/>
                </a:lnTo>
                <a:lnTo>
                  <a:pt x="362942" y="512463"/>
                </a:lnTo>
                <a:lnTo>
                  <a:pt x="373683" y="512623"/>
                </a:lnTo>
                <a:lnTo>
                  <a:pt x="384432" y="512726"/>
                </a:lnTo>
                <a:lnTo>
                  <a:pt x="395186" y="512773"/>
                </a:lnTo>
                <a:lnTo>
                  <a:pt x="405944" y="512761"/>
                </a:lnTo>
                <a:lnTo>
                  <a:pt x="416706" y="512690"/>
                </a:lnTo>
                <a:lnTo>
                  <a:pt x="427471" y="512558"/>
                </a:lnTo>
                <a:lnTo>
                  <a:pt x="438236" y="512364"/>
                </a:lnTo>
                <a:lnTo>
                  <a:pt x="449002" y="512107"/>
                </a:lnTo>
                <a:lnTo>
                  <a:pt x="459767" y="511784"/>
                </a:lnTo>
                <a:lnTo>
                  <a:pt x="470529" y="511395"/>
                </a:lnTo>
                <a:lnTo>
                  <a:pt x="481287" y="510936"/>
                </a:lnTo>
                <a:lnTo>
                  <a:pt x="492041" y="510406"/>
                </a:lnTo>
                <a:lnTo>
                  <a:pt x="502788" y="509802"/>
                </a:lnTo>
                <a:lnTo>
                  <a:pt x="513526" y="509123"/>
                </a:lnTo>
                <a:lnTo>
                  <a:pt x="524256" y="508366"/>
                </a:lnTo>
                <a:lnTo>
                  <a:pt x="534974" y="507528"/>
                </a:lnTo>
                <a:lnTo>
                  <a:pt x="545680" y="506608"/>
                </a:lnTo>
                <a:lnTo>
                  <a:pt x="556371" y="505602"/>
                </a:lnTo>
                <a:lnTo>
                  <a:pt x="567047" y="504508"/>
                </a:lnTo>
                <a:lnTo>
                  <a:pt x="577704" y="503324"/>
                </a:lnTo>
                <a:lnTo>
                  <a:pt x="588343" y="502047"/>
                </a:lnTo>
                <a:lnTo>
                  <a:pt x="598959" y="500675"/>
                </a:lnTo>
                <a:lnTo>
                  <a:pt x="609553" y="499204"/>
                </a:lnTo>
                <a:lnTo>
                  <a:pt x="620122" y="497632"/>
                </a:lnTo>
                <a:lnTo>
                  <a:pt x="630663" y="495958"/>
                </a:lnTo>
                <a:lnTo>
                  <a:pt x="641176" y="494178"/>
                </a:lnTo>
                <a:lnTo>
                  <a:pt x="651657" y="492290"/>
                </a:lnTo>
                <a:lnTo>
                  <a:pt x="662106" y="490292"/>
                </a:lnTo>
                <a:lnTo>
                  <a:pt x="672519" y="488181"/>
                </a:lnTo>
                <a:lnTo>
                  <a:pt x="682896" y="485956"/>
                </a:lnTo>
                <a:lnTo>
                  <a:pt x="693233" y="483615"/>
                </a:lnTo>
                <a:lnTo>
                  <a:pt x="703528" y="481156"/>
                </a:lnTo>
                <a:lnTo>
                  <a:pt x="713780" y="478577"/>
                </a:lnTo>
                <a:lnTo>
                  <a:pt x="723987" y="475876"/>
                </a:lnTo>
                <a:lnTo>
                  <a:pt x="734146" y="473053"/>
                </a:lnTo>
                <a:lnTo>
                  <a:pt x="744255" y="470106"/>
                </a:lnTo>
                <a:lnTo>
                  <a:pt x="754313" y="467034"/>
                </a:lnTo>
                <a:lnTo>
                  <a:pt x="764316" y="463836"/>
                </a:lnTo>
                <a:lnTo>
                  <a:pt x="774264" y="460512"/>
                </a:lnTo>
                <a:lnTo>
                  <a:pt x="784153" y="457061"/>
                </a:lnTo>
                <a:lnTo>
                  <a:pt x="793982" y="453484"/>
                </a:lnTo>
                <a:lnTo>
                  <a:pt x="803803" y="449766"/>
                </a:lnTo>
                <a:lnTo>
                  <a:pt x="813670" y="445886"/>
                </a:lnTo>
                <a:lnTo>
                  <a:pt x="823530" y="441852"/>
                </a:lnTo>
                <a:lnTo>
                  <a:pt x="833327" y="437679"/>
                </a:lnTo>
                <a:lnTo>
                  <a:pt x="843059" y="433368"/>
                </a:lnTo>
                <a:lnTo>
                  <a:pt x="852726" y="428922"/>
                </a:lnTo>
                <a:lnTo>
                  <a:pt x="862326" y="424343"/>
                </a:lnTo>
                <a:lnTo>
                  <a:pt x="871859" y="419632"/>
                </a:lnTo>
                <a:lnTo>
                  <a:pt x="881322" y="414794"/>
                </a:lnTo>
                <a:lnTo>
                  <a:pt x="890716" y="409831"/>
                </a:lnTo>
                <a:lnTo>
                  <a:pt x="900041" y="404746"/>
                </a:lnTo>
                <a:lnTo>
                  <a:pt x="909294" y="399542"/>
                </a:lnTo>
                <a:lnTo>
                  <a:pt x="918477" y="394223"/>
                </a:lnTo>
                <a:lnTo>
                  <a:pt x="927589" y="388793"/>
                </a:lnTo>
                <a:lnTo>
                  <a:pt x="936630" y="383256"/>
                </a:lnTo>
                <a:lnTo>
                  <a:pt x="945600" y="377616"/>
                </a:lnTo>
                <a:lnTo>
                  <a:pt x="954498" y="371877"/>
                </a:lnTo>
                <a:lnTo>
                  <a:pt x="963327" y="366045"/>
                </a:lnTo>
                <a:lnTo>
                  <a:pt x="972085" y="360124"/>
                </a:lnTo>
                <a:lnTo>
                  <a:pt x="980774" y="354119"/>
                </a:lnTo>
                <a:lnTo>
                  <a:pt x="989395" y="348035"/>
                </a:lnTo>
                <a:lnTo>
                  <a:pt x="997948" y="341878"/>
                </a:lnTo>
                <a:lnTo>
                  <a:pt x="1006435" y="335652"/>
                </a:lnTo>
                <a:lnTo>
                  <a:pt x="1014856" y="329365"/>
                </a:lnTo>
                <a:lnTo>
                  <a:pt x="1023213" y="323020"/>
                </a:lnTo>
                <a:lnTo>
                  <a:pt x="1031508" y="316625"/>
                </a:lnTo>
                <a:lnTo>
                  <a:pt x="1039742" y="310186"/>
                </a:lnTo>
                <a:lnTo>
                  <a:pt x="1047917" y="303707"/>
                </a:lnTo>
                <a:lnTo>
                  <a:pt x="1056035" y="297197"/>
                </a:lnTo>
                <a:lnTo>
                  <a:pt x="1064097" y="290660"/>
                </a:lnTo>
                <a:lnTo>
                  <a:pt x="1072106" y="284104"/>
                </a:lnTo>
                <a:lnTo>
                  <a:pt x="1080063" y="277533"/>
                </a:lnTo>
                <a:lnTo>
                  <a:pt x="1087972" y="270956"/>
                </a:lnTo>
                <a:lnTo>
                  <a:pt x="1095834" y="264379"/>
                </a:lnTo>
                <a:lnTo>
                  <a:pt x="1103652" y="257806"/>
                </a:lnTo>
                <a:lnTo>
                  <a:pt x="1111428" y="251247"/>
                </a:lnTo>
                <a:lnTo>
                  <a:pt x="1119164" y="244705"/>
                </a:lnTo>
                <a:lnTo>
                  <a:pt x="1126864" y="238189"/>
                </a:lnTo>
                <a:lnTo>
                  <a:pt x="1134530" y="231704"/>
                </a:lnTo>
                <a:lnTo>
                  <a:pt x="1142164" y="225256"/>
                </a:lnTo>
                <a:lnTo>
                  <a:pt x="1149769" y="218852"/>
                </a:lnTo>
                <a:lnTo>
                  <a:pt x="1157349" y="212498"/>
                </a:lnTo>
                <a:lnTo>
                  <a:pt x="1164904" y="206199"/>
                </a:lnTo>
                <a:lnTo>
                  <a:pt x="1172439" y="199962"/>
                </a:lnTo>
                <a:lnTo>
                  <a:pt x="1179956" y="193792"/>
                </a:lnTo>
                <a:lnTo>
                  <a:pt x="1187457" y="187695"/>
                </a:lnTo>
                <a:lnTo>
                  <a:pt x="1194946" y="181677"/>
                </a:lnTo>
                <a:lnTo>
                  <a:pt x="1202498" y="175708"/>
                </a:lnTo>
                <a:lnTo>
                  <a:pt x="1210238" y="169708"/>
                </a:lnTo>
                <a:lnTo>
                  <a:pt x="1218138" y="163666"/>
                </a:lnTo>
                <a:lnTo>
                  <a:pt x="1226122" y="157624"/>
                </a:lnTo>
                <a:lnTo>
                  <a:pt x="1234192" y="151591"/>
                </a:lnTo>
                <a:lnTo>
                  <a:pt x="1242347" y="145577"/>
                </a:lnTo>
                <a:lnTo>
                  <a:pt x="1250586" y="139589"/>
                </a:lnTo>
                <a:lnTo>
                  <a:pt x="1258907" y="133635"/>
                </a:lnTo>
                <a:lnTo>
                  <a:pt x="1267307" y="127725"/>
                </a:lnTo>
                <a:lnTo>
                  <a:pt x="1275784" y="121867"/>
                </a:lnTo>
                <a:lnTo>
                  <a:pt x="1284333" y="116068"/>
                </a:lnTo>
                <a:lnTo>
                  <a:pt x="1292951" y="110337"/>
                </a:lnTo>
                <a:lnTo>
                  <a:pt x="1301633" y="104681"/>
                </a:lnTo>
                <a:lnTo>
                  <a:pt x="1310374" y="99108"/>
                </a:lnTo>
                <a:lnTo>
                  <a:pt x="1319168" y="93625"/>
                </a:lnTo>
                <a:lnTo>
                  <a:pt x="1328010" y="88241"/>
                </a:lnTo>
                <a:lnTo>
                  <a:pt x="1336893" y="82961"/>
                </a:lnTo>
                <a:lnTo>
                  <a:pt x="1345810" y="77793"/>
                </a:lnTo>
                <a:lnTo>
                  <a:pt x="1354755" y="72742"/>
                </a:lnTo>
                <a:lnTo>
                  <a:pt x="1363720" y="67817"/>
                </a:lnTo>
                <a:lnTo>
                  <a:pt x="1372698" y="63022"/>
                </a:lnTo>
                <a:lnTo>
                  <a:pt x="1381679" y="58365"/>
                </a:lnTo>
                <a:lnTo>
                  <a:pt x="1390657" y="53849"/>
                </a:lnTo>
                <a:lnTo>
                  <a:pt x="1399622" y="49482"/>
                </a:lnTo>
                <a:lnTo>
                  <a:pt x="1408565" y="45269"/>
                </a:lnTo>
                <a:lnTo>
                  <a:pt x="1417476" y="41214"/>
                </a:lnTo>
                <a:lnTo>
                  <a:pt x="1426347" y="37322"/>
                </a:lnTo>
                <a:lnTo>
                  <a:pt x="1435167" y="33598"/>
                </a:lnTo>
                <a:lnTo>
                  <a:pt x="1443926" y="30048"/>
                </a:lnTo>
                <a:lnTo>
                  <a:pt x="1452613" y="26674"/>
                </a:lnTo>
                <a:lnTo>
                  <a:pt x="1461216" y="23481"/>
                </a:lnTo>
                <a:lnTo>
                  <a:pt x="1469726" y="20474"/>
                </a:lnTo>
                <a:lnTo>
                  <a:pt x="1478129" y="17655"/>
                </a:lnTo>
                <a:lnTo>
                  <a:pt x="1486414" y="15030"/>
                </a:lnTo>
                <a:lnTo>
                  <a:pt x="1494568" y="12601"/>
                </a:lnTo>
                <a:lnTo>
                  <a:pt x="1502578" y="10372"/>
                </a:lnTo>
                <a:lnTo>
                  <a:pt x="1510431" y="8348"/>
                </a:lnTo>
                <a:lnTo>
                  <a:pt x="1518113" y="6531"/>
                </a:lnTo>
                <a:lnTo>
                  <a:pt x="1525608" y="4926"/>
                </a:lnTo>
                <a:lnTo>
                  <a:pt x="1532901" y="3536"/>
                </a:lnTo>
                <a:lnTo>
                  <a:pt x="1539976" y="2367"/>
                </a:lnTo>
                <a:lnTo>
                  <a:pt x="1546814" y="1423"/>
                </a:lnTo>
                <a:lnTo>
                  <a:pt x="1553397" y="709"/>
                </a:lnTo>
                <a:lnTo>
                  <a:pt x="1559702" y="232"/>
                </a:lnTo>
                <a:lnTo>
                  <a:pt x="1565705" y="0"/>
                </a:lnTo>
                <a:lnTo>
                  <a:pt x="1571378" y="22"/>
                </a:lnTo>
                <a:lnTo>
                  <a:pt x="1576687" y="310"/>
                </a:lnTo>
                <a:lnTo>
                  <a:pt x="1581856" y="732"/>
                </a:lnTo>
              </a:path>
            </a:pathLst>
          </a:custGeom>
          <a:noFill/>
          <a:ln w="8573">
            <a:solidFill>
              <a:srgbClr val="868686">
                <a:alpha val="60000"/>
              </a:srgbClr>
            </a:solidFill>
            <a:prstDash val="solid"/>
          </a:ln>
        </p:spPr>
      </p:sp>
      <p:sp>
        <p:nvSpPr>
          <p:cNvPr id="1043" name="PANEL_D-near_ground_lake-lane-3-direction-0-shaft_1370">
            <a:extLst>
              <a:ext uri="{FF2B5EF4-FFF2-40B4-BE49-F238E27FC236}">
                <a16:creationId xmlns:a16="http://schemas.microsoft.com/office/drawing/2014/main" id="{0F843314-2B15-4B85-B437-609CDED15AC1}"/>
              </a:ext>
            </a:extLst>
          </p:cNvPr>
          <p:cNvSpPr>
            <a:spLocks/>
          </p:cNvSpPr>
          <p:nvPr/>
        </p:nvSpPr>
        <p:spPr>
          <a:xfrm>
            <a:off x="14690589" y="5860288"/>
            <a:ext cx="82509" cy="64576"/>
          </a:xfrm>
          <a:custGeom>
            <a:pathLst>
              <a:path w="86624" h="67796">
                <a:moveTo>
                  <a:pt x="0" y="67796"/>
                </a:moveTo>
                <a:lnTo>
                  <a:pt x="86624" y="0"/>
                </a:lnTo>
              </a:path>
            </a:pathLst>
          </a:custGeom>
          <a:noFill/>
          <a:ln w="9525">
            <a:solidFill>
              <a:srgbClr val="868686">
                <a:alpha val="85000"/>
              </a:srgbClr>
            </a:solidFill>
            <a:prstDash val="solid"/>
          </a:ln>
        </p:spPr>
      </p:sp>
      <p:sp>
        <p:nvSpPr>
          <p:cNvPr id="1044" name="PANEL_D-near_ground_lake-lane-3-direction-0-head_1371">
            <a:extLst>
              <a:ext uri="{FF2B5EF4-FFF2-40B4-BE49-F238E27FC236}">
                <a16:creationId xmlns:a16="http://schemas.microsoft.com/office/drawing/2014/main" id="{159DB0B0-7573-483D-950A-E8D6418470F5}"/>
              </a:ext>
            </a:extLst>
          </p:cNvPr>
          <p:cNvSpPr>
            <a:spLocks/>
          </p:cNvSpPr>
          <p:nvPr/>
        </p:nvSpPr>
        <p:spPr>
          <a:xfrm>
            <a:off x="14738268" y="5848547"/>
            <a:ext cx="49832" cy="45104"/>
          </a:xfrm>
          <a:custGeom>
            <a:pathLst>
              <a:path w="52317" h="47354">
                <a:moveTo>
                  <a:pt x="52317" y="0"/>
                </a:moveTo>
                <a:lnTo>
                  <a:pt x="25886" y="47354"/>
                </a:lnTo>
                <a:lnTo>
                  <a:pt x="0" y="14279"/>
                </a:lnTo>
                <a:close/>
              </a:path>
            </a:pathLst>
          </a:custGeom>
          <a:solidFill>
            <a:srgbClr val="868686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046" name="PANEL_D-transition_shore-stream-0-run-0_1372">
            <a:extLst>
              <a:ext uri="{FF2B5EF4-FFF2-40B4-BE49-F238E27FC236}">
                <a16:creationId xmlns:a16="http://schemas.microsoft.com/office/drawing/2014/main" id="{88134337-CB5F-466E-BB64-2796B9A191E1}"/>
              </a:ext>
            </a:extLst>
          </p:cNvPr>
          <p:cNvSpPr>
            <a:spLocks/>
          </p:cNvSpPr>
          <p:nvPr/>
        </p:nvSpPr>
        <p:spPr>
          <a:xfrm>
            <a:off x="12309448" y="4632897"/>
            <a:ext cx="1727981" cy="328135"/>
          </a:xfrm>
          <a:custGeom>
            <a:pathLst>
              <a:path w="1814153" h="344499">
                <a:moveTo>
                  <a:pt x="0" y="344499"/>
                </a:moveTo>
                <a:lnTo>
                  <a:pt x="4880" y="342085"/>
                </a:lnTo>
                <a:lnTo>
                  <a:pt x="10096" y="339686"/>
                </a:lnTo>
                <a:lnTo>
                  <a:pt x="15742" y="337292"/>
                </a:lnTo>
                <a:lnTo>
                  <a:pt x="21802" y="334908"/>
                </a:lnTo>
                <a:lnTo>
                  <a:pt x="28259" y="332539"/>
                </a:lnTo>
                <a:lnTo>
                  <a:pt x="35099" y="330187"/>
                </a:lnTo>
                <a:lnTo>
                  <a:pt x="42305" y="327856"/>
                </a:lnTo>
                <a:lnTo>
                  <a:pt x="49864" y="325550"/>
                </a:lnTo>
                <a:lnTo>
                  <a:pt x="57761" y="323271"/>
                </a:lnTo>
                <a:lnTo>
                  <a:pt x="65982" y="321023"/>
                </a:lnTo>
                <a:lnTo>
                  <a:pt x="74513" y="318806"/>
                </a:lnTo>
                <a:lnTo>
                  <a:pt x="83339" y="316624"/>
                </a:lnTo>
                <a:lnTo>
                  <a:pt x="92447" y="314478"/>
                </a:lnTo>
                <a:lnTo>
                  <a:pt x="101823" y="312370"/>
                </a:lnTo>
                <a:lnTo>
                  <a:pt x="111453" y="310302"/>
                </a:lnTo>
                <a:lnTo>
                  <a:pt x="121322" y="308274"/>
                </a:lnTo>
                <a:lnTo>
                  <a:pt x="131418" y="306288"/>
                </a:lnTo>
                <a:lnTo>
                  <a:pt x="141726" y="304344"/>
                </a:lnTo>
                <a:lnTo>
                  <a:pt x="152233" y="302442"/>
                </a:lnTo>
                <a:lnTo>
                  <a:pt x="162923" y="300585"/>
                </a:lnTo>
                <a:lnTo>
                  <a:pt x="173785" y="298770"/>
                </a:lnTo>
                <a:lnTo>
                  <a:pt x="184803" y="297000"/>
                </a:lnTo>
                <a:lnTo>
                  <a:pt x="195964" y="295273"/>
                </a:lnTo>
                <a:lnTo>
                  <a:pt x="207254" y="293590"/>
                </a:lnTo>
                <a:lnTo>
                  <a:pt x="218659" y="291950"/>
                </a:lnTo>
                <a:lnTo>
                  <a:pt x="230166" y="290352"/>
                </a:lnTo>
                <a:lnTo>
                  <a:pt x="241761" y="288797"/>
                </a:lnTo>
                <a:lnTo>
                  <a:pt x="253429" y="287284"/>
                </a:lnTo>
                <a:lnTo>
                  <a:pt x="265158" y="285813"/>
                </a:lnTo>
                <a:lnTo>
                  <a:pt x="276934" y="284382"/>
                </a:lnTo>
                <a:lnTo>
                  <a:pt x="288743" y="282990"/>
                </a:lnTo>
                <a:lnTo>
                  <a:pt x="300572" y="281638"/>
                </a:lnTo>
                <a:lnTo>
                  <a:pt x="312406" y="280325"/>
                </a:lnTo>
                <a:lnTo>
                  <a:pt x="324234" y="279050"/>
                </a:lnTo>
                <a:lnTo>
                  <a:pt x="336041" y="277811"/>
                </a:lnTo>
                <a:lnTo>
                  <a:pt x="347815" y="276610"/>
                </a:lnTo>
                <a:lnTo>
                  <a:pt x="359542" y="275444"/>
                </a:lnTo>
                <a:lnTo>
                  <a:pt x="371209" y="274314"/>
                </a:lnTo>
                <a:lnTo>
                  <a:pt x="382804" y="273219"/>
                </a:lnTo>
                <a:lnTo>
                  <a:pt x="394315" y="272159"/>
                </a:lnTo>
                <a:lnTo>
                  <a:pt x="405728" y="271134"/>
                </a:lnTo>
                <a:lnTo>
                  <a:pt x="417033" y="270142"/>
                </a:lnTo>
                <a:lnTo>
                  <a:pt x="428216" y="269186"/>
                </a:lnTo>
                <a:lnTo>
                  <a:pt x="439266" y="268264"/>
                </a:lnTo>
                <a:lnTo>
                  <a:pt x="450173" y="267377"/>
                </a:lnTo>
                <a:lnTo>
                  <a:pt x="460926" y="266526"/>
                </a:lnTo>
                <a:lnTo>
                  <a:pt x="471584" y="265707"/>
                </a:lnTo>
                <a:lnTo>
                  <a:pt x="482291" y="264930"/>
                </a:lnTo>
                <a:lnTo>
                  <a:pt x="493050" y="264214"/>
                </a:lnTo>
                <a:lnTo>
                  <a:pt x="503783" y="263555"/>
                </a:lnTo>
                <a:lnTo>
                  <a:pt x="514489" y="262948"/>
                </a:lnTo>
                <a:lnTo>
                  <a:pt x="525170" y="262383"/>
                </a:lnTo>
                <a:lnTo>
                  <a:pt x="535826" y="261855"/>
                </a:lnTo>
                <a:lnTo>
                  <a:pt x="546456" y="261356"/>
                </a:lnTo>
                <a:lnTo>
                  <a:pt x="557062" y="260879"/>
                </a:lnTo>
                <a:lnTo>
                  <a:pt x="567642" y="260419"/>
                </a:lnTo>
                <a:lnTo>
                  <a:pt x="578198" y="259970"/>
                </a:lnTo>
                <a:lnTo>
                  <a:pt x="588729" y="259526"/>
                </a:lnTo>
                <a:lnTo>
                  <a:pt x="599235" y="259082"/>
                </a:lnTo>
                <a:lnTo>
                  <a:pt x="609716" y="258632"/>
                </a:lnTo>
                <a:lnTo>
                  <a:pt x="620170" y="258172"/>
                </a:lnTo>
                <a:lnTo>
                  <a:pt x="630598" y="257696"/>
                </a:lnTo>
                <a:lnTo>
                  <a:pt x="640998" y="257202"/>
                </a:lnTo>
                <a:lnTo>
                  <a:pt x="651369" y="256684"/>
                </a:lnTo>
                <a:lnTo>
                  <a:pt x="661712" y="256140"/>
                </a:lnTo>
                <a:lnTo>
                  <a:pt x="672023" y="255565"/>
                </a:lnTo>
                <a:lnTo>
                  <a:pt x="682302" y="254956"/>
                </a:lnTo>
                <a:lnTo>
                  <a:pt x="692547" y="254310"/>
                </a:lnTo>
                <a:lnTo>
                  <a:pt x="702757" y="253625"/>
                </a:lnTo>
                <a:lnTo>
                  <a:pt x="712930" y="252898"/>
                </a:lnTo>
                <a:lnTo>
                  <a:pt x="723064" y="252127"/>
                </a:lnTo>
                <a:lnTo>
                  <a:pt x="733158" y="251309"/>
                </a:lnTo>
                <a:lnTo>
                  <a:pt x="743208" y="250443"/>
                </a:lnTo>
                <a:lnTo>
                  <a:pt x="753214" y="249527"/>
                </a:lnTo>
                <a:lnTo>
                  <a:pt x="763172" y="248561"/>
                </a:lnTo>
                <a:lnTo>
                  <a:pt x="773082" y="247542"/>
                </a:lnTo>
                <a:lnTo>
                  <a:pt x="782940" y="246469"/>
                </a:lnTo>
                <a:lnTo>
                  <a:pt x="792745" y="245343"/>
                </a:lnTo>
                <a:lnTo>
                  <a:pt x="802495" y="244162"/>
                </a:lnTo>
                <a:lnTo>
                  <a:pt x="812188" y="242927"/>
                </a:lnTo>
                <a:lnTo>
                  <a:pt x="821821" y="241636"/>
                </a:lnTo>
                <a:lnTo>
                  <a:pt x="831394" y="240290"/>
                </a:lnTo>
                <a:lnTo>
                  <a:pt x="840905" y="238888"/>
                </a:lnTo>
                <a:lnTo>
                  <a:pt x="850352" y="237432"/>
                </a:lnTo>
                <a:lnTo>
                  <a:pt x="859734" y="235921"/>
                </a:lnTo>
                <a:lnTo>
                  <a:pt x="869051" y="234356"/>
                </a:lnTo>
                <a:lnTo>
                  <a:pt x="878301" y="232737"/>
                </a:lnTo>
                <a:lnTo>
                  <a:pt x="887485" y="231065"/>
                </a:lnTo>
                <a:lnTo>
                  <a:pt x="896602" y="229341"/>
                </a:lnTo>
                <a:lnTo>
                  <a:pt x="905652" y="227564"/>
                </a:lnTo>
                <a:lnTo>
                  <a:pt x="914637" y="225737"/>
                </a:lnTo>
                <a:lnTo>
                  <a:pt x="923558" y="223858"/>
                </a:lnTo>
                <a:lnTo>
                  <a:pt x="932415" y="221929"/>
                </a:lnTo>
                <a:lnTo>
                  <a:pt x="941349" y="219930"/>
                </a:lnTo>
                <a:lnTo>
                  <a:pt x="950530" y="217858"/>
                </a:lnTo>
                <a:lnTo>
                  <a:pt x="959866" y="215750"/>
                </a:lnTo>
                <a:lnTo>
                  <a:pt x="969232" y="213629"/>
                </a:lnTo>
                <a:lnTo>
                  <a:pt x="978629" y="211499"/>
                </a:lnTo>
                <a:lnTo>
                  <a:pt x="988058" y="209364"/>
                </a:lnTo>
                <a:lnTo>
                  <a:pt x="997521" y="207228"/>
                </a:lnTo>
                <a:lnTo>
                  <a:pt x="1007018" y="205093"/>
                </a:lnTo>
                <a:lnTo>
                  <a:pt x="1016552" y="202964"/>
                </a:lnTo>
                <a:lnTo>
                  <a:pt x="1026123" y="200843"/>
                </a:lnTo>
                <a:lnTo>
                  <a:pt x="1035732" y="198733"/>
                </a:lnTo>
                <a:lnTo>
                  <a:pt x="1045379" y="196637"/>
                </a:lnTo>
                <a:lnTo>
                  <a:pt x="1055067" y="194558"/>
                </a:lnTo>
                <a:lnTo>
                  <a:pt x="1064795" y="192497"/>
                </a:lnTo>
                <a:lnTo>
                  <a:pt x="1074564" y="190456"/>
                </a:lnTo>
                <a:lnTo>
                  <a:pt x="1084375" y="188438"/>
                </a:lnTo>
                <a:lnTo>
                  <a:pt x="1094227" y="186443"/>
                </a:lnTo>
                <a:lnTo>
                  <a:pt x="1104122" y="184474"/>
                </a:lnTo>
                <a:lnTo>
                  <a:pt x="1114059" y="182531"/>
                </a:lnTo>
                <a:lnTo>
                  <a:pt x="1124038" y="180615"/>
                </a:lnTo>
                <a:lnTo>
                  <a:pt x="1134059" y="178727"/>
                </a:lnTo>
                <a:lnTo>
                  <a:pt x="1144122" y="176868"/>
                </a:lnTo>
                <a:lnTo>
                  <a:pt x="1154226" y="175037"/>
                </a:lnTo>
                <a:lnTo>
                  <a:pt x="1164371" y="173234"/>
                </a:lnTo>
                <a:lnTo>
                  <a:pt x="1174556" y="171460"/>
                </a:lnTo>
                <a:lnTo>
                  <a:pt x="1184779" y="169714"/>
                </a:lnTo>
                <a:lnTo>
                  <a:pt x="1195041" y="167995"/>
                </a:lnTo>
                <a:lnTo>
                  <a:pt x="1205339" y="166303"/>
                </a:lnTo>
                <a:lnTo>
                  <a:pt x="1215673" y="164636"/>
                </a:lnTo>
                <a:lnTo>
                  <a:pt x="1226041" y="162994"/>
                </a:lnTo>
                <a:lnTo>
                  <a:pt x="1236441" y="161375"/>
                </a:lnTo>
                <a:lnTo>
                  <a:pt x="1246871" y="159777"/>
                </a:lnTo>
                <a:lnTo>
                  <a:pt x="1257330" y="158200"/>
                </a:lnTo>
                <a:lnTo>
                  <a:pt x="1267816" y="156640"/>
                </a:lnTo>
                <a:lnTo>
                  <a:pt x="1278327" y="155097"/>
                </a:lnTo>
                <a:lnTo>
                  <a:pt x="1288859" y="153568"/>
                </a:lnTo>
                <a:lnTo>
                  <a:pt x="1299412" y="152051"/>
                </a:lnTo>
                <a:lnTo>
                  <a:pt x="1309982" y="150544"/>
                </a:lnTo>
                <a:lnTo>
                  <a:pt x="1320567" y="149043"/>
                </a:lnTo>
                <a:lnTo>
                  <a:pt x="1331165" y="147547"/>
                </a:lnTo>
                <a:lnTo>
                  <a:pt x="1341772" y="146053"/>
                </a:lnTo>
                <a:lnTo>
                  <a:pt x="1352386" y="144559"/>
                </a:lnTo>
                <a:lnTo>
                  <a:pt x="1363004" y="143061"/>
                </a:lnTo>
                <a:lnTo>
                  <a:pt x="1373623" y="141557"/>
                </a:lnTo>
                <a:lnTo>
                  <a:pt x="1384240" y="140044"/>
                </a:lnTo>
                <a:lnTo>
                  <a:pt x="1394853" y="138519"/>
                </a:lnTo>
                <a:lnTo>
                  <a:pt x="1405458" y="136980"/>
                </a:lnTo>
                <a:lnTo>
                  <a:pt x="1415959" y="135455"/>
                </a:lnTo>
                <a:lnTo>
                  <a:pt x="1426382" y="133898"/>
                </a:lnTo>
                <a:lnTo>
                  <a:pt x="1436933" y="132203"/>
                </a:lnTo>
                <a:lnTo>
                  <a:pt x="1447686" y="130341"/>
                </a:lnTo>
                <a:lnTo>
                  <a:pt x="1458620" y="128317"/>
                </a:lnTo>
                <a:lnTo>
                  <a:pt x="1469718" y="126133"/>
                </a:lnTo>
                <a:lnTo>
                  <a:pt x="1480959" y="123795"/>
                </a:lnTo>
                <a:lnTo>
                  <a:pt x="1492328" y="121305"/>
                </a:lnTo>
                <a:lnTo>
                  <a:pt x="1503805" y="118668"/>
                </a:lnTo>
                <a:lnTo>
                  <a:pt x="1515373" y="115887"/>
                </a:lnTo>
                <a:lnTo>
                  <a:pt x="1527016" y="112966"/>
                </a:lnTo>
                <a:lnTo>
                  <a:pt x="1538717" y="109909"/>
                </a:lnTo>
                <a:lnTo>
                  <a:pt x="1550460" y="106722"/>
                </a:lnTo>
                <a:lnTo>
                  <a:pt x="1562227" y="103407"/>
                </a:lnTo>
                <a:lnTo>
                  <a:pt x="1574005" y="99969"/>
                </a:lnTo>
                <a:lnTo>
                  <a:pt x="1585776" y="96413"/>
                </a:lnTo>
                <a:lnTo>
                  <a:pt x="1597526" y="92744"/>
                </a:lnTo>
                <a:lnTo>
                  <a:pt x="1609239" y="88966"/>
                </a:lnTo>
                <a:lnTo>
                  <a:pt x="1620900" y="85085"/>
                </a:lnTo>
                <a:lnTo>
                  <a:pt x="1632495" y="81105"/>
                </a:lnTo>
                <a:lnTo>
                  <a:pt x="1644008" y="77033"/>
                </a:lnTo>
                <a:lnTo>
                  <a:pt x="1655427" y="72874"/>
                </a:lnTo>
                <a:lnTo>
                  <a:pt x="1666735" y="68633"/>
                </a:lnTo>
                <a:lnTo>
                  <a:pt x="1677920" y="64318"/>
                </a:lnTo>
                <a:lnTo>
                  <a:pt x="1688967" y="59934"/>
                </a:lnTo>
                <a:lnTo>
                  <a:pt x="1699863" y="55487"/>
                </a:lnTo>
                <a:lnTo>
                  <a:pt x="1710594" y="50986"/>
                </a:lnTo>
                <a:lnTo>
                  <a:pt x="1721148" y="46436"/>
                </a:lnTo>
                <a:lnTo>
                  <a:pt x="1731511" y="41845"/>
                </a:lnTo>
                <a:lnTo>
                  <a:pt x="1741670" y="37221"/>
                </a:lnTo>
                <a:lnTo>
                  <a:pt x="1751613" y="32571"/>
                </a:lnTo>
                <a:lnTo>
                  <a:pt x="1761327" y="27904"/>
                </a:lnTo>
                <a:lnTo>
                  <a:pt x="1770801" y="23226"/>
                </a:lnTo>
                <a:lnTo>
                  <a:pt x="1780022" y="18548"/>
                </a:lnTo>
                <a:lnTo>
                  <a:pt x="1788979" y="13878"/>
                </a:lnTo>
                <a:lnTo>
                  <a:pt x="1797661" y="9223"/>
                </a:lnTo>
                <a:lnTo>
                  <a:pt x="1806056" y="4594"/>
                </a:lnTo>
                <a:lnTo>
                  <a:pt x="1814153" y="0"/>
                </a:lnTo>
              </a:path>
            </a:pathLst>
          </a:custGeom>
          <a:noFill/>
          <a:ln w="8573">
            <a:solidFill>
              <a:srgbClr val="999999">
                <a:alpha val="60000"/>
              </a:srgbClr>
            </a:solidFill>
            <a:prstDash val="solid"/>
          </a:ln>
        </p:spPr>
      </p:sp>
      <p:sp>
        <p:nvSpPr>
          <p:cNvPr id="1048" name="PANEL_D-transition_shore-lane-0-direction-0-shaft_1373">
            <a:extLst>
              <a:ext uri="{FF2B5EF4-FFF2-40B4-BE49-F238E27FC236}">
                <a16:creationId xmlns:a16="http://schemas.microsoft.com/office/drawing/2014/main" id="{2D1F19AF-8768-4AB1-A378-F10A621173F6}"/>
              </a:ext>
            </a:extLst>
          </p:cNvPr>
          <p:cNvSpPr>
            <a:spLocks/>
          </p:cNvSpPr>
          <p:nvPr/>
        </p:nvSpPr>
        <p:spPr>
          <a:xfrm>
            <a:off x="13139745" y="4834274"/>
            <a:ext cx="102185" cy="23151"/>
          </a:xfrm>
          <a:custGeom>
            <a:pathLst>
              <a:path w="107281" h="24306">
                <a:moveTo>
                  <a:pt x="0" y="24306"/>
                </a:moveTo>
                <a:lnTo>
                  <a:pt x="107281" y="0"/>
                </a:lnTo>
              </a:path>
            </a:pathLst>
          </a:custGeom>
          <a:noFill/>
          <a:ln w="9525">
            <a:solidFill>
              <a:srgbClr val="999999">
                <a:alpha val="85000"/>
              </a:srgbClr>
            </a:solidFill>
            <a:prstDash val="solid"/>
          </a:ln>
        </p:spPr>
      </p:sp>
      <p:sp>
        <p:nvSpPr>
          <p:cNvPr id="1049" name="PANEL_D-transition_shore-lane-0-direction-0-head_1374">
            <a:extLst>
              <a:ext uri="{FF2B5EF4-FFF2-40B4-BE49-F238E27FC236}">
                <a16:creationId xmlns:a16="http://schemas.microsoft.com/office/drawing/2014/main" id="{E2522675-8048-4F95-B697-9F90AE61D655}"/>
              </a:ext>
            </a:extLst>
          </p:cNvPr>
          <p:cNvSpPr>
            <a:spLocks/>
          </p:cNvSpPr>
          <p:nvPr/>
        </p:nvSpPr>
        <p:spPr>
          <a:xfrm>
            <a:off x="13209642" y="4821080"/>
            <a:ext cx="50868" cy="39016"/>
          </a:xfrm>
          <a:custGeom>
            <a:pathLst>
              <a:path w="53404" h="40962">
                <a:moveTo>
                  <a:pt x="53404" y="9433"/>
                </a:moveTo>
                <a:lnTo>
                  <a:pt x="9280" y="40962"/>
                </a:lnTo>
                <a:lnTo>
                  <a:pt x="0" y="0"/>
                </a:lnTo>
                <a:close/>
              </a:path>
            </a:pathLst>
          </a:custGeom>
          <a:solidFill>
            <a:srgbClr val="999999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051" name="PANEL_D-transition_shore-stream-1-run-0_1375">
            <a:extLst>
              <a:ext uri="{FF2B5EF4-FFF2-40B4-BE49-F238E27FC236}">
                <a16:creationId xmlns:a16="http://schemas.microsoft.com/office/drawing/2014/main" id="{E66E7479-AC57-4F0B-BB36-53E2F7404E63}"/>
              </a:ext>
            </a:extLst>
          </p:cNvPr>
          <p:cNvSpPr>
            <a:spLocks/>
          </p:cNvSpPr>
          <p:nvPr/>
        </p:nvSpPr>
        <p:spPr>
          <a:xfrm>
            <a:off x="12360149" y="4660535"/>
            <a:ext cx="1732320" cy="356817"/>
          </a:xfrm>
          <a:custGeom>
            <a:pathLst>
              <a:path w="1818709" h="374611">
                <a:moveTo>
                  <a:pt x="0" y="374611"/>
                </a:moveTo>
                <a:lnTo>
                  <a:pt x="7949" y="374545"/>
                </a:lnTo>
                <a:lnTo>
                  <a:pt x="16209" y="374419"/>
                </a:lnTo>
                <a:lnTo>
                  <a:pt x="24767" y="374231"/>
                </a:lnTo>
                <a:lnTo>
                  <a:pt x="33608" y="373979"/>
                </a:lnTo>
                <a:lnTo>
                  <a:pt x="42719" y="373663"/>
                </a:lnTo>
                <a:lnTo>
                  <a:pt x="52084" y="373280"/>
                </a:lnTo>
                <a:lnTo>
                  <a:pt x="61690" y="372830"/>
                </a:lnTo>
                <a:lnTo>
                  <a:pt x="71523" y="372312"/>
                </a:lnTo>
                <a:lnTo>
                  <a:pt x="81569" y="371724"/>
                </a:lnTo>
                <a:lnTo>
                  <a:pt x="91814" y="371066"/>
                </a:lnTo>
                <a:lnTo>
                  <a:pt x="102243" y="370337"/>
                </a:lnTo>
                <a:lnTo>
                  <a:pt x="112844" y="369536"/>
                </a:lnTo>
                <a:lnTo>
                  <a:pt x="123601" y="368662"/>
                </a:lnTo>
                <a:lnTo>
                  <a:pt x="134501" y="367716"/>
                </a:lnTo>
                <a:lnTo>
                  <a:pt x="145531" y="366697"/>
                </a:lnTo>
                <a:lnTo>
                  <a:pt x="156677" y="365605"/>
                </a:lnTo>
                <a:lnTo>
                  <a:pt x="167925" y="364440"/>
                </a:lnTo>
                <a:lnTo>
                  <a:pt x="179262" y="363203"/>
                </a:lnTo>
                <a:lnTo>
                  <a:pt x="190673" y="361895"/>
                </a:lnTo>
                <a:lnTo>
                  <a:pt x="202146" y="360517"/>
                </a:lnTo>
                <a:lnTo>
                  <a:pt x="213667" y="359068"/>
                </a:lnTo>
                <a:lnTo>
                  <a:pt x="225223" y="357552"/>
                </a:lnTo>
                <a:lnTo>
                  <a:pt x="236801" y="355970"/>
                </a:lnTo>
                <a:lnTo>
                  <a:pt x="248387" y="354322"/>
                </a:lnTo>
                <a:lnTo>
                  <a:pt x="259968" y="352612"/>
                </a:lnTo>
                <a:lnTo>
                  <a:pt x="271532" y="350842"/>
                </a:lnTo>
                <a:lnTo>
                  <a:pt x="283066" y="349015"/>
                </a:lnTo>
                <a:lnTo>
                  <a:pt x="294556" y="347133"/>
                </a:lnTo>
                <a:lnTo>
                  <a:pt x="305990" y="345199"/>
                </a:lnTo>
                <a:lnTo>
                  <a:pt x="317355" y="343218"/>
                </a:lnTo>
                <a:lnTo>
                  <a:pt x="328640" y="341192"/>
                </a:lnTo>
                <a:lnTo>
                  <a:pt x="339830" y="339125"/>
                </a:lnTo>
                <a:lnTo>
                  <a:pt x="350915" y="337023"/>
                </a:lnTo>
                <a:lnTo>
                  <a:pt x="361882" y="334889"/>
                </a:lnTo>
                <a:lnTo>
                  <a:pt x="372719" y="332728"/>
                </a:lnTo>
                <a:lnTo>
                  <a:pt x="383414" y="330545"/>
                </a:lnTo>
                <a:lnTo>
                  <a:pt x="393956" y="328346"/>
                </a:lnTo>
                <a:lnTo>
                  <a:pt x="404332" y="326135"/>
                </a:lnTo>
                <a:lnTo>
                  <a:pt x="414532" y="323919"/>
                </a:lnTo>
                <a:lnTo>
                  <a:pt x="424530" y="321704"/>
                </a:lnTo>
                <a:lnTo>
                  <a:pt x="434419" y="319509"/>
                </a:lnTo>
                <a:lnTo>
                  <a:pt x="444332" y="317346"/>
                </a:lnTo>
                <a:lnTo>
                  <a:pt x="454285" y="315212"/>
                </a:lnTo>
                <a:lnTo>
                  <a:pt x="464276" y="313106"/>
                </a:lnTo>
                <a:lnTo>
                  <a:pt x="474304" y="311029"/>
                </a:lnTo>
                <a:lnTo>
                  <a:pt x="484367" y="308980"/>
                </a:lnTo>
                <a:lnTo>
                  <a:pt x="494464" y="306958"/>
                </a:lnTo>
                <a:lnTo>
                  <a:pt x="504593" y="304965"/>
                </a:lnTo>
                <a:lnTo>
                  <a:pt x="514750" y="302998"/>
                </a:lnTo>
                <a:lnTo>
                  <a:pt x="524935" y="301060"/>
                </a:lnTo>
                <a:lnTo>
                  <a:pt x="535143" y="299149"/>
                </a:lnTo>
                <a:lnTo>
                  <a:pt x="545373" y="297265"/>
                </a:lnTo>
                <a:lnTo>
                  <a:pt x="555620" y="295410"/>
                </a:lnTo>
                <a:lnTo>
                  <a:pt x="565883" y="293583"/>
                </a:lnTo>
                <a:lnTo>
                  <a:pt x="576157" y="291783"/>
                </a:lnTo>
                <a:lnTo>
                  <a:pt x="586440" y="290013"/>
                </a:lnTo>
                <a:lnTo>
                  <a:pt x="596729" y="288271"/>
                </a:lnTo>
                <a:lnTo>
                  <a:pt x="607020" y="286558"/>
                </a:lnTo>
                <a:lnTo>
                  <a:pt x="617309" y="284873"/>
                </a:lnTo>
                <a:lnTo>
                  <a:pt x="627594" y="283218"/>
                </a:lnTo>
                <a:lnTo>
                  <a:pt x="637871" y="281592"/>
                </a:lnTo>
                <a:lnTo>
                  <a:pt x="648137" y="279996"/>
                </a:lnTo>
                <a:lnTo>
                  <a:pt x="658390" y="278429"/>
                </a:lnTo>
                <a:lnTo>
                  <a:pt x="668626" y="276891"/>
                </a:lnTo>
                <a:lnTo>
                  <a:pt x="678843" y="275382"/>
                </a:lnTo>
                <a:lnTo>
                  <a:pt x="689037" y="273903"/>
                </a:lnTo>
                <a:lnTo>
                  <a:pt x="699208" y="272452"/>
                </a:lnTo>
                <a:lnTo>
                  <a:pt x="709351" y="271030"/>
                </a:lnTo>
                <a:lnTo>
                  <a:pt x="719467" y="269636"/>
                </a:lnTo>
                <a:lnTo>
                  <a:pt x="729552" y="268269"/>
                </a:lnTo>
                <a:lnTo>
                  <a:pt x="739606" y="266929"/>
                </a:lnTo>
                <a:lnTo>
                  <a:pt x="749627" y="265615"/>
                </a:lnTo>
                <a:lnTo>
                  <a:pt x="759615" y="264326"/>
                </a:lnTo>
                <a:lnTo>
                  <a:pt x="769569" y="263060"/>
                </a:lnTo>
                <a:lnTo>
                  <a:pt x="779488" y="261818"/>
                </a:lnTo>
                <a:lnTo>
                  <a:pt x="789374" y="260596"/>
                </a:lnTo>
                <a:lnTo>
                  <a:pt x="799227" y="259394"/>
                </a:lnTo>
                <a:lnTo>
                  <a:pt x="809047" y="258209"/>
                </a:lnTo>
                <a:lnTo>
                  <a:pt x="818835" y="257039"/>
                </a:lnTo>
                <a:lnTo>
                  <a:pt x="828594" y="255882"/>
                </a:lnTo>
                <a:lnTo>
                  <a:pt x="838326" y="254735"/>
                </a:lnTo>
                <a:lnTo>
                  <a:pt x="848032" y="253595"/>
                </a:lnTo>
                <a:lnTo>
                  <a:pt x="857715" y="252459"/>
                </a:lnTo>
                <a:lnTo>
                  <a:pt x="867379" y="251323"/>
                </a:lnTo>
                <a:lnTo>
                  <a:pt x="877027" y="250183"/>
                </a:lnTo>
                <a:lnTo>
                  <a:pt x="886663" y="249035"/>
                </a:lnTo>
                <a:lnTo>
                  <a:pt x="896353" y="247864"/>
                </a:lnTo>
                <a:lnTo>
                  <a:pt x="906182" y="246678"/>
                </a:lnTo>
                <a:lnTo>
                  <a:pt x="916107" y="245507"/>
                </a:lnTo>
                <a:lnTo>
                  <a:pt x="926073" y="244359"/>
                </a:lnTo>
                <a:lnTo>
                  <a:pt x="936079" y="243233"/>
                </a:lnTo>
                <a:lnTo>
                  <a:pt x="946127" y="242131"/>
                </a:lnTo>
                <a:lnTo>
                  <a:pt x="956217" y="241050"/>
                </a:lnTo>
                <a:lnTo>
                  <a:pt x="966350" y="239991"/>
                </a:lnTo>
                <a:lnTo>
                  <a:pt x="976526" y="238952"/>
                </a:lnTo>
                <a:lnTo>
                  <a:pt x="986745" y="237932"/>
                </a:lnTo>
                <a:lnTo>
                  <a:pt x="997006" y="236930"/>
                </a:lnTo>
                <a:lnTo>
                  <a:pt x="1007309" y="235943"/>
                </a:lnTo>
                <a:lnTo>
                  <a:pt x="1017655" y="234970"/>
                </a:lnTo>
                <a:lnTo>
                  <a:pt x="1028041" y="234010"/>
                </a:lnTo>
                <a:lnTo>
                  <a:pt x="1038467" y="233059"/>
                </a:lnTo>
                <a:lnTo>
                  <a:pt x="1048932" y="232116"/>
                </a:lnTo>
                <a:lnTo>
                  <a:pt x="1059435" y="231178"/>
                </a:lnTo>
                <a:lnTo>
                  <a:pt x="1069973" y="230242"/>
                </a:lnTo>
                <a:lnTo>
                  <a:pt x="1080546" y="229306"/>
                </a:lnTo>
                <a:lnTo>
                  <a:pt x="1091151" y="228367"/>
                </a:lnTo>
                <a:lnTo>
                  <a:pt x="1101787" y="227421"/>
                </a:lnTo>
                <a:lnTo>
                  <a:pt x="1112452" y="226467"/>
                </a:lnTo>
                <a:lnTo>
                  <a:pt x="1123142" y="225500"/>
                </a:lnTo>
                <a:lnTo>
                  <a:pt x="1133856" y="224519"/>
                </a:lnTo>
                <a:lnTo>
                  <a:pt x="1144592" y="223519"/>
                </a:lnTo>
                <a:lnTo>
                  <a:pt x="1155346" y="222497"/>
                </a:lnTo>
                <a:lnTo>
                  <a:pt x="1166117" y="221451"/>
                </a:lnTo>
                <a:lnTo>
                  <a:pt x="1176901" y="220377"/>
                </a:lnTo>
                <a:lnTo>
                  <a:pt x="1187695" y="219273"/>
                </a:lnTo>
                <a:lnTo>
                  <a:pt x="1198497" y="218134"/>
                </a:lnTo>
                <a:lnTo>
                  <a:pt x="1209303" y="216959"/>
                </a:lnTo>
                <a:lnTo>
                  <a:pt x="1220112" y="215743"/>
                </a:lnTo>
                <a:lnTo>
                  <a:pt x="1230919" y="214484"/>
                </a:lnTo>
                <a:lnTo>
                  <a:pt x="1241721" y="213180"/>
                </a:lnTo>
                <a:lnTo>
                  <a:pt x="1252516" y="211827"/>
                </a:lnTo>
                <a:lnTo>
                  <a:pt x="1263301" y="210423"/>
                </a:lnTo>
                <a:lnTo>
                  <a:pt x="1274073" y="208965"/>
                </a:lnTo>
                <a:lnTo>
                  <a:pt x="1284828" y="207450"/>
                </a:lnTo>
                <a:lnTo>
                  <a:pt x="1295564" y="205878"/>
                </a:lnTo>
                <a:lnTo>
                  <a:pt x="1306277" y="204244"/>
                </a:lnTo>
                <a:lnTo>
                  <a:pt x="1316966" y="202548"/>
                </a:lnTo>
                <a:lnTo>
                  <a:pt x="1327627" y="200788"/>
                </a:lnTo>
                <a:lnTo>
                  <a:pt x="1338257" y="198961"/>
                </a:lnTo>
                <a:lnTo>
                  <a:pt x="1348855" y="197067"/>
                </a:lnTo>
                <a:lnTo>
                  <a:pt x="1359417" y="195104"/>
                </a:lnTo>
                <a:lnTo>
                  <a:pt x="1369941" y="193071"/>
                </a:lnTo>
                <a:lnTo>
                  <a:pt x="1380424" y="190967"/>
                </a:lnTo>
                <a:lnTo>
                  <a:pt x="1390899" y="188780"/>
                </a:lnTo>
                <a:lnTo>
                  <a:pt x="1401502" y="186427"/>
                </a:lnTo>
                <a:lnTo>
                  <a:pt x="1412293" y="183853"/>
                </a:lnTo>
                <a:lnTo>
                  <a:pt x="1423223" y="181075"/>
                </a:lnTo>
                <a:lnTo>
                  <a:pt x="1434276" y="178100"/>
                </a:lnTo>
                <a:lnTo>
                  <a:pt x="1445440" y="174934"/>
                </a:lnTo>
                <a:lnTo>
                  <a:pt x="1456698" y="171583"/>
                </a:lnTo>
                <a:lnTo>
                  <a:pt x="1468038" y="168054"/>
                </a:lnTo>
                <a:lnTo>
                  <a:pt x="1479445" y="164354"/>
                </a:lnTo>
                <a:lnTo>
                  <a:pt x="1490905" y="160490"/>
                </a:lnTo>
                <a:lnTo>
                  <a:pt x="1502406" y="156469"/>
                </a:lnTo>
                <a:lnTo>
                  <a:pt x="1513934" y="152300"/>
                </a:lnTo>
                <a:lnTo>
                  <a:pt x="1525475" y="147990"/>
                </a:lnTo>
                <a:lnTo>
                  <a:pt x="1537017" y="143547"/>
                </a:lnTo>
                <a:lnTo>
                  <a:pt x="1548547" y="138979"/>
                </a:lnTo>
                <a:lnTo>
                  <a:pt x="1560052" y="134295"/>
                </a:lnTo>
                <a:lnTo>
                  <a:pt x="1571520" y="129503"/>
                </a:lnTo>
                <a:lnTo>
                  <a:pt x="1582939" y="124613"/>
                </a:lnTo>
                <a:lnTo>
                  <a:pt x="1594296" y="119634"/>
                </a:lnTo>
                <a:lnTo>
                  <a:pt x="1605580" y="114574"/>
                </a:lnTo>
                <a:lnTo>
                  <a:pt x="1616778" y="109444"/>
                </a:lnTo>
                <a:lnTo>
                  <a:pt x="1627879" y="104254"/>
                </a:lnTo>
                <a:lnTo>
                  <a:pt x="1638871" y="99012"/>
                </a:lnTo>
                <a:lnTo>
                  <a:pt x="1649742" y="93729"/>
                </a:lnTo>
                <a:lnTo>
                  <a:pt x="1660481" y="88416"/>
                </a:lnTo>
                <a:lnTo>
                  <a:pt x="1671077" y="83083"/>
                </a:lnTo>
                <a:lnTo>
                  <a:pt x="1681519" y="77741"/>
                </a:lnTo>
                <a:lnTo>
                  <a:pt x="1691795" y="72399"/>
                </a:lnTo>
                <a:lnTo>
                  <a:pt x="1701895" y="67070"/>
                </a:lnTo>
                <a:lnTo>
                  <a:pt x="1711807" y="61764"/>
                </a:lnTo>
                <a:lnTo>
                  <a:pt x="1721520" y="56491"/>
                </a:lnTo>
                <a:lnTo>
                  <a:pt x="1731024" y="51264"/>
                </a:lnTo>
                <a:lnTo>
                  <a:pt x="1740309" y="46094"/>
                </a:lnTo>
                <a:lnTo>
                  <a:pt x="1749362" y="40991"/>
                </a:lnTo>
                <a:lnTo>
                  <a:pt x="1758174" y="35967"/>
                </a:lnTo>
                <a:lnTo>
                  <a:pt x="1766734" y="31034"/>
                </a:lnTo>
                <a:lnTo>
                  <a:pt x="1775031" y="26203"/>
                </a:lnTo>
                <a:lnTo>
                  <a:pt x="1783055" y="21485"/>
                </a:lnTo>
                <a:lnTo>
                  <a:pt x="1790796" y="16893"/>
                </a:lnTo>
                <a:lnTo>
                  <a:pt x="1798242" y="12436"/>
                </a:lnTo>
                <a:lnTo>
                  <a:pt x="1805383" y="8128"/>
                </a:lnTo>
                <a:lnTo>
                  <a:pt x="1812209" y="3979"/>
                </a:lnTo>
                <a:lnTo>
                  <a:pt x="1818709" y="0"/>
                </a:lnTo>
              </a:path>
            </a:pathLst>
          </a:custGeom>
          <a:noFill/>
          <a:ln w="11430">
            <a:solidFill>
              <a:srgbClr val="999999">
                <a:alpha val="87000"/>
              </a:srgbClr>
            </a:solidFill>
            <a:prstDash val="solid"/>
          </a:ln>
        </p:spPr>
      </p:sp>
      <p:sp>
        <p:nvSpPr>
          <p:cNvPr id="1053" name="PANEL_D-transition_shore-lane-1-direction-0-shaft_1376">
            <a:extLst>
              <a:ext uri="{FF2B5EF4-FFF2-40B4-BE49-F238E27FC236}">
                <a16:creationId xmlns:a16="http://schemas.microsoft.com/office/drawing/2014/main" id="{A09534B3-3F47-4171-AE0D-7F5E028F8068}"/>
              </a:ext>
            </a:extLst>
          </p:cNvPr>
          <p:cNvSpPr>
            <a:spLocks/>
          </p:cNvSpPr>
          <p:nvPr/>
        </p:nvSpPr>
        <p:spPr>
          <a:xfrm>
            <a:off x="13510261" y="4853613"/>
            <a:ext cx="103530" cy="16106"/>
          </a:xfrm>
          <a:custGeom>
            <a:pathLst>
              <a:path w="108693" h="16909">
                <a:moveTo>
                  <a:pt x="0" y="16909"/>
                </a:moveTo>
                <a:lnTo>
                  <a:pt x="108693" y="0"/>
                </a:lnTo>
              </a:path>
            </a:pathLst>
          </a:custGeom>
          <a:noFill/>
          <a:ln w="9525">
            <a:solidFill>
              <a:srgbClr val="999999">
                <a:alpha val="85000"/>
              </a:srgbClr>
            </a:solidFill>
            <a:prstDash val="solid"/>
          </a:ln>
        </p:spPr>
      </p:sp>
      <p:sp>
        <p:nvSpPr>
          <p:cNvPr id="1054" name="PANEL_D-transition_shore-lane-1-direction-0-head_1377">
            <a:extLst>
              <a:ext uri="{FF2B5EF4-FFF2-40B4-BE49-F238E27FC236}">
                <a16:creationId xmlns:a16="http://schemas.microsoft.com/office/drawing/2014/main" id="{04B6DCE5-2F7A-44A3-8A61-D4008A774FFF}"/>
              </a:ext>
            </a:extLst>
          </p:cNvPr>
          <p:cNvSpPr>
            <a:spLocks/>
          </p:cNvSpPr>
          <p:nvPr/>
        </p:nvSpPr>
        <p:spPr>
          <a:xfrm>
            <a:off x="13582480" y="4838241"/>
            <a:ext cx="50134" cy="39530"/>
          </a:xfrm>
          <a:custGeom>
            <a:pathLst>
              <a:path w="52634" h="41501">
                <a:moveTo>
                  <a:pt x="52634" y="13065"/>
                </a:moveTo>
                <a:lnTo>
                  <a:pt x="6456" y="41501"/>
                </a:lnTo>
                <a:lnTo>
                  <a:pt x="0" y="0"/>
                </a:lnTo>
                <a:close/>
              </a:path>
            </a:pathLst>
          </a:custGeom>
          <a:solidFill>
            <a:srgbClr val="999999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056" name="PANEL_D-transition_shore-stream-2-run-0_1378">
            <a:extLst>
              <a:ext uri="{FF2B5EF4-FFF2-40B4-BE49-F238E27FC236}">
                <a16:creationId xmlns:a16="http://schemas.microsoft.com/office/drawing/2014/main" id="{A137C8C8-39F5-4B2A-8A55-488C4BEF44FD}"/>
              </a:ext>
            </a:extLst>
          </p:cNvPr>
          <p:cNvSpPr>
            <a:spLocks/>
          </p:cNvSpPr>
          <p:nvPr/>
        </p:nvSpPr>
        <p:spPr>
          <a:xfrm>
            <a:off x="12428972" y="4695838"/>
            <a:ext cx="1710859" cy="388559"/>
          </a:xfrm>
          <a:custGeom>
            <a:pathLst>
              <a:path w="1796177" h="407936">
                <a:moveTo>
                  <a:pt x="0" y="407936"/>
                </a:moveTo>
                <a:lnTo>
                  <a:pt x="9883" y="407890"/>
                </a:lnTo>
                <a:lnTo>
                  <a:pt x="19963" y="407716"/>
                </a:lnTo>
                <a:lnTo>
                  <a:pt x="30224" y="407415"/>
                </a:lnTo>
                <a:lnTo>
                  <a:pt x="40655" y="406992"/>
                </a:lnTo>
                <a:lnTo>
                  <a:pt x="51243" y="406448"/>
                </a:lnTo>
                <a:lnTo>
                  <a:pt x="61973" y="405786"/>
                </a:lnTo>
                <a:lnTo>
                  <a:pt x="72834" y="405011"/>
                </a:lnTo>
                <a:lnTo>
                  <a:pt x="83811" y="404127"/>
                </a:lnTo>
                <a:lnTo>
                  <a:pt x="94893" y="403136"/>
                </a:lnTo>
                <a:lnTo>
                  <a:pt x="106065" y="402045"/>
                </a:lnTo>
                <a:lnTo>
                  <a:pt x="117315" y="400856"/>
                </a:lnTo>
                <a:lnTo>
                  <a:pt x="128629" y="399576"/>
                </a:lnTo>
                <a:lnTo>
                  <a:pt x="139996" y="398209"/>
                </a:lnTo>
                <a:lnTo>
                  <a:pt x="151401" y="396761"/>
                </a:lnTo>
                <a:lnTo>
                  <a:pt x="162832" y="395237"/>
                </a:lnTo>
                <a:lnTo>
                  <a:pt x="174276" y="393643"/>
                </a:lnTo>
                <a:lnTo>
                  <a:pt x="185719" y="391986"/>
                </a:lnTo>
                <a:lnTo>
                  <a:pt x="197150" y="390271"/>
                </a:lnTo>
                <a:lnTo>
                  <a:pt x="208554" y="388505"/>
                </a:lnTo>
                <a:lnTo>
                  <a:pt x="219920" y="386694"/>
                </a:lnTo>
                <a:lnTo>
                  <a:pt x="231232" y="384846"/>
                </a:lnTo>
                <a:lnTo>
                  <a:pt x="242480" y="382967"/>
                </a:lnTo>
                <a:lnTo>
                  <a:pt x="253649" y="381065"/>
                </a:lnTo>
                <a:lnTo>
                  <a:pt x="264725" y="379146"/>
                </a:lnTo>
                <a:lnTo>
                  <a:pt x="275697" y="377219"/>
                </a:lnTo>
                <a:lnTo>
                  <a:pt x="286549" y="375289"/>
                </a:lnTo>
                <a:lnTo>
                  <a:pt x="297269" y="373366"/>
                </a:lnTo>
                <a:lnTo>
                  <a:pt x="307843" y="371456"/>
                </a:lnTo>
                <a:lnTo>
                  <a:pt x="318256" y="369567"/>
                </a:lnTo>
                <a:lnTo>
                  <a:pt x="328494" y="367707"/>
                </a:lnTo>
                <a:lnTo>
                  <a:pt x="338544" y="365883"/>
                </a:lnTo>
                <a:lnTo>
                  <a:pt x="348389" y="364103"/>
                </a:lnTo>
                <a:lnTo>
                  <a:pt x="357923" y="362381"/>
                </a:lnTo>
                <a:lnTo>
                  <a:pt x="367183" y="360738"/>
                </a:lnTo>
                <a:lnTo>
                  <a:pt x="376412" y="359178"/>
                </a:lnTo>
                <a:lnTo>
                  <a:pt x="385711" y="357693"/>
                </a:lnTo>
                <a:lnTo>
                  <a:pt x="395079" y="356285"/>
                </a:lnTo>
                <a:lnTo>
                  <a:pt x="404515" y="354954"/>
                </a:lnTo>
                <a:lnTo>
                  <a:pt x="414016" y="353701"/>
                </a:lnTo>
                <a:lnTo>
                  <a:pt x="423581" y="352527"/>
                </a:lnTo>
                <a:lnTo>
                  <a:pt x="433208" y="351431"/>
                </a:lnTo>
                <a:lnTo>
                  <a:pt x="442895" y="350414"/>
                </a:lnTo>
                <a:lnTo>
                  <a:pt x="452640" y="349476"/>
                </a:lnTo>
                <a:lnTo>
                  <a:pt x="462440" y="348616"/>
                </a:lnTo>
                <a:lnTo>
                  <a:pt x="472293" y="347834"/>
                </a:lnTo>
                <a:lnTo>
                  <a:pt x="482198" y="347127"/>
                </a:lnTo>
                <a:lnTo>
                  <a:pt x="492152" y="346496"/>
                </a:lnTo>
                <a:lnTo>
                  <a:pt x="502154" y="345939"/>
                </a:lnTo>
                <a:lnTo>
                  <a:pt x="512201" y="345453"/>
                </a:lnTo>
                <a:lnTo>
                  <a:pt x="522291" y="345037"/>
                </a:lnTo>
                <a:lnTo>
                  <a:pt x="532424" y="344688"/>
                </a:lnTo>
                <a:lnTo>
                  <a:pt x="542597" y="344404"/>
                </a:lnTo>
                <a:lnTo>
                  <a:pt x="552810" y="344183"/>
                </a:lnTo>
                <a:lnTo>
                  <a:pt x="563061" y="344019"/>
                </a:lnTo>
                <a:lnTo>
                  <a:pt x="573350" y="343911"/>
                </a:lnTo>
                <a:lnTo>
                  <a:pt x="583674" y="343855"/>
                </a:lnTo>
                <a:lnTo>
                  <a:pt x="594035" y="343846"/>
                </a:lnTo>
                <a:lnTo>
                  <a:pt x="604432" y="343880"/>
                </a:lnTo>
                <a:lnTo>
                  <a:pt x="614863" y="343952"/>
                </a:lnTo>
                <a:lnTo>
                  <a:pt x="625330" y="344058"/>
                </a:lnTo>
                <a:lnTo>
                  <a:pt x="635833" y="344193"/>
                </a:lnTo>
                <a:lnTo>
                  <a:pt x="646371" y="344350"/>
                </a:lnTo>
                <a:lnTo>
                  <a:pt x="656946" y="344525"/>
                </a:lnTo>
                <a:lnTo>
                  <a:pt x="667558" y="344710"/>
                </a:lnTo>
                <a:lnTo>
                  <a:pt x="678208" y="344900"/>
                </a:lnTo>
                <a:lnTo>
                  <a:pt x="688897" y="345088"/>
                </a:lnTo>
                <a:lnTo>
                  <a:pt x="699626" y="345267"/>
                </a:lnTo>
                <a:lnTo>
                  <a:pt x="710396" y="345430"/>
                </a:lnTo>
                <a:lnTo>
                  <a:pt x="721209" y="345569"/>
                </a:lnTo>
                <a:lnTo>
                  <a:pt x="732065" y="345676"/>
                </a:lnTo>
                <a:lnTo>
                  <a:pt x="742967" y="345744"/>
                </a:lnTo>
                <a:lnTo>
                  <a:pt x="753916" y="345763"/>
                </a:lnTo>
                <a:lnTo>
                  <a:pt x="764913" y="345725"/>
                </a:lnTo>
                <a:lnTo>
                  <a:pt x="775959" y="345621"/>
                </a:lnTo>
                <a:lnTo>
                  <a:pt x="787056" y="345442"/>
                </a:lnTo>
                <a:lnTo>
                  <a:pt x="798205" y="345179"/>
                </a:lnTo>
                <a:lnTo>
                  <a:pt x="809406" y="344821"/>
                </a:lnTo>
                <a:lnTo>
                  <a:pt x="820661" y="344359"/>
                </a:lnTo>
                <a:lnTo>
                  <a:pt x="831971" y="343783"/>
                </a:lnTo>
                <a:lnTo>
                  <a:pt x="843228" y="343097"/>
                </a:lnTo>
                <a:lnTo>
                  <a:pt x="854310" y="342343"/>
                </a:lnTo>
                <a:lnTo>
                  <a:pt x="865301" y="341532"/>
                </a:lnTo>
                <a:lnTo>
                  <a:pt x="876299" y="340651"/>
                </a:lnTo>
                <a:lnTo>
                  <a:pt x="887301" y="339696"/>
                </a:lnTo>
                <a:lnTo>
                  <a:pt x="898308" y="338667"/>
                </a:lnTo>
                <a:lnTo>
                  <a:pt x="909316" y="337560"/>
                </a:lnTo>
                <a:lnTo>
                  <a:pt x="920325" y="336376"/>
                </a:lnTo>
                <a:lnTo>
                  <a:pt x="931333" y="335111"/>
                </a:lnTo>
                <a:lnTo>
                  <a:pt x="942338" y="333763"/>
                </a:lnTo>
                <a:lnTo>
                  <a:pt x="953338" y="332333"/>
                </a:lnTo>
                <a:lnTo>
                  <a:pt x="964332" y="330817"/>
                </a:lnTo>
                <a:lnTo>
                  <a:pt x="975316" y="329214"/>
                </a:lnTo>
                <a:lnTo>
                  <a:pt x="986291" y="327523"/>
                </a:lnTo>
                <a:lnTo>
                  <a:pt x="997252" y="325742"/>
                </a:lnTo>
                <a:lnTo>
                  <a:pt x="1008199" y="323870"/>
                </a:lnTo>
                <a:lnTo>
                  <a:pt x="1019129" y="321907"/>
                </a:lnTo>
                <a:lnTo>
                  <a:pt x="1030040" y="319850"/>
                </a:lnTo>
                <a:lnTo>
                  <a:pt x="1040930" y="317700"/>
                </a:lnTo>
                <a:lnTo>
                  <a:pt x="1051798" y="315455"/>
                </a:lnTo>
                <a:lnTo>
                  <a:pt x="1062641" y="313115"/>
                </a:lnTo>
                <a:lnTo>
                  <a:pt x="1073457" y="310680"/>
                </a:lnTo>
                <a:lnTo>
                  <a:pt x="1084244" y="308150"/>
                </a:lnTo>
                <a:lnTo>
                  <a:pt x="1095001" y="305524"/>
                </a:lnTo>
                <a:lnTo>
                  <a:pt x="1105726" y="302802"/>
                </a:lnTo>
                <a:lnTo>
                  <a:pt x="1116418" y="299985"/>
                </a:lnTo>
                <a:lnTo>
                  <a:pt x="1127073" y="297074"/>
                </a:lnTo>
                <a:lnTo>
                  <a:pt x="1137692" y="294069"/>
                </a:lnTo>
                <a:lnTo>
                  <a:pt x="1148272" y="290971"/>
                </a:lnTo>
                <a:lnTo>
                  <a:pt x="1158813" y="287782"/>
                </a:lnTo>
                <a:lnTo>
                  <a:pt x="1169313" y="284502"/>
                </a:lnTo>
                <a:lnTo>
                  <a:pt x="1179770" y="281133"/>
                </a:lnTo>
                <a:lnTo>
                  <a:pt x="1190185" y="277677"/>
                </a:lnTo>
                <a:lnTo>
                  <a:pt x="1200555" y="274136"/>
                </a:lnTo>
                <a:lnTo>
                  <a:pt x="1210881" y="270513"/>
                </a:lnTo>
                <a:lnTo>
                  <a:pt x="1221161" y="266808"/>
                </a:lnTo>
                <a:lnTo>
                  <a:pt x="1231396" y="263026"/>
                </a:lnTo>
                <a:lnTo>
                  <a:pt x="1241584" y="259169"/>
                </a:lnTo>
                <a:lnTo>
                  <a:pt x="1251725" y="255240"/>
                </a:lnTo>
                <a:lnTo>
                  <a:pt x="1261820" y="251242"/>
                </a:lnTo>
                <a:lnTo>
                  <a:pt x="1271867" y="247178"/>
                </a:lnTo>
                <a:lnTo>
                  <a:pt x="1281868" y="243052"/>
                </a:lnTo>
                <a:lnTo>
                  <a:pt x="1291822" y="238869"/>
                </a:lnTo>
                <a:lnTo>
                  <a:pt x="1301730" y="234630"/>
                </a:lnTo>
                <a:lnTo>
                  <a:pt x="1311591" y="230342"/>
                </a:lnTo>
                <a:lnTo>
                  <a:pt x="1321407" y="226008"/>
                </a:lnTo>
                <a:lnTo>
                  <a:pt x="1331178" y="221633"/>
                </a:lnTo>
                <a:lnTo>
                  <a:pt x="1341039" y="217174"/>
                </a:lnTo>
                <a:lnTo>
                  <a:pt x="1351208" y="212528"/>
                </a:lnTo>
                <a:lnTo>
                  <a:pt x="1361622" y="207685"/>
                </a:lnTo>
                <a:lnTo>
                  <a:pt x="1372139" y="202701"/>
                </a:lnTo>
                <a:lnTo>
                  <a:pt x="1382752" y="197586"/>
                </a:lnTo>
                <a:lnTo>
                  <a:pt x="1393455" y="192350"/>
                </a:lnTo>
                <a:lnTo>
                  <a:pt x="1404240" y="187002"/>
                </a:lnTo>
                <a:lnTo>
                  <a:pt x="1415098" y="181554"/>
                </a:lnTo>
                <a:lnTo>
                  <a:pt x="1426022" y="176016"/>
                </a:lnTo>
                <a:lnTo>
                  <a:pt x="1437002" y="170397"/>
                </a:lnTo>
                <a:lnTo>
                  <a:pt x="1448031" y="164708"/>
                </a:lnTo>
                <a:lnTo>
                  <a:pt x="1459098" y="158961"/>
                </a:lnTo>
                <a:lnTo>
                  <a:pt x="1470196" y="153166"/>
                </a:lnTo>
                <a:lnTo>
                  <a:pt x="1481314" y="147333"/>
                </a:lnTo>
                <a:lnTo>
                  <a:pt x="1492443" y="141474"/>
                </a:lnTo>
                <a:lnTo>
                  <a:pt x="1503573" y="135598"/>
                </a:lnTo>
                <a:lnTo>
                  <a:pt x="1514696" y="129718"/>
                </a:lnTo>
                <a:lnTo>
                  <a:pt x="1525800" y="123843"/>
                </a:lnTo>
                <a:lnTo>
                  <a:pt x="1536876" y="117984"/>
                </a:lnTo>
                <a:lnTo>
                  <a:pt x="1547915" y="112153"/>
                </a:lnTo>
                <a:lnTo>
                  <a:pt x="1558905" y="106359"/>
                </a:lnTo>
                <a:lnTo>
                  <a:pt x="1569838" y="100614"/>
                </a:lnTo>
                <a:lnTo>
                  <a:pt x="1580701" y="94927"/>
                </a:lnTo>
                <a:lnTo>
                  <a:pt x="1591485" y="89310"/>
                </a:lnTo>
                <a:lnTo>
                  <a:pt x="1602179" y="83772"/>
                </a:lnTo>
                <a:lnTo>
                  <a:pt x="1612772" y="78324"/>
                </a:lnTo>
                <a:lnTo>
                  <a:pt x="1623254" y="72976"/>
                </a:lnTo>
                <a:lnTo>
                  <a:pt x="1633613" y="67737"/>
                </a:lnTo>
                <a:lnTo>
                  <a:pt x="1643839" y="62619"/>
                </a:lnTo>
                <a:lnTo>
                  <a:pt x="1653919" y="57629"/>
                </a:lnTo>
                <a:lnTo>
                  <a:pt x="1663843" y="52778"/>
                </a:lnTo>
                <a:lnTo>
                  <a:pt x="1673598" y="48075"/>
                </a:lnTo>
                <a:lnTo>
                  <a:pt x="1683174" y="43529"/>
                </a:lnTo>
                <a:lnTo>
                  <a:pt x="1692556" y="39150"/>
                </a:lnTo>
                <a:lnTo>
                  <a:pt x="1701735" y="34946"/>
                </a:lnTo>
                <a:lnTo>
                  <a:pt x="1710696" y="30925"/>
                </a:lnTo>
                <a:lnTo>
                  <a:pt x="1719427" y="27097"/>
                </a:lnTo>
                <a:lnTo>
                  <a:pt x="1727914" y="23470"/>
                </a:lnTo>
                <a:lnTo>
                  <a:pt x="1736145" y="20051"/>
                </a:lnTo>
                <a:lnTo>
                  <a:pt x="1744104" y="16850"/>
                </a:lnTo>
                <a:lnTo>
                  <a:pt x="1751777" y="13875"/>
                </a:lnTo>
                <a:lnTo>
                  <a:pt x="1759149" y="11132"/>
                </a:lnTo>
                <a:lnTo>
                  <a:pt x="1766203" y="8632"/>
                </a:lnTo>
                <a:lnTo>
                  <a:pt x="1772922" y="6382"/>
                </a:lnTo>
                <a:lnTo>
                  <a:pt x="1779286" y="4390"/>
                </a:lnTo>
                <a:lnTo>
                  <a:pt x="1785275" y="2666"/>
                </a:lnTo>
                <a:lnTo>
                  <a:pt x="1790863" y="1221"/>
                </a:lnTo>
                <a:lnTo>
                  <a:pt x="1796177" y="0"/>
                </a:lnTo>
              </a:path>
            </a:pathLst>
          </a:custGeom>
          <a:noFill/>
          <a:ln w="8573">
            <a:solidFill>
              <a:srgbClr val="999999">
                <a:alpha val="60000"/>
              </a:srgbClr>
            </a:solidFill>
            <a:prstDash val="solid"/>
          </a:ln>
        </p:spPr>
      </p:sp>
      <p:sp>
        <p:nvSpPr>
          <p:cNvPr id="1058" name="PANEL_D-transition_shore-lane-2-direction-0-shaft_1379">
            <a:extLst>
              <a:ext uri="{FF2B5EF4-FFF2-40B4-BE49-F238E27FC236}">
                <a16:creationId xmlns:a16="http://schemas.microsoft.com/office/drawing/2014/main" id="{AB366E54-9A08-48BE-9EE3-B960809D2586}"/>
              </a:ext>
            </a:extLst>
          </p:cNvPr>
          <p:cNvSpPr>
            <a:spLocks/>
          </p:cNvSpPr>
          <p:nvPr/>
        </p:nvSpPr>
        <p:spPr>
          <a:xfrm>
            <a:off x="13295462" y="5002680"/>
            <a:ext cx="103201" cy="18092"/>
          </a:xfrm>
          <a:custGeom>
            <a:pathLst>
              <a:path w="108348" h="18994">
                <a:moveTo>
                  <a:pt x="0" y="18994"/>
                </a:moveTo>
                <a:lnTo>
                  <a:pt x="108348" y="0"/>
                </a:lnTo>
              </a:path>
            </a:pathLst>
          </a:custGeom>
          <a:noFill/>
          <a:ln w="9525">
            <a:solidFill>
              <a:srgbClr val="999999">
                <a:alpha val="85000"/>
              </a:srgbClr>
            </a:solidFill>
            <a:prstDash val="solid"/>
          </a:ln>
        </p:spPr>
      </p:sp>
      <p:sp>
        <p:nvSpPr>
          <p:cNvPr id="1059" name="PANEL_D-transition_shore-lane-2-direction-0-head_1380">
            <a:extLst>
              <a:ext uri="{FF2B5EF4-FFF2-40B4-BE49-F238E27FC236}">
                <a16:creationId xmlns:a16="http://schemas.microsoft.com/office/drawing/2014/main" id="{08D4156A-7810-4DAA-8438-3023FE12755C}"/>
              </a:ext>
            </a:extLst>
          </p:cNvPr>
          <p:cNvSpPr>
            <a:spLocks/>
          </p:cNvSpPr>
          <p:nvPr/>
        </p:nvSpPr>
        <p:spPr>
          <a:xfrm>
            <a:off x="13367063" y="4987912"/>
            <a:ext cx="50364" cy="39404"/>
          </a:xfrm>
          <a:custGeom>
            <a:pathLst>
              <a:path w="52875" h="41369">
                <a:moveTo>
                  <a:pt x="52875" y="12051"/>
                </a:moveTo>
                <a:lnTo>
                  <a:pt x="7252" y="41369"/>
                </a:lnTo>
                <a:lnTo>
                  <a:pt x="0" y="0"/>
                </a:lnTo>
                <a:close/>
              </a:path>
            </a:pathLst>
          </a:custGeom>
          <a:solidFill>
            <a:srgbClr val="999999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061" name="PANEL_D-transition_lake-stream-0-run-0_1381">
            <a:extLst>
              <a:ext uri="{FF2B5EF4-FFF2-40B4-BE49-F238E27FC236}">
                <a16:creationId xmlns:a16="http://schemas.microsoft.com/office/drawing/2014/main" id="{B6FBE375-28B1-4C8B-8E4C-1E00A056FA0D}"/>
              </a:ext>
            </a:extLst>
          </p:cNvPr>
          <p:cNvSpPr>
            <a:spLocks/>
          </p:cNvSpPr>
          <p:nvPr/>
        </p:nvSpPr>
        <p:spPr>
          <a:xfrm>
            <a:off x="12462219" y="4231132"/>
            <a:ext cx="1871127" cy="301229"/>
          </a:xfrm>
          <a:custGeom>
            <a:pathLst>
              <a:path w="1964437" h="316251">
                <a:moveTo>
                  <a:pt x="0" y="316251"/>
                </a:moveTo>
                <a:lnTo>
                  <a:pt x="5240" y="313832"/>
                </a:lnTo>
                <a:lnTo>
                  <a:pt x="10787" y="311410"/>
                </a:lnTo>
                <a:lnTo>
                  <a:pt x="16846" y="308964"/>
                </a:lnTo>
                <a:lnTo>
                  <a:pt x="23394" y="306500"/>
                </a:lnTo>
                <a:lnTo>
                  <a:pt x="30407" y="304025"/>
                </a:lnTo>
                <a:lnTo>
                  <a:pt x="37866" y="301543"/>
                </a:lnTo>
                <a:lnTo>
                  <a:pt x="45750" y="299061"/>
                </a:lnTo>
                <a:lnTo>
                  <a:pt x="54041" y="296584"/>
                </a:lnTo>
                <a:lnTo>
                  <a:pt x="62721" y="294117"/>
                </a:lnTo>
                <a:lnTo>
                  <a:pt x="71772" y="291664"/>
                </a:lnTo>
                <a:lnTo>
                  <a:pt x="81176" y="289231"/>
                </a:lnTo>
                <a:lnTo>
                  <a:pt x="90916" y="286821"/>
                </a:lnTo>
                <a:lnTo>
                  <a:pt x="100976" y="284438"/>
                </a:lnTo>
                <a:lnTo>
                  <a:pt x="111337" y="282086"/>
                </a:lnTo>
                <a:lnTo>
                  <a:pt x="121984" y="279769"/>
                </a:lnTo>
                <a:lnTo>
                  <a:pt x="132899" y="277489"/>
                </a:lnTo>
                <a:lnTo>
                  <a:pt x="144066" y="275251"/>
                </a:lnTo>
                <a:lnTo>
                  <a:pt x="155467" y="273056"/>
                </a:lnTo>
                <a:lnTo>
                  <a:pt x="167087" y="270908"/>
                </a:lnTo>
                <a:lnTo>
                  <a:pt x="178909" y="268809"/>
                </a:lnTo>
                <a:lnTo>
                  <a:pt x="190916" y="266761"/>
                </a:lnTo>
                <a:lnTo>
                  <a:pt x="203092" y="264766"/>
                </a:lnTo>
                <a:lnTo>
                  <a:pt x="215420" y="262827"/>
                </a:lnTo>
                <a:lnTo>
                  <a:pt x="227884" y="260945"/>
                </a:lnTo>
                <a:lnTo>
                  <a:pt x="240467" y="259123"/>
                </a:lnTo>
                <a:lnTo>
                  <a:pt x="253154" y="257362"/>
                </a:lnTo>
                <a:lnTo>
                  <a:pt x="265927" y="255663"/>
                </a:lnTo>
                <a:lnTo>
                  <a:pt x="278772" y="254029"/>
                </a:lnTo>
                <a:lnTo>
                  <a:pt x="291672" y="252460"/>
                </a:lnTo>
                <a:lnTo>
                  <a:pt x="304610" y="250959"/>
                </a:lnTo>
                <a:lnTo>
                  <a:pt x="317573" y="249526"/>
                </a:lnTo>
                <a:lnTo>
                  <a:pt x="330543" y="248163"/>
                </a:lnTo>
                <a:lnTo>
                  <a:pt x="343505" y="246872"/>
                </a:lnTo>
                <a:lnTo>
                  <a:pt x="356445" y="245653"/>
                </a:lnTo>
                <a:lnTo>
                  <a:pt x="369347" y="244509"/>
                </a:lnTo>
                <a:lnTo>
                  <a:pt x="382197" y="243442"/>
                </a:lnTo>
                <a:lnTo>
                  <a:pt x="394980" y="242452"/>
                </a:lnTo>
                <a:lnTo>
                  <a:pt x="407683" y="241541"/>
                </a:lnTo>
                <a:lnTo>
                  <a:pt x="420291" y="240712"/>
                </a:lnTo>
                <a:lnTo>
                  <a:pt x="432791" y="239967"/>
                </a:lnTo>
                <a:lnTo>
                  <a:pt x="445171" y="239307"/>
                </a:lnTo>
                <a:lnTo>
                  <a:pt x="457419" y="238736"/>
                </a:lnTo>
                <a:lnTo>
                  <a:pt x="469523" y="238256"/>
                </a:lnTo>
                <a:lnTo>
                  <a:pt x="481473" y="237871"/>
                </a:lnTo>
                <a:lnTo>
                  <a:pt x="493260" y="237584"/>
                </a:lnTo>
                <a:lnTo>
                  <a:pt x="504875" y="237399"/>
                </a:lnTo>
                <a:lnTo>
                  <a:pt x="516402" y="237322"/>
                </a:lnTo>
                <a:lnTo>
                  <a:pt x="527990" y="237389"/>
                </a:lnTo>
                <a:lnTo>
                  <a:pt x="539588" y="237627"/>
                </a:lnTo>
                <a:lnTo>
                  <a:pt x="551093" y="238022"/>
                </a:lnTo>
                <a:lnTo>
                  <a:pt x="562505" y="238561"/>
                </a:lnTo>
                <a:lnTo>
                  <a:pt x="573827" y="239230"/>
                </a:lnTo>
                <a:lnTo>
                  <a:pt x="585060" y="240016"/>
                </a:lnTo>
                <a:lnTo>
                  <a:pt x="596208" y="240908"/>
                </a:lnTo>
                <a:lnTo>
                  <a:pt x="607272" y="241893"/>
                </a:lnTo>
                <a:lnTo>
                  <a:pt x="618255" y="242959"/>
                </a:lnTo>
                <a:lnTo>
                  <a:pt x="629158" y="244095"/>
                </a:lnTo>
                <a:lnTo>
                  <a:pt x="639985" y="245290"/>
                </a:lnTo>
                <a:lnTo>
                  <a:pt x="650735" y="246532"/>
                </a:lnTo>
                <a:lnTo>
                  <a:pt x="661412" y="247811"/>
                </a:lnTo>
                <a:lnTo>
                  <a:pt x="672017" y="249118"/>
                </a:lnTo>
                <a:lnTo>
                  <a:pt x="682551" y="250442"/>
                </a:lnTo>
                <a:lnTo>
                  <a:pt x="693015" y="251774"/>
                </a:lnTo>
                <a:lnTo>
                  <a:pt x="703410" y="253104"/>
                </a:lnTo>
                <a:lnTo>
                  <a:pt x="713736" y="254424"/>
                </a:lnTo>
                <a:lnTo>
                  <a:pt x="723992" y="255725"/>
                </a:lnTo>
                <a:lnTo>
                  <a:pt x="734180" y="256999"/>
                </a:lnTo>
                <a:lnTo>
                  <a:pt x="744298" y="258237"/>
                </a:lnTo>
                <a:lnTo>
                  <a:pt x="754346" y="259433"/>
                </a:lnTo>
                <a:lnTo>
                  <a:pt x="764322" y="260580"/>
                </a:lnTo>
                <a:lnTo>
                  <a:pt x="774225" y="261669"/>
                </a:lnTo>
                <a:lnTo>
                  <a:pt x="784054" y="262694"/>
                </a:lnTo>
                <a:lnTo>
                  <a:pt x="793806" y="263650"/>
                </a:lnTo>
                <a:lnTo>
                  <a:pt x="803481" y="264531"/>
                </a:lnTo>
                <a:lnTo>
                  <a:pt x="813075" y="265330"/>
                </a:lnTo>
                <a:lnTo>
                  <a:pt x="822587" y="266043"/>
                </a:lnTo>
                <a:lnTo>
                  <a:pt x="832014" y="266665"/>
                </a:lnTo>
                <a:lnTo>
                  <a:pt x="841355" y="267193"/>
                </a:lnTo>
                <a:lnTo>
                  <a:pt x="850607" y="267621"/>
                </a:lnTo>
                <a:lnTo>
                  <a:pt x="859769" y="267948"/>
                </a:lnTo>
                <a:lnTo>
                  <a:pt x="868838" y="268169"/>
                </a:lnTo>
                <a:lnTo>
                  <a:pt x="877813" y="268283"/>
                </a:lnTo>
                <a:lnTo>
                  <a:pt x="886694" y="268288"/>
                </a:lnTo>
                <a:lnTo>
                  <a:pt x="895480" y="268182"/>
                </a:lnTo>
                <a:lnTo>
                  <a:pt x="904171" y="267964"/>
                </a:lnTo>
                <a:lnTo>
                  <a:pt x="912768" y="267633"/>
                </a:lnTo>
                <a:lnTo>
                  <a:pt x="921273" y="267189"/>
                </a:lnTo>
                <a:lnTo>
                  <a:pt x="929689" y="266631"/>
                </a:lnTo>
                <a:lnTo>
                  <a:pt x="938018" y="265960"/>
                </a:lnTo>
                <a:lnTo>
                  <a:pt x="946266" y="265175"/>
                </a:lnTo>
                <a:lnTo>
                  <a:pt x="954437" y="264278"/>
                </a:lnTo>
                <a:lnTo>
                  <a:pt x="962540" y="263268"/>
                </a:lnTo>
                <a:lnTo>
                  <a:pt x="970582" y="262144"/>
                </a:lnTo>
                <a:lnTo>
                  <a:pt x="978840" y="260888"/>
                </a:lnTo>
                <a:lnTo>
                  <a:pt x="987594" y="259511"/>
                </a:lnTo>
                <a:lnTo>
                  <a:pt x="996606" y="258068"/>
                </a:lnTo>
                <a:lnTo>
                  <a:pt x="1005633" y="256583"/>
                </a:lnTo>
                <a:lnTo>
                  <a:pt x="1014678" y="255058"/>
                </a:lnTo>
                <a:lnTo>
                  <a:pt x="1023748" y="253498"/>
                </a:lnTo>
                <a:lnTo>
                  <a:pt x="1032847" y="251907"/>
                </a:lnTo>
                <a:lnTo>
                  <a:pt x="1041979" y="250287"/>
                </a:lnTo>
                <a:lnTo>
                  <a:pt x="1051151" y="248643"/>
                </a:lnTo>
                <a:lnTo>
                  <a:pt x="1060365" y="246976"/>
                </a:lnTo>
                <a:lnTo>
                  <a:pt x="1069626" y="245291"/>
                </a:lnTo>
                <a:lnTo>
                  <a:pt x="1078940" y="243589"/>
                </a:lnTo>
                <a:lnTo>
                  <a:pt x="1088309" y="241872"/>
                </a:lnTo>
                <a:lnTo>
                  <a:pt x="1097737" y="240144"/>
                </a:lnTo>
                <a:lnTo>
                  <a:pt x="1107228" y="238405"/>
                </a:lnTo>
                <a:lnTo>
                  <a:pt x="1116785" y="236657"/>
                </a:lnTo>
                <a:lnTo>
                  <a:pt x="1126412" y="234902"/>
                </a:lnTo>
                <a:lnTo>
                  <a:pt x="1136112" y="233141"/>
                </a:lnTo>
                <a:lnTo>
                  <a:pt x="1145886" y="231375"/>
                </a:lnTo>
                <a:lnTo>
                  <a:pt x="1155737" y="229606"/>
                </a:lnTo>
                <a:lnTo>
                  <a:pt x="1165668" y="227832"/>
                </a:lnTo>
                <a:lnTo>
                  <a:pt x="1175680" y="226056"/>
                </a:lnTo>
                <a:lnTo>
                  <a:pt x="1185776" y="224278"/>
                </a:lnTo>
                <a:lnTo>
                  <a:pt x="1195955" y="222497"/>
                </a:lnTo>
                <a:lnTo>
                  <a:pt x="1206221" y="220715"/>
                </a:lnTo>
                <a:lnTo>
                  <a:pt x="1216572" y="218929"/>
                </a:lnTo>
                <a:lnTo>
                  <a:pt x="1227011" y="217142"/>
                </a:lnTo>
                <a:lnTo>
                  <a:pt x="1237537" y="215351"/>
                </a:lnTo>
                <a:lnTo>
                  <a:pt x="1248151" y="213557"/>
                </a:lnTo>
                <a:lnTo>
                  <a:pt x="1258853" y="211758"/>
                </a:lnTo>
                <a:lnTo>
                  <a:pt x="1269642" y="209955"/>
                </a:lnTo>
                <a:lnTo>
                  <a:pt x="1280519" y="208146"/>
                </a:lnTo>
                <a:lnTo>
                  <a:pt x="1291482" y="206330"/>
                </a:lnTo>
                <a:lnTo>
                  <a:pt x="1302531" y="204505"/>
                </a:lnTo>
                <a:lnTo>
                  <a:pt x="1313665" y="202672"/>
                </a:lnTo>
                <a:lnTo>
                  <a:pt x="1324884" y="200827"/>
                </a:lnTo>
                <a:lnTo>
                  <a:pt x="1336185" y="198971"/>
                </a:lnTo>
                <a:lnTo>
                  <a:pt x="1347567" y="197101"/>
                </a:lnTo>
                <a:lnTo>
                  <a:pt x="1359030" y="195216"/>
                </a:lnTo>
                <a:lnTo>
                  <a:pt x="1370572" y="193313"/>
                </a:lnTo>
                <a:lnTo>
                  <a:pt x="1382190" y="191392"/>
                </a:lnTo>
                <a:lnTo>
                  <a:pt x="1393885" y="189451"/>
                </a:lnTo>
                <a:lnTo>
                  <a:pt x="1405653" y="187487"/>
                </a:lnTo>
                <a:lnTo>
                  <a:pt x="1417493" y="185499"/>
                </a:lnTo>
                <a:lnTo>
                  <a:pt x="1429405" y="183484"/>
                </a:lnTo>
                <a:lnTo>
                  <a:pt x="1441385" y="181442"/>
                </a:lnTo>
                <a:lnTo>
                  <a:pt x="1453432" y="179369"/>
                </a:lnTo>
                <a:lnTo>
                  <a:pt x="1465429" y="177304"/>
                </a:lnTo>
                <a:lnTo>
                  <a:pt x="1477415" y="175181"/>
                </a:lnTo>
                <a:lnTo>
                  <a:pt x="1489654" y="172861"/>
                </a:lnTo>
                <a:lnTo>
                  <a:pt x="1502235" y="170309"/>
                </a:lnTo>
                <a:lnTo>
                  <a:pt x="1515129" y="167532"/>
                </a:lnTo>
                <a:lnTo>
                  <a:pt x="1528309" y="164540"/>
                </a:lnTo>
                <a:lnTo>
                  <a:pt x="1541750" y="161337"/>
                </a:lnTo>
                <a:lnTo>
                  <a:pt x="1555425" y="157931"/>
                </a:lnTo>
                <a:lnTo>
                  <a:pt x="1569311" y="154330"/>
                </a:lnTo>
                <a:lnTo>
                  <a:pt x="1583382" y="150540"/>
                </a:lnTo>
                <a:lnTo>
                  <a:pt x="1597616" y="146568"/>
                </a:lnTo>
                <a:lnTo>
                  <a:pt x="1611989" y="142422"/>
                </a:lnTo>
                <a:lnTo>
                  <a:pt x="1626478" y="138108"/>
                </a:lnTo>
                <a:lnTo>
                  <a:pt x="1641061" y="133634"/>
                </a:lnTo>
                <a:lnTo>
                  <a:pt x="1655715" y="129006"/>
                </a:lnTo>
                <a:lnTo>
                  <a:pt x="1670418" y="124234"/>
                </a:lnTo>
                <a:lnTo>
                  <a:pt x="1685148" y="119323"/>
                </a:lnTo>
                <a:lnTo>
                  <a:pt x="1699884" y="114283"/>
                </a:lnTo>
                <a:lnTo>
                  <a:pt x="1714604" y="109120"/>
                </a:lnTo>
                <a:lnTo>
                  <a:pt x="1729288" y="103844"/>
                </a:lnTo>
                <a:lnTo>
                  <a:pt x="1743914" y="98462"/>
                </a:lnTo>
                <a:lnTo>
                  <a:pt x="1758462" y="92983"/>
                </a:lnTo>
                <a:lnTo>
                  <a:pt x="1772911" y="87416"/>
                </a:lnTo>
                <a:lnTo>
                  <a:pt x="1787241" y="81770"/>
                </a:lnTo>
                <a:lnTo>
                  <a:pt x="1801432" y="76054"/>
                </a:lnTo>
                <a:lnTo>
                  <a:pt x="1815463" y="70277"/>
                </a:lnTo>
                <a:lnTo>
                  <a:pt x="1829315" y="64450"/>
                </a:lnTo>
                <a:lnTo>
                  <a:pt x="1842969" y="58581"/>
                </a:lnTo>
                <a:lnTo>
                  <a:pt x="1856405" y="52682"/>
                </a:lnTo>
                <a:lnTo>
                  <a:pt x="1869605" y="46763"/>
                </a:lnTo>
                <a:lnTo>
                  <a:pt x="1882548" y="40833"/>
                </a:lnTo>
                <a:lnTo>
                  <a:pt x="1895216" y="34905"/>
                </a:lnTo>
                <a:lnTo>
                  <a:pt x="1907591" y="28990"/>
                </a:lnTo>
                <a:lnTo>
                  <a:pt x="1919655" y="23098"/>
                </a:lnTo>
                <a:lnTo>
                  <a:pt x="1931389" y="17241"/>
                </a:lnTo>
                <a:lnTo>
                  <a:pt x="1942776" y="11431"/>
                </a:lnTo>
                <a:lnTo>
                  <a:pt x="1953798" y="5680"/>
                </a:lnTo>
                <a:lnTo>
                  <a:pt x="1964437" y="0"/>
                </a:lnTo>
              </a:path>
            </a:pathLst>
          </a:custGeom>
          <a:noFill/>
          <a:ln w="8573">
            <a:solidFill>
              <a:srgbClr val="999999">
                <a:alpha val="60000"/>
              </a:srgbClr>
            </a:solidFill>
            <a:prstDash val="solid"/>
          </a:ln>
        </p:spPr>
      </p:sp>
      <p:sp>
        <p:nvSpPr>
          <p:cNvPr id="1063" name="PANEL_D-transition_lake-lane-0-direction-0-shaft_1382">
            <a:extLst>
              <a:ext uri="{FF2B5EF4-FFF2-40B4-BE49-F238E27FC236}">
                <a16:creationId xmlns:a16="http://schemas.microsoft.com/office/drawing/2014/main" id="{55AEC524-74DD-4F4E-AE9E-BD940B4BEF27}"/>
              </a:ext>
            </a:extLst>
          </p:cNvPr>
          <p:cNvSpPr>
            <a:spLocks/>
          </p:cNvSpPr>
          <p:nvPr/>
        </p:nvSpPr>
        <p:spPr>
          <a:xfrm>
            <a:off x="13326129" y="4473962"/>
            <a:ext cx="103351" cy="17216"/>
          </a:xfrm>
          <a:custGeom>
            <a:pathLst>
              <a:path w="108505" h="18074">
                <a:moveTo>
                  <a:pt x="0" y="18074"/>
                </a:moveTo>
                <a:lnTo>
                  <a:pt x="108505" y="0"/>
                </a:lnTo>
              </a:path>
            </a:pathLst>
          </a:custGeom>
          <a:noFill/>
          <a:ln w="9525">
            <a:solidFill>
              <a:srgbClr val="999999">
                <a:alpha val="85000"/>
              </a:srgbClr>
            </a:solidFill>
            <a:prstDash val="solid"/>
          </a:ln>
        </p:spPr>
      </p:sp>
      <p:sp>
        <p:nvSpPr>
          <p:cNvPr id="1064" name="PANEL_D-transition_lake-lane-0-direction-0-head_1383">
            <a:extLst>
              <a:ext uri="{FF2B5EF4-FFF2-40B4-BE49-F238E27FC236}">
                <a16:creationId xmlns:a16="http://schemas.microsoft.com/office/drawing/2014/main" id="{1F91817D-2F5D-4B54-AB60-2B70ACD78C71}"/>
              </a:ext>
            </a:extLst>
          </p:cNvPr>
          <p:cNvSpPr>
            <a:spLocks/>
          </p:cNvSpPr>
          <p:nvPr/>
        </p:nvSpPr>
        <p:spPr>
          <a:xfrm>
            <a:off x="13398006" y="4458926"/>
            <a:ext cx="50264" cy="39461"/>
          </a:xfrm>
          <a:custGeom>
            <a:pathLst>
              <a:path w="52771" h="41429">
                <a:moveTo>
                  <a:pt x="52771" y="12499"/>
                </a:moveTo>
                <a:lnTo>
                  <a:pt x="6901" y="41429"/>
                </a:lnTo>
                <a:lnTo>
                  <a:pt x="0" y="0"/>
                </a:lnTo>
                <a:close/>
              </a:path>
            </a:pathLst>
          </a:custGeom>
          <a:solidFill>
            <a:srgbClr val="999999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066" name="PANEL_D-transition_lake-stream-1-run-0_1384">
            <a:extLst>
              <a:ext uri="{FF2B5EF4-FFF2-40B4-BE49-F238E27FC236}">
                <a16:creationId xmlns:a16="http://schemas.microsoft.com/office/drawing/2014/main" id="{69F22815-AD21-41FF-B72E-127FDAB07224}"/>
              </a:ext>
            </a:extLst>
          </p:cNvPr>
          <p:cNvSpPr>
            <a:spLocks/>
          </p:cNvSpPr>
          <p:nvPr/>
        </p:nvSpPr>
        <p:spPr>
          <a:xfrm>
            <a:off x="12516711" y="4254250"/>
            <a:ext cx="1882284" cy="333833"/>
          </a:xfrm>
          <a:custGeom>
            <a:pathLst>
              <a:path w="1976151" h="350481">
                <a:moveTo>
                  <a:pt x="0" y="350481"/>
                </a:moveTo>
                <a:lnTo>
                  <a:pt x="8762" y="350232"/>
                </a:lnTo>
                <a:lnTo>
                  <a:pt x="17873" y="349907"/>
                </a:lnTo>
                <a:lnTo>
                  <a:pt x="27314" y="349506"/>
                </a:lnTo>
                <a:lnTo>
                  <a:pt x="37069" y="349031"/>
                </a:lnTo>
                <a:lnTo>
                  <a:pt x="47121" y="348482"/>
                </a:lnTo>
                <a:lnTo>
                  <a:pt x="57453" y="347861"/>
                </a:lnTo>
                <a:lnTo>
                  <a:pt x="68048" y="347166"/>
                </a:lnTo>
                <a:lnTo>
                  <a:pt x="78890" y="346401"/>
                </a:lnTo>
                <a:lnTo>
                  <a:pt x="89960" y="345565"/>
                </a:lnTo>
                <a:lnTo>
                  <a:pt x="101243" y="344661"/>
                </a:lnTo>
                <a:lnTo>
                  <a:pt x="112722" y="343688"/>
                </a:lnTo>
                <a:lnTo>
                  <a:pt x="124381" y="342648"/>
                </a:lnTo>
                <a:lnTo>
                  <a:pt x="136201" y="341544"/>
                </a:lnTo>
                <a:lnTo>
                  <a:pt x="148169" y="340376"/>
                </a:lnTo>
                <a:lnTo>
                  <a:pt x="160266" y="339147"/>
                </a:lnTo>
                <a:lnTo>
                  <a:pt x="172476" y="337858"/>
                </a:lnTo>
                <a:lnTo>
                  <a:pt x="184784" y="336511"/>
                </a:lnTo>
                <a:lnTo>
                  <a:pt x="197172" y="335110"/>
                </a:lnTo>
                <a:lnTo>
                  <a:pt x="209626" y="333657"/>
                </a:lnTo>
                <a:lnTo>
                  <a:pt x="222129" y="332155"/>
                </a:lnTo>
                <a:lnTo>
                  <a:pt x="234665" y="330606"/>
                </a:lnTo>
                <a:lnTo>
                  <a:pt x="247218" y="329014"/>
                </a:lnTo>
                <a:lnTo>
                  <a:pt x="259773" y="327383"/>
                </a:lnTo>
                <a:lnTo>
                  <a:pt x="272315" y="325716"/>
                </a:lnTo>
                <a:lnTo>
                  <a:pt x="284828" y="324018"/>
                </a:lnTo>
                <a:lnTo>
                  <a:pt x="297296" y="322292"/>
                </a:lnTo>
                <a:lnTo>
                  <a:pt x="309705" y="320544"/>
                </a:lnTo>
                <a:lnTo>
                  <a:pt x="322040" y="318778"/>
                </a:lnTo>
                <a:lnTo>
                  <a:pt x="334285" y="316999"/>
                </a:lnTo>
                <a:lnTo>
                  <a:pt x="346427" y="315212"/>
                </a:lnTo>
                <a:lnTo>
                  <a:pt x="358451" y="313424"/>
                </a:lnTo>
                <a:lnTo>
                  <a:pt x="370343" y="311639"/>
                </a:lnTo>
                <a:lnTo>
                  <a:pt x="382088" y="309864"/>
                </a:lnTo>
                <a:lnTo>
                  <a:pt x="393673" y="308106"/>
                </a:lnTo>
                <a:lnTo>
                  <a:pt x="405085" y="306370"/>
                </a:lnTo>
                <a:lnTo>
                  <a:pt x="416310" y="304665"/>
                </a:lnTo>
                <a:lnTo>
                  <a:pt x="427336" y="302996"/>
                </a:lnTo>
                <a:lnTo>
                  <a:pt x="438150" y="301372"/>
                </a:lnTo>
                <a:lnTo>
                  <a:pt x="448740" y="299800"/>
                </a:lnTo>
                <a:lnTo>
                  <a:pt x="459076" y="298288"/>
                </a:lnTo>
                <a:lnTo>
                  <a:pt x="469258" y="296871"/>
                </a:lnTo>
                <a:lnTo>
                  <a:pt x="479435" y="295575"/>
                </a:lnTo>
                <a:lnTo>
                  <a:pt x="489633" y="294397"/>
                </a:lnTo>
                <a:lnTo>
                  <a:pt x="499852" y="293334"/>
                </a:lnTo>
                <a:lnTo>
                  <a:pt x="510093" y="292382"/>
                </a:lnTo>
                <a:lnTo>
                  <a:pt x="520355" y="291537"/>
                </a:lnTo>
                <a:lnTo>
                  <a:pt x="530639" y="290796"/>
                </a:lnTo>
                <a:lnTo>
                  <a:pt x="540942" y="290156"/>
                </a:lnTo>
                <a:lnTo>
                  <a:pt x="551263" y="289612"/>
                </a:lnTo>
                <a:lnTo>
                  <a:pt x="561598" y="289161"/>
                </a:lnTo>
                <a:lnTo>
                  <a:pt x="571946" y="288798"/>
                </a:lnTo>
                <a:lnTo>
                  <a:pt x="582303" y="288519"/>
                </a:lnTo>
                <a:lnTo>
                  <a:pt x="592665" y="288320"/>
                </a:lnTo>
                <a:lnTo>
                  <a:pt x="603029" y="288196"/>
                </a:lnTo>
                <a:lnTo>
                  <a:pt x="613390" y="288143"/>
                </a:lnTo>
                <a:lnTo>
                  <a:pt x="623744" y="288155"/>
                </a:lnTo>
                <a:lnTo>
                  <a:pt x="634087" y="288228"/>
                </a:lnTo>
                <a:lnTo>
                  <a:pt x="644415" y="288357"/>
                </a:lnTo>
                <a:lnTo>
                  <a:pt x="654722" y="288537"/>
                </a:lnTo>
                <a:lnTo>
                  <a:pt x="665005" y="288761"/>
                </a:lnTo>
                <a:lnTo>
                  <a:pt x="675259" y="289026"/>
                </a:lnTo>
                <a:lnTo>
                  <a:pt x="685480" y="289326"/>
                </a:lnTo>
                <a:lnTo>
                  <a:pt x="695665" y="289656"/>
                </a:lnTo>
                <a:lnTo>
                  <a:pt x="705808" y="290011"/>
                </a:lnTo>
                <a:lnTo>
                  <a:pt x="715907" y="290385"/>
                </a:lnTo>
                <a:lnTo>
                  <a:pt x="725957" y="290773"/>
                </a:lnTo>
                <a:lnTo>
                  <a:pt x="735957" y="291171"/>
                </a:lnTo>
                <a:lnTo>
                  <a:pt x="745904" y="291574"/>
                </a:lnTo>
                <a:lnTo>
                  <a:pt x="755794" y="291976"/>
                </a:lnTo>
                <a:lnTo>
                  <a:pt x="765628" y="292374"/>
                </a:lnTo>
                <a:lnTo>
                  <a:pt x="775402" y="292762"/>
                </a:lnTo>
                <a:lnTo>
                  <a:pt x="785118" y="293136"/>
                </a:lnTo>
                <a:lnTo>
                  <a:pt x="794774" y="293491"/>
                </a:lnTo>
                <a:lnTo>
                  <a:pt x="804371" y="293823"/>
                </a:lnTo>
                <a:lnTo>
                  <a:pt x="813911" y="294128"/>
                </a:lnTo>
                <a:lnTo>
                  <a:pt x="823396" y="294402"/>
                </a:lnTo>
                <a:lnTo>
                  <a:pt x="832828" y="294641"/>
                </a:lnTo>
                <a:lnTo>
                  <a:pt x="842212" y="294839"/>
                </a:lnTo>
                <a:lnTo>
                  <a:pt x="851552" y="294993"/>
                </a:lnTo>
                <a:lnTo>
                  <a:pt x="860852" y="295098"/>
                </a:lnTo>
                <a:lnTo>
                  <a:pt x="870121" y="295150"/>
                </a:lnTo>
                <a:lnTo>
                  <a:pt x="879364" y="295143"/>
                </a:lnTo>
                <a:lnTo>
                  <a:pt x="888590" y="295072"/>
                </a:lnTo>
                <a:lnTo>
                  <a:pt x="897807" y="294932"/>
                </a:lnTo>
                <a:lnTo>
                  <a:pt x="907027" y="294715"/>
                </a:lnTo>
                <a:lnTo>
                  <a:pt x="916258" y="294417"/>
                </a:lnTo>
                <a:lnTo>
                  <a:pt x="925637" y="294019"/>
                </a:lnTo>
                <a:lnTo>
                  <a:pt x="935279" y="293549"/>
                </a:lnTo>
                <a:lnTo>
                  <a:pt x="945057" y="293059"/>
                </a:lnTo>
                <a:lnTo>
                  <a:pt x="954862" y="292557"/>
                </a:lnTo>
                <a:lnTo>
                  <a:pt x="964697" y="292044"/>
                </a:lnTo>
                <a:lnTo>
                  <a:pt x="974568" y="291519"/>
                </a:lnTo>
                <a:lnTo>
                  <a:pt x="984477" y="290982"/>
                </a:lnTo>
                <a:lnTo>
                  <a:pt x="994430" y="290432"/>
                </a:lnTo>
                <a:lnTo>
                  <a:pt x="1004429" y="289869"/>
                </a:lnTo>
                <a:lnTo>
                  <a:pt x="1014478" y="289290"/>
                </a:lnTo>
                <a:lnTo>
                  <a:pt x="1024578" y="288695"/>
                </a:lnTo>
                <a:lnTo>
                  <a:pt x="1034733" y="288082"/>
                </a:lnTo>
                <a:lnTo>
                  <a:pt x="1044945" y="287450"/>
                </a:lnTo>
                <a:lnTo>
                  <a:pt x="1055215" y="286796"/>
                </a:lnTo>
                <a:lnTo>
                  <a:pt x="1065545" y="286118"/>
                </a:lnTo>
                <a:lnTo>
                  <a:pt x="1075936" y="285415"/>
                </a:lnTo>
                <a:lnTo>
                  <a:pt x="1086388" y="284683"/>
                </a:lnTo>
                <a:lnTo>
                  <a:pt x="1096903" y="283922"/>
                </a:lnTo>
                <a:lnTo>
                  <a:pt x="1107480" y="283127"/>
                </a:lnTo>
                <a:lnTo>
                  <a:pt x="1118119" y="282297"/>
                </a:lnTo>
                <a:lnTo>
                  <a:pt x="1128820" y="281430"/>
                </a:lnTo>
                <a:lnTo>
                  <a:pt x="1139583" y="280522"/>
                </a:lnTo>
                <a:lnTo>
                  <a:pt x="1150407" y="279571"/>
                </a:lnTo>
                <a:lnTo>
                  <a:pt x="1161290" y="278575"/>
                </a:lnTo>
                <a:lnTo>
                  <a:pt x="1172232" y="277531"/>
                </a:lnTo>
                <a:lnTo>
                  <a:pt x="1183232" y="276437"/>
                </a:lnTo>
                <a:lnTo>
                  <a:pt x="1194287" y="275290"/>
                </a:lnTo>
                <a:lnTo>
                  <a:pt x="1205398" y="274087"/>
                </a:lnTo>
                <a:lnTo>
                  <a:pt x="1216561" y="272827"/>
                </a:lnTo>
                <a:lnTo>
                  <a:pt x="1227776" y="271506"/>
                </a:lnTo>
                <a:lnTo>
                  <a:pt x="1239040" y="270123"/>
                </a:lnTo>
                <a:lnTo>
                  <a:pt x="1250352" y="268676"/>
                </a:lnTo>
                <a:lnTo>
                  <a:pt x="1261710" y="267162"/>
                </a:lnTo>
                <a:lnTo>
                  <a:pt x="1273113" y="265579"/>
                </a:lnTo>
                <a:lnTo>
                  <a:pt x="1284558" y="263925"/>
                </a:lnTo>
                <a:lnTo>
                  <a:pt x="1296043" y="262199"/>
                </a:lnTo>
                <a:lnTo>
                  <a:pt x="1307568" y="260398"/>
                </a:lnTo>
                <a:lnTo>
                  <a:pt x="1319130" y="258522"/>
                </a:lnTo>
                <a:lnTo>
                  <a:pt x="1330729" y="256568"/>
                </a:lnTo>
                <a:lnTo>
                  <a:pt x="1342361" y="254535"/>
                </a:lnTo>
                <a:lnTo>
                  <a:pt x="1354027" y="252422"/>
                </a:lnTo>
                <a:lnTo>
                  <a:pt x="1365725" y="250229"/>
                </a:lnTo>
                <a:lnTo>
                  <a:pt x="1377454" y="247953"/>
                </a:lnTo>
                <a:lnTo>
                  <a:pt x="1389214" y="245594"/>
                </a:lnTo>
                <a:lnTo>
                  <a:pt x="1401002" y="243152"/>
                </a:lnTo>
                <a:lnTo>
                  <a:pt x="1412819" y="240626"/>
                </a:lnTo>
                <a:lnTo>
                  <a:pt x="1424665" y="238016"/>
                </a:lnTo>
                <a:lnTo>
                  <a:pt x="1436581" y="235308"/>
                </a:lnTo>
                <a:lnTo>
                  <a:pt x="1448748" y="232388"/>
                </a:lnTo>
                <a:lnTo>
                  <a:pt x="1461247" y="229180"/>
                </a:lnTo>
                <a:lnTo>
                  <a:pt x="1474014" y="225707"/>
                </a:lnTo>
                <a:lnTo>
                  <a:pt x="1487029" y="221979"/>
                </a:lnTo>
                <a:lnTo>
                  <a:pt x="1500270" y="218003"/>
                </a:lnTo>
                <a:lnTo>
                  <a:pt x="1513718" y="213790"/>
                </a:lnTo>
                <a:lnTo>
                  <a:pt x="1527353" y="209349"/>
                </a:lnTo>
                <a:lnTo>
                  <a:pt x="1541153" y="204691"/>
                </a:lnTo>
                <a:lnTo>
                  <a:pt x="1555100" y="199824"/>
                </a:lnTo>
                <a:lnTo>
                  <a:pt x="1569174" y="194759"/>
                </a:lnTo>
                <a:lnTo>
                  <a:pt x="1583355" y="189506"/>
                </a:lnTo>
                <a:lnTo>
                  <a:pt x="1597624" y="184077"/>
                </a:lnTo>
                <a:lnTo>
                  <a:pt x="1611962" y="178482"/>
                </a:lnTo>
                <a:lnTo>
                  <a:pt x="1626350" y="172732"/>
                </a:lnTo>
                <a:lnTo>
                  <a:pt x="1640769" y="166838"/>
                </a:lnTo>
                <a:lnTo>
                  <a:pt x="1655201" y="160812"/>
                </a:lnTo>
                <a:lnTo>
                  <a:pt x="1669626" y="154666"/>
                </a:lnTo>
                <a:lnTo>
                  <a:pt x="1684027" y="148412"/>
                </a:lnTo>
                <a:lnTo>
                  <a:pt x="1698385" y="142062"/>
                </a:lnTo>
                <a:lnTo>
                  <a:pt x="1712682" y="135628"/>
                </a:lnTo>
                <a:lnTo>
                  <a:pt x="1726900" y="129123"/>
                </a:lnTo>
                <a:lnTo>
                  <a:pt x="1741020" y="122560"/>
                </a:lnTo>
                <a:lnTo>
                  <a:pt x="1755026" y="115951"/>
                </a:lnTo>
                <a:lnTo>
                  <a:pt x="1768899" y="109311"/>
                </a:lnTo>
                <a:lnTo>
                  <a:pt x="1782622" y="102651"/>
                </a:lnTo>
                <a:lnTo>
                  <a:pt x="1796176" y="95986"/>
                </a:lnTo>
                <a:lnTo>
                  <a:pt x="1809546" y="89329"/>
                </a:lnTo>
                <a:lnTo>
                  <a:pt x="1822713" y="82694"/>
                </a:lnTo>
                <a:lnTo>
                  <a:pt x="1835659" y="76095"/>
                </a:lnTo>
                <a:lnTo>
                  <a:pt x="1848369" y="69545"/>
                </a:lnTo>
                <a:lnTo>
                  <a:pt x="1860823" y="63059"/>
                </a:lnTo>
                <a:lnTo>
                  <a:pt x="1873007" y="56651"/>
                </a:lnTo>
                <a:lnTo>
                  <a:pt x="1884901" y="50335"/>
                </a:lnTo>
                <a:lnTo>
                  <a:pt x="1896490" y="44126"/>
                </a:lnTo>
                <a:lnTo>
                  <a:pt x="1907755" y="38037"/>
                </a:lnTo>
                <a:lnTo>
                  <a:pt x="1918681" y="32083"/>
                </a:lnTo>
                <a:lnTo>
                  <a:pt x="1929251" y="26278"/>
                </a:lnTo>
                <a:lnTo>
                  <a:pt x="1939446" y="20638"/>
                </a:lnTo>
                <a:lnTo>
                  <a:pt x="1949251" y="15175"/>
                </a:lnTo>
                <a:lnTo>
                  <a:pt x="1958648" y="9905"/>
                </a:lnTo>
                <a:lnTo>
                  <a:pt x="1967620" y="4842"/>
                </a:lnTo>
                <a:lnTo>
                  <a:pt x="1976151" y="0"/>
                </a:lnTo>
              </a:path>
            </a:pathLst>
          </a:custGeom>
          <a:noFill/>
          <a:ln w="11430">
            <a:solidFill>
              <a:srgbClr val="999999">
                <a:alpha val="87000"/>
              </a:srgbClr>
            </a:solidFill>
            <a:prstDash val="solid"/>
          </a:ln>
        </p:spPr>
      </p:sp>
      <p:sp>
        <p:nvSpPr>
          <p:cNvPr id="1068" name="PANEL_D-transition_lake-lane-1-direction-0-shaft_1385">
            <a:extLst>
              <a:ext uri="{FF2B5EF4-FFF2-40B4-BE49-F238E27FC236}">
                <a16:creationId xmlns:a16="http://schemas.microsoft.com/office/drawing/2014/main" id="{2C406B3C-6226-4FFA-8B9E-F78EDD673C5C}"/>
              </a:ext>
            </a:extLst>
          </p:cNvPr>
          <p:cNvSpPr>
            <a:spLocks/>
          </p:cNvSpPr>
          <p:nvPr/>
        </p:nvSpPr>
        <p:spPr>
          <a:xfrm>
            <a:off x="13701532" y="4495026"/>
            <a:ext cx="103155" cy="18354"/>
          </a:xfrm>
          <a:custGeom>
            <a:pathLst>
              <a:path w="108299" h="19269">
                <a:moveTo>
                  <a:pt x="0" y="19269"/>
                </a:moveTo>
                <a:lnTo>
                  <a:pt x="108299" y="0"/>
                </a:lnTo>
              </a:path>
            </a:pathLst>
          </a:custGeom>
          <a:noFill/>
          <a:ln w="9525">
            <a:solidFill>
              <a:srgbClr val="999999">
                <a:alpha val="85000"/>
              </a:srgbClr>
            </a:solidFill>
            <a:prstDash val="solid"/>
          </a:ln>
        </p:spPr>
      </p:sp>
      <p:sp>
        <p:nvSpPr>
          <p:cNvPr id="1069" name="PANEL_D-transition_lake-lane-1-direction-0-head_1386">
            <a:extLst>
              <a:ext uri="{FF2B5EF4-FFF2-40B4-BE49-F238E27FC236}">
                <a16:creationId xmlns:a16="http://schemas.microsoft.com/office/drawing/2014/main" id="{AED1AE34-2AB0-401B-9322-332AE96B1A39}"/>
              </a:ext>
            </a:extLst>
          </p:cNvPr>
          <p:cNvSpPr>
            <a:spLocks/>
          </p:cNvSpPr>
          <p:nvPr/>
        </p:nvSpPr>
        <p:spPr>
          <a:xfrm>
            <a:off x="13773050" y="4480339"/>
            <a:ext cx="50392" cy="39386"/>
          </a:xfrm>
          <a:custGeom>
            <a:pathLst>
              <a:path w="52905" h="41351">
                <a:moveTo>
                  <a:pt x="52905" y="11917"/>
                </a:moveTo>
                <a:lnTo>
                  <a:pt x="7357" y="41351"/>
                </a:lnTo>
                <a:lnTo>
                  <a:pt x="0" y="0"/>
                </a:lnTo>
                <a:close/>
              </a:path>
            </a:pathLst>
          </a:custGeom>
          <a:solidFill>
            <a:srgbClr val="999999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071" name="PANEL_D-transition_lake-stream-2-run-0_1387">
            <a:extLst>
              <a:ext uri="{FF2B5EF4-FFF2-40B4-BE49-F238E27FC236}">
                <a16:creationId xmlns:a16="http://schemas.microsoft.com/office/drawing/2014/main" id="{59949547-DB4C-400E-9741-CB763C52F200}"/>
              </a:ext>
            </a:extLst>
          </p:cNvPr>
          <p:cNvSpPr>
            <a:spLocks/>
          </p:cNvSpPr>
          <p:nvPr/>
        </p:nvSpPr>
        <p:spPr>
          <a:xfrm>
            <a:off x="12592221" y="4286255"/>
            <a:ext cx="1861955" cy="375063"/>
          </a:xfrm>
          <a:custGeom>
            <a:pathLst>
              <a:path w="1954809" h="393767">
                <a:moveTo>
                  <a:pt x="0" y="385636"/>
                </a:moveTo>
                <a:lnTo>
                  <a:pt x="10878" y="385345"/>
                </a:lnTo>
                <a:lnTo>
                  <a:pt x="21959" y="384926"/>
                </a:lnTo>
                <a:lnTo>
                  <a:pt x="33228" y="384384"/>
                </a:lnTo>
                <a:lnTo>
                  <a:pt x="44669" y="383724"/>
                </a:lnTo>
                <a:lnTo>
                  <a:pt x="56267" y="382949"/>
                </a:lnTo>
                <a:lnTo>
                  <a:pt x="68006" y="382065"/>
                </a:lnTo>
                <a:lnTo>
                  <a:pt x="79870" y="381079"/>
                </a:lnTo>
                <a:lnTo>
                  <a:pt x="91843" y="379994"/>
                </a:lnTo>
                <a:lnTo>
                  <a:pt x="103911" y="378819"/>
                </a:lnTo>
                <a:lnTo>
                  <a:pt x="116057" y="377558"/>
                </a:lnTo>
                <a:lnTo>
                  <a:pt x="128264" y="376218"/>
                </a:lnTo>
                <a:lnTo>
                  <a:pt x="140519" y="374807"/>
                </a:lnTo>
                <a:lnTo>
                  <a:pt x="152805" y="373331"/>
                </a:lnTo>
                <a:lnTo>
                  <a:pt x="165105" y="371798"/>
                </a:lnTo>
                <a:lnTo>
                  <a:pt x="177405" y="370214"/>
                </a:lnTo>
                <a:lnTo>
                  <a:pt x="189688" y="368588"/>
                </a:lnTo>
                <a:lnTo>
                  <a:pt x="201939" y="366928"/>
                </a:lnTo>
                <a:lnTo>
                  <a:pt x="214141" y="365242"/>
                </a:lnTo>
                <a:lnTo>
                  <a:pt x="226278" y="363538"/>
                </a:lnTo>
                <a:lnTo>
                  <a:pt x="238334" y="361824"/>
                </a:lnTo>
                <a:lnTo>
                  <a:pt x="250293" y="360109"/>
                </a:lnTo>
                <a:lnTo>
                  <a:pt x="262137" y="358402"/>
                </a:lnTo>
                <a:lnTo>
                  <a:pt x="273851" y="356711"/>
                </a:lnTo>
                <a:lnTo>
                  <a:pt x="285416" y="355046"/>
                </a:lnTo>
                <a:lnTo>
                  <a:pt x="296816" y="353414"/>
                </a:lnTo>
                <a:lnTo>
                  <a:pt x="308033" y="351826"/>
                </a:lnTo>
                <a:lnTo>
                  <a:pt x="319048" y="350289"/>
                </a:lnTo>
                <a:lnTo>
                  <a:pt x="329843" y="348813"/>
                </a:lnTo>
                <a:lnTo>
                  <a:pt x="340398" y="347406"/>
                </a:lnTo>
                <a:lnTo>
                  <a:pt x="350694" y="346077"/>
                </a:lnTo>
                <a:lnTo>
                  <a:pt x="360710" y="344833"/>
                </a:lnTo>
                <a:lnTo>
                  <a:pt x="370424" y="343683"/>
                </a:lnTo>
                <a:lnTo>
                  <a:pt x="379693" y="342633"/>
                </a:lnTo>
                <a:lnTo>
                  <a:pt x="388556" y="341711"/>
                </a:lnTo>
                <a:lnTo>
                  <a:pt x="397332" y="340939"/>
                </a:lnTo>
                <a:lnTo>
                  <a:pt x="406165" y="340317"/>
                </a:lnTo>
                <a:lnTo>
                  <a:pt x="415058" y="339845"/>
                </a:lnTo>
                <a:lnTo>
                  <a:pt x="424012" y="339521"/>
                </a:lnTo>
                <a:lnTo>
                  <a:pt x="433028" y="339346"/>
                </a:lnTo>
                <a:lnTo>
                  <a:pt x="442105" y="339319"/>
                </a:lnTo>
                <a:lnTo>
                  <a:pt x="451244" y="339438"/>
                </a:lnTo>
                <a:lnTo>
                  <a:pt x="460443" y="339700"/>
                </a:lnTo>
                <a:lnTo>
                  <a:pt x="469701" y="340104"/>
                </a:lnTo>
                <a:lnTo>
                  <a:pt x="479018" y="340646"/>
                </a:lnTo>
                <a:lnTo>
                  <a:pt x="488391" y="341324"/>
                </a:lnTo>
                <a:lnTo>
                  <a:pt x="497820" y="342133"/>
                </a:lnTo>
                <a:lnTo>
                  <a:pt x="507302" y="343069"/>
                </a:lnTo>
                <a:lnTo>
                  <a:pt x="516836" y="344128"/>
                </a:lnTo>
                <a:lnTo>
                  <a:pt x="526421" y="345303"/>
                </a:lnTo>
                <a:lnTo>
                  <a:pt x="536055" y="346591"/>
                </a:lnTo>
                <a:lnTo>
                  <a:pt x="545739" y="347983"/>
                </a:lnTo>
                <a:lnTo>
                  <a:pt x="555470" y="349475"/>
                </a:lnTo>
                <a:lnTo>
                  <a:pt x="565250" y="351059"/>
                </a:lnTo>
                <a:lnTo>
                  <a:pt x="575077" y="352729"/>
                </a:lnTo>
                <a:lnTo>
                  <a:pt x="584953" y="354476"/>
                </a:lnTo>
                <a:lnTo>
                  <a:pt x="594878" y="356293"/>
                </a:lnTo>
                <a:lnTo>
                  <a:pt x="604854" y="358172"/>
                </a:lnTo>
                <a:lnTo>
                  <a:pt x="614881" y="360103"/>
                </a:lnTo>
                <a:lnTo>
                  <a:pt x="624963" y="362079"/>
                </a:lnTo>
                <a:lnTo>
                  <a:pt x="635101" y="364089"/>
                </a:lnTo>
                <a:lnTo>
                  <a:pt x="645298" y="366124"/>
                </a:lnTo>
                <a:lnTo>
                  <a:pt x="655558" y="368175"/>
                </a:lnTo>
                <a:lnTo>
                  <a:pt x="665885" y="370230"/>
                </a:lnTo>
                <a:lnTo>
                  <a:pt x="676281" y="372279"/>
                </a:lnTo>
                <a:lnTo>
                  <a:pt x="686752" y="374311"/>
                </a:lnTo>
                <a:lnTo>
                  <a:pt x="697301" y="376314"/>
                </a:lnTo>
                <a:lnTo>
                  <a:pt x="707934" y="378275"/>
                </a:lnTo>
                <a:lnTo>
                  <a:pt x="718656" y="380184"/>
                </a:lnTo>
                <a:lnTo>
                  <a:pt x="729471" y="382026"/>
                </a:lnTo>
                <a:lnTo>
                  <a:pt x="740384" y="383788"/>
                </a:lnTo>
                <a:lnTo>
                  <a:pt x="751400" y="385456"/>
                </a:lnTo>
                <a:lnTo>
                  <a:pt x="762524" y="387016"/>
                </a:lnTo>
                <a:lnTo>
                  <a:pt x="773761" y="388453"/>
                </a:lnTo>
                <a:lnTo>
                  <a:pt x="785115" y="389753"/>
                </a:lnTo>
                <a:lnTo>
                  <a:pt x="796590" y="390898"/>
                </a:lnTo>
                <a:lnTo>
                  <a:pt x="808190" y="391874"/>
                </a:lnTo>
                <a:lnTo>
                  <a:pt x="819916" y="392664"/>
                </a:lnTo>
                <a:lnTo>
                  <a:pt x="831772" y="393252"/>
                </a:lnTo>
                <a:lnTo>
                  <a:pt x="843759" y="393620"/>
                </a:lnTo>
                <a:lnTo>
                  <a:pt x="855667" y="393767"/>
                </a:lnTo>
                <a:lnTo>
                  <a:pt x="867233" y="393762"/>
                </a:lnTo>
                <a:lnTo>
                  <a:pt x="878598" y="393654"/>
                </a:lnTo>
                <a:lnTo>
                  <a:pt x="889956" y="393429"/>
                </a:lnTo>
                <a:lnTo>
                  <a:pt x="901308" y="393084"/>
                </a:lnTo>
                <a:lnTo>
                  <a:pt x="912653" y="392620"/>
                </a:lnTo>
                <a:lnTo>
                  <a:pt x="923992" y="392036"/>
                </a:lnTo>
                <a:lnTo>
                  <a:pt x="935323" y="391330"/>
                </a:lnTo>
                <a:lnTo>
                  <a:pt x="946647" y="390502"/>
                </a:lnTo>
                <a:lnTo>
                  <a:pt x="957962" y="389550"/>
                </a:lnTo>
                <a:lnTo>
                  <a:pt x="969269" y="388475"/>
                </a:lnTo>
                <a:lnTo>
                  <a:pt x="980567" y="387276"/>
                </a:lnTo>
                <a:lnTo>
                  <a:pt x="991854" y="385951"/>
                </a:lnTo>
                <a:lnTo>
                  <a:pt x="1003131" y="384502"/>
                </a:lnTo>
                <a:lnTo>
                  <a:pt x="1014397" y="382927"/>
                </a:lnTo>
                <a:lnTo>
                  <a:pt x="1025650" y="381226"/>
                </a:lnTo>
                <a:lnTo>
                  <a:pt x="1036890" y="379399"/>
                </a:lnTo>
                <a:lnTo>
                  <a:pt x="1048117" y="377447"/>
                </a:lnTo>
                <a:lnTo>
                  <a:pt x="1059329" y="375369"/>
                </a:lnTo>
                <a:lnTo>
                  <a:pt x="1070527" y="373166"/>
                </a:lnTo>
                <a:lnTo>
                  <a:pt x="1081709" y="370838"/>
                </a:lnTo>
                <a:lnTo>
                  <a:pt x="1092876" y="368386"/>
                </a:lnTo>
                <a:lnTo>
                  <a:pt x="1104026" y="365812"/>
                </a:lnTo>
                <a:lnTo>
                  <a:pt x="1115161" y="363115"/>
                </a:lnTo>
                <a:lnTo>
                  <a:pt x="1126279" y="360297"/>
                </a:lnTo>
                <a:lnTo>
                  <a:pt x="1137381" y="357359"/>
                </a:lnTo>
                <a:lnTo>
                  <a:pt x="1148468" y="354303"/>
                </a:lnTo>
                <a:lnTo>
                  <a:pt x="1159538" y="351131"/>
                </a:lnTo>
                <a:lnTo>
                  <a:pt x="1170594" y="347843"/>
                </a:lnTo>
                <a:lnTo>
                  <a:pt x="1181635" y="344443"/>
                </a:lnTo>
                <a:lnTo>
                  <a:pt x="1192663" y="340932"/>
                </a:lnTo>
                <a:lnTo>
                  <a:pt x="1203678" y="337312"/>
                </a:lnTo>
                <a:lnTo>
                  <a:pt x="1214682" y="333587"/>
                </a:lnTo>
                <a:lnTo>
                  <a:pt x="1225676" y="329757"/>
                </a:lnTo>
                <a:lnTo>
                  <a:pt x="1236661" y="325828"/>
                </a:lnTo>
                <a:lnTo>
                  <a:pt x="1247640" y="321801"/>
                </a:lnTo>
                <a:lnTo>
                  <a:pt x="1258614" y="317679"/>
                </a:lnTo>
                <a:lnTo>
                  <a:pt x="1269584" y="313466"/>
                </a:lnTo>
                <a:lnTo>
                  <a:pt x="1280554" y="309165"/>
                </a:lnTo>
                <a:lnTo>
                  <a:pt x="1291525" y="304781"/>
                </a:lnTo>
                <a:lnTo>
                  <a:pt x="1302501" y="300316"/>
                </a:lnTo>
                <a:lnTo>
                  <a:pt x="1313483" y="295775"/>
                </a:lnTo>
                <a:lnTo>
                  <a:pt x="1324475" y="291162"/>
                </a:lnTo>
                <a:lnTo>
                  <a:pt x="1335479" y="286482"/>
                </a:lnTo>
                <a:lnTo>
                  <a:pt x="1346499" y="281737"/>
                </a:lnTo>
                <a:lnTo>
                  <a:pt x="1357537" y="276935"/>
                </a:lnTo>
                <a:lnTo>
                  <a:pt x="1368598" y="272078"/>
                </a:lnTo>
                <a:lnTo>
                  <a:pt x="1379851" y="267114"/>
                </a:lnTo>
                <a:lnTo>
                  <a:pt x="1391581" y="261901"/>
                </a:lnTo>
                <a:lnTo>
                  <a:pt x="1403714" y="256419"/>
                </a:lnTo>
                <a:lnTo>
                  <a:pt x="1416071" y="250738"/>
                </a:lnTo>
                <a:lnTo>
                  <a:pt x="1428643" y="244870"/>
                </a:lnTo>
                <a:lnTo>
                  <a:pt x="1441417" y="238826"/>
                </a:lnTo>
                <a:lnTo>
                  <a:pt x="1454381" y="232620"/>
                </a:lnTo>
                <a:lnTo>
                  <a:pt x="1467522" y="226264"/>
                </a:lnTo>
                <a:lnTo>
                  <a:pt x="1480827" y="219770"/>
                </a:lnTo>
                <a:lnTo>
                  <a:pt x="1494280" y="213153"/>
                </a:lnTo>
                <a:lnTo>
                  <a:pt x="1507868" y="206425"/>
                </a:lnTo>
                <a:lnTo>
                  <a:pt x="1521576" y="199600"/>
                </a:lnTo>
                <a:lnTo>
                  <a:pt x="1535389" y="192690"/>
                </a:lnTo>
                <a:lnTo>
                  <a:pt x="1549291" y="185710"/>
                </a:lnTo>
                <a:lnTo>
                  <a:pt x="1563266" y="178673"/>
                </a:lnTo>
                <a:lnTo>
                  <a:pt x="1577300" y="171592"/>
                </a:lnTo>
                <a:lnTo>
                  <a:pt x="1591376" y="164481"/>
                </a:lnTo>
                <a:lnTo>
                  <a:pt x="1605477" y="157355"/>
                </a:lnTo>
                <a:lnTo>
                  <a:pt x="1619589" y="150225"/>
                </a:lnTo>
                <a:lnTo>
                  <a:pt x="1633693" y="143106"/>
                </a:lnTo>
                <a:lnTo>
                  <a:pt x="1647775" y="136012"/>
                </a:lnTo>
                <a:lnTo>
                  <a:pt x="1661817" y="128956"/>
                </a:lnTo>
                <a:lnTo>
                  <a:pt x="1675803" y="121950"/>
                </a:lnTo>
                <a:lnTo>
                  <a:pt x="1689715" y="115010"/>
                </a:lnTo>
                <a:lnTo>
                  <a:pt x="1703537" y="108147"/>
                </a:lnTo>
                <a:lnTo>
                  <a:pt x="1717251" y="101375"/>
                </a:lnTo>
                <a:lnTo>
                  <a:pt x="1730841" y="94706"/>
                </a:lnTo>
                <a:lnTo>
                  <a:pt x="1744288" y="88155"/>
                </a:lnTo>
                <a:lnTo>
                  <a:pt x="1757576" y="81732"/>
                </a:lnTo>
                <a:lnTo>
                  <a:pt x="1770687" y="75451"/>
                </a:lnTo>
                <a:lnTo>
                  <a:pt x="1783602" y="69325"/>
                </a:lnTo>
                <a:lnTo>
                  <a:pt x="1796304" y="63365"/>
                </a:lnTo>
                <a:lnTo>
                  <a:pt x="1808775" y="57583"/>
                </a:lnTo>
                <a:lnTo>
                  <a:pt x="1820995" y="51992"/>
                </a:lnTo>
                <a:lnTo>
                  <a:pt x="1832948" y="46603"/>
                </a:lnTo>
                <a:lnTo>
                  <a:pt x="1844612" y="41428"/>
                </a:lnTo>
                <a:lnTo>
                  <a:pt x="1855970" y="36478"/>
                </a:lnTo>
                <a:lnTo>
                  <a:pt x="1867002" y="31764"/>
                </a:lnTo>
                <a:lnTo>
                  <a:pt x="1877689" y="27297"/>
                </a:lnTo>
                <a:lnTo>
                  <a:pt x="1888008" y="23089"/>
                </a:lnTo>
                <a:lnTo>
                  <a:pt x="1897941" y="19150"/>
                </a:lnTo>
                <a:lnTo>
                  <a:pt x="1907466" y="15491"/>
                </a:lnTo>
                <a:lnTo>
                  <a:pt x="1916559" y="12124"/>
                </a:lnTo>
                <a:lnTo>
                  <a:pt x="1925198" y="9058"/>
                </a:lnTo>
                <a:lnTo>
                  <a:pt x="1933358" y="6307"/>
                </a:lnTo>
                <a:lnTo>
                  <a:pt x="1941011" y="3880"/>
                </a:lnTo>
                <a:lnTo>
                  <a:pt x="1948127" y="1793"/>
                </a:lnTo>
                <a:lnTo>
                  <a:pt x="1954809" y="0"/>
                </a:lnTo>
              </a:path>
            </a:pathLst>
          </a:custGeom>
          <a:noFill/>
          <a:ln w="8573">
            <a:solidFill>
              <a:srgbClr val="999999">
                <a:alpha val="60000"/>
              </a:srgbClr>
            </a:solidFill>
            <a:prstDash val="solid"/>
          </a:ln>
        </p:spPr>
      </p:sp>
      <p:sp>
        <p:nvSpPr>
          <p:cNvPr id="1073" name="PANEL_D-transition_lake-lane-2-direction-0-shaft_1388">
            <a:extLst>
              <a:ext uri="{FF2B5EF4-FFF2-40B4-BE49-F238E27FC236}">
                <a16:creationId xmlns:a16="http://schemas.microsoft.com/office/drawing/2014/main" id="{A200B625-547C-4695-8EC0-C7D37BDAF755}"/>
              </a:ext>
            </a:extLst>
          </p:cNvPr>
          <p:cNvSpPr>
            <a:spLocks/>
          </p:cNvSpPr>
          <p:nvPr/>
        </p:nvSpPr>
        <p:spPr>
          <a:xfrm>
            <a:off x="13475052" y="4647896"/>
            <a:ext cx="103510" cy="16234"/>
          </a:xfrm>
          <a:custGeom>
            <a:pathLst>
              <a:path w="108672" h="17043">
                <a:moveTo>
                  <a:pt x="0" y="17043"/>
                </a:moveTo>
                <a:lnTo>
                  <a:pt x="108672" y="0"/>
                </a:lnTo>
              </a:path>
            </a:pathLst>
          </a:custGeom>
          <a:noFill/>
          <a:ln w="9525">
            <a:solidFill>
              <a:srgbClr val="999999">
                <a:alpha val="85000"/>
              </a:srgbClr>
            </a:solidFill>
            <a:prstDash val="solid"/>
          </a:ln>
        </p:spPr>
      </p:sp>
      <p:sp>
        <p:nvSpPr>
          <p:cNvPr id="1074" name="PANEL_D-transition_lake-lane-2-direction-0-head_1389">
            <a:extLst>
              <a:ext uri="{FF2B5EF4-FFF2-40B4-BE49-F238E27FC236}">
                <a16:creationId xmlns:a16="http://schemas.microsoft.com/office/drawing/2014/main" id="{C175C80C-FC51-4437-ADA0-3FB97F6FB141}"/>
              </a:ext>
            </a:extLst>
          </p:cNvPr>
          <p:cNvSpPr>
            <a:spLocks/>
          </p:cNvSpPr>
          <p:nvPr/>
        </p:nvSpPr>
        <p:spPr>
          <a:xfrm>
            <a:off x="13547233" y="4632563"/>
            <a:ext cx="50149" cy="39522"/>
          </a:xfrm>
          <a:custGeom>
            <a:pathLst>
              <a:path w="52650" h="41493">
                <a:moveTo>
                  <a:pt x="52650" y="13000"/>
                </a:moveTo>
                <a:lnTo>
                  <a:pt x="6507" y="41493"/>
                </a:lnTo>
                <a:lnTo>
                  <a:pt x="0" y="0"/>
                </a:lnTo>
                <a:close/>
              </a:path>
            </a:pathLst>
          </a:custGeom>
          <a:solidFill>
            <a:srgbClr val="999999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076" name="PANEL_D-high_onshore_return-stream-0-run-0_1390">
            <a:extLst>
              <a:ext uri="{FF2B5EF4-FFF2-40B4-BE49-F238E27FC236}">
                <a16:creationId xmlns:a16="http://schemas.microsoft.com/office/drawing/2014/main" id="{A9E6429D-4A54-47CB-83CF-DC9507EC2867}"/>
              </a:ext>
            </a:extLst>
          </p:cNvPr>
          <p:cNvSpPr>
            <a:spLocks/>
          </p:cNvSpPr>
          <p:nvPr/>
        </p:nvSpPr>
        <p:spPr>
          <a:xfrm>
            <a:off x="12722431" y="3676261"/>
            <a:ext cx="2394449" cy="173821"/>
          </a:xfrm>
          <a:custGeom>
            <a:pathLst>
              <a:path w="2513858" h="182490">
                <a:moveTo>
                  <a:pt x="2513858" y="182490"/>
                </a:moveTo>
                <a:lnTo>
                  <a:pt x="2506510" y="182181"/>
                </a:lnTo>
                <a:lnTo>
                  <a:pt x="2498485" y="181515"/>
                </a:lnTo>
                <a:lnTo>
                  <a:pt x="2490083" y="180589"/>
                </a:lnTo>
                <a:lnTo>
                  <a:pt x="2481306" y="179408"/>
                </a:lnTo>
                <a:lnTo>
                  <a:pt x="2472163" y="177979"/>
                </a:lnTo>
                <a:lnTo>
                  <a:pt x="2462661" y="176309"/>
                </a:lnTo>
                <a:lnTo>
                  <a:pt x="2452810" y="174406"/>
                </a:lnTo>
                <a:lnTo>
                  <a:pt x="2442623" y="172277"/>
                </a:lnTo>
                <a:lnTo>
                  <a:pt x="2432112" y="169931"/>
                </a:lnTo>
                <a:lnTo>
                  <a:pt x="2421287" y="167377"/>
                </a:lnTo>
                <a:lnTo>
                  <a:pt x="2410163" y="164624"/>
                </a:lnTo>
                <a:lnTo>
                  <a:pt x="2398753" y="161682"/>
                </a:lnTo>
                <a:lnTo>
                  <a:pt x="2387068" y="158561"/>
                </a:lnTo>
                <a:lnTo>
                  <a:pt x="2375124" y="155270"/>
                </a:lnTo>
                <a:lnTo>
                  <a:pt x="2362934" y="151820"/>
                </a:lnTo>
                <a:lnTo>
                  <a:pt x="2350510" y="148221"/>
                </a:lnTo>
                <a:lnTo>
                  <a:pt x="2337867" y="144485"/>
                </a:lnTo>
                <a:lnTo>
                  <a:pt x="2325019" y="140621"/>
                </a:lnTo>
                <a:lnTo>
                  <a:pt x="2311978" y="136642"/>
                </a:lnTo>
                <a:lnTo>
                  <a:pt x="2298759" y="132559"/>
                </a:lnTo>
                <a:lnTo>
                  <a:pt x="2285376" y="128383"/>
                </a:lnTo>
                <a:lnTo>
                  <a:pt x="2271842" y="124127"/>
                </a:lnTo>
                <a:lnTo>
                  <a:pt x="2258172" y="119801"/>
                </a:lnTo>
                <a:lnTo>
                  <a:pt x="2244379" y="115418"/>
                </a:lnTo>
                <a:lnTo>
                  <a:pt x="2230476" y="110990"/>
                </a:lnTo>
                <a:lnTo>
                  <a:pt x="2216479" y="106530"/>
                </a:lnTo>
                <a:lnTo>
                  <a:pt x="2202402" y="102049"/>
                </a:lnTo>
                <a:lnTo>
                  <a:pt x="2188258" y="97560"/>
                </a:lnTo>
                <a:lnTo>
                  <a:pt x="2174061" y="93076"/>
                </a:lnTo>
                <a:lnTo>
                  <a:pt x="2159827" y="88609"/>
                </a:lnTo>
                <a:lnTo>
                  <a:pt x="2145570" y="84171"/>
                </a:lnTo>
                <a:lnTo>
                  <a:pt x="2131304" y="79776"/>
                </a:lnTo>
                <a:lnTo>
                  <a:pt x="2117044" y="75436"/>
                </a:lnTo>
                <a:lnTo>
                  <a:pt x="2102806" y="71164"/>
                </a:lnTo>
                <a:lnTo>
                  <a:pt x="2088605" y="66971"/>
                </a:lnTo>
                <a:lnTo>
                  <a:pt x="2074456" y="62872"/>
                </a:lnTo>
                <a:lnTo>
                  <a:pt x="2060375" y="58879"/>
                </a:lnTo>
                <a:lnTo>
                  <a:pt x="2046378" y="55003"/>
                </a:lnTo>
                <a:lnTo>
                  <a:pt x="2032483" y="51258"/>
                </a:lnTo>
                <a:lnTo>
                  <a:pt x="2018706" y="47656"/>
                </a:lnTo>
                <a:lnTo>
                  <a:pt x="2005063" y="44209"/>
                </a:lnTo>
                <a:lnTo>
                  <a:pt x="1991575" y="40928"/>
                </a:lnTo>
                <a:lnTo>
                  <a:pt x="1978258" y="37827"/>
                </a:lnTo>
                <a:lnTo>
                  <a:pt x="1965133" y="34917"/>
                </a:lnTo>
                <a:lnTo>
                  <a:pt x="1952218" y="32209"/>
                </a:lnTo>
                <a:lnTo>
                  <a:pt x="1939537" y="29714"/>
                </a:lnTo>
                <a:lnTo>
                  <a:pt x="1926946" y="27413"/>
                </a:lnTo>
                <a:lnTo>
                  <a:pt x="1914135" y="25209"/>
                </a:lnTo>
                <a:lnTo>
                  <a:pt x="1901109" y="23060"/>
                </a:lnTo>
                <a:lnTo>
                  <a:pt x="1888027" y="20998"/>
                </a:lnTo>
                <a:lnTo>
                  <a:pt x="1874889" y="19025"/>
                </a:lnTo>
                <a:lnTo>
                  <a:pt x="1861700" y="17143"/>
                </a:lnTo>
                <a:lnTo>
                  <a:pt x="1848459" y="15354"/>
                </a:lnTo>
                <a:lnTo>
                  <a:pt x="1835169" y="13660"/>
                </a:lnTo>
                <a:lnTo>
                  <a:pt x="1821832" y="12063"/>
                </a:lnTo>
                <a:lnTo>
                  <a:pt x="1808450" y="10564"/>
                </a:lnTo>
                <a:lnTo>
                  <a:pt x="1795024" y="9163"/>
                </a:lnTo>
                <a:lnTo>
                  <a:pt x="1781559" y="7863"/>
                </a:lnTo>
                <a:lnTo>
                  <a:pt x="1768054" y="6662"/>
                </a:lnTo>
                <a:lnTo>
                  <a:pt x="1754513" y="5563"/>
                </a:lnTo>
                <a:lnTo>
                  <a:pt x="1740938" y="4565"/>
                </a:lnTo>
                <a:lnTo>
                  <a:pt x="1727330" y="3667"/>
                </a:lnTo>
                <a:lnTo>
                  <a:pt x="1713693" y="2870"/>
                </a:lnTo>
                <a:lnTo>
                  <a:pt x="1700029" y="2173"/>
                </a:lnTo>
                <a:lnTo>
                  <a:pt x="1686339" y="1575"/>
                </a:lnTo>
                <a:lnTo>
                  <a:pt x="1672626" y="1075"/>
                </a:lnTo>
                <a:lnTo>
                  <a:pt x="1658893" y="672"/>
                </a:lnTo>
                <a:lnTo>
                  <a:pt x="1645141" y="365"/>
                </a:lnTo>
                <a:lnTo>
                  <a:pt x="1631374" y="152"/>
                </a:lnTo>
                <a:lnTo>
                  <a:pt x="1617592" y="31"/>
                </a:lnTo>
                <a:lnTo>
                  <a:pt x="1603799" y="0"/>
                </a:lnTo>
                <a:lnTo>
                  <a:pt x="1589997" y="57"/>
                </a:lnTo>
                <a:lnTo>
                  <a:pt x="1576188" y="199"/>
                </a:lnTo>
                <a:lnTo>
                  <a:pt x="1562373" y="425"/>
                </a:lnTo>
                <a:lnTo>
                  <a:pt x="1548556" y="731"/>
                </a:lnTo>
                <a:lnTo>
                  <a:pt x="1534737" y="1114"/>
                </a:lnTo>
                <a:lnTo>
                  <a:pt x="1520920" y="1572"/>
                </a:lnTo>
                <a:lnTo>
                  <a:pt x="1507107" y="2101"/>
                </a:lnTo>
                <a:lnTo>
                  <a:pt x="1493298" y="2699"/>
                </a:lnTo>
                <a:lnTo>
                  <a:pt x="1479496" y="3362"/>
                </a:lnTo>
                <a:lnTo>
                  <a:pt x="1465703" y="4086"/>
                </a:lnTo>
                <a:lnTo>
                  <a:pt x="1451920" y="4869"/>
                </a:lnTo>
                <a:lnTo>
                  <a:pt x="1438149" y="5707"/>
                </a:lnTo>
                <a:lnTo>
                  <a:pt x="1424392" y="6596"/>
                </a:lnTo>
                <a:lnTo>
                  <a:pt x="1410650" y="7533"/>
                </a:lnTo>
                <a:lnTo>
                  <a:pt x="1396925" y="8515"/>
                </a:lnTo>
                <a:lnTo>
                  <a:pt x="1383217" y="9538"/>
                </a:lnTo>
                <a:lnTo>
                  <a:pt x="1369529" y="10598"/>
                </a:lnTo>
                <a:lnTo>
                  <a:pt x="1355861" y="11692"/>
                </a:lnTo>
                <a:lnTo>
                  <a:pt x="1342214" y="12817"/>
                </a:lnTo>
                <a:lnTo>
                  <a:pt x="1328590" y="13970"/>
                </a:lnTo>
                <a:lnTo>
                  <a:pt x="1314990" y="15146"/>
                </a:lnTo>
                <a:lnTo>
                  <a:pt x="1301413" y="16344"/>
                </a:lnTo>
                <a:lnTo>
                  <a:pt x="1287913" y="17557"/>
                </a:lnTo>
                <a:lnTo>
                  <a:pt x="1274550" y="18792"/>
                </a:lnTo>
                <a:lnTo>
                  <a:pt x="1261275" y="20056"/>
                </a:lnTo>
                <a:lnTo>
                  <a:pt x="1248028" y="21345"/>
                </a:lnTo>
                <a:lnTo>
                  <a:pt x="1234801" y="22656"/>
                </a:lnTo>
                <a:lnTo>
                  <a:pt x="1221590" y="23985"/>
                </a:lnTo>
                <a:lnTo>
                  <a:pt x="1208388" y="25327"/>
                </a:lnTo>
                <a:lnTo>
                  <a:pt x="1195190" y="26678"/>
                </a:lnTo>
                <a:lnTo>
                  <a:pt x="1181988" y="28034"/>
                </a:lnTo>
                <a:lnTo>
                  <a:pt x="1168779" y="29393"/>
                </a:lnTo>
                <a:lnTo>
                  <a:pt x="1155555" y="30750"/>
                </a:lnTo>
                <a:lnTo>
                  <a:pt x="1142311" y="32104"/>
                </a:lnTo>
                <a:lnTo>
                  <a:pt x="1129043" y="33451"/>
                </a:lnTo>
                <a:lnTo>
                  <a:pt x="1115743" y="34788"/>
                </a:lnTo>
                <a:lnTo>
                  <a:pt x="1102408" y="36114"/>
                </a:lnTo>
                <a:lnTo>
                  <a:pt x="1089031" y="37426"/>
                </a:lnTo>
                <a:lnTo>
                  <a:pt x="1075609" y="38723"/>
                </a:lnTo>
                <a:lnTo>
                  <a:pt x="1062137" y="40003"/>
                </a:lnTo>
                <a:lnTo>
                  <a:pt x="1048609" y="41264"/>
                </a:lnTo>
                <a:lnTo>
                  <a:pt x="1035021" y="42506"/>
                </a:lnTo>
                <a:lnTo>
                  <a:pt x="1021370" y="43727"/>
                </a:lnTo>
                <a:lnTo>
                  <a:pt x="1007651" y="44928"/>
                </a:lnTo>
                <a:lnTo>
                  <a:pt x="993860" y="46107"/>
                </a:lnTo>
                <a:lnTo>
                  <a:pt x="979994" y="47265"/>
                </a:lnTo>
                <a:lnTo>
                  <a:pt x="966049" y="48400"/>
                </a:lnTo>
                <a:lnTo>
                  <a:pt x="952023" y="49514"/>
                </a:lnTo>
                <a:lnTo>
                  <a:pt x="937912" y="50607"/>
                </a:lnTo>
                <a:lnTo>
                  <a:pt x="923713" y="51679"/>
                </a:lnTo>
                <a:lnTo>
                  <a:pt x="909423" y="52731"/>
                </a:lnTo>
                <a:lnTo>
                  <a:pt x="895041" y="53764"/>
                </a:lnTo>
                <a:lnTo>
                  <a:pt x="880563" y="54779"/>
                </a:lnTo>
                <a:lnTo>
                  <a:pt x="865987" y="55778"/>
                </a:lnTo>
                <a:lnTo>
                  <a:pt x="851313" y="56761"/>
                </a:lnTo>
                <a:lnTo>
                  <a:pt x="836536" y="57730"/>
                </a:lnTo>
                <a:lnTo>
                  <a:pt x="821657" y="58687"/>
                </a:lnTo>
                <a:lnTo>
                  <a:pt x="806672" y="59635"/>
                </a:lnTo>
                <a:lnTo>
                  <a:pt x="791581" y="60574"/>
                </a:lnTo>
                <a:lnTo>
                  <a:pt x="776383" y="61506"/>
                </a:lnTo>
                <a:lnTo>
                  <a:pt x="761074" y="62435"/>
                </a:lnTo>
                <a:lnTo>
                  <a:pt x="745655" y="63363"/>
                </a:lnTo>
                <a:lnTo>
                  <a:pt x="730124" y="64291"/>
                </a:lnTo>
                <a:lnTo>
                  <a:pt x="714480" y="65222"/>
                </a:lnTo>
                <a:lnTo>
                  <a:pt x="698721" y="66159"/>
                </a:lnTo>
                <a:lnTo>
                  <a:pt x="682846" y="67105"/>
                </a:lnTo>
                <a:lnTo>
                  <a:pt x="666854" y="68062"/>
                </a:lnTo>
                <a:lnTo>
                  <a:pt x="650744" y="69032"/>
                </a:lnTo>
                <a:lnTo>
                  <a:pt x="634514" y="70020"/>
                </a:lnTo>
                <a:lnTo>
                  <a:pt x="618258" y="71008"/>
                </a:lnTo>
                <a:lnTo>
                  <a:pt x="601870" y="72060"/>
                </a:lnTo>
                <a:lnTo>
                  <a:pt x="585072" y="73268"/>
                </a:lnTo>
                <a:lnTo>
                  <a:pt x="567803" y="74647"/>
                </a:lnTo>
                <a:lnTo>
                  <a:pt x="550096" y="76193"/>
                </a:lnTo>
                <a:lnTo>
                  <a:pt x="531983" y="77904"/>
                </a:lnTo>
                <a:lnTo>
                  <a:pt x="513496" y="79775"/>
                </a:lnTo>
                <a:lnTo>
                  <a:pt x="494668" y="81805"/>
                </a:lnTo>
                <a:lnTo>
                  <a:pt x="475528" y="83989"/>
                </a:lnTo>
                <a:lnTo>
                  <a:pt x="456108" y="86325"/>
                </a:lnTo>
                <a:lnTo>
                  <a:pt x="436439" y="88808"/>
                </a:lnTo>
                <a:lnTo>
                  <a:pt x="416550" y="91434"/>
                </a:lnTo>
                <a:lnTo>
                  <a:pt x="396471" y="94201"/>
                </a:lnTo>
                <a:lnTo>
                  <a:pt x="376233" y="97104"/>
                </a:lnTo>
                <a:lnTo>
                  <a:pt x="355865" y="100139"/>
                </a:lnTo>
                <a:lnTo>
                  <a:pt x="335396" y="103302"/>
                </a:lnTo>
                <a:lnTo>
                  <a:pt x="314856" y="106588"/>
                </a:lnTo>
                <a:lnTo>
                  <a:pt x="294274" y="109993"/>
                </a:lnTo>
                <a:lnTo>
                  <a:pt x="273680" y="113511"/>
                </a:lnTo>
                <a:lnTo>
                  <a:pt x="253101" y="117138"/>
                </a:lnTo>
                <a:lnTo>
                  <a:pt x="232568" y="120869"/>
                </a:lnTo>
                <a:lnTo>
                  <a:pt x="212107" y="124697"/>
                </a:lnTo>
                <a:lnTo>
                  <a:pt x="191750" y="128617"/>
                </a:lnTo>
                <a:lnTo>
                  <a:pt x="171522" y="132622"/>
                </a:lnTo>
                <a:lnTo>
                  <a:pt x="151454" y="136707"/>
                </a:lnTo>
                <a:lnTo>
                  <a:pt x="131573" y="140865"/>
                </a:lnTo>
                <a:lnTo>
                  <a:pt x="111908" y="145089"/>
                </a:lnTo>
                <a:lnTo>
                  <a:pt x="92486" y="149371"/>
                </a:lnTo>
                <a:lnTo>
                  <a:pt x="73335" y="153705"/>
                </a:lnTo>
                <a:lnTo>
                  <a:pt x="54484" y="158082"/>
                </a:lnTo>
                <a:lnTo>
                  <a:pt x="35959" y="162494"/>
                </a:lnTo>
                <a:lnTo>
                  <a:pt x="17788" y="166933"/>
                </a:lnTo>
                <a:lnTo>
                  <a:pt x="0" y="171391"/>
                </a:lnTo>
              </a:path>
            </a:pathLst>
          </a:custGeom>
          <a:noFill/>
          <a:ln w="8573">
            <a:solidFill>
              <a:srgbClr val="757575">
                <a:alpha val="60000"/>
              </a:srgbClr>
            </a:solidFill>
            <a:prstDash val="solid"/>
          </a:ln>
        </p:spPr>
      </p:sp>
      <p:sp>
        <p:nvSpPr>
          <p:cNvPr id="1078" name="PANEL_D-high_onshore_return-lane-0-direction-0-shaft_1391">
            <a:extLst>
              <a:ext uri="{FF2B5EF4-FFF2-40B4-BE49-F238E27FC236}">
                <a16:creationId xmlns:a16="http://schemas.microsoft.com/office/drawing/2014/main" id="{73905295-DE9B-4986-A11F-954A7D39F567}"/>
              </a:ext>
            </a:extLst>
          </p:cNvPr>
          <p:cNvSpPr>
            <a:spLocks/>
          </p:cNvSpPr>
          <p:nvPr/>
        </p:nvSpPr>
        <p:spPr>
          <a:xfrm>
            <a:off x="13926957" y="3685266"/>
            <a:ext cx="104317" cy="9784"/>
          </a:xfrm>
          <a:custGeom>
            <a:pathLst>
              <a:path w="109519" h="10272">
                <a:moveTo>
                  <a:pt x="109519" y="0"/>
                </a:moveTo>
                <a:lnTo>
                  <a:pt x="0" y="10272"/>
                </a:lnTo>
              </a:path>
            </a:pathLst>
          </a:custGeom>
          <a:noFill/>
          <a:ln w="9525">
            <a:solidFill>
              <a:srgbClr val="757575">
                <a:alpha val="85000"/>
              </a:srgbClr>
            </a:solidFill>
            <a:prstDash val="solid"/>
          </a:ln>
        </p:spPr>
      </p:sp>
      <p:sp>
        <p:nvSpPr>
          <p:cNvPr id="1079" name="PANEL_D-high_onshore_return-lane-0-direction-0-head_1392">
            <a:extLst>
              <a:ext uri="{FF2B5EF4-FFF2-40B4-BE49-F238E27FC236}">
                <a16:creationId xmlns:a16="http://schemas.microsoft.com/office/drawing/2014/main" id="{6374E18D-ECFC-4014-8C13-2EC613F24930}"/>
              </a:ext>
            </a:extLst>
          </p:cNvPr>
          <p:cNvSpPr>
            <a:spLocks/>
          </p:cNvSpPr>
          <p:nvPr/>
        </p:nvSpPr>
        <p:spPr>
          <a:xfrm>
            <a:off x="13907990" y="3672467"/>
            <a:ext cx="49285" cy="39830"/>
          </a:xfrm>
          <a:custGeom>
            <a:pathLst>
              <a:path w="51742" h="41816">
                <a:moveTo>
                  <a:pt x="0" y="25577"/>
                </a:moveTo>
                <a:lnTo>
                  <a:pt x="47821" y="0"/>
                </a:lnTo>
                <a:lnTo>
                  <a:pt x="51742" y="41816"/>
                </a:lnTo>
                <a:close/>
              </a:path>
            </a:pathLst>
          </a:custGeom>
          <a:solidFill>
            <a:srgbClr val="757575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081" name="PANEL_D-high_onshore_return-stream-1-run-0_1393">
            <a:extLst>
              <a:ext uri="{FF2B5EF4-FFF2-40B4-BE49-F238E27FC236}">
                <a16:creationId xmlns:a16="http://schemas.microsoft.com/office/drawing/2014/main" id="{B779A017-2E38-47B5-A883-94F8E27527D3}"/>
              </a:ext>
            </a:extLst>
          </p:cNvPr>
          <p:cNvSpPr>
            <a:spLocks/>
          </p:cNvSpPr>
          <p:nvPr/>
        </p:nvSpPr>
        <p:spPr>
          <a:xfrm>
            <a:off x="12635349" y="3636364"/>
            <a:ext cx="2442850" cy="186300"/>
          </a:xfrm>
          <a:custGeom>
            <a:pathLst>
              <a:path w="2564672" h="195591">
                <a:moveTo>
                  <a:pt x="2564672" y="156977"/>
                </a:moveTo>
                <a:lnTo>
                  <a:pt x="2555301" y="152848"/>
                </a:lnTo>
                <a:lnTo>
                  <a:pt x="2545553" y="148580"/>
                </a:lnTo>
                <a:lnTo>
                  <a:pt x="2535440" y="144186"/>
                </a:lnTo>
                <a:lnTo>
                  <a:pt x="2524975" y="139678"/>
                </a:lnTo>
                <a:lnTo>
                  <a:pt x="2514168" y="135070"/>
                </a:lnTo>
                <a:lnTo>
                  <a:pt x="2503033" y="130374"/>
                </a:lnTo>
                <a:lnTo>
                  <a:pt x="2491583" y="125603"/>
                </a:lnTo>
                <a:lnTo>
                  <a:pt x="2479830" y="120770"/>
                </a:lnTo>
                <a:lnTo>
                  <a:pt x="2467788" y="115888"/>
                </a:lnTo>
                <a:lnTo>
                  <a:pt x="2455469" y="110969"/>
                </a:lnTo>
                <a:lnTo>
                  <a:pt x="2442888" y="106026"/>
                </a:lnTo>
                <a:lnTo>
                  <a:pt x="2430057" y="101072"/>
                </a:lnTo>
                <a:lnTo>
                  <a:pt x="2416992" y="96118"/>
                </a:lnTo>
                <a:lnTo>
                  <a:pt x="2403704" y="91178"/>
                </a:lnTo>
                <a:lnTo>
                  <a:pt x="2390209" y="86263"/>
                </a:lnTo>
                <a:lnTo>
                  <a:pt x="2376521" y="81384"/>
                </a:lnTo>
                <a:lnTo>
                  <a:pt x="2362654" y="76555"/>
                </a:lnTo>
                <a:lnTo>
                  <a:pt x="2348622" y="71787"/>
                </a:lnTo>
                <a:lnTo>
                  <a:pt x="2334441" y="67090"/>
                </a:lnTo>
                <a:lnTo>
                  <a:pt x="2320125" y="62477"/>
                </a:lnTo>
                <a:lnTo>
                  <a:pt x="2305690" y="57958"/>
                </a:lnTo>
                <a:lnTo>
                  <a:pt x="2291151" y="53544"/>
                </a:lnTo>
                <a:lnTo>
                  <a:pt x="2276523" y="49246"/>
                </a:lnTo>
                <a:lnTo>
                  <a:pt x="2261822" y="45074"/>
                </a:lnTo>
                <a:lnTo>
                  <a:pt x="2247065" y="41039"/>
                </a:lnTo>
                <a:lnTo>
                  <a:pt x="2232267" y="37151"/>
                </a:lnTo>
                <a:lnTo>
                  <a:pt x="2217446" y="33419"/>
                </a:lnTo>
                <a:lnTo>
                  <a:pt x="2202617" y="29852"/>
                </a:lnTo>
                <a:lnTo>
                  <a:pt x="2187798" y="26461"/>
                </a:lnTo>
                <a:lnTo>
                  <a:pt x="2173006" y="23254"/>
                </a:lnTo>
                <a:lnTo>
                  <a:pt x="2158260" y="20241"/>
                </a:lnTo>
                <a:lnTo>
                  <a:pt x="2143577" y="17429"/>
                </a:lnTo>
                <a:lnTo>
                  <a:pt x="2128975" y="14828"/>
                </a:lnTo>
                <a:lnTo>
                  <a:pt x="2114474" y="12444"/>
                </a:lnTo>
                <a:lnTo>
                  <a:pt x="2100093" y="10287"/>
                </a:lnTo>
                <a:lnTo>
                  <a:pt x="2085852" y="8364"/>
                </a:lnTo>
                <a:lnTo>
                  <a:pt x="2071772" y="6682"/>
                </a:lnTo>
                <a:lnTo>
                  <a:pt x="2057872" y="5248"/>
                </a:lnTo>
                <a:lnTo>
                  <a:pt x="2044176" y="4069"/>
                </a:lnTo>
                <a:lnTo>
                  <a:pt x="2030666" y="3145"/>
                </a:lnTo>
                <a:lnTo>
                  <a:pt x="2017174" y="2395"/>
                </a:lnTo>
                <a:lnTo>
                  <a:pt x="2003595" y="1748"/>
                </a:lnTo>
                <a:lnTo>
                  <a:pt x="1989971" y="1208"/>
                </a:lnTo>
                <a:lnTo>
                  <a:pt x="1976303" y="773"/>
                </a:lnTo>
                <a:lnTo>
                  <a:pt x="1962596" y="438"/>
                </a:lnTo>
                <a:lnTo>
                  <a:pt x="1948850" y="200"/>
                </a:lnTo>
                <a:lnTo>
                  <a:pt x="1935070" y="55"/>
                </a:lnTo>
                <a:lnTo>
                  <a:pt x="1921258" y="0"/>
                </a:lnTo>
                <a:lnTo>
                  <a:pt x="1907417" y="30"/>
                </a:lnTo>
                <a:lnTo>
                  <a:pt x="1893548" y="142"/>
                </a:lnTo>
                <a:lnTo>
                  <a:pt x="1879655" y="330"/>
                </a:lnTo>
                <a:lnTo>
                  <a:pt x="1865740" y="590"/>
                </a:lnTo>
                <a:lnTo>
                  <a:pt x="1851806" y="919"/>
                </a:lnTo>
                <a:lnTo>
                  <a:pt x="1837854" y="1311"/>
                </a:lnTo>
                <a:lnTo>
                  <a:pt x="1823887" y="1762"/>
                </a:lnTo>
                <a:lnTo>
                  <a:pt x="1809908" y="2266"/>
                </a:lnTo>
                <a:lnTo>
                  <a:pt x="1795917" y="2820"/>
                </a:lnTo>
                <a:lnTo>
                  <a:pt x="1781918" y="3419"/>
                </a:lnTo>
                <a:lnTo>
                  <a:pt x="1767912" y="4057"/>
                </a:lnTo>
                <a:lnTo>
                  <a:pt x="1753901" y="4731"/>
                </a:lnTo>
                <a:lnTo>
                  <a:pt x="1739887" y="5435"/>
                </a:lnTo>
                <a:lnTo>
                  <a:pt x="1725871" y="6164"/>
                </a:lnTo>
                <a:lnTo>
                  <a:pt x="1711855" y="6915"/>
                </a:lnTo>
                <a:lnTo>
                  <a:pt x="1697841" y="7682"/>
                </a:lnTo>
                <a:lnTo>
                  <a:pt x="1683829" y="8462"/>
                </a:lnTo>
                <a:lnTo>
                  <a:pt x="1669821" y="9250"/>
                </a:lnTo>
                <a:lnTo>
                  <a:pt x="1655819" y="10041"/>
                </a:lnTo>
                <a:lnTo>
                  <a:pt x="1641823" y="10832"/>
                </a:lnTo>
                <a:lnTo>
                  <a:pt x="1627833" y="11620"/>
                </a:lnTo>
                <a:lnTo>
                  <a:pt x="1613853" y="12399"/>
                </a:lnTo>
                <a:lnTo>
                  <a:pt x="1599881" y="13167"/>
                </a:lnTo>
                <a:lnTo>
                  <a:pt x="1585918" y="13921"/>
                </a:lnTo>
                <a:lnTo>
                  <a:pt x="1571966" y="14656"/>
                </a:lnTo>
                <a:lnTo>
                  <a:pt x="1558025" y="15372"/>
                </a:lnTo>
                <a:lnTo>
                  <a:pt x="1544095" y="16063"/>
                </a:lnTo>
                <a:lnTo>
                  <a:pt x="1530177" y="16730"/>
                </a:lnTo>
                <a:lnTo>
                  <a:pt x="1516270" y="17368"/>
                </a:lnTo>
                <a:lnTo>
                  <a:pt x="1502376" y="17976"/>
                </a:lnTo>
                <a:lnTo>
                  <a:pt x="1488495" y="18553"/>
                </a:lnTo>
                <a:lnTo>
                  <a:pt x="1474625" y="19097"/>
                </a:lnTo>
                <a:lnTo>
                  <a:pt x="1460769" y="19607"/>
                </a:lnTo>
                <a:lnTo>
                  <a:pt x="1446924" y="20083"/>
                </a:lnTo>
                <a:lnTo>
                  <a:pt x="1433092" y="20523"/>
                </a:lnTo>
                <a:lnTo>
                  <a:pt x="1419273" y="20928"/>
                </a:lnTo>
                <a:lnTo>
                  <a:pt x="1405466" y="21297"/>
                </a:lnTo>
                <a:lnTo>
                  <a:pt x="1391670" y="21631"/>
                </a:lnTo>
                <a:lnTo>
                  <a:pt x="1377923" y="21929"/>
                </a:lnTo>
                <a:lnTo>
                  <a:pt x="1364269" y="22201"/>
                </a:lnTo>
                <a:lnTo>
                  <a:pt x="1350676" y="22459"/>
                </a:lnTo>
                <a:lnTo>
                  <a:pt x="1337098" y="22703"/>
                </a:lnTo>
                <a:lnTo>
                  <a:pt x="1323530" y="22933"/>
                </a:lnTo>
                <a:lnTo>
                  <a:pt x="1309967" y="23149"/>
                </a:lnTo>
                <a:lnTo>
                  <a:pt x="1296401" y="23351"/>
                </a:lnTo>
                <a:lnTo>
                  <a:pt x="1282829" y="23539"/>
                </a:lnTo>
                <a:lnTo>
                  <a:pt x="1269244" y="23715"/>
                </a:lnTo>
                <a:lnTo>
                  <a:pt x="1255643" y="23879"/>
                </a:lnTo>
                <a:lnTo>
                  <a:pt x="1242020" y="24033"/>
                </a:lnTo>
                <a:lnTo>
                  <a:pt x="1228370" y="24178"/>
                </a:lnTo>
                <a:lnTo>
                  <a:pt x="1214690" y="24315"/>
                </a:lnTo>
                <a:lnTo>
                  <a:pt x="1200975" y="24448"/>
                </a:lnTo>
                <a:lnTo>
                  <a:pt x="1187222" y="24577"/>
                </a:lnTo>
                <a:lnTo>
                  <a:pt x="1173427" y="24706"/>
                </a:lnTo>
                <a:lnTo>
                  <a:pt x="1159587" y="24836"/>
                </a:lnTo>
                <a:lnTo>
                  <a:pt x="1145698" y="24969"/>
                </a:lnTo>
                <a:lnTo>
                  <a:pt x="1131758" y="25110"/>
                </a:lnTo>
                <a:lnTo>
                  <a:pt x="1117764" y="25260"/>
                </a:lnTo>
                <a:lnTo>
                  <a:pt x="1103713" y="25422"/>
                </a:lnTo>
                <a:lnTo>
                  <a:pt x="1089604" y="25599"/>
                </a:lnTo>
                <a:lnTo>
                  <a:pt x="1075433" y="25794"/>
                </a:lnTo>
                <a:lnTo>
                  <a:pt x="1061200" y="26011"/>
                </a:lnTo>
                <a:lnTo>
                  <a:pt x="1046902" y="26251"/>
                </a:lnTo>
                <a:lnTo>
                  <a:pt x="1032537" y="26519"/>
                </a:lnTo>
                <a:lnTo>
                  <a:pt x="1018104" y="26818"/>
                </a:lnTo>
                <a:lnTo>
                  <a:pt x="1003602" y="27149"/>
                </a:lnTo>
                <a:lnTo>
                  <a:pt x="989028" y="27517"/>
                </a:lnTo>
                <a:lnTo>
                  <a:pt x="974383" y="27925"/>
                </a:lnTo>
                <a:lnTo>
                  <a:pt x="959664" y="28376"/>
                </a:lnTo>
                <a:lnTo>
                  <a:pt x="944870" y="28871"/>
                </a:lnTo>
                <a:lnTo>
                  <a:pt x="930000" y="29415"/>
                </a:lnTo>
                <a:lnTo>
                  <a:pt x="915053" y="30011"/>
                </a:lnTo>
                <a:lnTo>
                  <a:pt x="900028" y="30660"/>
                </a:lnTo>
                <a:lnTo>
                  <a:pt x="884923" y="31365"/>
                </a:lnTo>
                <a:lnTo>
                  <a:pt x="869737" y="32130"/>
                </a:lnTo>
                <a:lnTo>
                  <a:pt x="854468" y="32956"/>
                </a:lnTo>
                <a:lnTo>
                  <a:pt x="839117" y="33845"/>
                </a:lnTo>
                <a:lnTo>
                  <a:pt x="823680" y="34801"/>
                </a:lnTo>
                <a:lnTo>
                  <a:pt x="808156" y="35824"/>
                </a:lnTo>
                <a:lnTo>
                  <a:pt x="792544" y="36916"/>
                </a:lnTo>
                <a:lnTo>
                  <a:pt x="776843" y="38080"/>
                </a:lnTo>
                <a:lnTo>
                  <a:pt x="761049" y="39316"/>
                </a:lnTo>
                <a:lnTo>
                  <a:pt x="745162" y="40626"/>
                </a:lnTo>
                <a:lnTo>
                  <a:pt x="729178" y="42011"/>
                </a:lnTo>
                <a:lnTo>
                  <a:pt x="713097" y="43472"/>
                </a:lnTo>
                <a:lnTo>
                  <a:pt x="696930" y="45006"/>
                </a:lnTo>
                <a:lnTo>
                  <a:pt x="680497" y="46687"/>
                </a:lnTo>
                <a:lnTo>
                  <a:pt x="663611" y="48589"/>
                </a:lnTo>
                <a:lnTo>
                  <a:pt x="646287" y="50709"/>
                </a:lnTo>
                <a:lnTo>
                  <a:pt x="628555" y="53040"/>
                </a:lnTo>
                <a:lnTo>
                  <a:pt x="610445" y="55577"/>
                </a:lnTo>
                <a:lnTo>
                  <a:pt x="591985" y="58314"/>
                </a:lnTo>
                <a:lnTo>
                  <a:pt x="573206" y="61242"/>
                </a:lnTo>
                <a:lnTo>
                  <a:pt x="554137" y="64356"/>
                </a:lnTo>
                <a:lnTo>
                  <a:pt x="534805" y="67649"/>
                </a:lnTo>
                <a:lnTo>
                  <a:pt x="515240" y="71112"/>
                </a:lnTo>
                <a:lnTo>
                  <a:pt x="495470" y="74738"/>
                </a:lnTo>
                <a:lnTo>
                  <a:pt x="475524" y="78519"/>
                </a:lnTo>
                <a:lnTo>
                  <a:pt x="455428" y="82448"/>
                </a:lnTo>
                <a:lnTo>
                  <a:pt x="435213" y="86515"/>
                </a:lnTo>
                <a:lnTo>
                  <a:pt x="414904" y="90712"/>
                </a:lnTo>
                <a:lnTo>
                  <a:pt x="394531" y="95030"/>
                </a:lnTo>
                <a:lnTo>
                  <a:pt x="374120" y="99460"/>
                </a:lnTo>
                <a:lnTo>
                  <a:pt x="353700" y="103992"/>
                </a:lnTo>
                <a:lnTo>
                  <a:pt x="333298" y="108617"/>
                </a:lnTo>
                <a:lnTo>
                  <a:pt x="312940" y="113325"/>
                </a:lnTo>
                <a:lnTo>
                  <a:pt x="292656" y="118106"/>
                </a:lnTo>
                <a:lnTo>
                  <a:pt x="272471" y="122949"/>
                </a:lnTo>
                <a:lnTo>
                  <a:pt x="252413" y="127844"/>
                </a:lnTo>
                <a:lnTo>
                  <a:pt x="232509" y="132781"/>
                </a:lnTo>
                <a:lnTo>
                  <a:pt x="212787" y="137748"/>
                </a:lnTo>
                <a:lnTo>
                  <a:pt x="193272" y="142735"/>
                </a:lnTo>
                <a:lnTo>
                  <a:pt x="173992" y="147730"/>
                </a:lnTo>
                <a:lnTo>
                  <a:pt x="154974" y="152722"/>
                </a:lnTo>
                <a:lnTo>
                  <a:pt x="136245" y="157699"/>
                </a:lnTo>
                <a:lnTo>
                  <a:pt x="117831" y="162651"/>
                </a:lnTo>
                <a:lnTo>
                  <a:pt x="99759" y="167564"/>
                </a:lnTo>
                <a:lnTo>
                  <a:pt x="82056" y="172429"/>
                </a:lnTo>
                <a:lnTo>
                  <a:pt x="64748" y="177231"/>
                </a:lnTo>
                <a:lnTo>
                  <a:pt x="47862" y="181961"/>
                </a:lnTo>
                <a:lnTo>
                  <a:pt x="31424" y="186606"/>
                </a:lnTo>
                <a:lnTo>
                  <a:pt x="15461" y="191153"/>
                </a:lnTo>
                <a:lnTo>
                  <a:pt x="0" y="195591"/>
                </a:lnTo>
              </a:path>
            </a:pathLst>
          </a:custGeom>
          <a:noFill/>
          <a:ln w="8573">
            <a:solidFill>
              <a:srgbClr val="757575">
                <a:alpha val="60000"/>
              </a:srgbClr>
            </a:solidFill>
            <a:prstDash val="solid"/>
          </a:ln>
        </p:spPr>
      </p:sp>
      <p:sp>
        <p:nvSpPr>
          <p:cNvPr id="1083" name="PANEL_D-high_onshore_return-lane-1-direction-0-shaft_1394">
            <a:extLst>
              <a:ext uri="{FF2B5EF4-FFF2-40B4-BE49-F238E27FC236}">
                <a16:creationId xmlns:a16="http://schemas.microsoft.com/office/drawing/2014/main" id="{A6190C98-D2D1-454F-9862-46AFFA7181B9}"/>
              </a:ext>
            </a:extLst>
          </p:cNvPr>
          <p:cNvSpPr>
            <a:spLocks/>
          </p:cNvSpPr>
          <p:nvPr/>
        </p:nvSpPr>
        <p:spPr>
          <a:xfrm>
            <a:off x="13454261" y="3662000"/>
            <a:ext cx="104632" cy="5464"/>
          </a:xfrm>
          <a:custGeom>
            <a:pathLst>
              <a:path w="109850" h="5737">
                <a:moveTo>
                  <a:pt x="109850" y="0"/>
                </a:moveTo>
                <a:lnTo>
                  <a:pt x="0" y="5737"/>
                </a:lnTo>
              </a:path>
            </a:pathLst>
          </a:custGeom>
          <a:noFill/>
          <a:ln w="9525">
            <a:solidFill>
              <a:srgbClr val="757575">
                <a:alpha val="85000"/>
              </a:srgbClr>
            </a:solidFill>
            <a:prstDash val="solid"/>
          </a:ln>
        </p:spPr>
      </p:sp>
      <p:sp>
        <p:nvSpPr>
          <p:cNvPr id="1084" name="PANEL_D-high_onshore_return-lane-1-direction-0-head_1395">
            <a:extLst>
              <a:ext uri="{FF2B5EF4-FFF2-40B4-BE49-F238E27FC236}">
                <a16:creationId xmlns:a16="http://schemas.microsoft.com/office/drawing/2014/main" id="{755FF9F6-A774-4C06-ABA1-B913D4AEA27D}"/>
              </a:ext>
            </a:extLst>
          </p:cNvPr>
          <p:cNvSpPr>
            <a:spLocks/>
          </p:cNvSpPr>
          <p:nvPr/>
        </p:nvSpPr>
        <p:spPr>
          <a:xfrm>
            <a:off x="13435237" y="3645999"/>
            <a:ext cx="48603" cy="39951"/>
          </a:xfrm>
          <a:custGeom>
            <a:pathLst>
              <a:path w="51027" h="41943">
                <a:moveTo>
                  <a:pt x="0" y="23579"/>
                </a:moveTo>
                <a:lnTo>
                  <a:pt x="48837" y="0"/>
                </a:lnTo>
                <a:lnTo>
                  <a:pt x="51027" y="41943"/>
                </a:lnTo>
                <a:close/>
              </a:path>
            </a:pathLst>
          </a:custGeom>
          <a:solidFill>
            <a:srgbClr val="757575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086" name="PANEL_D-high_onshore_return-stream-2-run-0_1396">
            <a:extLst>
              <a:ext uri="{FF2B5EF4-FFF2-40B4-BE49-F238E27FC236}">
                <a16:creationId xmlns:a16="http://schemas.microsoft.com/office/drawing/2014/main" id="{8B06B5F3-1855-42B7-A800-136CFDEB9672}"/>
              </a:ext>
            </a:extLst>
          </p:cNvPr>
          <p:cNvSpPr>
            <a:spLocks/>
          </p:cNvSpPr>
          <p:nvPr/>
        </p:nvSpPr>
        <p:spPr>
          <a:xfrm>
            <a:off x="12560689" y="3538840"/>
            <a:ext cx="2468535" cy="263069"/>
          </a:xfrm>
          <a:custGeom>
            <a:pathLst>
              <a:path w="2591638" h="276188">
                <a:moveTo>
                  <a:pt x="2591638" y="166044"/>
                </a:moveTo>
                <a:lnTo>
                  <a:pt x="2579988" y="160805"/>
                </a:lnTo>
                <a:lnTo>
                  <a:pt x="2568014" y="155568"/>
                </a:lnTo>
                <a:lnTo>
                  <a:pt x="2555729" y="150343"/>
                </a:lnTo>
                <a:lnTo>
                  <a:pt x="2543149" y="145139"/>
                </a:lnTo>
                <a:lnTo>
                  <a:pt x="2530290" y="139967"/>
                </a:lnTo>
                <a:lnTo>
                  <a:pt x="2517166" y="134834"/>
                </a:lnTo>
                <a:lnTo>
                  <a:pt x="2503794" y="129749"/>
                </a:lnTo>
                <a:lnTo>
                  <a:pt x="2490189" y="124722"/>
                </a:lnTo>
                <a:lnTo>
                  <a:pt x="2476366" y="119759"/>
                </a:lnTo>
                <a:lnTo>
                  <a:pt x="2462342" y="114870"/>
                </a:lnTo>
                <a:lnTo>
                  <a:pt x="2448132" y="110061"/>
                </a:lnTo>
                <a:lnTo>
                  <a:pt x="2433752" y="105340"/>
                </a:lnTo>
                <a:lnTo>
                  <a:pt x="2419219" y="100714"/>
                </a:lnTo>
                <a:lnTo>
                  <a:pt x="2404549" y="96191"/>
                </a:lnTo>
                <a:lnTo>
                  <a:pt x="2389757" y="91777"/>
                </a:lnTo>
                <a:lnTo>
                  <a:pt x="2374861" y="87478"/>
                </a:lnTo>
                <a:lnTo>
                  <a:pt x="2359876" y="83302"/>
                </a:lnTo>
                <a:lnTo>
                  <a:pt x="2344819" y="79254"/>
                </a:lnTo>
                <a:lnTo>
                  <a:pt x="2329707" y="75340"/>
                </a:lnTo>
                <a:lnTo>
                  <a:pt x="2314556" y="71567"/>
                </a:lnTo>
                <a:lnTo>
                  <a:pt x="2299383" y="67939"/>
                </a:lnTo>
                <a:lnTo>
                  <a:pt x="2284204" y="64463"/>
                </a:lnTo>
                <a:lnTo>
                  <a:pt x="2269036" y="61143"/>
                </a:lnTo>
                <a:lnTo>
                  <a:pt x="2253895" y="57986"/>
                </a:lnTo>
                <a:lnTo>
                  <a:pt x="2238798" y="54996"/>
                </a:lnTo>
                <a:lnTo>
                  <a:pt x="2223762" y="52178"/>
                </a:lnTo>
                <a:lnTo>
                  <a:pt x="2208802" y="49538"/>
                </a:lnTo>
                <a:lnTo>
                  <a:pt x="2193936" y="47081"/>
                </a:lnTo>
                <a:lnTo>
                  <a:pt x="2179179" y="44811"/>
                </a:lnTo>
                <a:lnTo>
                  <a:pt x="2164547" y="42734"/>
                </a:lnTo>
                <a:lnTo>
                  <a:pt x="2150057" y="40854"/>
                </a:lnTo>
                <a:lnTo>
                  <a:pt x="2135725" y="39176"/>
                </a:lnTo>
                <a:lnTo>
                  <a:pt x="2121653" y="37723"/>
                </a:lnTo>
                <a:lnTo>
                  <a:pt x="2107826" y="36437"/>
                </a:lnTo>
                <a:lnTo>
                  <a:pt x="2094040" y="35224"/>
                </a:lnTo>
                <a:lnTo>
                  <a:pt x="2080213" y="34065"/>
                </a:lnTo>
                <a:lnTo>
                  <a:pt x="2066348" y="32956"/>
                </a:lnTo>
                <a:lnTo>
                  <a:pt x="2052445" y="31892"/>
                </a:lnTo>
                <a:lnTo>
                  <a:pt x="2038508" y="30871"/>
                </a:lnTo>
                <a:lnTo>
                  <a:pt x="2024537" y="29887"/>
                </a:lnTo>
                <a:lnTo>
                  <a:pt x="2010535" y="28938"/>
                </a:lnTo>
                <a:lnTo>
                  <a:pt x="1996504" y="28020"/>
                </a:lnTo>
                <a:lnTo>
                  <a:pt x="1982445" y="27129"/>
                </a:lnTo>
                <a:lnTo>
                  <a:pt x="1968359" y="26263"/>
                </a:lnTo>
                <a:lnTo>
                  <a:pt x="1954249" y="25418"/>
                </a:lnTo>
                <a:lnTo>
                  <a:pt x="1940115" y="24590"/>
                </a:lnTo>
                <a:lnTo>
                  <a:pt x="1925959" y="23779"/>
                </a:lnTo>
                <a:lnTo>
                  <a:pt x="1911783" y="22980"/>
                </a:lnTo>
                <a:lnTo>
                  <a:pt x="1897586" y="22191"/>
                </a:lnTo>
                <a:lnTo>
                  <a:pt x="1883371" y="21411"/>
                </a:lnTo>
                <a:lnTo>
                  <a:pt x="1869138" y="20637"/>
                </a:lnTo>
                <a:lnTo>
                  <a:pt x="1854888" y="19867"/>
                </a:lnTo>
                <a:lnTo>
                  <a:pt x="1840622" y="19101"/>
                </a:lnTo>
                <a:lnTo>
                  <a:pt x="1826342" y="18336"/>
                </a:lnTo>
                <a:lnTo>
                  <a:pt x="1812047" y="17572"/>
                </a:lnTo>
                <a:lnTo>
                  <a:pt x="1797739" y="16809"/>
                </a:lnTo>
                <a:lnTo>
                  <a:pt x="1783417" y="16044"/>
                </a:lnTo>
                <a:lnTo>
                  <a:pt x="1769084" y="15279"/>
                </a:lnTo>
                <a:lnTo>
                  <a:pt x="1754738" y="14513"/>
                </a:lnTo>
                <a:lnTo>
                  <a:pt x="1740382" y="13746"/>
                </a:lnTo>
                <a:lnTo>
                  <a:pt x="1726015" y="12979"/>
                </a:lnTo>
                <a:lnTo>
                  <a:pt x="1711637" y="12212"/>
                </a:lnTo>
                <a:lnTo>
                  <a:pt x="1697250" y="11447"/>
                </a:lnTo>
                <a:lnTo>
                  <a:pt x="1682854" y="10685"/>
                </a:lnTo>
                <a:lnTo>
                  <a:pt x="1668449" y="9927"/>
                </a:lnTo>
                <a:lnTo>
                  <a:pt x="1654036" y="9175"/>
                </a:lnTo>
                <a:lnTo>
                  <a:pt x="1639614" y="8430"/>
                </a:lnTo>
                <a:lnTo>
                  <a:pt x="1625186" y="7696"/>
                </a:lnTo>
                <a:lnTo>
                  <a:pt x="1610750" y="6974"/>
                </a:lnTo>
                <a:lnTo>
                  <a:pt x="1596308" y="6267"/>
                </a:lnTo>
                <a:lnTo>
                  <a:pt x="1581860" y="5577"/>
                </a:lnTo>
                <a:lnTo>
                  <a:pt x="1567406" y="4909"/>
                </a:lnTo>
                <a:lnTo>
                  <a:pt x="1552948" y="4264"/>
                </a:lnTo>
                <a:lnTo>
                  <a:pt x="1538485" y="3647"/>
                </a:lnTo>
                <a:lnTo>
                  <a:pt x="1524018" y="3061"/>
                </a:lnTo>
                <a:lnTo>
                  <a:pt x="1509549" y="2510"/>
                </a:lnTo>
                <a:lnTo>
                  <a:pt x="1495077" y="1997"/>
                </a:lnTo>
                <a:lnTo>
                  <a:pt x="1480605" y="1527"/>
                </a:lnTo>
                <a:lnTo>
                  <a:pt x="1466131" y="1103"/>
                </a:lnTo>
                <a:lnTo>
                  <a:pt x="1451644" y="731"/>
                </a:lnTo>
                <a:lnTo>
                  <a:pt x="1437147" y="426"/>
                </a:lnTo>
                <a:lnTo>
                  <a:pt x="1422668" y="201"/>
                </a:lnTo>
                <a:lnTo>
                  <a:pt x="1408217" y="59"/>
                </a:lnTo>
                <a:lnTo>
                  <a:pt x="1393794" y="0"/>
                </a:lnTo>
                <a:lnTo>
                  <a:pt x="1379393" y="27"/>
                </a:lnTo>
                <a:lnTo>
                  <a:pt x="1365014" y="140"/>
                </a:lnTo>
                <a:lnTo>
                  <a:pt x="1350653" y="343"/>
                </a:lnTo>
                <a:lnTo>
                  <a:pt x="1336308" y="637"/>
                </a:lnTo>
                <a:lnTo>
                  <a:pt x="1321976" y="1023"/>
                </a:lnTo>
                <a:lnTo>
                  <a:pt x="1307655" y="1503"/>
                </a:lnTo>
                <a:lnTo>
                  <a:pt x="1293343" y="2079"/>
                </a:lnTo>
                <a:lnTo>
                  <a:pt x="1279038" y="2753"/>
                </a:lnTo>
                <a:lnTo>
                  <a:pt x="1264737" y="3524"/>
                </a:lnTo>
                <a:lnTo>
                  <a:pt x="1250439" y="4396"/>
                </a:lnTo>
                <a:lnTo>
                  <a:pt x="1236141" y="5369"/>
                </a:lnTo>
                <a:lnTo>
                  <a:pt x="1221842" y="6445"/>
                </a:lnTo>
                <a:lnTo>
                  <a:pt x="1207540" y="7623"/>
                </a:lnTo>
                <a:lnTo>
                  <a:pt x="1193232" y="8905"/>
                </a:lnTo>
                <a:lnTo>
                  <a:pt x="1178916" y="10292"/>
                </a:lnTo>
                <a:lnTo>
                  <a:pt x="1164591" y="11784"/>
                </a:lnTo>
                <a:lnTo>
                  <a:pt x="1150254" y="13381"/>
                </a:lnTo>
                <a:lnTo>
                  <a:pt x="1135903" y="15084"/>
                </a:lnTo>
                <a:lnTo>
                  <a:pt x="1121536" y="16891"/>
                </a:lnTo>
                <a:lnTo>
                  <a:pt x="1107150" y="18804"/>
                </a:lnTo>
                <a:lnTo>
                  <a:pt x="1092744" y="20822"/>
                </a:lnTo>
                <a:lnTo>
                  <a:pt x="1078314" y="22944"/>
                </a:lnTo>
                <a:lnTo>
                  <a:pt x="1063858" y="25168"/>
                </a:lnTo>
                <a:lnTo>
                  <a:pt x="1049373" y="27495"/>
                </a:lnTo>
                <a:lnTo>
                  <a:pt x="1034856" y="29923"/>
                </a:lnTo>
                <a:lnTo>
                  <a:pt x="1020306" y="32451"/>
                </a:lnTo>
                <a:lnTo>
                  <a:pt x="1005717" y="35076"/>
                </a:lnTo>
                <a:lnTo>
                  <a:pt x="991088" y="37797"/>
                </a:lnTo>
                <a:lnTo>
                  <a:pt x="976415" y="40612"/>
                </a:lnTo>
                <a:lnTo>
                  <a:pt x="961695" y="43518"/>
                </a:lnTo>
                <a:lnTo>
                  <a:pt x="946923" y="46513"/>
                </a:lnTo>
                <a:lnTo>
                  <a:pt x="932097" y="49595"/>
                </a:lnTo>
                <a:lnTo>
                  <a:pt x="917213" y="52760"/>
                </a:lnTo>
                <a:lnTo>
                  <a:pt x="902266" y="56006"/>
                </a:lnTo>
                <a:lnTo>
                  <a:pt x="887253" y="59328"/>
                </a:lnTo>
                <a:lnTo>
                  <a:pt x="872170" y="62724"/>
                </a:lnTo>
                <a:lnTo>
                  <a:pt x="857012" y="66189"/>
                </a:lnTo>
                <a:lnTo>
                  <a:pt x="841775" y="69720"/>
                </a:lnTo>
                <a:lnTo>
                  <a:pt x="826455" y="73313"/>
                </a:lnTo>
                <a:lnTo>
                  <a:pt x="811047" y="76963"/>
                </a:lnTo>
                <a:lnTo>
                  <a:pt x="795547" y="80665"/>
                </a:lnTo>
                <a:lnTo>
                  <a:pt x="779950" y="84416"/>
                </a:lnTo>
                <a:lnTo>
                  <a:pt x="764197" y="88220"/>
                </a:lnTo>
                <a:lnTo>
                  <a:pt x="748050" y="92155"/>
                </a:lnTo>
                <a:lnTo>
                  <a:pt x="731405" y="96275"/>
                </a:lnTo>
                <a:lnTo>
                  <a:pt x="714342" y="100558"/>
                </a:lnTo>
                <a:lnTo>
                  <a:pt x="696884" y="104994"/>
                </a:lnTo>
                <a:lnTo>
                  <a:pt x="679058" y="109572"/>
                </a:lnTo>
                <a:lnTo>
                  <a:pt x="660889" y="114280"/>
                </a:lnTo>
                <a:lnTo>
                  <a:pt x="642403" y="119108"/>
                </a:lnTo>
                <a:lnTo>
                  <a:pt x="623625" y="124045"/>
                </a:lnTo>
                <a:lnTo>
                  <a:pt x="604581" y="129078"/>
                </a:lnTo>
                <a:lnTo>
                  <a:pt x="585297" y="134196"/>
                </a:lnTo>
                <a:lnTo>
                  <a:pt x="565799" y="139389"/>
                </a:lnTo>
                <a:lnTo>
                  <a:pt x="546113" y="144644"/>
                </a:lnTo>
                <a:lnTo>
                  <a:pt x="526266" y="149949"/>
                </a:lnTo>
                <a:lnTo>
                  <a:pt x="506284" y="155294"/>
                </a:lnTo>
                <a:lnTo>
                  <a:pt x="486193" y="160666"/>
                </a:lnTo>
                <a:lnTo>
                  <a:pt x="466019" y="166054"/>
                </a:lnTo>
                <a:lnTo>
                  <a:pt x="445788" y="171447"/>
                </a:lnTo>
                <a:lnTo>
                  <a:pt x="425528" y="176832"/>
                </a:lnTo>
                <a:lnTo>
                  <a:pt x="405264" y="182200"/>
                </a:lnTo>
                <a:lnTo>
                  <a:pt x="385024" y="187537"/>
                </a:lnTo>
                <a:lnTo>
                  <a:pt x="364833" y="192833"/>
                </a:lnTo>
                <a:lnTo>
                  <a:pt x="344719" y="198077"/>
                </a:lnTo>
                <a:lnTo>
                  <a:pt x="324707" y="203257"/>
                </a:lnTo>
                <a:lnTo>
                  <a:pt x="304825" y="208364"/>
                </a:lnTo>
                <a:lnTo>
                  <a:pt x="285100" y="213385"/>
                </a:lnTo>
                <a:lnTo>
                  <a:pt x="265558" y="218311"/>
                </a:lnTo>
                <a:lnTo>
                  <a:pt x="246226" y="223130"/>
                </a:lnTo>
                <a:lnTo>
                  <a:pt x="227131" y="227834"/>
                </a:lnTo>
                <a:lnTo>
                  <a:pt x="208301" y="232410"/>
                </a:lnTo>
                <a:lnTo>
                  <a:pt x="189762" y="236850"/>
                </a:lnTo>
                <a:lnTo>
                  <a:pt x="171541" y="241145"/>
                </a:lnTo>
                <a:lnTo>
                  <a:pt x="153665" y="245283"/>
                </a:lnTo>
                <a:lnTo>
                  <a:pt x="136163" y="249257"/>
                </a:lnTo>
                <a:lnTo>
                  <a:pt x="119062" y="253057"/>
                </a:lnTo>
                <a:lnTo>
                  <a:pt x="102388" y="256674"/>
                </a:lnTo>
                <a:lnTo>
                  <a:pt x="86170" y="260100"/>
                </a:lnTo>
                <a:lnTo>
                  <a:pt x="70435" y="263326"/>
                </a:lnTo>
                <a:lnTo>
                  <a:pt x="55212" y="266345"/>
                </a:lnTo>
                <a:lnTo>
                  <a:pt x="40529" y="269147"/>
                </a:lnTo>
                <a:lnTo>
                  <a:pt x="26413" y="271727"/>
                </a:lnTo>
                <a:lnTo>
                  <a:pt x="12894" y="274076"/>
                </a:lnTo>
                <a:lnTo>
                  <a:pt x="0" y="276188"/>
                </a:lnTo>
              </a:path>
            </a:pathLst>
          </a:custGeom>
          <a:noFill/>
          <a:ln w="11430">
            <a:solidFill>
              <a:srgbClr val="757575">
                <a:alpha val="87000"/>
              </a:srgbClr>
            </a:solidFill>
            <a:prstDash val="solid"/>
          </a:ln>
        </p:spPr>
      </p:sp>
      <p:sp>
        <p:nvSpPr>
          <p:cNvPr id="1088" name="PANEL_D-high_onshore_return-lane-2-direction-0-shaft_1397">
            <a:extLst>
              <a:ext uri="{FF2B5EF4-FFF2-40B4-BE49-F238E27FC236}">
                <a16:creationId xmlns:a16="http://schemas.microsoft.com/office/drawing/2014/main" id="{01953D8C-3D2E-4B71-8FE7-813E22FA7AAA}"/>
              </a:ext>
            </a:extLst>
          </p:cNvPr>
          <p:cNvSpPr>
            <a:spLocks/>
          </p:cNvSpPr>
          <p:nvPr/>
        </p:nvSpPr>
        <p:spPr>
          <a:xfrm>
            <a:off x="13769459" y="3536656"/>
            <a:ext cx="104642" cy="5287"/>
          </a:xfrm>
          <a:custGeom>
            <a:pathLst>
              <a:path w="109860" h="5550">
                <a:moveTo>
                  <a:pt x="109860" y="0"/>
                </a:moveTo>
                <a:lnTo>
                  <a:pt x="0" y="5550"/>
                </a:lnTo>
              </a:path>
            </a:pathLst>
          </a:custGeom>
          <a:noFill/>
          <a:ln w="9525">
            <a:solidFill>
              <a:srgbClr val="757575">
                <a:alpha val="85000"/>
              </a:srgbClr>
            </a:solidFill>
            <a:prstDash val="solid"/>
          </a:ln>
        </p:spPr>
      </p:sp>
      <p:sp>
        <p:nvSpPr>
          <p:cNvPr id="1089" name="PANEL_D-high_onshore_return-lane-2-direction-0-head_1398">
            <a:extLst>
              <a:ext uri="{FF2B5EF4-FFF2-40B4-BE49-F238E27FC236}">
                <a16:creationId xmlns:a16="http://schemas.microsoft.com/office/drawing/2014/main" id="{0560AD5A-F398-484B-B4B6-BE27BFC1502D}"/>
              </a:ext>
            </a:extLst>
          </p:cNvPr>
          <p:cNvSpPr>
            <a:spLocks/>
          </p:cNvSpPr>
          <p:nvPr/>
        </p:nvSpPr>
        <p:spPr>
          <a:xfrm>
            <a:off x="13750434" y="3520524"/>
            <a:ext cx="48574" cy="39954"/>
          </a:xfrm>
          <a:custGeom>
            <a:pathLst>
              <a:path w="50996" h="41947">
                <a:moveTo>
                  <a:pt x="0" y="23496"/>
                </a:moveTo>
                <a:lnTo>
                  <a:pt x="48877" y="0"/>
                </a:lnTo>
                <a:lnTo>
                  <a:pt x="50996" y="41947"/>
                </a:lnTo>
                <a:close/>
              </a:path>
            </a:pathLst>
          </a:custGeom>
          <a:solidFill>
            <a:srgbClr val="757575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091" name="PANEL_D-high_onshore_return-stream-3-run-0_1399">
            <a:extLst>
              <a:ext uri="{FF2B5EF4-FFF2-40B4-BE49-F238E27FC236}">
                <a16:creationId xmlns:a16="http://schemas.microsoft.com/office/drawing/2014/main" id="{F9847CA3-8A3C-4535-BDEB-01D0750325DC}"/>
              </a:ext>
            </a:extLst>
          </p:cNvPr>
          <p:cNvSpPr>
            <a:spLocks/>
          </p:cNvSpPr>
          <p:nvPr/>
        </p:nvSpPr>
        <p:spPr>
          <a:xfrm>
            <a:off x="12498503" y="3392891"/>
            <a:ext cx="2468253" cy="369055"/>
          </a:xfrm>
          <a:custGeom>
            <a:pathLst>
              <a:path w="2591342" h="387460">
                <a:moveTo>
                  <a:pt x="2591342" y="217530"/>
                </a:moveTo>
                <a:lnTo>
                  <a:pt x="2577985" y="211317"/>
                </a:lnTo>
                <a:lnTo>
                  <a:pt x="2564409" y="205114"/>
                </a:lnTo>
                <a:lnTo>
                  <a:pt x="2550628" y="198926"/>
                </a:lnTo>
                <a:lnTo>
                  <a:pt x="2536658" y="192761"/>
                </a:lnTo>
                <a:lnTo>
                  <a:pt x="2522513" y="186626"/>
                </a:lnTo>
                <a:lnTo>
                  <a:pt x="2508207" y="180526"/>
                </a:lnTo>
                <a:lnTo>
                  <a:pt x="2493756" y="174469"/>
                </a:lnTo>
                <a:lnTo>
                  <a:pt x="2479171" y="168461"/>
                </a:lnTo>
                <a:lnTo>
                  <a:pt x="2464469" y="162508"/>
                </a:lnTo>
                <a:lnTo>
                  <a:pt x="2449662" y="156618"/>
                </a:lnTo>
                <a:lnTo>
                  <a:pt x="2434763" y="150796"/>
                </a:lnTo>
                <a:lnTo>
                  <a:pt x="2419785" y="145050"/>
                </a:lnTo>
                <a:lnTo>
                  <a:pt x="2404741" y="139386"/>
                </a:lnTo>
                <a:lnTo>
                  <a:pt x="2389644" y="133811"/>
                </a:lnTo>
                <a:lnTo>
                  <a:pt x="2374504" y="128332"/>
                </a:lnTo>
                <a:lnTo>
                  <a:pt x="2359333" y="122956"/>
                </a:lnTo>
                <a:lnTo>
                  <a:pt x="2344141" y="117690"/>
                </a:lnTo>
                <a:lnTo>
                  <a:pt x="2328940" y="112542"/>
                </a:lnTo>
                <a:lnTo>
                  <a:pt x="2313737" y="107520"/>
                </a:lnTo>
                <a:lnTo>
                  <a:pt x="2298542" y="102630"/>
                </a:lnTo>
                <a:lnTo>
                  <a:pt x="2283363" y="97881"/>
                </a:lnTo>
                <a:lnTo>
                  <a:pt x="2268205" y="93281"/>
                </a:lnTo>
                <a:lnTo>
                  <a:pt x="2253076" y="88839"/>
                </a:lnTo>
                <a:lnTo>
                  <a:pt x="2237978" y="84565"/>
                </a:lnTo>
                <a:lnTo>
                  <a:pt x="2222915" y="80466"/>
                </a:lnTo>
                <a:lnTo>
                  <a:pt x="2208192" y="76611"/>
                </a:lnTo>
                <a:lnTo>
                  <a:pt x="2194056" y="72991"/>
                </a:lnTo>
                <a:lnTo>
                  <a:pt x="2180149" y="69484"/>
                </a:lnTo>
                <a:lnTo>
                  <a:pt x="2166181" y="66035"/>
                </a:lnTo>
                <a:lnTo>
                  <a:pt x="2152153" y="62647"/>
                </a:lnTo>
                <a:lnTo>
                  <a:pt x="2138067" y="59320"/>
                </a:lnTo>
                <a:lnTo>
                  <a:pt x="2123922" y="56056"/>
                </a:lnTo>
                <a:lnTo>
                  <a:pt x="2109721" y="52856"/>
                </a:lnTo>
                <a:lnTo>
                  <a:pt x="2095465" y="49722"/>
                </a:lnTo>
                <a:lnTo>
                  <a:pt x="2081155" y="46656"/>
                </a:lnTo>
                <a:lnTo>
                  <a:pt x="2066792" y="43660"/>
                </a:lnTo>
                <a:lnTo>
                  <a:pt x="2052377" y="40736"/>
                </a:lnTo>
                <a:lnTo>
                  <a:pt x="2037912" y="37886"/>
                </a:lnTo>
                <a:lnTo>
                  <a:pt x="2023397" y="35114"/>
                </a:lnTo>
                <a:lnTo>
                  <a:pt x="2008834" y="32422"/>
                </a:lnTo>
                <a:lnTo>
                  <a:pt x="1994225" y="29812"/>
                </a:lnTo>
                <a:lnTo>
                  <a:pt x="1979569" y="27288"/>
                </a:lnTo>
                <a:lnTo>
                  <a:pt x="1964870" y="24853"/>
                </a:lnTo>
                <a:lnTo>
                  <a:pt x="1950127" y="22509"/>
                </a:lnTo>
                <a:lnTo>
                  <a:pt x="1935343" y="20260"/>
                </a:lnTo>
                <a:lnTo>
                  <a:pt x="1920518" y="18110"/>
                </a:lnTo>
                <a:lnTo>
                  <a:pt x="1905654" y="16062"/>
                </a:lnTo>
                <a:lnTo>
                  <a:pt x="1890753" y="14119"/>
                </a:lnTo>
                <a:lnTo>
                  <a:pt x="1875816" y="12285"/>
                </a:lnTo>
                <a:lnTo>
                  <a:pt x="1860845" y="10563"/>
                </a:lnTo>
                <a:lnTo>
                  <a:pt x="1845841" y="8958"/>
                </a:lnTo>
                <a:lnTo>
                  <a:pt x="1830806" y="7472"/>
                </a:lnTo>
                <a:lnTo>
                  <a:pt x="1815741" y="6110"/>
                </a:lnTo>
                <a:lnTo>
                  <a:pt x="1800650" y="4875"/>
                </a:lnTo>
                <a:lnTo>
                  <a:pt x="1785532" y="3771"/>
                </a:lnTo>
                <a:lnTo>
                  <a:pt x="1770391" y="2801"/>
                </a:lnTo>
                <a:lnTo>
                  <a:pt x="1755228" y="1970"/>
                </a:lnTo>
                <a:lnTo>
                  <a:pt x="1740046" y="1279"/>
                </a:lnTo>
                <a:lnTo>
                  <a:pt x="1724846" y="734"/>
                </a:lnTo>
                <a:lnTo>
                  <a:pt x="1709631" y="337"/>
                </a:lnTo>
                <a:lnTo>
                  <a:pt x="1694403" y="91"/>
                </a:lnTo>
                <a:lnTo>
                  <a:pt x="1679165" y="0"/>
                </a:lnTo>
                <a:lnTo>
                  <a:pt x="1663918" y="67"/>
                </a:lnTo>
                <a:lnTo>
                  <a:pt x="1648665" y="294"/>
                </a:lnTo>
                <a:lnTo>
                  <a:pt x="1633409" y="684"/>
                </a:lnTo>
                <a:lnTo>
                  <a:pt x="1618153" y="1240"/>
                </a:lnTo>
                <a:lnTo>
                  <a:pt x="1602898" y="1964"/>
                </a:lnTo>
                <a:lnTo>
                  <a:pt x="1587648" y="2859"/>
                </a:lnTo>
                <a:lnTo>
                  <a:pt x="1572406" y="3925"/>
                </a:lnTo>
                <a:lnTo>
                  <a:pt x="1557174" y="5166"/>
                </a:lnTo>
                <a:lnTo>
                  <a:pt x="1541956" y="6583"/>
                </a:lnTo>
                <a:lnTo>
                  <a:pt x="1526753" y="8177"/>
                </a:lnTo>
                <a:lnTo>
                  <a:pt x="1511499" y="9952"/>
                </a:lnTo>
                <a:lnTo>
                  <a:pt x="1496150" y="11923"/>
                </a:lnTo>
                <a:lnTo>
                  <a:pt x="1480810" y="14099"/>
                </a:lnTo>
                <a:lnTo>
                  <a:pt x="1465555" y="16473"/>
                </a:lnTo>
                <a:lnTo>
                  <a:pt x="1450386" y="19043"/>
                </a:lnTo>
                <a:lnTo>
                  <a:pt x="1435300" y="21804"/>
                </a:lnTo>
                <a:lnTo>
                  <a:pt x="1420295" y="24754"/>
                </a:lnTo>
                <a:lnTo>
                  <a:pt x="1405372" y="27888"/>
                </a:lnTo>
                <a:lnTo>
                  <a:pt x="1390527" y="31202"/>
                </a:lnTo>
                <a:lnTo>
                  <a:pt x="1375758" y="34692"/>
                </a:lnTo>
                <a:lnTo>
                  <a:pt x="1361064" y="38352"/>
                </a:lnTo>
                <a:lnTo>
                  <a:pt x="1346442" y="42178"/>
                </a:lnTo>
                <a:lnTo>
                  <a:pt x="1331889" y="46164"/>
                </a:lnTo>
                <a:lnTo>
                  <a:pt x="1317402" y="50306"/>
                </a:lnTo>
                <a:lnTo>
                  <a:pt x="1302977" y="54597"/>
                </a:lnTo>
                <a:lnTo>
                  <a:pt x="1288611" y="59032"/>
                </a:lnTo>
                <a:lnTo>
                  <a:pt x="1274301" y="63605"/>
                </a:lnTo>
                <a:lnTo>
                  <a:pt x="1260042" y="68309"/>
                </a:lnTo>
                <a:lnTo>
                  <a:pt x="1245829" y="73139"/>
                </a:lnTo>
                <a:lnTo>
                  <a:pt x="1231659" y="78088"/>
                </a:lnTo>
                <a:lnTo>
                  <a:pt x="1217527" y="83148"/>
                </a:lnTo>
                <a:lnTo>
                  <a:pt x="1203426" y="88314"/>
                </a:lnTo>
                <a:lnTo>
                  <a:pt x="1189353" y="93579"/>
                </a:lnTo>
                <a:lnTo>
                  <a:pt x="1175302" y="98935"/>
                </a:lnTo>
                <a:lnTo>
                  <a:pt x="1161266" y="104375"/>
                </a:lnTo>
                <a:lnTo>
                  <a:pt x="1147241" y="109892"/>
                </a:lnTo>
                <a:lnTo>
                  <a:pt x="1133220" y="115479"/>
                </a:lnTo>
                <a:lnTo>
                  <a:pt x="1119197" y="121128"/>
                </a:lnTo>
                <a:lnTo>
                  <a:pt x="1105167" y="126832"/>
                </a:lnTo>
                <a:lnTo>
                  <a:pt x="1091122" y="132583"/>
                </a:lnTo>
                <a:lnTo>
                  <a:pt x="1077056" y="138374"/>
                </a:lnTo>
                <a:lnTo>
                  <a:pt x="1062962" y="144196"/>
                </a:lnTo>
                <a:lnTo>
                  <a:pt x="1048835" y="150043"/>
                </a:lnTo>
                <a:lnTo>
                  <a:pt x="1034667" y="155906"/>
                </a:lnTo>
                <a:lnTo>
                  <a:pt x="1020452" y="161777"/>
                </a:lnTo>
                <a:lnTo>
                  <a:pt x="1006183" y="167650"/>
                </a:lnTo>
                <a:lnTo>
                  <a:pt x="991854" y="173515"/>
                </a:lnTo>
                <a:lnTo>
                  <a:pt x="977458" y="179366"/>
                </a:lnTo>
                <a:lnTo>
                  <a:pt x="962988" y="185195"/>
                </a:lnTo>
                <a:lnTo>
                  <a:pt x="948438" y="190994"/>
                </a:lnTo>
                <a:lnTo>
                  <a:pt x="933802" y="196755"/>
                </a:lnTo>
                <a:lnTo>
                  <a:pt x="919073" y="202471"/>
                </a:lnTo>
                <a:lnTo>
                  <a:pt x="904245" y="208134"/>
                </a:lnTo>
                <a:lnTo>
                  <a:pt x="889312" y="213737"/>
                </a:lnTo>
                <a:lnTo>
                  <a:pt x="874268" y="219273"/>
                </a:lnTo>
                <a:lnTo>
                  <a:pt x="859107" y="224734"/>
                </a:lnTo>
                <a:lnTo>
                  <a:pt x="843824" y="230114"/>
                </a:lnTo>
                <a:lnTo>
                  <a:pt x="828350" y="235417"/>
                </a:lnTo>
                <a:lnTo>
                  <a:pt x="812449" y="240719"/>
                </a:lnTo>
                <a:lnTo>
                  <a:pt x="796027" y="246070"/>
                </a:lnTo>
                <a:lnTo>
                  <a:pt x="779168" y="251446"/>
                </a:lnTo>
                <a:lnTo>
                  <a:pt x="761895" y="256837"/>
                </a:lnTo>
                <a:lnTo>
                  <a:pt x="744231" y="262232"/>
                </a:lnTo>
                <a:lnTo>
                  <a:pt x="726199" y="267619"/>
                </a:lnTo>
                <a:lnTo>
                  <a:pt x="707824" y="272989"/>
                </a:lnTo>
                <a:lnTo>
                  <a:pt x="689132" y="278330"/>
                </a:lnTo>
                <a:lnTo>
                  <a:pt x="670146" y="283632"/>
                </a:lnTo>
                <a:lnTo>
                  <a:pt x="650893" y="288886"/>
                </a:lnTo>
                <a:lnTo>
                  <a:pt x="631398" y="294082"/>
                </a:lnTo>
                <a:lnTo>
                  <a:pt x="611688" y="299210"/>
                </a:lnTo>
                <a:lnTo>
                  <a:pt x="591787" y="304261"/>
                </a:lnTo>
                <a:lnTo>
                  <a:pt x="571724" y="309227"/>
                </a:lnTo>
                <a:lnTo>
                  <a:pt x="551524" y="314098"/>
                </a:lnTo>
                <a:lnTo>
                  <a:pt x="531214" y="318867"/>
                </a:lnTo>
                <a:lnTo>
                  <a:pt x="510821" y="323526"/>
                </a:lnTo>
                <a:lnTo>
                  <a:pt x="490372" y="328067"/>
                </a:lnTo>
                <a:lnTo>
                  <a:pt x="469895" y="332482"/>
                </a:lnTo>
                <a:lnTo>
                  <a:pt x="449416" y="336766"/>
                </a:lnTo>
                <a:lnTo>
                  <a:pt x="428964" y="340910"/>
                </a:lnTo>
                <a:lnTo>
                  <a:pt x="408566" y="344909"/>
                </a:lnTo>
                <a:lnTo>
                  <a:pt x="388249" y="348758"/>
                </a:lnTo>
                <a:lnTo>
                  <a:pt x="368043" y="352449"/>
                </a:lnTo>
                <a:lnTo>
                  <a:pt x="347974" y="355979"/>
                </a:lnTo>
                <a:lnTo>
                  <a:pt x="328071" y="359341"/>
                </a:lnTo>
                <a:lnTo>
                  <a:pt x="308362" y="362532"/>
                </a:lnTo>
                <a:lnTo>
                  <a:pt x="288877" y="365546"/>
                </a:lnTo>
                <a:lnTo>
                  <a:pt x="269642" y="368380"/>
                </a:lnTo>
                <a:lnTo>
                  <a:pt x="250688" y="371031"/>
                </a:lnTo>
                <a:lnTo>
                  <a:pt x="232042" y="373493"/>
                </a:lnTo>
                <a:lnTo>
                  <a:pt x="213735" y="375765"/>
                </a:lnTo>
                <a:lnTo>
                  <a:pt x="195795" y="377843"/>
                </a:lnTo>
                <a:lnTo>
                  <a:pt x="178251" y="379724"/>
                </a:lnTo>
                <a:lnTo>
                  <a:pt x="161133" y="381406"/>
                </a:lnTo>
                <a:lnTo>
                  <a:pt x="144470" y="382887"/>
                </a:lnTo>
                <a:lnTo>
                  <a:pt x="128293" y="384165"/>
                </a:lnTo>
                <a:lnTo>
                  <a:pt x="112632" y="385237"/>
                </a:lnTo>
                <a:lnTo>
                  <a:pt x="97516" y="386102"/>
                </a:lnTo>
                <a:lnTo>
                  <a:pt x="82977" y="386758"/>
                </a:lnTo>
                <a:lnTo>
                  <a:pt x="69047" y="387204"/>
                </a:lnTo>
                <a:lnTo>
                  <a:pt x="55756" y="387439"/>
                </a:lnTo>
                <a:lnTo>
                  <a:pt x="43138" y="387460"/>
                </a:lnTo>
                <a:lnTo>
                  <a:pt x="31226" y="387266"/>
                </a:lnTo>
                <a:lnTo>
                  <a:pt x="20056" y="386855"/>
                </a:lnTo>
                <a:lnTo>
                  <a:pt x="9666" y="386226"/>
                </a:lnTo>
                <a:lnTo>
                  <a:pt x="0" y="385395"/>
                </a:lnTo>
              </a:path>
            </a:pathLst>
          </a:custGeom>
          <a:noFill/>
          <a:ln w="8573">
            <a:solidFill>
              <a:srgbClr val="757575">
                <a:alpha val="60000"/>
              </a:srgbClr>
            </a:solidFill>
            <a:prstDash val="solid"/>
          </a:ln>
        </p:spPr>
      </p:sp>
      <p:sp>
        <p:nvSpPr>
          <p:cNvPr id="1093" name="PANEL_D-high_onshore_return-lane-3-direction-0-shaft_1400">
            <a:extLst>
              <a:ext uri="{FF2B5EF4-FFF2-40B4-BE49-F238E27FC236}">
                <a16:creationId xmlns:a16="http://schemas.microsoft.com/office/drawing/2014/main" id="{359AD7C2-4AE2-4413-B436-2B46763E5A3D}"/>
              </a:ext>
            </a:extLst>
          </p:cNvPr>
          <p:cNvSpPr>
            <a:spLocks/>
          </p:cNvSpPr>
          <p:nvPr/>
        </p:nvSpPr>
        <p:spPr>
          <a:xfrm>
            <a:off x="13278484" y="3586625"/>
            <a:ext cx="99258" cy="33550"/>
          </a:xfrm>
          <a:custGeom>
            <a:pathLst>
              <a:path w="104208" h="35224">
                <a:moveTo>
                  <a:pt x="104208" y="0"/>
                </a:moveTo>
                <a:lnTo>
                  <a:pt x="0" y="35224"/>
                </a:lnTo>
              </a:path>
            </a:pathLst>
          </a:custGeom>
          <a:noFill/>
          <a:ln w="9525">
            <a:solidFill>
              <a:srgbClr val="757575">
                <a:alpha val="85000"/>
              </a:srgbClr>
            </a:solidFill>
            <a:prstDash val="solid"/>
          </a:ln>
        </p:spPr>
      </p:sp>
      <p:sp>
        <p:nvSpPr>
          <p:cNvPr id="1094" name="PANEL_D-high_onshore_return-lane-3-direction-0-head_1401">
            <a:extLst>
              <a:ext uri="{FF2B5EF4-FFF2-40B4-BE49-F238E27FC236}">
                <a16:creationId xmlns:a16="http://schemas.microsoft.com/office/drawing/2014/main" id="{F9549582-4B0A-45AF-9110-9D0A40DA3D09}"/>
              </a:ext>
            </a:extLst>
          </p:cNvPr>
          <p:cNvSpPr>
            <a:spLocks/>
          </p:cNvSpPr>
          <p:nvPr/>
        </p:nvSpPr>
        <p:spPr>
          <a:xfrm>
            <a:off x="13260437" y="3592076"/>
            <a:ext cx="51522" cy="37899"/>
          </a:xfrm>
          <a:custGeom>
            <a:pathLst>
              <a:path w="54092" h="39788">
                <a:moveTo>
                  <a:pt x="0" y="35905"/>
                </a:moveTo>
                <a:lnTo>
                  <a:pt x="40643" y="0"/>
                </a:lnTo>
                <a:lnTo>
                  <a:pt x="54092" y="39788"/>
                </a:lnTo>
                <a:close/>
              </a:path>
            </a:pathLst>
          </a:custGeom>
          <a:solidFill>
            <a:srgbClr val="757575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096" name="PANEL_D-lake_side_ascent-stream-0-run-0_1402">
            <a:extLst>
              <a:ext uri="{FF2B5EF4-FFF2-40B4-BE49-F238E27FC236}">
                <a16:creationId xmlns:a16="http://schemas.microsoft.com/office/drawing/2014/main" id="{8ACFEAFD-C40F-4F46-84C3-3C65A12C9F01}"/>
              </a:ext>
            </a:extLst>
          </p:cNvPr>
          <p:cNvSpPr>
            <a:spLocks/>
          </p:cNvSpPr>
          <p:nvPr/>
        </p:nvSpPr>
        <p:spPr>
          <a:xfrm>
            <a:off x="14462143" y="4132874"/>
            <a:ext cx="671037" cy="1442212"/>
          </a:xfrm>
          <a:custGeom>
            <a:pathLst>
              <a:path w="704501" h="1514134">
                <a:moveTo>
                  <a:pt x="0" y="1514134"/>
                </a:moveTo>
                <a:lnTo>
                  <a:pt x="3556" y="1508113"/>
                </a:lnTo>
                <a:lnTo>
                  <a:pt x="7688" y="1501688"/>
                </a:lnTo>
                <a:lnTo>
                  <a:pt x="12262" y="1494990"/>
                </a:lnTo>
                <a:lnTo>
                  <a:pt x="17267" y="1488027"/>
                </a:lnTo>
                <a:lnTo>
                  <a:pt x="22691" y="1480807"/>
                </a:lnTo>
                <a:lnTo>
                  <a:pt x="28520" y="1473342"/>
                </a:lnTo>
                <a:lnTo>
                  <a:pt x="34739" y="1465640"/>
                </a:lnTo>
                <a:lnTo>
                  <a:pt x="41333" y="1457713"/>
                </a:lnTo>
                <a:lnTo>
                  <a:pt x="48287" y="1449571"/>
                </a:lnTo>
                <a:lnTo>
                  <a:pt x="55586" y="1441227"/>
                </a:lnTo>
                <a:lnTo>
                  <a:pt x="63211" y="1432690"/>
                </a:lnTo>
                <a:lnTo>
                  <a:pt x="71148" y="1423972"/>
                </a:lnTo>
                <a:lnTo>
                  <a:pt x="79378" y="1415083"/>
                </a:lnTo>
                <a:lnTo>
                  <a:pt x="87886" y="1406034"/>
                </a:lnTo>
                <a:lnTo>
                  <a:pt x="96652" y="1396837"/>
                </a:lnTo>
                <a:lnTo>
                  <a:pt x="105661" y="1387502"/>
                </a:lnTo>
                <a:lnTo>
                  <a:pt x="114894" y="1378038"/>
                </a:lnTo>
                <a:lnTo>
                  <a:pt x="124334" y="1368458"/>
                </a:lnTo>
                <a:lnTo>
                  <a:pt x="133961" y="1358771"/>
                </a:lnTo>
                <a:lnTo>
                  <a:pt x="143758" y="1348987"/>
                </a:lnTo>
                <a:lnTo>
                  <a:pt x="153707" y="1339116"/>
                </a:lnTo>
                <a:lnTo>
                  <a:pt x="163788" y="1329170"/>
                </a:lnTo>
                <a:lnTo>
                  <a:pt x="173984" y="1319157"/>
                </a:lnTo>
                <a:lnTo>
                  <a:pt x="184275" y="1309088"/>
                </a:lnTo>
                <a:lnTo>
                  <a:pt x="194643" y="1298972"/>
                </a:lnTo>
                <a:lnTo>
                  <a:pt x="205068" y="1288821"/>
                </a:lnTo>
                <a:lnTo>
                  <a:pt x="215531" y="1278643"/>
                </a:lnTo>
                <a:lnTo>
                  <a:pt x="226013" y="1268450"/>
                </a:lnTo>
                <a:lnTo>
                  <a:pt x="236495" y="1258250"/>
                </a:lnTo>
                <a:lnTo>
                  <a:pt x="246957" y="1248053"/>
                </a:lnTo>
                <a:lnTo>
                  <a:pt x="257379" y="1237871"/>
                </a:lnTo>
                <a:lnTo>
                  <a:pt x="267743" y="1227713"/>
                </a:lnTo>
                <a:lnTo>
                  <a:pt x="278028" y="1217590"/>
                </a:lnTo>
                <a:lnTo>
                  <a:pt x="288214" y="1207511"/>
                </a:lnTo>
                <a:lnTo>
                  <a:pt x="298282" y="1197489"/>
                </a:lnTo>
                <a:lnTo>
                  <a:pt x="308211" y="1187533"/>
                </a:lnTo>
                <a:lnTo>
                  <a:pt x="317981" y="1177655"/>
                </a:lnTo>
                <a:lnTo>
                  <a:pt x="327573" y="1167867"/>
                </a:lnTo>
                <a:lnTo>
                  <a:pt x="336965" y="1158179"/>
                </a:lnTo>
                <a:lnTo>
                  <a:pt x="346137" y="1148605"/>
                </a:lnTo>
                <a:lnTo>
                  <a:pt x="355068" y="1139158"/>
                </a:lnTo>
                <a:lnTo>
                  <a:pt x="363737" y="1129850"/>
                </a:lnTo>
                <a:lnTo>
                  <a:pt x="372123" y="1120695"/>
                </a:lnTo>
                <a:lnTo>
                  <a:pt x="380204" y="1111710"/>
                </a:lnTo>
                <a:lnTo>
                  <a:pt x="387959" y="1102909"/>
                </a:lnTo>
                <a:lnTo>
                  <a:pt x="395364" y="1094310"/>
                </a:lnTo>
                <a:lnTo>
                  <a:pt x="402492" y="1085818"/>
                </a:lnTo>
                <a:lnTo>
                  <a:pt x="409582" y="1077204"/>
                </a:lnTo>
                <a:lnTo>
                  <a:pt x="416698" y="1068459"/>
                </a:lnTo>
                <a:lnTo>
                  <a:pt x="423740" y="1059694"/>
                </a:lnTo>
                <a:lnTo>
                  <a:pt x="430707" y="1050908"/>
                </a:lnTo>
                <a:lnTo>
                  <a:pt x="437593" y="1042102"/>
                </a:lnTo>
                <a:lnTo>
                  <a:pt x="444395" y="1033277"/>
                </a:lnTo>
                <a:lnTo>
                  <a:pt x="451109" y="1024431"/>
                </a:lnTo>
                <a:lnTo>
                  <a:pt x="457733" y="1015567"/>
                </a:lnTo>
                <a:lnTo>
                  <a:pt x="464263" y="1006685"/>
                </a:lnTo>
                <a:lnTo>
                  <a:pt x="470695" y="997786"/>
                </a:lnTo>
                <a:lnTo>
                  <a:pt x="477027" y="988871"/>
                </a:lnTo>
                <a:lnTo>
                  <a:pt x="483257" y="979942"/>
                </a:lnTo>
                <a:lnTo>
                  <a:pt x="489380" y="971001"/>
                </a:lnTo>
                <a:lnTo>
                  <a:pt x="495395" y="962049"/>
                </a:lnTo>
                <a:lnTo>
                  <a:pt x="501300" y="953088"/>
                </a:lnTo>
                <a:lnTo>
                  <a:pt x="507092" y="944121"/>
                </a:lnTo>
                <a:lnTo>
                  <a:pt x="512769" y="935150"/>
                </a:lnTo>
                <a:lnTo>
                  <a:pt x="518330" y="926178"/>
                </a:lnTo>
                <a:lnTo>
                  <a:pt x="523773" y="917208"/>
                </a:lnTo>
                <a:lnTo>
                  <a:pt x="529096" y="908242"/>
                </a:lnTo>
                <a:lnTo>
                  <a:pt x="534298" y="899283"/>
                </a:lnTo>
                <a:lnTo>
                  <a:pt x="539379" y="890336"/>
                </a:lnTo>
                <a:lnTo>
                  <a:pt x="544336" y="881403"/>
                </a:lnTo>
                <a:lnTo>
                  <a:pt x="549169" y="872488"/>
                </a:lnTo>
                <a:lnTo>
                  <a:pt x="553878" y="863595"/>
                </a:lnTo>
                <a:lnTo>
                  <a:pt x="558461" y="854727"/>
                </a:lnTo>
                <a:lnTo>
                  <a:pt x="562920" y="845889"/>
                </a:lnTo>
                <a:lnTo>
                  <a:pt x="567253" y="837085"/>
                </a:lnTo>
                <a:lnTo>
                  <a:pt x="571461" y="828319"/>
                </a:lnTo>
                <a:lnTo>
                  <a:pt x="575544" y="819594"/>
                </a:lnTo>
                <a:lnTo>
                  <a:pt x="579502" y="810916"/>
                </a:lnTo>
                <a:lnTo>
                  <a:pt x="583336" y="802289"/>
                </a:lnTo>
                <a:lnTo>
                  <a:pt x="587047" y="793717"/>
                </a:lnTo>
                <a:lnTo>
                  <a:pt x="590635" y="785204"/>
                </a:lnTo>
                <a:lnTo>
                  <a:pt x="594102" y="776755"/>
                </a:lnTo>
                <a:lnTo>
                  <a:pt x="597448" y="768375"/>
                </a:lnTo>
                <a:lnTo>
                  <a:pt x="600676" y="760066"/>
                </a:lnTo>
                <a:lnTo>
                  <a:pt x="603786" y="751835"/>
                </a:lnTo>
                <a:lnTo>
                  <a:pt x="606780" y="743685"/>
                </a:lnTo>
                <a:lnTo>
                  <a:pt x="609660" y="735619"/>
                </a:lnTo>
                <a:lnTo>
                  <a:pt x="612429" y="727643"/>
                </a:lnTo>
                <a:lnTo>
                  <a:pt x="615087" y="719759"/>
                </a:lnTo>
                <a:lnTo>
                  <a:pt x="617638" y="711972"/>
                </a:lnTo>
                <a:lnTo>
                  <a:pt x="620084" y="704285"/>
                </a:lnTo>
                <a:lnTo>
                  <a:pt x="622428" y="696702"/>
                </a:lnTo>
                <a:lnTo>
                  <a:pt x="624671" y="689224"/>
                </a:lnTo>
                <a:lnTo>
                  <a:pt x="626854" y="681761"/>
                </a:lnTo>
                <a:lnTo>
                  <a:pt x="629031" y="674219"/>
                </a:lnTo>
                <a:lnTo>
                  <a:pt x="631184" y="666686"/>
                </a:lnTo>
                <a:lnTo>
                  <a:pt x="633282" y="659252"/>
                </a:lnTo>
                <a:lnTo>
                  <a:pt x="635330" y="651913"/>
                </a:lnTo>
                <a:lnTo>
                  <a:pt x="637332" y="644666"/>
                </a:lnTo>
                <a:lnTo>
                  <a:pt x="639294" y="637507"/>
                </a:lnTo>
                <a:lnTo>
                  <a:pt x="641219" y="630433"/>
                </a:lnTo>
                <a:lnTo>
                  <a:pt x="643113" y="623440"/>
                </a:lnTo>
                <a:lnTo>
                  <a:pt x="644979" y="616523"/>
                </a:lnTo>
                <a:lnTo>
                  <a:pt x="646821" y="609676"/>
                </a:lnTo>
                <a:lnTo>
                  <a:pt x="648643" y="602896"/>
                </a:lnTo>
                <a:lnTo>
                  <a:pt x="650449" y="596176"/>
                </a:lnTo>
                <a:lnTo>
                  <a:pt x="652240" y="589510"/>
                </a:lnTo>
                <a:lnTo>
                  <a:pt x="654021" y="582893"/>
                </a:lnTo>
                <a:lnTo>
                  <a:pt x="655794" y="576319"/>
                </a:lnTo>
                <a:lnTo>
                  <a:pt x="657560" y="569780"/>
                </a:lnTo>
                <a:lnTo>
                  <a:pt x="659322" y="563271"/>
                </a:lnTo>
                <a:lnTo>
                  <a:pt x="661080" y="556784"/>
                </a:lnTo>
                <a:lnTo>
                  <a:pt x="662837" y="550313"/>
                </a:lnTo>
                <a:lnTo>
                  <a:pt x="664592" y="543851"/>
                </a:lnTo>
                <a:lnTo>
                  <a:pt x="666346" y="537391"/>
                </a:lnTo>
                <a:lnTo>
                  <a:pt x="668098" y="530925"/>
                </a:lnTo>
                <a:lnTo>
                  <a:pt x="669848" y="524448"/>
                </a:lnTo>
                <a:lnTo>
                  <a:pt x="671595" y="517951"/>
                </a:lnTo>
                <a:lnTo>
                  <a:pt x="673336" y="511429"/>
                </a:lnTo>
                <a:lnTo>
                  <a:pt x="675072" y="504875"/>
                </a:lnTo>
                <a:lnTo>
                  <a:pt x="676798" y="498283"/>
                </a:lnTo>
                <a:lnTo>
                  <a:pt x="678513" y="491646"/>
                </a:lnTo>
                <a:lnTo>
                  <a:pt x="680213" y="484959"/>
                </a:lnTo>
                <a:lnTo>
                  <a:pt x="681895" y="478215"/>
                </a:lnTo>
                <a:lnTo>
                  <a:pt x="683556" y="471411"/>
                </a:lnTo>
                <a:lnTo>
                  <a:pt x="685192" y="464540"/>
                </a:lnTo>
                <a:lnTo>
                  <a:pt x="686798" y="457598"/>
                </a:lnTo>
                <a:lnTo>
                  <a:pt x="688369" y="450582"/>
                </a:lnTo>
                <a:lnTo>
                  <a:pt x="689903" y="443486"/>
                </a:lnTo>
                <a:lnTo>
                  <a:pt x="691392" y="436309"/>
                </a:lnTo>
                <a:lnTo>
                  <a:pt x="692833" y="429046"/>
                </a:lnTo>
                <a:lnTo>
                  <a:pt x="694221" y="421694"/>
                </a:lnTo>
                <a:lnTo>
                  <a:pt x="695549" y="414253"/>
                </a:lnTo>
                <a:lnTo>
                  <a:pt x="696814" y="406719"/>
                </a:lnTo>
                <a:lnTo>
                  <a:pt x="698009" y="399090"/>
                </a:lnTo>
                <a:lnTo>
                  <a:pt x="699128" y="391367"/>
                </a:lnTo>
                <a:lnTo>
                  <a:pt x="700168" y="383547"/>
                </a:lnTo>
                <a:lnTo>
                  <a:pt x="701122" y="375631"/>
                </a:lnTo>
                <a:lnTo>
                  <a:pt x="701985" y="367617"/>
                </a:lnTo>
                <a:lnTo>
                  <a:pt x="702751" y="359507"/>
                </a:lnTo>
                <a:lnTo>
                  <a:pt x="703461" y="351568"/>
                </a:lnTo>
                <a:lnTo>
                  <a:pt x="704064" y="343897"/>
                </a:lnTo>
                <a:lnTo>
                  <a:pt x="704426" y="336058"/>
                </a:lnTo>
                <a:lnTo>
                  <a:pt x="704501" y="327818"/>
                </a:lnTo>
                <a:lnTo>
                  <a:pt x="704291" y="319220"/>
                </a:lnTo>
                <a:lnTo>
                  <a:pt x="703801" y="310300"/>
                </a:lnTo>
                <a:lnTo>
                  <a:pt x="703036" y="301096"/>
                </a:lnTo>
                <a:lnTo>
                  <a:pt x="702003" y="291638"/>
                </a:lnTo>
                <a:lnTo>
                  <a:pt x="700708" y="281958"/>
                </a:lnTo>
                <a:lnTo>
                  <a:pt x="699160" y="272084"/>
                </a:lnTo>
                <a:lnTo>
                  <a:pt x="697366" y="262041"/>
                </a:lnTo>
                <a:lnTo>
                  <a:pt x="695334" y="251856"/>
                </a:lnTo>
                <a:lnTo>
                  <a:pt x="693074" y="241552"/>
                </a:lnTo>
                <a:lnTo>
                  <a:pt x="690594" y="231151"/>
                </a:lnTo>
                <a:lnTo>
                  <a:pt x="687902" y="220676"/>
                </a:lnTo>
                <a:lnTo>
                  <a:pt x="685010" y="210148"/>
                </a:lnTo>
                <a:lnTo>
                  <a:pt x="681924" y="199585"/>
                </a:lnTo>
                <a:lnTo>
                  <a:pt x="678656" y="189009"/>
                </a:lnTo>
                <a:lnTo>
                  <a:pt x="675214" y="178438"/>
                </a:lnTo>
                <a:lnTo>
                  <a:pt x="671609" y="167890"/>
                </a:lnTo>
                <a:lnTo>
                  <a:pt x="667850" y="157382"/>
                </a:lnTo>
                <a:lnTo>
                  <a:pt x="663948" y="146933"/>
                </a:lnTo>
                <a:lnTo>
                  <a:pt x="659913" y="136558"/>
                </a:lnTo>
                <a:lnTo>
                  <a:pt x="655755" y="126274"/>
                </a:lnTo>
                <a:lnTo>
                  <a:pt x="651485" y="116098"/>
                </a:lnTo>
                <a:lnTo>
                  <a:pt x="647114" y="106043"/>
                </a:lnTo>
                <a:lnTo>
                  <a:pt x="642652" y="96127"/>
                </a:lnTo>
                <a:lnTo>
                  <a:pt x="638111" y="86362"/>
                </a:lnTo>
                <a:lnTo>
                  <a:pt x="633502" y="76763"/>
                </a:lnTo>
                <a:lnTo>
                  <a:pt x="628836" y="67345"/>
                </a:lnTo>
                <a:lnTo>
                  <a:pt x="624126" y="58121"/>
                </a:lnTo>
                <a:lnTo>
                  <a:pt x="619382" y="49103"/>
                </a:lnTo>
                <a:lnTo>
                  <a:pt x="614616" y="40304"/>
                </a:lnTo>
                <a:lnTo>
                  <a:pt x="609841" y="31737"/>
                </a:lnTo>
                <a:lnTo>
                  <a:pt x="605069" y="23412"/>
                </a:lnTo>
                <a:lnTo>
                  <a:pt x="600311" y="15341"/>
                </a:lnTo>
                <a:lnTo>
                  <a:pt x="595579" y="7534"/>
                </a:lnTo>
                <a:lnTo>
                  <a:pt x="590886" y="0"/>
                </a:lnTo>
              </a:path>
            </a:pathLst>
          </a:custGeom>
          <a:noFill/>
          <a:ln w="8573">
            <a:solidFill>
              <a:srgbClr val="999999">
                <a:alpha val="60000"/>
              </a:srgbClr>
            </a:solidFill>
            <a:prstDash val="solid"/>
          </a:ln>
        </p:spPr>
      </p:sp>
      <p:sp>
        <p:nvSpPr>
          <p:cNvPr id="1098" name="PANEL_D-lake_side_ascent-lane-0-direction-0-shaft_1403">
            <a:extLst>
              <a:ext uri="{FF2B5EF4-FFF2-40B4-BE49-F238E27FC236}">
                <a16:creationId xmlns:a16="http://schemas.microsoft.com/office/drawing/2014/main" id="{7E2A505E-1BF1-46DA-9AE1-19DA40FA433B}"/>
              </a:ext>
            </a:extLst>
          </p:cNvPr>
          <p:cNvSpPr>
            <a:spLocks/>
          </p:cNvSpPr>
          <p:nvPr/>
        </p:nvSpPr>
        <p:spPr>
          <a:xfrm>
            <a:off x="15039610" y="4751640"/>
            <a:ext cx="28308" cy="100879"/>
          </a:xfrm>
          <a:custGeom>
            <a:pathLst>
              <a:path w="29719" h="105909">
                <a:moveTo>
                  <a:pt x="0" y="105909"/>
                </a:moveTo>
                <a:lnTo>
                  <a:pt x="29719" y="0"/>
                </a:lnTo>
              </a:path>
            </a:pathLst>
          </a:custGeom>
          <a:noFill/>
          <a:ln w="9525">
            <a:solidFill>
              <a:srgbClr val="999999">
                <a:alpha val="85000"/>
              </a:srgbClr>
            </a:solidFill>
            <a:prstDash val="solid"/>
          </a:ln>
        </p:spPr>
      </p:sp>
      <p:sp>
        <p:nvSpPr>
          <p:cNvPr id="1099" name="PANEL_D-lake_side_ascent-lane-0-direction-0-head_1404">
            <a:extLst>
              <a:ext uri="{FF2B5EF4-FFF2-40B4-BE49-F238E27FC236}">
                <a16:creationId xmlns:a16="http://schemas.microsoft.com/office/drawing/2014/main" id="{5DA50ACC-B431-4833-A94E-2F61B3E074B9}"/>
              </a:ext>
            </a:extLst>
          </p:cNvPr>
          <p:cNvSpPr>
            <a:spLocks/>
          </p:cNvSpPr>
          <p:nvPr/>
        </p:nvSpPr>
        <p:spPr>
          <a:xfrm>
            <a:off x="15040939" y="4733299"/>
            <a:ext cx="38517" cy="51258"/>
          </a:xfrm>
          <a:custGeom>
            <a:pathLst>
              <a:path w="40438" h="53814">
                <a:moveTo>
                  <a:pt x="33728" y="0"/>
                </a:moveTo>
                <a:lnTo>
                  <a:pt x="40438" y="53814"/>
                </a:lnTo>
                <a:lnTo>
                  <a:pt x="0" y="42467"/>
                </a:lnTo>
                <a:close/>
              </a:path>
            </a:pathLst>
          </a:custGeom>
          <a:solidFill>
            <a:srgbClr val="999999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101" name="PANEL_D-lake_side_ascent-stream-1-run-0_1405">
            <a:extLst>
              <a:ext uri="{FF2B5EF4-FFF2-40B4-BE49-F238E27FC236}">
                <a16:creationId xmlns:a16="http://schemas.microsoft.com/office/drawing/2014/main" id="{64DAEEBF-77E4-4695-A176-90834E33ECC5}"/>
              </a:ext>
            </a:extLst>
          </p:cNvPr>
          <p:cNvSpPr>
            <a:spLocks/>
          </p:cNvSpPr>
          <p:nvPr/>
        </p:nvSpPr>
        <p:spPr>
          <a:xfrm>
            <a:off x="14545516" y="4078827"/>
            <a:ext cx="668532" cy="1502874"/>
          </a:xfrm>
          <a:custGeom>
            <a:pathLst>
              <a:path w="701871" h="1577821">
                <a:moveTo>
                  <a:pt x="0" y="1577821"/>
                </a:moveTo>
                <a:lnTo>
                  <a:pt x="8092" y="1571606"/>
                </a:lnTo>
                <a:lnTo>
                  <a:pt x="16496" y="1565098"/>
                </a:lnTo>
                <a:lnTo>
                  <a:pt x="25192" y="1558305"/>
                </a:lnTo>
                <a:lnTo>
                  <a:pt x="34161" y="1551236"/>
                </a:lnTo>
                <a:lnTo>
                  <a:pt x="43383" y="1543899"/>
                </a:lnTo>
                <a:lnTo>
                  <a:pt x="52839" y="1536303"/>
                </a:lnTo>
                <a:lnTo>
                  <a:pt x="62510" y="1528459"/>
                </a:lnTo>
                <a:lnTo>
                  <a:pt x="72376" y="1520374"/>
                </a:lnTo>
                <a:lnTo>
                  <a:pt x="82418" y="1512057"/>
                </a:lnTo>
                <a:lnTo>
                  <a:pt x="92617" y="1503519"/>
                </a:lnTo>
                <a:lnTo>
                  <a:pt x="102953" y="1494769"/>
                </a:lnTo>
                <a:lnTo>
                  <a:pt x="113408" y="1485815"/>
                </a:lnTo>
                <a:lnTo>
                  <a:pt x="123963" y="1476668"/>
                </a:lnTo>
                <a:lnTo>
                  <a:pt x="134598" y="1467337"/>
                </a:lnTo>
                <a:lnTo>
                  <a:pt x="145296" y="1457833"/>
                </a:lnTo>
                <a:lnTo>
                  <a:pt x="156036" y="1448166"/>
                </a:lnTo>
                <a:lnTo>
                  <a:pt x="166802" y="1438345"/>
                </a:lnTo>
                <a:lnTo>
                  <a:pt x="177573" y="1428382"/>
                </a:lnTo>
                <a:lnTo>
                  <a:pt x="188333" y="1418287"/>
                </a:lnTo>
                <a:lnTo>
                  <a:pt x="199062" y="1408070"/>
                </a:lnTo>
                <a:lnTo>
                  <a:pt x="209743" y="1397744"/>
                </a:lnTo>
                <a:lnTo>
                  <a:pt x="220358" y="1387319"/>
                </a:lnTo>
                <a:lnTo>
                  <a:pt x="230889" y="1376807"/>
                </a:lnTo>
                <a:lnTo>
                  <a:pt x="241318" y="1366220"/>
                </a:lnTo>
                <a:lnTo>
                  <a:pt x="251628" y="1355569"/>
                </a:lnTo>
                <a:lnTo>
                  <a:pt x="261801" y="1344867"/>
                </a:lnTo>
                <a:lnTo>
                  <a:pt x="271820" y="1334126"/>
                </a:lnTo>
                <a:lnTo>
                  <a:pt x="281669" y="1323360"/>
                </a:lnTo>
                <a:lnTo>
                  <a:pt x="291329" y="1312580"/>
                </a:lnTo>
                <a:lnTo>
                  <a:pt x="300784" y="1301801"/>
                </a:lnTo>
                <a:lnTo>
                  <a:pt x="310018" y="1291035"/>
                </a:lnTo>
                <a:lnTo>
                  <a:pt x="319014" y="1280297"/>
                </a:lnTo>
                <a:lnTo>
                  <a:pt x="327754" y="1269601"/>
                </a:lnTo>
                <a:lnTo>
                  <a:pt x="336223" y="1258961"/>
                </a:lnTo>
                <a:lnTo>
                  <a:pt x="344404" y="1248392"/>
                </a:lnTo>
                <a:lnTo>
                  <a:pt x="352281" y="1237910"/>
                </a:lnTo>
                <a:lnTo>
                  <a:pt x="359837" y="1227529"/>
                </a:lnTo>
                <a:lnTo>
                  <a:pt x="367056" y="1217265"/>
                </a:lnTo>
                <a:lnTo>
                  <a:pt x="373921" y="1207136"/>
                </a:lnTo>
                <a:lnTo>
                  <a:pt x="380396" y="1197182"/>
                </a:lnTo>
                <a:lnTo>
                  <a:pt x="386598" y="1187336"/>
                </a:lnTo>
                <a:lnTo>
                  <a:pt x="392696" y="1177476"/>
                </a:lnTo>
                <a:lnTo>
                  <a:pt x="398709" y="1167580"/>
                </a:lnTo>
                <a:lnTo>
                  <a:pt x="404636" y="1157653"/>
                </a:lnTo>
                <a:lnTo>
                  <a:pt x="410478" y="1147700"/>
                </a:lnTo>
                <a:lnTo>
                  <a:pt x="416234" y="1137723"/>
                </a:lnTo>
                <a:lnTo>
                  <a:pt x="421907" y="1127728"/>
                </a:lnTo>
                <a:lnTo>
                  <a:pt x="427494" y="1117719"/>
                </a:lnTo>
                <a:lnTo>
                  <a:pt x="432998" y="1107699"/>
                </a:lnTo>
                <a:lnTo>
                  <a:pt x="438420" y="1097674"/>
                </a:lnTo>
                <a:lnTo>
                  <a:pt x="443759" y="1087648"/>
                </a:lnTo>
                <a:lnTo>
                  <a:pt x="449017" y="1077626"/>
                </a:lnTo>
                <a:lnTo>
                  <a:pt x="454195" y="1067611"/>
                </a:lnTo>
                <a:lnTo>
                  <a:pt x="459294" y="1057610"/>
                </a:lnTo>
                <a:lnTo>
                  <a:pt x="464315" y="1047626"/>
                </a:lnTo>
                <a:lnTo>
                  <a:pt x="469260" y="1037664"/>
                </a:lnTo>
                <a:lnTo>
                  <a:pt x="474130" y="1027729"/>
                </a:lnTo>
                <a:lnTo>
                  <a:pt x="478926" y="1017825"/>
                </a:lnTo>
                <a:lnTo>
                  <a:pt x="483650" y="1007956"/>
                </a:lnTo>
                <a:lnTo>
                  <a:pt x="488303" y="998128"/>
                </a:lnTo>
                <a:lnTo>
                  <a:pt x="492888" y="988344"/>
                </a:lnTo>
                <a:lnTo>
                  <a:pt x="497404" y="978608"/>
                </a:lnTo>
                <a:lnTo>
                  <a:pt x="501856" y="968926"/>
                </a:lnTo>
                <a:lnTo>
                  <a:pt x="506242" y="959300"/>
                </a:lnTo>
                <a:lnTo>
                  <a:pt x="510567" y="949735"/>
                </a:lnTo>
                <a:lnTo>
                  <a:pt x="514830" y="940234"/>
                </a:lnTo>
                <a:lnTo>
                  <a:pt x="519035" y="930800"/>
                </a:lnTo>
                <a:lnTo>
                  <a:pt x="523181" y="921438"/>
                </a:lnTo>
                <a:lnTo>
                  <a:pt x="527272" y="912150"/>
                </a:lnTo>
                <a:lnTo>
                  <a:pt x="531309" y="902939"/>
                </a:lnTo>
                <a:lnTo>
                  <a:pt x="535293" y="893807"/>
                </a:lnTo>
                <a:lnTo>
                  <a:pt x="539225" y="884758"/>
                </a:lnTo>
                <a:lnTo>
                  <a:pt x="543108" y="875793"/>
                </a:lnTo>
                <a:lnTo>
                  <a:pt x="546943" y="866914"/>
                </a:lnTo>
                <a:lnTo>
                  <a:pt x="550730" y="858123"/>
                </a:lnTo>
                <a:lnTo>
                  <a:pt x="554472" y="849421"/>
                </a:lnTo>
                <a:lnTo>
                  <a:pt x="558169" y="840808"/>
                </a:lnTo>
                <a:lnTo>
                  <a:pt x="561822" y="832287"/>
                </a:lnTo>
                <a:lnTo>
                  <a:pt x="565433" y="823856"/>
                </a:lnTo>
                <a:lnTo>
                  <a:pt x="569002" y="815517"/>
                </a:lnTo>
                <a:lnTo>
                  <a:pt x="572529" y="807268"/>
                </a:lnTo>
                <a:lnTo>
                  <a:pt x="576016" y="799109"/>
                </a:lnTo>
                <a:lnTo>
                  <a:pt x="579464" y="791039"/>
                </a:lnTo>
                <a:lnTo>
                  <a:pt x="582871" y="783056"/>
                </a:lnTo>
                <a:lnTo>
                  <a:pt x="586238" y="775160"/>
                </a:lnTo>
                <a:lnTo>
                  <a:pt x="589566" y="767347"/>
                </a:lnTo>
                <a:lnTo>
                  <a:pt x="592870" y="759571"/>
                </a:lnTo>
                <a:lnTo>
                  <a:pt x="596181" y="751792"/>
                </a:lnTo>
                <a:lnTo>
                  <a:pt x="599496" y="744057"/>
                </a:lnTo>
                <a:lnTo>
                  <a:pt x="602800" y="736400"/>
                </a:lnTo>
                <a:lnTo>
                  <a:pt x="606093" y="728816"/>
                </a:lnTo>
                <a:lnTo>
                  <a:pt x="609375" y="721300"/>
                </a:lnTo>
                <a:lnTo>
                  <a:pt x="612648" y="713844"/>
                </a:lnTo>
                <a:lnTo>
                  <a:pt x="615910" y="706443"/>
                </a:lnTo>
                <a:lnTo>
                  <a:pt x="619162" y="699090"/>
                </a:lnTo>
                <a:lnTo>
                  <a:pt x="622402" y="691778"/>
                </a:lnTo>
                <a:lnTo>
                  <a:pt x="625630" y="684501"/>
                </a:lnTo>
                <a:lnTo>
                  <a:pt x="628843" y="677251"/>
                </a:lnTo>
                <a:lnTo>
                  <a:pt x="632041" y="670023"/>
                </a:lnTo>
                <a:lnTo>
                  <a:pt x="635220" y="662809"/>
                </a:lnTo>
                <a:lnTo>
                  <a:pt x="638378" y="655603"/>
                </a:lnTo>
                <a:lnTo>
                  <a:pt x="641513" y="648399"/>
                </a:lnTo>
                <a:lnTo>
                  <a:pt x="644621" y="641190"/>
                </a:lnTo>
                <a:lnTo>
                  <a:pt x="647699" y="633969"/>
                </a:lnTo>
                <a:lnTo>
                  <a:pt x="650742" y="626731"/>
                </a:lnTo>
                <a:lnTo>
                  <a:pt x="653747" y="619471"/>
                </a:lnTo>
                <a:lnTo>
                  <a:pt x="656709" y="612182"/>
                </a:lnTo>
                <a:lnTo>
                  <a:pt x="659624" y="604860"/>
                </a:lnTo>
                <a:lnTo>
                  <a:pt x="662487" y="597499"/>
                </a:lnTo>
                <a:lnTo>
                  <a:pt x="665292" y="590096"/>
                </a:lnTo>
                <a:lnTo>
                  <a:pt x="668035" y="582645"/>
                </a:lnTo>
                <a:lnTo>
                  <a:pt x="670711" y="575144"/>
                </a:lnTo>
                <a:lnTo>
                  <a:pt x="673313" y="567588"/>
                </a:lnTo>
                <a:lnTo>
                  <a:pt x="675836" y="559975"/>
                </a:lnTo>
                <a:lnTo>
                  <a:pt x="678276" y="552302"/>
                </a:lnTo>
                <a:lnTo>
                  <a:pt x="680625" y="544567"/>
                </a:lnTo>
                <a:lnTo>
                  <a:pt x="682879" y="536768"/>
                </a:lnTo>
                <a:lnTo>
                  <a:pt x="685031" y="528903"/>
                </a:lnTo>
                <a:lnTo>
                  <a:pt x="687078" y="520971"/>
                </a:lnTo>
                <a:lnTo>
                  <a:pt x="689012" y="512972"/>
                </a:lnTo>
                <a:lnTo>
                  <a:pt x="690829" y="504905"/>
                </a:lnTo>
                <a:lnTo>
                  <a:pt x="692525" y="496770"/>
                </a:lnTo>
                <a:lnTo>
                  <a:pt x="694093" y="488566"/>
                </a:lnTo>
                <a:lnTo>
                  <a:pt x="695529" y="480295"/>
                </a:lnTo>
                <a:lnTo>
                  <a:pt x="696829" y="471957"/>
                </a:lnTo>
                <a:lnTo>
                  <a:pt x="697989" y="463553"/>
                </a:lnTo>
                <a:lnTo>
                  <a:pt x="699004" y="455084"/>
                </a:lnTo>
                <a:lnTo>
                  <a:pt x="699871" y="446551"/>
                </a:lnTo>
                <a:lnTo>
                  <a:pt x="700586" y="437955"/>
                </a:lnTo>
                <a:lnTo>
                  <a:pt x="701146" y="429297"/>
                </a:lnTo>
                <a:lnTo>
                  <a:pt x="701549" y="420580"/>
                </a:lnTo>
                <a:lnTo>
                  <a:pt x="701791" y="411804"/>
                </a:lnTo>
                <a:lnTo>
                  <a:pt x="701871" y="402972"/>
                </a:lnTo>
                <a:lnTo>
                  <a:pt x="701770" y="393987"/>
                </a:lnTo>
                <a:lnTo>
                  <a:pt x="701376" y="384670"/>
                </a:lnTo>
                <a:lnTo>
                  <a:pt x="700619" y="375057"/>
                </a:lnTo>
                <a:lnTo>
                  <a:pt x="699526" y="365268"/>
                </a:lnTo>
                <a:lnTo>
                  <a:pt x="698110" y="355320"/>
                </a:lnTo>
                <a:lnTo>
                  <a:pt x="696383" y="345231"/>
                </a:lnTo>
                <a:lnTo>
                  <a:pt x="694356" y="335019"/>
                </a:lnTo>
                <a:lnTo>
                  <a:pt x="692042" y="324699"/>
                </a:lnTo>
                <a:lnTo>
                  <a:pt x="689453" y="314288"/>
                </a:lnTo>
                <a:lnTo>
                  <a:pt x="686602" y="303801"/>
                </a:lnTo>
                <a:lnTo>
                  <a:pt x="683499" y="293252"/>
                </a:lnTo>
                <a:lnTo>
                  <a:pt x="680158" y="282656"/>
                </a:lnTo>
                <a:lnTo>
                  <a:pt x="676592" y="272028"/>
                </a:lnTo>
                <a:lnTo>
                  <a:pt x="672812" y="261382"/>
                </a:lnTo>
                <a:lnTo>
                  <a:pt x="668831" y="250730"/>
                </a:lnTo>
                <a:lnTo>
                  <a:pt x="664662" y="240087"/>
                </a:lnTo>
                <a:lnTo>
                  <a:pt x="660319" y="229466"/>
                </a:lnTo>
                <a:lnTo>
                  <a:pt x="655813" y="218879"/>
                </a:lnTo>
                <a:lnTo>
                  <a:pt x="651159" y="208340"/>
                </a:lnTo>
                <a:lnTo>
                  <a:pt x="646370" y="197860"/>
                </a:lnTo>
                <a:lnTo>
                  <a:pt x="641459" y="187452"/>
                </a:lnTo>
                <a:lnTo>
                  <a:pt x="636439" y="177129"/>
                </a:lnTo>
                <a:lnTo>
                  <a:pt x="631326" y="166903"/>
                </a:lnTo>
                <a:lnTo>
                  <a:pt x="626132" y="156784"/>
                </a:lnTo>
                <a:lnTo>
                  <a:pt x="620872" y="146786"/>
                </a:lnTo>
                <a:lnTo>
                  <a:pt x="615560" y="136919"/>
                </a:lnTo>
                <a:lnTo>
                  <a:pt x="610210" y="127195"/>
                </a:lnTo>
                <a:lnTo>
                  <a:pt x="604836" y="117625"/>
                </a:lnTo>
                <a:lnTo>
                  <a:pt x="599454" y="108220"/>
                </a:lnTo>
                <a:lnTo>
                  <a:pt x="594077" y="98993"/>
                </a:lnTo>
                <a:lnTo>
                  <a:pt x="588721" y="89952"/>
                </a:lnTo>
                <a:lnTo>
                  <a:pt x="583399" y="81110"/>
                </a:lnTo>
                <a:lnTo>
                  <a:pt x="578127" y="72477"/>
                </a:lnTo>
                <a:lnTo>
                  <a:pt x="572920" y="64065"/>
                </a:lnTo>
                <a:lnTo>
                  <a:pt x="567793" y="55882"/>
                </a:lnTo>
                <a:lnTo>
                  <a:pt x="562760" y="47942"/>
                </a:lnTo>
                <a:lnTo>
                  <a:pt x="557836" y="40252"/>
                </a:lnTo>
                <a:lnTo>
                  <a:pt x="553037" y="32826"/>
                </a:lnTo>
                <a:lnTo>
                  <a:pt x="548377" y="25672"/>
                </a:lnTo>
                <a:lnTo>
                  <a:pt x="543871" y="18803"/>
                </a:lnTo>
                <a:lnTo>
                  <a:pt x="539534" y="12227"/>
                </a:lnTo>
                <a:lnTo>
                  <a:pt x="535381" y="5956"/>
                </a:lnTo>
                <a:lnTo>
                  <a:pt x="531426" y="0"/>
                </a:lnTo>
              </a:path>
            </a:pathLst>
          </a:custGeom>
          <a:noFill/>
          <a:ln w="11430">
            <a:solidFill>
              <a:srgbClr val="999999">
                <a:alpha val="87000"/>
              </a:srgbClr>
            </a:solidFill>
            <a:prstDash val="solid"/>
          </a:ln>
        </p:spPr>
      </p:sp>
      <p:sp>
        <p:nvSpPr>
          <p:cNvPr id="1103" name="PANEL_D-lake_side_ascent-lane-1-direction-0-shaft_1406">
            <a:extLst>
              <a:ext uri="{FF2B5EF4-FFF2-40B4-BE49-F238E27FC236}">
                <a16:creationId xmlns:a16="http://schemas.microsoft.com/office/drawing/2014/main" id="{971D33E4-FAA8-4DAB-8BD1-4FD6F838A034}"/>
              </a:ext>
            </a:extLst>
          </p:cNvPr>
          <p:cNvSpPr>
            <a:spLocks/>
          </p:cNvSpPr>
          <p:nvPr/>
        </p:nvSpPr>
        <p:spPr>
          <a:xfrm>
            <a:off x="15198175" y="4510915"/>
            <a:ext cx="13393" cy="103915"/>
          </a:xfrm>
          <a:custGeom>
            <a:pathLst>
              <a:path w="14061" h="109098">
                <a:moveTo>
                  <a:pt x="0" y="109098"/>
                </a:moveTo>
                <a:lnTo>
                  <a:pt x="14061" y="0"/>
                </a:lnTo>
              </a:path>
            </a:pathLst>
          </a:custGeom>
          <a:noFill/>
          <a:ln w="9525">
            <a:solidFill>
              <a:srgbClr val="999999">
                <a:alpha val="85000"/>
              </a:srgbClr>
            </a:solidFill>
            <a:prstDash val="solid"/>
          </a:ln>
        </p:spPr>
      </p:sp>
      <p:sp>
        <p:nvSpPr>
          <p:cNvPr id="1104" name="PANEL_D-lake_side_ascent-lane-1-direction-0-head_1407">
            <a:extLst>
              <a:ext uri="{FF2B5EF4-FFF2-40B4-BE49-F238E27FC236}">
                <a16:creationId xmlns:a16="http://schemas.microsoft.com/office/drawing/2014/main" id="{2DC1433D-B34F-40B6-9BF4-E455F08E5BA7}"/>
              </a:ext>
            </a:extLst>
          </p:cNvPr>
          <p:cNvSpPr>
            <a:spLocks/>
          </p:cNvSpPr>
          <p:nvPr/>
        </p:nvSpPr>
        <p:spPr>
          <a:xfrm>
            <a:off x="15188077" y="4492021"/>
            <a:ext cx="39677" cy="49791"/>
          </a:xfrm>
          <a:custGeom>
            <a:pathLst>
              <a:path w="41655" h="52274">
                <a:moveTo>
                  <a:pt x="27219" y="0"/>
                </a:moveTo>
                <a:lnTo>
                  <a:pt x="41655" y="52274"/>
                </a:lnTo>
                <a:lnTo>
                  <a:pt x="0" y="46905"/>
                </a:lnTo>
                <a:close/>
              </a:path>
            </a:pathLst>
          </a:custGeom>
          <a:solidFill>
            <a:srgbClr val="999999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106" name="PANEL_D-lake_side_ascent-stream-2-run-0_1408">
            <a:extLst>
              <a:ext uri="{FF2B5EF4-FFF2-40B4-BE49-F238E27FC236}">
                <a16:creationId xmlns:a16="http://schemas.microsoft.com/office/drawing/2014/main" id="{698A355D-D36C-4A77-B848-86D18E666089}"/>
              </a:ext>
            </a:extLst>
          </p:cNvPr>
          <p:cNvSpPr>
            <a:spLocks/>
          </p:cNvSpPr>
          <p:nvPr/>
        </p:nvSpPr>
        <p:spPr>
          <a:xfrm>
            <a:off x="14652809" y="4033969"/>
            <a:ext cx="647408" cy="1551177"/>
          </a:xfrm>
          <a:custGeom>
            <a:pathLst>
              <a:path w="679694" h="1628533">
                <a:moveTo>
                  <a:pt x="0" y="1628533"/>
                </a:moveTo>
                <a:lnTo>
                  <a:pt x="10212" y="1620774"/>
                </a:lnTo>
                <a:lnTo>
                  <a:pt x="20567" y="1612731"/>
                </a:lnTo>
                <a:lnTo>
                  <a:pt x="31048" y="1604417"/>
                </a:lnTo>
                <a:lnTo>
                  <a:pt x="41637" y="1595843"/>
                </a:lnTo>
                <a:lnTo>
                  <a:pt x="52319" y="1587023"/>
                </a:lnTo>
                <a:lnTo>
                  <a:pt x="63076" y="1577968"/>
                </a:lnTo>
                <a:lnTo>
                  <a:pt x="73893" y="1568691"/>
                </a:lnTo>
                <a:lnTo>
                  <a:pt x="84752" y="1559205"/>
                </a:lnTo>
                <a:lnTo>
                  <a:pt x="95640" y="1549523"/>
                </a:lnTo>
                <a:lnTo>
                  <a:pt x="106539" y="1539659"/>
                </a:lnTo>
                <a:lnTo>
                  <a:pt x="117434" y="1529626"/>
                </a:lnTo>
                <a:lnTo>
                  <a:pt x="128311" y="1519437"/>
                </a:lnTo>
                <a:lnTo>
                  <a:pt x="139154" y="1509106"/>
                </a:lnTo>
                <a:lnTo>
                  <a:pt x="149949" y="1498647"/>
                </a:lnTo>
                <a:lnTo>
                  <a:pt x="160680" y="1488074"/>
                </a:lnTo>
                <a:lnTo>
                  <a:pt x="171334" y="1477400"/>
                </a:lnTo>
                <a:lnTo>
                  <a:pt x="181896" y="1466640"/>
                </a:lnTo>
                <a:lnTo>
                  <a:pt x="192353" y="1455808"/>
                </a:lnTo>
                <a:lnTo>
                  <a:pt x="202690" y="1444919"/>
                </a:lnTo>
                <a:lnTo>
                  <a:pt x="212894" y="1433985"/>
                </a:lnTo>
                <a:lnTo>
                  <a:pt x="222952" y="1423022"/>
                </a:lnTo>
                <a:lnTo>
                  <a:pt x="232851" y="1412044"/>
                </a:lnTo>
                <a:lnTo>
                  <a:pt x="242577" y="1401064"/>
                </a:lnTo>
                <a:lnTo>
                  <a:pt x="252118" y="1390097"/>
                </a:lnTo>
                <a:lnTo>
                  <a:pt x="261462" y="1379156"/>
                </a:lnTo>
                <a:lnTo>
                  <a:pt x="270596" y="1368255"/>
                </a:lnTo>
                <a:lnTo>
                  <a:pt x="279509" y="1357406"/>
                </a:lnTo>
                <a:lnTo>
                  <a:pt x="288188" y="1346623"/>
                </a:lnTo>
                <a:lnTo>
                  <a:pt x="296624" y="1335916"/>
                </a:lnTo>
                <a:lnTo>
                  <a:pt x="304805" y="1325299"/>
                </a:lnTo>
                <a:lnTo>
                  <a:pt x="312720" y="1314781"/>
                </a:lnTo>
                <a:lnTo>
                  <a:pt x="320359" y="1304371"/>
                </a:lnTo>
                <a:lnTo>
                  <a:pt x="327590" y="1294227"/>
                </a:lnTo>
                <a:lnTo>
                  <a:pt x="334408" y="1284436"/>
                </a:lnTo>
                <a:lnTo>
                  <a:pt x="341067" y="1274777"/>
                </a:lnTo>
                <a:lnTo>
                  <a:pt x="347692" y="1265105"/>
                </a:lnTo>
                <a:lnTo>
                  <a:pt x="354282" y="1255427"/>
                </a:lnTo>
                <a:lnTo>
                  <a:pt x="360838" y="1245744"/>
                </a:lnTo>
                <a:lnTo>
                  <a:pt x="367362" y="1236060"/>
                </a:lnTo>
                <a:lnTo>
                  <a:pt x="373855" y="1226378"/>
                </a:lnTo>
                <a:lnTo>
                  <a:pt x="380316" y="1216702"/>
                </a:lnTo>
                <a:lnTo>
                  <a:pt x="386748" y="1207035"/>
                </a:lnTo>
                <a:lnTo>
                  <a:pt x="393150" y="1197379"/>
                </a:lnTo>
                <a:lnTo>
                  <a:pt x="399524" y="1187737"/>
                </a:lnTo>
                <a:lnTo>
                  <a:pt x="405869" y="1178112"/>
                </a:lnTo>
                <a:lnTo>
                  <a:pt x="412186" y="1168505"/>
                </a:lnTo>
                <a:lnTo>
                  <a:pt x="418477" y="1158920"/>
                </a:lnTo>
                <a:lnTo>
                  <a:pt x="424740" y="1149358"/>
                </a:lnTo>
                <a:lnTo>
                  <a:pt x="430976" y="1139821"/>
                </a:lnTo>
                <a:lnTo>
                  <a:pt x="437185" y="1130310"/>
                </a:lnTo>
                <a:lnTo>
                  <a:pt x="443367" y="1120827"/>
                </a:lnTo>
                <a:lnTo>
                  <a:pt x="449522" y="1111373"/>
                </a:lnTo>
                <a:lnTo>
                  <a:pt x="455649" y="1101948"/>
                </a:lnTo>
                <a:lnTo>
                  <a:pt x="461748" y="1092554"/>
                </a:lnTo>
                <a:lnTo>
                  <a:pt x="467819" y="1083190"/>
                </a:lnTo>
                <a:lnTo>
                  <a:pt x="473859" y="1073858"/>
                </a:lnTo>
                <a:lnTo>
                  <a:pt x="479870" y="1064556"/>
                </a:lnTo>
                <a:lnTo>
                  <a:pt x="485848" y="1055285"/>
                </a:lnTo>
                <a:lnTo>
                  <a:pt x="491794" y="1046044"/>
                </a:lnTo>
                <a:lnTo>
                  <a:pt x="497706" y="1036832"/>
                </a:lnTo>
                <a:lnTo>
                  <a:pt x="503581" y="1027648"/>
                </a:lnTo>
                <a:lnTo>
                  <a:pt x="509418" y="1018492"/>
                </a:lnTo>
                <a:lnTo>
                  <a:pt x="515216" y="1009360"/>
                </a:lnTo>
                <a:lnTo>
                  <a:pt x="520971" y="1000252"/>
                </a:lnTo>
                <a:lnTo>
                  <a:pt x="526682" y="991166"/>
                </a:lnTo>
                <a:lnTo>
                  <a:pt x="532345" y="982100"/>
                </a:lnTo>
                <a:lnTo>
                  <a:pt x="537958" y="973050"/>
                </a:lnTo>
                <a:lnTo>
                  <a:pt x="543518" y="964015"/>
                </a:lnTo>
                <a:lnTo>
                  <a:pt x="549022" y="954991"/>
                </a:lnTo>
                <a:lnTo>
                  <a:pt x="554466" y="945976"/>
                </a:lnTo>
                <a:lnTo>
                  <a:pt x="559845" y="936967"/>
                </a:lnTo>
                <a:lnTo>
                  <a:pt x="565157" y="927959"/>
                </a:lnTo>
                <a:lnTo>
                  <a:pt x="570397" y="918951"/>
                </a:lnTo>
                <a:lnTo>
                  <a:pt x="575560" y="909937"/>
                </a:lnTo>
                <a:lnTo>
                  <a:pt x="580642" y="900914"/>
                </a:lnTo>
                <a:lnTo>
                  <a:pt x="585638" y="891879"/>
                </a:lnTo>
                <a:lnTo>
                  <a:pt x="590542" y="882828"/>
                </a:lnTo>
                <a:lnTo>
                  <a:pt x="595349" y="873756"/>
                </a:lnTo>
                <a:lnTo>
                  <a:pt x="600053" y="864659"/>
                </a:lnTo>
                <a:lnTo>
                  <a:pt x="604618" y="855608"/>
                </a:lnTo>
                <a:lnTo>
                  <a:pt x="609024" y="846695"/>
                </a:lnTo>
                <a:lnTo>
                  <a:pt x="613308" y="837865"/>
                </a:lnTo>
                <a:lnTo>
                  <a:pt x="617493" y="829044"/>
                </a:lnTo>
                <a:lnTo>
                  <a:pt x="621577" y="820228"/>
                </a:lnTo>
                <a:lnTo>
                  <a:pt x="625556" y="811412"/>
                </a:lnTo>
                <a:lnTo>
                  <a:pt x="629426" y="802594"/>
                </a:lnTo>
                <a:lnTo>
                  <a:pt x="633183" y="793770"/>
                </a:lnTo>
                <a:lnTo>
                  <a:pt x="636822" y="784937"/>
                </a:lnTo>
                <a:lnTo>
                  <a:pt x="640340" y="776093"/>
                </a:lnTo>
                <a:lnTo>
                  <a:pt x="643733" y="767235"/>
                </a:lnTo>
                <a:lnTo>
                  <a:pt x="646996" y="758361"/>
                </a:lnTo>
                <a:lnTo>
                  <a:pt x="650126" y="749470"/>
                </a:lnTo>
                <a:lnTo>
                  <a:pt x="653118" y="740559"/>
                </a:lnTo>
                <a:lnTo>
                  <a:pt x="655969" y="731627"/>
                </a:lnTo>
                <a:lnTo>
                  <a:pt x="658673" y="722675"/>
                </a:lnTo>
                <a:lnTo>
                  <a:pt x="661229" y="713701"/>
                </a:lnTo>
                <a:lnTo>
                  <a:pt x="663631" y="704704"/>
                </a:lnTo>
                <a:lnTo>
                  <a:pt x="665877" y="695686"/>
                </a:lnTo>
                <a:lnTo>
                  <a:pt x="667962" y="686646"/>
                </a:lnTo>
                <a:lnTo>
                  <a:pt x="669885" y="677586"/>
                </a:lnTo>
                <a:lnTo>
                  <a:pt x="671643" y="668505"/>
                </a:lnTo>
                <a:lnTo>
                  <a:pt x="673232" y="659405"/>
                </a:lnTo>
                <a:lnTo>
                  <a:pt x="674650" y="650287"/>
                </a:lnTo>
                <a:lnTo>
                  <a:pt x="675897" y="641153"/>
                </a:lnTo>
                <a:lnTo>
                  <a:pt x="676969" y="632004"/>
                </a:lnTo>
                <a:lnTo>
                  <a:pt x="677865" y="622843"/>
                </a:lnTo>
                <a:lnTo>
                  <a:pt x="678585" y="613670"/>
                </a:lnTo>
                <a:lnTo>
                  <a:pt x="679128" y="604488"/>
                </a:lnTo>
                <a:lnTo>
                  <a:pt x="679494" y="595298"/>
                </a:lnTo>
                <a:lnTo>
                  <a:pt x="679682" y="586103"/>
                </a:lnTo>
                <a:lnTo>
                  <a:pt x="679694" y="576904"/>
                </a:lnTo>
                <a:lnTo>
                  <a:pt x="679529" y="567702"/>
                </a:lnTo>
                <a:lnTo>
                  <a:pt x="679189" y="558501"/>
                </a:lnTo>
                <a:lnTo>
                  <a:pt x="678676" y="549300"/>
                </a:lnTo>
                <a:lnTo>
                  <a:pt x="677992" y="540102"/>
                </a:lnTo>
                <a:lnTo>
                  <a:pt x="677137" y="530907"/>
                </a:lnTo>
                <a:lnTo>
                  <a:pt x="676116" y="521716"/>
                </a:lnTo>
                <a:lnTo>
                  <a:pt x="674930" y="512531"/>
                </a:lnTo>
                <a:lnTo>
                  <a:pt x="673583" y="503351"/>
                </a:lnTo>
                <a:lnTo>
                  <a:pt x="672077" y="494177"/>
                </a:lnTo>
                <a:lnTo>
                  <a:pt x="670417" y="485009"/>
                </a:lnTo>
                <a:lnTo>
                  <a:pt x="668606" y="475846"/>
                </a:lnTo>
                <a:lnTo>
                  <a:pt x="666648" y="466688"/>
                </a:lnTo>
                <a:lnTo>
                  <a:pt x="664547" y="457534"/>
                </a:lnTo>
                <a:lnTo>
                  <a:pt x="662307" y="448383"/>
                </a:lnTo>
                <a:lnTo>
                  <a:pt x="659934" y="439233"/>
                </a:lnTo>
                <a:lnTo>
                  <a:pt x="657367" y="429695"/>
                </a:lnTo>
                <a:lnTo>
                  <a:pt x="654453" y="419396"/>
                </a:lnTo>
                <a:lnTo>
                  <a:pt x="651180" y="408759"/>
                </a:lnTo>
                <a:lnTo>
                  <a:pt x="647638" y="398165"/>
                </a:lnTo>
                <a:lnTo>
                  <a:pt x="643847" y="387602"/>
                </a:lnTo>
                <a:lnTo>
                  <a:pt x="639827" y="377056"/>
                </a:lnTo>
                <a:lnTo>
                  <a:pt x="635595" y="366521"/>
                </a:lnTo>
                <a:lnTo>
                  <a:pt x="631169" y="355990"/>
                </a:lnTo>
                <a:lnTo>
                  <a:pt x="626563" y="345460"/>
                </a:lnTo>
                <a:lnTo>
                  <a:pt x="621793" y="334929"/>
                </a:lnTo>
                <a:lnTo>
                  <a:pt x="616874" y="324398"/>
                </a:lnTo>
                <a:lnTo>
                  <a:pt x="611821" y="313867"/>
                </a:lnTo>
                <a:lnTo>
                  <a:pt x="606648" y="303339"/>
                </a:lnTo>
                <a:lnTo>
                  <a:pt x="601369" y="292817"/>
                </a:lnTo>
                <a:lnTo>
                  <a:pt x="595998" y="282306"/>
                </a:lnTo>
                <a:lnTo>
                  <a:pt x="590550" y="271811"/>
                </a:lnTo>
                <a:lnTo>
                  <a:pt x="585039" y="261338"/>
                </a:lnTo>
                <a:lnTo>
                  <a:pt x="579477" y="250892"/>
                </a:lnTo>
                <a:lnTo>
                  <a:pt x="573880" y="240481"/>
                </a:lnTo>
                <a:lnTo>
                  <a:pt x="568262" y="230113"/>
                </a:lnTo>
                <a:lnTo>
                  <a:pt x="562635" y="219794"/>
                </a:lnTo>
                <a:lnTo>
                  <a:pt x="557014" y="209534"/>
                </a:lnTo>
                <a:lnTo>
                  <a:pt x="551412" y="199341"/>
                </a:lnTo>
                <a:lnTo>
                  <a:pt x="545843" y="189223"/>
                </a:lnTo>
                <a:lnTo>
                  <a:pt x="540321" y="179191"/>
                </a:lnTo>
                <a:lnTo>
                  <a:pt x="534859" y="169254"/>
                </a:lnTo>
                <a:lnTo>
                  <a:pt x="529471" y="159421"/>
                </a:lnTo>
                <a:lnTo>
                  <a:pt x="524169" y="149704"/>
                </a:lnTo>
                <a:lnTo>
                  <a:pt x="518968" y="140113"/>
                </a:lnTo>
                <a:lnTo>
                  <a:pt x="513879" y="130659"/>
                </a:lnTo>
                <a:lnTo>
                  <a:pt x="508917" y="121354"/>
                </a:lnTo>
                <a:lnTo>
                  <a:pt x="504095" y="112208"/>
                </a:lnTo>
                <a:lnTo>
                  <a:pt x="499425" y="103236"/>
                </a:lnTo>
                <a:lnTo>
                  <a:pt x="494920" y="94449"/>
                </a:lnTo>
                <a:lnTo>
                  <a:pt x="490593" y="85860"/>
                </a:lnTo>
                <a:lnTo>
                  <a:pt x="486456" y="77484"/>
                </a:lnTo>
                <a:lnTo>
                  <a:pt x="482524" y="69335"/>
                </a:lnTo>
                <a:lnTo>
                  <a:pt x="478809" y="61429"/>
                </a:lnTo>
                <a:lnTo>
                  <a:pt x="475323" y="53782"/>
                </a:lnTo>
                <a:lnTo>
                  <a:pt x="472081" y="46413"/>
                </a:lnTo>
                <a:lnTo>
                  <a:pt x="469096" y="39340"/>
                </a:lnTo>
                <a:lnTo>
                  <a:pt x="466381" y="32584"/>
                </a:lnTo>
                <a:lnTo>
                  <a:pt x="463953" y="26172"/>
                </a:lnTo>
                <a:lnTo>
                  <a:pt x="461827" y="20130"/>
                </a:lnTo>
                <a:lnTo>
                  <a:pt x="460021" y="14492"/>
                </a:lnTo>
                <a:lnTo>
                  <a:pt x="458554" y="9300"/>
                </a:lnTo>
                <a:lnTo>
                  <a:pt x="457448" y="4607"/>
                </a:lnTo>
                <a:lnTo>
                  <a:pt x="456531" y="0"/>
                </a:lnTo>
              </a:path>
            </a:pathLst>
          </a:custGeom>
          <a:noFill/>
          <a:ln w="8573">
            <a:solidFill>
              <a:srgbClr val="999999">
                <a:alpha val="60000"/>
              </a:srgbClr>
            </a:solidFill>
            <a:prstDash val="solid"/>
          </a:ln>
        </p:spPr>
      </p:sp>
      <p:sp>
        <p:nvSpPr>
          <p:cNvPr id="1108" name="PANEL_D-lake_side_ascent-lane-2-direction-0-shaft_1409">
            <a:extLst>
              <a:ext uri="{FF2B5EF4-FFF2-40B4-BE49-F238E27FC236}">
                <a16:creationId xmlns:a16="http://schemas.microsoft.com/office/drawing/2014/main" id="{6F1081E3-5F14-4406-9744-3517352385D1}"/>
              </a:ext>
            </a:extLst>
          </p:cNvPr>
          <p:cNvSpPr>
            <a:spLocks/>
          </p:cNvSpPr>
          <p:nvPr/>
        </p:nvSpPr>
        <p:spPr>
          <a:xfrm>
            <a:off x="15253378" y="4713177"/>
            <a:ext cx="29499" cy="100537"/>
          </a:xfrm>
          <a:custGeom>
            <a:pathLst>
              <a:path w="30970" h="105550">
                <a:moveTo>
                  <a:pt x="0" y="105550"/>
                </a:moveTo>
                <a:lnTo>
                  <a:pt x="30970" y="0"/>
                </a:lnTo>
              </a:path>
            </a:pathLst>
          </a:custGeom>
          <a:noFill/>
          <a:ln w="9525">
            <a:solidFill>
              <a:srgbClr val="999999">
                <a:alpha val="85000"/>
              </a:srgbClr>
            </a:solidFill>
            <a:prstDash val="solid"/>
          </a:ln>
        </p:spPr>
      </p:sp>
      <p:sp>
        <p:nvSpPr>
          <p:cNvPr id="1109" name="PANEL_D-lake_side_ascent-lane-2-direction-0-head_1410">
            <a:extLst>
              <a:ext uri="{FF2B5EF4-FFF2-40B4-BE49-F238E27FC236}">
                <a16:creationId xmlns:a16="http://schemas.microsoft.com/office/drawing/2014/main" id="{D9A4F830-4D06-40C8-8C7E-965200F92995}"/>
              </a:ext>
            </a:extLst>
          </p:cNvPr>
          <p:cNvSpPr>
            <a:spLocks/>
          </p:cNvSpPr>
          <p:nvPr/>
        </p:nvSpPr>
        <p:spPr>
          <a:xfrm>
            <a:off x="15255638" y="4694898"/>
            <a:ext cx="38387" cy="51330"/>
          </a:xfrm>
          <a:custGeom>
            <a:pathLst>
              <a:path w="40301" h="53890">
                <a:moveTo>
                  <a:pt x="34228" y="0"/>
                </a:moveTo>
                <a:lnTo>
                  <a:pt x="40301" y="53890"/>
                </a:lnTo>
                <a:lnTo>
                  <a:pt x="0" y="42065"/>
                </a:lnTo>
                <a:close/>
              </a:path>
            </a:pathLst>
          </a:custGeom>
          <a:solidFill>
            <a:srgbClr val="999999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111" name="PANEL_D-land_side_descent-stream-0-run-0_1411">
            <a:extLst>
              <a:ext uri="{FF2B5EF4-FFF2-40B4-BE49-F238E27FC236}">
                <a16:creationId xmlns:a16="http://schemas.microsoft.com/office/drawing/2014/main" id="{2D4CC89D-22CB-4C44-83EC-ECBBC8832177}"/>
              </a:ext>
            </a:extLst>
          </p:cNvPr>
          <p:cNvSpPr>
            <a:spLocks/>
          </p:cNvSpPr>
          <p:nvPr/>
        </p:nvSpPr>
        <p:spPr>
          <a:xfrm>
            <a:off x="11977974" y="4070675"/>
            <a:ext cx="340889" cy="897139"/>
          </a:xfrm>
          <a:custGeom>
            <a:pathLst>
              <a:path w="357888" h="941878">
                <a:moveTo>
                  <a:pt x="140997" y="0"/>
                </a:moveTo>
                <a:lnTo>
                  <a:pt x="140937" y="3972"/>
                </a:lnTo>
                <a:lnTo>
                  <a:pt x="140483" y="8404"/>
                </a:lnTo>
                <a:lnTo>
                  <a:pt x="139854" y="12879"/>
                </a:lnTo>
                <a:lnTo>
                  <a:pt x="139051" y="17403"/>
                </a:lnTo>
                <a:lnTo>
                  <a:pt x="138078" y="21980"/>
                </a:lnTo>
                <a:lnTo>
                  <a:pt x="136938" y="26615"/>
                </a:lnTo>
                <a:lnTo>
                  <a:pt x="135633" y="31306"/>
                </a:lnTo>
                <a:lnTo>
                  <a:pt x="134168" y="36056"/>
                </a:lnTo>
                <a:lnTo>
                  <a:pt x="132547" y="40863"/>
                </a:lnTo>
                <a:lnTo>
                  <a:pt x="130775" y="45728"/>
                </a:lnTo>
                <a:lnTo>
                  <a:pt x="128856" y="50647"/>
                </a:lnTo>
                <a:lnTo>
                  <a:pt x="126795" y="55622"/>
                </a:lnTo>
                <a:lnTo>
                  <a:pt x="124599" y="60649"/>
                </a:lnTo>
                <a:lnTo>
                  <a:pt x="122272" y="65727"/>
                </a:lnTo>
                <a:lnTo>
                  <a:pt x="119820" y="70855"/>
                </a:lnTo>
                <a:lnTo>
                  <a:pt x="117251" y="76031"/>
                </a:lnTo>
                <a:lnTo>
                  <a:pt x="114569" y="81253"/>
                </a:lnTo>
                <a:lnTo>
                  <a:pt x="111781" y="86519"/>
                </a:lnTo>
                <a:lnTo>
                  <a:pt x="108895" y="91827"/>
                </a:lnTo>
                <a:lnTo>
                  <a:pt x="105916" y="97177"/>
                </a:lnTo>
                <a:lnTo>
                  <a:pt x="102853" y="102565"/>
                </a:lnTo>
                <a:lnTo>
                  <a:pt x="99712" y="107991"/>
                </a:lnTo>
                <a:lnTo>
                  <a:pt x="96500" y="113453"/>
                </a:lnTo>
                <a:lnTo>
                  <a:pt x="93225" y="118948"/>
                </a:lnTo>
                <a:lnTo>
                  <a:pt x="89894" y="124475"/>
                </a:lnTo>
                <a:lnTo>
                  <a:pt x="86516" y="130033"/>
                </a:lnTo>
                <a:lnTo>
                  <a:pt x="83098" y="135619"/>
                </a:lnTo>
                <a:lnTo>
                  <a:pt x="79647" y="141232"/>
                </a:lnTo>
                <a:lnTo>
                  <a:pt x="76173" y="146869"/>
                </a:lnTo>
                <a:lnTo>
                  <a:pt x="72682" y="152529"/>
                </a:lnTo>
                <a:lnTo>
                  <a:pt x="69183" y="158210"/>
                </a:lnTo>
                <a:lnTo>
                  <a:pt x="65684" y="163909"/>
                </a:lnTo>
                <a:lnTo>
                  <a:pt x="62193" y="169624"/>
                </a:lnTo>
                <a:lnTo>
                  <a:pt x="58719" y="175354"/>
                </a:lnTo>
                <a:lnTo>
                  <a:pt x="55270" y="181094"/>
                </a:lnTo>
                <a:lnTo>
                  <a:pt x="51854" y="186843"/>
                </a:lnTo>
                <a:lnTo>
                  <a:pt x="48479" y="192598"/>
                </a:lnTo>
                <a:lnTo>
                  <a:pt x="45153" y="198355"/>
                </a:lnTo>
                <a:lnTo>
                  <a:pt x="41886" y="204112"/>
                </a:lnTo>
                <a:lnTo>
                  <a:pt x="38685" y="209863"/>
                </a:lnTo>
                <a:lnTo>
                  <a:pt x="35557" y="215607"/>
                </a:lnTo>
                <a:lnTo>
                  <a:pt x="32512" y="221338"/>
                </a:lnTo>
                <a:lnTo>
                  <a:pt x="29558" y="227052"/>
                </a:lnTo>
                <a:lnTo>
                  <a:pt x="26702" y="232744"/>
                </a:lnTo>
                <a:lnTo>
                  <a:pt x="23952" y="238408"/>
                </a:lnTo>
                <a:lnTo>
                  <a:pt x="21316" y="244040"/>
                </a:lnTo>
                <a:lnTo>
                  <a:pt x="18802" y="249632"/>
                </a:lnTo>
                <a:lnTo>
                  <a:pt x="16417" y="255179"/>
                </a:lnTo>
                <a:lnTo>
                  <a:pt x="14169" y="260672"/>
                </a:lnTo>
                <a:lnTo>
                  <a:pt x="12064" y="266105"/>
                </a:lnTo>
                <a:lnTo>
                  <a:pt x="10109" y="271467"/>
                </a:lnTo>
                <a:lnTo>
                  <a:pt x="8310" y="276751"/>
                </a:lnTo>
                <a:lnTo>
                  <a:pt x="6675" y="281947"/>
                </a:lnTo>
                <a:lnTo>
                  <a:pt x="5208" y="287042"/>
                </a:lnTo>
                <a:lnTo>
                  <a:pt x="3914" y="292027"/>
                </a:lnTo>
                <a:lnTo>
                  <a:pt x="2799" y="296888"/>
                </a:lnTo>
                <a:lnTo>
                  <a:pt x="1866" y="301611"/>
                </a:lnTo>
                <a:lnTo>
                  <a:pt x="1118" y="306182"/>
                </a:lnTo>
                <a:lnTo>
                  <a:pt x="558" y="310584"/>
                </a:lnTo>
                <a:lnTo>
                  <a:pt x="185" y="314802"/>
                </a:lnTo>
                <a:lnTo>
                  <a:pt x="0" y="318817"/>
                </a:lnTo>
                <a:lnTo>
                  <a:pt x="0" y="322610"/>
                </a:lnTo>
                <a:lnTo>
                  <a:pt x="134" y="326517"/>
                </a:lnTo>
                <a:lnTo>
                  <a:pt x="311" y="331003"/>
                </a:lnTo>
                <a:lnTo>
                  <a:pt x="533" y="335828"/>
                </a:lnTo>
                <a:lnTo>
                  <a:pt x="845" y="340642"/>
                </a:lnTo>
                <a:lnTo>
                  <a:pt x="1245" y="345443"/>
                </a:lnTo>
                <a:lnTo>
                  <a:pt x="1731" y="350230"/>
                </a:lnTo>
                <a:lnTo>
                  <a:pt x="2301" y="355002"/>
                </a:lnTo>
                <a:lnTo>
                  <a:pt x="2954" y="359756"/>
                </a:lnTo>
                <a:lnTo>
                  <a:pt x="3687" y="364491"/>
                </a:lnTo>
                <a:lnTo>
                  <a:pt x="4497" y="369206"/>
                </a:lnTo>
                <a:lnTo>
                  <a:pt x="5381" y="373900"/>
                </a:lnTo>
                <a:lnTo>
                  <a:pt x="6337" y="378571"/>
                </a:lnTo>
                <a:lnTo>
                  <a:pt x="7362" y="383218"/>
                </a:lnTo>
                <a:lnTo>
                  <a:pt x="8452" y="387841"/>
                </a:lnTo>
                <a:lnTo>
                  <a:pt x="9604" y="392438"/>
                </a:lnTo>
                <a:lnTo>
                  <a:pt x="10814" y="397010"/>
                </a:lnTo>
                <a:lnTo>
                  <a:pt x="12079" y="401555"/>
                </a:lnTo>
                <a:lnTo>
                  <a:pt x="13395" y="406074"/>
                </a:lnTo>
                <a:lnTo>
                  <a:pt x="14758" y="410566"/>
                </a:lnTo>
                <a:lnTo>
                  <a:pt x="16164" y="415032"/>
                </a:lnTo>
                <a:lnTo>
                  <a:pt x="17610" y="419472"/>
                </a:lnTo>
                <a:lnTo>
                  <a:pt x="19091" y="423887"/>
                </a:lnTo>
                <a:lnTo>
                  <a:pt x="20604" y="428276"/>
                </a:lnTo>
                <a:lnTo>
                  <a:pt x="22144" y="432642"/>
                </a:lnTo>
                <a:lnTo>
                  <a:pt x="23709" y="436986"/>
                </a:lnTo>
                <a:lnTo>
                  <a:pt x="25293" y="441307"/>
                </a:lnTo>
                <a:lnTo>
                  <a:pt x="26894" y="445610"/>
                </a:lnTo>
                <a:lnTo>
                  <a:pt x="28508" y="449894"/>
                </a:lnTo>
                <a:lnTo>
                  <a:pt x="30131" y="454162"/>
                </a:lnTo>
                <a:lnTo>
                  <a:pt x="31761" y="458416"/>
                </a:lnTo>
                <a:lnTo>
                  <a:pt x="33393" y="462659"/>
                </a:lnTo>
                <a:lnTo>
                  <a:pt x="35025" y="466892"/>
                </a:lnTo>
                <a:lnTo>
                  <a:pt x="36654" y="471119"/>
                </a:lnTo>
                <a:lnTo>
                  <a:pt x="38278" y="475342"/>
                </a:lnTo>
                <a:lnTo>
                  <a:pt x="39894" y="479563"/>
                </a:lnTo>
                <a:lnTo>
                  <a:pt x="41500" y="483787"/>
                </a:lnTo>
                <a:lnTo>
                  <a:pt x="43094" y="488017"/>
                </a:lnTo>
                <a:lnTo>
                  <a:pt x="44674" y="492254"/>
                </a:lnTo>
                <a:lnTo>
                  <a:pt x="46240" y="496503"/>
                </a:lnTo>
                <a:lnTo>
                  <a:pt x="47790" y="500767"/>
                </a:lnTo>
                <a:lnTo>
                  <a:pt x="49324" y="505050"/>
                </a:lnTo>
                <a:lnTo>
                  <a:pt x="50840" y="509354"/>
                </a:lnTo>
                <a:lnTo>
                  <a:pt x="52340" y="513683"/>
                </a:lnTo>
                <a:lnTo>
                  <a:pt x="53822" y="518041"/>
                </a:lnTo>
                <a:lnTo>
                  <a:pt x="55288" y="522430"/>
                </a:lnTo>
                <a:lnTo>
                  <a:pt x="56738" y="526855"/>
                </a:lnTo>
                <a:lnTo>
                  <a:pt x="58174" y="531318"/>
                </a:lnTo>
                <a:lnTo>
                  <a:pt x="59597" y="535822"/>
                </a:lnTo>
                <a:lnTo>
                  <a:pt x="61008" y="540370"/>
                </a:lnTo>
                <a:lnTo>
                  <a:pt x="62410" y="544965"/>
                </a:lnTo>
                <a:lnTo>
                  <a:pt x="63805" y="549610"/>
                </a:lnTo>
                <a:lnTo>
                  <a:pt x="65195" y="554308"/>
                </a:lnTo>
                <a:lnTo>
                  <a:pt x="66584" y="559060"/>
                </a:lnTo>
                <a:lnTo>
                  <a:pt x="67974" y="563868"/>
                </a:lnTo>
                <a:lnTo>
                  <a:pt x="69370" y="568736"/>
                </a:lnTo>
                <a:lnTo>
                  <a:pt x="70774" y="573663"/>
                </a:lnTo>
                <a:lnTo>
                  <a:pt x="72191" y="578652"/>
                </a:lnTo>
                <a:lnTo>
                  <a:pt x="73625" y="583704"/>
                </a:lnTo>
                <a:lnTo>
                  <a:pt x="75080" y="588820"/>
                </a:lnTo>
                <a:lnTo>
                  <a:pt x="76561" y="594000"/>
                </a:lnTo>
                <a:lnTo>
                  <a:pt x="78071" y="599245"/>
                </a:lnTo>
                <a:lnTo>
                  <a:pt x="79617" y="604554"/>
                </a:lnTo>
                <a:lnTo>
                  <a:pt x="81203" y="609928"/>
                </a:lnTo>
                <a:lnTo>
                  <a:pt x="82677" y="615125"/>
                </a:lnTo>
                <a:lnTo>
                  <a:pt x="84000" y="620035"/>
                </a:lnTo>
                <a:lnTo>
                  <a:pt x="85452" y="625028"/>
                </a:lnTo>
                <a:lnTo>
                  <a:pt x="87189" y="630322"/>
                </a:lnTo>
                <a:lnTo>
                  <a:pt x="89202" y="635889"/>
                </a:lnTo>
                <a:lnTo>
                  <a:pt x="91482" y="641701"/>
                </a:lnTo>
                <a:lnTo>
                  <a:pt x="94019" y="647734"/>
                </a:lnTo>
                <a:lnTo>
                  <a:pt x="96804" y="653967"/>
                </a:lnTo>
                <a:lnTo>
                  <a:pt x="99828" y="660379"/>
                </a:lnTo>
                <a:lnTo>
                  <a:pt x="103081" y="666953"/>
                </a:lnTo>
                <a:lnTo>
                  <a:pt x="106556" y="673671"/>
                </a:lnTo>
                <a:lnTo>
                  <a:pt x="110244" y="680516"/>
                </a:lnTo>
                <a:lnTo>
                  <a:pt x="114135" y="687474"/>
                </a:lnTo>
                <a:lnTo>
                  <a:pt x="118221" y="694530"/>
                </a:lnTo>
                <a:lnTo>
                  <a:pt x="122496" y="701670"/>
                </a:lnTo>
                <a:lnTo>
                  <a:pt x="126950" y="708881"/>
                </a:lnTo>
                <a:lnTo>
                  <a:pt x="131577" y="716152"/>
                </a:lnTo>
                <a:lnTo>
                  <a:pt x="136368" y="723468"/>
                </a:lnTo>
                <a:lnTo>
                  <a:pt x="141316" y="730820"/>
                </a:lnTo>
                <a:lnTo>
                  <a:pt x="146414" y="738195"/>
                </a:lnTo>
                <a:lnTo>
                  <a:pt x="151654" y="745584"/>
                </a:lnTo>
                <a:lnTo>
                  <a:pt x="157031" y="752974"/>
                </a:lnTo>
                <a:lnTo>
                  <a:pt x="162536" y="760356"/>
                </a:lnTo>
                <a:lnTo>
                  <a:pt x="168162" y="767720"/>
                </a:lnTo>
                <a:lnTo>
                  <a:pt x="173903" y="775056"/>
                </a:lnTo>
                <a:lnTo>
                  <a:pt x="179751" y="782355"/>
                </a:lnTo>
                <a:lnTo>
                  <a:pt x="185701" y="789607"/>
                </a:lnTo>
                <a:lnTo>
                  <a:pt x="191743" y="796804"/>
                </a:lnTo>
                <a:lnTo>
                  <a:pt x="197873" y="803938"/>
                </a:lnTo>
                <a:lnTo>
                  <a:pt x="204082" y="810998"/>
                </a:lnTo>
                <a:lnTo>
                  <a:pt x="210364" y="817979"/>
                </a:lnTo>
                <a:lnTo>
                  <a:pt x="216712" y="824871"/>
                </a:lnTo>
                <a:lnTo>
                  <a:pt x="223118" y="831667"/>
                </a:lnTo>
                <a:lnTo>
                  <a:pt x="229576" y="838360"/>
                </a:lnTo>
                <a:lnTo>
                  <a:pt x="236078" y="844942"/>
                </a:lnTo>
                <a:lnTo>
                  <a:pt x="242617" y="851408"/>
                </a:lnTo>
                <a:lnTo>
                  <a:pt x="249185" y="857750"/>
                </a:lnTo>
                <a:lnTo>
                  <a:pt x="255775" y="863962"/>
                </a:lnTo>
                <a:lnTo>
                  <a:pt x="262380" y="870039"/>
                </a:lnTo>
                <a:lnTo>
                  <a:pt x="268991" y="875975"/>
                </a:lnTo>
                <a:lnTo>
                  <a:pt x="275602" y="881764"/>
                </a:lnTo>
                <a:lnTo>
                  <a:pt x="282205" y="887401"/>
                </a:lnTo>
                <a:lnTo>
                  <a:pt x="288791" y="892882"/>
                </a:lnTo>
                <a:lnTo>
                  <a:pt x="295352" y="898203"/>
                </a:lnTo>
                <a:lnTo>
                  <a:pt x="301882" y="903359"/>
                </a:lnTo>
                <a:lnTo>
                  <a:pt x="308372" y="908347"/>
                </a:lnTo>
                <a:lnTo>
                  <a:pt x="314813" y="913163"/>
                </a:lnTo>
                <a:lnTo>
                  <a:pt x="321199" y="917805"/>
                </a:lnTo>
                <a:lnTo>
                  <a:pt x="327520" y="922270"/>
                </a:lnTo>
                <a:lnTo>
                  <a:pt x="333769" y="926555"/>
                </a:lnTo>
                <a:lnTo>
                  <a:pt x="339938" y="930660"/>
                </a:lnTo>
                <a:lnTo>
                  <a:pt x="346020" y="934582"/>
                </a:lnTo>
                <a:lnTo>
                  <a:pt x="352005" y="938322"/>
                </a:lnTo>
                <a:lnTo>
                  <a:pt x="357888" y="941878"/>
                </a:lnTo>
              </a:path>
            </a:pathLst>
          </a:custGeom>
          <a:noFill/>
          <a:ln w="8573">
            <a:solidFill>
              <a:srgbClr val="868686">
                <a:alpha val="60000"/>
              </a:srgbClr>
            </a:solidFill>
            <a:prstDash val="solid"/>
          </a:ln>
        </p:spPr>
      </p:sp>
      <p:sp>
        <p:nvSpPr>
          <p:cNvPr id="1113" name="PANEL_D-land_side_descent-lane-0-direction-0-shaft_1412">
            <a:extLst>
              <a:ext uri="{FF2B5EF4-FFF2-40B4-BE49-F238E27FC236}">
                <a16:creationId xmlns:a16="http://schemas.microsoft.com/office/drawing/2014/main" id="{0D7586DC-9705-496A-8F77-59C24760163B}"/>
              </a:ext>
            </a:extLst>
          </p:cNvPr>
          <p:cNvSpPr>
            <a:spLocks/>
          </p:cNvSpPr>
          <p:nvPr/>
        </p:nvSpPr>
        <p:spPr>
          <a:xfrm>
            <a:off x="11983780" y="4442402"/>
            <a:ext cx="37095" cy="97989"/>
          </a:xfrm>
          <a:custGeom>
            <a:pathLst>
              <a:path w="38944" h="102875">
                <a:moveTo>
                  <a:pt x="0" y="0"/>
                </a:moveTo>
                <a:lnTo>
                  <a:pt x="38944" y="102875"/>
                </a:lnTo>
              </a:path>
            </a:pathLst>
          </a:custGeom>
          <a:noFill/>
          <a:ln w="9525">
            <a:solidFill>
              <a:srgbClr val="868686">
                <a:alpha val="85000"/>
              </a:srgbClr>
            </a:solidFill>
            <a:prstDash val="solid"/>
          </a:ln>
        </p:spPr>
      </p:sp>
      <p:sp>
        <p:nvSpPr>
          <p:cNvPr id="1114" name="PANEL_D-land_side_descent-lane-0-direction-0-head_1413">
            <a:extLst>
              <a:ext uri="{FF2B5EF4-FFF2-40B4-BE49-F238E27FC236}">
                <a16:creationId xmlns:a16="http://schemas.microsoft.com/office/drawing/2014/main" id="{1F7CC848-111D-41E6-A2EB-2EF3F1E08E75}"/>
              </a:ext>
            </a:extLst>
          </p:cNvPr>
          <p:cNvSpPr>
            <a:spLocks/>
          </p:cNvSpPr>
          <p:nvPr/>
        </p:nvSpPr>
        <p:spPr>
          <a:xfrm>
            <a:off x="11992051" y="4506585"/>
            <a:ext cx="37414" cy="51622"/>
          </a:xfrm>
          <a:custGeom>
            <a:pathLst>
              <a:path w="39280" h="54196">
                <a:moveTo>
                  <a:pt x="37342" y="54196"/>
                </a:moveTo>
                <a:lnTo>
                  <a:pt x="0" y="14870"/>
                </a:lnTo>
                <a:lnTo>
                  <a:pt x="39280" y="0"/>
                </a:lnTo>
                <a:close/>
              </a:path>
            </a:pathLst>
          </a:custGeom>
          <a:solidFill>
            <a:srgbClr val="868686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116" name="PANEL_D-land_side_descent-stream-1-run-0_1414">
            <a:extLst>
              <a:ext uri="{FF2B5EF4-FFF2-40B4-BE49-F238E27FC236}">
                <a16:creationId xmlns:a16="http://schemas.microsoft.com/office/drawing/2014/main" id="{9D23926D-1019-473B-A80F-F3AC8505340F}"/>
              </a:ext>
            </a:extLst>
          </p:cNvPr>
          <p:cNvSpPr>
            <a:spLocks/>
          </p:cNvSpPr>
          <p:nvPr/>
        </p:nvSpPr>
        <p:spPr>
          <a:xfrm>
            <a:off x="11914881" y="4063069"/>
            <a:ext cx="396059" cy="959654"/>
          </a:xfrm>
          <a:custGeom>
            <a:pathLst>
              <a:path w="415810" h="1007511">
                <a:moveTo>
                  <a:pt x="136271" y="0"/>
                </a:moveTo>
                <a:lnTo>
                  <a:pt x="133073" y="3239"/>
                </a:lnTo>
                <a:lnTo>
                  <a:pt x="129773" y="6621"/>
                </a:lnTo>
                <a:lnTo>
                  <a:pt x="126379" y="10148"/>
                </a:lnTo>
                <a:lnTo>
                  <a:pt x="122901" y="13817"/>
                </a:lnTo>
                <a:lnTo>
                  <a:pt x="119346" y="17628"/>
                </a:lnTo>
                <a:lnTo>
                  <a:pt x="115723" y="21580"/>
                </a:lnTo>
                <a:lnTo>
                  <a:pt x="112040" y="25672"/>
                </a:lnTo>
                <a:lnTo>
                  <a:pt x="108306" y="29903"/>
                </a:lnTo>
                <a:lnTo>
                  <a:pt x="104528" y="34272"/>
                </a:lnTo>
                <a:lnTo>
                  <a:pt x="100716" y="38776"/>
                </a:lnTo>
                <a:lnTo>
                  <a:pt x="96877" y="43415"/>
                </a:lnTo>
                <a:lnTo>
                  <a:pt x="93019" y="48188"/>
                </a:lnTo>
                <a:lnTo>
                  <a:pt x="89151" y="53091"/>
                </a:lnTo>
                <a:lnTo>
                  <a:pt x="85281" y="58123"/>
                </a:lnTo>
                <a:lnTo>
                  <a:pt x="81415" y="63283"/>
                </a:lnTo>
                <a:lnTo>
                  <a:pt x="77563" y="68567"/>
                </a:lnTo>
                <a:lnTo>
                  <a:pt x="73732" y="73974"/>
                </a:lnTo>
                <a:lnTo>
                  <a:pt x="69928" y="79500"/>
                </a:lnTo>
                <a:lnTo>
                  <a:pt x="66161" y="85142"/>
                </a:lnTo>
                <a:lnTo>
                  <a:pt x="62436" y="90899"/>
                </a:lnTo>
                <a:lnTo>
                  <a:pt x="58761" y="96765"/>
                </a:lnTo>
                <a:lnTo>
                  <a:pt x="55143" y="102738"/>
                </a:lnTo>
                <a:lnTo>
                  <a:pt x="51589" y="108814"/>
                </a:lnTo>
                <a:lnTo>
                  <a:pt x="48106" y="114989"/>
                </a:lnTo>
                <a:lnTo>
                  <a:pt x="44700" y="121259"/>
                </a:lnTo>
                <a:lnTo>
                  <a:pt x="41377" y="127618"/>
                </a:lnTo>
                <a:lnTo>
                  <a:pt x="38143" y="134064"/>
                </a:lnTo>
                <a:lnTo>
                  <a:pt x="35005" y="140590"/>
                </a:lnTo>
                <a:lnTo>
                  <a:pt x="31969" y="147190"/>
                </a:lnTo>
                <a:lnTo>
                  <a:pt x="29039" y="153861"/>
                </a:lnTo>
                <a:lnTo>
                  <a:pt x="26223" y="160596"/>
                </a:lnTo>
                <a:lnTo>
                  <a:pt x="23524" y="167388"/>
                </a:lnTo>
                <a:lnTo>
                  <a:pt x="20948" y="174232"/>
                </a:lnTo>
                <a:lnTo>
                  <a:pt x="18501" y="181121"/>
                </a:lnTo>
                <a:lnTo>
                  <a:pt x="16186" y="188047"/>
                </a:lnTo>
                <a:lnTo>
                  <a:pt x="14009" y="195004"/>
                </a:lnTo>
                <a:lnTo>
                  <a:pt x="11974" y="201984"/>
                </a:lnTo>
                <a:lnTo>
                  <a:pt x="10086" y="208979"/>
                </a:lnTo>
                <a:lnTo>
                  <a:pt x="8348" y="215981"/>
                </a:lnTo>
                <a:lnTo>
                  <a:pt x="6764" y="222981"/>
                </a:lnTo>
                <a:lnTo>
                  <a:pt x="5338" y="229971"/>
                </a:lnTo>
                <a:lnTo>
                  <a:pt x="4074" y="236940"/>
                </a:lnTo>
                <a:lnTo>
                  <a:pt x="2975" y="243880"/>
                </a:lnTo>
                <a:lnTo>
                  <a:pt x="2044" y="250779"/>
                </a:lnTo>
                <a:lnTo>
                  <a:pt x="1284" y="257628"/>
                </a:lnTo>
                <a:lnTo>
                  <a:pt x="697" y="264416"/>
                </a:lnTo>
                <a:lnTo>
                  <a:pt x="286" y="271131"/>
                </a:lnTo>
                <a:lnTo>
                  <a:pt x="53" y="277760"/>
                </a:lnTo>
                <a:lnTo>
                  <a:pt x="0" y="284292"/>
                </a:lnTo>
                <a:lnTo>
                  <a:pt x="127" y="290713"/>
                </a:lnTo>
                <a:lnTo>
                  <a:pt x="436" y="297009"/>
                </a:lnTo>
                <a:lnTo>
                  <a:pt x="927" y="303167"/>
                </a:lnTo>
                <a:lnTo>
                  <a:pt x="1598" y="309171"/>
                </a:lnTo>
                <a:lnTo>
                  <a:pt x="2450" y="315006"/>
                </a:lnTo>
                <a:lnTo>
                  <a:pt x="3479" y="320655"/>
                </a:lnTo>
                <a:lnTo>
                  <a:pt x="4674" y="326166"/>
                </a:lnTo>
                <a:lnTo>
                  <a:pt x="5963" y="331685"/>
                </a:lnTo>
                <a:lnTo>
                  <a:pt x="7289" y="337233"/>
                </a:lnTo>
                <a:lnTo>
                  <a:pt x="8656" y="342747"/>
                </a:lnTo>
                <a:lnTo>
                  <a:pt x="10059" y="348226"/>
                </a:lnTo>
                <a:lnTo>
                  <a:pt x="11491" y="353669"/>
                </a:lnTo>
                <a:lnTo>
                  <a:pt x="12949" y="359077"/>
                </a:lnTo>
                <a:lnTo>
                  <a:pt x="14427" y="364449"/>
                </a:lnTo>
                <a:lnTo>
                  <a:pt x="15920" y="369785"/>
                </a:lnTo>
                <a:lnTo>
                  <a:pt x="17422" y="375086"/>
                </a:lnTo>
                <a:lnTo>
                  <a:pt x="18930" y="380353"/>
                </a:lnTo>
                <a:lnTo>
                  <a:pt x="20439" y="385586"/>
                </a:lnTo>
                <a:lnTo>
                  <a:pt x="21943" y="390787"/>
                </a:lnTo>
                <a:lnTo>
                  <a:pt x="23439" y="395957"/>
                </a:lnTo>
                <a:lnTo>
                  <a:pt x="24922" y="401098"/>
                </a:lnTo>
                <a:lnTo>
                  <a:pt x="26389" y="406211"/>
                </a:lnTo>
                <a:lnTo>
                  <a:pt x="27835" y="411298"/>
                </a:lnTo>
                <a:lnTo>
                  <a:pt x="29257" y="416362"/>
                </a:lnTo>
                <a:lnTo>
                  <a:pt x="30651" y="421406"/>
                </a:lnTo>
                <a:lnTo>
                  <a:pt x="32016" y="426431"/>
                </a:lnTo>
                <a:lnTo>
                  <a:pt x="33348" y="431440"/>
                </a:lnTo>
                <a:lnTo>
                  <a:pt x="34644" y="436437"/>
                </a:lnTo>
                <a:lnTo>
                  <a:pt x="35903" y="441424"/>
                </a:lnTo>
                <a:lnTo>
                  <a:pt x="37122" y="446405"/>
                </a:lnTo>
                <a:lnTo>
                  <a:pt x="38301" y="451383"/>
                </a:lnTo>
                <a:lnTo>
                  <a:pt x="39438" y="456362"/>
                </a:lnTo>
                <a:lnTo>
                  <a:pt x="40533" y="461344"/>
                </a:lnTo>
                <a:lnTo>
                  <a:pt x="41585" y="466333"/>
                </a:lnTo>
                <a:lnTo>
                  <a:pt x="42594" y="471333"/>
                </a:lnTo>
                <a:lnTo>
                  <a:pt x="43561" y="476347"/>
                </a:lnTo>
                <a:lnTo>
                  <a:pt x="44486" y="481379"/>
                </a:lnTo>
                <a:lnTo>
                  <a:pt x="45370" y="486432"/>
                </a:lnTo>
                <a:lnTo>
                  <a:pt x="46216" y="491509"/>
                </a:lnTo>
                <a:lnTo>
                  <a:pt x="47024" y="496615"/>
                </a:lnTo>
                <a:lnTo>
                  <a:pt x="47796" y="501753"/>
                </a:lnTo>
                <a:lnTo>
                  <a:pt x="48537" y="506925"/>
                </a:lnTo>
                <a:lnTo>
                  <a:pt x="49247" y="512134"/>
                </a:lnTo>
                <a:lnTo>
                  <a:pt x="49931" y="517384"/>
                </a:lnTo>
                <a:lnTo>
                  <a:pt x="50592" y="522677"/>
                </a:lnTo>
                <a:lnTo>
                  <a:pt x="51233" y="528016"/>
                </a:lnTo>
                <a:lnTo>
                  <a:pt x="51860" y="533403"/>
                </a:lnTo>
                <a:lnTo>
                  <a:pt x="52476" y="538840"/>
                </a:lnTo>
                <a:lnTo>
                  <a:pt x="53086" y="544329"/>
                </a:lnTo>
                <a:lnTo>
                  <a:pt x="53694" y="549872"/>
                </a:lnTo>
                <a:lnTo>
                  <a:pt x="54307" y="555470"/>
                </a:lnTo>
                <a:lnTo>
                  <a:pt x="54929" y="561124"/>
                </a:lnTo>
                <a:lnTo>
                  <a:pt x="55565" y="566835"/>
                </a:lnTo>
                <a:lnTo>
                  <a:pt x="56222" y="572604"/>
                </a:lnTo>
                <a:lnTo>
                  <a:pt x="56906" y="578431"/>
                </a:lnTo>
                <a:lnTo>
                  <a:pt x="57621" y="584316"/>
                </a:lnTo>
                <a:lnTo>
                  <a:pt x="58375" y="590258"/>
                </a:lnTo>
                <a:lnTo>
                  <a:pt x="59172" y="596257"/>
                </a:lnTo>
                <a:lnTo>
                  <a:pt x="60021" y="602312"/>
                </a:lnTo>
                <a:lnTo>
                  <a:pt x="60925" y="608421"/>
                </a:lnTo>
                <a:lnTo>
                  <a:pt x="61892" y="614584"/>
                </a:lnTo>
                <a:lnTo>
                  <a:pt x="62928" y="620799"/>
                </a:lnTo>
                <a:lnTo>
                  <a:pt x="64039" y="627062"/>
                </a:lnTo>
                <a:lnTo>
                  <a:pt x="65230" y="633372"/>
                </a:lnTo>
                <a:lnTo>
                  <a:pt x="66509" y="639727"/>
                </a:lnTo>
                <a:lnTo>
                  <a:pt x="67879" y="646123"/>
                </a:lnTo>
                <a:lnTo>
                  <a:pt x="69349" y="652557"/>
                </a:lnTo>
                <a:lnTo>
                  <a:pt x="70921" y="659026"/>
                </a:lnTo>
                <a:lnTo>
                  <a:pt x="72603" y="665526"/>
                </a:lnTo>
                <a:lnTo>
                  <a:pt x="74393" y="672043"/>
                </a:lnTo>
                <a:lnTo>
                  <a:pt x="76378" y="678627"/>
                </a:lnTo>
                <a:lnTo>
                  <a:pt x="78654" y="685344"/>
                </a:lnTo>
                <a:lnTo>
                  <a:pt x="81220" y="692184"/>
                </a:lnTo>
                <a:lnTo>
                  <a:pt x="84066" y="699131"/>
                </a:lnTo>
                <a:lnTo>
                  <a:pt x="87184" y="706171"/>
                </a:lnTo>
                <a:lnTo>
                  <a:pt x="90566" y="713288"/>
                </a:lnTo>
                <a:lnTo>
                  <a:pt x="94202" y="720469"/>
                </a:lnTo>
                <a:lnTo>
                  <a:pt x="98084" y="727702"/>
                </a:lnTo>
                <a:lnTo>
                  <a:pt x="102205" y="734975"/>
                </a:lnTo>
                <a:lnTo>
                  <a:pt x="106555" y="742278"/>
                </a:lnTo>
                <a:lnTo>
                  <a:pt x="111126" y="749600"/>
                </a:lnTo>
                <a:lnTo>
                  <a:pt x="115911" y="756932"/>
                </a:lnTo>
                <a:lnTo>
                  <a:pt x="120901" y="764263"/>
                </a:lnTo>
                <a:lnTo>
                  <a:pt x="126087" y="771586"/>
                </a:lnTo>
                <a:lnTo>
                  <a:pt x="131463" y="778891"/>
                </a:lnTo>
                <a:lnTo>
                  <a:pt x="137020" y="786172"/>
                </a:lnTo>
                <a:lnTo>
                  <a:pt x="142749" y="793419"/>
                </a:lnTo>
                <a:lnTo>
                  <a:pt x="148643" y="800627"/>
                </a:lnTo>
                <a:lnTo>
                  <a:pt x="154693" y="807787"/>
                </a:lnTo>
                <a:lnTo>
                  <a:pt x="160891" y="814894"/>
                </a:lnTo>
                <a:lnTo>
                  <a:pt x="167228" y="821941"/>
                </a:lnTo>
                <a:lnTo>
                  <a:pt x="173697" y="828922"/>
                </a:lnTo>
                <a:lnTo>
                  <a:pt x="180289" y="835832"/>
                </a:lnTo>
                <a:lnTo>
                  <a:pt x="186994" y="842664"/>
                </a:lnTo>
                <a:lnTo>
                  <a:pt x="193805" y="849415"/>
                </a:lnTo>
                <a:lnTo>
                  <a:pt x="200713" y="856080"/>
                </a:lnTo>
                <a:lnTo>
                  <a:pt x="207708" y="862653"/>
                </a:lnTo>
                <a:lnTo>
                  <a:pt x="214782" y="869130"/>
                </a:lnTo>
                <a:lnTo>
                  <a:pt x="221927" y="875509"/>
                </a:lnTo>
                <a:lnTo>
                  <a:pt x="229131" y="881784"/>
                </a:lnTo>
                <a:lnTo>
                  <a:pt x="236388" y="887953"/>
                </a:lnTo>
                <a:lnTo>
                  <a:pt x="243686" y="894013"/>
                </a:lnTo>
                <a:lnTo>
                  <a:pt x="251017" y="899960"/>
                </a:lnTo>
                <a:lnTo>
                  <a:pt x="258372" y="905791"/>
                </a:lnTo>
                <a:lnTo>
                  <a:pt x="265740" y="911505"/>
                </a:lnTo>
                <a:lnTo>
                  <a:pt x="273111" y="917100"/>
                </a:lnTo>
                <a:lnTo>
                  <a:pt x="280477" y="922572"/>
                </a:lnTo>
                <a:lnTo>
                  <a:pt x="287827" y="927920"/>
                </a:lnTo>
                <a:lnTo>
                  <a:pt x="295151" y="933144"/>
                </a:lnTo>
                <a:lnTo>
                  <a:pt x="302440" y="938240"/>
                </a:lnTo>
                <a:lnTo>
                  <a:pt x="309683" y="943209"/>
                </a:lnTo>
                <a:lnTo>
                  <a:pt x="316869" y="948048"/>
                </a:lnTo>
                <a:lnTo>
                  <a:pt x="323990" y="952758"/>
                </a:lnTo>
                <a:lnTo>
                  <a:pt x="331034" y="957336"/>
                </a:lnTo>
                <a:lnTo>
                  <a:pt x="337991" y="961784"/>
                </a:lnTo>
                <a:lnTo>
                  <a:pt x="344852" y="966099"/>
                </a:lnTo>
                <a:lnTo>
                  <a:pt x="351605" y="970282"/>
                </a:lnTo>
                <a:lnTo>
                  <a:pt x="358239" y="974332"/>
                </a:lnTo>
                <a:lnTo>
                  <a:pt x="364746" y="978249"/>
                </a:lnTo>
                <a:lnTo>
                  <a:pt x="371114" y="982034"/>
                </a:lnTo>
                <a:lnTo>
                  <a:pt x="377333" y="985685"/>
                </a:lnTo>
                <a:lnTo>
                  <a:pt x="383392" y="989202"/>
                </a:lnTo>
                <a:lnTo>
                  <a:pt x="389281" y="992587"/>
                </a:lnTo>
                <a:lnTo>
                  <a:pt x="394989" y="995838"/>
                </a:lnTo>
                <a:lnTo>
                  <a:pt x="400507" y="998956"/>
                </a:lnTo>
                <a:lnTo>
                  <a:pt x="405823" y="1001941"/>
                </a:lnTo>
                <a:lnTo>
                  <a:pt x="410927" y="1004793"/>
                </a:lnTo>
                <a:lnTo>
                  <a:pt x="415810" y="1007511"/>
                </a:lnTo>
              </a:path>
            </a:pathLst>
          </a:custGeom>
          <a:noFill/>
          <a:ln w="11430">
            <a:solidFill>
              <a:srgbClr val="868686">
                <a:alpha val="87000"/>
              </a:srgbClr>
            </a:solidFill>
            <a:prstDash val="solid"/>
          </a:ln>
        </p:spPr>
      </p:sp>
      <p:sp>
        <p:nvSpPr>
          <p:cNvPr id="1118" name="PANEL_D-land_side_descent-lane-1-direction-0-shaft_1415">
            <a:extLst>
              <a:ext uri="{FF2B5EF4-FFF2-40B4-BE49-F238E27FC236}">
                <a16:creationId xmlns:a16="http://schemas.microsoft.com/office/drawing/2014/main" id="{1DD47ED6-896F-491B-83CE-00A0245DB894}"/>
              </a:ext>
            </a:extLst>
          </p:cNvPr>
          <p:cNvSpPr>
            <a:spLocks/>
          </p:cNvSpPr>
          <p:nvPr/>
        </p:nvSpPr>
        <p:spPr>
          <a:xfrm>
            <a:off x="11962298" y="4672804"/>
            <a:ext cx="50610" cy="91741"/>
          </a:xfrm>
          <a:custGeom>
            <a:pathLst>
              <a:path w="53134" h="96316">
                <a:moveTo>
                  <a:pt x="0" y="0"/>
                </a:moveTo>
                <a:lnTo>
                  <a:pt x="53134" y="96316"/>
                </a:lnTo>
              </a:path>
            </a:pathLst>
          </a:custGeom>
          <a:noFill/>
          <a:ln w="9525">
            <a:solidFill>
              <a:srgbClr val="868686">
                <a:alpha val="85000"/>
              </a:srgbClr>
            </a:solidFill>
            <a:prstDash val="solid"/>
          </a:ln>
        </p:spPr>
      </p:sp>
      <p:sp>
        <p:nvSpPr>
          <p:cNvPr id="1119" name="PANEL_D-land_side_descent-lane-1-direction-0-head_1416">
            <a:extLst>
              <a:ext uri="{FF2B5EF4-FFF2-40B4-BE49-F238E27FC236}">
                <a16:creationId xmlns:a16="http://schemas.microsoft.com/office/drawing/2014/main" id="{05AE56BE-BF98-484B-8AE6-FEF7D51600B2}"/>
              </a:ext>
            </a:extLst>
          </p:cNvPr>
          <p:cNvSpPr>
            <a:spLocks/>
          </p:cNvSpPr>
          <p:nvPr/>
        </p:nvSpPr>
        <p:spPr>
          <a:xfrm>
            <a:off x="11981590" y="4729863"/>
            <a:ext cx="40519" cy="51362"/>
          </a:xfrm>
          <a:custGeom>
            <a:pathLst>
              <a:path w="42539" h="53924">
                <a:moveTo>
                  <a:pt x="42539" y="53924"/>
                </a:moveTo>
                <a:lnTo>
                  <a:pt x="0" y="20287"/>
                </a:lnTo>
                <a:lnTo>
                  <a:pt x="36775" y="0"/>
                </a:lnTo>
                <a:close/>
              </a:path>
            </a:pathLst>
          </a:custGeom>
          <a:solidFill>
            <a:srgbClr val="868686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121" name="PANEL_D-land_side_descent-stream-2-run-0_1417">
            <a:extLst>
              <a:ext uri="{FF2B5EF4-FFF2-40B4-BE49-F238E27FC236}">
                <a16:creationId xmlns:a16="http://schemas.microsoft.com/office/drawing/2014/main" id="{C662690A-10E1-409E-95E4-ECB1C92BAD1E}"/>
              </a:ext>
            </a:extLst>
          </p:cNvPr>
          <p:cNvSpPr>
            <a:spLocks/>
          </p:cNvSpPr>
          <p:nvPr/>
        </p:nvSpPr>
        <p:spPr>
          <a:xfrm>
            <a:off x="11831220" y="4050584"/>
            <a:ext cx="462042" cy="1024458"/>
          </a:xfrm>
          <a:custGeom>
            <a:pathLst>
              <a:path w="485083" h="1075547">
                <a:moveTo>
                  <a:pt x="138142" y="0"/>
                </a:moveTo>
                <a:lnTo>
                  <a:pt x="134036" y="3925"/>
                </a:lnTo>
                <a:lnTo>
                  <a:pt x="129923" y="8045"/>
                </a:lnTo>
                <a:lnTo>
                  <a:pt x="125809" y="12355"/>
                </a:lnTo>
                <a:lnTo>
                  <a:pt x="121698" y="16851"/>
                </a:lnTo>
                <a:lnTo>
                  <a:pt x="117598" y="21528"/>
                </a:lnTo>
                <a:lnTo>
                  <a:pt x="113513" y="26382"/>
                </a:lnTo>
                <a:lnTo>
                  <a:pt x="109450" y="31407"/>
                </a:lnTo>
                <a:lnTo>
                  <a:pt x="105411" y="36599"/>
                </a:lnTo>
                <a:lnTo>
                  <a:pt x="101404" y="41954"/>
                </a:lnTo>
                <a:lnTo>
                  <a:pt x="97432" y="47465"/>
                </a:lnTo>
                <a:lnTo>
                  <a:pt x="93499" y="53127"/>
                </a:lnTo>
                <a:lnTo>
                  <a:pt x="89609" y="58936"/>
                </a:lnTo>
                <a:lnTo>
                  <a:pt x="85767" y="64886"/>
                </a:lnTo>
                <a:lnTo>
                  <a:pt x="81976" y="70971"/>
                </a:lnTo>
                <a:lnTo>
                  <a:pt x="78240" y="77186"/>
                </a:lnTo>
                <a:lnTo>
                  <a:pt x="74563" y="83525"/>
                </a:lnTo>
                <a:lnTo>
                  <a:pt x="70946" y="89982"/>
                </a:lnTo>
                <a:lnTo>
                  <a:pt x="67393" y="96551"/>
                </a:lnTo>
                <a:lnTo>
                  <a:pt x="63908" y="103227"/>
                </a:lnTo>
                <a:lnTo>
                  <a:pt x="60492" y="110004"/>
                </a:lnTo>
                <a:lnTo>
                  <a:pt x="57149" y="116875"/>
                </a:lnTo>
                <a:lnTo>
                  <a:pt x="53880" y="123835"/>
                </a:lnTo>
                <a:lnTo>
                  <a:pt x="50688" y="130878"/>
                </a:lnTo>
                <a:lnTo>
                  <a:pt x="47575" y="137997"/>
                </a:lnTo>
                <a:lnTo>
                  <a:pt x="44544" y="145188"/>
                </a:lnTo>
                <a:lnTo>
                  <a:pt x="41595" y="152443"/>
                </a:lnTo>
                <a:lnTo>
                  <a:pt x="38731" y="159758"/>
                </a:lnTo>
                <a:lnTo>
                  <a:pt x="35954" y="167127"/>
                </a:lnTo>
                <a:lnTo>
                  <a:pt x="33265" y="174545"/>
                </a:lnTo>
                <a:lnTo>
                  <a:pt x="30666" y="182006"/>
                </a:lnTo>
                <a:lnTo>
                  <a:pt x="28158" y="189504"/>
                </a:lnTo>
                <a:lnTo>
                  <a:pt x="25744" y="197036"/>
                </a:lnTo>
                <a:lnTo>
                  <a:pt x="23425" y="204597"/>
                </a:lnTo>
                <a:lnTo>
                  <a:pt x="21203" y="212182"/>
                </a:lnTo>
                <a:lnTo>
                  <a:pt x="19079" y="219787"/>
                </a:lnTo>
                <a:lnTo>
                  <a:pt x="17056" y="227409"/>
                </a:lnTo>
                <a:lnTo>
                  <a:pt x="15134" y="235044"/>
                </a:lnTo>
                <a:lnTo>
                  <a:pt x="13318" y="242690"/>
                </a:lnTo>
                <a:lnTo>
                  <a:pt x="11608" y="250345"/>
                </a:lnTo>
                <a:lnTo>
                  <a:pt x="10007" y="258006"/>
                </a:lnTo>
                <a:lnTo>
                  <a:pt x="8519" y="265674"/>
                </a:lnTo>
                <a:lnTo>
                  <a:pt x="7146" y="273346"/>
                </a:lnTo>
                <a:lnTo>
                  <a:pt x="5894" y="281024"/>
                </a:lnTo>
                <a:lnTo>
                  <a:pt x="4765" y="288708"/>
                </a:lnTo>
                <a:lnTo>
                  <a:pt x="3765" y="296400"/>
                </a:lnTo>
                <a:lnTo>
                  <a:pt x="2901" y="304103"/>
                </a:lnTo>
                <a:lnTo>
                  <a:pt x="2179" y="311820"/>
                </a:lnTo>
                <a:lnTo>
                  <a:pt x="1608" y="319554"/>
                </a:lnTo>
                <a:lnTo>
                  <a:pt x="1245" y="326944"/>
                </a:lnTo>
                <a:lnTo>
                  <a:pt x="1066" y="333613"/>
                </a:lnTo>
                <a:lnTo>
                  <a:pt x="948" y="339922"/>
                </a:lnTo>
                <a:lnTo>
                  <a:pt x="839" y="346228"/>
                </a:lnTo>
                <a:lnTo>
                  <a:pt x="740" y="352531"/>
                </a:lnTo>
                <a:lnTo>
                  <a:pt x="649" y="358833"/>
                </a:lnTo>
                <a:lnTo>
                  <a:pt x="564" y="365134"/>
                </a:lnTo>
                <a:lnTo>
                  <a:pt x="485" y="371437"/>
                </a:lnTo>
                <a:lnTo>
                  <a:pt x="410" y="377742"/>
                </a:lnTo>
                <a:lnTo>
                  <a:pt x="341" y="384050"/>
                </a:lnTo>
                <a:lnTo>
                  <a:pt x="276" y="390364"/>
                </a:lnTo>
                <a:lnTo>
                  <a:pt x="216" y="396683"/>
                </a:lnTo>
                <a:lnTo>
                  <a:pt x="161" y="403011"/>
                </a:lnTo>
                <a:lnTo>
                  <a:pt x="112" y="409348"/>
                </a:lnTo>
                <a:lnTo>
                  <a:pt x="70" y="415697"/>
                </a:lnTo>
                <a:lnTo>
                  <a:pt x="36" y="422057"/>
                </a:lnTo>
                <a:lnTo>
                  <a:pt x="12" y="428432"/>
                </a:lnTo>
                <a:lnTo>
                  <a:pt x="0" y="434822"/>
                </a:lnTo>
                <a:lnTo>
                  <a:pt x="2" y="441229"/>
                </a:lnTo>
                <a:lnTo>
                  <a:pt x="19" y="447655"/>
                </a:lnTo>
                <a:lnTo>
                  <a:pt x="55" y="454099"/>
                </a:lnTo>
                <a:lnTo>
                  <a:pt x="113" y="460565"/>
                </a:lnTo>
                <a:lnTo>
                  <a:pt x="195" y="467052"/>
                </a:lnTo>
                <a:lnTo>
                  <a:pt x="305" y="473563"/>
                </a:lnTo>
                <a:lnTo>
                  <a:pt x="445" y="480096"/>
                </a:lnTo>
                <a:lnTo>
                  <a:pt x="621" y="486654"/>
                </a:lnTo>
                <a:lnTo>
                  <a:pt x="835" y="493237"/>
                </a:lnTo>
                <a:lnTo>
                  <a:pt x="1092" y="499845"/>
                </a:lnTo>
                <a:lnTo>
                  <a:pt x="1395" y="506479"/>
                </a:lnTo>
                <a:lnTo>
                  <a:pt x="1749" y="513138"/>
                </a:lnTo>
                <a:lnTo>
                  <a:pt x="2158" y="519822"/>
                </a:lnTo>
                <a:lnTo>
                  <a:pt x="2626" y="526531"/>
                </a:lnTo>
                <a:lnTo>
                  <a:pt x="3159" y="533265"/>
                </a:lnTo>
                <a:lnTo>
                  <a:pt x="3760" y="540023"/>
                </a:lnTo>
                <a:lnTo>
                  <a:pt x="4434" y="546804"/>
                </a:lnTo>
                <a:lnTo>
                  <a:pt x="5185" y="553606"/>
                </a:lnTo>
                <a:lnTo>
                  <a:pt x="6019" y="560429"/>
                </a:lnTo>
                <a:lnTo>
                  <a:pt x="6939" y="567270"/>
                </a:lnTo>
                <a:lnTo>
                  <a:pt x="7951" y="574129"/>
                </a:lnTo>
                <a:lnTo>
                  <a:pt x="9057" y="581003"/>
                </a:lnTo>
                <a:lnTo>
                  <a:pt x="10264" y="587891"/>
                </a:lnTo>
                <a:lnTo>
                  <a:pt x="11575" y="594790"/>
                </a:lnTo>
                <a:lnTo>
                  <a:pt x="12993" y="601697"/>
                </a:lnTo>
                <a:lnTo>
                  <a:pt x="14524" y="608610"/>
                </a:lnTo>
                <a:lnTo>
                  <a:pt x="16171" y="615527"/>
                </a:lnTo>
                <a:lnTo>
                  <a:pt x="17937" y="622444"/>
                </a:lnTo>
                <a:lnTo>
                  <a:pt x="19826" y="629359"/>
                </a:lnTo>
                <a:lnTo>
                  <a:pt x="21841" y="636268"/>
                </a:lnTo>
                <a:lnTo>
                  <a:pt x="23985" y="643168"/>
                </a:lnTo>
                <a:lnTo>
                  <a:pt x="26262" y="650056"/>
                </a:lnTo>
                <a:lnTo>
                  <a:pt x="28672" y="656930"/>
                </a:lnTo>
                <a:lnTo>
                  <a:pt x="31220" y="663784"/>
                </a:lnTo>
                <a:lnTo>
                  <a:pt x="33906" y="670617"/>
                </a:lnTo>
                <a:lnTo>
                  <a:pt x="36734" y="677424"/>
                </a:lnTo>
                <a:lnTo>
                  <a:pt x="39703" y="684202"/>
                </a:lnTo>
                <a:lnTo>
                  <a:pt x="42817" y="690948"/>
                </a:lnTo>
                <a:lnTo>
                  <a:pt x="46075" y="697659"/>
                </a:lnTo>
                <a:lnTo>
                  <a:pt x="49478" y="704331"/>
                </a:lnTo>
                <a:lnTo>
                  <a:pt x="53027" y="710961"/>
                </a:lnTo>
                <a:lnTo>
                  <a:pt x="56723" y="717547"/>
                </a:lnTo>
                <a:lnTo>
                  <a:pt x="60565" y="724084"/>
                </a:lnTo>
                <a:lnTo>
                  <a:pt x="64552" y="730571"/>
                </a:lnTo>
                <a:lnTo>
                  <a:pt x="68685" y="737004"/>
                </a:lnTo>
                <a:lnTo>
                  <a:pt x="73136" y="743645"/>
                </a:lnTo>
                <a:lnTo>
                  <a:pt x="78122" y="750720"/>
                </a:lnTo>
                <a:lnTo>
                  <a:pt x="83497" y="757912"/>
                </a:lnTo>
                <a:lnTo>
                  <a:pt x="89075" y="764964"/>
                </a:lnTo>
                <a:lnTo>
                  <a:pt x="94847" y="771891"/>
                </a:lnTo>
                <a:lnTo>
                  <a:pt x="100808" y="778704"/>
                </a:lnTo>
                <a:lnTo>
                  <a:pt x="106949" y="785415"/>
                </a:lnTo>
                <a:lnTo>
                  <a:pt x="113265" y="792032"/>
                </a:lnTo>
                <a:lnTo>
                  <a:pt x="119749" y="798562"/>
                </a:lnTo>
                <a:lnTo>
                  <a:pt x="126395" y="805012"/>
                </a:lnTo>
                <a:lnTo>
                  <a:pt x="133195" y="811387"/>
                </a:lnTo>
                <a:lnTo>
                  <a:pt x="140143" y="817692"/>
                </a:lnTo>
                <a:lnTo>
                  <a:pt x="147231" y="823930"/>
                </a:lnTo>
                <a:lnTo>
                  <a:pt x="154452" y="830105"/>
                </a:lnTo>
                <a:lnTo>
                  <a:pt x="161797" y="836219"/>
                </a:lnTo>
                <a:lnTo>
                  <a:pt x="169260" y="842276"/>
                </a:lnTo>
                <a:lnTo>
                  <a:pt x="176833" y="848277"/>
                </a:lnTo>
                <a:lnTo>
                  <a:pt x="184506" y="854225"/>
                </a:lnTo>
                <a:lnTo>
                  <a:pt x="192272" y="860121"/>
                </a:lnTo>
                <a:lnTo>
                  <a:pt x="200121" y="865966"/>
                </a:lnTo>
                <a:lnTo>
                  <a:pt x="208046" y="871762"/>
                </a:lnTo>
                <a:lnTo>
                  <a:pt x="216038" y="877511"/>
                </a:lnTo>
                <a:lnTo>
                  <a:pt x="224086" y="883214"/>
                </a:lnTo>
                <a:lnTo>
                  <a:pt x="232183" y="888870"/>
                </a:lnTo>
                <a:lnTo>
                  <a:pt x="240319" y="894483"/>
                </a:lnTo>
                <a:lnTo>
                  <a:pt x="248485" y="900052"/>
                </a:lnTo>
                <a:lnTo>
                  <a:pt x="256671" y="905578"/>
                </a:lnTo>
                <a:lnTo>
                  <a:pt x="264868" y="911062"/>
                </a:lnTo>
                <a:lnTo>
                  <a:pt x="273066" y="916505"/>
                </a:lnTo>
                <a:lnTo>
                  <a:pt x="281256" y="921908"/>
                </a:lnTo>
                <a:lnTo>
                  <a:pt x="289428" y="927270"/>
                </a:lnTo>
                <a:lnTo>
                  <a:pt x="297572" y="932592"/>
                </a:lnTo>
                <a:lnTo>
                  <a:pt x="305679" y="937875"/>
                </a:lnTo>
                <a:lnTo>
                  <a:pt x="313740" y="943119"/>
                </a:lnTo>
                <a:lnTo>
                  <a:pt x="321743" y="948324"/>
                </a:lnTo>
                <a:lnTo>
                  <a:pt x="329680" y="953490"/>
                </a:lnTo>
                <a:lnTo>
                  <a:pt x="337540" y="958617"/>
                </a:lnTo>
                <a:lnTo>
                  <a:pt x="345315" y="963704"/>
                </a:lnTo>
                <a:lnTo>
                  <a:pt x="352995" y="968752"/>
                </a:lnTo>
                <a:lnTo>
                  <a:pt x="360568" y="973759"/>
                </a:lnTo>
                <a:lnTo>
                  <a:pt x="368027" y="978725"/>
                </a:lnTo>
                <a:lnTo>
                  <a:pt x="375361" y="983649"/>
                </a:lnTo>
                <a:lnTo>
                  <a:pt x="382561" y="988530"/>
                </a:lnTo>
                <a:lnTo>
                  <a:pt x="389617" y="993366"/>
                </a:lnTo>
                <a:lnTo>
                  <a:pt x="396519" y="998157"/>
                </a:lnTo>
                <a:lnTo>
                  <a:pt x="403259" y="1002899"/>
                </a:lnTo>
                <a:lnTo>
                  <a:pt x="409825" y="1007591"/>
                </a:lnTo>
                <a:lnTo>
                  <a:pt x="416208" y="1012231"/>
                </a:lnTo>
                <a:lnTo>
                  <a:pt x="422399" y="1016815"/>
                </a:lnTo>
                <a:lnTo>
                  <a:pt x="428389" y="1021341"/>
                </a:lnTo>
                <a:lnTo>
                  <a:pt x="434166" y="1025805"/>
                </a:lnTo>
                <a:lnTo>
                  <a:pt x="439721" y="1030203"/>
                </a:lnTo>
                <a:lnTo>
                  <a:pt x="445044" y="1034531"/>
                </a:lnTo>
                <a:lnTo>
                  <a:pt x="450125" y="1038783"/>
                </a:lnTo>
                <a:lnTo>
                  <a:pt x="454952" y="1042954"/>
                </a:lnTo>
                <a:lnTo>
                  <a:pt x="459514" y="1047037"/>
                </a:lnTo>
                <a:lnTo>
                  <a:pt x="463800" y="1051025"/>
                </a:lnTo>
                <a:lnTo>
                  <a:pt x="467796" y="1054908"/>
                </a:lnTo>
                <a:lnTo>
                  <a:pt x="471489" y="1058678"/>
                </a:lnTo>
                <a:lnTo>
                  <a:pt x="474864" y="1062321"/>
                </a:lnTo>
                <a:lnTo>
                  <a:pt x="477903" y="1065823"/>
                </a:lnTo>
                <a:lnTo>
                  <a:pt x="480586" y="1069166"/>
                </a:lnTo>
                <a:lnTo>
                  <a:pt x="482890" y="1072327"/>
                </a:lnTo>
                <a:lnTo>
                  <a:pt x="485083" y="1075547"/>
                </a:lnTo>
              </a:path>
            </a:pathLst>
          </a:custGeom>
          <a:noFill/>
          <a:ln w="8573">
            <a:solidFill>
              <a:srgbClr val="868686">
                <a:alpha val="60000"/>
              </a:srgbClr>
            </a:solidFill>
            <a:prstDash val="solid"/>
          </a:ln>
        </p:spPr>
      </p:sp>
      <p:sp>
        <p:nvSpPr>
          <p:cNvPr id="1123" name="PANEL_D-land_side_descent-lane-2-direction-0-shaft_1418">
            <a:extLst>
              <a:ext uri="{FF2B5EF4-FFF2-40B4-BE49-F238E27FC236}">
                <a16:creationId xmlns:a16="http://schemas.microsoft.com/office/drawing/2014/main" id="{B7F06D82-FBB2-4AF1-8729-B000F3D28B30}"/>
              </a:ext>
            </a:extLst>
          </p:cNvPr>
          <p:cNvSpPr>
            <a:spLocks/>
          </p:cNvSpPr>
          <p:nvPr/>
        </p:nvSpPr>
        <p:spPr>
          <a:xfrm>
            <a:off x="11824554" y="4565426"/>
            <a:ext cx="30217" cy="100323"/>
          </a:xfrm>
          <a:custGeom>
            <a:pathLst>
              <a:path w="31724" h="105326">
                <a:moveTo>
                  <a:pt x="0" y="0"/>
                </a:moveTo>
                <a:lnTo>
                  <a:pt x="31724" y="105326"/>
                </a:lnTo>
              </a:path>
            </a:pathLst>
          </a:custGeom>
          <a:noFill/>
          <a:ln w="9525">
            <a:solidFill>
              <a:srgbClr val="868686">
                <a:alpha val="85000"/>
              </a:srgbClr>
            </a:solidFill>
            <a:prstDash val="solid"/>
          </a:ln>
        </p:spPr>
      </p:sp>
      <p:sp>
        <p:nvSpPr>
          <p:cNvPr id="1124" name="PANEL_D-land_side_descent-lane-2-direction-0-head_1419">
            <a:extLst>
              <a:ext uri="{FF2B5EF4-FFF2-40B4-BE49-F238E27FC236}">
                <a16:creationId xmlns:a16="http://schemas.microsoft.com/office/drawing/2014/main" id="{B94F6438-331E-4298-8DF4-026C69E10FC4}"/>
              </a:ext>
            </a:extLst>
          </p:cNvPr>
          <p:cNvSpPr>
            <a:spLocks/>
          </p:cNvSpPr>
          <p:nvPr/>
        </p:nvSpPr>
        <p:spPr>
          <a:xfrm>
            <a:off x="11827377" y="4632620"/>
            <a:ext cx="38305" cy="51370"/>
          </a:xfrm>
          <a:custGeom>
            <a:pathLst>
              <a:path w="40215" h="53932">
                <a:moveTo>
                  <a:pt x="34528" y="53932"/>
                </a:moveTo>
                <a:lnTo>
                  <a:pt x="0" y="12113"/>
                </a:lnTo>
                <a:lnTo>
                  <a:pt x="40215" y="0"/>
                </a:lnTo>
                <a:close/>
              </a:path>
            </a:pathLst>
          </a:custGeom>
          <a:solidFill>
            <a:srgbClr val="868686">
              <a:alpha val="85000"/>
            </a:srgbClr>
          </a:solidFill>
          <a:ln w="0">
            <a:noFill/>
            <a:prstDash val="solid"/>
          </a:ln>
        </p:spPr>
      </p:sp>
      <p:sp>
        <p:nvSpPr>
          <p:cNvPr id="1126" name="PANEL_D-intermittent-gas-source-0-feather-0_81">
            <a:extLst>
              <a:ext uri="{FF2B5EF4-FFF2-40B4-BE49-F238E27FC236}">
                <a16:creationId xmlns:a16="http://schemas.microsoft.com/office/drawing/2014/main" id="{5E3DEEF7-5D8F-4EB6-91C6-577F77AF128D}"/>
              </a:ext>
            </a:extLst>
          </p:cNvPr>
          <p:cNvSpPr>
            <a:spLocks/>
          </p:cNvSpPr>
          <p:nvPr/>
        </p:nvSpPr>
        <p:spPr>
          <a:xfrm>
            <a:off x="12860797" y="5886855"/>
            <a:ext cx="483909" cy="82287"/>
          </a:xfrm>
          <a:custGeom>
            <a:pathLst>
              <a:path w="508041" h="86391">
                <a:moveTo>
                  <a:pt x="4693" y="48779"/>
                </a:moveTo>
                <a:cubicBezTo>
                  <a:pt x="9385" y="51160"/>
                  <a:pt x="23525" y="59329"/>
                  <a:pt x="32849" y="63065"/>
                </a:cubicBezTo>
                <a:cubicBezTo>
                  <a:pt x="42172" y="66802"/>
                  <a:pt x="51391" y="69527"/>
                  <a:pt x="60633" y="71196"/>
                </a:cubicBezTo>
                <a:cubicBezTo>
                  <a:pt x="69874" y="72866"/>
                  <a:pt x="79070" y="72470"/>
                  <a:pt x="88298" y="73082"/>
                </a:cubicBezTo>
                <a:cubicBezTo>
                  <a:pt x="97527" y="73694"/>
                  <a:pt x="106768" y="74552"/>
                  <a:pt x="116003" y="74870"/>
                </a:cubicBezTo>
                <a:cubicBezTo>
                  <a:pt x="125238" y="75187"/>
                  <a:pt x="134486" y="75889"/>
                  <a:pt x="143709" y="74986"/>
                </a:cubicBezTo>
                <a:cubicBezTo>
                  <a:pt x="152933" y="74084"/>
                  <a:pt x="162120" y="70729"/>
                  <a:pt x="171343" y="69454"/>
                </a:cubicBezTo>
                <a:cubicBezTo>
                  <a:pt x="180566" y="68179"/>
                  <a:pt x="189774" y="66152"/>
                  <a:pt x="199047" y="67339"/>
                </a:cubicBezTo>
                <a:cubicBezTo>
                  <a:pt x="208319" y="68525"/>
                  <a:pt x="217662" y="73545"/>
                  <a:pt x="226979" y="76576"/>
                </a:cubicBezTo>
                <a:cubicBezTo>
                  <a:pt x="236296" y="79607"/>
                  <a:pt x="245668" y="84659"/>
                  <a:pt x="254951" y="85525"/>
                </a:cubicBezTo>
                <a:cubicBezTo>
                  <a:pt x="264234" y="86391"/>
                  <a:pt x="273458" y="83832"/>
                  <a:pt x="282679" y="81770"/>
                </a:cubicBezTo>
                <a:cubicBezTo>
                  <a:pt x="291899" y="79709"/>
                  <a:pt x="301056" y="75116"/>
                  <a:pt x="310276" y="73155"/>
                </a:cubicBezTo>
                <a:cubicBezTo>
                  <a:pt x="319497" y="71194"/>
                  <a:pt x="328759" y="71000"/>
                  <a:pt x="338002" y="70005"/>
                </a:cubicBezTo>
                <a:cubicBezTo>
                  <a:pt x="347245" y="69009"/>
                  <a:pt x="356514" y="68784"/>
                  <a:pt x="365734" y="67182"/>
                </a:cubicBezTo>
                <a:cubicBezTo>
                  <a:pt x="374954" y="65580"/>
                  <a:pt x="384109" y="62123"/>
                  <a:pt x="393320" y="60392"/>
                </a:cubicBezTo>
                <a:cubicBezTo>
                  <a:pt x="402531" y="58661"/>
                  <a:pt x="411745" y="57320"/>
                  <a:pt x="421000" y="56797"/>
                </a:cubicBezTo>
                <a:cubicBezTo>
                  <a:pt x="430255" y="56274"/>
                  <a:pt x="439611" y="58121"/>
                  <a:pt x="448848" y="57254"/>
                </a:cubicBezTo>
                <a:cubicBezTo>
                  <a:pt x="458085" y="56386"/>
                  <a:pt x="467336" y="55332"/>
                  <a:pt x="476422" y="51592"/>
                </a:cubicBezTo>
                <a:cubicBezTo>
                  <a:pt x="485508" y="47852"/>
                  <a:pt x="498872" y="37609"/>
                  <a:pt x="503362" y="34812"/>
                </a:cubicBezTo>
                <a:cubicBezTo>
                  <a:pt x="507852" y="32016"/>
                  <a:pt x="508041" y="35879"/>
                  <a:pt x="503362" y="34812"/>
                </a:cubicBezTo>
                <a:cubicBezTo>
                  <a:pt x="498683" y="33746"/>
                  <a:pt x="484606" y="29947"/>
                  <a:pt x="475287" y="28413"/>
                </a:cubicBezTo>
                <a:cubicBezTo>
                  <a:pt x="465967" y="26880"/>
                  <a:pt x="456698" y="25969"/>
                  <a:pt x="447447" y="25611"/>
                </a:cubicBezTo>
                <a:cubicBezTo>
                  <a:pt x="438195" y="25253"/>
                  <a:pt x="428994" y="25841"/>
                  <a:pt x="419779" y="26265"/>
                </a:cubicBezTo>
                <a:cubicBezTo>
                  <a:pt x="410565" y="26689"/>
                  <a:pt x="401391" y="28270"/>
                  <a:pt x="392158" y="28155"/>
                </a:cubicBezTo>
                <a:cubicBezTo>
                  <a:pt x="382926" y="28040"/>
                  <a:pt x="373671" y="27561"/>
                  <a:pt x="364383" y="25574"/>
                </a:cubicBezTo>
                <a:cubicBezTo>
                  <a:pt x="355095" y="23586"/>
                  <a:pt x="345745" y="19595"/>
                  <a:pt x="336430" y="16230"/>
                </a:cubicBezTo>
                <a:cubicBezTo>
                  <a:pt x="327116" y="12866"/>
                  <a:pt x="317774" y="8020"/>
                  <a:pt x="308494" y="5387"/>
                </a:cubicBezTo>
                <a:cubicBezTo>
                  <a:pt x="299214" y="2754"/>
                  <a:pt x="289970" y="865"/>
                  <a:pt x="280750" y="433"/>
                </a:cubicBezTo>
                <a:cubicBezTo>
                  <a:pt x="271531" y="0"/>
                  <a:pt x="262363" y="1521"/>
                  <a:pt x="253178" y="2791"/>
                </a:cubicBezTo>
                <a:cubicBezTo>
                  <a:pt x="243993" y="4061"/>
                  <a:pt x="234825" y="6327"/>
                  <a:pt x="225640" y="8051"/>
                </a:cubicBezTo>
                <a:cubicBezTo>
                  <a:pt x="216455" y="9775"/>
                  <a:pt x="207260" y="11224"/>
                  <a:pt x="198069" y="13136"/>
                </a:cubicBezTo>
                <a:cubicBezTo>
                  <a:pt x="188878" y="15049"/>
                  <a:pt x="179683" y="16980"/>
                  <a:pt x="170495" y="19529"/>
                </a:cubicBezTo>
                <a:cubicBezTo>
                  <a:pt x="161306" y="22077"/>
                  <a:pt x="152128" y="25612"/>
                  <a:pt x="142938" y="28429"/>
                </a:cubicBezTo>
                <a:cubicBezTo>
                  <a:pt x="133747" y="31247"/>
                  <a:pt x="124562" y="34630"/>
                  <a:pt x="115351" y="36433"/>
                </a:cubicBezTo>
                <a:cubicBezTo>
                  <a:pt x="106140" y="38235"/>
                  <a:pt x="96913" y="38964"/>
                  <a:pt x="87671" y="39244"/>
                </a:cubicBezTo>
                <a:cubicBezTo>
                  <a:pt x="78430" y="39525"/>
                  <a:pt x="69156" y="38117"/>
                  <a:pt x="59901" y="38115"/>
                </a:cubicBezTo>
                <a:cubicBezTo>
                  <a:pt x="50645" y="38113"/>
                  <a:pt x="41340" y="37455"/>
                  <a:pt x="32139" y="39233"/>
                </a:cubicBezTo>
                <a:cubicBezTo>
                  <a:pt x="22938" y="41010"/>
                  <a:pt x="9267" y="47188"/>
                  <a:pt x="4693" y="48779"/>
                </a:cubicBezTo>
                <a:cubicBezTo>
                  <a:pt x="118" y="50370"/>
                  <a:pt x="0" y="46398"/>
                  <a:pt x="4693" y="48779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398"/>
                </a:srgbClr>
              </a:gs>
              <a:gs pos="18000">
                <a:srgbClr val="919191">
                  <a:alpha val="6166"/>
                </a:srgbClr>
              </a:gs>
              <a:gs pos="48000">
                <a:srgbClr val="919191">
                  <a:alpha val="9945"/>
                </a:srgbClr>
              </a:gs>
              <a:gs pos="78000">
                <a:srgbClr val="919191">
                  <a:alpha val="7460"/>
                </a:srgbClr>
              </a:gs>
              <a:gs pos="100000">
                <a:srgbClr val="919191">
                  <a:alpha val="447"/>
                </a:srgbClr>
              </a:gs>
            </a:gsLst>
            <a:lin ang="21503744" scaled="0"/>
          </a:gradFill>
          <a:ln w="0">
            <a:noFill/>
            <a:prstDash val="solid"/>
          </a:ln>
        </p:spPr>
      </p:sp>
      <p:sp>
        <p:nvSpPr>
          <p:cNvPr id="1127" name="PANEL_D-intermittent-gas-source-0-feather-1_82">
            <a:extLst>
              <a:ext uri="{FF2B5EF4-FFF2-40B4-BE49-F238E27FC236}">
                <a16:creationId xmlns:a16="http://schemas.microsoft.com/office/drawing/2014/main" id="{1D6747AF-2AB6-4B9C-A0CC-B21F5222FF25}"/>
              </a:ext>
            </a:extLst>
          </p:cNvPr>
          <p:cNvSpPr>
            <a:spLocks/>
          </p:cNvSpPr>
          <p:nvPr/>
        </p:nvSpPr>
        <p:spPr>
          <a:xfrm>
            <a:off x="12860812" y="5894470"/>
            <a:ext cx="483878" cy="64245"/>
          </a:xfrm>
          <a:custGeom>
            <a:pathLst>
              <a:path w="508009" h="67449">
                <a:moveTo>
                  <a:pt x="4677" y="40784"/>
                </a:moveTo>
                <a:cubicBezTo>
                  <a:pt x="9355" y="42655"/>
                  <a:pt x="23436" y="49045"/>
                  <a:pt x="32742" y="52007"/>
                </a:cubicBezTo>
                <a:cubicBezTo>
                  <a:pt x="42048" y="54969"/>
                  <a:pt x="51273" y="57196"/>
                  <a:pt x="60515" y="58557"/>
                </a:cubicBezTo>
                <a:cubicBezTo>
                  <a:pt x="69756" y="59917"/>
                  <a:pt x="78962" y="59680"/>
                  <a:pt x="88192" y="60168"/>
                </a:cubicBezTo>
                <a:cubicBezTo>
                  <a:pt x="97422" y="60655"/>
                  <a:pt x="106662" y="61309"/>
                  <a:pt x="115896" y="61483"/>
                </a:cubicBezTo>
                <a:cubicBezTo>
                  <a:pt x="125131" y="61656"/>
                  <a:pt x="134374" y="62077"/>
                  <a:pt x="143598" y="61210"/>
                </a:cubicBezTo>
                <a:cubicBezTo>
                  <a:pt x="152822" y="60343"/>
                  <a:pt x="162018" y="57501"/>
                  <a:pt x="171240" y="56281"/>
                </a:cubicBezTo>
                <a:cubicBezTo>
                  <a:pt x="180463" y="55061"/>
                  <a:pt x="189673" y="53205"/>
                  <a:pt x="198933" y="53891"/>
                </a:cubicBezTo>
                <a:cubicBezTo>
                  <a:pt x="208194" y="54578"/>
                  <a:pt x="217508" y="58233"/>
                  <a:pt x="226804" y="60399"/>
                </a:cubicBezTo>
                <a:cubicBezTo>
                  <a:pt x="236100" y="62565"/>
                  <a:pt x="245437" y="66325"/>
                  <a:pt x="254708" y="66887"/>
                </a:cubicBezTo>
                <a:cubicBezTo>
                  <a:pt x="263978" y="67449"/>
                  <a:pt x="273202" y="65389"/>
                  <a:pt x="282426" y="63769"/>
                </a:cubicBezTo>
                <a:cubicBezTo>
                  <a:pt x="291650" y="62150"/>
                  <a:pt x="300825" y="58622"/>
                  <a:pt x="310051" y="57170"/>
                </a:cubicBezTo>
                <a:cubicBezTo>
                  <a:pt x="319277" y="55717"/>
                  <a:pt x="328537" y="55706"/>
                  <a:pt x="337783" y="55053"/>
                </a:cubicBezTo>
                <a:cubicBezTo>
                  <a:pt x="347029" y="54401"/>
                  <a:pt x="356297" y="54388"/>
                  <a:pt x="365526" y="53254"/>
                </a:cubicBezTo>
                <a:cubicBezTo>
                  <a:pt x="374755" y="52120"/>
                  <a:pt x="383934" y="49544"/>
                  <a:pt x="393155" y="48250"/>
                </a:cubicBezTo>
                <a:cubicBezTo>
                  <a:pt x="402376" y="46955"/>
                  <a:pt x="411600" y="45933"/>
                  <a:pt x="420852" y="45488"/>
                </a:cubicBezTo>
                <a:cubicBezTo>
                  <a:pt x="430105" y="45044"/>
                  <a:pt x="439435" y="46392"/>
                  <a:pt x="448670" y="45584"/>
                </a:cubicBezTo>
                <a:cubicBezTo>
                  <a:pt x="457905" y="44776"/>
                  <a:pt x="467149" y="43768"/>
                  <a:pt x="476262" y="40640"/>
                </a:cubicBezTo>
                <a:cubicBezTo>
                  <a:pt x="485375" y="37513"/>
                  <a:pt x="498833" y="29122"/>
                  <a:pt x="503347" y="26818"/>
                </a:cubicBezTo>
                <a:cubicBezTo>
                  <a:pt x="507861" y="24514"/>
                  <a:pt x="508009" y="27527"/>
                  <a:pt x="503347" y="26818"/>
                </a:cubicBezTo>
                <a:cubicBezTo>
                  <a:pt x="498685" y="26108"/>
                  <a:pt x="484671" y="23547"/>
                  <a:pt x="475376" y="22561"/>
                </a:cubicBezTo>
                <a:cubicBezTo>
                  <a:pt x="466081" y="21575"/>
                  <a:pt x="456823" y="21050"/>
                  <a:pt x="447577" y="20902"/>
                </a:cubicBezTo>
                <a:cubicBezTo>
                  <a:pt x="438331" y="20754"/>
                  <a:pt x="429121" y="21307"/>
                  <a:pt x="419900" y="21674"/>
                </a:cubicBezTo>
                <a:cubicBezTo>
                  <a:pt x="410679" y="22041"/>
                  <a:pt x="401487" y="23250"/>
                  <a:pt x="392249" y="23104"/>
                </a:cubicBezTo>
                <a:cubicBezTo>
                  <a:pt x="383011" y="22959"/>
                  <a:pt x="373754" y="22466"/>
                  <a:pt x="364472" y="20800"/>
                </a:cubicBezTo>
                <a:cubicBezTo>
                  <a:pt x="355190" y="19134"/>
                  <a:pt x="345859" y="15857"/>
                  <a:pt x="336558" y="13109"/>
                </a:cubicBezTo>
                <a:cubicBezTo>
                  <a:pt x="327256" y="10361"/>
                  <a:pt x="317934" y="6441"/>
                  <a:pt x="308661" y="4311"/>
                </a:cubicBezTo>
                <a:cubicBezTo>
                  <a:pt x="299388" y="2180"/>
                  <a:pt x="290145" y="652"/>
                  <a:pt x="280922" y="326"/>
                </a:cubicBezTo>
                <a:cubicBezTo>
                  <a:pt x="271700" y="0"/>
                  <a:pt x="262519" y="1251"/>
                  <a:pt x="253325" y="2355"/>
                </a:cubicBezTo>
                <a:cubicBezTo>
                  <a:pt x="244131" y="3459"/>
                  <a:pt x="234952" y="5407"/>
                  <a:pt x="225759" y="6950"/>
                </a:cubicBezTo>
                <a:cubicBezTo>
                  <a:pt x="216567" y="8493"/>
                  <a:pt x="207368" y="9882"/>
                  <a:pt x="198171" y="11614"/>
                </a:cubicBezTo>
                <a:cubicBezTo>
                  <a:pt x="188974" y="13345"/>
                  <a:pt x="179774" y="15125"/>
                  <a:pt x="170578" y="17339"/>
                </a:cubicBezTo>
                <a:cubicBezTo>
                  <a:pt x="161382" y="19553"/>
                  <a:pt x="152195" y="22534"/>
                  <a:pt x="142996" y="24895"/>
                </a:cubicBezTo>
                <a:cubicBezTo>
                  <a:pt x="133798" y="27255"/>
                  <a:pt x="124603" y="30022"/>
                  <a:pt x="115388" y="31502"/>
                </a:cubicBezTo>
                <a:cubicBezTo>
                  <a:pt x="106172" y="32982"/>
                  <a:pt x="96944" y="33565"/>
                  <a:pt x="87703" y="33774"/>
                </a:cubicBezTo>
                <a:cubicBezTo>
                  <a:pt x="78462" y="33983"/>
                  <a:pt x="69196" y="32813"/>
                  <a:pt x="59944" y="32753"/>
                </a:cubicBezTo>
                <a:cubicBezTo>
                  <a:pt x="50691" y="32694"/>
                  <a:pt x="41400" y="32078"/>
                  <a:pt x="32189" y="33417"/>
                </a:cubicBezTo>
                <a:cubicBezTo>
                  <a:pt x="22978" y="34755"/>
                  <a:pt x="9263" y="39556"/>
                  <a:pt x="4677" y="40784"/>
                </a:cubicBezTo>
                <a:cubicBezTo>
                  <a:pt x="92" y="42012"/>
                  <a:pt x="0" y="38914"/>
                  <a:pt x="4677" y="40784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530"/>
                </a:srgbClr>
              </a:gs>
              <a:gs pos="18000">
                <a:srgbClr val="767676">
                  <a:alpha val="8221"/>
                </a:srgbClr>
              </a:gs>
              <a:gs pos="48000">
                <a:srgbClr val="767676">
                  <a:alpha val="13260"/>
                </a:srgbClr>
              </a:gs>
              <a:gs pos="78000">
                <a:srgbClr val="767676">
                  <a:alpha val="9945"/>
                </a:srgbClr>
              </a:gs>
              <a:gs pos="100000">
                <a:srgbClr val="767676">
                  <a:alpha val="597"/>
                </a:srgbClr>
              </a:gs>
            </a:gsLst>
            <a:lin ang="21503744" scaled="0"/>
          </a:gradFill>
          <a:ln w="0">
            <a:noFill/>
            <a:prstDash val="solid"/>
          </a:ln>
        </p:spPr>
      </p:sp>
      <p:sp>
        <p:nvSpPr>
          <p:cNvPr id="1128" name="PANEL_D-intermittent-gas-source-0-feather-2_83">
            <a:extLst>
              <a:ext uri="{FF2B5EF4-FFF2-40B4-BE49-F238E27FC236}">
                <a16:creationId xmlns:a16="http://schemas.microsoft.com/office/drawing/2014/main" id="{F6F61FBE-D43B-4E61-89AE-293A55D10947}"/>
              </a:ext>
            </a:extLst>
          </p:cNvPr>
          <p:cNvSpPr>
            <a:spLocks/>
          </p:cNvSpPr>
          <p:nvPr/>
        </p:nvSpPr>
        <p:spPr>
          <a:xfrm>
            <a:off x="12860828" y="5902777"/>
            <a:ext cx="483844" cy="44775"/>
          </a:xfrm>
          <a:custGeom>
            <a:pathLst>
              <a:path w="507973" h="47008">
                <a:moveTo>
                  <a:pt x="4661" y="32063"/>
                </a:moveTo>
                <a:cubicBezTo>
                  <a:pt x="9322" y="33376"/>
                  <a:pt x="23338" y="37825"/>
                  <a:pt x="32626" y="39942"/>
                </a:cubicBezTo>
                <a:cubicBezTo>
                  <a:pt x="41913" y="42060"/>
                  <a:pt x="51144" y="43745"/>
                  <a:pt x="60386" y="44768"/>
                </a:cubicBezTo>
                <a:cubicBezTo>
                  <a:pt x="69628" y="45790"/>
                  <a:pt x="78844" y="45727"/>
                  <a:pt x="88076" y="46079"/>
                </a:cubicBezTo>
                <a:cubicBezTo>
                  <a:pt x="97308" y="46431"/>
                  <a:pt x="106546" y="46862"/>
                  <a:pt x="115780" y="46879"/>
                </a:cubicBezTo>
                <a:cubicBezTo>
                  <a:pt x="125013" y="46895"/>
                  <a:pt x="134252" y="47008"/>
                  <a:pt x="143477" y="46180"/>
                </a:cubicBezTo>
                <a:cubicBezTo>
                  <a:pt x="152702" y="45352"/>
                  <a:pt x="161905" y="43070"/>
                  <a:pt x="171128" y="41910"/>
                </a:cubicBezTo>
                <a:cubicBezTo>
                  <a:pt x="180350" y="40750"/>
                  <a:pt x="189562" y="39081"/>
                  <a:pt x="198809" y="39221"/>
                </a:cubicBezTo>
                <a:cubicBezTo>
                  <a:pt x="208057" y="39362"/>
                  <a:pt x="217341" y="41530"/>
                  <a:pt x="226613" y="42753"/>
                </a:cubicBezTo>
                <a:cubicBezTo>
                  <a:pt x="235885" y="43975"/>
                  <a:pt x="245186" y="46325"/>
                  <a:pt x="254442" y="46555"/>
                </a:cubicBezTo>
                <a:cubicBezTo>
                  <a:pt x="263699" y="46785"/>
                  <a:pt x="272924" y="45269"/>
                  <a:pt x="282151" y="44132"/>
                </a:cubicBezTo>
                <a:cubicBezTo>
                  <a:pt x="291378" y="42995"/>
                  <a:pt x="300573" y="40630"/>
                  <a:pt x="309805" y="39731"/>
                </a:cubicBezTo>
                <a:cubicBezTo>
                  <a:pt x="319038" y="38833"/>
                  <a:pt x="328296" y="39021"/>
                  <a:pt x="337545" y="38742"/>
                </a:cubicBezTo>
                <a:cubicBezTo>
                  <a:pt x="346794" y="38464"/>
                  <a:pt x="356061" y="38684"/>
                  <a:pt x="365299" y="38061"/>
                </a:cubicBezTo>
                <a:cubicBezTo>
                  <a:pt x="374538" y="37437"/>
                  <a:pt x="383743" y="35821"/>
                  <a:pt x="392975" y="35003"/>
                </a:cubicBezTo>
                <a:cubicBezTo>
                  <a:pt x="402207" y="34185"/>
                  <a:pt x="411441" y="33511"/>
                  <a:pt x="420691" y="33152"/>
                </a:cubicBezTo>
                <a:cubicBezTo>
                  <a:pt x="429941" y="32794"/>
                  <a:pt x="439243" y="33596"/>
                  <a:pt x="448476" y="32853"/>
                </a:cubicBezTo>
                <a:cubicBezTo>
                  <a:pt x="457708" y="32109"/>
                  <a:pt x="466945" y="31152"/>
                  <a:pt x="476087" y="28693"/>
                </a:cubicBezTo>
                <a:cubicBezTo>
                  <a:pt x="485230" y="26234"/>
                  <a:pt x="498790" y="19863"/>
                  <a:pt x="503330" y="18097"/>
                </a:cubicBezTo>
                <a:cubicBezTo>
                  <a:pt x="507871" y="16331"/>
                  <a:pt x="507973" y="18417"/>
                  <a:pt x="503330" y="18097"/>
                </a:cubicBezTo>
                <a:cubicBezTo>
                  <a:pt x="498688" y="17777"/>
                  <a:pt x="484743" y="16565"/>
                  <a:pt x="475474" y="16176"/>
                </a:cubicBezTo>
                <a:cubicBezTo>
                  <a:pt x="466206" y="15788"/>
                  <a:pt x="456959" y="15684"/>
                  <a:pt x="447719" y="15765"/>
                </a:cubicBezTo>
                <a:cubicBezTo>
                  <a:pt x="438479" y="15847"/>
                  <a:pt x="429260" y="16360"/>
                  <a:pt x="420032" y="16665"/>
                </a:cubicBezTo>
                <a:cubicBezTo>
                  <a:pt x="410803" y="16970"/>
                  <a:pt x="401592" y="17774"/>
                  <a:pt x="392348" y="17595"/>
                </a:cubicBezTo>
                <a:cubicBezTo>
                  <a:pt x="383105" y="17416"/>
                  <a:pt x="373845" y="16907"/>
                  <a:pt x="364570" y="15592"/>
                </a:cubicBezTo>
                <a:cubicBezTo>
                  <a:pt x="355294" y="14277"/>
                  <a:pt x="345984" y="11780"/>
                  <a:pt x="336696" y="9704"/>
                </a:cubicBezTo>
                <a:cubicBezTo>
                  <a:pt x="327409" y="7628"/>
                  <a:pt x="318107" y="4719"/>
                  <a:pt x="308843" y="3137"/>
                </a:cubicBezTo>
                <a:cubicBezTo>
                  <a:pt x="299578" y="1554"/>
                  <a:pt x="290336" y="419"/>
                  <a:pt x="281110" y="210"/>
                </a:cubicBezTo>
                <a:cubicBezTo>
                  <a:pt x="271883" y="0"/>
                  <a:pt x="262688" y="955"/>
                  <a:pt x="253485" y="1878"/>
                </a:cubicBezTo>
                <a:cubicBezTo>
                  <a:pt x="244282" y="2802"/>
                  <a:pt x="235090" y="4404"/>
                  <a:pt x="225890" y="5749"/>
                </a:cubicBezTo>
                <a:cubicBezTo>
                  <a:pt x="216689" y="7095"/>
                  <a:pt x="207485" y="8419"/>
                  <a:pt x="198282" y="9952"/>
                </a:cubicBezTo>
                <a:cubicBezTo>
                  <a:pt x="189078" y="11486"/>
                  <a:pt x="179873" y="13103"/>
                  <a:pt x="170669" y="14950"/>
                </a:cubicBezTo>
                <a:cubicBezTo>
                  <a:pt x="161466" y="16798"/>
                  <a:pt x="152267" y="19177"/>
                  <a:pt x="143060" y="21039"/>
                </a:cubicBezTo>
                <a:cubicBezTo>
                  <a:pt x="133854" y="22901"/>
                  <a:pt x="124648" y="24995"/>
                  <a:pt x="115428" y="26123"/>
                </a:cubicBezTo>
                <a:cubicBezTo>
                  <a:pt x="106207" y="27251"/>
                  <a:pt x="96977" y="27676"/>
                  <a:pt x="87737" y="27807"/>
                </a:cubicBezTo>
                <a:cubicBezTo>
                  <a:pt x="78498" y="27937"/>
                  <a:pt x="69240" y="27026"/>
                  <a:pt x="59991" y="26904"/>
                </a:cubicBezTo>
                <a:cubicBezTo>
                  <a:pt x="50742" y="26782"/>
                  <a:pt x="41464" y="26213"/>
                  <a:pt x="32243" y="27073"/>
                </a:cubicBezTo>
                <a:cubicBezTo>
                  <a:pt x="23021" y="27933"/>
                  <a:pt x="9258" y="31231"/>
                  <a:pt x="4661" y="32063"/>
                </a:cubicBezTo>
                <a:cubicBezTo>
                  <a:pt x="64" y="32895"/>
                  <a:pt x="0" y="30750"/>
                  <a:pt x="4661" y="32063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680"/>
                </a:srgbClr>
              </a:gs>
              <a:gs pos="18000">
                <a:srgbClr val="767676">
                  <a:alpha val="10550"/>
                </a:srgbClr>
              </a:gs>
              <a:gs pos="48000">
                <a:srgbClr val="767676">
                  <a:alpha val="17017"/>
                </a:srgbClr>
              </a:gs>
              <a:gs pos="78000">
                <a:srgbClr val="767676">
                  <a:alpha val="12764"/>
                </a:srgbClr>
              </a:gs>
              <a:gs pos="100000">
                <a:srgbClr val="767676">
                  <a:alpha val="765"/>
                </a:srgbClr>
              </a:gs>
            </a:gsLst>
            <a:lin ang="21503744" scaled="0"/>
          </a:gradFill>
          <a:ln w="0">
            <a:noFill/>
            <a:prstDash val="solid"/>
          </a:ln>
        </p:spPr>
      </p:sp>
      <p:sp>
        <p:nvSpPr>
          <p:cNvPr id="1129" name="PANEL_D-intermittent-gas-source-0-feather-3_84">
            <a:extLst>
              <a:ext uri="{FF2B5EF4-FFF2-40B4-BE49-F238E27FC236}">
                <a16:creationId xmlns:a16="http://schemas.microsoft.com/office/drawing/2014/main" id="{E9445F7C-B5C0-4F21-98A0-A2A471C26737}"/>
              </a:ext>
            </a:extLst>
          </p:cNvPr>
          <p:cNvSpPr>
            <a:spLocks/>
          </p:cNvSpPr>
          <p:nvPr/>
        </p:nvSpPr>
        <p:spPr>
          <a:xfrm>
            <a:off x="12860843" y="5911084"/>
            <a:ext cx="483810" cy="30875"/>
          </a:xfrm>
          <a:custGeom>
            <a:pathLst>
              <a:path w="507937" h="32414">
                <a:moveTo>
                  <a:pt x="4644" y="23342"/>
                </a:moveTo>
                <a:cubicBezTo>
                  <a:pt x="9289" y="24098"/>
                  <a:pt x="23241" y="26605"/>
                  <a:pt x="32510" y="27878"/>
                </a:cubicBezTo>
                <a:cubicBezTo>
                  <a:pt x="41779" y="29151"/>
                  <a:pt x="51016" y="30293"/>
                  <a:pt x="60257" y="30979"/>
                </a:cubicBezTo>
                <a:cubicBezTo>
                  <a:pt x="69499" y="31664"/>
                  <a:pt x="78726" y="31775"/>
                  <a:pt x="87960" y="31991"/>
                </a:cubicBezTo>
                <a:cubicBezTo>
                  <a:pt x="97194" y="32207"/>
                  <a:pt x="106431" y="32414"/>
                  <a:pt x="115664" y="32274"/>
                </a:cubicBezTo>
                <a:cubicBezTo>
                  <a:pt x="124896" y="32134"/>
                  <a:pt x="134131" y="31940"/>
                  <a:pt x="143356" y="31151"/>
                </a:cubicBezTo>
                <a:cubicBezTo>
                  <a:pt x="152581" y="30362"/>
                  <a:pt x="161793" y="28639"/>
                  <a:pt x="171015" y="27539"/>
                </a:cubicBezTo>
                <a:cubicBezTo>
                  <a:pt x="180237" y="26440"/>
                  <a:pt x="189451" y="24957"/>
                  <a:pt x="198686" y="24551"/>
                </a:cubicBezTo>
                <a:cubicBezTo>
                  <a:pt x="207920" y="24146"/>
                  <a:pt x="217173" y="24827"/>
                  <a:pt x="226422" y="25106"/>
                </a:cubicBezTo>
                <a:cubicBezTo>
                  <a:pt x="235670" y="25384"/>
                  <a:pt x="244935" y="26324"/>
                  <a:pt x="254177" y="26222"/>
                </a:cubicBezTo>
                <a:cubicBezTo>
                  <a:pt x="263419" y="26121"/>
                  <a:pt x="272645" y="25150"/>
                  <a:pt x="281875" y="24495"/>
                </a:cubicBezTo>
                <a:cubicBezTo>
                  <a:pt x="291106" y="23840"/>
                  <a:pt x="300321" y="22637"/>
                  <a:pt x="309559" y="22293"/>
                </a:cubicBezTo>
                <a:cubicBezTo>
                  <a:pt x="318798" y="21949"/>
                  <a:pt x="328054" y="22336"/>
                  <a:pt x="337306" y="22432"/>
                </a:cubicBezTo>
                <a:cubicBezTo>
                  <a:pt x="346559" y="22527"/>
                  <a:pt x="355824" y="22979"/>
                  <a:pt x="365073" y="22867"/>
                </a:cubicBezTo>
                <a:cubicBezTo>
                  <a:pt x="374321" y="22754"/>
                  <a:pt x="383553" y="22099"/>
                  <a:pt x="392796" y="21757"/>
                </a:cubicBezTo>
                <a:cubicBezTo>
                  <a:pt x="402039" y="21415"/>
                  <a:pt x="411282" y="21089"/>
                  <a:pt x="420530" y="20816"/>
                </a:cubicBezTo>
                <a:cubicBezTo>
                  <a:pt x="429778" y="20544"/>
                  <a:pt x="439051" y="20800"/>
                  <a:pt x="448282" y="20122"/>
                </a:cubicBezTo>
                <a:cubicBezTo>
                  <a:pt x="457512" y="19443"/>
                  <a:pt x="466741" y="18537"/>
                  <a:pt x="475913" y="16746"/>
                </a:cubicBezTo>
                <a:cubicBezTo>
                  <a:pt x="485085" y="14955"/>
                  <a:pt x="498747" y="10604"/>
                  <a:pt x="503314" y="9375"/>
                </a:cubicBezTo>
                <a:cubicBezTo>
                  <a:pt x="507881" y="8147"/>
                  <a:pt x="507937" y="9306"/>
                  <a:pt x="503314" y="9375"/>
                </a:cubicBezTo>
                <a:cubicBezTo>
                  <a:pt x="498690" y="9445"/>
                  <a:pt x="484814" y="9583"/>
                  <a:pt x="475572" y="9792"/>
                </a:cubicBezTo>
                <a:cubicBezTo>
                  <a:pt x="466330" y="10001"/>
                  <a:pt x="457096" y="10318"/>
                  <a:pt x="447861" y="10629"/>
                </a:cubicBezTo>
                <a:cubicBezTo>
                  <a:pt x="438627" y="10939"/>
                  <a:pt x="429399" y="11414"/>
                  <a:pt x="420164" y="11657"/>
                </a:cubicBezTo>
                <a:cubicBezTo>
                  <a:pt x="410928" y="11899"/>
                  <a:pt x="401697" y="12298"/>
                  <a:pt x="392447" y="12086"/>
                </a:cubicBezTo>
                <a:cubicBezTo>
                  <a:pt x="383198" y="11874"/>
                  <a:pt x="373936" y="11349"/>
                  <a:pt x="364667" y="10384"/>
                </a:cubicBezTo>
                <a:cubicBezTo>
                  <a:pt x="355398" y="9420"/>
                  <a:pt x="346109" y="7703"/>
                  <a:pt x="336835" y="6299"/>
                </a:cubicBezTo>
                <a:cubicBezTo>
                  <a:pt x="327561" y="4896"/>
                  <a:pt x="318281" y="2997"/>
                  <a:pt x="309025" y="1963"/>
                </a:cubicBezTo>
                <a:cubicBezTo>
                  <a:pt x="299768" y="928"/>
                  <a:pt x="290527" y="187"/>
                  <a:pt x="281297" y="93"/>
                </a:cubicBezTo>
                <a:cubicBezTo>
                  <a:pt x="272067" y="0"/>
                  <a:pt x="262858" y="660"/>
                  <a:pt x="253645" y="1402"/>
                </a:cubicBezTo>
                <a:cubicBezTo>
                  <a:pt x="244432" y="2145"/>
                  <a:pt x="235229" y="3400"/>
                  <a:pt x="226020" y="4548"/>
                </a:cubicBezTo>
                <a:cubicBezTo>
                  <a:pt x="216811" y="5696"/>
                  <a:pt x="207602" y="6955"/>
                  <a:pt x="198392" y="8291"/>
                </a:cubicBezTo>
                <a:cubicBezTo>
                  <a:pt x="189182" y="9626"/>
                  <a:pt x="179972" y="11080"/>
                  <a:pt x="170760" y="12562"/>
                </a:cubicBezTo>
                <a:cubicBezTo>
                  <a:pt x="161549" y="14044"/>
                  <a:pt x="152340" y="15820"/>
                  <a:pt x="143124" y="17184"/>
                </a:cubicBezTo>
                <a:cubicBezTo>
                  <a:pt x="133909" y="18547"/>
                  <a:pt x="124693" y="19967"/>
                  <a:pt x="115468" y="20743"/>
                </a:cubicBezTo>
                <a:cubicBezTo>
                  <a:pt x="106243" y="21519"/>
                  <a:pt x="97010" y="21787"/>
                  <a:pt x="87772" y="21839"/>
                </a:cubicBezTo>
                <a:cubicBezTo>
                  <a:pt x="78533" y="21891"/>
                  <a:pt x="69283" y="21240"/>
                  <a:pt x="60038" y="21055"/>
                </a:cubicBezTo>
                <a:cubicBezTo>
                  <a:pt x="50792" y="20869"/>
                  <a:pt x="41529" y="20347"/>
                  <a:pt x="32297" y="20728"/>
                </a:cubicBezTo>
                <a:cubicBezTo>
                  <a:pt x="23065" y="21110"/>
                  <a:pt x="9253" y="22906"/>
                  <a:pt x="4644" y="23342"/>
                </a:cubicBezTo>
                <a:cubicBezTo>
                  <a:pt x="35" y="23777"/>
                  <a:pt x="0" y="22586"/>
                  <a:pt x="4644" y="23342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796"/>
                </a:srgbClr>
              </a:gs>
              <a:gs pos="18000">
                <a:srgbClr val="767676">
                  <a:alpha val="12332"/>
                </a:srgbClr>
              </a:gs>
              <a:gs pos="48000">
                <a:srgbClr val="767676">
                  <a:alpha val="19890"/>
                </a:srgbClr>
              </a:gs>
              <a:gs pos="78000">
                <a:srgbClr val="767676">
                  <a:alpha val="14918"/>
                </a:srgbClr>
              </a:gs>
              <a:gs pos="100000">
                <a:srgbClr val="767676">
                  <a:alpha val="894"/>
                </a:srgbClr>
              </a:gs>
            </a:gsLst>
            <a:lin ang="21503744" scaled="0"/>
          </a:gradFill>
          <a:ln w="0">
            <a:noFill/>
            <a:prstDash val="solid"/>
          </a:ln>
        </p:spPr>
      </p:sp>
      <p:sp>
        <p:nvSpPr>
          <p:cNvPr id="1130" name="PANEL_D-intermittent-gas-core-0-feather-0_85">
            <a:extLst>
              <a:ext uri="{FF2B5EF4-FFF2-40B4-BE49-F238E27FC236}">
                <a16:creationId xmlns:a16="http://schemas.microsoft.com/office/drawing/2014/main" id="{28E733D0-675C-4EF9-BB36-AD23866BD78B}"/>
              </a:ext>
            </a:extLst>
          </p:cNvPr>
          <p:cNvSpPr>
            <a:spLocks/>
          </p:cNvSpPr>
          <p:nvPr/>
        </p:nvSpPr>
        <p:spPr>
          <a:xfrm>
            <a:off x="13323906" y="5774019"/>
            <a:ext cx="471881" cy="262530"/>
          </a:xfrm>
          <a:custGeom>
            <a:pathLst>
              <a:path w="495413" h="275622">
                <a:moveTo>
                  <a:pt x="5002" y="153919"/>
                </a:moveTo>
                <a:cubicBezTo>
                  <a:pt x="10004" y="162420"/>
                  <a:pt x="25207" y="192666"/>
                  <a:pt x="35015" y="204927"/>
                </a:cubicBezTo>
                <a:cubicBezTo>
                  <a:pt x="44824" y="217188"/>
                  <a:pt x="54451" y="223873"/>
                  <a:pt x="63851" y="227487"/>
                </a:cubicBezTo>
                <a:cubicBezTo>
                  <a:pt x="73252" y="231102"/>
                  <a:pt x="82189" y="226524"/>
                  <a:pt x="91417" y="226615"/>
                </a:cubicBezTo>
                <a:cubicBezTo>
                  <a:pt x="100646" y="226706"/>
                  <a:pt x="109926" y="227476"/>
                  <a:pt x="119223" y="228034"/>
                </a:cubicBezTo>
                <a:cubicBezTo>
                  <a:pt x="128519" y="228592"/>
                  <a:pt x="138057" y="231591"/>
                  <a:pt x="147198" y="229964"/>
                </a:cubicBezTo>
                <a:cubicBezTo>
                  <a:pt x="156339" y="228337"/>
                  <a:pt x="164932" y="220293"/>
                  <a:pt x="174068" y="218272"/>
                </a:cubicBezTo>
                <a:cubicBezTo>
                  <a:pt x="183205" y="216251"/>
                  <a:pt x="192091" y="212600"/>
                  <a:pt x="202018" y="217836"/>
                </a:cubicBezTo>
                <a:cubicBezTo>
                  <a:pt x="211945" y="223071"/>
                  <a:pt x="223246" y="240217"/>
                  <a:pt x="233631" y="249685"/>
                </a:cubicBezTo>
                <a:cubicBezTo>
                  <a:pt x="244016" y="259153"/>
                  <a:pt x="255034" y="273669"/>
                  <a:pt x="264326" y="274646"/>
                </a:cubicBezTo>
                <a:cubicBezTo>
                  <a:pt x="273619" y="275622"/>
                  <a:pt x="281293" y="264182"/>
                  <a:pt x="289387" y="255544"/>
                </a:cubicBezTo>
                <a:cubicBezTo>
                  <a:pt x="297482" y="246906"/>
                  <a:pt x="304597" y="229860"/>
                  <a:pt x="312892" y="222819"/>
                </a:cubicBezTo>
                <a:cubicBezTo>
                  <a:pt x="321187" y="215779"/>
                  <a:pt x="330285" y="215534"/>
                  <a:pt x="339159" y="213301"/>
                </a:cubicBezTo>
                <a:cubicBezTo>
                  <a:pt x="348033" y="211067"/>
                  <a:pt x="357388" y="212800"/>
                  <a:pt x="366138" y="209417"/>
                </a:cubicBezTo>
                <a:cubicBezTo>
                  <a:pt x="374888" y="206034"/>
                  <a:pt x="383019" y="197380"/>
                  <a:pt x="391658" y="193003"/>
                </a:cubicBezTo>
                <a:cubicBezTo>
                  <a:pt x="400298" y="188627"/>
                  <a:pt x="409022" y="185030"/>
                  <a:pt x="417974" y="183158"/>
                </a:cubicBezTo>
                <a:cubicBezTo>
                  <a:pt x="426926" y="181286"/>
                  <a:pt x="436691" y="185803"/>
                  <a:pt x="445368" y="181773"/>
                </a:cubicBezTo>
                <a:cubicBezTo>
                  <a:pt x="454046" y="177744"/>
                  <a:pt x="462545" y="171885"/>
                  <a:pt x="470037" y="158981"/>
                </a:cubicBezTo>
                <a:cubicBezTo>
                  <a:pt x="477528" y="146077"/>
                  <a:pt x="486937" y="113455"/>
                  <a:pt x="490317" y="104350"/>
                </a:cubicBezTo>
                <a:cubicBezTo>
                  <a:pt x="493697" y="95244"/>
                  <a:pt x="495413" y="108443"/>
                  <a:pt x="490317" y="104350"/>
                </a:cubicBezTo>
                <a:cubicBezTo>
                  <a:pt x="485222" y="100256"/>
                  <a:pt x="469622" y="85781"/>
                  <a:pt x="459743" y="79788"/>
                </a:cubicBezTo>
                <a:cubicBezTo>
                  <a:pt x="449864" y="73794"/>
                  <a:pt x="440300" y="69789"/>
                  <a:pt x="431042" y="68390"/>
                </a:cubicBezTo>
                <a:cubicBezTo>
                  <a:pt x="421785" y="66990"/>
                  <a:pt x="412993" y="69088"/>
                  <a:pt x="404200" y="71390"/>
                </a:cubicBezTo>
                <a:cubicBezTo>
                  <a:pt x="395406" y="73691"/>
                  <a:pt x="387171" y="80643"/>
                  <a:pt x="378280" y="82201"/>
                </a:cubicBezTo>
                <a:cubicBezTo>
                  <a:pt x="369389" y="83758"/>
                  <a:pt x="360444" y="85035"/>
                  <a:pt x="350853" y="80734"/>
                </a:cubicBezTo>
                <a:cubicBezTo>
                  <a:pt x="341261" y="76432"/>
                  <a:pt x="330944" y="65998"/>
                  <a:pt x="320732" y="56391"/>
                </a:cubicBezTo>
                <a:cubicBezTo>
                  <a:pt x="310521" y="46783"/>
                  <a:pt x="299709" y="31928"/>
                  <a:pt x="289583" y="23088"/>
                </a:cubicBezTo>
                <a:cubicBezTo>
                  <a:pt x="279458" y="14248"/>
                  <a:pt x="269477" y="6697"/>
                  <a:pt x="259980" y="3349"/>
                </a:cubicBezTo>
                <a:cubicBezTo>
                  <a:pt x="250484" y="0"/>
                  <a:pt x="241476" y="1711"/>
                  <a:pt x="232606" y="2997"/>
                </a:cubicBezTo>
                <a:cubicBezTo>
                  <a:pt x="223736" y="4283"/>
                  <a:pt x="215232" y="7993"/>
                  <a:pt x="206758" y="11065"/>
                </a:cubicBezTo>
                <a:cubicBezTo>
                  <a:pt x="198285" y="14137"/>
                  <a:pt x="189955" y="16327"/>
                  <a:pt x="181763" y="21428"/>
                </a:cubicBezTo>
                <a:cubicBezTo>
                  <a:pt x="173571" y="26530"/>
                  <a:pt x="165535" y="32613"/>
                  <a:pt x="157608" y="41675"/>
                </a:cubicBezTo>
                <a:cubicBezTo>
                  <a:pt x="149680" y="50737"/>
                  <a:pt x="142097" y="64400"/>
                  <a:pt x="134196" y="75800"/>
                </a:cubicBezTo>
                <a:cubicBezTo>
                  <a:pt x="126295" y="87201"/>
                  <a:pt x="118490" y="101606"/>
                  <a:pt x="110204" y="110078"/>
                </a:cubicBezTo>
                <a:cubicBezTo>
                  <a:pt x="101918" y="118550"/>
                  <a:pt x="93263" y="123908"/>
                  <a:pt x="84478" y="126633"/>
                </a:cubicBezTo>
                <a:cubicBezTo>
                  <a:pt x="75693" y="129358"/>
                  <a:pt x="66462" y="126093"/>
                  <a:pt x="57492" y="126429"/>
                </a:cubicBezTo>
                <a:cubicBezTo>
                  <a:pt x="48522" y="126765"/>
                  <a:pt x="39406" y="124067"/>
                  <a:pt x="30657" y="128649"/>
                </a:cubicBezTo>
                <a:cubicBezTo>
                  <a:pt x="21909" y="133230"/>
                  <a:pt x="9278" y="149707"/>
                  <a:pt x="5002" y="153919"/>
                </a:cubicBezTo>
                <a:cubicBezTo>
                  <a:pt x="726" y="158131"/>
                  <a:pt x="0" y="145418"/>
                  <a:pt x="5002" y="153919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304"/>
                </a:srgbClr>
              </a:gs>
              <a:gs pos="18000">
                <a:srgbClr val="919191">
                  <a:alpha val="4723"/>
                </a:srgbClr>
              </a:gs>
              <a:gs pos="48000">
                <a:srgbClr val="919191">
                  <a:alpha val="7618"/>
                </a:srgbClr>
              </a:gs>
              <a:gs pos="78000">
                <a:srgbClr val="919191">
                  <a:alpha val="5714"/>
                </a:srgbClr>
              </a:gs>
              <a:gs pos="100000">
                <a:srgbClr val="919191">
                  <a:alpha val="343"/>
                </a:srgbClr>
              </a:gs>
            </a:gsLst>
            <a:lin ang="21250087" scaled="0"/>
          </a:gradFill>
          <a:ln w="0">
            <a:noFill/>
            <a:prstDash val="solid"/>
          </a:ln>
        </p:spPr>
      </p:sp>
      <p:sp>
        <p:nvSpPr>
          <p:cNvPr id="1131" name="PANEL_D-intermittent-gas-core-0-feather-1_86">
            <a:extLst>
              <a:ext uri="{FF2B5EF4-FFF2-40B4-BE49-F238E27FC236}">
                <a16:creationId xmlns:a16="http://schemas.microsoft.com/office/drawing/2014/main" id="{04BFC7F6-D54F-49B4-9F21-67EF3E4BDE98}"/>
              </a:ext>
            </a:extLst>
          </p:cNvPr>
          <p:cNvSpPr>
            <a:spLocks/>
          </p:cNvSpPr>
          <p:nvPr/>
        </p:nvSpPr>
        <p:spPr>
          <a:xfrm>
            <a:off x="13323999" y="5797271"/>
            <a:ext cx="471636" cy="204742"/>
          </a:xfrm>
          <a:custGeom>
            <a:pathLst>
              <a:path w="495156" h="214952">
                <a:moveTo>
                  <a:pt x="4904" y="129507"/>
                </a:moveTo>
                <a:cubicBezTo>
                  <a:pt x="9809" y="136297"/>
                  <a:pt x="24676" y="160417"/>
                  <a:pt x="34331" y="170246"/>
                </a:cubicBezTo>
                <a:cubicBezTo>
                  <a:pt x="43986" y="180075"/>
                  <a:pt x="53504" y="185561"/>
                  <a:pt x="62835" y="188482"/>
                </a:cubicBezTo>
                <a:cubicBezTo>
                  <a:pt x="72166" y="191403"/>
                  <a:pt x="81136" y="187868"/>
                  <a:pt x="90318" y="187773"/>
                </a:cubicBezTo>
                <a:cubicBezTo>
                  <a:pt x="99499" y="187677"/>
                  <a:pt x="108713" y="187948"/>
                  <a:pt x="117923" y="187910"/>
                </a:cubicBezTo>
                <a:cubicBezTo>
                  <a:pt x="127134" y="187871"/>
                  <a:pt x="136518" y="189529"/>
                  <a:pt x="145581" y="187539"/>
                </a:cubicBezTo>
                <a:cubicBezTo>
                  <a:pt x="154644" y="185550"/>
                  <a:pt x="163262" y="178371"/>
                  <a:pt x="172303" y="175970"/>
                </a:cubicBezTo>
                <a:cubicBezTo>
                  <a:pt x="181344" y="173569"/>
                  <a:pt x="190173" y="169798"/>
                  <a:pt x="199828" y="173133"/>
                </a:cubicBezTo>
                <a:cubicBezTo>
                  <a:pt x="209483" y="176468"/>
                  <a:pt x="220199" y="189108"/>
                  <a:pt x="230234" y="195981"/>
                </a:cubicBezTo>
                <a:cubicBezTo>
                  <a:pt x="240270" y="202854"/>
                  <a:pt x="250813" y="213788"/>
                  <a:pt x="260041" y="214370"/>
                </a:cubicBezTo>
                <a:cubicBezTo>
                  <a:pt x="269268" y="214952"/>
                  <a:pt x="277264" y="206062"/>
                  <a:pt x="285598" y="199473"/>
                </a:cubicBezTo>
                <a:cubicBezTo>
                  <a:pt x="293932" y="192884"/>
                  <a:pt x="301528" y="179961"/>
                  <a:pt x="310043" y="174835"/>
                </a:cubicBezTo>
                <a:cubicBezTo>
                  <a:pt x="318559" y="169710"/>
                  <a:pt x="327719" y="170052"/>
                  <a:pt x="336693" y="168722"/>
                </a:cubicBezTo>
                <a:cubicBezTo>
                  <a:pt x="345666" y="167392"/>
                  <a:pt x="355022" y="169215"/>
                  <a:pt x="363884" y="166856"/>
                </a:cubicBezTo>
                <a:cubicBezTo>
                  <a:pt x="372747" y="164496"/>
                  <a:pt x="381120" y="157962"/>
                  <a:pt x="389867" y="154566"/>
                </a:cubicBezTo>
                <a:cubicBezTo>
                  <a:pt x="398614" y="151170"/>
                  <a:pt x="407410" y="148222"/>
                  <a:pt x="416365" y="146480"/>
                </a:cubicBezTo>
                <a:cubicBezTo>
                  <a:pt x="425320" y="144738"/>
                  <a:pt x="434886" y="147776"/>
                  <a:pt x="443597" y="144114"/>
                </a:cubicBezTo>
                <a:cubicBezTo>
                  <a:pt x="452308" y="140452"/>
                  <a:pt x="460860" y="135202"/>
                  <a:pt x="468631" y="124506"/>
                </a:cubicBezTo>
                <a:cubicBezTo>
                  <a:pt x="476401" y="113810"/>
                  <a:pt x="486621" y="87366"/>
                  <a:pt x="490219" y="79938"/>
                </a:cubicBezTo>
                <a:cubicBezTo>
                  <a:pt x="493818" y="72510"/>
                  <a:pt x="495156" y="82805"/>
                  <a:pt x="490219" y="79938"/>
                </a:cubicBezTo>
                <a:cubicBezTo>
                  <a:pt x="485283" y="77071"/>
                  <a:pt x="470234" y="66779"/>
                  <a:pt x="460602" y="62735"/>
                </a:cubicBezTo>
                <a:cubicBezTo>
                  <a:pt x="450969" y="58691"/>
                  <a:pt x="441586" y="56247"/>
                  <a:pt x="432423" y="55675"/>
                </a:cubicBezTo>
                <a:cubicBezTo>
                  <a:pt x="423259" y="55103"/>
                  <a:pt x="414452" y="57223"/>
                  <a:pt x="405620" y="59300"/>
                </a:cubicBezTo>
                <a:cubicBezTo>
                  <a:pt x="396789" y="61378"/>
                  <a:pt x="388375" y="66943"/>
                  <a:pt x="379432" y="68140"/>
                </a:cubicBezTo>
                <a:cubicBezTo>
                  <a:pt x="370489" y="69337"/>
                  <a:pt x="361480" y="70117"/>
                  <a:pt x="351962" y="66483"/>
                </a:cubicBezTo>
                <a:cubicBezTo>
                  <a:pt x="342443" y="62848"/>
                  <a:pt x="332336" y="54239"/>
                  <a:pt x="322320" y="46332"/>
                </a:cubicBezTo>
                <a:cubicBezTo>
                  <a:pt x="312303" y="38426"/>
                  <a:pt x="301806" y="26307"/>
                  <a:pt x="291863" y="19045"/>
                </a:cubicBezTo>
                <a:cubicBezTo>
                  <a:pt x="281919" y="11783"/>
                  <a:pt x="272088" y="5520"/>
                  <a:pt x="262661" y="2760"/>
                </a:cubicBezTo>
                <a:cubicBezTo>
                  <a:pt x="253233" y="0"/>
                  <a:pt x="244196" y="1301"/>
                  <a:pt x="235299" y="2484"/>
                </a:cubicBezTo>
                <a:cubicBezTo>
                  <a:pt x="226401" y="3666"/>
                  <a:pt x="217819" y="6949"/>
                  <a:pt x="209274" y="9857"/>
                </a:cubicBezTo>
                <a:cubicBezTo>
                  <a:pt x="200729" y="12766"/>
                  <a:pt x="192331" y="15208"/>
                  <a:pt x="184029" y="19935"/>
                </a:cubicBezTo>
                <a:cubicBezTo>
                  <a:pt x="175727" y="24663"/>
                  <a:pt x="167562" y="30332"/>
                  <a:pt x="159464" y="38225"/>
                </a:cubicBezTo>
                <a:cubicBezTo>
                  <a:pt x="151365" y="46117"/>
                  <a:pt x="143535" y="57679"/>
                  <a:pt x="135439" y="67292"/>
                </a:cubicBezTo>
                <a:cubicBezTo>
                  <a:pt x="127344" y="76905"/>
                  <a:pt x="119311" y="88821"/>
                  <a:pt x="110889" y="95904"/>
                </a:cubicBezTo>
                <a:cubicBezTo>
                  <a:pt x="102467" y="102986"/>
                  <a:pt x="93741" y="107495"/>
                  <a:pt x="84905" y="109787"/>
                </a:cubicBezTo>
                <a:cubicBezTo>
                  <a:pt x="76070" y="112079"/>
                  <a:pt x="66871" y="109496"/>
                  <a:pt x="57875" y="109657"/>
                </a:cubicBezTo>
                <a:cubicBezTo>
                  <a:pt x="48880" y="109817"/>
                  <a:pt x="39760" y="107440"/>
                  <a:pt x="30932" y="110749"/>
                </a:cubicBezTo>
                <a:cubicBezTo>
                  <a:pt x="22103" y="114057"/>
                  <a:pt x="9242" y="126381"/>
                  <a:pt x="4904" y="129507"/>
                </a:cubicBezTo>
                <a:cubicBezTo>
                  <a:pt x="567" y="132634"/>
                  <a:pt x="0" y="122718"/>
                  <a:pt x="4904" y="12950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406"/>
                </a:srgbClr>
              </a:gs>
              <a:gs pos="18000">
                <a:srgbClr val="767676">
                  <a:alpha val="6298"/>
                </a:srgbClr>
              </a:gs>
              <a:gs pos="48000">
                <a:srgbClr val="767676">
                  <a:alpha val="10158"/>
                </a:srgbClr>
              </a:gs>
              <a:gs pos="78000">
                <a:srgbClr val="767676">
                  <a:alpha val="7618"/>
                </a:srgbClr>
              </a:gs>
              <a:gs pos="100000">
                <a:srgbClr val="767676">
                  <a:alpha val="457"/>
                </a:srgbClr>
              </a:gs>
            </a:gsLst>
            <a:lin ang="21250087" scaled="0"/>
          </a:gradFill>
          <a:ln w="0">
            <a:noFill/>
            <a:prstDash val="solid"/>
          </a:ln>
        </p:spPr>
      </p:sp>
      <p:sp>
        <p:nvSpPr>
          <p:cNvPr id="1132" name="PANEL_D-intermittent-gas-core-0-feather-2_87">
            <a:extLst>
              <a:ext uri="{FF2B5EF4-FFF2-40B4-BE49-F238E27FC236}">
                <a16:creationId xmlns:a16="http://schemas.microsoft.com/office/drawing/2014/main" id="{4551A266-7D0D-40F7-B931-3EE3201C49B1}"/>
              </a:ext>
            </a:extLst>
          </p:cNvPr>
          <p:cNvSpPr>
            <a:spLocks/>
          </p:cNvSpPr>
          <p:nvPr/>
        </p:nvSpPr>
        <p:spPr>
          <a:xfrm>
            <a:off x="13324100" y="5822637"/>
            <a:ext cx="471369" cy="141699"/>
          </a:xfrm>
          <a:custGeom>
            <a:pathLst>
              <a:path w="494875" h="148766">
                <a:moveTo>
                  <a:pt x="4798" y="102877"/>
                </a:moveTo>
                <a:cubicBezTo>
                  <a:pt x="9595" y="107799"/>
                  <a:pt x="24096" y="125236"/>
                  <a:pt x="33584" y="132412"/>
                </a:cubicBezTo>
                <a:cubicBezTo>
                  <a:pt x="43072" y="139588"/>
                  <a:pt x="52471" y="143767"/>
                  <a:pt x="61727" y="145931"/>
                </a:cubicBezTo>
                <a:cubicBezTo>
                  <a:pt x="70983" y="148096"/>
                  <a:pt x="79989" y="145698"/>
                  <a:pt x="89118" y="145399"/>
                </a:cubicBezTo>
                <a:cubicBezTo>
                  <a:pt x="98248" y="145100"/>
                  <a:pt x="107390" y="144828"/>
                  <a:pt x="116506" y="144138"/>
                </a:cubicBezTo>
                <a:cubicBezTo>
                  <a:pt x="125623" y="143447"/>
                  <a:pt x="134839" y="143644"/>
                  <a:pt x="143817" y="141259"/>
                </a:cubicBezTo>
                <a:cubicBezTo>
                  <a:pt x="152796" y="138873"/>
                  <a:pt x="161440" y="132638"/>
                  <a:pt x="170377" y="129822"/>
                </a:cubicBezTo>
                <a:cubicBezTo>
                  <a:pt x="179314" y="127007"/>
                  <a:pt x="188080" y="123104"/>
                  <a:pt x="197438" y="124367"/>
                </a:cubicBezTo>
                <a:cubicBezTo>
                  <a:pt x="206797" y="125629"/>
                  <a:pt x="216875" y="133353"/>
                  <a:pt x="226529" y="137395"/>
                </a:cubicBezTo>
                <a:cubicBezTo>
                  <a:pt x="236183" y="141436"/>
                  <a:pt x="246209" y="148463"/>
                  <a:pt x="255365" y="148614"/>
                </a:cubicBezTo>
                <a:cubicBezTo>
                  <a:pt x="264521" y="148766"/>
                  <a:pt x="272869" y="142658"/>
                  <a:pt x="281464" y="138304"/>
                </a:cubicBezTo>
                <a:cubicBezTo>
                  <a:pt x="290059" y="133950"/>
                  <a:pt x="298179" y="125525"/>
                  <a:pt x="306936" y="122489"/>
                </a:cubicBezTo>
                <a:cubicBezTo>
                  <a:pt x="315692" y="119454"/>
                  <a:pt x="324921" y="120435"/>
                  <a:pt x="334003" y="120091"/>
                </a:cubicBezTo>
                <a:cubicBezTo>
                  <a:pt x="343084" y="119747"/>
                  <a:pt x="352441" y="121668"/>
                  <a:pt x="361426" y="120425"/>
                </a:cubicBezTo>
                <a:cubicBezTo>
                  <a:pt x="370411" y="119182"/>
                  <a:pt x="379049" y="114961"/>
                  <a:pt x="387913" y="112635"/>
                </a:cubicBezTo>
                <a:cubicBezTo>
                  <a:pt x="396777" y="110308"/>
                  <a:pt x="405650" y="108067"/>
                  <a:pt x="414609" y="106467"/>
                </a:cubicBezTo>
                <a:cubicBezTo>
                  <a:pt x="423567" y="104866"/>
                  <a:pt x="432916" y="106293"/>
                  <a:pt x="441664" y="103032"/>
                </a:cubicBezTo>
                <a:cubicBezTo>
                  <a:pt x="450412" y="99770"/>
                  <a:pt x="459022" y="95183"/>
                  <a:pt x="467097" y="86896"/>
                </a:cubicBezTo>
                <a:cubicBezTo>
                  <a:pt x="475172" y="78609"/>
                  <a:pt x="486277" y="58905"/>
                  <a:pt x="490113" y="53307"/>
                </a:cubicBezTo>
                <a:cubicBezTo>
                  <a:pt x="493949" y="47709"/>
                  <a:pt x="494875" y="54837"/>
                  <a:pt x="490113" y="53307"/>
                </a:cubicBezTo>
                <a:cubicBezTo>
                  <a:pt x="485350" y="51778"/>
                  <a:pt x="470902" y="46049"/>
                  <a:pt x="461538" y="44131"/>
                </a:cubicBezTo>
                <a:cubicBezTo>
                  <a:pt x="452174" y="42214"/>
                  <a:pt x="442989" y="41474"/>
                  <a:pt x="433928" y="41805"/>
                </a:cubicBezTo>
                <a:cubicBezTo>
                  <a:pt x="424867" y="42135"/>
                  <a:pt x="416044" y="44279"/>
                  <a:pt x="407170" y="46112"/>
                </a:cubicBezTo>
                <a:cubicBezTo>
                  <a:pt x="398297" y="47945"/>
                  <a:pt x="389689" y="51997"/>
                  <a:pt x="380689" y="52801"/>
                </a:cubicBezTo>
                <a:cubicBezTo>
                  <a:pt x="371689" y="53605"/>
                  <a:pt x="362611" y="53843"/>
                  <a:pt x="353172" y="50936"/>
                </a:cubicBezTo>
                <a:cubicBezTo>
                  <a:pt x="343732" y="48029"/>
                  <a:pt x="333856" y="41410"/>
                  <a:pt x="324052" y="35360"/>
                </a:cubicBezTo>
                <a:cubicBezTo>
                  <a:pt x="314248" y="29310"/>
                  <a:pt x="304094" y="20175"/>
                  <a:pt x="294349" y="14634"/>
                </a:cubicBezTo>
                <a:cubicBezTo>
                  <a:pt x="284604" y="9094"/>
                  <a:pt x="274936" y="4237"/>
                  <a:pt x="265584" y="2118"/>
                </a:cubicBezTo>
                <a:cubicBezTo>
                  <a:pt x="256232" y="0"/>
                  <a:pt x="247164" y="853"/>
                  <a:pt x="238236" y="1924"/>
                </a:cubicBezTo>
                <a:cubicBezTo>
                  <a:pt x="229309" y="2994"/>
                  <a:pt x="220640" y="5810"/>
                  <a:pt x="212018" y="8540"/>
                </a:cubicBezTo>
                <a:cubicBezTo>
                  <a:pt x="203395" y="11271"/>
                  <a:pt x="194922" y="13987"/>
                  <a:pt x="186501" y="18307"/>
                </a:cubicBezTo>
                <a:cubicBezTo>
                  <a:pt x="178079" y="22627"/>
                  <a:pt x="169772" y="27843"/>
                  <a:pt x="161488" y="34460"/>
                </a:cubicBezTo>
                <a:cubicBezTo>
                  <a:pt x="153204" y="41077"/>
                  <a:pt x="145105" y="50347"/>
                  <a:pt x="136796" y="58010"/>
                </a:cubicBezTo>
                <a:cubicBezTo>
                  <a:pt x="128487" y="65674"/>
                  <a:pt x="120207" y="74875"/>
                  <a:pt x="111636" y="80441"/>
                </a:cubicBezTo>
                <a:cubicBezTo>
                  <a:pt x="103065" y="86008"/>
                  <a:pt x="94262" y="89589"/>
                  <a:pt x="85371" y="91409"/>
                </a:cubicBezTo>
                <a:cubicBezTo>
                  <a:pt x="76481" y="93228"/>
                  <a:pt x="67316" y="91391"/>
                  <a:pt x="58293" y="91360"/>
                </a:cubicBezTo>
                <a:cubicBezTo>
                  <a:pt x="49270" y="91329"/>
                  <a:pt x="40147" y="89302"/>
                  <a:pt x="31231" y="91222"/>
                </a:cubicBezTo>
                <a:cubicBezTo>
                  <a:pt x="22315" y="93141"/>
                  <a:pt x="9203" y="100934"/>
                  <a:pt x="4798" y="102877"/>
                </a:cubicBezTo>
                <a:cubicBezTo>
                  <a:pt x="392" y="104819"/>
                  <a:pt x="0" y="97954"/>
                  <a:pt x="4798" y="10287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522"/>
                </a:srgbClr>
              </a:gs>
              <a:gs pos="18000">
                <a:srgbClr val="767676">
                  <a:alpha val="8082"/>
                </a:srgbClr>
              </a:gs>
              <a:gs pos="48000">
                <a:srgbClr val="767676">
                  <a:alpha val="13036"/>
                </a:srgbClr>
              </a:gs>
              <a:gs pos="78000">
                <a:srgbClr val="767676">
                  <a:alpha val="9777"/>
                </a:srgbClr>
              </a:gs>
              <a:gs pos="100000">
                <a:srgbClr val="767676">
                  <a:alpha val="586"/>
                </a:srgbClr>
              </a:gs>
            </a:gsLst>
            <a:lin ang="21250087" scaled="0"/>
          </a:gradFill>
          <a:ln w="0">
            <a:noFill/>
            <a:prstDash val="solid"/>
          </a:ln>
        </p:spPr>
      </p:sp>
      <p:sp>
        <p:nvSpPr>
          <p:cNvPr id="1133" name="PANEL_D-intermittent-gas-core-0-feather-3_88">
            <a:extLst>
              <a:ext uri="{FF2B5EF4-FFF2-40B4-BE49-F238E27FC236}">
                <a16:creationId xmlns:a16="http://schemas.microsoft.com/office/drawing/2014/main" id="{E16DA2F8-1926-4E1D-92BC-F51BEA497948}"/>
              </a:ext>
            </a:extLst>
          </p:cNvPr>
          <p:cNvSpPr>
            <a:spLocks/>
          </p:cNvSpPr>
          <p:nvPr/>
        </p:nvSpPr>
        <p:spPr>
          <a:xfrm>
            <a:off x="13324202" y="5848003"/>
            <a:ext cx="471101" cy="99811"/>
          </a:xfrm>
          <a:custGeom>
            <a:pathLst>
              <a:path w="494595" h="104788">
                <a:moveTo>
                  <a:pt x="4691" y="76246"/>
                </a:moveTo>
                <a:cubicBezTo>
                  <a:pt x="9382" y="79301"/>
                  <a:pt x="23516" y="90056"/>
                  <a:pt x="32837" y="94578"/>
                </a:cubicBezTo>
                <a:cubicBezTo>
                  <a:pt x="42159" y="99101"/>
                  <a:pt x="51438" y="101973"/>
                  <a:pt x="60618" y="103380"/>
                </a:cubicBezTo>
                <a:cubicBezTo>
                  <a:pt x="69799" y="104788"/>
                  <a:pt x="78841" y="103528"/>
                  <a:pt x="87919" y="103025"/>
                </a:cubicBezTo>
                <a:cubicBezTo>
                  <a:pt x="96998" y="102523"/>
                  <a:pt x="106067" y="101707"/>
                  <a:pt x="115089" y="100365"/>
                </a:cubicBezTo>
                <a:cubicBezTo>
                  <a:pt x="124111" y="99024"/>
                  <a:pt x="133159" y="97759"/>
                  <a:pt x="142053" y="94978"/>
                </a:cubicBezTo>
                <a:cubicBezTo>
                  <a:pt x="150947" y="92196"/>
                  <a:pt x="159619" y="86904"/>
                  <a:pt x="168451" y="83675"/>
                </a:cubicBezTo>
                <a:cubicBezTo>
                  <a:pt x="177284" y="80445"/>
                  <a:pt x="185987" y="76411"/>
                  <a:pt x="195049" y="75600"/>
                </a:cubicBezTo>
                <a:cubicBezTo>
                  <a:pt x="204111" y="74789"/>
                  <a:pt x="213550" y="77599"/>
                  <a:pt x="222824" y="78809"/>
                </a:cubicBezTo>
                <a:cubicBezTo>
                  <a:pt x="232097" y="80018"/>
                  <a:pt x="241606" y="83137"/>
                  <a:pt x="250690" y="82858"/>
                </a:cubicBezTo>
                <a:cubicBezTo>
                  <a:pt x="259774" y="82579"/>
                  <a:pt x="268474" y="79255"/>
                  <a:pt x="277330" y="77135"/>
                </a:cubicBezTo>
                <a:cubicBezTo>
                  <a:pt x="286186" y="75016"/>
                  <a:pt x="294831" y="71089"/>
                  <a:pt x="303828" y="70143"/>
                </a:cubicBezTo>
                <a:cubicBezTo>
                  <a:pt x="312825" y="69197"/>
                  <a:pt x="322122" y="70819"/>
                  <a:pt x="331312" y="71460"/>
                </a:cubicBezTo>
                <a:cubicBezTo>
                  <a:pt x="340502" y="72102"/>
                  <a:pt x="349860" y="74121"/>
                  <a:pt x="358967" y="73995"/>
                </a:cubicBezTo>
                <a:cubicBezTo>
                  <a:pt x="368075" y="73868"/>
                  <a:pt x="376978" y="71960"/>
                  <a:pt x="385959" y="70703"/>
                </a:cubicBezTo>
                <a:cubicBezTo>
                  <a:pt x="394940" y="69446"/>
                  <a:pt x="403891" y="67913"/>
                  <a:pt x="412853" y="66454"/>
                </a:cubicBezTo>
                <a:cubicBezTo>
                  <a:pt x="421815" y="64995"/>
                  <a:pt x="430946" y="64810"/>
                  <a:pt x="439732" y="61949"/>
                </a:cubicBezTo>
                <a:cubicBezTo>
                  <a:pt x="448517" y="59088"/>
                  <a:pt x="457184" y="55165"/>
                  <a:pt x="465563" y="49286"/>
                </a:cubicBezTo>
                <a:cubicBezTo>
                  <a:pt x="473942" y="43408"/>
                  <a:pt x="485932" y="30445"/>
                  <a:pt x="490006" y="26677"/>
                </a:cubicBezTo>
                <a:cubicBezTo>
                  <a:pt x="494080" y="22908"/>
                  <a:pt x="494595" y="26868"/>
                  <a:pt x="490006" y="26677"/>
                </a:cubicBezTo>
                <a:cubicBezTo>
                  <a:pt x="485418" y="26485"/>
                  <a:pt x="471571" y="25319"/>
                  <a:pt x="462475" y="25528"/>
                </a:cubicBezTo>
                <a:cubicBezTo>
                  <a:pt x="453380" y="25738"/>
                  <a:pt x="444393" y="26701"/>
                  <a:pt x="435434" y="27934"/>
                </a:cubicBezTo>
                <a:cubicBezTo>
                  <a:pt x="426475" y="29167"/>
                  <a:pt x="417635" y="31336"/>
                  <a:pt x="408720" y="32924"/>
                </a:cubicBezTo>
                <a:cubicBezTo>
                  <a:pt x="399806" y="34512"/>
                  <a:pt x="391002" y="37051"/>
                  <a:pt x="381945" y="37462"/>
                </a:cubicBezTo>
                <a:cubicBezTo>
                  <a:pt x="372889" y="37873"/>
                  <a:pt x="363742" y="37569"/>
                  <a:pt x="354382" y="35390"/>
                </a:cubicBezTo>
                <a:cubicBezTo>
                  <a:pt x="345021" y="33210"/>
                  <a:pt x="335375" y="28582"/>
                  <a:pt x="325784" y="24387"/>
                </a:cubicBezTo>
                <a:cubicBezTo>
                  <a:pt x="316193" y="20193"/>
                  <a:pt x="306381" y="14042"/>
                  <a:pt x="296835" y="10224"/>
                </a:cubicBezTo>
                <a:cubicBezTo>
                  <a:pt x="287289" y="6405"/>
                  <a:pt x="277785" y="2953"/>
                  <a:pt x="268508" y="1477"/>
                </a:cubicBezTo>
                <a:cubicBezTo>
                  <a:pt x="259231" y="0"/>
                  <a:pt x="250132" y="406"/>
                  <a:pt x="241174" y="1364"/>
                </a:cubicBezTo>
                <a:cubicBezTo>
                  <a:pt x="232216" y="2321"/>
                  <a:pt x="223462" y="4670"/>
                  <a:pt x="214762" y="7223"/>
                </a:cubicBezTo>
                <a:cubicBezTo>
                  <a:pt x="206062" y="9775"/>
                  <a:pt x="197514" y="12766"/>
                  <a:pt x="188972" y="16678"/>
                </a:cubicBezTo>
                <a:cubicBezTo>
                  <a:pt x="180431" y="20590"/>
                  <a:pt x="171983" y="25354"/>
                  <a:pt x="163513" y="30696"/>
                </a:cubicBezTo>
                <a:cubicBezTo>
                  <a:pt x="155043" y="36037"/>
                  <a:pt x="146674" y="43015"/>
                  <a:pt x="138153" y="48729"/>
                </a:cubicBezTo>
                <a:cubicBezTo>
                  <a:pt x="129631" y="54442"/>
                  <a:pt x="121103" y="60928"/>
                  <a:pt x="112383" y="64979"/>
                </a:cubicBezTo>
                <a:cubicBezTo>
                  <a:pt x="103664" y="69029"/>
                  <a:pt x="94783" y="71683"/>
                  <a:pt x="85837" y="73031"/>
                </a:cubicBezTo>
                <a:cubicBezTo>
                  <a:pt x="76892" y="74378"/>
                  <a:pt x="67762" y="73285"/>
                  <a:pt x="58711" y="73063"/>
                </a:cubicBezTo>
                <a:cubicBezTo>
                  <a:pt x="49659" y="72840"/>
                  <a:pt x="40533" y="71164"/>
                  <a:pt x="31530" y="71695"/>
                </a:cubicBezTo>
                <a:cubicBezTo>
                  <a:pt x="22527" y="72225"/>
                  <a:pt x="9164" y="75487"/>
                  <a:pt x="4691" y="76246"/>
                </a:cubicBezTo>
                <a:cubicBezTo>
                  <a:pt x="218" y="77004"/>
                  <a:pt x="0" y="73190"/>
                  <a:pt x="4691" y="76246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610"/>
                </a:srgbClr>
              </a:gs>
              <a:gs pos="18000">
                <a:srgbClr val="767676">
                  <a:alpha val="9447"/>
                </a:srgbClr>
              </a:gs>
              <a:gs pos="48000">
                <a:srgbClr val="767676">
                  <a:alpha val="15237"/>
                </a:srgbClr>
              </a:gs>
              <a:gs pos="78000">
                <a:srgbClr val="767676">
                  <a:alpha val="11427"/>
                </a:srgbClr>
              </a:gs>
              <a:gs pos="100000">
                <a:srgbClr val="767676">
                  <a:alpha val="685"/>
                </a:srgbClr>
              </a:gs>
            </a:gsLst>
            <a:lin ang="21250087" scaled="0"/>
          </a:gradFill>
          <a:ln w="0">
            <a:noFill/>
            <a:prstDash val="solid"/>
          </a:ln>
        </p:spPr>
      </p:sp>
      <p:sp>
        <p:nvSpPr>
          <p:cNvPr id="1134" name="PANEL_D-intermittent-gas-core-1-feather-0_89">
            <a:extLst>
              <a:ext uri="{FF2B5EF4-FFF2-40B4-BE49-F238E27FC236}">
                <a16:creationId xmlns:a16="http://schemas.microsoft.com/office/drawing/2014/main" id="{09A7F15D-358D-4389-B511-ED6695EFDBA2}"/>
              </a:ext>
            </a:extLst>
          </p:cNvPr>
          <p:cNvSpPr>
            <a:spLocks/>
          </p:cNvSpPr>
          <p:nvPr/>
        </p:nvSpPr>
        <p:spPr>
          <a:xfrm>
            <a:off x="13951433" y="5700444"/>
            <a:ext cx="378604" cy="288500"/>
          </a:xfrm>
          <a:custGeom>
            <a:pathLst>
              <a:path w="397484" h="302887">
                <a:moveTo>
                  <a:pt x="5079" y="179844"/>
                </a:moveTo>
                <a:cubicBezTo>
                  <a:pt x="10159" y="187497"/>
                  <a:pt x="26612" y="217668"/>
                  <a:pt x="35555" y="225762"/>
                </a:cubicBezTo>
                <a:cubicBezTo>
                  <a:pt x="44499" y="233857"/>
                  <a:pt x="51545" y="230392"/>
                  <a:pt x="58743" y="228412"/>
                </a:cubicBezTo>
                <a:cubicBezTo>
                  <a:pt x="65940" y="226432"/>
                  <a:pt x="71316" y="214876"/>
                  <a:pt x="78739" y="213883"/>
                </a:cubicBezTo>
                <a:cubicBezTo>
                  <a:pt x="86161" y="212890"/>
                  <a:pt x="94445" y="216681"/>
                  <a:pt x="103278" y="222452"/>
                </a:cubicBezTo>
                <a:cubicBezTo>
                  <a:pt x="112111" y="228223"/>
                  <a:pt x="122670" y="242185"/>
                  <a:pt x="131736" y="248511"/>
                </a:cubicBezTo>
                <a:cubicBezTo>
                  <a:pt x="140803" y="254837"/>
                  <a:pt x="149091" y="256977"/>
                  <a:pt x="157677" y="260409"/>
                </a:cubicBezTo>
                <a:cubicBezTo>
                  <a:pt x="166264" y="263841"/>
                  <a:pt x="174086" y="263730"/>
                  <a:pt x="183255" y="269103"/>
                </a:cubicBezTo>
                <a:cubicBezTo>
                  <a:pt x="192424" y="274476"/>
                  <a:pt x="203545" y="287959"/>
                  <a:pt x="212690" y="292648"/>
                </a:cubicBezTo>
                <a:cubicBezTo>
                  <a:pt x="221834" y="297337"/>
                  <a:pt x="231438" y="302887"/>
                  <a:pt x="238122" y="297237"/>
                </a:cubicBezTo>
                <a:cubicBezTo>
                  <a:pt x="244806" y="291587"/>
                  <a:pt x="247899" y="271184"/>
                  <a:pt x="252793" y="258748"/>
                </a:cubicBezTo>
                <a:cubicBezTo>
                  <a:pt x="257687" y="246312"/>
                  <a:pt x="260801" y="227901"/>
                  <a:pt x="267488" y="222619"/>
                </a:cubicBezTo>
                <a:cubicBezTo>
                  <a:pt x="274176" y="217337"/>
                  <a:pt x="284032" y="224366"/>
                  <a:pt x="292918" y="227058"/>
                </a:cubicBezTo>
                <a:cubicBezTo>
                  <a:pt x="301805" y="229750"/>
                  <a:pt x="312792" y="239395"/>
                  <a:pt x="320807" y="238771"/>
                </a:cubicBezTo>
                <a:cubicBezTo>
                  <a:pt x="328822" y="238147"/>
                  <a:pt x="334840" y="230194"/>
                  <a:pt x="341009" y="223315"/>
                </a:cubicBezTo>
                <a:cubicBezTo>
                  <a:pt x="347179" y="216436"/>
                  <a:pt x="352218" y="205891"/>
                  <a:pt x="357825" y="197497"/>
                </a:cubicBezTo>
                <a:cubicBezTo>
                  <a:pt x="363431" y="189104"/>
                  <a:pt x="369984" y="183610"/>
                  <a:pt x="374647" y="172953"/>
                </a:cubicBezTo>
                <a:cubicBezTo>
                  <a:pt x="379310" y="162297"/>
                  <a:pt x="382926" y="148673"/>
                  <a:pt x="385803" y="133559"/>
                </a:cubicBezTo>
                <a:cubicBezTo>
                  <a:pt x="388679" y="118446"/>
                  <a:pt x="390890" y="90820"/>
                  <a:pt x="391907" y="82272"/>
                </a:cubicBezTo>
                <a:cubicBezTo>
                  <a:pt x="392925" y="73724"/>
                  <a:pt x="397484" y="87089"/>
                  <a:pt x="391907" y="82272"/>
                </a:cubicBezTo>
                <a:cubicBezTo>
                  <a:pt x="386330" y="77456"/>
                  <a:pt x="368965" y="61434"/>
                  <a:pt x="358446" y="53373"/>
                </a:cubicBezTo>
                <a:cubicBezTo>
                  <a:pt x="347926" y="45312"/>
                  <a:pt x="337589" y="37373"/>
                  <a:pt x="328790" y="33905"/>
                </a:cubicBezTo>
                <a:cubicBezTo>
                  <a:pt x="319992" y="30437"/>
                  <a:pt x="312366" y="29841"/>
                  <a:pt x="305655" y="32566"/>
                </a:cubicBezTo>
                <a:cubicBezTo>
                  <a:pt x="298944" y="35291"/>
                  <a:pt x="294256" y="44278"/>
                  <a:pt x="288525" y="50256"/>
                </a:cubicBezTo>
                <a:cubicBezTo>
                  <a:pt x="282793" y="56235"/>
                  <a:pt x="277790" y="64977"/>
                  <a:pt x="271268" y="68437"/>
                </a:cubicBezTo>
                <a:cubicBezTo>
                  <a:pt x="264745" y="71896"/>
                  <a:pt x="257174" y="72056"/>
                  <a:pt x="249388" y="71013"/>
                </a:cubicBezTo>
                <a:cubicBezTo>
                  <a:pt x="241602" y="69970"/>
                  <a:pt x="232729" y="64946"/>
                  <a:pt x="224550" y="62180"/>
                </a:cubicBezTo>
                <a:cubicBezTo>
                  <a:pt x="216372" y="59415"/>
                  <a:pt x="208330" y="56932"/>
                  <a:pt x="200318" y="54419"/>
                </a:cubicBezTo>
                <a:cubicBezTo>
                  <a:pt x="192307" y="51906"/>
                  <a:pt x="184755" y="51108"/>
                  <a:pt x="176480" y="47100"/>
                </a:cubicBezTo>
                <a:cubicBezTo>
                  <a:pt x="168205" y="43092"/>
                  <a:pt x="159403" y="36814"/>
                  <a:pt x="150669" y="30371"/>
                </a:cubicBezTo>
                <a:cubicBezTo>
                  <a:pt x="141936" y="23927"/>
                  <a:pt x="132234" y="12851"/>
                  <a:pt x="124077" y="8441"/>
                </a:cubicBezTo>
                <a:cubicBezTo>
                  <a:pt x="115921" y="4031"/>
                  <a:pt x="108024" y="0"/>
                  <a:pt x="101733" y="3910"/>
                </a:cubicBezTo>
                <a:cubicBezTo>
                  <a:pt x="95441" y="7819"/>
                  <a:pt x="90880" y="19326"/>
                  <a:pt x="86330" y="31899"/>
                </a:cubicBezTo>
                <a:cubicBezTo>
                  <a:pt x="81781" y="44472"/>
                  <a:pt x="78754" y="64759"/>
                  <a:pt x="74436" y="79347"/>
                </a:cubicBezTo>
                <a:cubicBezTo>
                  <a:pt x="70119" y="93934"/>
                  <a:pt x="65750" y="109097"/>
                  <a:pt x="60426" y="119423"/>
                </a:cubicBezTo>
                <a:cubicBezTo>
                  <a:pt x="55101" y="129749"/>
                  <a:pt x="48727" y="135225"/>
                  <a:pt x="42489" y="141301"/>
                </a:cubicBezTo>
                <a:cubicBezTo>
                  <a:pt x="36251" y="147378"/>
                  <a:pt x="29234" y="149458"/>
                  <a:pt x="22999" y="155882"/>
                </a:cubicBezTo>
                <a:cubicBezTo>
                  <a:pt x="16764" y="162306"/>
                  <a:pt x="8066" y="175851"/>
                  <a:pt x="5079" y="179844"/>
                </a:cubicBezTo>
                <a:cubicBezTo>
                  <a:pt x="2093" y="183838"/>
                  <a:pt x="0" y="172191"/>
                  <a:pt x="5079" y="179844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275"/>
                </a:srgbClr>
              </a:gs>
              <a:gs pos="18000">
                <a:srgbClr val="919191">
                  <a:alpha val="4264"/>
                </a:srgbClr>
              </a:gs>
              <a:gs pos="48000">
                <a:srgbClr val="919191">
                  <a:alpha val="6878"/>
                </a:srgbClr>
              </a:gs>
              <a:gs pos="78000">
                <a:srgbClr val="919191">
                  <a:alpha val="5158"/>
                </a:srgbClr>
              </a:gs>
              <a:gs pos="100000">
                <a:srgbClr val="919191">
                  <a:alpha val="309"/>
                </a:srgbClr>
              </a:gs>
            </a:gsLst>
            <a:lin ang="20750814" scaled="0"/>
          </a:gradFill>
          <a:ln w="0">
            <a:noFill/>
            <a:prstDash val="solid"/>
          </a:ln>
        </p:spPr>
      </p:sp>
      <p:sp>
        <p:nvSpPr>
          <p:cNvPr id="1135" name="PANEL_D-intermittent-gas-core-1-feather-1_90">
            <a:extLst>
              <a:ext uri="{FF2B5EF4-FFF2-40B4-BE49-F238E27FC236}">
                <a16:creationId xmlns:a16="http://schemas.microsoft.com/office/drawing/2014/main" id="{38F4EA94-5D9B-4CDC-A2AA-557C2723EE5C}"/>
              </a:ext>
            </a:extLst>
          </p:cNvPr>
          <p:cNvSpPr>
            <a:spLocks/>
          </p:cNvSpPr>
          <p:nvPr/>
        </p:nvSpPr>
        <p:spPr>
          <a:xfrm>
            <a:off x="13951717" y="5727773"/>
            <a:ext cx="377912" cy="225642"/>
          </a:xfrm>
          <a:custGeom>
            <a:pathLst>
              <a:path w="396758" h="236894">
                <a:moveTo>
                  <a:pt x="4781" y="151153"/>
                </a:moveTo>
                <a:cubicBezTo>
                  <a:pt x="9562" y="157145"/>
                  <a:pt x="24891" y="180984"/>
                  <a:pt x="33467" y="187107"/>
                </a:cubicBezTo>
                <a:cubicBezTo>
                  <a:pt x="42043" y="193229"/>
                  <a:pt x="49092" y="190018"/>
                  <a:pt x="56237" y="187890"/>
                </a:cubicBezTo>
                <a:cubicBezTo>
                  <a:pt x="63382" y="185762"/>
                  <a:pt x="69064" y="175931"/>
                  <a:pt x="76336" y="174338"/>
                </a:cubicBezTo>
                <a:cubicBezTo>
                  <a:pt x="83608" y="172745"/>
                  <a:pt x="91515" y="174704"/>
                  <a:pt x="99870" y="178332"/>
                </a:cubicBezTo>
                <a:cubicBezTo>
                  <a:pt x="108225" y="181961"/>
                  <a:pt x="117907" y="191906"/>
                  <a:pt x="126468" y="196109"/>
                </a:cubicBezTo>
                <a:cubicBezTo>
                  <a:pt x="135029" y="200313"/>
                  <a:pt x="142989" y="201311"/>
                  <a:pt x="151236" y="203554"/>
                </a:cubicBezTo>
                <a:cubicBezTo>
                  <a:pt x="159484" y="205796"/>
                  <a:pt x="167169" y="205450"/>
                  <a:pt x="175953" y="209564"/>
                </a:cubicBezTo>
                <a:cubicBezTo>
                  <a:pt x="184738" y="213677"/>
                  <a:pt x="195098" y="224352"/>
                  <a:pt x="203944" y="228235"/>
                </a:cubicBezTo>
                <a:cubicBezTo>
                  <a:pt x="212791" y="232119"/>
                  <a:pt x="222052" y="236894"/>
                  <a:pt x="229031" y="232865"/>
                </a:cubicBezTo>
                <a:cubicBezTo>
                  <a:pt x="236010" y="228836"/>
                  <a:pt x="240231" y="213435"/>
                  <a:pt x="245819" y="204062"/>
                </a:cubicBezTo>
                <a:cubicBezTo>
                  <a:pt x="251407" y="194689"/>
                  <a:pt x="255620" y="180661"/>
                  <a:pt x="262561" y="176629"/>
                </a:cubicBezTo>
                <a:cubicBezTo>
                  <a:pt x="269501" y="172597"/>
                  <a:pt x="278891" y="178040"/>
                  <a:pt x="287460" y="179871"/>
                </a:cubicBezTo>
                <a:cubicBezTo>
                  <a:pt x="296029" y="181701"/>
                  <a:pt x="306185" y="188734"/>
                  <a:pt x="313974" y="187612"/>
                </a:cubicBezTo>
                <a:cubicBezTo>
                  <a:pt x="321763" y="186489"/>
                  <a:pt x="327927" y="179404"/>
                  <a:pt x="334194" y="173135"/>
                </a:cubicBezTo>
                <a:cubicBezTo>
                  <a:pt x="340461" y="166866"/>
                  <a:pt x="345785" y="157541"/>
                  <a:pt x="351576" y="149996"/>
                </a:cubicBezTo>
                <a:cubicBezTo>
                  <a:pt x="357368" y="142452"/>
                  <a:pt x="363863" y="137076"/>
                  <a:pt x="368943" y="127868"/>
                </a:cubicBezTo>
                <a:cubicBezTo>
                  <a:pt x="374022" y="118661"/>
                  <a:pt x="378275" y="107131"/>
                  <a:pt x="382052" y="94750"/>
                </a:cubicBezTo>
                <a:cubicBezTo>
                  <a:pt x="385830" y="82368"/>
                  <a:pt x="390016" y="60442"/>
                  <a:pt x="391609" y="53581"/>
                </a:cubicBezTo>
                <a:cubicBezTo>
                  <a:pt x="393202" y="46719"/>
                  <a:pt x="396758" y="57143"/>
                  <a:pt x="391609" y="53581"/>
                </a:cubicBezTo>
                <a:cubicBezTo>
                  <a:pt x="386460" y="50018"/>
                  <a:pt x="370453" y="37899"/>
                  <a:pt x="360714" y="32204"/>
                </a:cubicBezTo>
                <a:cubicBezTo>
                  <a:pt x="350975" y="26509"/>
                  <a:pt x="341479" y="21220"/>
                  <a:pt x="333174" y="19411"/>
                </a:cubicBezTo>
                <a:cubicBezTo>
                  <a:pt x="324869" y="17602"/>
                  <a:pt x="317537" y="18227"/>
                  <a:pt x="310884" y="21350"/>
                </a:cubicBezTo>
                <a:cubicBezTo>
                  <a:pt x="304231" y="24473"/>
                  <a:pt x="299181" y="32582"/>
                  <a:pt x="293256" y="38149"/>
                </a:cubicBezTo>
                <a:cubicBezTo>
                  <a:pt x="287331" y="43716"/>
                  <a:pt x="281958" y="51417"/>
                  <a:pt x="275334" y="54751"/>
                </a:cubicBezTo>
                <a:cubicBezTo>
                  <a:pt x="268709" y="58086"/>
                  <a:pt x="261217" y="58699"/>
                  <a:pt x="253507" y="58156"/>
                </a:cubicBezTo>
                <a:cubicBezTo>
                  <a:pt x="245796" y="57612"/>
                  <a:pt x="237172" y="53732"/>
                  <a:pt x="229069" y="51487"/>
                </a:cubicBezTo>
                <a:cubicBezTo>
                  <a:pt x="220966" y="49242"/>
                  <a:pt x="212909" y="46973"/>
                  <a:pt x="204889" y="44685"/>
                </a:cubicBezTo>
                <a:cubicBezTo>
                  <a:pt x="196869" y="42397"/>
                  <a:pt x="189170" y="41263"/>
                  <a:pt x="180950" y="37759"/>
                </a:cubicBezTo>
                <a:cubicBezTo>
                  <a:pt x="172730" y="34254"/>
                  <a:pt x="164094" y="28911"/>
                  <a:pt x="155568" y="23659"/>
                </a:cubicBezTo>
                <a:cubicBezTo>
                  <a:pt x="147043" y="18407"/>
                  <a:pt x="137790" y="9610"/>
                  <a:pt x="129795" y="6247"/>
                </a:cubicBezTo>
                <a:cubicBezTo>
                  <a:pt x="121800" y="2885"/>
                  <a:pt x="114056" y="0"/>
                  <a:pt x="107599" y="3484"/>
                </a:cubicBezTo>
                <a:cubicBezTo>
                  <a:pt x="101142" y="6968"/>
                  <a:pt x="96089" y="16614"/>
                  <a:pt x="91051" y="27152"/>
                </a:cubicBezTo>
                <a:cubicBezTo>
                  <a:pt x="86014" y="37690"/>
                  <a:pt x="82207" y="54459"/>
                  <a:pt x="77373" y="66710"/>
                </a:cubicBezTo>
                <a:cubicBezTo>
                  <a:pt x="72540" y="78961"/>
                  <a:pt x="67688" y="91787"/>
                  <a:pt x="62052" y="100659"/>
                </a:cubicBezTo>
                <a:cubicBezTo>
                  <a:pt x="56416" y="109531"/>
                  <a:pt x="49956" y="114621"/>
                  <a:pt x="43559" y="119944"/>
                </a:cubicBezTo>
                <a:cubicBezTo>
                  <a:pt x="37162" y="125268"/>
                  <a:pt x="30135" y="127399"/>
                  <a:pt x="23672" y="132600"/>
                </a:cubicBezTo>
                <a:cubicBezTo>
                  <a:pt x="17209" y="137801"/>
                  <a:pt x="7930" y="148061"/>
                  <a:pt x="4781" y="151153"/>
                </a:cubicBezTo>
                <a:cubicBezTo>
                  <a:pt x="1632" y="154245"/>
                  <a:pt x="0" y="145160"/>
                  <a:pt x="4781" y="151153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67"/>
                </a:srgbClr>
              </a:gs>
              <a:gs pos="18000">
                <a:srgbClr val="767676">
                  <a:alpha val="5685"/>
                </a:srgbClr>
              </a:gs>
              <a:gs pos="48000">
                <a:srgbClr val="767676">
                  <a:alpha val="9170"/>
                </a:srgbClr>
              </a:gs>
              <a:gs pos="78000">
                <a:srgbClr val="767676">
                  <a:alpha val="6878"/>
                </a:srgbClr>
              </a:gs>
              <a:gs pos="100000">
                <a:srgbClr val="767676">
                  <a:alpha val="413"/>
                </a:srgbClr>
              </a:gs>
            </a:gsLst>
            <a:lin ang="20750814" scaled="0"/>
          </a:gradFill>
          <a:ln w="0">
            <a:noFill/>
            <a:prstDash val="solid"/>
          </a:ln>
        </p:spPr>
      </p:sp>
      <p:sp>
        <p:nvSpPr>
          <p:cNvPr id="1136" name="PANEL_D-intermittent-gas-core-1-feather-2_91">
            <a:extLst>
              <a:ext uri="{FF2B5EF4-FFF2-40B4-BE49-F238E27FC236}">
                <a16:creationId xmlns:a16="http://schemas.microsoft.com/office/drawing/2014/main" id="{A3B94D44-9B5A-4A68-B8FB-036DC8CE95D2}"/>
              </a:ext>
            </a:extLst>
          </p:cNvPr>
          <p:cNvSpPr>
            <a:spLocks/>
          </p:cNvSpPr>
          <p:nvPr/>
        </p:nvSpPr>
        <p:spPr>
          <a:xfrm>
            <a:off x="13952027" y="5757586"/>
            <a:ext cx="377157" cy="157069"/>
          </a:xfrm>
          <a:custGeom>
            <a:pathLst>
              <a:path w="395966" h="164902">
                <a:moveTo>
                  <a:pt x="4455" y="119853"/>
                </a:moveTo>
                <a:cubicBezTo>
                  <a:pt x="8911" y="124033"/>
                  <a:pt x="23013" y="140964"/>
                  <a:pt x="31188" y="144936"/>
                </a:cubicBezTo>
                <a:cubicBezTo>
                  <a:pt x="39362" y="148908"/>
                  <a:pt x="46416" y="145975"/>
                  <a:pt x="53503" y="143685"/>
                </a:cubicBezTo>
                <a:cubicBezTo>
                  <a:pt x="60591" y="141395"/>
                  <a:pt x="66607" y="133445"/>
                  <a:pt x="73715" y="131198"/>
                </a:cubicBezTo>
                <a:cubicBezTo>
                  <a:pt x="80823" y="128950"/>
                  <a:pt x="88318" y="128911"/>
                  <a:pt x="96152" y="130202"/>
                </a:cubicBezTo>
                <a:cubicBezTo>
                  <a:pt x="103987" y="131493"/>
                  <a:pt x="112711" y="137056"/>
                  <a:pt x="120720" y="138944"/>
                </a:cubicBezTo>
                <a:cubicBezTo>
                  <a:pt x="128730" y="140832"/>
                  <a:pt x="136331" y="140585"/>
                  <a:pt x="144209" y="141530"/>
                </a:cubicBezTo>
                <a:cubicBezTo>
                  <a:pt x="152087" y="142474"/>
                  <a:pt x="159622" y="141872"/>
                  <a:pt x="167988" y="144611"/>
                </a:cubicBezTo>
                <a:cubicBezTo>
                  <a:pt x="176354" y="147351"/>
                  <a:pt x="185883" y="154962"/>
                  <a:pt x="194404" y="157967"/>
                </a:cubicBezTo>
                <a:cubicBezTo>
                  <a:pt x="202925" y="160972"/>
                  <a:pt x="211812" y="164902"/>
                  <a:pt x="219113" y="162642"/>
                </a:cubicBezTo>
                <a:cubicBezTo>
                  <a:pt x="226414" y="160381"/>
                  <a:pt x="231865" y="150435"/>
                  <a:pt x="238211" y="144405"/>
                </a:cubicBezTo>
                <a:cubicBezTo>
                  <a:pt x="244556" y="138374"/>
                  <a:pt x="249969" y="129127"/>
                  <a:pt x="257185" y="126459"/>
                </a:cubicBezTo>
                <a:cubicBezTo>
                  <a:pt x="264401" y="123790"/>
                  <a:pt x="273284" y="127503"/>
                  <a:pt x="281506" y="128394"/>
                </a:cubicBezTo>
                <a:cubicBezTo>
                  <a:pt x="289729" y="129284"/>
                  <a:pt x="298978" y="133468"/>
                  <a:pt x="306520" y="131802"/>
                </a:cubicBezTo>
                <a:cubicBezTo>
                  <a:pt x="314062" y="130135"/>
                  <a:pt x="320386" y="123997"/>
                  <a:pt x="326759" y="118393"/>
                </a:cubicBezTo>
                <a:cubicBezTo>
                  <a:pt x="333133" y="112789"/>
                  <a:pt x="338767" y="104795"/>
                  <a:pt x="344760" y="98177"/>
                </a:cubicBezTo>
                <a:cubicBezTo>
                  <a:pt x="350754" y="91559"/>
                  <a:pt x="357186" y="86312"/>
                  <a:pt x="362719" y="78685"/>
                </a:cubicBezTo>
                <a:cubicBezTo>
                  <a:pt x="368253" y="71057"/>
                  <a:pt x="373200" y="61813"/>
                  <a:pt x="377961" y="52412"/>
                </a:cubicBezTo>
                <a:cubicBezTo>
                  <a:pt x="382722" y="43011"/>
                  <a:pt x="389063" y="27302"/>
                  <a:pt x="391283" y="22281"/>
                </a:cubicBezTo>
                <a:cubicBezTo>
                  <a:pt x="393504" y="17259"/>
                  <a:pt x="395966" y="24475"/>
                  <a:pt x="391283" y="22281"/>
                </a:cubicBezTo>
                <a:cubicBezTo>
                  <a:pt x="386601" y="20086"/>
                  <a:pt x="372076" y="12225"/>
                  <a:pt x="363188" y="9111"/>
                </a:cubicBezTo>
                <a:cubicBezTo>
                  <a:pt x="354300" y="5998"/>
                  <a:pt x="345723" y="3598"/>
                  <a:pt x="337956" y="3599"/>
                </a:cubicBezTo>
                <a:cubicBezTo>
                  <a:pt x="330190" y="3599"/>
                  <a:pt x="323179" y="5557"/>
                  <a:pt x="316589" y="9114"/>
                </a:cubicBezTo>
                <a:cubicBezTo>
                  <a:pt x="309999" y="12671"/>
                  <a:pt x="304554" y="19824"/>
                  <a:pt x="298417" y="24941"/>
                </a:cubicBezTo>
                <a:cubicBezTo>
                  <a:pt x="292281" y="30059"/>
                  <a:pt x="286505" y="36623"/>
                  <a:pt x="279769" y="39821"/>
                </a:cubicBezTo>
                <a:cubicBezTo>
                  <a:pt x="273033" y="43019"/>
                  <a:pt x="265628" y="44129"/>
                  <a:pt x="258000" y="44129"/>
                </a:cubicBezTo>
                <a:cubicBezTo>
                  <a:pt x="250371" y="44129"/>
                  <a:pt x="242019" y="41499"/>
                  <a:pt x="233998" y="39822"/>
                </a:cubicBezTo>
                <a:cubicBezTo>
                  <a:pt x="225977" y="38145"/>
                  <a:pt x="217903" y="36109"/>
                  <a:pt x="209875" y="34067"/>
                </a:cubicBezTo>
                <a:cubicBezTo>
                  <a:pt x="201846" y="32024"/>
                  <a:pt x="193987" y="30523"/>
                  <a:pt x="185826" y="27568"/>
                </a:cubicBezTo>
                <a:cubicBezTo>
                  <a:pt x="177666" y="24613"/>
                  <a:pt x="169212" y="20289"/>
                  <a:pt x="160913" y="16337"/>
                </a:cubicBezTo>
                <a:cubicBezTo>
                  <a:pt x="152614" y="12385"/>
                  <a:pt x="143851" y="6073"/>
                  <a:pt x="136032" y="3854"/>
                </a:cubicBezTo>
                <a:cubicBezTo>
                  <a:pt x="128213" y="1634"/>
                  <a:pt x="120638" y="0"/>
                  <a:pt x="113999" y="3020"/>
                </a:cubicBezTo>
                <a:cubicBezTo>
                  <a:pt x="107361" y="6040"/>
                  <a:pt x="101771" y="13656"/>
                  <a:pt x="96201" y="21973"/>
                </a:cubicBezTo>
                <a:cubicBezTo>
                  <a:pt x="90631" y="30291"/>
                  <a:pt x="85974" y="43222"/>
                  <a:pt x="80578" y="52925"/>
                </a:cubicBezTo>
                <a:cubicBezTo>
                  <a:pt x="75182" y="62628"/>
                  <a:pt x="69802" y="72902"/>
                  <a:pt x="63826" y="80189"/>
                </a:cubicBezTo>
                <a:cubicBezTo>
                  <a:pt x="57851" y="87476"/>
                  <a:pt x="51296" y="92143"/>
                  <a:pt x="44726" y="96645"/>
                </a:cubicBezTo>
                <a:cubicBezTo>
                  <a:pt x="38157" y="101147"/>
                  <a:pt x="31119" y="103333"/>
                  <a:pt x="24407" y="107201"/>
                </a:cubicBezTo>
                <a:cubicBezTo>
                  <a:pt x="17695" y="111069"/>
                  <a:pt x="7781" y="117744"/>
                  <a:pt x="4455" y="119853"/>
                </a:cubicBezTo>
                <a:cubicBezTo>
                  <a:pt x="1130" y="121961"/>
                  <a:pt x="0" y="115672"/>
                  <a:pt x="4455" y="119853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471"/>
                </a:srgbClr>
              </a:gs>
              <a:gs pos="18000">
                <a:srgbClr val="767676">
                  <a:alpha val="7296"/>
                </a:srgbClr>
              </a:gs>
              <a:gs pos="48000">
                <a:srgbClr val="767676">
                  <a:alpha val="11769"/>
                </a:srgbClr>
              </a:gs>
              <a:gs pos="78000">
                <a:srgbClr val="767676">
                  <a:alpha val="8826"/>
                </a:srgbClr>
              </a:gs>
              <a:gs pos="100000">
                <a:srgbClr val="767676">
                  <a:alpha val="530"/>
                </a:srgbClr>
              </a:gs>
            </a:gsLst>
            <a:lin ang="20750814" scaled="0"/>
          </a:gradFill>
          <a:ln w="0">
            <a:noFill/>
            <a:prstDash val="solid"/>
          </a:ln>
        </p:spPr>
      </p:sp>
      <p:sp>
        <p:nvSpPr>
          <p:cNvPr id="1137" name="PANEL_D-intermittent-gas-core-1-feather-3_92">
            <a:extLst>
              <a:ext uri="{FF2B5EF4-FFF2-40B4-BE49-F238E27FC236}">
                <a16:creationId xmlns:a16="http://schemas.microsoft.com/office/drawing/2014/main" id="{59C9FEE7-2E56-48FD-9399-D5C93CD9DCD4}"/>
              </a:ext>
            </a:extLst>
          </p:cNvPr>
          <p:cNvSpPr>
            <a:spLocks/>
          </p:cNvSpPr>
          <p:nvPr/>
        </p:nvSpPr>
        <p:spPr>
          <a:xfrm>
            <a:off x="13952337" y="5773575"/>
            <a:ext cx="376403" cy="113444"/>
          </a:xfrm>
          <a:custGeom>
            <a:pathLst>
              <a:path w="395174" h="119102">
                <a:moveTo>
                  <a:pt x="4130" y="103067"/>
                </a:moveTo>
                <a:cubicBezTo>
                  <a:pt x="8260" y="105436"/>
                  <a:pt x="21136" y="115459"/>
                  <a:pt x="28909" y="117280"/>
                </a:cubicBezTo>
                <a:cubicBezTo>
                  <a:pt x="36682" y="119102"/>
                  <a:pt x="43739" y="116445"/>
                  <a:pt x="50770" y="113994"/>
                </a:cubicBezTo>
                <a:cubicBezTo>
                  <a:pt x="57801" y="111543"/>
                  <a:pt x="64150" y="105473"/>
                  <a:pt x="71094" y="102572"/>
                </a:cubicBezTo>
                <a:cubicBezTo>
                  <a:pt x="78038" y="99670"/>
                  <a:pt x="85122" y="97632"/>
                  <a:pt x="92435" y="96585"/>
                </a:cubicBezTo>
                <a:cubicBezTo>
                  <a:pt x="99748" y="95539"/>
                  <a:pt x="107515" y="96720"/>
                  <a:pt x="114973" y="96292"/>
                </a:cubicBezTo>
                <a:cubicBezTo>
                  <a:pt x="122431" y="95865"/>
                  <a:pt x="129674" y="94373"/>
                  <a:pt x="137183" y="94020"/>
                </a:cubicBezTo>
                <a:cubicBezTo>
                  <a:pt x="144691" y="93666"/>
                  <a:pt x="152075" y="92808"/>
                  <a:pt x="160022" y="94173"/>
                </a:cubicBezTo>
                <a:cubicBezTo>
                  <a:pt x="167969" y="95539"/>
                  <a:pt x="176668" y="100086"/>
                  <a:pt x="184864" y="102212"/>
                </a:cubicBezTo>
                <a:cubicBezTo>
                  <a:pt x="193059" y="104339"/>
                  <a:pt x="201572" y="107424"/>
                  <a:pt x="209196" y="106932"/>
                </a:cubicBezTo>
                <a:cubicBezTo>
                  <a:pt x="216819" y="106440"/>
                  <a:pt x="223500" y="101949"/>
                  <a:pt x="230603" y="99261"/>
                </a:cubicBezTo>
                <a:cubicBezTo>
                  <a:pt x="237705" y="96573"/>
                  <a:pt x="244317" y="92108"/>
                  <a:pt x="251809" y="90803"/>
                </a:cubicBezTo>
                <a:cubicBezTo>
                  <a:pt x="259301" y="89498"/>
                  <a:pt x="267676" y="91480"/>
                  <a:pt x="275552" y="91431"/>
                </a:cubicBezTo>
                <a:cubicBezTo>
                  <a:pt x="283428" y="91381"/>
                  <a:pt x="291771" y="92717"/>
                  <a:pt x="299066" y="90506"/>
                </a:cubicBezTo>
                <a:cubicBezTo>
                  <a:pt x="306362" y="88295"/>
                  <a:pt x="312845" y="83104"/>
                  <a:pt x="319324" y="78165"/>
                </a:cubicBezTo>
                <a:cubicBezTo>
                  <a:pt x="325804" y="73226"/>
                  <a:pt x="331749" y="66563"/>
                  <a:pt x="337944" y="60872"/>
                </a:cubicBezTo>
                <a:cubicBezTo>
                  <a:pt x="344140" y="55180"/>
                  <a:pt x="350508" y="50063"/>
                  <a:pt x="356496" y="44016"/>
                </a:cubicBezTo>
                <a:cubicBezTo>
                  <a:pt x="362483" y="37968"/>
                  <a:pt x="368126" y="31008"/>
                  <a:pt x="373870" y="24588"/>
                </a:cubicBezTo>
                <a:cubicBezTo>
                  <a:pt x="379613" y="18168"/>
                  <a:pt x="388110" y="8677"/>
                  <a:pt x="390958" y="5495"/>
                </a:cubicBezTo>
                <a:cubicBezTo>
                  <a:pt x="393806" y="2312"/>
                  <a:pt x="395174" y="6322"/>
                  <a:pt x="390958" y="5495"/>
                </a:cubicBezTo>
                <a:cubicBezTo>
                  <a:pt x="386742" y="4668"/>
                  <a:pt x="373699" y="1064"/>
                  <a:pt x="365663" y="532"/>
                </a:cubicBezTo>
                <a:cubicBezTo>
                  <a:pt x="357626" y="0"/>
                  <a:pt x="349967" y="491"/>
                  <a:pt x="342739" y="2301"/>
                </a:cubicBezTo>
                <a:cubicBezTo>
                  <a:pt x="335511" y="4111"/>
                  <a:pt x="328820" y="7401"/>
                  <a:pt x="322293" y="11392"/>
                </a:cubicBezTo>
                <a:cubicBezTo>
                  <a:pt x="315767" y="15383"/>
                  <a:pt x="309927" y="21579"/>
                  <a:pt x="303579" y="26248"/>
                </a:cubicBezTo>
                <a:cubicBezTo>
                  <a:pt x="297231" y="30917"/>
                  <a:pt x="291052" y="36344"/>
                  <a:pt x="284205" y="39406"/>
                </a:cubicBezTo>
                <a:cubicBezTo>
                  <a:pt x="277357" y="42467"/>
                  <a:pt x="270039" y="44073"/>
                  <a:pt x="262493" y="44617"/>
                </a:cubicBezTo>
                <a:cubicBezTo>
                  <a:pt x="254947" y="45162"/>
                  <a:pt x="246866" y="43780"/>
                  <a:pt x="238928" y="42671"/>
                </a:cubicBezTo>
                <a:cubicBezTo>
                  <a:pt x="230989" y="41562"/>
                  <a:pt x="222898" y="39759"/>
                  <a:pt x="214860" y="37962"/>
                </a:cubicBezTo>
                <a:cubicBezTo>
                  <a:pt x="206823" y="36166"/>
                  <a:pt x="198803" y="34297"/>
                  <a:pt x="190703" y="31891"/>
                </a:cubicBezTo>
                <a:cubicBezTo>
                  <a:pt x="182602" y="29485"/>
                  <a:pt x="174330" y="26182"/>
                  <a:pt x="166257" y="23529"/>
                </a:cubicBezTo>
                <a:cubicBezTo>
                  <a:pt x="158185" y="20876"/>
                  <a:pt x="149912" y="17051"/>
                  <a:pt x="142269" y="15975"/>
                </a:cubicBezTo>
                <a:cubicBezTo>
                  <a:pt x="134626" y="14898"/>
                  <a:pt x="127219" y="14514"/>
                  <a:pt x="120399" y="17070"/>
                </a:cubicBezTo>
                <a:cubicBezTo>
                  <a:pt x="113580" y="19625"/>
                  <a:pt x="107454" y="25211"/>
                  <a:pt x="101351" y="31309"/>
                </a:cubicBezTo>
                <a:cubicBezTo>
                  <a:pt x="95248" y="37406"/>
                  <a:pt x="89741" y="46499"/>
                  <a:pt x="83782" y="53654"/>
                </a:cubicBezTo>
                <a:cubicBezTo>
                  <a:pt x="77824" y="60808"/>
                  <a:pt x="71915" y="68532"/>
                  <a:pt x="65600" y="74234"/>
                </a:cubicBezTo>
                <a:cubicBezTo>
                  <a:pt x="59286" y="79935"/>
                  <a:pt x="52637" y="84180"/>
                  <a:pt x="45894" y="87861"/>
                </a:cubicBezTo>
                <a:cubicBezTo>
                  <a:pt x="39151" y="91541"/>
                  <a:pt x="32103" y="93782"/>
                  <a:pt x="25142" y="96316"/>
                </a:cubicBezTo>
                <a:cubicBezTo>
                  <a:pt x="18181" y="98851"/>
                  <a:pt x="7632" y="101942"/>
                  <a:pt x="4130" y="103067"/>
                </a:cubicBezTo>
                <a:cubicBezTo>
                  <a:pt x="628" y="104192"/>
                  <a:pt x="0" y="100698"/>
                  <a:pt x="4130" y="10306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551"/>
                </a:srgbClr>
              </a:gs>
              <a:gs pos="18000">
                <a:srgbClr val="767676">
                  <a:alpha val="8529"/>
                </a:srgbClr>
              </a:gs>
              <a:gs pos="48000">
                <a:srgbClr val="767676">
                  <a:alpha val="13755"/>
                </a:srgbClr>
              </a:gs>
              <a:gs pos="78000">
                <a:srgbClr val="767676">
                  <a:alpha val="10317"/>
                </a:srgbClr>
              </a:gs>
              <a:gs pos="100000">
                <a:srgbClr val="767676">
                  <a:alpha val="619"/>
                </a:srgbClr>
              </a:gs>
            </a:gsLst>
            <a:lin ang="20750814" scaled="0"/>
          </a:gradFill>
          <a:ln w="0">
            <a:noFill/>
            <a:prstDash val="solid"/>
          </a:ln>
        </p:spPr>
      </p:sp>
      <p:sp>
        <p:nvSpPr>
          <p:cNvPr id="1138" name="PANEL_D-intermittent-gas-wisp-1-feather-0_93">
            <a:extLst>
              <a:ext uri="{FF2B5EF4-FFF2-40B4-BE49-F238E27FC236}">
                <a16:creationId xmlns:a16="http://schemas.microsoft.com/office/drawing/2014/main" id="{B563905D-8819-47CA-A219-DE72066EA5B6}"/>
              </a:ext>
            </a:extLst>
          </p:cNvPr>
          <p:cNvSpPr>
            <a:spLocks/>
          </p:cNvSpPr>
          <p:nvPr/>
        </p:nvSpPr>
        <p:spPr>
          <a:xfrm>
            <a:off x="14053073" y="5639895"/>
            <a:ext cx="256330" cy="122323"/>
          </a:xfrm>
          <a:custGeom>
            <a:pathLst>
              <a:path w="269112" h="128423">
                <a:moveTo>
                  <a:pt x="3441" y="90069"/>
                </a:moveTo>
                <a:cubicBezTo>
                  <a:pt x="6883" y="93652"/>
                  <a:pt x="17909" y="107427"/>
                  <a:pt x="24089" y="111565"/>
                </a:cubicBezTo>
                <a:cubicBezTo>
                  <a:pt x="30270" y="115704"/>
                  <a:pt x="35451" y="115568"/>
                  <a:pt x="40524" y="114903"/>
                </a:cubicBezTo>
                <a:cubicBezTo>
                  <a:pt x="45597" y="114237"/>
                  <a:pt x="49643" y="109082"/>
                  <a:pt x="54526" y="107574"/>
                </a:cubicBezTo>
                <a:cubicBezTo>
                  <a:pt x="59408" y="106065"/>
                  <a:pt x="64494" y="105562"/>
                  <a:pt x="69817" y="105850"/>
                </a:cubicBezTo>
                <a:cubicBezTo>
                  <a:pt x="75139" y="106138"/>
                  <a:pt x="81099" y="108942"/>
                  <a:pt x="86460" y="109300"/>
                </a:cubicBezTo>
                <a:cubicBezTo>
                  <a:pt x="91821" y="109659"/>
                  <a:pt x="96678" y="107957"/>
                  <a:pt x="101985" y="108003"/>
                </a:cubicBezTo>
                <a:cubicBezTo>
                  <a:pt x="107291" y="108048"/>
                  <a:pt x="112355" y="107298"/>
                  <a:pt x="118299" y="109571"/>
                </a:cubicBezTo>
                <a:cubicBezTo>
                  <a:pt x="124243" y="111845"/>
                  <a:pt x="131500" y="118826"/>
                  <a:pt x="137649" y="121644"/>
                </a:cubicBezTo>
                <a:cubicBezTo>
                  <a:pt x="143798" y="124462"/>
                  <a:pt x="150366" y="128423"/>
                  <a:pt x="155191" y="126482"/>
                </a:cubicBezTo>
                <a:cubicBezTo>
                  <a:pt x="160015" y="124540"/>
                  <a:pt x="162976" y="115987"/>
                  <a:pt x="166596" y="109994"/>
                </a:cubicBezTo>
                <a:cubicBezTo>
                  <a:pt x="170217" y="104002"/>
                  <a:pt x="172722" y="94460"/>
                  <a:pt x="176912" y="90526"/>
                </a:cubicBezTo>
                <a:cubicBezTo>
                  <a:pt x="181103" y="86592"/>
                  <a:pt x="186564" y="87068"/>
                  <a:pt x="191738" y="86390"/>
                </a:cubicBezTo>
                <a:cubicBezTo>
                  <a:pt x="196911" y="85712"/>
                  <a:pt x="202988" y="87816"/>
                  <a:pt x="207953" y="86458"/>
                </a:cubicBezTo>
                <a:cubicBezTo>
                  <a:pt x="212918" y="85101"/>
                  <a:pt x="217069" y="81199"/>
                  <a:pt x="221528" y="78246"/>
                </a:cubicBezTo>
                <a:cubicBezTo>
                  <a:pt x="225987" y="75294"/>
                  <a:pt x="230233" y="71753"/>
                  <a:pt x="234705" y="68742"/>
                </a:cubicBezTo>
                <a:cubicBezTo>
                  <a:pt x="239178" y="65731"/>
                  <a:pt x="244350" y="64587"/>
                  <a:pt x="248362" y="60180"/>
                </a:cubicBezTo>
                <a:cubicBezTo>
                  <a:pt x="252375" y="55774"/>
                  <a:pt x="255885" y="49931"/>
                  <a:pt x="258781" y="42303"/>
                </a:cubicBezTo>
                <a:cubicBezTo>
                  <a:pt x="261678" y="34676"/>
                  <a:pt x="264581" y="19063"/>
                  <a:pt x="265741" y="14415"/>
                </a:cubicBezTo>
                <a:cubicBezTo>
                  <a:pt x="266901" y="9767"/>
                  <a:pt x="269112" y="16063"/>
                  <a:pt x="265741" y="14415"/>
                </a:cubicBezTo>
                <a:cubicBezTo>
                  <a:pt x="262370" y="12767"/>
                  <a:pt x="251870" y="6870"/>
                  <a:pt x="245515" y="4524"/>
                </a:cubicBezTo>
                <a:cubicBezTo>
                  <a:pt x="239160" y="2179"/>
                  <a:pt x="233079" y="374"/>
                  <a:pt x="227609" y="341"/>
                </a:cubicBezTo>
                <a:cubicBezTo>
                  <a:pt x="222140" y="309"/>
                  <a:pt x="217237" y="1919"/>
                  <a:pt x="212700" y="4331"/>
                </a:cubicBezTo>
                <a:cubicBezTo>
                  <a:pt x="208163" y="6742"/>
                  <a:pt x="204635" y="11809"/>
                  <a:pt x="200387" y="14812"/>
                </a:cubicBezTo>
                <a:cubicBezTo>
                  <a:pt x="196138" y="17815"/>
                  <a:pt x="192116" y="21461"/>
                  <a:pt x="187209" y="22349"/>
                </a:cubicBezTo>
                <a:cubicBezTo>
                  <a:pt x="182301" y="23237"/>
                  <a:pt x="176650" y="21893"/>
                  <a:pt x="170943" y="20139"/>
                </a:cubicBezTo>
                <a:cubicBezTo>
                  <a:pt x="165236" y="18385"/>
                  <a:pt x="158830" y="14244"/>
                  <a:pt x="152966" y="11827"/>
                </a:cubicBezTo>
                <a:cubicBezTo>
                  <a:pt x="147101" y="9411"/>
                  <a:pt x="141255" y="7021"/>
                  <a:pt x="135754" y="5641"/>
                </a:cubicBezTo>
                <a:cubicBezTo>
                  <a:pt x="130253" y="4261"/>
                  <a:pt x="125195" y="4176"/>
                  <a:pt x="119960" y="3548"/>
                </a:cubicBezTo>
                <a:cubicBezTo>
                  <a:pt x="114726" y="2920"/>
                  <a:pt x="109510" y="2296"/>
                  <a:pt x="104347" y="1872"/>
                </a:cubicBezTo>
                <a:cubicBezTo>
                  <a:pt x="99184" y="1448"/>
                  <a:pt x="93747" y="0"/>
                  <a:pt x="88984" y="1004"/>
                </a:cubicBezTo>
                <a:cubicBezTo>
                  <a:pt x="84220" y="2009"/>
                  <a:pt x="79706" y="3672"/>
                  <a:pt x="75768" y="7898"/>
                </a:cubicBezTo>
                <a:cubicBezTo>
                  <a:pt x="71830" y="12123"/>
                  <a:pt x="68677" y="19462"/>
                  <a:pt x="65356" y="26357"/>
                </a:cubicBezTo>
                <a:cubicBezTo>
                  <a:pt x="62035" y="33251"/>
                  <a:pt x="59328" y="42737"/>
                  <a:pt x="55843" y="49265"/>
                </a:cubicBezTo>
                <a:cubicBezTo>
                  <a:pt x="52359" y="55792"/>
                  <a:pt x="48647" y="61634"/>
                  <a:pt x="44450" y="65522"/>
                </a:cubicBezTo>
                <a:cubicBezTo>
                  <a:pt x="40254" y="69409"/>
                  <a:pt x="35337" y="70563"/>
                  <a:pt x="30666" y="72588"/>
                </a:cubicBezTo>
                <a:cubicBezTo>
                  <a:pt x="25995" y="74613"/>
                  <a:pt x="20963" y="74760"/>
                  <a:pt x="16425" y="77673"/>
                </a:cubicBezTo>
                <a:cubicBezTo>
                  <a:pt x="11888" y="80587"/>
                  <a:pt x="5605" y="88003"/>
                  <a:pt x="3441" y="90069"/>
                </a:cubicBezTo>
                <a:cubicBezTo>
                  <a:pt x="1277" y="92135"/>
                  <a:pt x="0" y="86487"/>
                  <a:pt x="3441" y="90069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65"/>
                </a:srgbClr>
              </a:gs>
              <a:gs pos="18000">
                <a:srgbClr val="919191">
                  <a:alpha val="2558"/>
                </a:srgbClr>
              </a:gs>
              <a:gs pos="48000">
                <a:srgbClr val="919191">
                  <a:alpha val="4126"/>
                </a:srgbClr>
              </a:gs>
              <a:gs pos="78000">
                <a:srgbClr val="919191">
                  <a:alpha val="3096"/>
                </a:srgbClr>
              </a:gs>
              <a:gs pos="100000">
                <a:srgbClr val="919191">
                  <a:alpha val="185"/>
                </a:srgbClr>
              </a:gs>
            </a:gsLst>
            <a:lin ang="20634882" scaled="0"/>
          </a:gradFill>
          <a:ln w="0">
            <a:noFill/>
            <a:prstDash val="solid"/>
          </a:ln>
        </p:spPr>
      </p:sp>
      <p:sp>
        <p:nvSpPr>
          <p:cNvPr id="1139" name="PANEL_D-intermittent-gas-wisp-1-feather-1_94">
            <a:extLst>
              <a:ext uri="{FF2B5EF4-FFF2-40B4-BE49-F238E27FC236}">
                <a16:creationId xmlns:a16="http://schemas.microsoft.com/office/drawing/2014/main" id="{140AE6F8-61AC-41F2-9D9B-80FABAF11123}"/>
              </a:ext>
            </a:extLst>
          </p:cNvPr>
          <p:cNvSpPr>
            <a:spLocks/>
          </p:cNvSpPr>
          <p:nvPr/>
        </p:nvSpPr>
        <p:spPr>
          <a:xfrm>
            <a:off x="14053246" y="5645545"/>
            <a:ext cx="255960" cy="100154"/>
          </a:xfrm>
          <a:custGeom>
            <a:pathLst>
              <a:path w="268724" h="105148">
                <a:moveTo>
                  <a:pt x="3260" y="84138"/>
                </a:moveTo>
                <a:cubicBezTo>
                  <a:pt x="6520" y="86918"/>
                  <a:pt x="16876" y="97701"/>
                  <a:pt x="22819" y="100819"/>
                </a:cubicBezTo>
                <a:cubicBezTo>
                  <a:pt x="28762" y="103937"/>
                  <a:pt x="33883" y="103634"/>
                  <a:pt x="38915" y="102845"/>
                </a:cubicBezTo>
                <a:cubicBezTo>
                  <a:pt x="43948" y="102056"/>
                  <a:pt x="48165" y="97676"/>
                  <a:pt x="53012" y="96084"/>
                </a:cubicBezTo>
                <a:cubicBezTo>
                  <a:pt x="57860" y="94492"/>
                  <a:pt x="62839" y="93588"/>
                  <a:pt x="67999" y="93294"/>
                </a:cubicBezTo>
                <a:cubicBezTo>
                  <a:pt x="73160" y="93000"/>
                  <a:pt x="78795" y="94588"/>
                  <a:pt x="83976" y="94321"/>
                </a:cubicBezTo>
                <a:cubicBezTo>
                  <a:pt x="89157" y="94053"/>
                  <a:pt x="93936" y="92144"/>
                  <a:pt x="99085" y="91690"/>
                </a:cubicBezTo>
                <a:cubicBezTo>
                  <a:pt x="104233" y="91237"/>
                  <a:pt x="109190" y="90188"/>
                  <a:pt x="114867" y="91600"/>
                </a:cubicBezTo>
                <a:cubicBezTo>
                  <a:pt x="120543" y="93012"/>
                  <a:pt x="127265" y="98169"/>
                  <a:pt x="133144" y="100163"/>
                </a:cubicBezTo>
                <a:cubicBezTo>
                  <a:pt x="139023" y="102158"/>
                  <a:pt x="145256" y="105148"/>
                  <a:pt x="150142" y="103569"/>
                </a:cubicBezTo>
                <a:cubicBezTo>
                  <a:pt x="155029" y="101989"/>
                  <a:pt x="158487" y="95351"/>
                  <a:pt x="162461" y="90685"/>
                </a:cubicBezTo>
                <a:cubicBezTo>
                  <a:pt x="166435" y="86020"/>
                  <a:pt x="169567" y="78648"/>
                  <a:pt x="173987" y="75577"/>
                </a:cubicBezTo>
                <a:cubicBezTo>
                  <a:pt x="178407" y="72505"/>
                  <a:pt x="183821" y="72884"/>
                  <a:pt x="188982" y="72258"/>
                </a:cubicBezTo>
                <a:cubicBezTo>
                  <a:pt x="194143" y="71631"/>
                  <a:pt x="199998" y="73123"/>
                  <a:pt x="204954" y="71818"/>
                </a:cubicBezTo>
                <a:cubicBezTo>
                  <a:pt x="209910" y="70513"/>
                  <a:pt x="214201" y="67134"/>
                  <a:pt x="218718" y="64428"/>
                </a:cubicBezTo>
                <a:cubicBezTo>
                  <a:pt x="223235" y="61722"/>
                  <a:pt x="227550" y="58451"/>
                  <a:pt x="232054" y="55581"/>
                </a:cubicBezTo>
                <a:cubicBezTo>
                  <a:pt x="236558" y="52712"/>
                  <a:pt x="241595" y="51207"/>
                  <a:pt x="245740" y="47210"/>
                </a:cubicBezTo>
                <a:cubicBezTo>
                  <a:pt x="249884" y="43212"/>
                  <a:pt x="253619" y="38050"/>
                  <a:pt x="256923" y="31596"/>
                </a:cubicBezTo>
                <a:cubicBezTo>
                  <a:pt x="260226" y="25141"/>
                  <a:pt x="264120" y="12336"/>
                  <a:pt x="265560" y="8484"/>
                </a:cubicBezTo>
                <a:cubicBezTo>
                  <a:pt x="266999" y="4632"/>
                  <a:pt x="268724" y="9543"/>
                  <a:pt x="265560" y="8484"/>
                </a:cubicBezTo>
                <a:cubicBezTo>
                  <a:pt x="262396" y="7424"/>
                  <a:pt x="252576" y="3453"/>
                  <a:pt x="246575" y="2128"/>
                </a:cubicBezTo>
                <a:cubicBezTo>
                  <a:pt x="240574" y="803"/>
                  <a:pt x="234833" y="0"/>
                  <a:pt x="229552" y="535"/>
                </a:cubicBezTo>
                <a:cubicBezTo>
                  <a:pt x="224272" y="1071"/>
                  <a:pt x="219444" y="2938"/>
                  <a:pt x="214890" y="5341"/>
                </a:cubicBezTo>
                <a:cubicBezTo>
                  <a:pt x="210336" y="7743"/>
                  <a:pt x="206581" y="12204"/>
                  <a:pt x="202228" y="14949"/>
                </a:cubicBezTo>
                <a:cubicBezTo>
                  <a:pt x="197875" y="17695"/>
                  <a:pt x="193684" y="20874"/>
                  <a:pt x="188773" y="21813"/>
                </a:cubicBezTo>
                <a:cubicBezTo>
                  <a:pt x="183862" y="22752"/>
                  <a:pt x="178339" y="21852"/>
                  <a:pt x="172762" y="20582"/>
                </a:cubicBezTo>
                <a:cubicBezTo>
                  <a:pt x="167185" y="19312"/>
                  <a:pt x="161035" y="16074"/>
                  <a:pt x="155309" y="14192"/>
                </a:cubicBezTo>
                <a:cubicBezTo>
                  <a:pt x="149582" y="12310"/>
                  <a:pt x="143845" y="10375"/>
                  <a:pt x="138404" y="9290"/>
                </a:cubicBezTo>
                <a:cubicBezTo>
                  <a:pt x="132963" y="8205"/>
                  <a:pt x="127869" y="8105"/>
                  <a:pt x="122663" y="7680"/>
                </a:cubicBezTo>
                <a:cubicBezTo>
                  <a:pt x="117457" y="7255"/>
                  <a:pt x="112279" y="6868"/>
                  <a:pt x="107169" y="6741"/>
                </a:cubicBezTo>
                <a:cubicBezTo>
                  <a:pt x="102058" y="6614"/>
                  <a:pt x="96756" y="5773"/>
                  <a:pt x="92000" y="6918"/>
                </a:cubicBezTo>
                <a:cubicBezTo>
                  <a:pt x="87245" y="8062"/>
                  <a:pt x="82717" y="9824"/>
                  <a:pt x="78636" y="13609"/>
                </a:cubicBezTo>
                <a:cubicBezTo>
                  <a:pt x="74555" y="17393"/>
                  <a:pt x="71105" y="23700"/>
                  <a:pt x="67515" y="29625"/>
                </a:cubicBezTo>
                <a:cubicBezTo>
                  <a:pt x="63926" y="35550"/>
                  <a:pt x="60827" y="43548"/>
                  <a:pt x="57100" y="49158"/>
                </a:cubicBezTo>
                <a:cubicBezTo>
                  <a:pt x="53373" y="54768"/>
                  <a:pt x="49466" y="59837"/>
                  <a:pt x="45154" y="63284"/>
                </a:cubicBezTo>
                <a:cubicBezTo>
                  <a:pt x="40841" y="66731"/>
                  <a:pt x="35945" y="67990"/>
                  <a:pt x="31226" y="69840"/>
                </a:cubicBezTo>
                <a:cubicBezTo>
                  <a:pt x="26507" y="71689"/>
                  <a:pt x="21502" y="72000"/>
                  <a:pt x="16841" y="74383"/>
                </a:cubicBezTo>
                <a:cubicBezTo>
                  <a:pt x="12180" y="76767"/>
                  <a:pt x="5523" y="82512"/>
                  <a:pt x="3260" y="84138"/>
                </a:cubicBezTo>
                <a:cubicBezTo>
                  <a:pt x="996" y="85764"/>
                  <a:pt x="0" y="81358"/>
                  <a:pt x="3260" y="84138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19"/>
                </a:srgbClr>
              </a:gs>
              <a:gs pos="18000">
                <a:srgbClr val="767676">
                  <a:alpha val="3412"/>
                </a:srgbClr>
              </a:gs>
              <a:gs pos="48000">
                <a:srgbClr val="767676">
                  <a:alpha val="5503"/>
                </a:srgbClr>
              </a:gs>
              <a:gs pos="78000">
                <a:srgbClr val="767676">
                  <a:alpha val="4126"/>
                </a:srgbClr>
              </a:gs>
              <a:gs pos="100000">
                <a:srgbClr val="767676">
                  <a:alpha val="248"/>
                </a:srgbClr>
              </a:gs>
            </a:gsLst>
            <a:lin ang="20634882" scaled="0"/>
          </a:gradFill>
          <a:ln w="0">
            <a:noFill/>
            <a:prstDash val="solid"/>
          </a:ln>
        </p:spPr>
      </p:sp>
      <p:sp>
        <p:nvSpPr>
          <p:cNvPr id="1140" name="PANEL_D-intermittent-gas-wisp-1-feather-2_95">
            <a:extLst>
              <a:ext uri="{FF2B5EF4-FFF2-40B4-BE49-F238E27FC236}">
                <a16:creationId xmlns:a16="http://schemas.microsoft.com/office/drawing/2014/main" id="{4A335222-9043-4919-9E7D-F404CB0B06FC}"/>
              </a:ext>
            </a:extLst>
          </p:cNvPr>
          <p:cNvSpPr>
            <a:spLocks/>
          </p:cNvSpPr>
          <p:nvPr/>
        </p:nvSpPr>
        <p:spPr>
          <a:xfrm>
            <a:off x="14053435" y="5650783"/>
            <a:ext cx="255556" cy="87697"/>
          </a:xfrm>
          <a:custGeom>
            <a:pathLst>
              <a:path w="268300" h="92070">
                <a:moveTo>
                  <a:pt x="3062" y="78638"/>
                </a:moveTo>
                <a:cubicBezTo>
                  <a:pt x="6124" y="80543"/>
                  <a:pt x="15750" y="88063"/>
                  <a:pt x="21433" y="90067"/>
                </a:cubicBezTo>
                <a:cubicBezTo>
                  <a:pt x="27116" y="92070"/>
                  <a:pt x="32172" y="91586"/>
                  <a:pt x="37160" y="90661"/>
                </a:cubicBezTo>
                <a:cubicBezTo>
                  <a:pt x="42148" y="89737"/>
                  <a:pt x="46552" y="86203"/>
                  <a:pt x="51362" y="84521"/>
                </a:cubicBezTo>
                <a:cubicBezTo>
                  <a:pt x="56171" y="82838"/>
                  <a:pt x="61033" y="81496"/>
                  <a:pt x="66017" y="80567"/>
                </a:cubicBezTo>
                <a:cubicBezTo>
                  <a:pt x="71001" y="79639"/>
                  <a:pt x="76283" y="79900"/>
                  <a:pt x="81267" y="78949"/>
                </a:cubicBezTo>
                <a:cubicBezTo>
                  <a:pt x="86251" y="77999"/>
                  <a:pt x="90945" y="75863"/>
                  <a:pt x="95921" y="74866"/>
                </a:cubicBezTo>
                <a:cubicBezTo>
                  <a:pt x="100897" y="73868"/>
                  <a:pt x="105737" y="72493"/>
                  <a:pt x="111122" y="72965"/>
                </a:cubicBezTo>
                <a:cubicBezTo>
                  <a:pt x="116507" y="73438"/>
                  <a:pt x="122644" y="76604"/>
                  <a:pt x="128230" y="77700"/>
                </a:cubicBezTo>
                <a:cubicBezTo>
                  <a:pt x="133815" y="78797"/>
                  <a:pt x="139682" y="80728"/>
                  <a:pt x="144635" y="79543"/>
                </a:cubicBezTo>
                <a:cubicBezTo>
                  <a:pt x="149589" y="78358"/>
                  <a:pt x="153590" y="73809"/>
                  <a:pt x="157950" y="70592"/>
                </a:cubicBezTo>
                <a:cubicBezTo>
                  <a:pt x="162310" y="67374"/>
                  <a:pt x="166125" y="62369"/>
                  <a:pt x="170796" y="60239"/>
                </a:cubicBezTo>
                <a:cubicBezTo>
                  <a:pt x="175467" y="58109"/>
                  <a:pt x="180828" y="58381"/>
                  <a:pt x="185976" y="57811"/>
                </a:cubicBezTo>
                <a:cubicBezTo>
                  <a:pt x="191124" y="57241"/>
                  <a:pt x="196736" y="58066"/>
                  <a:pt x="201682" y="56818"/>
                </a:cubicBezTo>
                <a:cubicBezTo>
                  <a:pt x="206628" y="55570"/>
                  <a:pt x="211072" y="52761"/>
                  <a:pt x="215652" y="50324"/>
                </a:cubicBezTo>
                <a:cubicBezTo>
                  <a:pt x="220233" y="47887"/>
                  <a:pt x="224624" y="44910"/>
                  <a:pt x="229162" y="42195"/>
                </a:cubicBezTo>
                <a:cubicBezTo>
                  <a:pt x="233700" y="39479"/>
                  <a:pt x="238590" y="37582"/>
                  <a:pt x="242878" y="34030"/>
                </a:cubicBezTo>
                <a:cubicBezTo>
                  <a:pt x="247167" y="30479"/>
                  <a:pt x="251148" y="26060"/>
                  <a:pt x="254895" y="20885"/>
                </a:cubicBezTo>
                <a:cubicBezTo>
                  <a:pt x="258642" y="15711"/>
                  <a:pt x="263617" y="5967"/>
                  <a:pt x="265362" y="2984"/>
                </a:cubicBezTo>
                <a:cubicBezTo>
                  <a:pt x="267106" y="0"/>
                  <a:pt x="268300" y="3400"/>
                  <a:pt x="265362" y="2984"/>
                </a:cubicBezTo>
                <a:cubicBezTo>
                  <a:pt x="262423" y="2567"/>
                  <a:pt x="253346" y="696"/>
                  <a:pt x="247731" y="485"/>
                </a:cubicBezTo>
                <a:cubicBezTo>
                  <a:pt x="242116" y="274"/>
                  <a:pt x="236747" y="563"/>
                  <a:pt x="231672" y="1717"/>
                </a:cubicBezTo>
                <a:cubicBezTo>
                  <a:pt x="226597" y="2872"/>
                  <a:pt x="221852" y="5021"/>
                  <a:pt x="217279" y="7413"/>
                </a:cubicBezTo>
                <a:cubicBezTo>
                  <a:pt x="212706" y="9805"/>
                  <a:pt x="208703" y="13605"/>
                  <a:pt x="204236" y="16069"/>
                </a:cubicBezTo>
                <a:cubicBezTo>
                  <a:pt x="199770" y="18533"/>
                  <a:pt x="195394" y="21204"/>
                  <a:pt x="190480" y="22199"/>
                </a:cubicBezTo>
                <a:cubicBezTo>
                  <a:pt x="185565" y="23193"/>
                  <a:pt x="180182" y="22778"/>
                  <a:pt x="174747" y="22036"/>
                </a:cubicBezTo>
                <a:cubicBezTo>
                  <a:pt x="169311" y="21293"/>
                  <a:pt x="163440" y="19041"/>
                  <a:pt x="157864" y="17742"/>
                </a:cubicBezTo>
                <a:cubicBezTo>
                  <a:pt x="152289" y="16443"/>
                  <a:pt x="146671" y="15005"/>
                  <a:pt x="141295" y="14241"/>
                </a:cubicBezTo>
                <a:cubicBezTo>
                  <a:pt x="135920" y="13477"/>
                  <a:pt x="130786" y="13361"/>
                  <a:pt x="125611" y="13159"/>
                </a:cubicBezTo>
                <a:cubicBezTo>
                  <a:pt x="120436" y="12956"/>
                  <a:pt x="115300" y="12827"/>
                  <a:pt x="110247" y="13024"/>
                </a:cubicBezTo>
                <a:cubicBezTo>
                  <a:pt x="105193" y="13220"/>
                  <a:pt x="100039" y="13041"/>
                  <a:pt x="95292" y="14339"/>
                </a:cubicBezTo>
                <a:cubicBezTo>
                  <a:pt x="90544" y="15636"/>
                  <a:pt x="86001" y="17506"/>
                  <a:pt x="81764" y="20809"/>
                </a:cubicBezTo>
                <a:cubicBezTo>
                  <a:pt x="77527" y="24113"/>
                  <a:pt x="73753" y="29293"/>
                  <a:pt x="69871" y="34160"/>
                </a:cubicBezTo>
                <a:cubicBezTo>
                  <a:pt x="65989" y="39027"/>
                  <a:pt x="62463" y="45403"/>
                  <a:pt x="58471" y="50011"/>
                </a:cubicBezTo>
                <a:cubicBezTo>
                  <a:pt x="54480" y="54620"/>
                  <a:pt x="50360" y="58846"/>
                  <a:pt x="45921" y="61813"/>
                </a:cubicBezTo>
                <a:cubicBezTo>
                  <a:pt x="41482" y="64779"/>
                  <a:pt x="36608" y="66153"/>
                  <a:pt x="31837" y="67811"/>
                </a:cubicBezTo>
                <a:cubicBezTo>
                  <a:pt x="27066" y="69470"/>
                  <a:pt x="22091" y="69960"/>
                  <a:pt x="17295" y="71765"/>
                </a:cubicBezTo>
                <a:cubicBezTo>
                  <a:pt x="12499" y="73569"/>
                  <a:pt x="5434" y="77492"/>
                  <a:pt x="3062" y="78638"/>
                </a:cubicBezTo>
                <a:cubicBezTo>
                  <a:pt x="690" y="79783"/>
                  <a:pt x="0" y="76733"/>
                  <a:pt x="3062" y="78638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82"/>
                </a:srgbClr>
              </a:gs>
              <a:gs pos="18000">
                <a:srgbClr val="767676">
                  <a:alpha val="4378"/>
                </a:srgbClr>
              </a:gs>
              <a:gs pos="48000">
                <a:srgbClr val="767676">
                  <a:alpha val="7062"/>
                </a:srgbClr>
              </a:gs>
              <a:gs pos="78000">
                <a:srgbClr val="767676">
                  <a:alpha val="5296"/>
                </a:srgbClr>
              </a:gs>
              <a:gs pos="100000">
                <a:srgbClr val="767676">
                  <a:alpha val="318"/>
                </a:srgbClr>
              </a:gs>
            </a:gsLst>
            <a:lin ang="20634882" scaled="0"/>
          </a:gradFill>
          <a:ln w="0">
            <a:noFill/>
            <a:prstDash val="solid"/>
          </a:ln>
        </p:spPr>
      </p:sp>
      <p:sp>
        <p:nvSpPr>
          <p:cNvPr id="1141" name="PANEL_D-intermittent-gas-core-2-feather-0_96">
            <a:extLst>
              <a:ext uri="{FF2B5EF4-FFF2-40B4-BE49-F238E27FC236}">
                <a16:creationId xmlns:a16="http://schemas.microsoft.com/office/drawing/2014/main" id="{B500CBB2-B086-4AE0-A500-B99951608626}"/>
              </a:ext>
            </a:extLst>
          </p:cNvPr>
          <p:cNvSpPr>
            <a:spLocks/>
          </p:cNvSpPr>
          <p:nvPr/>
        </p:nvSpPr>
        <p:spPr>
          <a:xfrm>
            <a:off x="14455512" y="5421672"/>
            <a:ext cx="442225" cy="309501"/>
          </a:xfrm>
          <a:custGeom>
            <a:pathLst>
              <a:path w="464279" h="324935">
                <a:moveTo>
                  <a:pt x="6088" y="257247"/>
                </a:moveTo>
                <a:cubicBezTo>
                  <a:pt x="12176" y="259854"/>
                  <a:pt x="31925" y="271383"/>
                  <a:pt x="42617" y="272893"/>
                </a:cubicBezTo>
                <a:cubicBezTo>
                  <a:pt x="53310" y="274403"/>
                  <a:pt x="60834" y="268081"/>
                  <a:pt x="70243" y="266305"/>
                </a:cubicBezTo>
                <a:cubicBezTo>
                  <a:pt x="79651" y="264528"/>
                  <a:pt x="87322" y="258775"/>
                  <a:pt x="99070" y="262233"/>
                </a:cubicBezTo>
                <a:cubicBezTo>
                  <a:pt x="110817" y="265692"/>
                  <a:pt x="126137" y="277523"/>
                  <a:pt x="140727" y="287053"/>
                </a:cubicBezTo>
                <a:cubicBezTo>
                  <a:pt x="155316" y="296582"/>
                  <a:pt x="173554" y="313885"/>
                  <a:pt x="186605" y="319410"/>
                </a:cubicBezTo>
                <a:cubicBezTo>
                  <a:pt x="199655" y="324935"/>
                  <a:pt x="209676" y="323177"/>
                  <a:pt x="219029" y="320202"/>
                </a:cubicBezTo>
                <a:cubicBezTo>
                  <a:pt x="228381" y="317226"/>
                  <a:pt x="234009" y="306087"/>
                  <a:pt x="242720" y="301558"/>
                </a:cubicBezTo>
                <a:cubicBezTo>
                  <a:pt x="251431" y="297030"/>
                  <a:pt x="262158" y="296733"/>
                  <a:pt x="271294" y="293032"/>
                </a:cubicBezTo>
                <a:cubicBezTo>
                  <a:pt x="280430" y="289331"/>
                  <a:pt x="290568" y="287432"/>
                  <a:pt x="297536" y="279355"/>
                </a:cubicBezTo>
                <a:cubicBezTo>
                  <a:pt x="304504" y="271277"/>
                  <a:pt x="306997" y="254277"/>
                  <a:pt x="313101" y="244566"/>
                </a:cubicBezTo>
                <a:cubicBezTo>
                  <a:pt x="319205" y="234855"/>
                  <a:pt x="324418" y="223856"/>
                  <a:pt x="334159" y="221088"/>
                </a:cubicBezTo>
                <a:cubicBezTo>
                  <a:pt x="343900" y="218320"/>
                  <a:pt x="359759" y="227143"/>
                  <a:pt x="371547" y="227961"/>
                </a:cubicBezTo>
                <a:cubicBezTo>
                  <a:pt x="383334" y="228780"/>
                  <a:pt x="397213" y="232787"/>
                  <a:pt x="404883" y="225999"/>
                </a:cubicBezTo>
                <a:cubicBezTo>
                  <a:pt x="412553" y="219212"/>
                  <a:pt x="414479" y="201843"/>
                  <a:pt x="417567" y="187234"/>
                </a:cubicBezTo>
                <a:cubicBezTo>
                  <a:pt x="420655" y="172626"/>
                  <a:pt x="420398" y="152597"/>
                  <a:pt x="423411" y="138348"/>
                </a:cubicBezTo>
                <a:cubicBezTo>
                  <a:pt x="426424" y="124098"/>
                  <a:pt x="431540" y="113684"/>
                  <a:pt x="435645" y="101737"/>
                </a:cubicBezTo>
                <a:cubicBezTo>
                  <a:pt x="439749" y="89789"/>
                  <a:pt x="444420" y="79006"/>
                  <a:pt x="448038" y="66664"/>
                </a:cubicBezTo>
                <a:cubicBezTo>
                  <a:pt x="451657" y="54321"/>
                  <a:pt x="455803" y="34179"/>
                  <a:pt x="457356" y="27682"/>
                </a:cubicBezTo>
                <a:cubicBezTo>
                  <a:pt x="458908" y="21185"/>
                  <a:pt x="464279" y="29442"/>
                  <a:pt x="457356" y="27682"/>
                </a:cubicBezTo>
                <a:cubicBezTo>
                  <a:pt x="450433" y="25923"/>
                  <a:pt x="429483" y="20862"/>
                  <a:pt x="415818" y="17126"/>
                </a:cubicBezTo>
                <a:cubicBezTo>
                  <a:pt x="402152" y="13391"/>
                  <a:pt x="387901" y="8006"/>
                  <a:pt x="375363" y="5270"/>
                </a:cubicBezTo>
                <a:cubicBezTo>
                  <a:pt x="362825" y="2534"/>
                  <a:pt x="350756" y="0"/>
                  <a:pt x="340588" y="710"/>
                </a:cubicBezTo>
                <a:cubicBezTo>
                  <a:pt x="330421" y="1420"/>
                  <a:pt x="322501" y="5580"/>
                  <a:pt x="314357" y="9531"/>
                </a:cubicBezTo>
                <a:cubicBezTo>
                  <a:pt x="306212" y="13483"/>
                  <a:pt x="299318" y="19521"/>
                  <a:pt x="291721" y="24419"/>
                </a:cubicBezTo>
                <a:cubicBezTo>
                  <a:pt x="284124" y="29317"/>
                  <a:pt x="275995" y="33249"/>
                  <a:pt x="268776" y="38917"/>
                </a:cubicBezTo>
                <a:cubicBezTo>
                  <a:pt x="261557" y="44585"/>
                  <a:pt x="254371" y="50244"/>
                  <a:pt x="248407" y="58427"/>
                </a:cubicBezTo>
                <a:cubicBezTo>
                  <a:pt x="242444" y="66609"/>
                  <a:pt x="238361" y="78436"/>
                  <a:pt x="232996" y="88013"/>
                </a:cubicBezTo>
                <a:cubicBezTo>
                  <a:pt x="227631" y="97591"/>
                  <a:pt x="223635" y="110232"/>
                  <a:pt x="216215" y="115890"/>
                </a:cubicBezTo>
                <a:cubicBezTo>
                  <a:pt x="208796" y="121548"/>
                  <a:pt x="199567" y="123914"/>
                  <a:pt x="188481" y="121963"/>
                </a:cubicBezTo>
                <a:cubicBezTo>
                  <a:pt x="177395" y="120012"/>
                  <a:pt x="162570" y="110249"/>
                  <a:pt x="149698" y="104185"/>
                </a:cubicBezTo>
                <a:cubicBezTo>
                  <a:pt x="136825" y="98122"/>
                  <a:pt x="122246" y="87972"/>
                  <a:pt x="111246" y="85582"/>
                </a:cubicBezTo>
                <a:cubicBezTo>
                  <a:pt x="100247" y="83191"/>
                  <a:pt x="91150" y="84530"/>
                  <a:pt x="83701" y="89845"/>
                </a:cubicBezTo>
                <a:cubicBezTo>
                  <a:pt x="76252" y="95160"/>
                  <a:pt x="71806" y="107045"/>
                  <a:pt x="66551" y="117473"/>
                </a:cubicBezTo>
                <a:cubicBezTo>
                  <a:pt x="61296" y="127901"/>
                  <a:pt x="57208" y="141150"/>
                  <a:pt x="52171" y="152413"/>
                </a:cubicBezTo>
                <a:cubicBezTo>
                  <a:pt x="47133" y="163677"/>
                  <a:pt x="41644" y="174099"/>
                  <a:pt x="36327" y="185053"/>
                </a:cubicBezTo>
                <a:cubicBezTo>
                  <a:pt x="31011" y="196007"/>
                  <a:pt x="25311" y="206106"/>
                  <a:pt x="20271" y="218138"/>
                </a:cubicBezTo>
                <a:cubicBezTo>
                  <a:pt x="15231" y="230170"/>
                  <a:pt x="8452" y="250729"/>
                  <a:pt x="6088" y="257247"/>
                </a:cubicBezTo>
                <a:cubicBezTo>
                  <a:pt x="3724" y="263765"/>
                  <a:pt x="0" y="254639"/>
                  <a:pt x="6088" y="257247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96"/>
                </a:srgbClr>
              </a:gs>
              <a:gs pos="18000">
                <a:srgbClr val="919191">
                  <a:alpha val="3018"/>
                </a:srgbClr>
              </a:gs>
              <a:gs pos="48000">
                <a:srgbClr val="919191">
                  <a:alpha val="4867"/>
                </a:srgbClr>
              </a:gs>
              <a:gs pos="78000">
                <a:srgbClr val="919191">
                  <a:alpha val="3650"/>
                </a:srgbClr>
              </a:gs>
              <a:gs pos="100000">
                <a:srgbClr val="919191">
                  <a:alpha val="219"/>
                </a:srgbClr>
              </a:gs>
            </a:gsLst>
            <a:lin ang="19981536" scaled="0"/>
          </a:gradFill>
          <a:ln w="0">
            <a:noFill/>
            <a:prstDash val="solid"/>
          </a:ln>
        </p:spPr>
      </p:sp>
      <p:sp>
        <p:nvSpPr>
          <p:cNvPr id="1142" name="PANEL_D-intermittent-gas-core-2-feather-1_97">
            <a:extLst>
              <a:ext uri="{FF2B5EF4-FFF2-40B4-BE49-F238E27FC236}">
                <a16:creationId xmlns:a16="http://schemas.microsoft.com/office/drawing/2014/main" id="{9D772765-7517-40B2-B5AB-4667DEBBB8B9}"/>
              </a:ext>
            </a:extLst>
          </p:cNvPr>
          <p:cNvSpPr>
            <a:spLocks/>
          </p:cNvSpPr>
          <p:nvPr/>
        </p:nvSpPr>
        <p:spPr>
          <a:xfrm>
            <a:off x="14455937" y="5434283"/>
            <a:ext cx="441325" cy="268449"/>
          </a:xfrm>
          <a:custGeom>
            <a:pathLst>
              <a:path w="463334" h="281836">
                <a:moveTo>
                  <a:pt x="5642" y="244007"/>
                </a:moveTo>
                <a:cubicBezTo>
                  <a:pt x="11283" y="245520"/>
                  <a:pt x="29399" y="253017"/>
                  <a:pt x="39491" y="253088"/>
                </a:cubicBezTo>
                <a:cubicBezTo>
                  <a:pt x="49583" y="253159"/>
                  <a:pt x="57127" y="246963"/>
                  <a:pt x="66193" y="244433"/>
                </a:cubicBezTo>
                <a:cubicBezTo>
                  <a:pt x="75260" y="241904"/>
                  <a:pt x="82945" y="236222"/>
                  <a:pt x="93891" y="237913"/>
                </a:cubicBezTo>
                <a:cubicBezTo>
                  <a:pt x="104836" y="239603"/>
                  <a:pt x="118592" y="247895"/>
                  <a:pt x="131865" y="254575"/>
                </a:cubicBezTo>
                <a:cubicBezTo>
                  <a:pt x="145138" y="261256"/>
                  <a:pt x="161325" y="274161"/>
                  <a:pt x="173530" y="277998"/>
                </a:cubicBezTo>
                <a:cubicBezTo>
                  <a:pt x="185734" y="281836"/>
                  <a:pt x="195667" y="280188"/>
                  <a:pt x="205094" y="277601"/>
                </a:cubicBezTo>
                <a:cubicBezTo>
                  <a:pt x="214521" y="275014"/>
                  <a:pt x="221125" y="266222"/>
                  <a:pt x="230094" y="262475"/>
                </a:cubicBezTo>
                <a:cubicBezTo>
                  <a:pt x="239062" y="258729"/>
                  <a:pt x="249649" y="258355"/>
                  <a:pt x="258906" y="255124"/>
                </a:cubicBezTo>
                <a:cubicBezTo>
                  <a:pt x="268163" y="251894"/>
                  <a:pt x="278194" y="250020"/>
                  <a:pt x="285637" y="243094"/>
                </a:cubicBezTo>
                <a:cubicBezTo>
                  <a:pt x="293081" y="236168"/>
                  <a:pt x="296969" y="222125"/>
                  <a:pt x="303567" y="213567"/>
                </a:cubicBezTo>
                <a:cubicBezTo>
                  <a:pt x="310166" y="205010"/>
                  <a:pt x="315964" y="195225"/>
                  <a:pt x="325226" y="191751"/>
                </a:cubicBezTo>
                <a:cubicBezTo>
                  <a:pt x="334488" y="188277"/>
                  <a:pt x="348407" y="193618"/>
                  <a:pt x="359141" y="192723"/>
                </a:cubicBezTo>
                <a:cubicBezTo>
                  <a:pt x="369875" y="191829"/>
                  <a:pt x="382149" y="193262"/>
                  <a:pt x="389630" y="186383"/>
                </a:cubicBezTo>
                <a:cubicBezTo>
                  <a:pt x="397111" y="179504"/>
                  <a:pt x="400069" y="164318"/>
                  <a:pt x="404026" y="151449"/>
                </a:cubicBezTo>
                <a:cubicBezTo>
                  <a:pt x="407983" y="138580"/>
                  <a:pt x="409353" y="121541"/>
                  <a:pt x="413373" y="109169"/>
                </a:cubicBezTo>
                <a:cubicBezTo>
                  <a:pt x="417394" y="96796"/>
                  <a:pt x="423128" y="87556"/>
                  <a:pt x="428148" y="77215"/>
                </a:cubicBezTo>
                <a:cubicBezTo>
                  <a:pt x="433168" y="66874"/>
                  <a:pt x="438698" y="57583"/>
                  <a:pt x="443492" y="47121"/>
                </a:cubicBezTo>
                <a:cubicBezTo>
                  <a:pt x="448285" y="36659"/>
                  <a:pt x="454673" y="19889"/>
                  <a:pt x="456909" y="14442"/>
                </a:cubicBezTo>
                <a:cubicBezTo>
                  <a:pt x="459145" y="8996"/>
                  <a:pt x="463334" y="15436"/>
                  <a:pt x="456909" y="14442"/>
                </a:cubicBezTo>
                <a:cubicBezTo>
                  <a:pt x="450484" y="13449"/>
                  <a:pt x="430990" y="10560"/>
                  <a:pt x="418360" y="8482"/>
                </a:cubicBezTo>
                <a:cubicBezTo>
                  <a:pt x="405730" y="6403"/>
                  <a:pt x="392726" y="3083"/>
                  <a:pt x="381128" y="1971"/>
                </a:cubicBezTo>
                <a:cubicBezTo>
                  <a:pt x="369530" y="859"/>
                  <a:pt x="358372" y="0"/>
                  <a:pt x="348771" y="1812"/>
                </a:cubicBezTo>
                <a:cubicBezTo>
                  <a:pt x="339170" y="3623"/>
                  <a:pt x="331423" y="8284"/>
                  <a:pt x="323522" y="12840"/>
                </a:cubicBezTo>
                <a:cubicBezTo>
                  <a:pt x="315621" y="17397"/>
                  <a:pt x="308787" y="23746"/>
                  <a:pt x="301363" y="29151"/>
                </a:cubicBezTo>
                <a:cubicBezTo>
                  <a:pt x="293940" y="34555"/>
                  <a:pt x="286151" y="39315"/>
                  <a:pt x="278980" y="45269"/>
                </a:cubicBezTo>
                <a:cubicBezTo>
                  <a:pt x="271810" y="51223"/>
                  <a:pt x="264656" y="57177"/>
                  <a:pt x="258340" y="64875"/>
                </a:cubicBezTo>
                <a:cubicBezTo>
                  <a:pt x="252024" y="72573"/>
                  <a:pt x="247108" y="83003"/>
                  <a:pt x="241086" y="91456"/>
                </a:cubicBezTo>
                <a:cubicBezTo>
                  <a:pt x="235063" y="99909"/>
                  <a:pt x="230003" y="110552"/>
                  <a:pt x="222207" y="115592"/>
                </a:cubicBezTo>
                <a:cubicBezTo>
                  <a:pt x="214411" y="120631"/>
                  <a:pt x="205090" y="122869"/>
                  <a:pt x="194312" y="121691"/>
                </a:cubicBezTo>
                <a:cubicBezTo>
                  <a:pt x="183533" y="120513"/>
                  <a:pt x="169751" y="113040"/>
                  <a:pt x="157536" y="108524"/>
                </a:cubicBezTo>
                <a:cubicBezTo>
                  <a:pt x="145321" y="104009"/>
                  <a:pt x="131736" y="96195"/>
                  <a:pt x="121024" y="94597"/>
                </a:cubicBezTo>
                <a:cubicBezTo>
                  <a:pt x="110312" y="92999"/>
                  <a:pt x="101101" y="94320"/>
                  <a:pt x="93265" y="98937"/>
                </a:cubicBezTo>
                <a:cubicBezTo>
                  <a:pt x="85429" y="103555"/>
                  <a:pt x="80001" y="113417"/>
                  <a:pt x="74009" y="122303"/>
                </a:cubicBezTo>
                <a:cubicBezTo>
                  <a:pt x="68016" y="131189"/>
                  <a:pt x="63021" y="142461"/>
                  <a:pt x="57310" y="152253"/>
                </a:cubicBezTo>
                <a:cubicBezTo>
                  <a:pt x="51598" y="162045"/>
                  <a:pt x="45614" y="171370"/>
                  <a:pt x="39739" y="181057"/>
                </a:cubicBezTo>
                <a:cubicBezTo>
                  <a:pt x="33865" y="190745"/>
                  <a:pt x="27744" y="199888"/>
                  <a:pt x="22061" y="210379"/>
                </a:cubicBezTo>
                <a:cubicBezTo>
                  <a:pt x="16378" y="220871"/>
                  <a:pt x="8378" y="238402"/>
                  <a:pt x="5642" y="244007"/>
                </a:cubicBezTo>
                <a:cubicBezTo>
                  <a:pt x="2905" y="249612"/>
                  <a:pt x="0" y="242493"/>
                  <a:pt x="5642" y="24400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60"/>
                </a:srgbClr>
              </a:gs>
              <a:gs pos="18000">
                <a:srgbClr val="767676">
                  <a:alpha val="4024"/>
                </a:srgbClr>
              </a:gs>
              <a:gs pos="48000">
                <a:srgbClr val="767676">
                  <a:alpha val="6491"/>
                </a:srgbClr>
              </a:gs>
              <a:gs pos="78000">
                <a:srgbClr val="767676">
                  <a:alpha val="4867"/>
                </a:srgbClr>
              </a:gs>
              <a:gs pos="100000">
                <a:srgbClr val="767676">
                  <a:alpha val="292"/>
                </a:srgbClr>
              </a:gs>
            </a:gsLst>
            <a:lin ang="19981536" scaled="0"/>
          </a:gradFill>
          <a:ln w="0">
            <a:noFill/>
            <a:prstDash val="solid"/>
          </a:ln>
        </p:spPr>
      </p:sp>
      <p:sp>
        <p:nvSpPr>
          <p:cNvPr id="1143" name="PANEL_D-intermittent-gas-core-2-feather-2_98">
            <a:extLst>
              <a:ext uri="{FF2B5EF4-FFF2-40B4-BE49-F238E27FC236}">
                <a16:creationId xmlns:a16="http://schemas.microsoft.com/office/drawing/2014/main" id="{19B8E679-265C-450A-A778-2EC023EF8BA8}"/>
              </a:ext>
            </a:extLst>
          </p:cNvPr>
          <p:cNvSpPr>
            <a:spLocks/>
          </p:cNvSpPr>
          <p:nvPr/>
        </p:nvSpPr>
        <p:spPr>
          <a:xfrm>
            <a:off x="14456401" y="5443943"/>
            <a:ext cx="440344" cy="227762"/>
          </a:xfrm>
          <a:custGeom>
            <a:pathLst>
              <a:path w="462303" h="239120">
                <a:moveTo>
                  <a:pt x="5154" y="233865"/>
                </a:moveTo>
                <a:cubicBezTo>
                  <a:pt x="10309" y="234185"/>
                  <a:pt x="26644" y="237282"/>
                  <a:pt x="36081" y="235784"/>
                </a:cubicBezTo>
                <a:cubicBezTo>
                  <a:pt x="45518" y="234285"/>
                  <a:pt x="53082" y="228226"/>
                  <a:pt x="61776" y="224875"/>
                </a:cubicBezTo>
                <a:cubicBezTo>
                  <a:pt x="70469" y="221525"/>
                  <a:pt x="78171" y="215920"/>
                  <a:pt x="88241" y="215682"/>
                </a:cubicBezTo>
                <a:cubicBezTo>
                  <a:pt x="98312" y="215444"/>
                  <a:pt x="110361" y="219873"/>
                  <a:pt x="122199" y="223447"/>
                </a:cubicBezTo>
                <a:cubicBezTo>
                  <a:pt x="134036" y="227020"/>
                  <a:pt x="147984" y="235126"/>
                  <a:pt x="159266" y="237123"/>
                </a:cubicBezTo>
                <a:cubicBezTo>
                  <a:pt x="170549" y="239120"/>
                  <a:pt x="180384" y="237592"/>
                  <a:pt x="189893" y="235429"/>
                </a:cubicBezTo>
                <a:cubicBezTo>
                  <a:pt x="199401" y="233265"/>
                  <a:pt x="207069" y="227033"/>
                  <a:pt x="216319" y="224141"/>
                </a:cubicBezTo>
                <a:cubicBezTo>
                  <a:pt x="225569" y="221248"/>
                  <a:pt x="236002" y="220789"/>
                  <a:pt x="245392" y="218072"/>
                </a:cubicBezTo>
                <a:cubicBezTo>
                  <a:pt x="254781" y="215355"/>
                  <a:pt x="264694" y="213509"/>
                  <a:pt x="272656" y="207838"/>
                </a:cubicBezTo>
                <a:cubicBezTo>
                  <a:pt x="280619" y="202168"/>
                  <a:pt x="286030" y="191350"/>
                  <a:pt x="293167" y="184052"/>
                </a:cubicBezTo>
                <a:cubicBezTo>
                  <a:pt x="300305" y="176753"/>
                  <a:pt x="306741" y="168292"/>
                  <a:pt x="315481" y="164048"/>
                </a:cubicBezTo>
                <a:cubicBezTo>
                  <a:pt x="324221" y="159803"/>
                  <a:pt x="336023" y="161347"/>
                  <a:pt x="345608" y="158583"/>
                </a:cubicBezTo>
                <a:cubicBezTo>
                  <a:pt x="355193" y="155820"/>
                  <a:pt x="365715" y="154446"/>
                  <a:pt x="372990" y="147467"/>
                </a:cubicBezTo>
                <a:cubicBezTo>
                  <a:pt x="380264" y="140488"/>
                  <a:pt x="384348" y="127682"/>
                  <a:pt x="389254" y="116711"/>
                </a:cubicBezTo>
                <a:cubicBezTo>
                  <a:pt x="394159" y="105740"/>
                  <a:pt x="397303" y="91963"/>
                  <a:pt x="402423" y="81639"/>
                </a:cubicBezTo>
                <a:cubicBezTo>
                  <a:pt x="407542" y="71314"/>
                  <a:pt x="413952" y="63355"/>
                  <a:pt x="419970" y="54765"/>
                </a:cubicBezTo>
                <a:cubicBezTo>
                  <a:pt x="425988" y="46176"/>
                  <a:pt x="432457" y="38513"/>
                  <a:pt x="438532" y="30102"/>
                </a:cubicBezTo>
                <a:cubicBezTo>
                  <a:pt x="444607" y="21691"/>
                  <a:pt x="453440" y="8601"/>
                  <a:pt x="456422" y="4300"/>
                </a:cubicBezTo>
                <a:cubicBezTo>
                  <a:pt x="459403" y="0"/>
                  <a:pt x="462303" y="4458"/>
                  <a:pt x="456422" y="4300"/>
                </a:cubicBezTo>
                <a:cubicBezTo>
                  <a:pt x="450540" y="4142"/>
                  <a:pt x="432634" y="3623"/>
                  <a:pt x="421133" y="3352"/>
                </a:cubicBezTo>
                <a:cubicBezTo>
                  <a:pt x="409632" y="3081"/>
                  <a:pt x="397990" y="2013"/>
                  <a:pt x="387418" y="2674"/>
                </a:cubicBezTo>
                <a:cubicBezTo>
                  <a:pt x="376845" y="3334"/>
                  <a:pt x="366681" y="4301"/>
                  <a:pt x="357699" y="7314"/>
                </a:cubicBezTo>
                <a:cubicBezTo>
                  <a:pt x="348716" y="10327"/>
                  <a:pt x="341156" y="15535"/>
                  <a:pt x="333520" y="20751"/>
                </a:cubicBezTo>
                <a:cubicBezTo>
                  <a:pt x="325884" y="25968"/>
                  <a:pt x="319117" y="32656"/>
                  <a:pt x="311882" y="38614"/>
                </a:cubicBezTo>
                <a:cubicBezTo>
                  <a:pt x="304647" y="44572"/>
                  <a:pt x="297230" y="50233"/>
                  <a:pt x="290112" y="56499"/>
                </a:cubicBezTo>
                <a:cubicBezTo>
                  <a:pt x="282994" y="62766"/>
                  <a:pt x="275875" y="69041"/>
                  <a:pt x="269175" y="76210"/>
                </a:cubicBezTo>
                <a:cubicBezTo>
                  <a:pt x="262475" y="83379"/>
                  <a:pt x="256649" y="92287"/>
                  <a:pt x="249911" y="99513"/>
                </a:cubicBezTo>
                <a:cubicBezTo>
                  <a:pt x="243172" y="106739"/>
                  <a:pt x="236950" y="115204"/>
                  <a:pt x="228743" y="119567"/>
                </a:cubicBezTo>
                <a:cubicBezTo>
                  <a:pt x="220537" y="123931"/>
                  <a:pt x="211115" y="126030"/>
                  <a:pt x="200673" y="125695"/>
                </a:cubicBezTo>
                <a:cubicBezTo>
                  <a:pt x="190230" y="125360"/>
                  <a:pt x="177584" y="120386"/>
                  <a:pt x="166087" y="117559"/>
                </a:cubicBezTo>
                <a:cubicBezTo>
                  <a:pt x="154590" y="114732"/>
                  <a:pt x="142088" y="109467"/>
                  <a:pt x="131690" y="108734"/>
                </a:cubicBezTo>
                <a:cubicBezTo>
                  <a:pt x="121292" y="108000"/>
                  <a:pt x="111956" y="109301"/>
                  <a:pt x="103698" y="113157"/>
                </a:cubicBezTo>
                <a:cubicBezTo>
                  <a:pt x="95441" y="117014"/>
                  <a:pt x="88941" y="124670"/>
                  <a:pt x="82144" y="131874"/>
                </a:cubicBezTo>
                <a:cubicBezTo>
                  <a:pt x="75347" y="139077"/>
                  <a:pt x="69363" y="148192"/>
                  <a:pt x="62916" y="156379"/>
                </a:cubicBezTo>
                <a:cubicBezTo>
                  <a:pt x="56469" y="164567"/>
                  <a:pt x="49945" y="172694"/>
                  <a:pt x="43461" y="181000"/>
                </a:cubicBezTo>
                <a:cubicBezTo>
                  <a:pt x="36978" y="189306"/>
                  <a:pt x="30399" y="197405"/>
                  <a:pt x="24014" y="206216"/>
                </a:cubicBezTo>
                <a:cubicBezTo>
                  <a:pt x="17630" y="215027"/>
                  <a:pt x="8298" y="229257"/>
                  <a:pt x="5154" y="233865"/>
                </a:cubicBezTo>
                <a:cubicBezTo>
                  <a:pt x="2011" y="238473"/>
                  <a:pt x="0" y="233545"/>
                  <a:pt x="5154" y="233865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33"/>
                </a:srgbClr>
              </a:gs>
              <a:gs pos="18000">
                <a:srgbClr val="767676">
                  <a:alpha val="5165"/>
                </a:srgbClr>
              </a:gs>
              <a:gs pos="48000">
                <a:srgbClr val="767676">
                  <a:alpha val="8328"/>
                </a:srgbClr>
              </a:gs>
              <a:gs pos="78000">
                <a:srgbClr val="767676">
                  <a:alpha val="6246"/>
                </a:srgbClr>
              </a:gs>
              <a:gs pos="100000">
                <a:srgbClr val="767676">
                  <a:alpha val="374"/>
                </a:srgbClr>
              </a:gs>
            </a:gsLst>
            <a:lin ang="19981536" scaled="0"/>
          </a:gradFill>
          <a:ln w="0">
            <a:noFill/>
            <a:prstDash val="solid"/>
          </a:ln>
        </p:spPr>
      </p:sp>
      <p:sp>
        <p:nvSpPr>
          <p:cNvPr id="1144" name="PANEL_D-intermittent-gas-core-2-feather-3_99">
            <a:extLst>
              <a:ext uri="{FF2B5EF4-FFF2-40B4-BE49-F238E27FC236}">
                <a16:creationId xmlns:a16="http://schemas.microsoft.com/office/drawing/2014/main" id="{4182719A-4544-4E52-B276-A667594ED01F}"/>
              </a:ext>
            </a:extLst>
          </p:cNvPr>
          <p:cNvSpPr>
            <a:spLocks/>
          </p:cNvSpPr>
          <p:nvPr/>
        </p:nvSpPr>
        <p:spPr>
          <a:xfrm>
            <a:off x="14456865" y="5445035"/>
            <a:ext cx="439362" cy="225105"/>
          </a:xfrm>
          <a:custGeom>
            <a:pathLst>
              <a:path w="461273" h="236330">
                <a:moveTo>
                  <a:pt x="4667" y="232719"/>
                </a:moveTo>
                <a:cubicBezTo>
                  <a:pt x="9335" y="231845"/>
                  <a:pt x="23889" y="230543"/>
                  <a:pt x="32671" y="227475"/>
                </a:cubicBezTo>
                <a:cubicBezTo>
                  <a:pt x="41453" y="224408"/>
                  <a:pt x="49038" y="218484"/>
                  <a:pt x="57358" y="214313"/>
                </a:cubicBezTo>
                <a:cubicBezTo>
                  <a:pt x="65678" y="210142"/>
                  <a:pt x="73396" y="204614"/>
                  <a:pt x="82592" y="202448"/>
                </a:cubicBezTo>
                <a:cubicBezTo>
                  <a:pt x="91787" y="200281"/>
                  <a:pt x="102130" y="200848"/>
                  <a:pt x="112532" y="201314"/>
                </a:cubicBezTo>
                <a:cubicBezTo>
                  <a:pt x="122934" y="201780"/>
                  <a:pt x="134643" y="205087"/>
                  <a:pt x="145003" y="205243"/>
                </a:cubicBezTo>
                <a:cubicBezTo>
                  <a:pt x="155363" y="205400"/>
                  <a:pt x="165101" y="203993"/>
                  <a:pt x="174691" y="202253"/>
                </a:cubicBezTo>
                <a:cubicBezTo>
                  <a:pt x="184281" y="200512"/>
                  <a:pt x="193014" y="196841"/>
                  <a:pt x="202545" y="194802"/>
                </a:cubicBezTo>
                <a:cubicBezTo>
                  <a:pt x="212076" y="192763"/>
                  <a:pt x="222356" y="192220"/>
                  <a:pt x="231878" y="190016"/>
                </a:cubicBezTo>
                <a:cubicBezTo>
                  <a:pt x="241399" y="187812"/>
                  <a:pt x="251194" y="185993"/>
                  <a:pt x="259676" y="181579"/>
                </a:cubicBezTo>
                <a:cubicBezTo>
                  <a:pt x="268157" y="177165"/>
                  <a:pt x="275090" y="169572"/>
                  <a:pt x="282767" y="163532"/>
                </a:cubicBezTo>
                <a:cubicBezTo>
                  <a:pt x="290444" y="157492"/>
                  <a:pt x="297518" y="150356"/>
                  <a:pt x="305736" y="145341"/>
                </a:cubicBezTo>
                <a:cubicBezTo>
                  <a:pt x="313954" y="140325"/>
                  <a:pt x="323639" y="138072"/>
                  <a:pt x="332075" y="133440"/>
                </a:cubicBezTo>
                <a:cubicBezTo>
                  <a:pt x="340511" y="128807"/>
                  <a:pt x="349282" y="124625"/>
                  <a:pt x="356349" y="117547"/>
                </a:cubicBezTo>
                <a:cubicBezTo>
                  <a:pt x="363417" y="110469"/>
                  <a:pt x="368628" y="100043"/>
                  <a:pt x="374482" y="90969"/>
                </a:cubicBezTo>
                <a:cubicBezTo>
                  <a:pt x="380335" y="81896"/>
                  <a:pt x="385254" y="71381"/>
                  <a:pt x="391472" y="63104"/>
                </a:cubicBezTo>
                <a:cubicBezTo>
                  <a:pt x="397691" y="54828"/>
                  <a:pt x="404775" y="48149"/>
                  <a:pt x="411792" y="41312"/>
                </a:cubicBezTo>
                <a:cubicBezTo>
                  <a:pt x="418809" y="34475"/>
                  <a:pt x="426215" y="28440"/>
                  <a:pt x="433572" y="22080"/>
                </a:cubicBezTo>
                <a:cubicBezTo>
                  <a:pt x="440929" y="15720"/>
                  <a:pt x="452208" y="6309"/>
                  <a:pt x="455935" y="3154"/>
                </a:cubicBezTo>
                <a:cubicBezTo>
                  <a:pt x="459662" y="0"/>
                  <a:pt x="461273" y="2477"/>
                  <a:pt x="455935" y="3154"/>
                </a:cubicBezTo>
                <a:cubicBezTo>
                  <a:pt x="450597" y="3832"/>
                  <a:pt x="434277" y="5682"/>
                  <a:pt x="423906" y="7219"/>
                </a:cubicBezTo>
                <a:cubicBezTo>
                  <a:pt x="413535" y="8755"/>
                  <a:pt x="403254" y="9940"/>
                  <a:pt x="393707" y="12372"/>
                </a:cubicBezTo>
                <a:cubicBezTo>
                  <a:pt x="384161" y="14804"/>
                  <a:pt x="374990" y="17599"/>
                  <a:pt x="366626" y="21813"/>
                </a:cubicBezTo>
                <a:cubicBezTo>
                  <a:pt x="358261" y="26028"/>
                  <a:pt x="350889" y="31782"/>
                  <a:pt x="343518" y="37659"/>
                </a:cubicBezTo>
                <a:cubicBezTo>
                  <a:pt x="336148" y="43535"/>
                  <a:pt x="329447" y="50562"/>
                  <a:pt x="322401" y="57073"/>
                </a:cubicBezTo>
                <a:cubicBezTo>
                  <a:pt x="315355" y="63584"/>
                  <a:pt x="308309" y="70148"/>
                  <a:pt x="301244" y="76726"/>
                </a:cubicBezTo>
                <a:cubicBezTo>
                  <a:pt x="294179" y="83305"/>
                  <a:pt x="287095" y="89902"/>
                  <a:pt x="280011" y="96542"/>
                </a:cubicBezTo>
                <a:cubicBezTo>
                  <a:pt x="272926" y="103182"/>
                  <a:pt x="266191" y="110566"/>
                  <a:pt x="258735" y="116566"/>
                </a:cubicBezTo>
                <a:cubicBezTo>
                  <a:pt x="251280" y="122565"/>
                  <a:pt x="243896" y="128851"/>
                  <a:pt x="235280" y="132539"/>
                </a:cubicBezTo>
                <a:cubicBezTo>
                  <a:pt x="226663" y="136228"/>
                  <a:pt x="217141" y="138187"/>
                  <a:pt x="207034" y="138695"/>
                </a:cubicBezTo>
                <a:cubicBezTo>
                  <a:pt x="196927" y="139204"/>
                  <a:pt x="185418" y="136728"/>
                  <a:pt x="174638" y="135590"/>
                </a:cubicBezTo>
                <a:cubicBezTo>
                  <a:pt x="163858" y="134452"/>
                  <a:pt x="152441" y="131736"/>
                  <a:pt x="142356" y="131867"/>
                </a:cubicBezTo>
                <a:cubicBezTo>
                  <a:pt x="132272" y="131997"/>
                  <a:pt x="122811" y="133278"/>
                  <a:pt x="114132" y="136374"/>
                </a:cubicBezTo>
                <a:cubicBezTo>
                  <a:pt x="105452" y="139469"/>
                  <a:pt x="97881" y="144919"/>
                  <a:pt x="90279" y="150440"/>
                </a:cubicBezTo>
                <a:cubicBezTo>
                  <a:pt x="82678" y="155962"/>
                  <a:pt x="75705" y="162919"/>
                  <a:pt x="68522" y="169502"/>
                </a:cubicBezTo>
                <a:cubicBezTo>
                  <a:pt x="61339" y="176085"/>
                  <a:pt x="54276" y="183013"/>
                  <a:pt x="47183" y="189938"/>
                </a:cubicBezTo>
                <a:cubicBezTo>
                  <a:pt x="40091" y="196862"/>
                  <a:pt x="33053" y="203919"/>
                  <a:pt x="25967" y="211049"/>
                </a:cubicBezTo>
                <a:cubicBezTo>
                  <a:pt x="18881" y="218179"/>
                  <a:pt x="8217" y="229107"/>
                  <a:pt x="4667" y="232719"/>
                </a:cubicBezTo>
                <a:cubicBezTo>
                  <a:pt x="1117" y="236330"/>
                  <a:pt x="0" y="233593"/>
                  <a:pt x="4667" y="232719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89"/>
                </a:srgbClr>
              </a:gs>
              <a:gs pos="18000">
                <a:srgbClr val="767676">
                  <a:alpha val="6035"/>
                </a:srgbClr>
              </a:gs>
              <a:gs pos="48000">
                <a:srgbClr val="767676">
                  <a:alpha val="9734"/>
                </a:srgbClr>
              </a:gs>
              <a:gs pos="78000">
                <a:srgbClr val="767676">
                  <a:alpha val="7302"/>
                </a:srgbClr>
              </a:gs>
              <a:gs pos="100000">
                <a:srgbClr val="767676">
                  <a:alpha val="439"/>
                </a:srgbClr>
              </a:gs>
            </a:gsLst>
            <a:lin ang="19981536" scaled="0"/>
          </a:gradFill>
          <a:ln w="0">
            <a:noFill/>
            <a:prstDash val="solid"/>
          </a:ln>
        </p:spPr>
      </p:sp>
      <p:sp>
        <p:nvSpPr>
          <p:cNvPr id="1145" name="PANEL_D-intermittent-gas-wisp-2-feather-0_100">
            <a:extLst>
              <a:ext uri="{FF2B5EF4-FFF2-40B4-BE49-F238E27FC236}">
                <a16:creationId xmlns:a16="http://schemas.microsoft.com/office/drawing/2014/main" id="{AEEF19C6-4096-436D-AD2F-46E250BA3C2B}"/>
              </a:ext>
            </a:extLst>
          </p:cNvPr>
          <p:cNvSpPr>
            <a:spLocks/>
          </p:cNvSpPr>
          <p:nvPr/>
        </p:nvSpPr>
        <p:spPr>
          <a:xfrm>
            <a:off x="14497003" y="5620806"/>
            <a:ext cx="334612" cy="167580"/>
          </a:xfrm>
          <a:custGeom>
            <a:pathLst>
              <a:path w="351298" h="175937">
                <a:moveTo>
                  <a:pt x="4319" y="165856"/>
                </a:moveTo>
                <a:cubicBezTo>
                  <a:pt x="8638" y="167453"/>
                  <a:pt x="22613" y="174939"/>
                  <a:pt x="30233" y="175438"/>
                </a:cubicBezTo>
                <a:cubicBezTo>
                  <a:pt x="37854" y="175937"/>
                  <a:pt x="43737" y="171775"/>
                  <a:pt x="50041" y="168850"/>
                </a:cubicBezTo>
                <a:cubicBezTo>
                  <a:pt x="56344" y="165924"/>
                  <a:pt x="61257" y="159679"/>
                  <a:pt x="68055" y="157887"/>
                </a:cubicBezTo>
                <a:cubicBezTo>
                  <a:pt x="74852" y="156095"/>
                  <a:pt x="82708" y="156871"/>
                  <a:pt x="90828" y="158098"/>
                </a:cubicBezTo>
                <a:cubicBezTo>
                  <a:pt x="98948" y="159324"/>
                  <a:pt x="108645" y="164140"/>
                  <a:pt x="116772" y="165247"/>
                </a:cubicBezTo>
                <a:cubicBezTo>
                  <a:pt x="124899" y="166353"/>
                  <a:pt x="132248" y="165584"/>
                  <a:pt x="139589" y="164737"/>
                </a:cubicBezTo>
                <a:cubicBezTo>
                  <a:pt x="146929" y="163889"/>
                  <a:pt x="153398" y="160979"/>
                  <a:pt x="160816" y="160160"/>
                </a:cubicBezTo>
                <a:cubicBezTo>
                  <a:pt x="168234" y="159341"/>
                  <a:pt x="176839" y="161079"/>
                  <a:pt x="184096" y="159822"/>
                </a:cubicBezTo>
                <a:cubicBezTo>
                  <a:pt x="191352" y="158566"/>
                  <a:pt x="198740" y="157491"/>
                  <a:pt x="204355" y="152620"/>
                </a:cubicBezTo>
                <a:cubicBezTo>
                  <a:pt x="209970" y="147749"/>
                  <a:pt x="213105" y="137454"/>
                  <a:pt x="217786" y="130597"/>
                </a:cubicBezTo>
                <a:cubicBezTo>
                  <a:pt x="222466" y="123741"/>
                  <a:pt x="226253" y="115153"/>
                  <a:pt x="232439" y="111481"/>
                </a:cubicBezTo>
                <a:cubicBezTo>
                  <a:pt x="238625" y="107810"/>
                  <a:pt x="247274" y="109343"/>
                  <a:pt x="254902" y="108566"/>
                </a:cubicBezTo>
                <a:cubicBezTo>
                  <a:pt x="262530" y="107788"/>
                  <a:pt x="271501" y="109559"/>
                  <a:pt x="278205" y="106818"/>
                </a:cubicBezTo>
                <a:cubicBezTo>
                  <a:pt x="284909" y="104077"/>
                  <a:pt x="289947" y="97894"/>
                  <a:pt x="295127" y="92119"/>
                </a:cubicBezTo>
                <a:cubicBezTo>
                  <a:pt x="300307" y="86344"/>
                  <a:pt x="304470" y="78617"/>
                  <a:pt x="309284" y="72168"/>
                </a:cubicBezTo>
                <a:cubicBezTo>
                  <a:pt x="314099" y="65718"/>
                  <a:pt x="319471" y="60309"/>
                  <a:pt x="324015" y="53424"/>
                </a:cubicBezTo>
                <a:cubicBezTo>
                  <a:pt x="328560" y="46539"/>
                  <a:pt x="332730" y="38803"/>
                  <a:pt x="336550" y="30857"/>
                </a:cubicBezTo>
                <a:cubicBezTo>
                  <a:pt x="340371" y="22911"/>
                  <a:pt x="345209" y="9933"/>
                  <a:pt x="346940" y="5748"/>
                </a:cubicBezTo>
                <a:cubicBezTo>
                  <a:pt x="348672" y="1563"/>
                  <a:pt x="351298" y="6385"/>
                  <a:pt x="346940" y="5748"/>
                </a:cubicBezTo>
                <a:cubicBezTo>
                  <a:pt x="342582" y="5111"/>
                  <a:pt x="329302" y="2784"/>
                  <a:pt x="320792" y="1926"/>
                </a:cubicBezTo>
                <a:cubicBezTo>
                  <a:pt x="312283" y="1069"/>
                  <a:pt x="303586" y="0"/>
                  <a:pt x="295885" y="604"/>
                </a:cubicBezTo>
                <a:cubicBezTo>
                  <a:pt x="288183" y="1207"/>
                  <a:pt x="280998" y="2624"/>
                  <a:pt x="274581" y="5548"/>
                </a:cubicBezTo>
                <a:cubicBezTo>
                  <a:pt x="268164" y="8473"/>
                  <a:pt x="262986" y="13688"/>
                  <a:pt x="257383" y="18151"/>
                </a:cubicBezTo>
                <a:cubicBezTo>
                  <a:pt x="251780" y="22615"/>
                  <a:pt x="246783" y="28297"/>
                  <a:pt x="240962" y="32328"/>
                </a:cubicBezTo>
                <a:cubicBezTo>
                  <a:pt x="235142" y="36360"/>
                  <a:pt x="228852" y="39497"/>
                  <a:pt x="222458" y="42341"/>
                </a:cubicBezTo>
                <a:cubicBezTo>
                  <a:pt x="216063" y="45185"/>
                  <a:pt x="209155" y="46941"/>
                  <a:pt x="202595" y="49391"/>
                </a:cubicBezTo>
                <a:cubicBezTo>
                  <a:pt x="196034" y="51840"/>
                  <a:pt x="189685" y="54709"/>
                  <a:pt x="183094" y="57037"/>
                </a:cubicBezTo>
                <a:cubicBezTo>
                  <a:pt x="176502" y="59365"/>
                  <a:pt x="170191" y="62308"/>
                  <a:pt x="163047" y="63359"/>
                </a:cubicBezTo>
                <a:cubicBezTo>
                  <a:pt x="155902" y="64409"/>
                  <a:pt x="148153" y="64126"/>
                  <a:pt x="140226" y="63341"/>
                </a:cubicBezTo>
                <a:cubicBezTo>
                  <a:pt x="132299" y="62556"/>
                  <a:pt x="123298" y="59318"/>
                  <a:pt x="115484" y="58648"/>
                </a:cubicBezTo>
                <a:cubicBezTo>
                  <a:pt x="107669" y="57977"/>
                  <a:pt x="99754" y="56910"/>
                  <a:pt x="93341" y="59316"/>
                </a:cubicBezTo>
                <a:cubicBezTo>
                  <a:pt x="86928" y="61722"/>
                  <a:pt x="81794" y="66924"/>
                  <a:pt x="77005" y="73082"/>
                </a:cubicBezTo>
                <a:cubicBezTo>
                  <a:pt x="72215" y="79240"/>
                  <a:pt x="68817" y="88659"/>
                  <a:pt x="64602" y="96264"/>
                </a:cubicBezTo>
                <a:cubicBezTo>
                  <a:pt x="60387" y="103870"/>
                  <a:pt x="56426" y="112180"/>
                  <a:pt x="51715" y="118714"/>
                </a:cubicBezTo>
                <a:cubicBezTo>
                  <a:pt x="47005" y="125249"/>
                  <a:pt x="41667" y="130344"/>
                  <a:pt x="36340" y="135472"/>
                </a:cubicBezTo>
                <a:cubicBezTo>
                  <a:pt x="31012" y="140599"/>
                  <a:pt x="25088" y="144415"/>
                  <a:pt x="19752" y="149479"/>
                </a:cubicBezTo>
                <a:cubicBezTo>
                  <a:pt x="14415" y="154543"/>
                  <a:pt x="6891" y="163126"/>
                  <a:pt x="4319" y="165856"/>
                </a:cubicBezTo>
                <a:cubicBezTo>
                  <a:pt x="1747" y="168585"/>
                  <a:pt x="0" y="164259"/>
                  <a:pt x="4319" y="165856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17"/>
                </a:srgbClr>
              </a:gs>
              <a:gs pos="18000">
                <a:srgbClr val="919191">
                  <a:alpha val="1810"/>
                </a:srgbClr>
              </a:gs>
              <a:gs pos="48000">
                <a:srgbClr val="919191">
                  <a:alpha val="2921"/>
                </a:srgbClr>
              </a:gs>
              <a:gs pos="78000">
                <a:srgbClr val="919191">
                  <a:alpha val="2190"/>
                </a:srgbClr>
              </a:gs>
              <a:gs pos="100000">
                <a:srgbClr val="919191">
                  <a:alpha val="131"/>
                </a:srgbClr>
              </a:gs>
            </a:gsLst>
            <a:lin ang="20097703" scaled="0"/>
          </a:gradFill>
          <a:ln w="0">
            <a:noFill/>
            <a:prstDash val="solid"/>
          </a:ln>
        </p:spPr>
      </p:sp>
      <p:sp>
        <p:nvSpPr>
          <p:cNvPr id="1146" name="PANEL_D-intermittent-gas-wisp-2-feather-1_101">
            <a:extLst>
              <a:ext uri="{FF2B5EF4-FFF2-40B4-BE49-F238E27FC236}">
                <a16:creationId xmlns:a16="http://schemas.microsoft.com/office/drawing/2014/main" id="{77C5003A-0F9F-4860-B581-164C7B947F7A}"/>
              </a:ext>
            </a:extLst>
          </p:cNvPr>
          <p:cNvSpPr>
            <a:spLocks/>
          </p:cNvSpPr>
          <p:nvPr/>
        </p:nvSpPr>
        <p:spPr>
          <a:xfrm>
            <a:off x="14497234" y="5622875"/>
            <a:ext cx="334146" cy="161796"/>
          </a:xfrm>
          <a:custGeom>
            <a:pathLst>
              <a:path w="350810" h="169864">
                <a:moveTo>
                  <a:pt x="4076" y="163684"/>
                </a:moveTo>
                <a:cubicBezTo>
                  <a:pt x="8153" y="164680"/>
                  <a:pt x="21203" y="169864"/>
                  <a:pt x="28535" y="169661"/>
                </a:cubicBezTo>
                <a:cubicBezTo>
                  <a:pt x="35867" y="169457"/>
                  <a:pt x="41810" y="165478"/>
                  <a:pt x="48068" y="162463"/>
                </a:cubicBezTo>
                <a:cubicBezTo>
                  <a:pt x="54326" y="159448"/>
                  <a:pt x="59462" y="153757"/>
                  <a:pt x="66083" y="151571"/>
                </a:cubicBezTo>
                <a:cubicBezTo>
                  <a:pt x="72705" y="149385"/>
                  <a:pt x="80132" y="149155"/>
                  <a:pt x="87795" y="149347"/>
                </a:cubicBezTo>
                <a:cubicBezTo>
                  <a:pt x="95459" y="149540"/>
                  <a:pt x="104355" y="152534"/>
                  <a:pt x="112064" y="152726"/>
                </a:cubicBezTo>
                <a:cubicBezTo>
                  <a:pt x="119774" y="152918"/>
                  <a:pt x="126896" y="151701"/>
                  <a:pt x="134053" y="150499"/>
                </a:cubicBezTo>
                <a:cubicBezTo>
                  <a:pt x="141209" y="149297"/>
                  <a:pt x="147725" y="146570"/>
                  <a:pt x="155003" y="145513"/>
                </a:cubicBezTo>
                <a:cubicBezTo>
                  <a:pt x="162280" y="144456"/>
                  <a:pt x="170525" y="145480"/>
                  <a:pt x="177717" y="144155"/>
                </a:cubicBezTo>
                <a:cubicBezTo>
                  <a:pt x="184908" y="142831"/>
                  <a:pt x="192232" y="141711"/>
                  <a:pt x="198151" y="137565"/>
                </a:cubicBezTo>
                <a:cubicBezTo>
                  <a:pt x="204069" y="133419"/>
                  <a:pt x="208068" y="125056"/>
                  <a:pt x="213229" y="119279"/>
                </a:cubicBezTo>
                <a:cubicBezTo>
                  <a:pt x="218390" y="113502"/>
                  <a:pt x="222841" y="106335"/>
                  <a:pt x="229117" y="102903"/>
                </a:cubicBezTo>
                <a:cubicBezTo>
                  <a:pt x="235393" y="99471"/>
                  <a:pt x="243554" y="100019"/>
                  <a:pt x="250884" y="98688"/>
                </a:cubicBezTo>
                <a:cubicBezTo>
                  <a:pt x="258215" y="97357"/>
                  <a:pt x="266550" y="97911"/>
                  <a:pt x="273099" y="94918"/>
                </a:cubicBezTo>
                <a:cubicBezTo>
                  <a:pt x="279648" y="91924"/>
                  <a:pt x="284853" y="86155"/>
                  <a:pt x="290179" y="80726"/>
                </a:cubicBezTo>
                <a:cubicBezTo>
                  <a:pt x="295505" y="75296"/>
                  <a:pt x="300008" y="68291"/>
                  <a:pt x="305054" y="62341"/>
                </a:cubicBezTo>
                <a:cubicBezTo>
                  <a:pt x="310101" y="56391"/>
                  <a:pt x="315580" y="51245"/>
                  <a:pt x="320458" y="45027"/>
                </a:cubicBezTo>
                <a:cubicBezTo>
                  <a:pt x="325335" y="38809"/>
                  <a:pt x="329945" y="31941"/>
                  <a:pt x="334319" y="25033"/>
                </a:cubicBezTo>
                <a:cubicBezTo>
                  <a:pt x="338692" y="18124"/>
                  <a:pt x="344635" y="7152"/>
                  <a:pt x="346698" y="3576"/>
                </a:cubicBezTo>
                <a:cubicBezTo>
                  <a:pt x="348761" y="0"/>
                  <a:pt x="350810" y="3761"/>
                  <a:pt x="346698" y="3576"/>
                </a:cubicBezTo>
                <a:cubicBezTo>
                  <a:pt x="342586" y="3391"/>
                  <a:pt x="330058" y="2425"/>
                  <a:pt x="322027" y="2467"/>
                </a:cubicBezTo>
                <a:cubicBezTo>
                  <a:pt x="313997" y="2509"/>
                  <a:pt x="305856" y="2509"/>
                  <a:pt x="298516" y="3828"/>
                </a:cubicBezTo>
                <a:cubicBezTo>
                  <a:pt x="291175" y="5146"/>
                  <a:pt x="284282" y="7178"/>
                  <a:pt x="277985" y="10378"/>
                </a:cubicBezTo>
                <a:cubicBezTo>
                  <a:pt x="271689" y="13578"/>
                  <a:pt x="266394" y="18624"/>
                  <a:pt x="260738" y="23031"/>
                </a:cubicBezTo>
                <a:cubicBezTo>
                  <a:pt x="255082" y="27437"/>
                  <a:pt x="249909" y="32815"/>
                  <a:pt x="244049" y="36816"/>
                </a:cubicBezTo>
                <a:cubicBezTo>
                  <a:pt x="238189" y="40816"/>
                  <a:pt x="231946" y="44090"/>
                  <a:pt x="225578" y="47033"/>
                </a:cubicBezTo>
                <a:cubicBezTo>
                  <a:pt x="219209" y="49976"/>
                  <a:pt x="212406" y="51994"/>
                  <a:pt x="205838" y="54472"/>
                </a:cubicBezTo>
                <a:cubicBezTo>
                  <a:pt x="199270" y="56950"/>
                  <a:pt x="192821" y="59657"/>
                  <a:pt x="186170" y="61902"/>
                </a:cubicBezTo>
                <a:cubicBezTo>
                  <a:pt x="179518" y="64147"/>
                  <a:pt x="173042" y="66775"/>
                  <a:pt x="165930" y="67942"/>
                </a:cubicBezTo>
                <a:cubicBezTo>
                  <a:pt x="158818" y="69108"/>
                  <a:pt x="151213" y="69168"/>
                  <a:pt x="143499" y="68900"/>
                </a:cubicBezTo>
                <a:cubicBezTo>
                  <a:pt x="135784" y="68632"/>
                  <a:pt x="127230" y="66438"/>
                  <a:pt x="119643" y="66334"/>
                </a:cubicBezTo>
                <a:cubicBezTo>
                  <a:pt x="112057" y="66229"/>
                  <a:pt x="104413" y="65853"/>
                  <a:pt x="97980" y="68271"/>
                </a:cubicBezTo>
                <a:cubicBezTo>
                  <a:pt x="91547" y="70688"/>
                  <a:pt x="86152" y="75363"/>
                  <a:pt x="81046" y="80837"/>
                </a:cubicBezTo>
                <a:cubicBezTo>
                  <a:pt x="75939" y="86311"/>
                  <a:pt x="71957" y="94420"/>
                  <a:pt x="67339" y="101117"/>
                </a:cubicBezTo>
                <a:cubicBezTo>
                  <a:pt x="62721" y="107813"/>
                  <a:pt x="58332" y="115131"/>
                  <a:pt x="53339" y="121016"/>
                </a:cubicBezTo>
                <a:cubicBezTo>
                  <a:pt x="48346" y="126901"/>
                  <a:pt x="42878" y="131695"/>
                  <a:pt x="37381" y="136428"/>
                </a:cubicBezTo>
                <a:cubicBezTo>
                  <a:pt x="31885" y="141161"/>
                  <a:pt x="25910" y="144870"/>
                  <a:pt x="20359" y="149413"/>
                </a:cubicBezTo>
                <a:cubicBezTo>
                  <a:pt x="14808" y="153955"/>
                  <a:pt x="6790" y="161305"/>
                  <a:pt x="4076" y="163684"/>
                </a:cubicBezTo>
                <a:cubicBezTo>
                  <a:pt x="1363" y="166062"/>
                  <a:pt x="0" y="162687"/>
                  <a:pt x="4076" y="163684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56"/>
                </a:srgbClr>
              </a:gs>
              <a:gs pos="18000">
                <a:srgbClr val="767676">
                  <a:alpha val="2414"/>
                </a:srgbClr>
              </a:gs>
              <a:gs pos="48000">
                <a:srgbClr val="767676">
                  <a:alpha val="3895"/>
                </a:srgbClr>
              </a:gs>
              <a:gs pos="78000">
                <a:srgbClr val="767676">
                  <a:alpha val="2921"/>
                </a:srgbClr>
              </a:gs>
              <a:gs pos="100000">
                <a:srgbClr val="767676">
                  <a:alpha val="175"/>
                </a:srgbClr>
              </a:gs>
            </a:gsLst>
            <a:lin ang="20097703" scaled="0"/>
          </a:gradFill>
          <a:ln w="0">
            <a:noFill/>
            <a:prstDash val="solid"/>
          </a:ln>
        </p:spPr>
      </p:sp>
      <p:sp>
        <p:nvSpPr>
          <p:cNvPr id="1147" name="PANEL_D-intermittent-gas-wisp-2-feather-2_102">
            <a:extLst>
              <a:ext uri="{FF2B5EF4-FFF2-40B4-BE49-F238E27FC236}">
                <a16:creationId xmlns:a16="http://schemas.microsoft.com/office/drawing/2014/main" id="{223BB805-11BF-44AA-B1CB-FBFD50D16C97}"/>
              </a:ext>
            </a:extLst>
          </p:cNvPr>
          <p:cNvSpPr>
            <a:spLocks/>
          </p:cNvSpPr>
          <p:nvPr/>
        </p:nvSpPr>
        <p:spPr>
          <a:xfrm>
            <a:off x="14497486" y="5623508"/>
            <a:ext cx="333638" cy="158147"/>
          </a:xfrm>
          <a:custGeom>
            <a:pathLst>
              <a:path w="350276" h="166033">
                <a:moveTo>
                  <a:pt x="3812" y="163020"/>
                </a:moveTo>
                <a:cubicBezTo>
                  <a:pt x="7624" y="163360"/>
                  <a:pt x="19665" y="166033"/>
                  <a:pt x="26682" y="165064"/>
                </a:cubicBezTo>
                <a:cubicBezTo>
                  <a:pt x="33700" y="164094"/>
                  <a:pt x="39708" y="160314"/>
                  <a:pt x="45916" y="157201"/>
                </a:cubicBezTo>
                <a:cubicBezTo>
                  <a:pt x="52124" y="154088"/>
                  <a:pt x="57505" y="149002"/>
                  <a:pt x="63933" y="146386"/>
                </a:cubicBezTo>
                <a:cubicBezTo>
                  <a:pt x="70362" y="143770"/>
                  <a:pt x="77321" y="142442"/>
                  <a:pt x="84487" y="141506"/>
                </a:cubicBezTo>
                <a:cubicBezTo>
                  <a:pt x="91652" y="140571"/>
                  <a:pt x="99674" y="141578"/>
                  <a:pt x="106928" y="140772"/>
                </a:cubicBezTo>
                <a:cubicBezTo>
                  <a:pt x="114183" y="139966"/>
                  <a:pt x="121058" y="138261"/>
                  <a:pt x="128014" y="136672"/>
                </a:cubicBezTo>
                <a:cubicBezTo>
                  <a:pt x="134969" y="135083"/>
                  <a:pt x="141537" y="132557"/>
                  <a:pt x="148661" y="131240"/>
                </a:cubicBezTo>
                <a:cubicBezTo>
                  <a:pt x="155785" y="129923"/>
                  <a:pt x="163638" y="130168"/>
                  <a:pt x="170758" y="128769"/>
                </a:cubicBezTo>
                <a:cubicBezTo>
                  <a:pt x="177878" y="127371"/>
                  <a:pt x="185132" y="126203"/>
                  <a:pt x="191382" y="122847"/>
                </a:cubicBezTo>
                <a:cubicBezTo>
                  <a:pt x="197632" y="119492"/>
                  <a:pt x="202574" y="113236"/>
                  <a:pt x="208259" y="108637"/>
                </a:cubicBezTo>
                <a:cubicBezTo>
                  <a:pt x="213944" y="104037"/>
                  <a:pt x="219120" y="98420"/>
                  <a:pt x="225493" y="95250"/>
                </a:cubicBezTo>
                <a:cubicBezTo>
                  <a:pt x="231867" y="92081"/>
                  <a:pt x="239496" y="91553"/>
                  <a:pt x="246501" y="89618"/>
                </a:cubicBezTo>
                <a:cubicBezTo>
                  <a:pt x="253507" y="87683"/>
                  <a:pt x="261148" y="86911"/>
                  <a:pt x="267528" y="83641"/>
                </a:cubicBezTo>
                <a:cubicBezTo>
                  <a:pt x="273908" y="80372"/>
                  <a:pt x="279296" y="75054"/>
                  <a:pt x="284781" y="70002"/>
                </a:cubicBezTo>
                <a:cubicBezTo>
                  <a:pt x="290266" y="64949"/>
                  <a:pt x="295140" y="58731"/>
                  <a:pt x="300439" y="53327"/>
                </a:cubicBezTo>
                <a:cubicBezTo>
                  <a:pt x="305739" y="47922"/>
                  <a:pt x="311336" y="43064"/>
                  <a:pt x="316577" y="37573"/>
                </a:cubicBezTo>
                <a:cubicBezTo>
                  <a:pt x="321818" y="32083"/>
                  <a:pt x="326908" y="26161"/>
                  <a:pt x="331884" y="20385"/>
                </a:cubicBezTo>
                <a:cubicBezTo>
                  <a:pt x="336860" y="14608"/>
                  <a:pt x="344008" y="5824"/>
                  <a:pt x="346433" y="2912"/>
                </a:cubicBezTo>
                <a:cubicBezTo>
                  <a:pt x="348858" y="0"/>
                  <a:pt x="350276" y="2604"/>
                  <a:pt x="346433" y="2912"/>
                </a:cubicBezTo>
                <a:cubicBezTo>
                  <a:pt x="342590" y="3220"/>
                  <a:pt x="330882" y="3739"/>
                  <a:pt x="323374" y="4762"/>
                </a:cubicBezTo>
                <a:cubicBezTo>
                  <a:pt x="315867" y="5785"/>
                  <a:pt x="308332" y="6952"/>
                  <a:pt x="301386" y="9050"/>
                </a:cubicBezTo>
                <a:cubicBezTo>
                  <a:pt x="294440" y="11149"/>
                  <a:pt x="287864" y="13851"/>
                  <a:pt x="281700" y="17352"/>
                </a:cubicBezTo>
                <a:cubicBezTo>
                  <a:pt x="275535" y="20854"/>
                  <a:pt x="270112" y="25715"/>
                  <a:pt x="264399" y="30059"/>
                </a:cubicBezTo>
                <a:cubicBezTo>
                  <a:pt x="258685" y="34403"/>
                  <a:pt x="253320" y="39451"/>
                  <a:pt x="247417" y="43417"/>
                </a:cubicBezTo>
                <a:cubicBezTo>
                  <a:pt x="241514" y="47383"/>
                  <a:pt x="235321" y="50806"/>
                  <a:pt x="228982" y="53857"/>
                </a:cubicBezTo>
                <a:cubicBezTo>
                  <a:pt x="222642" y="56908"/>
                  <a:pt x="215953" y="59212"/>
                  <a:pt x="209377" y="61721"/>
                </a:cubicBezTo>
                <a:cubicBezTo>
                  <a:pt x="202801" y="64231"/>
                  <a:pt x="196242" y="66760"/>
                  <a:pt x="189525" y="68914"/>
                </a:cubicBezTo>
                <a:cubicBezTo>
                  <a:pt x="182808" y="71069"/>
                  <a:pt x="176152" y="73354"/>
                  <a:pt x="169075" y="74646"/>
                </a:cubicBezTo>
                <a:cubicBezTo>
                  <a:pt x="161999" y="75939"/>
                  <a:pt x="154551" y="76373"/>
                  <a:pt x="147069" y="76669"/>
                </a:cubicBezTo>
                <a:cubicBezTo>
                  <a:pt x="139586" y="76965"/>
                  <a:pt x="131519" y="75911"/>
                  <a:pt x="124181" y="76424"/>
                </a:cubicBezTo>
                <a:cubicBezTo>
                  <a:pt x="116843" y="76936"/>
                  <a:pt x="109494" y="77315"/>
                  <a:pt x="103040" y="79745"/>
                </a:cubicBezTo>
                <a:cubicBezTo>
                  <a:pt x="96585" y="82175"/>
                  <a:pt x="90906" y="86274"/>
                  <a:pt x="85454" y="91003"/>
                </a:cubicBezTo>
                <a:cubicBezTo>
                  <a:pt x="80001" y="95731"/>
                  <a:pt x="75382" y="102411"/>
                  <a:pt x="70325" y="108116"/>
                </a:cubicBezTo>
                <a:cubicBezTo>
                  <a:pt x="65267" y="113821"/>
                  <a:pt x="60411" y="120056"/>
                  <a:pt x="55110" y="125233"/>
                </a:cubicBezTo>
                <a:cubicBezTo>
                  <a:pt x="49809" y="130410"/>
                  <a:pt x="44199" y="134875"/>
                  <a:pt x="38518" y="139177"/>
                </a:cubicBezTo>
                <a:cubicBezTo>
                  <a:pt x="32836" y="143479"/>
                  <a:pt x="26806" y="147072"/>
                  <a:pt x="21022" y="151046"/>
                </a:cubicBezTo>
                <a:cubicBezTo>
                  <a:pt x="15238" y="155020"/>
                  <a:pt x="6680" y="161024"/>
                  <a:pt x="3812" y="163020"/>
                </a:cubicBezTo>
                <a:cubicBezTo>
                  <a:pt x="943" y="165015"/>
                  <a:pt x="0" y="162679"/>
                  <a:pt x="3812" y="163020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01"/>
                </a:srgbClr>
              </a:gs>
              <a:gs pos="18000">
                <a:srgbClr val="767676">
                  <a:alpha val="3099"/>
                </a:srgbClr>
              </a:gs>
              <a:gs pos="48000">
                <a:srgbClr val="767676">
                  <a:alpha val="4998"/>
                </a:srgbClr>
              </a:gs>
              <a:gs pos="78000">
                <a:srgbClr val="767676">
                  <a:alpha val="3748"/>
                </a:srgbClr>
              </a:gs>
              <a:gs pos="100000">
                <a:srgbClr val="767676">
                  <a:alpha val="224"/>
                </a:srgbClr>
              </a:gs>
            </a:gsLst>
            <a:lin ang="20097703" scaled="0"/>
          </a:gradFill>
          <a:ln w="0">
            <a:noFill/>
            <a:prstDash val="solid"/>
          </a:ln>
        </p:spPr>
      </p:sp>
      <p:sp>
        <p:nvSpPr>
          <p:cNvPr id="1148" name="PANEL_D-intermittent-gas-core-3-feather-0_103">
            <a:extLst>
              <a:ext uri="{FF2B5EF4-FFF2-40B4-BE49-F238E27FC236}">
                <a16:creationId xmlns:a16="http://schemas.microsoft.com/office/drawing/2014/main" id="{C65150D9-C3E8-47C9-A19D-8CA0F8C23A51}"/>
              </a:ext>
            </a:extLst>
          </p:cNvPr>
          <p:cNvSpPr>
            <a:spLocks/>
          </p:cNvSpPr>
          <p:nvPr/>
        </p:nvSpPr>
        <p:spPr>
          <a:xfrm>
            <a:off x="14992329" y="5077037"/>
            <a:ext cx="385181" cy="420776"/>
          </a:xfrm>
          <a:custGeom>
            <a:pathLst>
              <a:path w="404390" h="441760">
                <a:moveTo>
                  <a:pt x="23596" y="372996"/>
                </a:moveTo>
                <a:cubicBezTo>
                  <a:pt x="30826" y="374900"/>
                  <a:pt x="52834" y="381425"/>
                  <a:pt x="66980" y="384423"/>
                </a:cubicBezTo>
                <a:cubicBezTo>
                  <a:pt x="81126" y="387421"/>
                  <a:pt x="93830" y="388215"/>
                  <a:pt x="108472" y="390983"/>
                </a:cubicBezTo>
                <a:cubicBezTo>
                  <a:pt x="123114" y="393752"/>
                  <a:pt x="136562" y="395125"/>
                  <a:pt x="154831" y="401035"/>
                </a:cubicBezTo>
                <a:cubicBezTo>
                  <a:pt x="173100" y="406944"/>
                  <a:pt x="198770" y="420286"/>
                  <a:pt x="218084" y="426440"/>
                </a:cubicBezTo>
                <a:cubicBezTo>
                  <a:pt x="237399" y="432594"/>
                  <a:pt x="260680" y="441760"/>
                  <a:pt x="270716" y="437959"/>
                </a:cubicBezTo>
                <a:cubicBezTo>
                  <a:pt x="280752" y="434157"/>
                  <a:pt x="278437" y="417482"/>
                  <a:pt x="278301" y="403632"/>
                </a:cubicBezTo>
                <a:cubicBezTo>
                  <a:pt x="278166" y="389782"/>
                  <a:pt x="267652" y="366270"/>
                  <a:pt x="269903" y="354858"/>
                </a:cubicBezTo>
                <a:cubicBezTo>
                  <a:pt x="272154" y="343447"/>
                  <a:pt x="282358" y="339899"/>
                  <a:pt x="291808" y="335164"/>
                </a:cubicBezTo>
                <a:cubicBezTo>
                  <a:pt x="301257" y="330430"/>
                  <a:pt x="318398" y="332438"/>
                  <a:pt x="326599" y="326451"/>
                </a:cubicBezTo>
                <a:cubicBezTo>
                  <a:pt x="334800" y="320464"/>
                  <a:pt x="336084" y="308198"/>
                  <a:pt x="341013" y="299242"/>
                </a:cubicBezTo>
                <a:cubicBezTo>
                  <a:pt x="345943" y="290287"/>
                  <a:pt x="348085" y="279200"/>
                  <a:pt x="356179" y="272718"/>
                </a:cubicBezTo>
                <a:cubicBezTo>
                  <a:pt x="364272" y="266237"/>
                  <a:pt x="382041" y="267399"/>
                  <a:pt x="389575" y="260355"/>
                </a:cubicBezTo>
                <a:cubicBezTo>
                  <a:pt x="397109" y="253310"/>
                  <a:pt x="404390" y="245455"/>
                  <a:pt x="401381" y="230451"/>
                </a:cubicBezTo>
                <a:cubicBezTo>
                  <a:pt x="398373" y="215447"/>
                  <a:pt x="380835" y="189511"/>
                  <a:pt x="371524" y="170329"/>
                </a:cubicBezTo>
                <a:cubicBezTo>
                  <a:pt x="362213" y="151147"/>
                  <a:pt x="348851" y="129761"/>
                  <a:pt x="345515" y="115358"/>
                </a:cubicBezTo>
                <a:cubicBezTo>
                  <a:pt x="342180" y="100955"/>
                  <a:pt x="349170" y="94138"/>
                  <a:pt x="351510" y="83911"/>
                </a:cubicBezTo>
                <a:cubicBezTo>
                  <a:pt x="353850" y="73684"/>
                  <a:pt x="361594" y="66698"/>
                  <a:pt x="359555" y="53999"/>
                </a:cubicBezTo>
                <a:cubicBezTo>
                  <a:pt x="357515" y="41299"/>
                  <a:pt x="342653" y="15428"/>
                  <a:pt x="339273" y="7714"/>
                </a:cubicBezTo>
                <a:cubicBezTo>
                  <a:pt x="335893" y="0"/>
                  <a:pt x="346347" y="6596"/>
                  <a:pt x="339273" y="7714"/>
                </a:cubicBezTo>
                <a:cubicBezTo>
                  <a:pt x="332199" y="8832"/>
                  <a:pt x="311034" y="12503"/>
                  <a:pt x="296828" y="14423"/>
                </a:cubicBezTo>
                <a:cubicBezTo>
                  <a:pt x="282622" y="16343"/>
                  <a:pt x="267823" y="17629"/>
                  <a:pt x="254036" y="19232"/>
                </a:cubicBezTo>
                <a:cubicBezTo>
                  <a:pt x="240249" y="20834"/>
                  <a:pt x="226604" y="22132"/>
                  <a:pt x="214104" y="24038"/>
                </a:cubicBezTo>
                <a:cubicBezTo>
                  <a:pt x="201604" y="25944"/>
                  <a:pt x="191243" y="29077"/>
                  <a:pt x="179036" y="30667"/>
                </a:cubicBezTo>
                <a:cubicBezTo>
                  <a:pt x="166828" y="32258"/>
                  <a:pt x="153842" y="33064"/>
                  <a:pt x="140857" y="33581"/>
                </a:cubicBezTo>
                <a:cubicBezTo>
                  <a:pt x="127873" y="34097"/>
                  <a:pt x="111386" y="31540"/>
                  <a:pt x="101129" y="33765"/>
                </a:cubicBezTo>
                <a:cubicBezTo>
                  <a:pt x="90871" y="35990"/>
                  <a:pt x="81206" y="38075"/>
                  <a:pt x="79313" y="46933"/>
                </a:cubicBezTo>
                <a:cubicBezTo>
                  <a:pt x="77419" y="55790"/>
                  <a:pt x="83420" y="70852"/>
                  <a:pt x="89768" y="86911"/>
                </a:cubicBezTo>
                <a:cubicBezTo>
                  <a:pt x="96116" y="102970"/>
                  <a:pt x="110814" y="126453"/>
                  <a:pt x="117399" y="143288"/>
                </a:cubicBezTo>
                <a:cubicBezTo>
                  <a:pt x="123984" y="160124"/>
                  <a:pt x="130488" y="177625"/>
                  <a:pt x="129278" y="187924"/>
                </a:cubicBezTo>
                <a:cubicBezTo>
                  <a:pt x="128069" y="198222"/>
                  <a:pt x="119184" y="201998"/>
                  <a:pt x="110143" y="205079"/>
                </a:cubicBezTo>
                <a:cubicBezTo>
                  <a:pt x="101103" y="208160"/>
                  <a:pt x="85760" y="205208"/>
                  <a:pt x="75034" y="206409"/>
                </a:cubicBezTo>
                <a:cubicBezTo>
                  <a:pt x="64309" y="207609"/>
                  <a:pt x="53783" y="208682"/>
                  <a:pt x="45790" y="212281"/>
                </a:cubicBezTo>
                <a:cubicBezTo>
                  <a:pt x="37797" y="215880"/>
                  <a:pt x="32693" y="222151"/>
                  <a:pt x="27075" y="228003"/>
                </a:cubicBezTo>
                <a:cubicBezTo>
                  <a:pt x="21458" y="233855"/>
                  <a:pt x="16337" y="240099"/>
                  <a:pt x="12086" y="247395"/>
                </a:cubicBezTo>
                <a:cubicBezTo>
                  <a:pt x="7835" y="254690"/>
                  <a:pt x="2972" y="261169"/>
                  <a:pt x="1570" y="271776"/>
                </a:cubicBezTo>
                <a:cubicBezTo>
                  <a:pt x="167" y="282383"/>
                  <a:pt x="0" y="294166"/>
                  <a:pt x="3671" y="311036"/>
                </a:cubicBezTo>
                <a:cubicBezTo>
                  <a:pt x="7342" y="327906"/>
                  <a:pt x="20275" y="362669"/>
                  <a:pt x="23596" y="372996"/>
                </a:cubicBezTo>
                <a:cubicBezTo>
                  <a:pt x="26917" y="383322"/>
                  <a:pt x="16365" y="371091"/>
                  <a:pt x="23596" y="372996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211"/>
                </a:srgbClr>
              </a:gs>
              <a:gs pos="18000">
                <a:srgbClr val="919191">
                  <a:alpha val="3267"/>
                </a:srgbClr>
              </a:gs>
              <a:gs pos="48000">
                <a:srgbClr val="919191">
                  <a:alpha val="5270"/>
                </a:srgbClr>
              </a:gs>
              <a:gs pos="78000">
                <a:srgbClr val="919191">
                  <a:alpha val="3952"/>
                </a:srgbClr>
              </a:gs>
              <a:gs pos="100000">
                <a:srgbClr val="919191">
                  <a:alpha val="238"/>
                </a:srgbClr>
              </a:gs>
            </a:gsLst>
            <a:lin ang="18650179" scaled="0"/>
          </a:gradFill>
          <a:ln w="0">
            <a:noFill/>
            <a:prstDash val="solid"/>
          </a:ln>
        </p:spPr>
      </p:sp>
      <p:sp>
        <p:nvSpPr>
          <p:cNvPr id="1149" name="PANEL_D-intermittent-gas-core-3-feather-1_104">
            <a:extLst>
              <a:ext uri="{FF2B5EF4-FFF2-40B4-BE49-F238E27FC236}">
                <a16:creationId xmlns:a16="http://schemas.microsoft.com/office/drawing/2014/main" id="{1BF0AB94-97A9-4FEA-90FD-DA36565F96AF}"/>
              </a:ext>
            </a:extLst>
          </p:cNvPr>
          <p:cNvSpPr>
            <a:spLocks/>
          </p:cNvSpPr>
          <p:nvPr/>
        </p:nvSpPr>
        <p:spPr>
          <a:xfrm>
            <a:off x="15001217" y="5077851"/>
            <a:ext cx="340990" cy="390435"/>
          </a:xfrm>
          <a:custGeom>
            <a:pathLst>
              <a:path w="357994" h="409906">
                <a:moveTo>
                  <a:pt x="14264" y="372142"/>
                </a:moveTo>
                <a:cubicBezTo>
                  <a:pt x="20401" y="372778"/>
                  <a:pt x="38888" y="375136"/>
                  <a:pt x="51083" y="375958"/>
                </a:cubicBezTo>
                <a:cubicBezTo>
                  <a:pt x="63278" y="376781"/>
                  <a:pt x="74536" y="376093"/>
                  <a:pt x="87434" y="377076"/>
                </a:cubicBezTo>
                <a:cubicBezTo>
                  <a:pt x="100333" y="378059"/>
                  <a:pt x="112470" y="378151"/>
                  <a:pt x="128477" y="381858"/>
                </a:cubicBezTo>
                <a:cubicBezTo>
                  <a:pt x="144483" y="385566"/>
                  <a:pt x="166461" y="395272"/>
                  <a:pt x="183472" y="399322"/>
                </a:cubicBezTo>
                <a:cubicBezTo>
                  <a:pt x="200483" y="403373"/>
                  <a:pt x="220747" y="409906"/>
                  <a:pt x="230544" y="406161"/>
                </a:cubicBezTo>
                <a:cubicBezTo>
                  <a:pt x="240340" y="402416"/>
                  <a:pt x="240559" y="388653"/>
                  <a:pt x="242249" y="376852"/>
                </a:cubicBezTo>
                <a:cubicBezTo>
                  <a:pt x="243940" y="365052"/>
                  <a:pt x="237466" y="345607"/>
                  <a:pt x="240685" y="335360"/>
                </a:cubicBezTo>
                <a:cubicBezTo>
                  <a:pt x="243904" y="325112"/>
                  <a:pt x="253136" y="320788"/>
                  <a:pt x="261565" y="315366"/>
                </a:cubicBezTo>
                <a:cubicBezTo>
                  <a:pt x="269994" y="309944"/>
                  <a:pt x="284165" y="309536"/>
                  <a:pt x="291261" y="302827"/>
                </a:cubicBezTo>
                <a:cubicBezTo>
                  <a:pt x="298357" y="296119"/>
                  <a:pt x="299808" y="284295"/>
                  <a:pt x="304143" y="275114"/>
                </a:cubicBezTo>
                <a:cubicBezTo>
                  <a:pt x="308477" y="265934"/>
                  <a:pt x="310468" y="254967"/>
                  <a:pt x="317270" y="247744"/>
                </a:cubicBezTo>
                <a:cubicBezTo>
                  <a:pt x="324072" y="240521"/>
                  <a:pt x="338386" y="239259"/>
                  <a:pt x="344953" y="231778"/>
                </a:cubicBezTo>
                <a:cubicBezTo>
                  <a:pt x="351520" y="224298"/>
                  <a:pt x="357994" y="216291"/>
                  <a:pt x="356670" y="202861"/>
                </a:cubicBezTo>
                <a:cubicBezTo>
                  <a:pt x="355345" y="189432"/>
                  <a:pt x="342900" y="167650"/>
                  <a:pt x="337006" y="151201"/>
                </a:cubicBezTo>
                <a:cubicBezTo>
                  <a:pt x="331112" y="134751"/>
                  <a:pt x="322300" y="116755"/>
                  <a:pt x="321304" y="104164"/>
                </a:cubicBezTo>
                <a:cubicBezTo>
                  <a:pt x="320308" y="91574"/>
                  <a:pt x="327563" y="85016"/>
                  <a:pt x="331030" y="75659"/>
                </a:cubicBezTo>
                <a:cubicBezTo>
                  <a:pt x="334496" y="66302"/>
                  <a:pt x="342285" y="59488"/>
                  <a:pt x="342104" y="48022"/>
                </a:cubicBezTo>
                <a:cubicBezTo>
                  <a:pt x="341922" y="36555"/>
                  <a:pt x="331969" y="13721"/>
                  <a:pt x="329942" y="6860"/>
                </a:cubicBezTo>
                <a:cubicBezTo>
                  <a:pt x="327915" y="0"/>
                  <a:pt x="336069" y="5145"/>
                  <a:pt x="329942" y="6860"/>
                </a:cubicBezTo>
                <a:cubicBezTo>
                  <a:pt x="323814" y="8576"/>
                  <a:pt x="305667" y="14095"/>
                  <a:pt x="293177" y="17153"/>
                </a:cubicBezTo>
                <a:cubicBezTo>
                  <a:pt x="280686" y="20211"/>
                  <a:pt x="267395" y="22579"/>
                  <a:pt x="255000" y="25209"/>
                </a:cubicBezTo>
                <a:cubicBezTo>
                  <a:pt x="242604" y="27840"/>
                  <a:pt x="230159" y="30092"/>
                  <a:pt x="218803" y="32935"/>
                </a:cubicBezTo>
                <a:cubicBezTo>
                  <a:pt x="207447" y="35777"/>
                  <a:pt x="197755" y="39537"/>
                  <a:pt x="186865" y="42265"/>
                </a:cubicBezTo>
                <a:cubicBezTo>
                  <a:pt x="175975" y="44993"/>
                  <a:pt x="164611" y="47174"/>
                  <a:pt x="153461" y="49303"/>
                </a:cubicBezTo>
                <a:cubicBezTo>
                  <a:pt x="142311" y="51432"/>
                  <a:pt x="128656" y="51317"/>
                  <a:pt x="119965" y="55038"/>
                </a:cubicBezTo>
                <a:cubicBezTo>
                  <a:pt x="111274" y="58760"/>
                  <a:pt x="103280" y="62555"/>
                  <a:pt x="101314" y="71631"/>
                </a:cubicBezTo>
                <a:cubicBezTo>
                  <a:pt x="99349" y="80707"/>
                  <a:pt x="103709" y="94775"/>
                  <a:pt x="108171" y="109496"/>
                </a:cubicBezTo>
                <a:cubicBezTo>
                  <a:pt x="112633" y="124218"/>
                  <a:pt x="123648" y="144790"/>
                  <a:pt x="128084" y="159960"/>
                </a:cubicBezTo>
                <a:cubicBezTo>
                  <a:pt x="132521" y="175130"/>
                  <a:pt x="136794" y="190757"/>
                  <a:pt x="134792" y="200519"/>
                </a:cubicBezTo>
                <a:cubicBezTo>
                  <a:pt x="132790" y="210281"/>
                  <a:pt x="124587" y="214782"/>
                  <a:pt x="116072" y="218532"/>
                </a:cubicBezTo>
                <a:cubicBezTo>
                  <a:pt x="107557" y="222282"/>
                  <a:pt x="93863" y="221085"/>
                  <a:pt x="83701" y="223018"/>
                </a:cubicBezTo>
                <a:cubicBezTo>
                  <a:pt x="73540" y="224952"/>
                  <a:pt x="63304" y="226545"/>
                  <a:pt x="55102" y="230133"/>
                </a:cubicBezTo>
                <a:cubicBezTo>
                  <a:pt x="46899" y="233720"/>
                  <a:pt x="40813" y="239227"/>
                  <a:pt x="34485" y="244541"/>
                </a:cubicBezTo>
                <a:cubicBezTo>
                  <a:pt x="28158" y="249856"/>
                  <a:pt x="22208" y="255427"/>
                  <a:pt x="17136" y="262019"/>
                </a:cubicBezTo>
                <a:cubicBezTo>
                  <a:pt x="12063" y="268611"/>
                  <a:pt x="6623" y="274644"/>
                  <a:pt x="4051" y="284094"/>
                </a:cubicBezTo>
                <a:cubicBezTo>
                  <a:pt x="1478" y="293544"/>
                  <a:pt x="0" y="304042"/>
                  <a:pt x="1702" y="318717"/>
                </a:cubicBezTo>
                <a:cubicBezTo>
                  <a:pt x="3405" y="333392"/>
                  <a:pt x="12171" y="363238"/>
                  <a:pt x="14264" y="372142"/>
                </a:cubicBezTo>
                <a:cubicBezTo>
                  <a:pt x="16358" y="381046"/>
                  <a:pt x="8128" y="371506"/>
                  <a:pt x="14264" y="372142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80"/>
                </a:srgbClr>
              </a:gs>
              <a:gs pos="18000">
                <a:srgbClr val="767676">
                  <a:alpha val="4357"/>
                </a:srgbClr>
              </a:gs>
              <a:gs pos="48000">
                <a:srgbClr val="767676">
                  <a:alpha val="7028"/>
                </a:srgbClr>
              </a:gs>
              <a:gs pos="78000">
                <a:srgbClr val="767676">
                  <a:alpha val="5270"/>
                </a:srgbClr>
              </a:gs>
              <a:gs pos="100000">
                <a:srgbClr val="767676">
                  <a:alpha val="316"/>
                </a:srgbClr>
              </a:gs>
            </a:gsLst>
            <a:lin ang="18650179" scaled="0"/>
          </a:gradFill>
          <a:ln w="0">
            <a:noFill/>
            <a:prstDash val="solid"/>
          </a:ln>
        </p:spPr>
      </p:sp>
      <p:sp>
        <p:nvSpPr>
          <p:cNvPr id="1150" name="PANEL_D-intermittent-gas-core-3-feather-2_105">
            <a:extLst>
              <a:ext uri="{FF2B5EF4-FFF2-40B4-BE49-F238E27FC236}">
                <a16:creationId xmlns:a16="http://schemas.microsoft.com/office/drawing/2014/main" id="{409CFA12-5A68-49E3-9620-4F03522A4708}"/>
              </a:ext>
            </a:extLst>
          </p:cNvPr>
          <p:cNvSpPr>
            <a:spLocks/>
          </p:cNvSpPr>
          <p:nvPr/>
        </p:nvSpPr>
        <p:spPr>
          <a:xfrm>
            <a:off x="15010065" y="5078738"/>
            <a:ext cx="310327" cy="360581"/>
          </a:xfrm>
          <a:custGeom>
            <a:pathLst>
              <a:path w="325803" h="378563">
                <a:moveTo>
                  <a:pt x="4975" y="371210"/>
                </a:moveTo>
                <a:cubicBezTo>
                  <a:pt x="9918" y="370463"/>
                  <a:pt x="24566" y="368276"/>
                  <a:pt x="34632" y="366725"/>
                </a:cubicBezTo>
                <a:cubicBezTo>
                  <a:pt x="44699" y="365174"/>
                  <a:pt x="54378" y="362868"/>
                  <a:pt x="65375" y="361904"/>
                </a:cubicBezTo>
                <a:cubicBezTo>
                  <a:pt x="76373" y="360940"/>
                  <a:pt x="87079" y="359633"/>
                  <a:pt x="100617" y="360939"/>
                </a:cubicBezTo>
                <a:cubicBezTo>
                  <a:pt x="114155" y="362245"/>
                  <a:pt x="132105" y="367984"/>
                  <a:pt x="146604" y="369739"/>
                </a:cubicBezTo>
                <a:cubicBezTo>
                  <a:pt x="161103" y="371495"/>
                  <a:pt x="178076" y="375156"/>
                  <a:pt x="187610" y="371472"/>
                </a:cubicBezTo>
                <a:cubicBezTo>
                  <a:pt x="197144" y="367789"/>
                  <a:pt x="200129" y="357202"/>
                  <a:pt x="203811" y="347638"/>
                </a:cubicBezTo>
                <a:cubicBezTo>
                  <a:pt x="207493" y="338074"/>
                  <a:pt x="205425" y="323067"/>
                  <a:pt x="209701" y="314089"/>
                </a:cubicBezTo>
                <a:cubicBezTo>
                  <a:pt x="213976" y="305110"/>
                  <a:pt x="222147" y="299941"/>
                  <a:pt x="229464" y="293769"/>
                </a:cubicBezTo>
                <a:cubicBezTo>
                  <a:pt x="236780" y="287596"/>
                  <a:pt x="247710" y="284551"/>
                  <a:pt x="253601" y="277056"/>
                </a:cubicBezTo>
                <a:cubicBezTo>
                  <a:pt x="259492" y="269560"/>
                  <a:pt x="261125" y="258219"/>
                  <a:pt x="264811" y="248793"/>
                </a:cubicBezTo>
                <a:cubicBezTo>
                  <a:pt x="268496" y="239367"/>
                  <a:pt x="270322" y="228531"/>
                  <a:pt x="275715" y="220499"/>
                </a:cubicBezTo>
                <a:cubicBezTo>
                  <a:pt x="281107" y="212468"/>
                  <a:pt x="291654" y="208560"/>
                  <a:pt x="297165" y="200604"/>
                </a:cubicBezTo>
                <a:cubicBezTo>
                  <a:pt x="302677" y="192648"/>
                  <a:pt x="308272" y="184476"/>
                  <a:pt x="308784" y="172764"/>
                </a:cubicBezTo>
                <a:cubicBezTo>
                  <a:pt x="309297" y="161052"/>
                  <a:pt x="302407" y="143802"/>
                  <a:pt x="300241" y="130333"/>
                </a:cubicBezTo>
                <a:cubicBezTo>
                  <a:pt x="298074" y="116865"/>
                  <a:pt x="294227" y="102565"/>
                  <a:pt x="295783" y="91953"/>
                </a:cubicBezTo>
                <a:cubicBezTo>
                  <a:pt x="297339" y="81340"/>
                  <a:pt x="304882" y="75066"/>
                  <a:pt x="309578" y="66657"/>
                </a:cubicBezTo>
                <a:cubicBezTo>
                  <a:pt x="314274" y="58249"/>
                  <a:pt x="322111" y="51623"/>
                  <a:pt x="323957" y="41502"/>
                </a:cubicBezTo>
                <a:cubicBezTo>
                  <a:pt x="325803" y="31380"/>
                  <a:pt x="321204" y="11858"/>
                  <a:pt x="320653" y="5929"/>
                </a:cubicBezTo>
                <a:cubicBezTo>
                  <a:pt x="320102" y="0"/>
                  <a:pt x="325748" y="3562"/>
                  <a:pt x="320653" y="5929"/>
                </a:cubicBezTo>
                <a:cubicBezTo>
                  <a:pt x="315558" y="8296"/>
                  <a:pt x="300703" y="15831"/>
                  <a:pt x="290084" y="20131"/>
                </a:cubicBezTo>
                <a:cubicBezTo>
                  <a:pt x="279466" y="24431"/>
                  <a:pt x="267819" y="27979"/>
                  <a:pt x="256942" y="31730"/>
                </a:cubicBezTo>
                <a:cubicBezTo>
                  <a:pt x="246065" y="35482"/>
                  <a:pt x="234928" y="38776"/>
                  <a:pt x="224821" y="42640"/>
                </a:cubicBezTo>
                <a:cubicBezTo>
                  <a:pt x="214713" y="46504"/>
                  <a:pt x="205750" y="50947"/>
                  <a:pt x="196297" y="54916"/>
                </a:cubicBezTo>
                <a:cubicBezTo>
                  <a:pt x="186844" y="58885"/>
                  <a:pt x="177250" y="62566"/>
                  <a:pt x="168102" y="66454"/>
                </a:cubicBezTo>
                <a:cubicBezTo>
                  <a:pt x="158953" y="70342"/>
                  <a:pt x="148387" y="72892"/>
                  <a:pt x="141404" y="78246"/>
                </a:cubicBezTo>
                <a:cubicBezTo>
                  <a:pt x="134422" y="83599"/>
                  <a:pt x="128251" y="89260"/>
                  <a:pt x="126207" y="98575"/>
                </a:cubicBezTo>
                <a:cubicBezTo>
                  <a:pt x="124163" y="107890"/>
                  <a:pt x="126734" y="120872"/>
                  <a:pt x="129138" y="134134"/>
                </a:cubicBezTo>
                <a:cubicBezTo>
                  <a:pt x="131542" y="147396"/>
                  <a:pt x="138539" y="164793"/>
                  <a:pt x="140632" y="178147"/>
                </a:cubicBezTo>
                <a:cubicBezTo>
                  <a:pt x="142726" y="191501"/>
                  <a:pt x="144565" y="205082"/>
                  <a:pt x="141698" y="214259"/>
                </a:cubicBezTo>
                <a:cubicBezTo>
                  <a:pt x="138831" y="223435"/>
                  <a:pt x="131372" y="228728"/>
                  <a:pt x="123431" y="233208"/>
                </a:cubicBezTo>
                <a:cubicBezTo>
                  <a:pt x="115489" y="237688"/>
                  <a:pt x="103594" y="238404"/>
                  <a:pt x="94047" y="241137"/>
                </a:cubicBezTo>
                <a:cubicBezTo>
                  <a:pt x="84500" y="243871"/>
                  <a:pt x="74581" y="246032"/>
                  <a:pt x="66150" y="249607"/>
                </a:cubicBezTo>
                <a:cubicBezTo>
                  <a:pt x="57719" y="253181"/>
                  <a:pt x="50562" y="257855"/>
                  <a:pt x="43459" y="262583"/>
                </a:cubicBezTo>
                <a:cubicBezTo>
                  <a:pt x="36357" y="267311"/>
                  <a:pt x="29504" y="272149"/>
                  <a:pt x="23535" y="277973"/>
                </a:cubicBezTo>
                <a:cubicBezTo>
                  <a:pt x="17566" y="283798"/>
                  <a:pt x="11496" y="289345"/>
                  <a:pt x="7648" y="297532"/>
                </a:cubicBezTo>
                <a:cubicBezTo>
                  <a:pt x="3799" y="305719"/>
                  <a:pt x="891" y="314816"/>
                  <a:pt x="445" y="327096"/>
                </a:cubicBezTo>
                <a:cubicBezTo>
                  <a:pt x="0" y="339376"/>
                  <a:pt x="4220" y="363858"/>
                  <a:pt x="4975" y="371210"/>
                </a:cubicBezTo>
                <a:cubicBezTo>
                  <a:pt x="5731" y="378563"/>
                  <a:pt x="33" y="371958"/>
                  <a:pt x="4975" y="371210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60"/>
                </a:srgbClr>
              </a:gs>
              <a:gs pos="18000">
                <a:srgbClr val="767676">
                  <a:alpha val="5591"/>
                </a:srgbClr>
              </a:gs>
              <a:gs pos="48000">
                <a:srgbClr val="767676">
                  <a:alpha val="9018"/>
                </a:srgbClr>
              </a:gs>
              <a:gs pos="78000">
                <a:srgbClr val="767676">
                  <a:alpha val="6764"/>
                </a:srgbClr>
              </a:gs>
              <a:gs pos="100000">
                <a:srgbClr val="767676">
                  <a:alpha val="406"/>
                </a:srgbClr>
              </a:gs>
            </a:gsLst>
            <a:lin ang="18650179" scaled="0"/>
          </a:gradFill>
          <a:ln w="0">
            <a:noFill/>
            <a:prstDash val="solid"/>
          </a:ln>
        </p:spPr>
      </p:sp>
      <p:sp>
        <p:nvSpPr>
          <p:cNvPr id="1151" name="PANEL_D-intermittent-gas-core-3-feather-3_106">
            <a:extLst>
              <a:ext uri="{FF2B5EF4-FFF2-40B4-BE49-F238E27FC236}">
                <a16:creationId xmlns:a16="http://schemas.microsoft.com/office/drawing/2014/main" id="{A035F4EA-39C6-4827-8DC8-B4ACD0791332}"/>
              </a:ext>
            </a:extLst>
          </p:cNvPr>
          <p:cNvSpPr>
            <a:spLocks/>
          </p:cNvSpPr>
          <p:nvPr/>
        </p:nvSpPr>
        <p:spPr>
          <a:xfrm>
            <a:off x="15011233" y="5079625"/>
            <a:ext cx="308123" cy="358216"/>
          </a:xfrm>
          <a:custGeom>
            <a:pathLst>
              <a:path w="323488" h="376080">
                <a:moveTo>
                  <a:pt x="3749" y="370279"/>
                </a:moveTo>
                <a:cubicBezTo>
                  <a:pt x="7498" y="368148"/>
                  <a:pt x="18305" y="361416"/>
                  <a:pt x="26244" y="357491"/>
                </a:cubicBezTo>
                <a:cubicBezTo>
                  <a:pt x="34182" y="353567"/>
                  <a:pt x="42282" y="349644"/>
                  <a:pt x="51378" y="346732"/>
                </a:cubicBezTo>
                <a:cubicBezTo>
                  <a:pt x="60474" y="343820"/>
                  <a:pt x="69750" y="341116"/>
                  <a:pt x="80820" y="340020"/>
                </a:cubicBezTo>
                <a:cubicBezTo>
                  <a:pt x="91890" y="338924"/>
                  <a:pt x="105812" y="340695"/>
                  <a:pt x="117799" y="340156"/>
                </a:cubicBezTo>
                <a:cubicBezTo>
                  <a:pt x="129785" y="339617"/>
                  <a:pt x="143466" y="340406"/>
                  <a:pt x="152739" y="336784"/>
                </a:cubicBezTo>
                <a:cubicBezTo>
                  <a:pt x="162012" y="333162"/>
                  <a:pt x="167762" y="325752"/>
                  <a:pt x="173435" y="318424"/>
                </a:cubicBezTo>
                <a:cubicBezTo>
                  <a:pt x="179108" y="311096"/>
                  <a:pt x="181448" y="300526"/>
                  <a:pt x="186779" y="292818"/>
                </a:cubicBezTo>
                <a:cubicBezTo>
                  <a:pt x="192111" y="285109"/>
                  <a:pt x="199221" y="279093"/>
                  <a:pt x="205425" y="272171"/>
                </a:cubicBezTo>
                <a:cubicBezTo>
                  <a:pt x="211629" y="265248"/>
                  <a:pt x="219317" y="259567"/>
                  <a:pt x="224003" y="251284"/>
                </a:cubicBezTo>
                <a:cubicBezTo>
                  <a:pt x="228689" y="243001"/>
                  <a:pt x="230505" y="232143"/>
                  <a:pt x="233541" y="222472"/>
                </a:cubicBezTo>
                <a:cubicBezTo>
                  <a:pt x="236578" y="212800"/>
                  <a:pt x="238239" y="202095"/>
                  <a:pt x="242222" y="193254"/>
                </a:cubicBezTo>
                <a:cubicBezTo>
                  <a:pt x="246205" y="184414"/>
                  <a:pt x="252983" y="177861"/>
                  <a:pt x="257440" y="169430"/>
                </a:cubicBezTo>
                <a:cubicBezTo>
                  <a:pt x="261897" y="160998"/>
                  <a:pt x="266612" y="152660"/>
                  <a:pt x="268962" y="142666"/>
                </a:cubicBezTo>
                <a:cubicBezTo>
                  <a:pt x="271311" y="132672"/>
                  <a:pt x="269977" y="119954"/>
                  <a:pt x="271538" y="109466"/>
                </a:cubicBezTo>
                <a:cubicBezTo>
                  <a:pt x="273098" y="98979"/>
                  <a:pt x="274216" y="88376"/>
                  <a:pt x="278324" y="79741"/>
                </a:cubicBezTo>
                <a:cubicBezTo>
                  <a:pt x="282433" y="71106"/>
                  <a:pt x="290264" y="65115"/>
                  <a:pt x="296189" y="57655"/>
                </a:cubicBezTo>
                <a:cubicBezTo>
                  <a:pt x="302114" y="50195"/>
                  <a:pt x="310000" y="43758"/>
                  <a:pt x="313873" y="34982"/>
                </a:cubicBezTo>
                <a:cubicBezTo>
                  <a:pt x="317746" y="26206"/>
                  <a:pt x="318501" y="9995"/>
                  <a:pt x="319426" y="4997"/>
                </a:cubicBezTo>
                <a:cubicBezTo>
                  <a:pt x="320352" y="0"/>
                  <a:pt x="323488" y="1979"/>
                  <a:pt x="319426" y="4997"/>
                </a:cubicBezTo>
                <a:cubicBezTo>
                  <a:pt x="315364" y="8016"/>
                  <a:pt x="303801" y="17567"/>
                  <a:pt x="295055" y="23109"/>
                </a:cubicBezTo>
                <a:cubicBezTo>
                  <a:pt x="286308" y="28652"/>
                  <a:pt x="276306" y="33379"/>
                  <a:pt x="266947" y="38251"/>
                </a:cubicBezTo>
                <a:cubicBezTo>
                  <a:pt x="257588" y="43124"/>
                  <a:pt x="247760" y="47459"/>
                  <a:pt x="238901" y="52345"/>
                </a:cubicBezTo>
                <a:cubicBezTo>
                  <a:pt x="230042" y="57231"/>
                  <a:pt x="221807" y="62358"/>
                  <a:pt x="213791" y="67568"/>
                </a:cubicBezTo>
                <a:cubicBezTo>
                  <a:pt x="205775" y="72778"/>
                  <a:pt x="197952" y="77958"/>
                  <a:pt x="190805" y="83605"/>
                </a:cubicBezTo>
                <a:cubicBezTo>
                  <a:pt x="183657" y="89253"/>
                  <a:pt x="176180" y="94467"/>
                  <a:pt x="170906" y="101453"/>
                </a:cubicBezTo>
                <a:cubicBezTo>
                  <a:pt x="165632" y="108438"/>
                  <a:pt x="161285" y="115965"/>
                  <a:pt x="159162" y="125519"/>
                </a:cubicBezTo>
                <a:cubicBezTo>
                  <a:pt x="157039" y="135072"/>
                  <a:pt x="157821" y="146970"/>
                  <a:pt x="158168" y="158773"/>
                </a:cubicBezTo>
                <a:cubicBezTo>
                  <a:pt x="158514" y="170575"/>
                  <a:pt x="161493" y="184797"/>
                  <a:pt x="161243" y="196335"/>
                </a:cubicBezTo>
                <a:cubicBezTo>
                  <a:pt x="160992" y="207873"/>
                  <a:pt x="160398" y="219407"/>
                  <a:pt x="156666" y="227999"/>
                </a:cubicBezTo>
                <a:cubicBezTo>
                  <a:pt x="152934" y="236590"/>
                  <a:pt x="146220" y="242674"/>
                  <a:pt x="138851" y="247884"/>
                </a:cubicBezTo>
                <a:cubicBezTo>
                  <a:pt x="131483" y="253094"/>
                  <a:pt x="121387" y="255724"/>
                  <a:pt x="112455" y="259257"/>
                </a:cubicBezTo>
                <a:cubicBezTo>
                  <a:pt x="103523" y="262790"/>
                  <a:pt x="93921" y="265519"/>
                  <a:pt x="85261" y="269081"/>
                </a:cubicBezTo>
                <a:cubicBezTo>
                  <a:pt x="76601" y="272642"/>
                  <a:pt x="68373" y="276484"/>
                  <a:pt x="60496" y="280625"/>
                </a:cubicBezTo>
                <a:cubicBezTo>
                  <a:pt x="52619" y="284766"/>
                  <a:pt x="44862" y="288870"/>
                  <a:pt x="37997" y="293928"/>
                </a:cubicBezTo>
                <a:cubicBezTo>
                  <a:pt x="31132" y="298985"/>
                  <a:pt x="24432" y="304045"/>
                  <a:pt x="19307" y="310970"/>
                </a:cubicBezTo>
                <a:cubicBezTo>
                  <a:pt x="14183" y="317895"/>
                  <a:pt x="9844" y="325590"/>
                  <a:pt x="7251" y="335475"/>
                </a:cubicBezTo>
                <a:cubicBezTo>
                  <a:pt x="4658" y="345360"/>
                  <a:pt x="4333" y="364478"/>
                  <a:pt x="3749" y="370279"/>
                </a:cubicBezTo>
                <a:cubicBezTo>
                  <a:pt x="3165" y="376080"/>
                  <a:pt x="0" y="372410"/>
                  <a:pt x="3749" y="370279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422"/>
                </a:srgbClr>
              </a:gs>
              <a:gs pos="18000">
                <a:srgbClr val="767676">
                  <a:alpha val="6535"/>
                </a:srgbClr>
              </a:gs>
              <a:gs pos="48000">
                <a:srgbClr val="767676">
                  <a:alpha val="10542"/>
                </a:srgbClr>
              </a:gs>
              <a:gs pos="78000">
                <a:srgbClr val="767676">
                  <a:alpha val="7905"/>
                </a:srgbClr>
              </a:gs>
              <a:gs pos="100000">
                <a:srgbClr val="767676">
                  <a:alpha val="474"/>
                </a:srgbClr>
              </a:gs>
            </a:gsLst>
            <a:lin ang="18650179" scaled="0"/>
          </a:gradFill>
          <a:ln w="0">
            <a:noFill/>
            <a:prstDash val="solid"/>
          </a:ln>
        </p:spPr>
      </p:sp>
      <p:sp>
        <p:nvSpPr>
          <p:cNvPr id="1152" name="PANEL_D-intermittent-gas-wisp-3-feather-0_107">
            <a:extLst>
              <a:ext uri="{FF2B5EF4-FFF2-40B4-BE49-F238E27FC236}">
                <a16:creationId xmlns:a16="http://schemas.microsoft.com/office/drawing/2014/main" id="{775CDDC0-8AB4-4732-A196-48ADECCE2E91}"/>
              </a:ext>
            </a:extLst>
          </p:cNvPr>
          <p:cNvSpPr>
            <a:spLocks/>
          </p:cNvSpPr>
          <p:nvPr/>
        </p:nvSpPr>
        <p:spPr>
          <a:xfrm>
            <a:off x="15000375" y="4972911"/>
            <a:ext cx="210881" cy="246393"/>
          </a:xfrm>
          <a:custGeom>
            <a:pathLst>
              <a:path w="221397" h="258680">
                <a:moveTo>
                  <a:pt x="4094" y="254278"/>
                </a:moveTo>
                <a:cubicBezTo>
                  <a:pt x="8188" y="254055"/>
                  <a:pt x="22214" y="254901"/>
                  <a:pt x="28660" y="252938"/>
                </a:cubicBezTo>
                <a:cubicBezTo>
                  <a:pt x="35105" y="250976"/>
                  <a:pt x="37785" y="245752"/>
                  <a:pt x="42766" y="242504"/>
                </a:cubicBezTo>
                <a:cubicBezTo>
                  <a:pt x="47746" y="239255"/>
                  <a:pt x="50848" y="234383"/>
                  <a:pt x="58540" y="233447"/>
                </a:cubicBezTo>
                <a:cubicBezTo>
                  <a:pt x="66232" y="232511"/>
                  <a:pt x="78145" y="235347"/>
                  <a:pt x="88919" y="236889"/>
                </a:cubicBezTo>
                <a:cubicBezTo>
                  <a:pt x="99694" y="238430"/>
                  <a:pt x="114497" y="243209"/>
                  <a:pt x="123187" y="242695"/>
                </a:cubicBezTo>
                <a:cubicBezTo>
                  <a:pt x="131876" y="242182"/>
                  <a:pt x="136816" y="238222"/>
                  <a:pt x="141057" y="233808"/>
                </a:cubicBezTo>
                <a:cubicBezTo>
                  <a:pt x="145298" y="229394"/>
                  <a:pt x="145160" y="221319"/>
                  <a:pt x="148635" y="216213"/>
                </a:cubicBezTo>
                <a:cubicBezTo>
                  <a:pt x="152110" y="211107"/>
                  <a:pt x="157830" y="207817"/>
                  <a:pt x="161907" y="203173"/>
                </a:cubicBezTo>
                <a:cubicBezTo>
                  <a:pt x="165984" y="198530"/>
                  <a:pt x="171239" y="194704"/>
                  <a:pt x="173097" y="188353"/>
                </a:cubicBezTo>
                <a:cubicBezTo>
                  <a:pt x="174955" y="182002"/>
                  <a:pt x="172073" y="172033"/>
                  <a:pt x="173055" y="165065"/>
                </a:cubicBezTo>
                <a:cubicBezTo>
                  <a:pt x="174038" y="158097"/>
                  <a:pt x="174215" y="150728"/>
                  <a:pt x="178991" y="146542"/>
                </a:cubicBezTo>
                <a:cubicBezTo>
                  <a:pt x="183766" y="142357"/>
                  <a:pt x="195007" y="142848"/>
                  <a:pt x="201707" y="139952"/>
                </a:cubicBezTo>
                <a:cubicBezTo>
                  <a:pt x="208408" y="137056"/>
                  <a:pt x="216987" y="135215"/>
                  <a:pt x="219192" y="129167"/>
                </a:cubicBezTo>
                <a:cubicBezTo>
                  <a:pt x="221397" y="123118"/>
                  <a:pt x="217404" y="112731"/>
                  <a:pt x="214936" y="103663"/>
                </a:cubicBezTo>
                <a:cubicBezTo>
                  <a:pt x="212469" y="94594"/>
                  <a:pt x="206666" y="83481"/>
                  <a:pt x="204387" y="74757"/>
                </a:cubicBezTo>
                <a:cubicBezTo>
                  <a:pt x="202108" y="66034"/>
                  <a:pt x="202165" y="58951"/>
                  <a:pt x="201262" y="51320"/>
                </a:cubicBezTo>
                <a:cubicBezTo>
                  <a:pt x="200358" y="43688"/>
                  <a:pt x="200142" y="36830"/>
                  <a:pt x="198966" y="28966"/>
                </a:cubicBezTo>
                <a:cubicBezTo>
                  <a:pt x="197789" y="21103"/>
                  <a:pt x="194999" y="8276"/>
                  <a:pt x="194205" y="4138"/>
                </a:cubicBezTo>
                <a:cubicBezTo>
                  <a:pt x="193412" y="0"/>
                  <a:pt x="198548" y="3015"/>
                  <a:pt x="194205" y="4138"/>
                </a:cubicBezTo>
                <a:cubicBezTo>
                  <a:pt x="189863" y="5261"/>
                  <a:pt x="176738" y="8984"/>
                  <a:pt x="168151" y="10874"/>
                </a:cubicBezTo>
                <a:cubicBezTo>
                  <a:pt x="159564" y="12763"/>
                  <a:pt x="150379" y="13560"/>
                  <a:pt x="142683" y="15473"/>
                </a:cubicBezTo>
                <a:cubicBezTo>
                  <a:pt x="134986" y="17387"/>
                  <a:pt x="127536" y="19259"/>
                  <a:pt x="121974" y="22353"/>
                </a:cubicBezTo>
                <a:cubicBezTo>
                  <a:pt x="116411" y="25448"/>
                  <a:pt x="112940" y="29762"/>
                  <a:pt x="109307" y="34041"/>
                </a:cubicBezTo>
                <a:cubicBezTo>
                  <a:pt x="105674" y="38320"/>
                  <a:pt x="103222" y="43359"/>
                  <a:pt x="100175" y="48026"/>
                </a:cubicBezTo>
                <a:cubicBezTo>
                  <a:pt x="97128" y="52693"/>
                  <a:pt x="93517" y="56970"/>
                  <a:pt x="91026" y="62044"/>
                </a:cubicBezTo>
                <a:cubicBezTo>
                  <a:pt x="88535" y="67118"/>
                  <a:pt x="86152" y="72219"/>
                  <a:pt x="85229" y="78471"/>
                </a:cubicBezTo>
                <a:cubicBezTo>
                  <a:pt x="84306" y="84722"/>
                  <a:pt x="85560" y="92566"/>
                  <a:pt x="85487" y="99553"/>
                </a:cubicBezTo>
                <a:cubicBezTo>
                  <a:pt x="85414" y="106539"/>
                  <a:pt x="87039" y="114967"/>
                  <a:pt x="84790" y="120388"/>
                </a:cubicBezTo>
                <a:cubicBezTo>
                  <a:pt x="82541" y="125808"/>
                  <a:pt x="78423" y="129968"/>
                  <a:pt x="71993" y="132077"/>
                </a:cubicBezTo>
                <a:cubicBezTo>
                  <a:pt x="65562" y="134186"/>
                  <a:pt x="54899" y="132934"/>
                  <a:pt x="46207" y="133042"/>
                </a:cubicBezTo>
                <a:cubicBezTo>
                  <a:pt x="37515" y="133150"/>
                  <a:pt x="26691" y="131287"/>
                  <a:pt x="19841" y="132725"/>
                </a:cubicBezTo>
                <a:cubicBezTo>
                  <a:pt x="12991" y="134162"/>
                  <a:pt x="8070" y="136998"/>
                  <a:pt x="5108" y="141667"/>
                </a:cubicBezTo>
                <a:cubicBezTo>
                  <a:pt x="2145" y="146336"/>
                  <a:pt x="2468" y="153808"/>
                  <a:pt x="2068" y="160737"/>
                </a:cubicBezTo>
                <a:cubicBezTo>
                  <a:pt x="1667" y="167667"/>
                  <a:pt x="2666" y="175837"/>
                  <a:pt x="2702" y="183244"/>
                </a:cubicBezTo>
                <a:cubicBezTo>
                  <a:pt x="2739" y="190651"/>
                  <a:pt x="2384" y="197745"/>
                  <a:pt x="2285" y="205182"/>
                </a:cubicBezTo>
                <a:cubicBezTo>
                  <a:pt x="2187" y="212619"/>
                  <a:pt x="1811" y="219685"/>
                  <a:pt x="2112" y="227868"/>
                </a:cubicBezTo>
                <a:cubicBezTo>
                  <a:pt x="2414" y="236051"/>
                  <a:pt x="3764" y="249876"/>
                  <a:pt x="4094" y="254278"/>
                </a:cubicBezTo>
                <a:cubicBezTo>
                  <a:pt x="4425" y="258680"/>
                  <a:pt x="0" y="254502"/>
                  <a:pt x="4094" y="254278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26"/>
                </a:srgbClr>
              </a:gs>
              <a:gs pos="18000">
                <a:srgbClr val="919191">
                  <a:alpha val="1960"/>
                </a:srgbClr>
              </a:gs>
              <a:gs pos="48000">
                <a:srgbClr val="919191">
                  <a:alpha val="3162"/>
                </a:srgbClr>
              </a:gs>
              <a:gs pos="78000">
                <a:srgbClr val="919191">
                  <a:alpha val="2372"/>
                </a:srgbClr>
              </a:gs>
              <a:gs pos="100000">
                <a:srgbClr val="919191">
                  <a:alpha val="143"/>
                </a:srgbClr>
              </a:gs>
            </a:gsLst>
            <a:lin ang="18431453" scaled="0"/>
          </a:gradFill>
          <a:ln w="0">
            <a:noFill/>
            <a:prstDash val="solid"/>
          </a:ln>
        </p:spPr>
      </p:sp>
      <p:sp>
        <p:nvSpPr>
          <p:cNvPr id="1153" name="PANEL_D-intermittent-gas-wisp-3-feather-1_108">
            <a:extLst>
              <a:ext uri="{FF2B5EF4-FFF2-40B4-BE49-F238E27FC236}">
                <a16:creationId xmlns:a16="http://schemas.microsoft.com/office/drawing/2014/main" id="{908C017D-A68A-4CBD-A129-02888CAFF071}"/>
              </a:ext>
            </a:extLst>
          </p:cNvPr>
          <p:cNvSpPr>
            <a:spLocks/>
          </p:cNvSpPr>
          <p:nvPr/>
        </p:nvSpPr>
        <p:spPr>
          <a:xfrm>
            <a:off x="15000872" y="4973277"/>
            <a:ext cx="195446" cy="245621"/>
          </a:xfrm>
          <a:custGeom>
            <a:pathLst>
              <a:path w="205193" h="257870">
                <a:moveTo>
                  <a:pt x="3572" y="253894"/>
                </a:moveTo>
                <a:cubicBezTo>
                  <a:pt x="7144" y="253177"/>
                  <a:pt x="19268" y="252212"/>
                  <a:pt x="25003" y="249594"/>
                </a:cubicBezTo>
                <a:cubicBezTo>
                  <a:pt x="30738" y="246977"/>
                  <a:pt x="33422" y="241793"/>
                  <a:pt x="37980" y="238189"/>
                </a:cubicBezTo>
                <a:cubicBezTo>
                  <a:pt x="42538" y="234585"/>
                  <a:pt x="45606" y="229703"/>
                  <a:pt x="52352" y="227969"/>
                </a:cubicBezTo>
                <a:cubicBezTo>
                  <a:pt x="59098" y="226236"/>
                  <a:pt x="69171" y="227480"/>
                  <a:pt x="78455" y="227787"/>
                </a:cubicBezTo>
                <a:cubicBezTo>
                  <a:pt x="87739" y="228095"/>
                  <a:pt x="100253" y="230994"/>
                  <a:pt x="108055" y="229812"/>
                </a:cubicBezTo>
                <a:cubicBezTo>
                  <a:pt x="115857" y="228629"/>
                  <a:pt x="120833" y="224843"/>
                  <a:pt x="125268" y="220692"/>
                </a:cubicBezTo>
                <a:cubicBezTo>
                  <a:pt x="129702" y="216542"/>
                  <a:pt x="130801" y="209598"/>
                  <a:pt x="134661" y="204907"/>
                </a:cubicBezTo>
                <a:cubicBezTo>
                  <a:pt x="138522" y="200216"/>
                  <a:pt x="144172" y="196955"/>
                  <a:pt x="148431" y="192547"/>
                </a:cubicBezTo>
                <a:cubicBezTo>
                  <a:pt x="152691" y="188139"/>
                  <a:pt x="157843" y="184331"/>
                  <a:pt x="160216" y="178457"/>
                </a:cubicBezTo>
                <a:cubicBezTo>
                  <a:pt x="162590" y="172584"/>
                  <a:pt x="161180" y="163812"/>
                  <a:pt x="162672" y="157304"/>
                </a:cubicBezTo>
                <a:cubicBezTo>
                  <a:pt x="164165" y="150796"/>
                  <a:pt x="164906" y="143880"/>
                  <a:pt x="169173" y="139410"/>
                </a:cubicBezTo>
                <a:cubicBezTo>
                  <a:pt x="173441" y="134940"/>
                  <a:pt x="182628" y="134026"/>
                  <a:pt x="188278" y="130483"/>
                </a:cubicBezTo>
                <a:cubicBezTo>
                  <a:pt x="193928" y="126939"/>
                  <a:pt x="200956" y="124159"/>
                  <a:pt x="203075" y="118150"/>
                </a:cubicBezTo>
                <a:cubicBezTo>
                  <a:pt x="205193" y="112142"/>
                  <a:pt x="202447" y="102737"/>
                  <a:pt x="200988" y="94429"/>
                </a:cubicBezTo>
                <a:cubicBezTo>
                  <a:pt x="199529" y="86122"/>
                  <a:pt x="195503" y="76252"/>
                  <a:pt x="194321" y="68305"/>
                </a:cubicBezTo>
                <a:cubicBezTo>
                  <a:pt x="193139" y="60358"/>
                  <a:pt x="193864" y="53753"/>
                  <a:pt x="193896" y="46748"/>
                </a:cubicBezTo>
                <a:cubicBezTo>
                  <a:pt x="193929" y="39743"/>
                  <a:pt x="194553" y="33443"/>
                  <a:pt x="194518" y="26277"/>
                </a:cubicBezTo>
                <a:cubicBezTo>
                  <a:pt x="194482" y="19112"/>
                  <a:pt x="193822" y="7508"/>
                  <a:pt x="193683" y="3754"/>
                </a:cubicBezTo>
                <a:cubicBezTo>
                  <a:pt x="193544" y="0"/>
                  <a:pt x="197550" y="2352"/>
                  <a:pt x="193683" y="3754"/>
                </a:cubicBezTo>
                <a:cubicBezTo>
                  <a:pt x="189816" y="5156"/>
                  <a:pt x="178062" y="9659"/>
                  <a:pt x="170483" y="12165"/>
                </a:cubicBezTo>
                <a:cubicBezTo>
                  <a:pt x="162903" y="14671"/>
                  <a:pt x="154945" y="16244"/>
                  <a:pt x="148205" y="18788"/>
                </a:cubicBezTo>
                <a:cubicBezTo>
                  <a:pt x="141464" y="21332"/>
                  <a:pt x="134974" y="23874"/>
                  <a:pt x="130039" y="27430"/>
                </a:cubicBezTo>
                <a:cubicBezTo>
                  <a:pt x="125105" y="30986"/>
                  <a:pt x="121897" y="35552"/>
                  <a:pt x="118597" y="40124"/>
                </a:cubicBezTo>
                <a:cubicBezTo>
                  <a:pt x="115297" y="44696"/>
                  <a:pt x="113016" y="49929"/>
                  <a:pt x="110241" y="54861"/>
                </a:cubicBezTo>
                <a:cubicBezTo>
                  <a:pt x="107466" y="59792"/>
                  <a:pt x="104313" y="64472"/>
                  <a:pt x="101946" y="69715"/>
                </a:cubicBezTo>
                <a:cubicBezTo>
                  <a:pt x="99579" y="74957"/>
                  <a:pt x="97302" y="80232"/>
                  <a:pt x="96039" y="86314"/>
                </a:cubicBezTo>
                <a:cubicBezTo>
                  <a:pt x="94776" y="92396"/>
                  <a:pt x="95153" y="99682"/>
                  <a:pt x="94369" y="106204"/>
                </a:cubicBezTo>
                <a:cubicBezTo>
                  <a:pt x="93586" y="112726"/>
                  <a:pt x="94016" y="120297"/>
                  <a:pt x="91337" y="125444"/>
                </a:cubicBezTo>
                <a:cubicBezTo>
                  <a:pt x="88659" y="130592"/>
                  <a:pt x="84393" y="134660"/>
                  <a:pt x="78298" y="137091"/>
                </a:cubicBezTo>
                <a:cubicBezTo>
                  <a:pt x="72203" y="139523"/>
                  <a:pt x="62698" y="139241"/>
                  <a:pt x="54768" y="140034"/>
                </a:cubicBezTo>
                <a:cubicBezTo>
                  <a:pt x="46838" y="140826"/>
                  <a:pt x="37188" y="140018"/>
                  <a:pt x="30719" y="141847"/>
                </a:cubicBezTo>
                <a:cubicBezTo>
                  <a:pt x="24250" y="143677"/>
                  <a:pt x="19288" y="146586"/>
                  <a:pt x="15954" y="151009"/>
                </a:cubicBezTo>
                <a:cubicBezTo>
                  <a:pt x="12619" y="155433"/>
                  <a:pt x="11903" y="162089"/>
                  <a:pt x="10711" y="168389"/>
                </a:cubicBezTo>
                <a:cubicBezTo>
                  <a:pt x="9518" y="174689"/>
                  <a:pt x="9516" y="182029"/>
                  <a:pt x="8798" y="188811"/>
                </a:cubicBezTo>
                <a:cubicBezTo>
                  <a:pt x="8081" y="195592"/>
                  <a:pt x="7156" y="202207"/>
                  <a:pt x="6406" y="209078"/>
                </a:cubicBezTo>
                <a:cubicBezTo>
                  <a:pt x="5655" y="215950"/>
                  <a:pt x="4768" y="222570"/>
                  <a:pt x="4296" y="230039"/>
                </a:cubicBezTo>
                <a:cubicBezTo>
                  <a:pt x="3824" y="237509"/>
                  <a:pt x="3693" y="249918"/>
                  <a:pt x="3572" y="253894"/>
                </a:cubicBezTo>
                <a:cubicBezTo>
                  <a:pt x="3451" y="257870"/>
                  <a:pt x="0" y="254611"/>
                  <a:pt x="3572" y="253894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68"/>
                </a:srgbClr>
              </a:gs>
              <a:gs pos="18000">
                <a:srgbClr val="767676">
                  <a:alpha val="2615"/>
                </a:srgbClr>
              </a:gs>
              <a:gs pos="48000">
                <a:srgbClr val="767676">
                  <a:alpha val="4216"/>
                </a:srgbClr>
              </a:gs>
              <a:gs pos="78000">
                <a:srgbClr val="767676">
                  <a:alpha val="3162"/>
                </a:srgbClr>
              </a:gs>
              <a:gs pos="100000">
                <a:srgbClr val="767676">
                  <a:alpha val="190"/>
                </a:srgbClr>
              </a:gs>
            </a:gsLst>
            <a:lin ang="18431453" scaled="0"/>
          </a:gradFill>
          <a:ln w="0">
            <a:noFill/>
            <a:prstDash val="solid"/>
          </a:ln>
        </p:spPr>
      </p:sp>
      <p:sp>
        <p:nvSpPr>
          <p:cNvPr id="1154" name="PANEL_D-intermittent-gas-wisp-3-feather-2_109">
            <a:extLst>
              <a:ext uri="{FF2B5EF4-FFF2-40B4-BE49-F238E27FC236}">
                <a16:creationId xmlns:a16="http://schemas.microsoft.com/office/drawing/2014/main" id="{ADE40AB8-F803-40C9-AB22-8DD942C868E7}"/>
              </a:ext>
            </a:extLst>
          </p:cNvPr>
          <p:cNvSpPr>
            <a:spLocks/>
          </p:cNvSpPr>
          <p:nvPr/>
        </p:nvSpPr>
        <p:spPr>
          <a:xfrm>
            <a:off x="15001415" y="4973676"/>
            <a:ext cx="187129" cy="244779"/>
          </a:xfrm>
          <a:custGeom>
            <a:pathLst>
              <a:path w="196461" h="256986">
                <a:moveTo>
                  <a:pt x="3002" y="253475"/>
                </a:moveTo>
                <a:cubicBezTo>
                  <a:pt x="6004" y="252220"/>
                  <a:pt x="16054" y="249278"/>
                  <a:pt x="21014" y="245946"/>
                </a:cubicBezTo>
                <a:cubicBezTo>
                  <a:pt x="25974" y="242614"/>
                  <a:pt x="28662" y="237474"/>
                  <a:pt x="32760" y="233482"/>
                </a:cubicBezTo>
                <a:cubicBezTo>
                  <a:pt x="36858" y="229490"/>
                  <a:pt x="39888" y="224597"/>
                  <a:pt x="45601" y="221993"/>
                </a:cubicBezTo>
                <a:cubicBezTo>
                  <a:pt x="51315" y="219389"/>
                  <a:pt x="59382" y="218898"/>
                  <a:pt x="67039" y="217859"/>
                </a:cubicBezTo>
                <a:cubicBezTo>
                  <a:pt x="74697" y="216819"/>
                  <a:pt x="84714" y="217669"/>
                  <a:pt x="91548" y="215757"/>
                </a:cubicBezTo>
                <a:cubicBezTo>
                  <a:pt x="98382" y="213844"/>
                  <a:pt x="103398" y="210249"/>
                  <a:pt x="108043" y="206385"/>
                </a:cubicBezTo>
                <a:cubicBezTo>
                  <a:pt x="112688" y="202521"/>
                  <a:pt x="115137" y="196811"/>
                  <a:pt x="119418" y="192573"/>
                </a:cubicBezTo>
                <a:cubicBezTo>
                  <a:pt x="123699" y="188334"/>
                  <a:pt x="129273" y="185106"/>
                  <a:pt x="133731" y="180954"/>
                </a:cubicBezTo>
                <a:cubicBezTo>
                  <a:pt x="138188" y="176802"/>
                  <a:pt x="143229" y="173015"/>
                  <a:pt x="146165" y="167662"/>
                </a:cubicBezTo>
                <a:cubicBezTo>
                  <a:pt x="149101" y="162309"/>
                  <a:pt x="149296" y="154843"/>
                  <a:pt x="151346" y="148837"/>
                </a:cubicBezTo>
                <a:cubicBezTo>
                  <a:pt x="153395" y="142832"/>
                  <a:pt x="154750" y="136410"/>
                  <a:pt x="158463" y="131629"/>
                </a:cubicBezTo>
                <a:cubicBezTo>
                  <a:pt x="162177" y="126848"/>
                  <a:pt x="169123" y="124402"/>
                  <a:pt x="173628" y="120153"/>
                </a:cubicBezTo>
                <a:cubicBezTo>
                  <a:pt x="178132" y="115903"/>
                  <a:pt x="183468" y="112099"/>
                  <a:pt x="185492" y="106133"/>
                </a:cubicBezTo>
                <a:cubicBezTo>
                  <a:pt x="187516" y="100167"/>
                  <a:pt x="186130" y="91834"/>
                  <a:pt x="185771" y="84356"/>
                </a:cubicBezTo>
                <a:cubicBezTo>
                  <a:pt x="185413" y="76878"/>
                  <a:pt x="183326" y="68365"/>
                  <a:pt x="183341" y="61266"/>
                </a:cubicBezTo>
                <a:cubicBezTo>
                  <a:pt x="183356" y="54167"/>
                  <a:pt x="184807" y="48081"/>
                  <a:pt x="185861" y="41761"/>
                </a:cubicBezTo>
                <a:cubicBezTo>
                  <a:pt x="186915" y="35440"/>
                  <a:pt x="188457" y="29748"/>
                  <a:pt x="189666" y="23344"/>
                </a:cubicBezTo>
                <a:cubicBezTo>
                  <a:pt x="190874" y="16940"/>
                  <a:pt x="192539" y="6670"/>
                  <a:pt x="193113" y="3335"/>
                </a:cubicBezTo>
                <a:cubicBezTo>
                  <a:pt x="193688" y="0"/>
                  <a:pt x="196461" y="1628"/>
                  <a:pt x="193113" y="3335"/>
                </a:cubicBezTo>
                <a:cubicBezTo>
                  <a:pt x="189765" y="5041"/>
                  <a:pt x="179507" y="10396"/>
                  <a:pt x="173026" y="13574"/>
                </a:cubicBezTo>
                <a:cubicBezTo>
                  <a:pt x="166545" y="16752"/>
                  <a:pt x="159926" y="19171"/>
                  <a:pt x="154228" y="22404"/>
                </a:cubicBezTo>
                <a:cubicBezTo>
                  <a:pt x="148530" y="25636"/>
                  <a:pt x="143087" y="28908"/>
                  <a:pt x="138838" y="32968"/>
                </a:cubicBezTo>
                <a:cubicBezTo>
                  <a:pt x="134588" y="37027"/>
                  <a:pt x="131667" y="41869"/>
                  <a:pt x="128732" y="46760"/>
                </a:cubicBezTo>
                <a:cubicBezTo>
                  <a:pt x="125796" y="51652"/>
                  <a:pt x="123701" y="57096"/>
                  <a:pt x="121223" y="62317"/>
                </a:cubicBezTo>
                <a:cubicBezTo>
                  <a:pt x="118744" y="67537"/>
                  <a:pt x="116091" y="72657"/>
                  <a:pt x="113859" y="78082"/>
                </a:cubicBezTo>
                <a:cubicBezTo>
                  <a:pt x="111628" y="83508"/>
                  <a:pt x="109465" y="88974"/>
                  <a:pt x="107832" y="94870"/>
                </a:cubicBezTo>
                <a:cubicBezTo>
                  <a:pt x="106198" y="100767"/>
                  <a:pt x="105618" y="107445"/>
                  <a:pt x="104059" y="113461"/>
                </a:cubicBezTo>
                <a:cubicBezTo>
                  <a:pt x="102500" y="119476"/>
                  <a:pt x="101626" y="126111"/>
                  <a:pt x="98480" y="130961"/>
                </a:cubicBezTo>
                <a:cubicBezTo>
                  <a:pt x="95333" y="135811"/>
                  <a:pt x="90906" y="139779"/>
                  <a:pt x="85177" y="142562"/>
                </a:cubicBezTo>
                <a:cubicBezTo>
                  <a:pt x="79448" y="145345"/>
                  <a:pt x="71206" y="146121"/>
                  <a:pt x="64107" y="147661"/>
                </a:cubicBezTo>
                <a:cubicBezTo>
                  <a:pt x="57009" y="149200"/>
                  <a:pt x="48640" y="149543"/>
                  <a:pt x="42586" y="151800"/>
                </a:cubicBezTo>
                <a:cubicBezTo>
                  <a:pt x="36532" y="154056"/>
                  <a:pt x="31527" y="157045"/>
                  <a:pt x="27786" y="161202"/>
                </a:cubicBezTo>
                <a:cubicBezTo>
                  <a:pt x="24045" y="165358"/>
                  <a:pt x="22196" y="171123"/>
                  <a:pt x="20139" y="176737"/>
                </a:cubicBezTo>
                <a:cubicBezTo>
                  <a:pt x="18083" y="182351"/>
                  <a:pt x="16989" y="188785"/>
                  <a:pt x="15449" y="194883"/>
                </a:cubicBezTo>
                <a:cubicBezTo>
                  <a:pt x="13909" y="200982"/>
                  <a:pt x="12362" y="207074"/>
                  <a:pt x="10900" y="213328"/>
                </a:cubicBezTo>
                <a:cubicBezTo>
                  <a:pt x="9439" y="219583"/>
                  <a:pt x="7995" y="225717"/>
                  <a:pt x="6679" y="232408"/>
                </a:cubicBezTo>
                <a:cubicBezTo>
                  <a:pt x="5362" y="239099"/>
                  <a:pt x="3615" y="249964"/>
                  <a:pt x="3002" y="253475"/>
                </a:cubicBezTo>
                <a:cubicBezTo>
                  <a:pt x="2389" y="256986"/>
                  <a:pt x="0" y="254730"/>
                  <a:pt x="3002" y="253475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16"/>
                </a:srgbClr>
              </a:gs>
              <a:gs pos="18000">
                <a:srgbClr val="767676">
                  <a:alpha val="3354"/>
                </a:srgbClr>
              </a:gs>
              <a:gs pos="48000">
                <a:srgbClr val="767676">
                  <a:alpha val="5411"/>
                </a:srgbClr>
              </a:gs>
              <a:gs pos="78000">
                <a:srgbClr val="767676">
                  <a:alpha val="4058"/>
                </a:srgbClr>
              </a:gs>
              <a:gs pos="100000">
                <a:srgbClr val="767676">
                  <a:alpha val="243"/>
                </a:srgbClr>
              </a:gs>
            </a:gsLst>
            <a:lin ang="18431453" scaled="0"/>
          </a:gradFill>
          <a:ln w="0">
            <a:noFill/>
            <a:prstDash val="solid"/>
          </a:ln>
        </p:spPr>
      </p:sp>
      <p:sp>
        <p:nvSpPr>
          <p:cNvPr id="1155" name="PANEL_D-intermittent-gas-core-4-feather-0_110">
            <a:extLst>
              <a:ext uri="{FF2B5EF4-FFF2-40B4-BE49-F238E27FC236}">
                <a16:creationId xmlns:a16="http://schemas.microsoft.com/office/drawing/2014/main" id="{39BA9098-58EA-42E2-8E60-E87A3B635DFF}"/>
              </a:ext>
            </a:extLst>
          </p:cNvPr>
          <p:cNvSpPr>
            <a:spLocks/>
          </p:cNvSpPr>
          <p:nvPr/>
        </p:nvSpPr>
        <p:spPr>
          <a:xfrm>
            <a:off x="15161892" y="4500221"/>
            <a:ext cx="401833" cy="461430"/>
          </a:xfrm>
          <a:custGeom>
            <a:pathLst>
              <a:path w="421872" h="484441">
                <a:moveTo>
                  <a:pt x="191513" y="477214"/>
                </a:moveTo>
                <a:cubicBezTo>
                  <a:pt x="203151" y="476703"/>
                  <a:pt x="240300" y="476927"/>
                  <a:pt x="261340" y="474150"/>
                </a:cubicBezTo>
                <a:cubicBezTo>
                  <a:pt x="282380" y="471373"/>
                  <a:pt x="302152" y="466956"/>
                  <a:pt x="317752" y="460553"/>
                </a:cubicBezTo>
                <a:cubicBezTo>
                  <a:pt x="333352" y="454151"/>
                  <a:pt x="342779" y="444900"/>
                  <a:pt x="354940" y="435734"/>
                </a:cubicBezTo>
                <a:cubicBezTo>
                  <a:pt x="367101" y="426568"/>
                  <a:pt x="382381" y="417088"/>
                  <a:pt x="390719" y="405559"/>
                </a:cubicBezTo>
                <a:cubicBezTo>
                  <a:pt x="399057" y="394030"/>
                  <a:pt x="407992" y="380323"/>
                  <a:pt x="404968" y="366559"/>
                </a:cubicBezTo>
                <a:cubicBezTo>
                  <a:pt x="401944" y="352796"/>
                  <a:pt x="382463" y="336600"/>
                  <a:pt x="372576" y="322978"/>
                </a:cubicBezTo>
                <a:cubicBezTo>
                  <a:pt x="362688" y="309356"/>
                  <a:pt x="344918" y="297863"/>
                  <a:pt x="345643" y="284826"/>
                </a:cubicBezTo>
                <a:cubicBezTo>
                  <a:pt x="346369" y="271788"/>
                  <a:pt x="364998" y="259000"/>
                  <a:pt x="376928" y="244752"/>
                </a:cubicBezTo>
                <a:cubicBezTo>
                  <a:pt x="388858" y="230505"/>
                  <a:pt x="412579" y="213150"/>
                  <a:pt x="417225" y="199340"/>
                </a:cubicBezTo>
                <a:cubicBezTo>
                  <a:pt x="421872" y="185529"/>
                  <a:pt x="412711" y="172958"/>
                  <a:pt x="404807" y="161889"/>
                </a:cubicBezTo>
                <a:cubicBezTo>
                  <a:pt x="396903" y="150820"/>
                  <a:pt x="378676" y="142903"/>
                  <a:pt x="369803" y="132926"/>
                </a:cubicBezTo>
                <a:cubicBezTo>
                  <a:pt x="360930" y="122949"/>
                  <a:pt x="359491" y="111280"/>
                  <a:pt x="351567" y="102026"/>
                </a:cubicBezTo>
                <a:cubicBezTo>
                  <a:pt x="343643" y="92771"/>
                  <a:pt x="336062" y="83380"/>
                  <a:pt x="322260" y="77398"/>
                </a:cubicBezTo>
                <a:cubicBezTo>
                  <a:pt x="308457" y="71417"/>
                  <a:pt x="283336" y="70741"/>
                  <a:pt x="268751" y="66138"/>
                </a:cubicBezTo>
                <a:cubicBezTo>
                  <a:pt x="254167" y="61535"/>
                  <a:pt x="241227" y="57417"/>
                  <a:pt x="234754" y="49781"/>
                </a:cubicBezTo>
                <a:cubicBezTo>
                  <a:pt x="228281" y="42145"/>
                  <a:pt x="234592" y="28413"/>
                  <a:pt x="229914" y="20321"/>
                </a:cubicBezTo>
                <a:cubicBezTo>
                  <a:pt x="225235" y="12229"/>
                  <a:pt x="222502" y="2454"/>
                  <a:pt x="206682" y="1227"/>
                </a:cubicBezTo>
                <a:cubicBezTo>
                  <a:pt x="190862" y="0"/>
                  <a:pt x="146941" y="11005"/>
                  <a:pt x="134993" y="12961"/>
                </a:cubicBezTo>
                <a:cubicBezTo>
                  <a:pt x="123045" y="14916"/>
                  <a:pt x="137668" y="6532"/>
                  <a:pt x="134993" y="12961"/>
                </a:cubicBezTo>
                <a:cubicBezTo>
                  <a:pt x="132318" y="19389"/>
                  <a:pt x="122669" y="39899"/>
                  <a:pt x="118945" y="51531"/>
                </a:cubicBezTo>
                <a:cubicBezTo>
                  <a:pt x="115220" y="63162"/>
                  <a:pt x="113426" y="73208"/>
                  <a:pt x="112646" y="82750"/>
                </a:cubicBezTo>
                <a:cubicBezTo>
                  <a:pt x="111866" y="92292"/>
                  <a:pt x="113758" y="100199"/>
                  <a:pt x="114265" y="108782"/>
                </a:cubicBezTo>
                <a:cubicBezTo>
                  <a:pt x="114772" y="117366"/>
                  <a:pt x="118707" y="124484"/>
                  <a:pt x="115689" y="134252"/>
                </a:cubicBezTo>
                <a:cubicBezTo>
                  <a:pt x="112671" y="144020"/>
                  <a:pt x="106926" y="155326"/>
                  <a:pt x="96156" y="167391"/>
                </a:cubicBezTo>
                <a:cubicBezTo>
                  <a:pt x="85385" y="179457"/>
                  <a:pt x="65573" y="194682"/>
                  <a:pt x="51065" y="206647"/>
                </a:cubicBezTo>
                <a:cubicBezTo>
                  <a:pt x="36557" y="218611"/>
                  <a:pt x="16720" y="230822"/>
                  <a:pt x="9110" y="239179"/>
                </a:cubicBezTo>
                <a:cubicBezTo>
                  <a:pt x="1500" y="247537"/>
                  <a:pt x="0" y="252394"/>
                  <a:pt x="5406" y="256793"/>
                </a:cubicBezTo>
                <a:cubicBezTo>
                  <a:pt x="10812" y="261191"/>
                  <a:pt x="27985" y="262248"/>
                  <a:pt x="41546" y="265571"/>
                </a:cubicBezTo>
                <a:cubicBezTo>
                  <a:pt x="55108" y="268894"/>
                  <a:pt x="74113" y="272050"/>
                  <a:pt x="86772" y="276732"/>
                </a:cubicBezTo>
                <a:cubicBezTo>
                  <a:pt x="99432" y="281415"/>
                  <a:pt x="108903" y="287443"/>
                  <a:pt x="117502" y="293667"/>
                </a:cubicBezTo>
                <a:cubicBezTo>
                  <a:pt x="126101" y="299891"/>
                  <a:pt x="131326" y="306758"/>
                  <a:pt x="138365" y="314075"/>
                </a:cubicBezTo>
                <a:cubicBezTo>
                  <a:pt x="145405" y="321391"/>
                  <a:pt x="153925" y="329333"/>
                  <a:pt x="159741" y="337567"/>
                </a:cubicBezTo>
                <a:cubicBezTo>
                  <a:pt x="165556" y="345801"/>
                  <a:pt x="172108" y="355229"/>
                  <a:pt x="173258" y="363480"/>
                </a:cubicBezTo>
                <a:cubicBezTo>
                  <a:pt x="174408" y="371731"/>
                  <a:pt x="170469" y="379705"/>
                  <a:pt x="166639" y="387073"/>
                </a:cubicBezTo>
                <a:cubicBezTo>
                  <a:pt x="162810" y="394440"/>
                  <a:pt x="152846" y="399889"/>
                  <a:pt x="150282" y="407686"/>
                </a:cubicBezTo>
                <a:cubicBezTo>
                  <a:pt x="147719" y="415482"/>
                  <a:pt x="144384" y="422264"/>
                  <a:pt x="151256" y="433852"/>
                </a:cubicBezTo>
                <a:cubicBezTo>
                  <a:pt x="158128" y="445440"/>
                  <a:pt x="184803" y="469987"/>
                  <a:pt x="191513" y="477214"/>
                </a:cubicBezTo>
                <a:cubicBezTo>
                  <a:pt x="198222" y="484441"/>
                  <a:pt x="179875" y="477724"/>
                  <a:pt x="191513" y="477214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250"/>
                </a:srgbClr>
              </a:gs>
              <a:gs pos="18000">
                <a:srgbClr val="919191">
                  <a:alpha val="3884"/>
                </a:srgbClr>
              </a:gs>
              <a:gs pos="48000">
                <a:srgbClr val="919191">
                  <a:alpha val="6266"/>
                </a:srgbClr>
              </a:gs>
              <a:gs pos="78000">
                <a:srgbClr val="919191">
                  <a:alpha val="4700"/>
                </a:srgbClr>
              </a:gs>
              <a:gs pos="100000">
                <a:srgbClr val="919191">
                  <a:alpha val="282"/>
                </a:srgbClr>
              </a:gs>
            </a:gsLst>
            <a:lin ang="15785097" scaled="0"/>
          </a:gradFill>
          <a:ln w="0">
            <a:noFill/>
            <a:prstDash val="solid"/>
          </a:ln>
        </p:spPr>
      </p:sp>
      <p:sp>
        <p:nvSpPr>
          <p:cNvPr id="1156" name="PANEL_D-intermittent-gas-core-4-feather-1_111">
            <a:extLst>
              <a:ext uri="{FF2B5EF4-FFF2-40B4-BE49-F238E27FC236}">
                <a16:creationId xmlns:a16="http://schemas.microsoft.com/office/drawing/2014/main" id="{DF77CFDB-B12F-48FE-8983-02B9070B32A2}"/>
              </a:ext>
            </a:extLst>
          </p:cNvPr>
          <p:cNvSpPr>
            <a:spLocks/>
          </p:cNvSpPr>
          <p:nvPr/>
        </p:nvSpPr>
        <p:spPr>
          <a:xfrm>
            <a:off x="15200835" y="4505240"/>
            <a:ext cx="317374" cy="455759"/>
          </a:xfrm>
          <a:custGeom>
            <a:pathLst>
              <a:path w="333201" h="478487">
                <a:moveTo>
                  <a:pt x="150628" y="471945"/>
                </a:moveTo>
                <a:cubicBezTo>
                  <a:pt x="160101" y="470642"/>
                  <a:pt x="190079" y="468056"/>
                  <a:pt x="207465" y="464126"/>
                </a:cubicBezTo>
                <a:cubicBezTo>
                  <a:pt x="224851" y="460195"/>
                  <a:pt x="241586" y="455112"/>
                  <a:pt x="254943" y="448363"/>
                </a:cubicBezTo>
                <a:cubicBezTo>
                  <a:pt x="268301" y="441614"/>
                  <a:pt x="277027" y="432656"/>
                  <a:pt x="287612" y="423632"/>
                </a:cubicBezTo>
                <a:cubicBezTo>
                  <a:pt x="298198" y="414608"/>
                  <a:pt x="311227" y="405261"/>
                  <a:pt x="318454" y="394218"/>
                </a:cubicBezTo>
                <a:cubicBezTo>
                  <a:pt x="325681" y="383175"/>
                  <a:pt x="333201" y="370296"/>
                  <a:pt x="330973" y="357376"/>
                </a:cubicBezTo>
                <a:cubicBezTo>
                  <a:pt x="328745" y="344456"/>
                  <a:pt x="313319" y="329518"/>
                  <a:pt x="305086" y="316698"/>
                </a:cubicBezTo>
                <a:cubicBezTo>
                  <a:pt x="296854" y="303878"/>
                  <a:pt x="282049" y="292704"/>
                  <a:pt x="281578" y="280455"/>
                </a:cubicBezTo>
                <a:cubicBezTo>
                  <a:pt x="281108" y="268207"/>
                  <a:pt x="294239" y="256234"/>
                  <a:pt x="302261" y="243207"/>
                </a:cubicBezTo>
                <a:cubicBezTo>
                  <a:pt x="310284" y="230180"/>
                  <a:pt x="327310" y="214851"/>
                  <a:pt x="329711" y="202292"/>
                </a:cubicBezTo>
                <a:cubicBezTo>
                  <a:pt x="332112" y="189732"/>
                  <a:pt x="323752" y="178240"/>
                  <a:pt x="316668" y="167848"/>
                </a:cubicBezTo>
                <a:cubicBezTo>
                  <a:pt x="309585" y="157457"/>
                  <a:pt x="294636" y="149554"/>
                  <a:pt x="287209" y="139944"/>
                </a:cubicBezTo>
                <a:cubicBezTo>
                  <a:pt x="279782" y="130334"/>
                  <a:pt x="278432" y="119359"/>
                  <a:pt x="272107" y="110187"/>
                </a:cubicBezTo>
                <a:cubicBezTo>
                  <a:pt x="265783" y="101015"/>
                  <a:pt x="259991" y="91638"/>
                  <a:pt x="249262" y="84911"/>
                </a:cubicBezTo>
                <a:cubicBezTo>
                  <a:pt x="238533" y="78185"/>
                  <a:pt x="219135" y="75499"/>
                  <a:pt x="207733" y="69829"/>
                </a:cubicBezTo>
                <a:cubicBezTo>
                  <a:pt x="196332" y="64158"/>
                  <a:pt x="186214" y="58821"/>
                  <a:pt x="180851" y="50887"/>
                </a:cubicBezTo>
                <a:cubicBezTo>
                  <a:pt x="175488" y="42954"/>
                  <a:pt x="179943" y="30303"/>
                  <a:pt x="175555" y="22225"/>
                </a:cubicBezTo>
                <a:cubicBezTo>
                  <a:pt x="171167" y="14148"/>
                  <a:pt x="168097" y="4845"/>
                  <a:pt x="154523" y="2422"/>
                </a:cubicBezTo>
                <a:cubicBezTo>
                  <a:pt x="140948" y="0"/>
                  <a:pt x="104178" y="6813"/>
                  <a:pt x="94109" y="7692"/>
                </a:cubicBezTo>
                <a:cubicBezTo>
                  <a:pt x="84040" y="8570"/>
                  <a:pt x="95445" y="2030"/>
                  <a:pt x="94109" y="7692"/>
                </a:cubicBezTo>
                <a:cubicBezTo>
                  <a:pt x="92772" y="13353"/>
                  <a:pt x="87758" y="31122"/>
                  <a:pt x="86088" y="41660"/>
                </a:cubicBezTo>
                <a:cubicBezTo>
                  <a:pt x="84418" y="52198"/>
                  <a:pt x="83956" y="61712"/>
                  <a:pt x="84086" y="70920"/>
                </a:cubicBezTo>
                <a:cubicBezTo>
                  <a:pt x="84216" y="80128"/>
                  <a:pt x="86159" y="88236"/>
                  <a:pt x="86869" y="96909"/>
                </a:cubicBezTo>
                <a:cubicBezTo>
                  <a:pt x="87579" y="105582"/>
                  <a:pt x="90673" y="113258"/>
                  <a:pt x="88345" y="122957"/>
                </a:cubicBezTo>
                <a:cubicBezTo>
                  <a:pt x="86017" y="132657"/>
                  <a:pt x="81339" y="143633"/>
                  <a:pt x="72901" y="155106"/>
                </a:cubicBezTo>
                <a:cubicBezTo>
                  <a:pt x="64463" y="166578"/>
                  <a:pt x="48888" y="180505"/>
                  <a:pt x="37716" y="191791"/>
                </a:cubicBezTo>
                <a:cubicBezTo>
                  <a:pt x="26543" y="203077"/>
                  <a:pt x="11298" y="214475"/>
                  <a:pt x="5868" y="222822"/>
                </a:cubicBezTo>
                <a:cubicBezTo>
                  <a:pt x="438" y="231169"/>
                  <a:pt x="0" y="236685"/>
                  <a:pt x="5136" y="241873"/>
                </a:cubicBezTo>
                <a:cubicBezTo>
                  <a:pt x="10271" y="247062"/>
                  <a:pt x="24881" y="249572"/>
                  <a:pt x="36682" y="253952"/>
                </a:cubicBezTo>
                <a:cubicBezTo>
                  <a:pt x="48482" y="258332"/>
                  <a:pt x="64782" y="262585"/>
                  <a:pt x="75940" y="268151"/>
                </a:cubicBezTo>
                <a:cubicBezTo>
                  <a:pt x="87098" y="273718"/>
                  <a:pt x="95885" y="280418"/>
                  <a:pt x="103628" y="287351"/>
                </a:cubicBezTo>
                <a:cubicBezTo>
                  <a:pt x="111372" y="294285"/>
                  <a:pt x="116391" y="301852"/>
                  <a:pt x="122402" y="309753"/>
                </a:cubicBezTo>
                <a:cubicBezTo>
                  <a:pt x="128413" y="317655"/>
                  <a:pt x="135290" y="326155"/>
                  <a:pt x="139696" y="334762"/>
                </a:cubicBezTo>
                <a:cubicBezTo>
                  <a:pt x="144101" y="343369"/>
                  <a:pt x="148661" y="352911"/>
                  <a:pt x="148835" y="361396"/>
                </a:cubicBezTo>
                <a:cubicBezTo>
                  <a:pt x="149008" y="369882"/>
                  <a:pt x="144824" y="378054"/>
                  <a:pt x="140738" y="385676"/>
                </a:cubicBezTo>
                <a:cubicBezTo>
                  <a:pt x="136652" y="393297"/>
                  <a:pt x="127507" y="399291"/>
                  <a:pt x="124318" y="407127"/>
                </a:cubicBezTo>
                <a:cubicBezTo>
                  <a:pt x="121128" y="414963"/>
                  <a:pt x="117214" y="421890"/>
                  <a:pt x="121599" y="432693"/>
                </a:cubicBezTo>
                <a:cubicBezTo>
                  <a:pt x="125985" y="443496"/>
                  <a:pt x="145790" y="465403"/>
                  <a:pt x="150628" y="471945"/>
                </a:cubicBezTo>
                <a:cubicBezTo>
                  <a:pt x="155467" y="478487"/>
                  <a:pt x="141156" y="473248"/>
                  <a:pt x="150628" y="471945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35"/>
                </a:srgbClr>
              </a:gs>
              <a:gs pos="18000">
                <a:srgbClr val="767676">
                  <a:alpha val="5180"/>
                </a:srgbClr>
              </a:gs>
              <a:gs pos="48000">
                <a:srgbClr val="767676">
                  <a:alpha val="8356"/>
                </a:srgbClr>
              </a:gs>
              <a:gs pos="78000">
                <a:srgbClr val="767676">
                  <a:alpha val="6266"/>
                </a:srgbClr>
              </a:gs>
              <a:gs pos="100000">
                <a:srgbClr val="767676">
                  <a:alpha val="376"/>
                </a:srgbClr>
              </a:gs>
            </a:gsLst>
            <a:lin ang="15785097" scaled="0"/>
          </a:gradFill>
          <a:ln w="0">
            <a:noFill/>
            <a:prstDash val="solid"/>
          </a:ln>
        </p:spPr>
      </p:sp>
      <p:sp>
        <p:nvSpPr>
          <p:cNvPr id="1157" name="PANEL_D-intermittent-gas-core-4-feather-2_112">
            <a:extLst>
              <a:ext uri="{FF2B5EF4-FFF2-40B4-BE49-F238E27FC236}">
                <a16:creationId xmlns:a16="http://schemas.microsoft.com/office/drawing/2014/main" id="{6B4E1422-6F21-43F3-B8CF-8A172C336123}"/>
              </a:ext>
            </a:extLst>
          </p:cNvPr>
          <p:cNvSpPr>
            <a:spLocks/>
          </p:cNvSpPr>
          <p:nvPr/>
        </p:nvSpPr>
        <p:spPr>
          <a:xfrm>
            <a:off x="15242631" y="4507971"/>
            <a:ext cx="240345" cy="452316"/>
          </a:xfrm>
          <a:custGeom>
            <a:pathLst>
              <a:path w="252331" h="474872">
                <a:moveTo>
                  <a:pt x="106747" y="469078"/>
                </a:moveTo>
                <a:cubicBezTo>
                  <a:pt x="113858" y="466910"/>
                  <a:pt x="136012" y="461259"/>
                  <a:pt x="149412" y="456070"/>
                </a:cubicBezTo>
                <a:cubicBezTo>
                  <a:pt x="162812" y="450882"/>
                  <a:pt x="176234" y="445073"/>
                  <a:pt x="187146" y="437946"/>
                </a:cubicBezTo>
                <a:cubicBezTo>
                  <a:pt x="198058" y="430819"/>
                  <a:pt x="206018" y="422180"/>
                  <a:pt x="214884" y="413310"/>
                </a:cubicBezTo>
                <a:cubicBezTo>
                  <a:pt x="223750" y="404440"/>
                  <a:pt x="234325" y="395238"/>
                  <a:pt x="240340" y="384727"/>
                </a:cubicBezTo>
                <a:cubicBezTo>
                  <a:pt x="246354" y="374215"/>
                  <a:pt x="252331" y="362238"/>
                  <a:pt x="250971" y="350238"/>
                </a:cubicBezTo>
                <a:cubicBezTo>
                  <a:pt x="249611" y="338238"/>
                  <a:pt x="238608" y="324672"/>
                  <a:pt x="232181" y="312727"/>
                </a:cubicBezTo>
                <a:cubicBezTo>
                  <a:pt x="225754" y="300782"/>
                  <a:pt x="214185" y="289956"/>
                  <a:pt x="212409" y="278568"/>
                </a:cubicBezTo>
                <a:cubicBezTo>
                  <a:pt x="210634" y="267180"/>
                  <a:pt x="217768" y="256098"/>
                  <a:pt x="221527" y="244402"/>
                </a:cubicBezTo>
                <a:cubicBezTo>
                  <a:pt x="225286" y="232706"/>
                  <a:pt x="235010" y="219588"/>
                  <a:pt x="234961" y="208392"/>
                </a:cubicBezTo>
                <a:cubicBezTo>
                  <a:pt x="234913" y="197197"/>
                  <a:pt x="227426" y="186882"/>
                  <a:pt x="221237" y="177230"/>
                </a:cubicBezTo>
                <a:cubicBezTo>
                  <a:pt x="215048" y="167578"/>
                  <a:pt x="203675" y="159691"/>
                  <a:pt x="197826" y="150481"/>
                </a:cubicBezTo>
                <a:cubicBezTo>
                  <a:pt x="191977" y="141271"/>
                  <a:pt x="190723" y="131053"/>
                  <a:pt x="186144" y="121971"/>
                </a:cubicBezTo>
                <a:cubicBezTo>
                  <a:pt x="181564" y="112889"/>
                  <a:pt x="177724" y="103527"/>
                  <a:pt x="170348" y="95987"/>
                </a:cubicBezTo>
                <a:cubicBezTo>
                  <a:pt x="162972" y="88448"/>
                  <a:pt x="149819" y="83571"/>
                  <a:pt x="141889" y="76735"/>
                </a:cubicBezTo>
                <a:cubicBezTo>
                  <a:pt x="133958" y="69900"/>
                  <a:pt x="126919" y="63234"/>
                  <a:pt x="122767" y="54975"/>
                </a:cubicBezTo>
                <a:cubicBezTo>
                  <a:pt x="118614" y="46716"/>
                  <a:pt x="121045" y="35245"/>
                  <a:pt x="116974" y="27184"/>
                </a:cubicBezTo>
                <a:cubicBezTo>
                  <a:pt x="112904" y="19122"/>
                  <a:pt x="109467" y="10334"/>
                  <a:pt x="98342" y="6607"/>
                </a:cubicBezTo>
                <a:cubicBezTo>
                  <a:pt x="87218" y="2881"/>
                  <a:pt x="58247" y="5122"/>
                  <a:pt x="50228" y="4824"/>
                </a:cubicBezTo>
                <a:cubicBezTo>
                  <a:pt x="42209" y="4527"/>
                  <a:pt x="50105" y="0"/>
                  <a:pt x="50228" y="4824"/>
                </a:cubicBezTo>
                <a:cubicBezTo>
                  <a:pt x="50350" y="9649"/>
                  <a:pt x="50394" y="24426"/>
                  <a:pt x="50964" y="33771"/>
                </a:cubicBezTo>
                <a:cubicBezTo>
                  <a:pt x="51535" y="43116"/>
                  <a:pt x="52527" y="52051"/>
                  <a:pt x="53650" y="60895"/>
                </a:cubicBezTo>
                <a:cubicBezTo>
                  <a:pt x="54773" y="69739"/>
                  <a:pt x="56771" y="78066"/>
                  <a:pt x="57702" y="86836"/>
                </a:cubicBezTo>
                <a:cubicBezTo>
                  <a:pt x="58633" y="95606"/>
                  <a:pt x="60810" y="103892"/>
                  <a:pt x="59235" y="113517"/>
                </a:cubicBezTo>
                <a:cubicBezTo>
                  <a:pt x="57660" y="123142"/>
                  <a:pt x="54146" y="133759"/>
                  <a:pt x="48252" y="144584"/>
                </a:cubicBezTo>
                <a:cubicBezTo>
                  <a:pt x="42358" y="155409"/>
                  <a:pt x="31406" y="167921"/>
                  <a:pt x="23873" y="178466"/>
                </a:cubicBezTo>
                <a:cubicBezTo>
                  <a:pt x="16339" y="189012"/>
                  <a:pt x="6104" y="199522"/>
                  <a:pt x="3052" y="207858"/>
                </a:cubicBezTo>
                <a:cubicBezTo>
                  <a:pt x="0" y="216193"/>
                  <a:pt x="720" y="222428"/>
                  <a:pt x="5561" y="228478"/>
                </a:cubicBezTo>
                <a:cubicBezTo>
                  <a:pt x="10401" y="234528"/>
                  <a:pt x="22214" y="238625"/>
                  <a:pt x="32095" y="244157"/>
                </a:cubicBezTo>
                <a:cubicBezTo>
                  <a:pt x="41975" y="249689"/>
                  <a:pt x="55323" y="255140"/>
                  <a:pt x="64843" y="261671"/>
                </a:cubicBezTo>
                <a:cubicBezTo>
                  <a:pt x="74362" y="268202"/>
                  <a:pt x="82402" y="275634"/>
                  <a:pt x="89213" y="283342"/>
                </a:cubicBezTo>
                <a:cubicBezTo>
                  <a:pt x="96024" y="291050"/>
                  <a:pt x="100819" y="299380"/>
                  <a:pt x="105708" y="307920"/>
                </a:cubicBezTo>
                <a:cubicBezTo>
                  <a:pt x="110597" y="316460"/>
                  <a:pt x="115681" y="325568"/>
                  <a:pt x="118548" y="334582"/>
                </a:cubicBezTo>
                <a:cubicBezTo>
                  <a:pt x="121416" y="343596"/>
                  <a:pt x="123802" y="353262"/>
                  <a:pt x="122911" y="362004"/>
                </a:cubicBezTo>
                <a:cubicBezTo>
                  <a:pt x="122020" y="370746"/>
                  <a:pt x="117568" y="379133"/>
                  <a:pt x="113202" y="387032"/>
                </a:cubicBezTo>
                <a:cubicBezTo>
                  <a:pt x="108835" y="394931"/>
                  <a:pt x="100585" y="401518"/>
                  <a:pt x="96712" y="409398"/>
                </a:cubicBezTo>
                <a:cubicBezTo>
                  <a:pt x="92840" y="417277"/>
                  <a:pt x="88294" y="424363"/>
                  <a:pt x="89967" y="434309"/>
                </a:cubicBezTo>
                <a:cubicBezTo>
                  <a:pt x="91639" y="444256"/>
                  <a:pt x="103951" y="463283"/>
                  <a:pt x="106747" y="469078"/>
                </a:cubicBezTo>
                <a:cubicBezTo>
                  <a:pt x="109544" y="474872"/>
                  <a:pt x="99637" y="471246"/>
                  <a:pt x="106747" y="469078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428"/>
                </a:srgbClr>
              </a:gs>
              <a:gs pos="18000">
                <a:srgbClr val="767676">
                  <a:alpha val="6649"/>
                </a:srgbClr>
              </a:gs>
              <a:gs pos="48000">
                <a:srgbClr val="767676">
                  <a:alpha val="10722"/>
                </a:srgbClr>
              </a:gs>
              <a:gs pos="78000">
                <a:srgbClr val="767676">
                  <a:alpha val="8043"/>
                </a:srgbClr>
              </a:gs>
              <a:gs pos="100000">
                <a:srgbClr val="767676">
                  <a:alpha val="483"/>
                </a:srgbClr>
              </a:gs>
            </a:gsLst>
            <a:lin ang="15785097" scaled="0"/>
          </a:gradFill>
          <a:ln w="0">
            <a:noFill/>
            <a:prstDash val="solid"/>
          </a:ln>
        </p:spPr>
      </p:sp>
      <p:sp>
        <p:nvSpPr>
          <p:cNvPr id="1158" name="PANEL_D-intermittent-gas-core-4-feather-3_113">
            <a:extLst>
              <a:ext uri="{FF2B5EF4-FFF2-40B4-BE49-F238E27FC236}">
                <a16:creationId xmlns:a16="http://schemas.microsoft.com/office/drawing/2014/main" id="{B164816D-005A-4FA7-A16F-31C834262799}"/>
              </a:ext>
            </a:extLst>
          </p:cNvPr>
          <p:cNvSpPr>
            <a:spLocks/>
          </p:cNvSpPr>
          <p:nvPr/>
        </p:nvSpPr>
        <p:spPr>
          <a:xfrm>
            <a:off x="15284011" y="4508768"/>
            <a:ext cx="163734" cy="450807"/>
          </a:xfrm>
          <a:custGeom>
            <a:pathLst>
              <a:path w="171899" h="473288">
                <a:moveTo>
                  <a:pt x="63305" y="468241"/>
                </a:moveTo>
                <a:cubicBezTo>
                  <a:pt x="68053" y="465208"/>
                  <a:pt x="82384" y="456493"/>
                  <a:pt x="91798" y="450046"/>
                </a:cubicBezTo>
                <a:cubicBezTo>
                  <a:pt x="101211" y="443599"/>
                  <a:pt x="111320" y="437064"/>
                  <a:pt x="119786" y="429559"/>
                </a:cubicBezTo>
                <a:cubicBezTo>
                  <a:pt x="128252" y="422054"/>
                  <a:pt x="135448" y="413734"/>
                  <a:pt x="142594" y="405018"/>
                </a:cubicBezTo>
                <a:cubicBezTo>
                  <a:pt x="149740" y="396302"/>
                  <a:pt x="157862" y="387247"/>
                  <a:pt x="162664" y="377266"/>
                </a:cubicBezTo>
                <a:cubicBezTo>
                  <a:pt x="167466" y="367284"/>
                  <a:pt x="171899" y="356211"/>
                  <a:pt x="171407" y="345131"/>
                </a:cubicBezTo>
                <a:cubicBezTo>
                  <a:pt x="170916" y="334051"/>
                  <a:pt x="164336" y="321857"/>
                  <a:pt x="159715" y="310787"/>
                </a:cubicBezTo>
                <a:cubicBezTo>
                  <a:pt x="155093" y="299717"/>
                  <a:pt x="146760" y="289238"/>
                  <a:pt x="143679" y="278711"/>
                </a:cubicBezTo>
                <a:cubicBezTo>
                  <a:pt x="140598" y="268185"/>
                  <a:pt x="141735" y="257991"/>
                  <a:pt x="141231" y="247627"/>
                </a:cubicBezTo>
                <a:cubicBezTo>
                  <a:pt x="140726" y="237262"/>
                  <a:pt x="143148" y="226354"/>
                  <a:pt x="140650" y="216524"/>
                </a:cubicBezTo>
                <a:cubicBezTo>
                  <a:pt x="138152" y="206693"/>
                  <a:pt x="131539" y="197555"/>
                  <a:pt x="126244" y="188642"/>
                </a:cubicBezTo>
                <a:cubicBezTo>
                  <a:pt x="120949" y="179730"/>
                  <a:pt x="113153" y="171857"/>
                  <a:pt x="108882" y="163048"/>
                </a:cubicBezTo>
                <a:cubicBezTo>
                  <a:pt x="104611" y="154238"/>
                  <a:pt x="103453" y="144778"/>
                  <a:pt x="100619" y="135785"/>
                </a:cubicBezTo>
                <a:cubicBezTo>
                  <a:pt x="97784" y="126793"/>
                  <a:pt x="95896" y="117446"/>
                  <a:pt x="91873" y="109094"/>
                </a:cubicBezTo>
                <a:cubicBezTo>
                  <a:pt x="87850" y="100742"/>
                  <a:pt x="80941" y="93673"/>
                  <a:pt x="76482" y="85673"/>
                </a:cubicBezTo>
                <a:cubicBezTo>
                  <a:pt x="72023" y="77673"/>
                  <a:pt x="68063" y="69677"/>
                  <a:pt x="65121" y="61093"/>
                </a:cubicBezTo>
                <a:cubicBezTo>
                  <a:pt x="62179" y="52510"/>
                  <a:pt x="62586" y="42217"/>
                  <a:pt x="58832" y="34172"/>
                </a:cubicBezTo>
                <a:cubicBezTo>
                  <a:pt x="55079" y="26127"/>
                  <a:pt x="51274" y="17853"/>
                  <a:pt x="42600" y="12822"/>
                </a:cubicBezTo>
                <a:cubicBezTo>
                  <a:pt x="33925" y="7791"/>
                  <a:pt x="12754" y="5460"/>
                  <a:pt x="6785" y="3988"/>
                </a:cubicBezTo>
                <a:cubicBezTo>
                  <a:pt x="816" y="2515"/>
                  <a:pt x="5203" y="0"/>
                  <a:pt x="6785" y="3988"/>
                </a:cubicBezTo>
                <a:cubicBezTo>
                  <a:pt x="8367" y="7975"/>
                  <a:pt x="13467" y="19761"/>
                  <a:pt x="16279" y="27913"/>
                </a:cubicBezTo>
                <a:cubicBezTo>
                  <a:pt x="19090" y="36066"/>
                  <a:pt x="21536" y="44421"/>
                  <a:pt x="23652" y="52901"/>
                </a:cubicBezTo>
                <a:cubicBezTo>
                  <a:pt x="25768" y="61381"/>
                  <a:pt x="27822" y="69926"/>
                  <a:pt x="28974" y="78794"/>
                </a:cubicBezTo>
                <a:cubicBezTo>
                  <a:pt x="30126" y="87661"/>
                  <a:pt x="31385" y="96557"/>
                  <a:pt x="30563" y="106107"/>
                </a:cubicBezTo>
                <a:cubicBezTo>
                  <a:pt x="29741" y="115657"/>
                  <a:pt x="27391" y="125915"/>
                  <a:pt x="24042" y="136092"/>
                </a:cubicBezTo>
                <a:cubicBezTo>
                  <a:pt x="20692" y="146270"/>
                  <a:pt x="14363" y="157366"/>
                  <a:pt x="10468" y="167172"/>
                </a:cubicBezTo>
                <a:cubicBezTo>
                  <a:pt x="6573" y="176977"/>
                  <a:pt x="1348" y="186600"/>
                  <a:pt x="674" y="194924"/>
                </a:cubicBezTo>
                <a:cubicBezTo>
                  <a:pt x="0" y="203248"/>
                  <a:pt x="1878" y="210202"/>
                  <a:pt x="6424" y="217114"/>
                </a:cubicBezTo>
                <a:cubicBezTo>
                  <a:pt x="10969" y="224025"/>
                  <a:pt x="19986" y="229709"/>
                  <a:pt x="27946" y="236393"/>
                </a:cubicBezTo>
                <a:cubicBezTo>
                  <a:pt x="35906" y="243077"/>
                  <a:pt x="46302" y="249725"/>
                  <a:pt x="54184" y="257221"/>
                </a:cubicBezTo>
                <a:cubicBezTo>
                  <a:pt x="62066" y="264716"/>
                  <a:pt x="69359" y="272881"/>
                  <a:pt x="75236" y="281364"/>
                </a:cubicBezTo>
                <a:cubicBezTo>
                  <a:pt x="81114" y="289846"/>
                  <a:pt x="85684" y="298938"/>
                  <a:pt x="89452" y="308116"/>
                </a:cubicBezTo>
                <a:cubicBezTo>
                  <a:pt x="93219" y="317294"/>
                  <a:pt x="96510" y="327012"/>
                  <a:pt x="97839" y="336433"/>
                </a:cubicBezTo>
                <a:cubicBezTo>
                  <a:pt x="99168" y="345854"/>
                  <a:pt x="99382" y="355644"/>
                  <a:pt x="97426" y="364642"/>
                </a:cubicBezTo>
                <a:cubicBezTo>
                  <a:pt x="95470" y="373640"/>
                  <a:pt x="90750" y="382243"/>
                  <a:pt x="86104" y="390419"/>
                </a:cubicBezTo>
                <a:cubicBezTo>
                  <a:pt x="81457" y="398596"/>
                  <a:pt x="74101" y="405776"/>
                  <a:pt x="69545" y="413699"/>
                </a:cubicBezTo>
                <a:cubicBezTo>
                  <a:pt x="64990" y="421622"/>
                  <a:pt x="59813" y="428866"/>
                  <a:pt x="58772" y="437956"/>
                </a:cubicBezTo>
                <a:cubicBezTo>
                  <a:pt x="57732" y="447047"/>
                  <a:pt x="62549" y="463193"/>
                  <a:pt x="63305" y="468241"/>
                </a:cubicBezTo>
                <a:cubicBezTo>
                  <a:pt x="64060" y="473288"/>
                  <a:pt x="58556" y="471273"/>
                  <a:pt x="63305" y="468241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502"/>
                </a:srgbClr>
              </a:gs>
              <a:gs pos="18000">
                <a:srgbClr val="767676">
                  <a:alpha val="7771"/>
                </a:srgbClr>
              </a:gs>
              <a:gs pos="48000">
                <a:srgbClr val="767676">
                  <a:alpha val="12532"/>
                </a:srgbClr>
              </a:gs>
              <a:gs pos="78000">
                <a:srgbClr val="767676">
                  <a:alpha val="9399"/>
                </a:srgbClr>
              </a:gs>
              <a:gs pos="100000">
                <a:srgbClr val="767676">
                  <a:alpha val="564"/>
                </a:srgbClr>
              </a:gs>
            </a:gsLst>
            <a:lin ang="15785097" scaled="0"/>
          </a:gradFill>
          <a:ln w="0">
            <a:noFill/>
            <a:prstDash val="solid"/>
          </a:ln>
        </p:spPr>
      </p:sp>
      <p:sp>
        <p:nvSpPr>
          <p:cNvPr id="1159" name="PANEL_D-intermittent-gas-wisp-4-feather-0_114">
            <a:extLst>
              <a:ext uri="{FF2B5EF4-FFF2-40B4-BE49-F238E27FC236}">
                <a16:creationId xmlns:a16="http://schemas.microsoft.com/office/drawing/2014/main" id="{D630A20A-70D4-4401-BB3C-8C536F391EE0}"/>
              </a:ext>
            </a:extLst>
          </p:cNvPr>
          <p:cNvSpPr>
            <a:spLocks/>
          </p:cNvSpPr>
          <p:nvPr/>
        </p:nvSpPr>
        <p:spPr>
          <a:xfrm>
            <a:off x="15466928" y="4593744"/>
            <a:ext cx="160020" cy="458564"/>
          </a:xfrm>
          <a:custGeom>
            <a:pathLst>
              <a:path w="168000" h="481432">
                <a:moveTo>
                  <a:pt x="20724" y="476475"/>
                </a:moveTo>
                <a:cubicBezTo>
                  <a:pt x="24498" y="474219"/>
                  <a:pt x="36192" y="468194"/>
                  <a:pt x="43373" y="462939"/>
                </a:cubicBezTo>
                <a:cubicBezTo>
                  <a:pt x="50554" y="457685"/>
                  <a:pt x="56415" y="450992"/>
                  <a:pt x="63812" y="444948"/>
                </a:cubicBezTo>
                <a:cubicBezTo>
                  <a:pt x="71208" y="438904"/>
                  <a:pt x="77796" y="432443"/>
                  <a:pt x="87750" y="426675"/>
                </a:cubicBezTo>
                <a:cubicBezTo>
                  <a:pt x="97704" y="420908"/>
                  <a:pt x="112504" y="416535"/>
                  <a:pt x="123536" y="410344"/>
                </a:cubicBezTo>
                <a:cubicBezTo>
                  <a:pt x="134568" y="404153"/>
                  <a:pt x="148406" y="398130"/>
                  <a:pt x="153942" y="389531"/>
                </a:cubicBezTo>
                <a:cubicBezTo>
                  <a:pt x="159478" y="380932"/>
                  <a:pt x="157808" y="369604"/>
                  <a:pt x="156753" y="358751"/>
                </a:cubicBezTo>
                <a:cubicBezTo>
                  <a:pt x="155698" y="347898"/>
                  <a:pt x="148194" y="335546"/>
                  <a:pt x="147612" y="324413"/>
                </a:cubicBezTo>
                <a:cubicBezTo>
                  <a:pt x="147030" y="313280"/>
                  <a:pt x="150578" y="302969"/>
                  <a:pt x="153261" y="291955"/>
                </a:cubicBezTo>
                <a:cubicBezTo>
                  <a:pt x="155945" y="280941"/>
                  <a:pt x="162425" y="269814"/>
                  <a:pt x="163713" y="258326"/>
                </a:cubicBezTo>
                <a:cubicBezTo>
                  <a:pt x="165001" y="246838"/>
                  <a:pt x="161784" y="234610"/>
                  <a:pt x="160989" y="223027"/>
                </a:cubicBezTo>
                <a:cubicBezTo>
                  <a:pt x="160195" y="211444"/>
                  <a:pt x="157894" y="200218"/>
                  <a:pt x="158945" y="188827"/>
                </a:cubicBezTo>
                <a:cubicBezTo>
                  <a:pt x="159997" y="177436"/>
                  <a:pt x="166775" y="165815"/>
                  <a:pt x="167297" y="154680"/>
                </a:cubicBezTo>
                <a:cubicBezTo>
                  <a:pt x="167818" y="143544"/>
                  <a:pt x="168000" y="131978"/>
                  <a:pt x="162076" y="122013"/>
                </a:cubicBezTo>
                <a:cubicBezTo>
                  <a:pt x="156152" y="112048"/>
                  <a:pt x="141838" y="103409"/>
                  <a:pt x="131754" y="94891"/>
                </a:cubicBezTo>
                <a:cubicBezTo>
                  <a:pt x="121671" y="86372"/>
                  <a:pt x="108992" y="79123"/>
                  <a:pt x="101577" y="70900"/>
                </a:cubicBezTo>
                <a:cubicBezTo>
                  <a:pt x="94163" y="62676"/>
                  <a:pt x="91770" y="53858"/>
                  <a:pt x="87269" y="45549"/>
                </a:cubicBezTo>
                <a:cubicBezTo>
                  <a:pt x="82767" y="37239"/>
                  <a:pt x="80567" y="27910"/>
                  <a:pt x="74568" y="21043"/>
                </a:cubicBezTo>
                <a:cubicBezTo>
                  <a:pt x="68569" y="14175"/>
                  <a:pt x="55157" y="7128"/>
                  <a:pt x="51275" y="4345"/>
                </a:cubicBezTo>
                <a:cubicBezTo>
                  <a:pt x="47393" y="1562"/>
                  <a:pt x="52526" y="0"/>
                  <a:pt x="51275" y="4345"/>
                </a:cubicBezTo>
                <a:cubicBezTo>
                  <a:pt x="50024" y="8689"/>
                  <a:pt x="46422" y="21262"/>
                  <a:pt x="43771" y="30412"/>
                </a:cubicBezTo>
                <a:cubicBezTo>
                  <a:pt x="41119" y="39562"/>
                  <a:pt x="38091" y="49758"/>
                  <a:pt x="35366" y="59243"/>
                </a:cubicBezTo>
                <a:cubicBezTo>
                  <a:pt x="32641" y="68727"/>
                  <a:pt x="29653" y="78141"/>
                  <a:pt x="27421" y="87319"/>
                </a:cubicBezTo>
                <a:cubicBezTo>
                  <a:pt x="25190" y="96497"/>
                  <a:pt x="24028" y="105346"/>
                  <a:pt x="21978" y="114309"/>
                </a:cubicBezTo>
                <a:cubicBezTo>
                  <a:pt x="19927" y="123272"/>
                  <a:pt x="17603" y="132236"/>
                  <a:pt x="15119" y="141099"/>
                </a:cubicBezTo>
                <a:cubicBezTo>
                  <a:pt x="12634" y="149961"/>
                  <a:pt x="8335" y="158840"/>
                  <a:pt x="7070" y="167485"/>
                </a:cubicBezTo>
                <a:cubicBezTo>
                  <a:pt x="5804" y="176131"/>
                  <a:pt x="4728" y="184356"/>
                  <a:pt x="7525" y="192972"/>
                </a:cubicBezTo>
                <a:cubicBezTo>
                  <a:pt x="10323" y="201589"/>
                  <a:pt x="17299" y="209978"/>
                  <a:pt x="23854" y="219184"/>
                </a:cubicBezTo>
                <a:cubicBezTo>
                  <a:pt x="30408" y="228390"/>
                  <a:pt x="41249" y="238384"/>
                  <a:pt x="46851" y="248207"/>
                </a:cubicBezTo>
                <a:cubicBezTo>
                  <a:pt x="52453" y="258030"/>
                  <a:pt x="57321" y="268710"/>
                  <a:pt x="57465" y="278122"/>
                </a:cubicBezTo>
                <a:cubicBezTo>
                  <a:pt x="57609" y="287534"/>
                  <a:pt x="52593" y="296487"/>
                  <a:pt x="47714" y="304679"/>
                </a:cubicBezTo>
                <a:cubicBezTo>
                  <a:pt x="42835" y="312870"/>
                  <a:pt x="33931" y="319869"/>
                  <a:pt x="28191" y="327270"/>
                </a:cubicBezTo>
                <a:cubicBezTo>
                  <a:pt x="22450" y="334672"/>
                  <a:pt x="16940" y="341623"/>
                  <a:pt x="13271" y="349087"/>
                </a:cubicBezTo>
                <a:cubicBezTo>
                  <a:pt x="9602" y="356551"/>
                  <a:pt x="8028" y="364299"/>
                  <a:pt x="6177" y="372055"/>
                </a:cubicBezTo>
                <a:cubicBezTo>
                  <a:pt x="4326" y="379812"/>
                  <a:pt x="3101" y="387662"/>
                  <a:pt x="2164" y="395628"/>
                </a:cubicBezTo>
                <a:cubicBezTo>
                  <a:pt x="1227" y="403594"/>
                  <a:pt x="0" y="411337"/>
                  <a:pt x="555" y="419854"/>
                </a:cubicBezTo>
                <a:cubicBezTo>
                  <a:pt x="1109" y="428371"/>
                  <a:pt x="2131" y="437295"/>
                  <a:pt x="5492" y="446732"/>
                </a:cubicBezTo>
                <a:cubicBezTo>
                  <a:pt x="8854" y="456169"/>
                  <a:pt x="18185" y="471518"/>
                  <a:pt x="20724" y="476475"/>
                </a:cubicBezTo>
                <a:cubicBezTo>
                  <a:pt x="23262" y="481432"/>
                  <a:pt x="16949" y="478731"/>
                  <a:pt x="20724" y="476475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50"/>
                </a:srgbClr>
              </a:gs>
              <a:gs pos="18000">
                <a:srgbClr val="919191">
                  <a:alpha val="2331"/>
                </a:srgbClr>
              </a:gs>
              <a:gs pos="48000">
                <a:srgbClr val="919191">
                  <a:alpha val="3760"/>
                </a:srgbClr>
              </a:gs>
              <a:gs pos="78000">
                <a:srgbClr val="919191">
                  <a:alpha val="2820"/>
                </a:srgbClr>
              </a:gs>
              <a:gs pos="100000">
                <a:srgbClr val="919191">
                  <a:alpha val="170"/>
                </a:srgbClr>
              </a:gs>
            </a:gsLst>
            <a:lin ang="16436939" scaled="0"/>
          </a:gradFill>
          <a:ln w="0">
            <a:noFill/>
            <a:prstDash val="solid"/>
          </a:ln>
        </p:spPr>
      </p:sp>
      <p:sp>
        <p:nvSpPr>
          <p:cNvPr id="1160" name="PANEL_D-intermittent-gas-wisp-4-feather-1_115">
            <a:extLst>
              <a:ext uri="{FF2B5EF4-FFF2-40B4-BE49-F238E27FC236}">
                <a16:creationId xmlns:a16="http://schemas.microsoft.com/office/drawing/2014/main" id="{9649C7CE-82BF-4F7B-845E-FFEF21769343}"/>
              </a:ext>
            </a:extLst>
          </p:cNvPr>
          <p:cNvSpPr>
            <a:spLocks/>
          </p:cNvSpPr>
          <p:nvPr/>
        </p:nvSpPr>
        <p:spPr>
          <a:xfrm>
            <a:off x="15474086" y="4593879"/>
            <a:ext cx="135575" cy="458131"/>
          </a:xfrm>
          <a:custGeom>
            <a:pathLst>
              <a:path w="142335" h="480977">
                <a:moveTo>
                  <a:pt x="13209" y="476334"/>
                </a:moveTo>
                <a:cubicBezTo>
                  <a:pt x="16328" y="473797"/>
                  <a:pt x="25868" y="466815"/>
                  <a:pt x="31924" y="461114"/>
                </a:cubicBezTo>
                <a:cubicBezTo>
                  <a:pt x="37980" y="455413"/>
                  <a:pt x="43139" y="448488"/>
                  <a:pt x="49547" y="442128"/>
                </a:cubicBezTo>
                <a:cubicBezTo>
                  <a:pt x="55955" y="435768"/>
                  <a:pt x="61817" y="429100"/>
                  <a:pt x="70373" y="422956"/>
                </a:cubicBezTo>
                <a:cubicBezTo>
                  <a:pt x="78928" y="416812"/>
                  <a:pt x="91373" y="411768"/>
                  <a:pt x="100879" y="405262"/>
                </a:cubicBezTo>
                <a:cubicBezTo>
                  <a:pt x="110386" y="398756"/>
                  <a:pt x="122175" y="392389"/>
                  <a:pt x="127410" y="383922"/>
                </a:cubicBezTo>
                <a:cubicBezTo>
                  <a:pt x="132646" y="375454"/>
                  <a:pt x="132308" y="364822"/>
                  <a:pt x="132293" y="354459"/>
                </a:cubicBezTo>
                <a:cubicBezTo>
                  <a:pt x="132278" y="344097"/>
                  <a:pt x="127199" y="332494"/>
                  <a:pt x="127320" y="321747"/>
                </a:cubicBezTo>
                <a:cubicBezTo>
                  <a:pt x="127441" y="311000"/>
                  <a:pt x="130670" y="300783"/>
                  <a:pt x="133020" y="289975"/>
                </a:cubicBezTo>
                <a:cubicBezTo>
                  <a:pt x="135369" y="279168"/>
                  <a:pt x="140494" y="268156"/>
                  <a:pt x="141415" y="256904"/>
                </a:cubicBezTo>
                <a:cubicBezTo>
                  <a:pt x="142335" y="245653"/>
                  <a:pt x="139526" y="233764"/>
                  <a:pt x="138544" y="222467"/>
                </a:cubicBezTo>
                <a:cubicBezTo>
                  <a:pt x="137562" y="211170"/>
                  <a:pt x="135218" y="200184"/>
                  <a:pt x="135523" y="189121"/>
                </a:cubicBezTo>
                <a:cubicBezTo>
                  <a:pt x="135827" y="178058"/>
                  <a:pt x="140497" y="166869"/>
                  <a:pt x="140371" y="156089"/>
                </a:cubicBezTo>
                <a:cubicBezTo>
                  <a:pt x="140245" y="145310"/>
                  <a:pt x="139836" y="134244"/>
                  <a:pt x="134766" y="124442"/>
                </a:cubicBezTo>
                <a:cubicBezTo>
                  <a:pt x="129696" y="114640"/>
                  <a:pt x="118143" y="105912"/>
                  <a:pt x="109949" y="97277"/>
                </a:cubicBezTo>
                <a:cubicBezTo>
                  <a:pt x="101755" y="88642"/>
                  <a:pt x="91628" y="81014"/>
                  <a:pt x="85602" y="72631"/>
                </a:cubicBezTo>
                <a:cubicBezTo>
                  <a:pt x="79577" y="64248"/>
                  <a:pt x="77552" y="55399"/>
                  <a:pt x="73797" y="46979"/>
                </a:cubicBezTo>
                <a:cubicBezTo>
                  <a:pt x="70042" y="38559"/>
                  <a:pt x="68079" y="29241"/>
                  <a:pt x="63073" y="22112"/>
                </a:cubicBezTo>
                <a:cubicBezTo>
                  <a:pt x="58067" y="14982"/>
                  <a:pt x="46979" y="7188"/>
                  <a:pt x="43760" y="4203"/>
                </a:cubicBezTo>
                <a:cubicBezTo>
                  <a:pt x="40542" y="1218"/>
                  <a:pt x="44545" y="0"/>
                  <a:pt x="43760" y="4203"/>
                </a:cubicBezTo>
                <a:cubicBezTo>
                  <a:pt x="42976" y="8406"/>
                  <a:pt x="40793" y="20510"/>
                  <a:pt x="39051" y="29420"/>
                </a:cubicBezTo>
                <a:cubicBezTo>
                  <a:pt x="37310" y="38329"/>
                  <a:pt x="35194" y="48324"/>
                  <a:pt x="33313" y="57660"/>
                </a:cubicBezTo>
                <a:cubicBezTo>
                  <a:pt x="31431" y="66996"/>
                  <a:pt x="29259" y="76311"/>
                  <a:pt x="27761" y="85438"/>
                </a:cubicBezTo>
                <a:cubicBezTo>
                  <a:pt x="26262" y="94565"/>
                  <a:pt x="25593" y="103441"/>
                  <a:pt x="24323" y="112423"/>
                </a:cubicBezTo>
                <a:cubicBezTo>
                  <a:pt x="23052" y="121405"/>
                  <a:pt x="21627" y="130386"/>
                  <a:pt x="20139" y="139329"/>
                </a:cubicBezTo>
                <a:cubicBezTo>
                  <a:pt x="18651" y="148271"/>
                  <a:pt x="15848" y="157240"/>
                  <a:pt x="15394" y="166078"/>
                </a:cubicBezTo>
                <a:cubicBezTo>
                  <a:pt x="14940" y="174915"/>
                  <a:pt x="14718" y="183455"/>
                  <a:pt x="17415" y="192354"/>
                </a:cubicBezTo>
                <a:cubicBezTo>
                  <a:pt x="20112" y="201253"/>
                  <a:pt x="26103" y="210026"/>
                  <a:pt x="31578" y="219469"/>
                </a:cubicBezTo>
                <a:cubicBezTo>
                  <a:pt x="37053" y="228912"/>
                  <a:pt x="45809" y="239059"/>
                  <a:pt x="50262" y="249012"/>
                </a:cubicBezTo>
                <a:cubicBezTo>
                  <a:pt x="54716" y="258964"/>
                  <a:pt x="58442" y="269628"/>
                  <a:pt x="58299" y="279185"/>
                </a:cubicBezTo>
                <a:cubicBezTo>
                  <a:pt x="58155" y="288743"/>
                  <a:pt x="53780" y="297901"/>
                  <a:pt x="49399" y="306355"/>
                </a:cubicBezTo>
                <a:cubicBezTo>
                  <a:pt x="45018" y="314808"/>
                  <a:pt x="37299" y="322235"/>
                  <a:pt x="32014" y="329905"/>
                </a:cubicBezTo>
                <a:cubicBezTo>
                  <a:pt x="26728" y="337575"/>
                  <a:pt x="21466" y="344793"/>
                  <a:pt x="17687" y="352375"/>
                </a:cubicBezTo>
                <a:cubicBezTo>
                  <a:pt x="13908" y="359957"/>
                  <a:pt x="11685" y="367670"/>
                  <a:pt x="9340" y="375397"/>
                </a:cubicBezTo>
                <a:cubicBezTo>
                  <a:pt x="6995" y="383124"/>
                  <a:pt x="5138" y="390879"/>
                  <a:pt x="3616" y="398739"/>
                </a:cubicBezTo>
                <a:cubicBezTo>
                  <a:pt x="2094" y="406599"/>
                  <a:pt x="413" y="414266"/>
                  <a:pt x="206" y="422555"/>
                </a:cubicBezTo>
                <a:cubicBezTo>
                  <a:pt x="0" y="430844"/>
                  <a:pt x="210" y="439509"/>
                  <a:pt x="2377" y="448473"/>
                </a:cubicBezTo>
                <a:cubicBezTo>
                  <a:pt x="4544" y="457436"/>
                  <a:pt x="11404" y="471690"/>
                  <a:pt x="13209" y="476334"/>
                </a:cubicBezTo>
                <a:cubicBezTo>
                  <a:pt x="15014" y="480977"/>
                  <a:pt x="10090" y="478870"/>
                  <a:pt x="13209" y="476334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01"/>
                </a:srgbClr>
              </a:gs>
              <a:gs pos="18000">
                <a:srgbClr val="767676">
                  <a:alpha val="3108"/>
                </a:srgbClr>
              </a:gs>
              <a:gs pos="48000">
                <a:srgbClr val="767676">
                  <a:alpha val="5013"/>
                </a:srgbClr>
              </a:gs>
              <a:gs pos="78000">
                <a:srgbClr val="767676">
                  <a:alpha val="3760"/>
                </a:srgbClr>
              </a:gs>
              <a:gs pos="100000">
                <a:srgbClr val="767676">
                  <a:alpha val="226"/>
                </a:srgbClr>
              </a:gs>
            </a:gsLst>
            <a:lin ang="16436939" scaled="0"/>
          </a:gradFill>
          <a:ln w="0">
            <a:noFill/>
            <a:prstDash val="solid"/>
          </a:ln>
        </p:spPr>
      </p:sp>
      <p:sp>
        <p:nvSpPr>
          <p:cNvPr id="1161" name="PANEL_D-intermittent-gas-wisp-4-feather-2_116">
            <a:extLst>
              <a:ext uri="{FF2B5EF4-FFF2-40B4-BE49-F238E27FC236}">
                <a16:creationId xmlns:a16="http://schemas.microsoft.com/office/drawing/2014/main" id="{D9F788DB-B1E1-4CC5-835F-0F27A980CCF1}"/>
              </a:ext>
            </a:extLst>
          </p:cNvPr>
          <p:cNvSpPr>
            <a:spLocks/>
          </p:cNvSpPr>
          <p:nvPr/>
        </p:nvSpPr>
        <p:spPr>
          <a:xfrm>
            <a:off x="15480098" y="4594027"/>
            <a:ext cx="113819" cy="457657"/>
          </a:xfrm>
          <a:custGeom>
            <a:pathLst>
              <a:path w="119494" h="480480">
                <a:moveTo>
                  <a:pt x="6897" y="476179"/>
                </a:moveTo>
                <a:cubicBezTo>
                  <a:pt x="9301" y="473336"/>
                  <a:pt x="16491" y="465311"/>
                  <a:pt x="21320" y="459123"/>
                </a:cubicBezTo>
                <a:cubicBezTo>
                  <a:pt x="26149" y="452935"/>
                  <a:pt x="30540" y="445756"/>
                  <a:pt x="35871" y="439052"/>
                </a:cubicBezTo>
                <a:cubicBezTo>
                  <a:pt x="41201" y="432348"/>
                  <a:pt x="46272" y="425454"/>
                  <a:pt x="53302" y="418898"/>
                </a:cubicBezTo>
                <a:cubicBezTo>
                  <a:pt x="60331" y="412343"/>
                  <a:pt x="70207" y="406568"/>
                  <a:pt x="78049" y="399718"/>
                </a:cubicBezTo>
                <a:cubicBezTo>
                  <a:pt x="85891" y="392869"/>
                  <a:pt x="95445" y="386126"/>
                  <a:pt x="100352" y="377802"/>
                </a:cubicBezTo>
                <a:cubicBezTo>
                  <a:pt x="105260" y="369479"/>
                  <a:pt x="106374" y="359605"/>
                  <a:pt x="107494" y="349778"/>
                </a:cubicBezTo>
                <a:cubicBezTo>
                  <a:pt x="108613" y="339951"/>
                  <a:pt x="106180" y="329166"/>
                  <a:pt x="107068" y="318839"/>
                </a:cubicBezTo>
                <a:cubicBezTo>
                  <a:pt x="107957" y="308512"/>
                  <a:pt x="110839" y="298397"/>
                  <a:pt x="112823" y="287816"/>
                </a:cubicBezTo>
                <a:cubicBezTo>
                  <a:pt x="114807" y="277235"/>
                  <a:pt x="118454" y="266347"/>
                  <a:pt x="118974" y="255353"/>
                </a:cubicBezTo>
                <a:cubicBezTo>
                  <a:pt x="119494" y="244360"/>
                  <a:pt x="117130" y="232841"/>
                  <a:pt x="115944" y="221856"/>
                </a:cubicBezTo>
                <a:cubicBezTo>
                  <a:pt x="114757" y="210871"/>
                  <a:pt x="112366" y="200146"/>
                  <a:pt x="111856" y="189441"/>
                </a:cubicBezTo>
                <a:cubicBezTo>
                  <a:pt x="111346" y="178737"/>
                  <a:pt x="113716" y="168019"/>
                  <a:pt x="112883" y="157627"/>
                </a:cubicBezTo>
                <a:cubicBezTo>
                  <a:pt x="112050" y="147236"/>
                  <a:pt x="110998" y="136717"/>
                  <a:pt x="106859" y="127092"/>
                </a:cubicBezTo>
                <a:cubicBezTo>
                  <a:pt x="102719" y="117468"/>
                  <a:pt x="94179" y="108642"/>
                  <a:pt x="88046" y="99880"/>
                </a:cubicBezTo>
                <a:cubicBezTo>
                  <a:pt x="81913" y="91118"/>
                  <a:pt x="74571" y="83077"/>
                  <a:pt x="70060" y="74520"/>
                </a:cubicBezTo>
                <a:cubicBezTo>
                  <a:pt x="65550" y="65963"/>
                  <a:pt x="63926" y="57079"/>
                  <a:pt x="60985" y="48539"/>
                </a:cubicBezTo>
                <a:cubicBezTo>
                  <a:pt x="58045" y="39999"/>
                  <a:pt x="56342" y="30693"/>
                  <a:pt x="52419" y="23278"/>
                </a:cubicBezTo>
                <a:cubicBezTo>
                  <a:pt x="48496" y="15863"/>
                  <a:pt x="39943" y="7253"/>
                  <a:pt x="37448" y="4048"/>
                </a:cubicBezTo>
                <a:cubicBezTo>
                  <a:pt x="34953" y="843"/>
                  <a:pt x="37725" y="0"/>
                  <a:pt x="37448" y="4048"/>
                </a:cubicBezTo>
                <a:cubicBezTo>
                  <a:pt x="37172" y="8096"/>
                  <a:pt x="36537" y="19690"/>
                  <a:pt x="35789" y="28337"/>
                </a:cubicBezTo>
                <a:cubicBezTo>
                  <a:pt x="35040" y="36985"/>
                  <a:pt x="33920" y="46759"/>
                  <a:pt x="32958" y="55934"/>
                </a:cubicBezTo>
                <a:cubicBezTo>
                  <a:pt x="31996" y="65108"/>
                  <a:pt x="30715" y="74314"/>
                  <a:pt x="30016" y="83387"/>
                </a:cubicBezTo>
                <a:cubicBezTo>
                  <a:pt x="29318" y="92459"/>
                  <a:pt x="29185" y="101364"/>
                  <a:pt x="28766" y="110366"/>
                </a:cubicBezTo>
                <a:cubicBezTo>
                  <a:pt x="28347" y="119368"/>
                  <a:pt x="27903" y="128369"/>
                  <a:pt x="27502" y="137398"/>
                </a:cubicBezTo>
                <a:cubicBezTo>
                  <a:pt x="27101" y="146428"/>
                  <a:pt x="25930" y="155495"/>
                  <a:pt x="26361" y="164542"/>
                </a:cubicBezTo>
                <a:cubicBezTo>
                  <a:pt x="26792" y="173589"/>
                  <a:pt x="27501" y="182473"/>
                  <a:pt x="30089" y="191680"/>
                </a:cubicBezTo>
                <a:cubicBezTo>
                  <a:pt x="32677" y="200886"/>
                  <a:pt x="37593" y="210079"/>
                  <a:pt x="41890" y="219780"/>
                </a:cubicBezTo>
                <a:cubicBezTo>
                  <a:pt x="46187" y="229482"/>
                  <a:pt x="52669" y="239795"/>
                  <a:pt x="55869" y="249889"/>
                </a:cubicBezTo>
                <a:cubicBezTo>
                  <a:pt x="59070" y="259983"/>
                  <a:pt x="61551" y="270630"/>
                  <a:pt x="61093" y="280346"/>
                </a:cubicBezTo>
                <a:cubicBezTo>
                  <a:pt x="60636" y="290061"/>
                  <a:pt x="56960" y="299444"/>
                  <a:pt x="53123" y="308182"/>
                </a:cubicBezTo>
                <a:cubicBezTo>
                  <a:pt x="49286" y="316921"/>
                  <a:pt x="42859" y="324815"/>
                  <a:pt x="38070" y="332779"/>
                </a:cubicBezTo>
                <a:cubicBezTo>
                  <a:pt x="33281" y="340742"/>
                  <a:pt x="28289" y="348252"/>
                  <a:pt x="24390" y="355963"/>
                </a:cubicBezTo>
                <a:cubicBezTo>
                  <a:pt x="20491" y="363673"/>
                  <a:pt x="17559" y="371348"/>
                  <a:pt x="14675" y="379043"/>
                </a:cubicBezTo>
                <a:cubicBezTo>
                  <a:pt x="11791" y="386738"/>
                  <a:pt x="9246" y="394390"/>
                  <a:pt x="7086" y="402133"/>
                </a:cubicBezTo>
                <a:cubicBezTo>
                  <a:pt x="4925" y="409876"/>
                  <a:pt x="2749" y="417462"/>
                  <a:pt x="1712" y="425502"/>
                </a:cubicBezTo>
                <a:cubicBezTo>
                  <a:pt x="675" y="433541"/>
                  <a:pt x="0" y="441925"/>
                  <a:pt x="864" y="450371"/>
                </a:cubicBezTo>
                <a:cubicBezTo>
                  <a:pt x="1728" y="458817"/>
                  <a:pt x="5891" y="471878"/>
                  <a:pt x="6897" y="476179"/>
                </a:cubicBezTo>
                <a:cubicBezTo>
                  <a:pt x="7902" y="480480"/>
                  <a:pt x="4493" y="479022"/>
                  <a:pt x="6897" y="476179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57"/>
                </a:srgbClr>
              </a:gs>
              <a:gs pos="18000">
                <a:srgbClr val="767676">
                  <a:alpha val="3988"/>
                </a:srgbClr>
              </a:gs>
              <a:gs pos="48000">
                <a:srgbClr val="767676">
                  <a:alpha val="6433"/>
                </a:srgbClr>
              </a:gs>
              <a:gs pos="78000">
                <a:srgbClr val="767676">
                  <a:alpha val="4825"/>
                </a:srgbClr>
              </a:gs>
              <a:gs pos="100000">
                <a:srgbClr val="767676">
                  <a:alpha val="289"/>
                </a:srgbClr>
              </a:gs>
            </a:gsLst>
            <a:lin ang="16436939" scaled="0"/>
          </a:gradFill>
          <a:ln w="0">
            <a:noFill/>
            <a:prstDash val="solid"/>
          </a:ln>
        </p:spPr>
      </p:sp>
      <p:sp>
        <p:nvSpPr>
          <p:cNvPr id="1162" name="PANEL_D-intermittent-gas-wisp-24-feather-0_117">
            <a:extLst>
              <a:ext uri="{FF2B5EF4-FFF2-40B4-BE49-F238E27FC236}">
                <a16:creationId xmlns:a16="http://schemas.microsoft.com/office/drawing/2014/main" id="{05C7038C-932B-451B-83FC-7EB5B0AEF402}"/>
              </a:ext>
            </a:extLst>
          </p:cNvPr>
          <p:cNvSpPr>
            <a:spLocks/>
          </p:cNvSpPr>
          <p:nvPr/>
        </p:nvSpPr>
        <p:spPr>
          <a:xfrm>
            <a:off x="15095068" y="4783422"/>
            <a:ext cx="106118" cy="145196"/>
          </a:xfrm>
          <a:custGeom>
            <a:pathLst>
              <a:path w="111410" h="152436">
                <a:moveTo>
                  <a:pt x="13707" y="149253"/>
                </a:moveTo>
                <a:cubicBezTo>
                  <a:pt x="16431" y="148370"/>
                  <a:pt x="24861" y="145599"/>
                  <a:pt x="30054" y="143955"/>
                </a:cubicBezTo>
                <a:cubicBezTo>
                  <a:pt x="35247" y="142311"/>
                  <a:pt x="39828" y="140920"/>
                  <a:pt x="44865" y="139390"/>
                </a:cubicBezTo>
                <a:cubicBezTo>
                  <a:pt x="49901" y="137861"/>
                  <a:pt x="54400" y="136021"/>
                  <a:pt x="60273" y="134777"/>
                </a:cubicBezTo>
                <a:cubicBezTo>
                  <a:pt x="66145" y="133533"/>
                  <a:pt x="74408" y="133365"/>
                  <a:pt x="80100" y="131925"/>
                </a:cubicBezTo>
                <a:cubicBezTo>
                  <a:pt x="85792" y="130484"/>
                  <a:pt x="92455" y="129304"/>
                  <a:pt x="94424" y="126134"/>
                </a:cubicBezTo>
                <a:cubicBezTo>
                  <a:pt x="96394" y="122963"/>
                  <a:pt x="93510" y="117511"/>
                  <a:pt x="91918" y="112902"/>
                </a:cubicBezTo>
                <a:cubicBezTo>
                  <a:pt x="90327" y="108294"/>
                  <a:pt x="85094" y="102373"/>
                  <a:pt x="84873" y="98483"/>
                </a:cubicBezTo>
                <a:cubicBezTo>
                  <a:pt x="84653" y="94592"/>
                  <a:pt x="87825" y="92258"/>
                  <a:pt x="90595" y="89559"/>
                </a:cubicBezTo>
                <a:cubicBezTo>
                  <a:pt x="93365" y="86859"/>
                  <a:pt x="99307" y="85144"/>
                  <a:pt x="101493" y="82287"/>
                </a:cubicBezTo>
                <a:cubicBezTo>
                  <a:pt x="103679" y="79431"/>
                  <a:pt x="103226" y="75721"/>
                  <a:pt x="103709" y="72419"/>
                </a:cubicBezTo>
                <a:cubicBezTo>
                  <a:pt x="104192" y="69118"/>
                  <a:pt x="103284" y="65517"/>
                  <a:pt x="104392" y="62477"/>
                </a:cubicBezTo>
                <a:cubicBezTo>
                  <a:pt x="105501" y="59437"/>
                  <a:pt x="109673" y="57186"/>
                  <a:pt x="110361" y="54179"/>
                </a:cubicBezTo>
                <a:cubicBezTo>
                  <a:pt x="111048" y="51171"/>
                  <a:pt x="111410" y="47945"/>
                  <a:pt x="108515" y="44432"/>
                </a:cubicBezTo>
                <a:cubicBezTo>
                  <a:pt x="105619" y="40918"/>
                  <a:pt x="97709" y="36441"/>
                  <a:pt x="92987" y="33096"/>
                </a:cubicBezTo>
                <a:cubicBezTo>
                  <a:pt x="88265" y="29751"/>
                  <a:pt x="82533" y="26780"/>
                  <a:pt x="80182" y="24361"/>
                </a:cubicBezTo>
                <a:cubicBezTo>
                  <a:pt x="77831" y="21942"/>
                  <a:pt x="79385" y="20490"/>
                  <a:pt x="78882" y="18582"/>
                </a:cubicBezTo>
                <a:cubicBezTo>
                  <a:pt x="78378" y="16674"/>
                  <a:pt x="79656" y="15704"/>
                  <a:pt x="77162" y="12914"/>
                </a:cubicBezTo>
                <a:cubicBezTo>
                  <a:pt x="74668" y="10125"/>
                  <a:pt x="66126" y="3690"/>
                  <a:pt x="63919" y="1845"/>
                </a:cubicBezTo>
                <a:cubicBezTo>
                  <a:pt x="61712" y="0"/>
                  <a:pt x="65476" y="171"/>
                  <a:pt x="63919" y="1845"/>
                </a:cubicBezTo>
                <a:cubicBezTo>
                  <a:pt x="62362" y="3518"/>
                  <a:pt x="57636" y="9600"/>
                  <a:pt x="54578" y="11886"/>
                </a:cubicBezTo>
                <a:cubicBezTo>
                  <a:pt x="51520" y="14173"/>
                  <a:pt x="48451" y="14458"/>
                  <a:pt x="45571" y="15566"/>
                </a:cubicBezTo>
                <a:cubicBezTo>
                  <a:pt x="42691" y="16675"/>
                  <a:pt x="39955" y="17494"/>
                  <a:pt x="37297" y="18537"/>
                </a:cubicBezTo>
                <a:cubicBezTo>
                  <a:pt x="34638" y="19580"/>
                  <a:pt x="32637" y="20720"/>
                  <a:pt x="29621" y="21823"/>
                </a:cubicBezTo>
                <a:cubicBezTo>
                  <a:pt x="26605" y="22926"/>
                  <a:pt x="23012" y="24092"/>
                  <a:pt x="19201" y="25156"/>
                </a:cubicBezTo>
                <a:cubicBezTo>
                  <a:pt x="15389" y="26220"/>
                  <a:pt x="9928" y="26902"/>
                  <a:pt x="6751" y="28209"/>
                </a:cubicBezTo>
                <a:cubicBezTo>
                  <a:pt x="3574" y="29515"/>
                  <a:pt x="275" y="30740"/>
                  <a:pt x="137" y="32995"/>
                </a:cubicBezTo>
                <a:cubicBezTo>
                  <a:pt x="0" y="35249"/>
                  <a:pt x="2698" y="38208"/>
                  <a:pt x="5926" y="41737"/>
                </a:cubicBezTo>
                <a:cubicBezTo>
                  <a:pt x="9154" y="45267"/>
                  <a:pt x="15683" y="49998"/>
                  <a:pt x="19506" y="54172"/>
                </a:cubicBezTo>
                <a:cubicBezTo>
                  <a:pt x="23328" y="58347"/>
                  <a:pt x="27486" y="63159"/>
                  <a:pt x="28861" y="66785"/>
                </a:cubicBezTo>
                <a:cubicBezTo>
                  <a:pt x="30237" y="70412"/>
                  <a:pt x="29184" y="73250"/>
                  <a:pt x="27756" y="75931"/>
                </a:cubicBezTo>
                <a:cubicBezTo>
                  <a:pt x="26328" y="78611"/>
                  <a:pt x="22657" y="80457"/>
                  <a:pt x="20294" y="82868"/>
                </a:cubicBezTo>
                <a:cubicBezTo>
                  <a:pt x="17931" y="85279"/>
                  <a:pt x="15446" y="87714"/>
                  <a:pt x="13578" y="90397"/>
                </a:cubicBezTo>
                <a:cubicBezTo>
                  <a:pt x="11709" y="93079"/>
                  <a:pt x="10573" y="96064"/>
                  <a:pt x="9084" y="98962"/>
                </a:cubicBezTo>
                <a:cubicBezTo>
                  <a:pt x="7596" y="101860"/>
                  <a:pt x="5917" y="104701"/>
                  <a:pt x="4647" y="107783"/>
                </a:cubicBezTo>
                <a:cubicBezTo>
                  <a:pt x="3376" y="110865"/>
                  <a:pt x="1608" y="113724"/>
                  <a:pt x="1463" y="117453"/>
                </a:cubicBezTo>
                <a:cubicBezTo>
                  <a:pt x="1318" y="121182"/>
                  <a:pt x="1738" y="124854"/>
                  <a:pt x="3779" y="130154"/>
                </a:cubicBezTo>
                <a:cubicBezTo>
                  <a:pt x="5819" y="135454"/>
                  <a:pt x="12052" y="146070"/>
                  <a:pt x="13707" y="149253"/>
                </a:cubicBezTo>
                <a:cubicBezTo>
                  <a:pt x="15362" y="152436"/>
                  <a:pt x="10982" y="150136"/>
                  <a:pt x="13707" y="149253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90"/>
                </a:srgbClr>
              </a:gs>
              <a:gs pos="18000">
                <a:srgbClr val="919191">
                  <a:alpha val="1399"/>
                </a:srgbClr>
              </a:gs>
              <a:gs pos="48000">
                <a:srgbClr val="919191">
                  <a:alpha val="2256"/>
                </a:srgbClr>
              </a:gs>
              <a:gs pos="78000">
                <a:srgbClr val="919191">
                  <a:alpha val="1692"/>
                </a:srgbClr>
              </a:gs>
              <a:gs pos="100000">
                <a:srgbClr val="919191">
                  <a:alpha val="102"/>
                </a:srgbClr>
              </a:gs>
            </a:gsLst>
            <a:lin ang="17226532" scaled="0"/>
          </a:gradFill>
          <a:ln w="0">
            <a:noFill/>
            <a:prstDash val="solid"/>
          </a:ln>
        </p:spPr>
      </p:sp>
      <p:sp>
        <p:nvSpPr>
          <p:cNvPr id="1163" name="PANEL_D-intermittent-gas-wisp-24-feather-1_118">
            <a:extLst>
              <a:ext uri="{FF2B5EF4-FFF2-40B4-BE49-F238E27FC236}">
                <a16:creationId xmlns:a16="http://schemas.microsoft.com/office/drawing/2014/main" id="{E83B10C9-8C61-43AC-82BA-7111DCE73856}"/>
              </a:ext>
            </a:extLst>
          </p:cNvPr>
          <p:cNvSpPr>
            <a:spLocks/>
          </p:cNvSpPr>
          <p:nvPr/>
        </p:nvSpPr>
        <p:spPr>
          <a:xfrm>
            <a:off x="15100339" y="4783443"/>
            <a:ext cx="88466" cy="144922"/>
          </a:xfrm>
          <a:custGeom>
            <a:pathLst>
              <a:path w="92877" h="152149">
                <a:moveTo>
                  <a:pt x="8173" y="149231"/>
                </a:moveTo>
                <a:cubicBezTo>
                  <a:pt x="10438" y="148107"/>
                  <a:pt x="17392" y="144544"/>
                  <a:pt x="21765" y="142486"/>
                </a:cubicBezTo>
                <a:cubicBezTo>
                  <a:pt x="26137" y="140427"/>
                  <a:pt x="30062" y="138726"/>
                  <a:pt x="34408" y="136880"/>
                </a:cubicBezTo>
                <a:cubicBezTo>
                  <a:pt x="38754" y="135033"/>
                  <a:pt x="42756" y="132984"/>
                  <a:pt x="47839" y="131407"/>
                </a:cubicBezTo>
                <a:cubicBezTo>
                  <a:pt x="52922" y="129830"/>
                  <a:pt x="59933" y="129128"/>
                  <a:pt x="64906" y="127419"/>
                </a:cubicBezTo>
                <a:cubicBezTo>
                  <a:pt x="69878" y="125710"/>
                  <a:pt x="75644" y="124226"/>
                  <a:pt x="77673" y="121153"/>
                </a:cubicBezTo>
                <a:cubicBezTo>
                  <a:pt x="79703" y="118080"/>
                  <a:pt x="77940" y="113210"/>
                  <a:pt x="77081" y="108979"/>
                </a:cubicBezTo>
                <a:cubicBezTo>
                  <a:pt x="76222" y="104748"/>
                  <a:pt x="72465" y="99479"/>
                  <a:pt x="72519" y="95768"/>
                </a:cubicBezTo>
                <a:cubicBezTo>
                  <a:pt x="72573" y="92057"/>
                  <a:pt x="75174" y="89537"/>
                  <a:pt x="77404" y="86712"/>
                </a:cubicBezTo>
                <a:cubicBezTo>
                  <a:pt x="79635" y="83887"/>
                  <a:pt x="84249" y="81770"/>
                  <a:pt x="85902" y="78816"/>
                </a:cubicBezTo>
                <a:cubicBezTo>
                  <a:pt x="87556" y="75863"/>
                  <a:pt x="87059" y="72255"/>
                  <a:pt x="87326" y="68993"/>
                </a:cubicBezTo>
                <a:cubicBezTo>
                  <a:pt x="87593" y="65731"/>
                  <a:pt x="86726" y="62253"/>
                  <a:pt x="87506" y="59244"/>
                </a:cubicBezTo>
                <a:cubicBezTo>
                  <a:pt x="88286" y="56236"/>
                  <a:pt x="91467" y="53856"/>
                  <a:pt x="92005" y="50943"/>
                </a:cubicBezTo>
                <a:cubicBezTo>
                  <a:pt x="92542" y="48030"/>
                  <a:pt x="92877" y="44991"/>
                  <a:pt x="90730" y="41765"/>
                </a:cubicBezTo>
                <a:cubicBezTo>
                  <a:pt x="88582" y="38540"/>
                  <a:pt x="82600" y="34604"/>
                  <a:pt x="79119" y="31591"/>
                </a:cubicBezTo>
                <a:cubicBezTo>
                  <a:pt x="75638" y="28578"/>
                  <a:pt x="71439" y="25916"/>
                  <a:pt x="69844" y="23686"/>
                </a:cubicBezTo>
                <a:cubicBezTo>
                  <a:pt x="68249" y="21457"/>
                  <a:pt x="69738" y="20037"/>
                  <a:pt x="69548" y="18216"/>
                </a:cubicBezTo>
                <a:cubicBezTo>
                  <a:pt x="69358" y="16395"/>
                  <a:pt x="70564" y="15491"/>
                  <a:pt x="68703" y="12759"/>
                </a:cubicBezTo>
                <a:cubicBezTo>
                  <a:pt x="66843" y="10027"/>
                  <a:pt x="60104" y="3645"/>
                  <a:pt x="58385" y="1823"/>
                </a:cubicBezTo>
                <a:cubicBezTo>
                  <a:pt x="56665" y="0"/>
                  <a:pt x="59601" y="134"/>
                  <a:pt x="58385" y="1823"/>
                </a:cubicBezTo>
                <a:cubicBezTo>
                  <a:pt x="57169" y="3512"/>
                  <a:pt x="53558" y="9617"/>
                  <a:pt x="51088" y="11957"/>
                </a:cubicBezTo>
                <a:cubicBezTo>
                  <a:pt x="48618" y="14297"/>
                  <a:pt x="46015" y="14666"/>
                  <a:pt x="43566" y="15863"/>
                </a:cubicBezTo>
                <a:cubicBezTo>
                  <a:pt x="41116" y="17061"/>
                  <a:pt x="38705" y="17988"/>
                  <a:pt x="36393" y="19144"/>
                </a:cubicBezTo>
                <a:cubicBezTo>
                  <a:pt x="34081" y="20300"/>
                  <a:pt x="32248" y="21534"/>
                  <a:pt x="29693" y="22798"/>
                </a:cubicBezTo>
                <a:cubicBezTo>
                  <a:pt x="27139" y="24063"/>
                  <a:pt x="24149" y="25416"/>
                  <a:pt x="21065" y="26730"/>
                </a:cubicBezTo>
                <a:cubicBezTo>
                  <a:pt x="17981" y="28045"/>
                  <a:pt x="13669" y="29100"/>
                  <a:pt x="11189" y="30686"/>
                </a:cubicBezTo>
                <a:cubicBezTo>
                  <a:pt x="8710" y="32272"/>
                  <a:pt x="6209" y="33852"/>
                  <a:pt x="6187" y="36248"/>
                </a:cubicBezTo>
                <a:cubicBezTo>
                  <a:pt x="6165" y="38644"/>
                  <a:pt x="8428" y="41621"/>
                  <a:pt x="11055" y="45061"/>
                </a:cubicBezTo>
                <a:cubicBezTo>
                  <a:pt x="13683" y="48501"/>
                  <a:pt x="18919" y="52905"/>
                  <a:pt x="21952" y="56887"/>
                </a:cubicBezTo>
                <a:cubicBezTo>
                  <a:pt x="24985" y="60868"/>
                  <a:pt x="28250" y="65401"/>
                  <a:pt x="29253" y="68949"/>
                </a:cubicBezTo>
                <a:cubicBezTo>
                  <a:pt x="30255" y="72497"/>
                  <a:pt x="29307" y="75410"/>
                  <a:pt x="27967" y="78177"/>
                </a:cubicBezTo>
                <a:cubicBezTo>
                  <a:pt x="26628" y="80944"/>
                  <a:pt x="23440" y="83035"/>
                  <a:pt x="21214" y="85552"/>
                </a:cubicBezTo>
                <a:cubicBezTo>
                  <a:pt x="18989" y="88069"/>
                  <a:pt x="16563" y="90586"/>
                  <a:pt x="14613" y="93278"/>
                </a:cubicBezTo>
                <a:cubicBezTo>
                  <a:pt x="12663" y="95971"/>
                  <a:pt x="11208" y="98863"/>
                  <a:pt x="9514" y="101708"/>
                </a:cubicBezTo>
                <a:cubicBezTo>
                  <a:pt x="7820" y="104554"/>
                  <a:pt x="5944" y="107341"/>
                  <a:pt x="4450" y="110351"/>
                </a:cubicBezTo>
                <a:cubicBezTo>
                  <a:pt x="2957" y="113361"/>
                  <a:pt x="1085" y="116207"/>
                  <a:pt x="555" y="119769"/>
                </a:cubicBezTo>
                <a:cubicBezTo>
                  <a:pt x="24" y="123331"/>
                  <a:pt x="0" y="126811"/>
                  <a:pt x="1270" y="131721"/>
                </a:cubicBezTo>
                <a:cubicBezTo>
                  <a:pt x="2539" y="136632"/>
                  <a:pt x="7022" y="146313"/>
                  <a:pt x="8173" y="149231"/>
                </a:cubicBezTo>
                <a:cubicBezTo>
                  <a:pt x="9323" y="152149"/>
                  <a:pt x="5908" y="150355"/>
                  <a:pt x="8173" y="149231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21"/>
                </a:srgbClr>
              </a:gs>
              <a:gs pos="18000">
                <a:srgbClr val="767676">
                  <a:alpha val="1865"/>
                </a:srgbClr>
              </a:gs>
              <a:gs pos="48000">
                <a:srgbClr val="767676">
                  <a:alpha val="3007"/>
                </a:srgbClr>
              </a:gs>
              <a:gs pos="78000">
                <a:srgbClr val="767676">
                  <a:alpha val="2256"/>
                </a:srgbClr>
              </a:gs>
              <a:gs pos="100000">
                <a:srgbClr val="767676">
                  <a:alpha val="136"/>
                </a:srgbClr>
              </a:gs>
            </a:gsLst>
            <a:lin ang="17226532" scaled="0"/>
          </a:gradFill>
          <a:ln w="0">
            <a:noFill/>
            <a:prstDash val="solid"/>
          </a:ln>
        </p:spPr>
      </p:sp>
      <p:sp>
        <p:nvSpPr>
          <p:cNvPr id="1164" name="PANEL_D-intermittent-gas-wisp-24-feather-2_119">
            <a:extLst>
              <a:ext uri="{FF2B5EF4-FFF2-40B4-BE49-F238E27FC236}">
                <a16:creationId xmlns:a16="http://schemas.microsoft.com/office/drawing/2014/main" id="{55B5C0EB-3C81-432F-89E8-3B96B951331F}"/>
              </a:ext>
            </a:extLst>
          </p:cNvPr>
          <p:cNvSpPr>
            <a:spLocks/>
          </p:cNvSpPr>
          <p:nvPr/>
        </p:nvSpPr>
        <p:spPr>
          <a:xfrm>
            <a:off x="15104284" y="4783466"/>
            <a:ext cx="71014" cy="144624"/>
          </a:xfrm>
          <a:custGeom>
            <a:pathLst>
              <a:path w="74555" h="151836">
                <a:moveTo>
                  <a:pt x="4032" y="149207"/>
                </a:moveTo>
                <a:cubicBezTo>
                  <a:pt x="5796" y="147819"/>
                  <a:pt x="11140" y="143394"/>
                  <a:pt x="14617" y="140883"/>
                </a:cubicBezTo>
                <a:cubicBezTo>
                  <a:pt x="18095" y="138372"/>
                  <a:pt x="21304" y="136334"/>
                  <a:pt x="24896" y="134141"/>
                </a:cubicBezTo>
                <a:cubicBezTo>
                  <a:pt x="28489" y="131949"/>
                  <a:pt x="31949" y="129669"/>
                  <a:pt x="36170" y="127730"/>
                </a:cubicBezTo>
                <a:cubicBezTo>
                  <a:pt x="40392" y="125790"/>
                  <a:pt x="46039" y="124505"/>
                  <a:pt x="50227" y="122503"/>
                </a:cubicBezTo>
                <a:cubicBezTo>
                  <a:pt x="54414" y="120502"/>
                  <a:pt x="59201" y="118687"/>
                  <a:pt x="61295" y="115720"/>
                </a:cubicBezTo>
                <a:cubicBezTo>
                  <a:pt x="63389" y="112752"/>
                  <a:pt x="62850" y="108518"/>
                  <a:pt x="62791" y="104699"/>
                </a:cubicBezTo>
                <a:cubicBezTo>
                  <a:pt x="62731" y="100880"/>
                  <a:pt x="60584" y="96321"/>
                  <a:pt x="60937" y="92806"/>
                </a:cubicBezTo>
                <a:cubicBezTo>
                  <a:pt x="61291" y="89290"/>
                  <a:pt x="63269" y="86569"/>
                  <a:pt x="64911" y="83607"/>
                </a:cubicBezTo>
                <a:cubicBezTo>
                  <a:pt x="66553" y="80644"/>
                  <a:pt x="69717" y="78089"/>
                  <a:pt x="70790" y="75030"/>
                </a:cubicBezTo>
                <a:cubicBezTo>
                  <a:pt x="71863" y="71972"/>
                  <a:pt x="71318" y="68474"/>
                  <a:pt x="71350" y="65255"/>
                </a:cubicBezTo>
                <a:cubicBezTo>
                  <a:pt x="71381" y="62037"/>
                  <a:pt x="70559" y="58692"/>
                  <a:pt x="70980" y="55718"/>
                </a:cubicBezTo>
                <a:cubicBezTo>
                  <a:pt x="71401" y="52744"/>
                  <a:pt x="73502" y="50223"/>
                  <a:pt x="73876" y="47412"/>
                </a:cubicBezTo>
                <a:cubicBezTo>
                  <a:pt x="74250" y="44602"/>
                  <a:pt x="74555" y="41767"/>
                  <a:pt x="73224" y="38857"/>
                </a:cubicBezTo>
                <a:cubicBezTo>
                  <a:pt x="71892" y="35946"/>
                  <a:pt x="68013" y="32601"/>
                  <a:pt x="65886" y="29949"/>
                </a:cubicBezTo>
                <a:cubicBezTo>
                  <a:pt x="63759" y="27298"/>
                  <a:pt x="61232" y="24973"/>
                  <a:pt x="60461" y="22950"/>
                </a:cubicBezTo>
                <a:cubicBezTo>
                  <a:pt x="59691" y="20928"/>
                  <a:pt x="61110" y="19543"/>
                  <a:pt x="61261" y="17816"/>
                </a:cubicBezTo>
                <a:cubicBezTo>
                  <a:pt x="61413" y="16090"/>
                  <a:pt x="62541" y="15259"/>
                  <a:pt x="61371" y="12590"/>
                </a:cubicBezTo>
                <a:cubicBezTo>
                  <a:pt x="60201" y="9920"/>
                  <a:pt x="55431" y="3597"/>
                  <a:pt x="54243" y="1799"/>
                </a:cubicBezTo>
                <a:cubicBezTo>
                  <a:pt x="53055" y="0"/>
                  <a:pt x="55088" y="93"/>
                  <a:pt x="54243" y="1799"/>
                </a:cubicBezTo>
                <a:cubicBezTo>
                  <a:pt x="53399" y="3504"/>
                  <a:pt x="51004" y="9636"/>
                  <a:pt x="49176" y="12034"/>
                </a:cubicBezTo>
                <a:cubicBezTo>
                  <a:pt x="47347" y="14433"/>
                  <a:pt x="45252" y="14892"/>
                  <a:pt x="43274" y="16188"/>
                </a:cubicBezTo>
                <a:cubicBezTo>
                  <a:pt x="41295" y="17483"/>
                  <a:pt x="39237" y="18527"/>
                  <a:pt x="37303" y="19806"/>
                </a:cubicBezTo>
                <a:cubicBezTo>
                  <a:pt x="35369" y="21085"/>
                  <a:pt x="33720" y="22422"/>
                  <a:pt x="31668" y="23862"/>
                </a:cubicBezTo>
                <a:cubicBezTo>
                  <a:pt x="29617" y="25302"/>
                  <a:pt x="27284" y="26860"/>
                  <a:pt x="24994" y="28448"/>
                </a:cubicBezTo>
                <a:cubicBezTo>
                  <a:pt x="22704" y="30036"/>
                  <a:pt x="19645" y="31497"/>
                  <a:pt x="17927" y="33389"/>
                </a:cubicBezTo>
                <a:cubicBezTo>
                  <a:pt x="16208" y="35280"/>
                  <a:pt x="14579" y="37248"/>
                  <a:pt x="14683" y="39797"/>
                </a:cubicBezTo>
                <a:cubicBezTo>
                  <a:pt x="14786" y="42347"/>
                  <a:pt x="16574" y="45345"/>
                  <a:pt x="18547" y="48687"/>
                </a:cubicBezTo>
                <a:cubicBezTo>
                  <a:pt x="20519" y="52029"/>
                  <a:pt x="24346" y="56078"/>
                  <a:pt x="26517" y="59848"/>
                </a:cubicBezTo>
                <a:cubicBezTo>
                  <a:pt x="28688" y="63618"/>
                  <a:pt x="30979" y="67846"/>
                  <a:pt x="31575" y="71309"/>
                </a:cubicBezTo>
                <a:cubicBezTo>
                  <a:pt x="32171" y="74772"/>
                  <a:pt x="31337" y="77766"/>
                  <a:pt x="30094" y="80628"/>
                </a:cubicBezTo>
                <a:cubicBezTo>
                  <a:pt x="28850" y="83489"/>
                  <a:pt x="26190" y="85848"/>
                  <a:pt x="24114" y="88480"/>
                </a:cubicBezTo>
                <a:cubicBezTo>
                  <a:pt x="22038" y="91113"/>
                  <a:pt x="19677" y="93718"/>
                  <a:pt x="17638" y="96422"/>
                </a:cubicBezTo>
                <a:cubicBezTo>
                  <a:pt x="15599" y="99126"/>
                  <a:pt x="13796" y="101915"/>
                  <a:pt x="11878" y="104704"/>
                </a:cubicBezTo>
                <a:cubicBezTo>
                  <a:pt x="9961" y="107492"/>
                  <a:pt x="7869" y="110221"/>
                  <a:pt x="6132" y="113153"/>
                </a:cubicBezTo>
                <a:cubicBezTo>
                  <a:pt x="4396" y="116085"/>
                  <a:pt x="2410" y="118916"/>
                  <a:pt x="1459" y="122295"/>
                </a:cubicBezTo>
                <a:cubicBezTo>
                  <a:pt x="509" y="125675"/>
                  <a:pt x="0" y="128945"/>
                  <a:pt x="429" y="133430"/>
                </a:cubicBezTo>
                <a:cubicBezTo>
                  <a:pt x="857" y="137916"/>
                  <a:pt x="3431" y="146577"/>
                  <a:pt x="4032" y="149207"/>
                </a:cubicBezTo>
                <a:cubicBezTo>
                  <a:pt x="4632" y="151836"/>
                  <a:pt x="2267" y="150594"/>
                  <a:pt x="4032" y="14920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55"/>
                </a:srgbClr>
              </a:gs>
              <a:gs pos="18000">
                <a:srgbClr val="767676">
                  <a:alpha val="2394"/>
                </a:srgbClr>
              </a:gs>
              <a:gs pos="48000">
                <a:srgbClr val="767676">
                  <a:alpha val="3861"/>
                </a:srgbClr>
              </a:gs>
              <a:gs pos="78000">
                <a:srgbClr val="767676">
                  <a:alpha val="2895"/>
                </a:srgbClr>
              </a:gs>
              <a:gs pos="100000">
                <a:srgbClr val="767676">
                  <a:alpha val="173"/>
                </a:srgbClr>
              </a:gs>
            </a:gsLst>
            <a:lin ang="17226532" scaled="0"/>
          </a:gradFill>
          <a:ln w="0">
            <a:noFill/>
            <a:prstDash val="solid"/>
          </a:ln>
        </p:spPr>
      </p:sp>
      <p:sp>
        <p:nvSpPr>
          <p:cNvPr id="1165" name="PANEL_D-intermittent-gas-core-5-feather-0_120">
            <a:extLst>
              <a:ext uri="{FF2B5EF4-FFF2-40B4-BE49-F238E27FC236}">
                <a16:creationId xmlns:a16="http://schemas.microsoft.com/office/drawing/2014/main" id="{53823E0E-2146-419A-81FB-91F62860B108}"/>
              </a:ext>
            </a:extLst>
          </p:cNvPr>
          <p:cNvSpPr>
            <a:spLocks/>
          </p:cNvSpPr>
          <p:nvPr/>
        </p:nvSpPr>
        <p:spPr>
          <a:xfrm>
            <a:off x="14858673" y="4100814"/>
            <a:ext cx="408229" cy="348916"/>
          </a:xfrm>
          <a:custGeom>
            <a:pathLst>
              <a:path w="428587" h="366316">
                <a:moveTo>
                  <a:pt x="384007" y="354921"/>
                </a:moveTo>
                <a:cubicBezTo>
                  <a:pt x="390336" y="343527"/>
                  <a:pt x="415380" y="304866"/>
                  <a:pt x="421983" y="286554"/>
                </a:cubicBezTo>
                <a:cubicBezTo>
                  <a:pt x="428587" y="268243"/>
                  <a:pt x="427282" y="255342"/>
                  <a:pt x="423627" y="245052"/>
                </a:cubicBezTo>
                <a:cubicBezTo>
                  <a:pt x="419972" y="234763"/>
                  <a:pt x="407053" y="232301"/>
                  <a:pt x="400054" y="224818"/>
                </a:cubicBezTo>
                <a:cubicBezTo>
                  <a:pt x="393055" y="217334"/>
                  <a:pt x="387157" y="209141"/>
                  <a:pt x="381632" y="200152"/>
                </a:cubicBezTo>
                <a:cubicBezTo>
                  <a:pt x="376107" y="191162"/>
                  <a:pt x="373757" y="178705"/>
                  <a:pt x="366905" y="170880"/>
                </a:cubicBezTo>
                <a:cubicBezTo>
                  <a:pt x="360053" y="163054"/>
                  <a:pt x="347837" y="160648"/>
                  <a:pt x="340518" y="153198"/>
                </a:cubicBezTo>
                <a:cubicBezTo>
                  <a:pt x="333200" y="145748"/>
                  <a:pt x="324964" y="140276"/>
                  <a:pt x="322993" y="126180"/>
                </a:cubicBezTo>
                <a:cubicBezTo>
                  <a:pt x="321022" y="112085"/>
                  <a:pt x="328639" y="86037"/>
                  <a:pt x="328694" y="68626"/>
                </a:cubicBezTo>
                <a:cubicBezTo>
                  <a:pt x="328750" y="51214"/>
                  <a:pt x="331151" y="28812"/>
                  <a:pt x="323325" y="21712"/>
                </a:cubicBezTo>
                <a:cubicBezTo>
                  <a:pt x="315498" y="14612"/>
                  <a:pt x="296751" y="22072"/>
                  <a:pt x="281735" y="26026"/>
                </a:cubicBezTo>
                <a:cubicBezTo>
                  <a:pt x="266719" y="29981"/>
                  <a:pt x="245952" y="43890"/>
                  <a:pt x="233230" y="45440"/>
                </a:cubicBezTo>
                <a:cubicBezTo>
                  <a:pt x="220509" y="46989"/>
                  <a:pt x="213793" y="40071"/>
                  <a:pt x="205408" y="35325"/>
                </a:cubicBezTo>
                <a:cubicBezTo>
                  <a:pt x="197022" y="30580"/>
                  <a:pt x="191900" y="20222"/>
                  <a:pt x="182917" y="16965"/>
                </a:cubicBezTo>
                <a:cubicBezTo>
                  <a:pt x="173935" y="13708"/>
                  <a:pt x="161557" y="16688"/>
                  <a:pt x="151513" y="15783"/>
                </a:cubicBezTo>
                <a:cubicBezTo>
                  <a:pt x="141469" y="14877"/>
                  <a:pt x="131669" y="13981"/>
                  <a:pt x="122654" y="11533"/>
                </a:cubicBezTo>
                <a:cubicBezTo>
                  <a:pt x="113638" y="9085"/>
                  <a:pt x="107832" y="0"/>
                  <a:pt x="97419" y="1095"/>
                </a:cubicBezTo>
                <a:cubicBezTo>
                  <a:pt x="87007" y="2191"/>
                  <a:pt x="74981" y="6366"/>
                  <a:pt x="60177" y="18105"/>
                </a:cubicBezTo>
                <a:cubicBezTo>
                  <a:pt x="45374" y="29843"/>
                  <a:pt x="17194" y="62623"/>
                  <a:pt x="8597" y="71526"/>
                </a:cubicBezTo>
                <a:cubicBezTo>
                  <a:pt x="0" y="80430"/>
                  <a:pt x="7547" y="63608"/>
                  <a:pt x="8597" y="71526"/>
                </a:cubicBezTo>
                <a:cubicBezTo>
                  <a:pt x="9646" y="79445"/>
                  <a:pt x="11768" y="106021"/>
                  <a:pt x="14893" y="119038"/>
                </a:cubicBezTo>
                <a:cubicBezTo>
                  <a:pt x="18018" y="132054"/>
                  <a:pt x="21735" y="142708"/>
                  <a:pt x="27349" y="149626"/>
                </a:cubicBezTo>
                <a:cubicBezTo>
                  <a:pt x="32963" y="156543"/>
                  <a:pt x="40443" y="158932"/>
                  <a:pt x="48579" y="160544"/>
                </a:cubicBezTo>
                <a:cubicBezTo>
                  <a:pt x="56715" y="162157"/>
                  <a:pt x="68044" y="157557"/>
                  <a:pt x="76166" y="159302"/>
                </a:cubicBezTo>
                <a:cubicBezTo>
                  <a:pt x="84288" y="161046"/>
                  <a:pt x="92925" y="162581"/>
                  <a:pt x="97311" y="171009"/>
                </a:cubicBezTo>
                <a:cubicBezTo>
                  <a:pt x="101696" y="179437"/>
                  <a:pt x="102382" y="194843"/>
                  <a:pt x="102479" y="209870"/>
                </a:cubicBezTo>
                <a:cubicBezTo>
                  <a:pt x="102576" y="224896"/>
                  <a:pt x="98612" y="246090"/>
                  <a:pt x="97892" y="261168"/>
                </a:cubicBezTo>
                <a:cubicBezTo>
                  <a:pt x="97173" y="276246"/>
                  <a:pt x="96357" y="290286"/>
                  <a:pt x="98162" y="300337"/>
                </a:cubicBezTo>
                <a:cubicBezTo>
                  <a:pt x="99966" y="310388"/>
                  <a:pt x="104505" y="315590"/>
                  <a:pt x="108719" y="321474"/>
                </a:cubicBezTo>
                <a:cubicBezTo>
                  <a:pt x="112933" y="327357"/>
                  <a:pt x="118191" y="331433"/>
                  <a:pt x="123446" y="335636"/>
                </a:cubicBezTo>
                <a:cubicBezTo>
                  <a:pt x="128701" y="339839"/>
                  <a:pt x="132706" y="345156"/>
                  <a:pt x="140250" y="346689"/>
                </a:cubicBezTo>
                <a:cubicBezTo>
                  <a:pt x="147793" y="348222"/>
                  <a:pt x="156230" y="348131"/>
                  <a:pt x="168708" y="344835"/>
                </a:cubicBezTo>
                <a:cubicBezTo>
                  <a:pt x="181185" y="341540"/>
                  <a:pt x="198660" y="332784"/>
                  <a:pt x="215113" y="326914"/>
                </a:cubicBezTo>
                <a:cubicBezTo>
                  <a:pt x="231567" y="321045"/>
                  <a:pt x="252452" y="312259"/>
                  <a:pt x="267431" y="309616"/>
                </a:cubicBezTo>
                <a:cubicBezTo>
                  <a:pt x="282411" y="306973"/>
                  <a:pt x="295490" y="307590"/>
                  <a:pt x="304990" y="311058"/>
                </a:cubicBezTo>
                <a:cubicBezTo>
                  <a:pt x="314490" y="314527"/>
                  <a:pt x="318034" y="323827"/>
                  <a:pt x="324429" y="330427"/>
                </a:cubicBezTo>
                <a:cubicBezTo>
                  <a:pt x="330824" y="337026"/>
                  <a:pt x="333429" y="346573"/>
                  <a:pt x="343359" y="350656"/>
                </a:cubicBezTo>
                <a:cubicBezTo>
                  <a:pt x="353288" y="354738"/>
                  <a:pt x="377232" y="354210"/>
                  <a:pt x="384007" y="354921"/>
                </a:cubicBezTo>
                <a:cubicBezTo>
                  <a:pt x="390782" y="355632"/>
                  <a:pt x="377677" y="366316"/>
                  <a:pt x="384007" y="354921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201"/>
                </a:srgbClr>
              </a:gs>
              <a:gs pos="18000">
                <a:srgbClr val="919191">
                  <a:alpha val="3102"/>
                </a:srgbClr>
              </a:gs>
              <a:gs pos="48000">
                <a:srgbClr val="919191">
                  <a:alpha val="5005"/>
                </a:srgbClr>
              </a:gs>
              <a:gs pos="78000">
                <a:srgbClr val="919191">
                  <a:alpha val="3754"/>
                </a:srgbClr>
              </a:gs>
              <a:gs pos="100000">
                <a:srgbClr val="919191">
                  <a:alpha val="224"/>
                </a:srgbClr>
              </a:gs>
            </a:gsLst>
            <a:lin ang="13023598" scaled="0"/>
          </a:gradFill>
          <a:ln w="0">
            <a:noFill/>
            <a:prstDash val="solid"/>
          </a:ln>
        </p:spPr>
      </p:sp>
      <p:sp>
        <p:nvSpPr>
          <p:cNvPr id="1166" name="PANEL_D-intermittent-gas-core-5-feather-1_121">
            <a:extLst>
              <a:ext uri="{FF2B5EF4-FFF2-40B4-BE49-F238E27FC236}">
                <a16:creationId xmlns:a16="http://schemas.microsoft.com/office/drawing/2014/main" id="{D348BFC5-6FCE-4090-B7AF-CC4D5C064E4F}"/>
              </a:ext>
            </a:extLst>
          </p:cNvPr>
          <p:cNvSpPr>
            <a:spLocks/>
          </p:cNvSpPr>
          <p:nvPr/>
        </p:nvSpPr>
        <p:spPr>
          <a:xfrm>
            <a:off x="14859584" y="4117983"/>
            <a:ext cx="394682" cy="330342"/>
          </a:xfrm>
          <a:custGeom>
            <a:pathLst>
              <a:path w="414364" h="346816">
                <a:moveTo>
                  <a:pt x="383050" y="336897"/>
                </a:moveTo>
                <a:cubicBezTo>
                  <a:pt x="387570" y="326977"/>
                  <a:pt x="405976" y="293619"/>
                  <a:pt x="410170" y="277381"/>
                </a:cubicBezTo>
                <a:cubicBezTo>
                  <a:pt x="414364" y="261143"/>
                  <a:pt x="412298" y="249203"/>
                  <a:pt x="408214" y="239469"/>
                </a:cubicBezTo>
                <a:cubicBezTo>
                  <a:pt x="404131" y="229735"/>
                  <a:pt x="392678" y="226213"/>
                  <a:pt x="385668" y="218975"/>
                </a:cubicBezTo>
                <a:cubicBezTo>
                  <a:pt x="378659" y="211737"/>
                  <a:pt x="372300" y="204127"/>
                  <a:pt x="366157" y="196042"/>
                </a:cubicBezTo>
                <a:cubicBezTo>
                  <a:pt x="360015" y="187958"/>
                  <a:pt x="356150" y="177374"/>
                  <a:pt x="348815" y="170467"/>
                </a:cubicBezTo>
                <a:cubicBezTo>
                  <a:pt x="341480" y="163560"/>
                  <a:pt x="329834" y="161092"/>
                  <a:pt x="322145" y="154600"/>
                </a:cubicBezTo>
                <a:cubicBezTo>
                  <a:pt x="314455" y="148108"/>
                  <a:pt x="306033" y="143270"/>
                  <a:pt x="302678" y="131514"/>
                </a:cubicBezTo>
                <a:cubicBezTo>
                  <a:pt x="299322" y="119759"/>
                  <a:pt x="303537" y="98659"/>
                  <a:pt x="302012" y="84068"/>
                </a:cubicBezTo>
                <a:cubicBezTo>
                  <a:pt x="300487" y="69476"/>
                  <a:pt x="300952" y="50844"/>
                  <a:pt x="293531" y="43967"/>
                </a:cubicBezTo>
                <a:cubicBezTo>
                  <a:pt x="286110" y="37090"/>
                  <a:pt x="270341" y="41348"/>
                  <a:pt x="257486" y="42807"/>
                </a:cubicBezTo>
                <a:cubicBezTo>
                  <a:pt x="244630" y="44266"/>
                  <a:pt x="227417" y="53275"/>
                  <a:pt x="216396" y="52723"/>
                </a:cubicBezTo>
                <a:cubicBezTo>
                  <a:pt x="205376" y="52171"/>
                  <a:pt x="199088" y="44885"/>
                  <a:pt x="191362" y="39496"/>
                </a:cubicBezTo>
                <a:cubicBezTo>
                  <a:pt x="183636" y="34108"/>
                  <a:pt x="178415" y="24349"/>
                  <a:pt x="170038" y="20393"/>
                </a:cubicBezTo>
                <a:cubicBezTo>
                  <a:pt x="161662" y="16437"/>
                  <a:pt x="150527" y="17494"/>
                  <a:pt x="141103" y="15762"/>
                </a:cubicBezTo>
                <a:cubicBezTo>
                  <a:pt x="131680" y="14031"/>
                  <a:pt x="122305" y="12552"/>
                  <a:pt x="113496" y="10005"/>
                </a:cubicBezTo>
                <a:cubicBezTo>
                  <a:pt x="104687" y="7458"/>
                  <a:pt x="98253" y="0"/>
                  <a:pt x="88250" y="479"/>
                </a:cubicBezTo>
                <a:cubicBezTo>
                  <a:pt x="78247" y="958"/>
                  <a:pt x="66914" y="4041"/>
                  <a:pt x="53479" y="12878"/>
                </a:cubicBezTo>
                <a:cubicBezTo>
                  <a:pt x="40044" y="21715"/>
                  <a:pt x="15280" y="46731"/>
                  <a:pt x="7640" y="53501"/>
                </a:cubicBezTo>
                <a:cubicBezTo>
                  <a:pt x="0" y="60272"/>
                  <a:pt x="5887" y="47151"/>
                  <a:pt x="7640" y="53501"/>
                </a:cubicBezTo>
                <a:cubicBezTo>
                  <a:pt x="9393" y="59852"/>
                  <a:pt x="13831" y="81134"/>
                  <a:pt x="18157" y="91605"/>
                </a:cubicBezTo>
                <a:cubicBezTo>
                  <a:pt x="22483" y="102077"/>
                  <a:pt x="27335" y="110561"/>
                  <a:pt x="33595" y="116333"/>
                </a:cubicBezTo>
                <a:cubicBezTo>
                  <a:pt x="39855" y="122104"/>
                  <a:pt x="47595" y="124337"/>
                  <a:pt x="55718" y="126233"/>
                </a:cubicBezTo>
                <a:cubicBezTo>
                  <a:pt x="63841" y="128129"/>
                  <a:pt x="74409" y="125322"/>
                  <a:pt x="82333" y="127707"/>
                </a:cubicBezTo>
                <a:cubicBezTo>
                  <a:pt x="90258" y="130093"/>
                  <a:pt x="98474" y="132559"/>
                  <a:pt x="103265" y="140548"/>
                </a:cubicBezTo>
                <a:cubicBezTo>
                  <a:pt x="108056" y="148537"/>
                  <a:pt x="109816" y="162234"/>
                  <a:pt x="111077" y="175641"/>
                </a:cubicBezTo>
                <a:cubicBezTo>
                  <a:pt x="112339" y="189048"/>
                  <a:pt x="110296" y="207470"/>
                  <a:pt x="110833" y="220991"/>
                </a:cubicBezTo>
                <a:cubicBezTo>
                  <a:pt x="111369" y="234513"/>
                  <a:pt x="111748" y="247304"/>
                  <a:pt x="114298" y="256769"/>
                </a:cubicBezTo>
                <a:cubicBezTo>
                  <a:pt x="116849" y="266234"/>
                  <a:pt x="121535" y="271853"/>
                  <a:pt x="126138" y="277781"/>
                </a:cubicBezTo>
                <a:cubicBezTo>
                  <a:pt x="130741" y="283709"/>
                  <a:pt x="136252" y="288047"/>
                  <a:pt x="141918" y="292336"/>
                </a:cubicBezTo>
                <a:cubicBezTo>
                  <a:pt x="147585" y="296624"/>
                  <a:pt x="152436" y="301554"/>
                  <a:pt x="160138" y="303511"/>
                </a:cubicBezTo>
                <a:cubicBezTo>
                  <a:pt x="167841" y="305468"/>
                  <a:pt x="176419" y="305966"/>
                  <a:pt x="188132" y="304077"/>
                </a:cubicBezTo>
                <a:cubicBezTo>
                  <a:pt x="199846" y="302187"/>
                  <a:pt x="215593" y="295949"/>
                  <a:pt x="230418" y="292174"/>
                </a:cubicBezTo>
                <a:cubicBezTo>
                  <a:pt x="245242" y="288399"/>
                  <a:pt x="263564" y="282413"/>
                  <a:pt x="277081" y="281424"/>
                </a:cubicBezTo>
                <a:cubicBezTo>
                  <a:pt x="290598" y="280436"/>
                  <a:pt x="302559" y="282137"/>
                  <a:pt x="311519" y="286243"/>
                </a:cubicBezTo>
                <a:cubicBezTo>
                  <a:pt x="320478" y="290349"/>
                  <a:pt x="324619" y="299205"/>
                  <a:pt x="330840" y="306061"/>
                </a:cubicBezTo>
                <a:cubicBezTo>
                  <a:pt x="337060" y="312917"/>
                  <a:pt x="340141" y="322241"/>
                  <a:pt x="348843" y="327380"/>
                </a:cubicBezTo>
                <a:cubicBezTo>
                  <a:pt x="357544" y="332519"/>
                  <a:pt x="377349" y="335310"/>
                  <a:pt x="383050" y="336897"/>
                </a:cubicBezTo>
                <a:cubicBezTo>
                  <a:pt x="388751" y="338483"/>
                  <a:pt x="378530" y="346816"/>
                  <a:pt x="383050" y="33689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67"/>
                </a:srgbClr>
              </a:gs>
              <a:gs pos="18000">
                <a:srgbClr val="767676">
                  <a:alpha val="4136"/>
                </a:srgbClr>
              </a:gs>
              <a:gs pos="48000">
                <a:srgbClr val="767676">
                  <a:alpha val="6672"/>
                </a:srgbClr>
              </a:gs>
              <a:gs pos="78000">
                <a:srgbClr val="767676">
                  <a:alpha val="5005"/>
                </a:srgbClr>
              </a:gs>
              <a:gs pos="100000">
                <a:srgbClr val="767676">
                  <a:alpha val="301"/>
                </a:srgbClr>
              </a:gs>
            </a:gsLst>
            <a:lin ang="13023598" scaled="0"/>
          </a:gradFill>
          <a:ln w="0">
            <a:noFill/>
            <a:prstDash val="solid"/>
          </a:ln>
        </p:spPr>
      </p:sp>
      <p:sp>
        <p:nvSpPr>
          <p:cNvPr id="1167" name="PANEL_D-intermittent-gas-core-5-feather-2_122">
            <a:extLst>
              <a:ext uri="{FF2B5EF4-FFF2-40B4-BE49-F238E27FC236}">
                <a16:creationId xmlns:a16="http://schemas.microsoft.com/office/drawing/2014/main" id="{3F754016-9D53-4807-9BCC-A6C819BA2017}"/>
              </a:ext>
            </a:extLst>
          </p:cNvPr>
          <p:cNvSpPr>
            <a:spLocks/>
          </p:cNvSpPr>
          <p:nvPr/>
        </p:nvSpPr>
        <p:spPr>
          <a:xfrm>
            <a:off x="14860579" y="4136343"/>
            <a:ext cx="379903" cy="310449"/>
          </a:xfrm>
          <a:custGeom>
            <a:pathLst>
              <a:path w="398848" h="325931">
                <a:moveTo>
                  <a:pt x="382006" y="317621"/>
                </a:moveTo>
                <a:cubicBezTo>
                  <a:pt x="384552" y="309311"/>
                  <a:pt x="395717" y="281736"/>
                  <a:pt x="397282" y="267761"/>
                </a:cubicBezTo>
                <a:cubicBezTo>
                  <a:pt x="398848" y="253785"/>
                  <a:pt x="395951" y="242894"/>
                  <a:pt x="391400" y="233766"/>
                </a:cubicBezTo>
                <a:cubicBezTo>
                  <a:pt x="386849" y="224637"/>
                  <a:pt x="376996" y="219959"/>
                  <a:pt x="369975" y="212989"/>
                </a:cubicBezTo>
                <a:cubicBezTo>
                  <a:pt x="362955" y="206019"/>
                  <a:pt x="356092" y="199044"/>
                  <a:pt x="349276" y="191947"/>
                </a:cubicBezTo>
                <a:cubicBezTo>
                  <a:pt x="342460" y="184849"/>
                  <a:pt x="336943" y="176309"/>
                  <a:pt x="329080" y="170404"/>
                </a:cubicBezTo>
                <a:cubicBezTo>
                  <a:pt x="321218" y="164499"/>
                  <a:pt x="310195" y="161964"/>
                  <a:pt x="302101" y="156516"/>
                </a:cubicBezTo>
                <a:cubicBezTo>
                  <a:pt x="294007" y="151069"/>
                  <a:pt x="285382" y="146923"/>
                  <a:pt x="280516" y="137720"/>
                </a:cubicBezTo>
                <a:cubicBezTo>
                  <a:pt x="275650" y="128517"/>
                  <a:pt x="276152" y="112815"/>
                  <a:pt x="272904" y="101301"/>
                </a:cubicBezTo>
                <a:cubicBezTo>
                  <a:pt x="269656" y="89786"/>
                  <a:pt x="268007" y="75266"/>
                  <a:pt x="261028" y="68633"/>
                </a:cubicBezTo>
                <a:cubicBezTo>
                  <a:pt x="254049" y="61999"/>
                  <a:pt x="241531" y="62763"/>
                  <a:pt x="231032" y="61500"/>
                </a:cubicBezTo>
                <a:cubicBezTo>
                  <a:pt x="220533" y="60238"/>
                  <a:pt x="207197" y="63901"/>
                  <a:pt x="198032" y="61056"/>
                </a:cubicBezTo>
                <a:cubicBezTo>
                  <a:pt x="188866" y="58212"/>
                  <a:pt x="183046" y="50523"/>
                  <a:pt x="176039" y="44434"/>
                </a:cubicBezTo>
                <a:cubicBezTo>
                  <a:pt x="169032" y="38345"/>
                  <a:pt x="163704" y="29238"/>
                  <a:pt x="155989" y="24520"/>
                </a:cubicBezTo>
                <a:cubicBezTo>
                  <a:pt x="148273" y="19803"/>
                  <a:pt x="138495" y="18761"/>
                  <a:pt x="129748" y="16128"/>
                </a:cubicBezTo>
                <a:cubicBezTo>
                  <a:pt x="121001" y="13495"/>
                  <a:pt x="112090" y="11380"/>
                  <a:pt x="103506" y="8725"/>
                </a:cubicBezTo>
                <a:cubicBezTo>
                  <a:pt x="94923" y="6069"/>
                  <a:pt x="87803" y="387"/>
                  <a:pt x="78247" y="194"/>
                </a:cubicBezTo>
                <a:cubicBezTo>
                  <a:pt x="68691" y="0"/>
                  <a:pt x="58113" y="1891"/>
                  <a:pt x="46171" y="7563"/>
                </a:cubicBezTo>
                <a:cubicBezTo>
                  <a:pt x="34229" y="13235"/>
                  <a:pt x="13192" y="29782"/>
                  <a:pt x="6596" y="34225"/>
                </a:cubicBezTo>
                <a:cubicBezTo>
                  <a:pt x="0" y="38669"/>
                  <a:pt x="4076" y="29585"/>
                  <a:pt x="6596" y="34225"/>
                </a:cubicBezTo>
                <a:cubicBezTo>
                  <a:pt x="9116" y="38866"/>
                  <a:pt x="16082" y="54371"/>
                  <a:pt x="21717" y="62066"/>
                </a:cubicBezTo>
                <a:cubicBezTo>
                  <a:pt x="27353" y="69762"/>
                  <a:pt x="33444" y="75879"/>
                  <a:pt x="40409" y="80400"/>
                </a:cubicBezTo>
                <a:cubicBezTo>
                  <a:pt x="47374" y="84921"/>
                  <a:pt x="55397" y="86986"/>
                  <a:pt x="63506" y="89191"/>
                </a:cubicBezTo>
                <a:cubicBezTo>
                  <a:pt x="71615" y="91395"/>
                  <a:pt x="81352" y="90543"/>
                  <a:pt x="89061" y="93628"/>
                </a:cubicBezTo>
                <a:cubicBezTo>
                  <a:pt x="96770" y="96714"/>
                  <a:pt x="104528" y="100194"/>
                  <a:pt x="109761" y="107704"/>
                </a:cubicBezTo>
                <a:cubicBezTo>
                  <a:pt x="114994" y="115214"/>
                  <a:pt x="117926" y="127047"/>
                  <a:pt x="120458" y="138688"/>
                </a:cubicBezTo>
                <a:cubicBezTo>
                  <a:pt x="122989" y="150329"/>
                  <a:pt x="123042" y="165726"/>
                  <a:pt x="124949" y="177550"/>
                </a:cubicBezTo>
                <a:cubicBezTo>
                  <a:pt x="126856" y="189373"/>
                  <a:pt x="128537" y="200802"/>
                  <a:pt x="131902" y="209628"/>
                </a:cubicBezTo>
                <a:cubicBezTo>
                  <a:pt x="135268" y="218454"/>
                  <a:pt x="140113" y="224527"/>
                  <a:pt x="145141" y="230504"/>
                </a:cubicBezTo>
                <a:cubicBezTo>
                  <a:pt x="150169" y="236480"/>
                  <a:pt x="155954" y="241104"/>
                  <a:pt x="162070" y="245486"/>
                </a:cubicBezTo>
                <a:cubicBezTo>
                  <a:pt x="168186" y="249868"/>
                  <a:pt x="173959" y="254376"/>
                  <a:pt x="181835" y="256795"/>
                </a:cubicBezTo>
                <a:cubicBezTo>
                  <a:pt x="189711" y="259214"/>
                  <a:pt x="198443" y="260356"/>
                  <a:pt x="209323" y="260000"/>
                </a:cubicBezTo>
                <a:cubicBezTo>
                  <a:pt x="220203" y="259645"/>
                  <a:pt x="234065" y="256153"/>
                  <a:pt x="247113" y="254663"/>
                </a:cubicBezTo>
                <a:cubicBezTo>
                  <a:pt x="260160" y="253172"/>
                  <a:pt x="275687" y="250242"/>
                  <a:pt x="287608" y="251058"/>
                </a:cubicBezTo>
                <a:cubicBezTo>
                  <a:pt x="299529" y="251874"/>
                  <a:pt x="310270" y="254757"/>
                  <a:pt x="318641" y="259559"/>
                </a:cubicBezTo>
                <a:cubicBezTo>
                  <a:pt x="327012" y="264360"/>
                  <a:pt x="331802" y="272732"/>
                  <a:pt x="337833" y="279868"/>
                </a:cubicBezTo>
                <a:cubicBezTo>
                  <a:pt x="343864" y="287004"/>
                  <a:pt x="347463" y="296083"/>
                  <a:pt x="354825" y="302375"/>
                </a:cubicBezTo>
                <a:cubicBezTo>
                  <a:pt x="362187" y="308668"/>
                  <a:pt x="377476" y="315080"/>
                  <a:pt x="382006" y="317621"/>
                </a:cubicBezTo>
                <a:cubicBezTo>
                  <a:pt x="386536" y="320161"/>
                  <a:pt x="379460" y="325931"/>
                  <a:pt x="382006" y="317621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42"/>
                </a:srgbClr>
              </a:gs>
              <a:gs pos="18000">
                <a:srgbClr val="767676">
                  <a:alpha val="5309"/>
                </a:srgbClr>
              </a:gs>
              <a:gs pos="48000">
                <a:srgbClr val="767676">
                  <a:alpha val="8563"/>
                </a:srgbClr>
              </a:gs>
              <a:gs pos="78000">
                <a:srgbClr val="767676">
                  <a:alpha val="6423"/>
                </a:srgbClr>
              </a:gs>
              <a:gs pos="100000">
                <a:srgbClr val="767676">
                  <a:alpha val="386"/>
                </a:srgbClr>
              </a:gs>
            </a:gsLst>
            <a:lin ang="13023598" scaled="0"/>
          </a:gradFill>
          <a:ln w="0">
            <a:noFill/>
            <a:prstDash val="solid"/>
          </a:ln>
        </p:spPr>
      </p:sp>
      <p:sp>
        <p:nvSpPr>
          <p:cNvPr id="1168" name="PANEL_D-intermittent-gas-core-5-feather-3_123">
            <a:extLst>
              <a:ext uri="{FF2B5EF4-FFF2-40B4-BE49-F238E27FC236}">
                <a16:creationId xmlns:a16="http://schemas.microsoft.com/office/drawing/2014/main" id="{C9BFCD4B-550E-45C7-AB5B-78220BB40CED}"/>
              </a:ext>
            </a:extLst>
          </p:cNvPr>
          <p:cNvSpPr>
            <a:spLocks/>
          </p:cNvSpPr>
          <p:nvPr/>
        </p:nvSpPr>
        <p:spPr>
          <a:xfrm>
            <a:off x="14861573" y="4153791"/>
            <a:ext cx="367148" cy="291468"/>
          </a:xfrm>
          <a:custGeom>
            <a:pathLst>
              <a:path w="385457" h="306003">
                <a:moveTo>
                  <a:pt x="380962" y="299302"/>
                </a:moveTo>
                <a:cubicBezTo>
                  <a:pt x="381534" y="292601"/>
                  <a:pt x="385457" y="270812"/>
                  <a:pt x="384395" y="259098"/>
                </a:cubicBezTo>
                <a:cubicBezTo>
                  <a:pt x="383332" y="247384"/>
                  <a:pt x="379605" y="237543"/>
                  <a:pt x="374586" y="229020"/>
                </a:cubicBezTo>
                <a:cubicBezTo>
                  <a:pt x="369567" y="220497"/>
                  <a:pt x="361314" y="214662"/>
                  <a:pt x="354282" y="207960"/>
                </a:cubicBezTo>
                <a:cubicBezTo>
                  <a:pt x="347250" y="201258"/>
                  <a:pt x="339884" y="194919"/>
                  <a:pt x="332395" y="188809"/>
                </a:cubicBezTo>
                <a:cubicBezTo>
                  <a:pt x="324905" y="182699"/>
                  <a:pt x="317735" y="176202"/>
                  <a:pt x="309346" y="171299"/>
                </a:cubicBezTo>
                <a:cubicBezTo>
                  <a:pt x="300956" y="166396"/>
                  <a:pt x="290555" y="163793"/>
                  <a:pt x="282057" y="159391"/>
                </a:cubicBezTo>
                <a:cubicBezTo>
                  <a:pt x="273558" y="154988"/>
                  <a:pt x="264731" y="151534"/>
                  <a:pt x="258354" y="144884"/>
                </a:cubicBezTo>
                <a:cubicBezTo>
                  <a:pt x="251978" y="138234"/>
                  <a:pt x="248767" y="127929"/>
                  <a:pt x="243796" y="119491"/>
                </a:cubicBezTo>
                <a:cubicBezTo>
                  <a:pt x="238824" y="111053"/>
                  <a:pt x="235062" y="100646"/>
                  <a:pt x="228525" y="94256"/>
                </a:cubicBezTo>
                <a:cubicBezTo>
                  <a:pt x="221989" y="87866"/>
                  <a:pt x="212721" y="85136"/>
                  <a:pt x="204578" y="81151"/>
                </a:cubicBezTo>
                <a:cubicBezTo>
                  <a:pt x="196435" y="77167"/>
                  <a:pt x="186977" y="75484"/>
                  <a:pt x="179667" y="70347"/>
                </a:cubicBezTo>
                <a:cubicBezTo>
                  <a:pt x="172357" y="65210"/>
                  <a:pt x="167005" y="57120"/>
                  <a:pt x="160717" y="50329"/>
                </a:cubicBezTo>
                <a:cubicBezTo>
                  <a:pt x="154429" y="43539"/>
                  <a:pt x="148993" y="35085"/>
                  <a:pt x="141939" y="29605"/>
                </a:cubicBezTo>
                <a:cubicBezTo>
                  <a:pt x="134885" y="24125"/>
                  <a:pt x="126463" y="20985"/>
                  <a:pt x="118392" y="17451"/>
                </a:cubicBezTo>
                <a:cubicBezTo>
                  <a:pt x="110322" y="13917"/>
                  <a:pt x="101874" y="11166"/>
                  <a:pt x="93516" y="8402"/>
                </a:cubicBezTo>
                <a:cubicBezTo>
                  <a:pt x="85158" y="5638"/>
                  <a:pt x="77353" y="1732"/>
                  <a:pt x="68244" y="866"/>
                </a:cubicBezTo>
                <a:cubicBezTo>
                  <a:pt x="59135" y="0"/>
                  <a:pt x="49312" y="698"/>
                  <a:pt x="38863" y="3205"/>
                </a:cubicBezTo>
                <a:cubicBezTo>
                  <a:pt x="28415" y="5712"/>
                  <a:pt x="11104" y="13790"/>
                  <a:pt x="5552" y="15907"/>
                </a:cubicBezTo>
                <a:cubicBezTo>
                  <a:pt x="0" y="18024"/>
                  <a:pt x="2264" y="12977"/>
                  <a:pt x="5552" y="15907"/>
                </a:cubicBezTo>
                <a:cubicBezTo>
                  <a:pt x="8840" y="18837"/>
                  <a:pt x="18333" y="28565"/>
                  <a:pt x="25278" y="33485"/>
                </a:cubicBezTo>
                <a:cubicBezTo>
                  <a:pt x="32223" y="38405"/>
                  <a:pt x="39553" y="42155"/>
                  <a:pt x="47223" y="45425"/>
                </a:cubicBezTo>
                <a:cubicBezTo>
                  <a:pt x="54892" y="48695"/>
                  <a:pt x="63200" y="50592"/>
                  <a:pt x="71294" y="53105"/>
                </a:cubicBezTo>
                <a:cubicBezTo>
                  <a:pt x="79388" y="55619"/>
                  <a:pt x="88294" y="56721"/>
                  <a:pt x="95788" y="60507"/>
                </a:cubicBezTo>
                <a:cubicBezTo>
                  <a:pt x="103282" y="64292"/>
                  <a:pt x="110582" y="68787"/>
                  <a:pt x="116257" y="75818"/>
                </a:cubicBezTo>
                <a:cubicBezTo>
                  <a:pt x="121932" y="82849"/>
                  <a:pt x="126036" y="92818"/>
                  <a:pt x="129838" y="102693"/>
                </a:cubicBezTo>
                <a:cubicBezTo>
                  <a:pt x="133639" y="112567"/>
                  <a:pt x="135788" y="124940"/>
                  <a:pt x="139066" y="135066"/>
                </a:cubicBezTo>
                <a:cubicBezTo>
                  <a:pt x="142344" y="145191"/>
                  <a:pt x="145326" y="155258"/>
                  <a:pt x="149506" y="163445"/>
                </a:cubicBezTo>
                <a:cubicBezTo>
                  <a:pt x="153686" y="171631"/>
                  <a:pt x="158691" y="178159"/>
                  <a:pt x="164144" y="184184"/>
                </a:cubicBezTo>
                <a:cubicBezTo>
                  <a:pt x="169596" y="190209"/>
                  <a:pt x="175657" y="195119"/>
                  <a:pt x="182221" y="199594"/>
                </a:cubicBezTo>
                <a:cubicBezTo>
                  <a:pt x="188786" y="204070"/>
                  <a:pt x="195483" y="208155"/>
                  <a:pt x="203532" y="211036"/>
                </a:cubicBezTo>
                <a:cubicBezTo>
                  <a:pt x="211580" y="213917"/>
                  <a:pt x="220468" y="215703"/>
                  <a:pt x="230514" y="216882"/>
                </a:cubicBezTo>
                <a:cubicBezTo>
                  <a:pt x="240560" y="218061"/>
                  <a:pt x="252538" y="217315"/>
                  <a:pt x="263808" y="218109"/>
                </a:cubicBezTo>
                <a:cubicBezTo>
                  <a:pt x="275078" y="218904"/>
                  <a:pt x="287809" y="219028"/>
                  <a:pt x="298135" y="221648"/>
                </a:cubicBezTo>
                <a:cubicBezTo>
                  <a:pt x="308460" y="224269"/>
                  <a:pt x="317981" y="228335"/>
                  <a:pt x="325763" y="233832"/>
                </a:cubicBezTo>
                <a:cubicBezTo>
                  <a:pt x="333545" y="239330"/>
                  <a:pt x="338986" y="247216"/>
                  <a:pt x="344826" y="254632"/>
                </a:cubicBezTo>
                <a:cubicBezTo>
                  <a:pt x="350667" y="262048"/>
                  <a:pt x="354785" y="270884"/>
                  <a:pt x="360807" y="278329"/>
                </a:cubicBezTo>
                <a:cubicBezTo>
                  <a:pt x="366830" y="285774"/>
                  <a:pt x="377603" y="295807"/>
                  <a:pt x="380962" y="299302"/>
                </a:cubicBezTo>
                <a:cubicBezTo>
                  <a:pt x="384321" y="302798"/>
                  <a:pt x="380390" y="306003"/>
                  <a:pt x="380962" y="299302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400"/>
                </a:srgbClr>
              </a:gs>
              <a:gs pos="18000">
                <a:srgbClr val="767676">
                  <a:alpha val="6205"/>
                </a:srgbClr>
              </a:gs>
              <a:gs pos="48000">
                <a:srgbClr val="767676">
                  <a:alpha val="10008"/>
                </a:srgbClr>
              </a:gs>
              <a:gs pos="78000">
                <a:srgbClr val="767676">
                  <a:alpha val="7507"/>
                </a:srgbClr>
              </a:gs>
              <a:gs pos="100000">
                <a:srgbClr val="767676">
                  <a:alpha val="450"/>
                </a:srgbClr>
              </a:gs>
            </a:gsLst>
            <a:lin ang="13023598" scaled="0"/>
          </a:gradFill>
          <a:ln w="0">
            <a:noFill/>
            <a:prstDash val="solid"/>
          </a:ln>
        </p:spPr>
      </p:sp>
      <p:sp>
        <p:nvSpPr>
          <p:cNvPr id="1169" name="PANEL_D-intermittent-gas-wisp-5-feather-0_124">
            <a:extLst>
              <a:ext uri="{FF2B5EF4-FFF2-40B4-BE49-F238E27FC236}">
                <a16:creationId xmlns:a16="http://schemas.microsoft.com/office/drawing/2014/main" id="{852EEA57-CBC3-42EC-813E-06AC1056B7AF}"/>
              </a:ext>
            </a:extLst>
          </p:cNvPr>
          <p:cNvSpPr>
            <a:spLocks/>
          </p:cNvSpPr>
          <p:nvPr/>
        </p:nvSpPr>
        <p:spPr>
          <a:xfrm>
            <a:off x="14788861" y="4279092"/>
            <a:ext cx="237294" cy="164426"/>
          </a:xfrm>
          <a:custGeom>
            <a:pathLst>
              <a:path w="249128" h="172626">
                <a:moveTo>
                  <a:pt x="244422" y="165904"/>
                </a:moveTo>
                <a:cubicBezTo>
                  <a:pt x="244468" y="161432"/>
                  <a:pt x="244704" y="147534"/>
                  <a:pt x="244697" y="139072"/>
                </a:cubicBezTo>
                <a:cubicBezTo>
                  <a:pt x="244689" y="130611"/>
                  <a:pt x="244971" y="122758"/>
                  <a:pt x="244378" y="115135"/>
                </a:cubicBezTo>
                <a:cubicBezTo>
                  <a:pt x="243784" y="107512"/>
                  <a:pt x="242106" y="100964"/>
                  <a:pt x="241136" y="93334"/>
                </a:cubicBezTo>
                <a:cubicBezTo>
                  <a:pt x="240166" y="85703"/>
                  <a:pt x="240473" y="76100"/>
                  <a:pt x="238559" y="69350"/>
                </a:cubicBezTo>
                <a:cubicBezTo>
                  <a:pt x="236644" y="62600"/>
                  <a:pt x="234724" y="55274"/>
                  <a:pt x="229648" y="52834"/>
                </a:cubicBezTo>
                <a:cubicBezTo>
                  <a:pt x="224573" y="50394"/>
                  <a:pt x="215350" y="53797"/>
                  <a:pt x="208106" y="54711"/>
                </a:cubicBezTo>
                <a:cubicBezTo>
                  <a:pt x="200861" y="55625"/>
                  <a:pt x="191488" y="60246"/>
                  <a:pt x="186182" y="58319"/>
                </a:cubicBezTo>
                <a:cubicBezTo>
                  <a:pt x="180875" y="56391"/>
                  <a:pt x="179025" y="49256"/>
                  <a:pt x="176266" y="43146"/>
                </a:cubicBezTo>
                <a:cubicBezTo>
                  <a:pt x="173507" y="37036"/>
                  <a:pt x="173202" y="26571"/>
                  <a:pt x="169629" y="21661"/>
                </a:cubicBezTo>
                <a:cubicBezTo>
                  <a:pt x="166055" y="16751"/>
                  <a:pt x="160217" y="15480"/>
                  <a:pt x="154823" y="13687"/>
                </a:cubicBezTo>
                <a:cubicBezTo>
                  <a:pt x="149428" y="11895"/>
                  <a:pt x="142617" y="12744"/>
                  <a:pt x="137262" y="10906"/>
                </a:cubicBezTo>
                <a:cubicBezTo>
                  <a:pt x="131906" y="9068"/>
                  <a:pt x="128182" y="4148"/>
                  <a:pt x="122692" y="2657"/>
                </a:cubicBezTo>
                <a:cubicBezTo>
                  <a:pt x="117201" y="1167"/>
                  <a:pt x="111449" y="0"/>
                  <a:pt x="104319" y="1962"/>
                </a:cubicBezTo>
                <a:cubicBezTo>
                  <a:pt x="97189" y="3924"/>
                  <a:pt x="87467" y="11309"/>
                  <a:pt x="79911" y="14430"/>
                </a:cubicBezTo>
                <a:cubicBezTo>
                  <a:pt x="72356" y="17551"/>
                  <a:pt x="64866" y="20940"/>
                  <a:pt x="58987" y="20688"/>
                </a:cubicBezTo>
                <a:cubicBezTo>
                  <a:pt x="53108" y="20436"/>
                  <a:pt x="49694" y="14905"/>
                  <a:pt x="44636" y="12919"/>
                </a:cubicBezTo>
                <a:cubicBezTo>
                  <a:pt x="39579" y="10934"/>
                  <a:pt x="35400" y="7152"/>
                  <a:pt x="28642" y="8775"/>
                </a:cubicBezTo>
                <a:cubicBezTo>
                  <a:pt x="21885" y="10397"/>
                  <a:pt x="8183" y="20340"/>
                  <a:pt x="4092" y="22653"/>
                </a:cubicBezTo>
                <a:cubicBezTo>
                  <a:pt x="0" y="24966"/>
                  <a:pt x="2265" y="19665"/>
                  <a:pt x="4092" y="22653"/>
                </a:cubicBezTo>
                <a:cubicBezTo>
                  <a:pt x="5919" y="25641"/>
                  <a:pt x="11452" y="35066"/>
                  <a:pt x="15053" y="40581"/>
                </a:cubicBezTo>
                <a:cubicBezTo>
                  <a:pt x="18654" y="46096"/>
                  <a:pt x="22072" y="50989"/>
                  <a:pt x="25696" y="55743"/>
                </a:cubicBezTo>
                <a:cubicBezTo>
                  <a:pt x="29321" y="60497"/>
                  <a:pt x="33156" y="64644"/>
                  <a:pt x="36799" y="69106"/>
                </a:cubicBezTo>
                <a:cubicBezTo>
                  <a:pt x="40441" y="73568"/>
                  <a:pt x="44499" y="77083"/>
                  <a:pt x="47549" y="82516"/>
                </a:cubicBezTo>
                <a:cubicBezTo>
                  <a:pt x="50599" y="87948"/>
                  <a:pt x="53137" y="94417"/>
                  <a:pt x="55097" y="101701"/>
                </a:cubicBezTo>
                <a:cubicBezTo>
                  <a:pt x="57058" y="108986"/>
                  <a:pt x="57553" y="119004"/>
                  <a:pt x="59312" y="126223"/>
                </a:cubicBezTo>
                <a:cubicBezTo>
                  <a:pt x="61071" y="133441"/>
                  <a:pt x="62162" y="141444"/>
                  <a:pt x="65652" y="145014"/>
                </a:cubicBezTo>
                <a:cubicBezTo>
                  <a:pt x="69143" y="148584"/>
                  <a:pt x="74130" y="148909"/>
                  <a:pt x="80255" y="147642"/>
                </a:cubicBezTo>
                <a:cubicBezTo>
                  <a:pt x="86381" y="146376"/>
                  <a:pt x="94984" y="140683"/>
                  <a:pt x="102406" y="137415"/>
                </a:cubicBezTo>
                <a:cubicBezTo>
                  <a:pt x="109828" y="134146"/>
                  <a:pt x="118210" y="129568"/>
                  <a:pt x="124787" y="128031"/>
                </a:cubicBezTo>
                <a:cubicBezTo>
                  <a:pt x="131363" y="126493"/>
                  <a:pt x="136845" y="127077"/>
                  <a:pt x="141867" y="128190"/>
                </a:cubicBezTo>
                <a:cubicBezTo>
                  <a:pt x="146888" y="129302"/>
                  <a:pt x="150597" y="132490"/>
                  <a:pt x="154914" y="134708"/>
                </a:cubicBezTo>
                <a:cubicBezTo>
                  <a:pt x="159231" y="136926"/>
                  <a:pt x="163510" y="139181"/>
                  <a:pt x="167767" y="141497"/>
                </a:cubicBezTo>
                <a:cubicBezTo>
                  <a:pt x="172023" y="143814"/>
                  <a:pt x="176630" y="145755"/>
                  <a:pt x="180456" y="148605"/>
                </a:cubicBezTo>
                <a:cubicBezTo>
                  <a:pt x="184282" y="151455"/>
                  <a:pt x="187352" y="155242"/>
                  <a:pt x="190725" y="158597"/>
                </a:cubicBezTo>
                <a:cubicBezTo>
                  <a:pt x="194098" y="161951"/>
                  <a:pt x="196453" y="166473"/>
                  <a:pt x="200697" y="168732"/>
                </a:cubicBezTo>
                <a:cubicBezTo>
                  <a:pt x="204941" y="170992"/>
                  <a:pt x="208903" y="172626"/>
                  <a:pt x="216191" y="172155"/>
                </a:cubicBezTo>
                <a:cubicBezTo>
                  <a:pt x="223479" y="171683"/>
                  <a:pt x="239717" y="166946"/>
                  <a:pt x="244422" y="165904"/>
                </a:cubicBezTo>
                <a:cubicBezTo>
                  <a:pt x="249128" y="164862"/>
                  <a:pt x="244377" y="170376"/>
                  <a:pt x="244422" y="165904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21"/>
                </a:srgbClr>
              </a:gs>
              <a:gs pos="18000">
                <a:srgbClr val="919191">
                  <a:alpha val="1862"/>
                </a:srgbClr>
              </a:gs>
              <a:gs pos="48000">
                <a:srgbClr val="919191">
                  <a:alpha val="3002"/>
                </a:srgbClr>
              </a:gs>
              <a:gs pos="78000">
                <a:srgbClr val="919191">
                  <a:alpha val="2252"/>
                </a:srgbClr>
              </a:gs>
              <a:gs pos="100000">
                <a:srgbClr val="919191">
                  <a:alpha val="134"/>
                </a:srgbClr>
              </a:gs>
            </a:gsLst>
            <a:lin ang="12662007" scaled="0"/>
          </a:gradFill>
          <a:ln w="0">
            <a:noFill/>
            <a:prstDash val="solid"/>
          </a:ln>
        </p:spPr>
      </p:sp>
      <p:sp>
        <p:nvSpPr>
          <p:cNvPr id="1170" name="PANEL_D-intermittent-gas-wisp-5-feather-1_125">
            <a:extLst>
              <a:ext uri="{FF2B5EF4-FFF2-40B4-BE49-F238E27FC236}">
                <a16:creationId xmlns:a16="http://schemas.microsoft.com/office/drawing/2014/main" id="{B9F240CE-C65B-4DCF-8977-2409895F3D0B}"/>
              </a:ext>
            </a:extLst>
          </p:cNvPr>
          <p:cNvSpPr>
            <a:spLocks/>
          </p:cNvSpPr>
          <p:nvPr/>
        </p:nvSpPr>
        <p:spPr>
          <a:xfrm>
            <a:off x="14789140" y="4290595"/>
            <a:ext cx="236517" cy="150203"/>
          </a:xfrm>
          <a:custGeom>
            <a:pathLst>
              <a:path w="248312" h="157693">
                <a:moveTo>
                  <a:pt x="244130" y="153828"/>
                </a:moveTo>
                <a:cubicBezTo>
                  <a:pt x="243653" y="149962"/>
                  <a:pt x="242163" y="138008"/>
                  <a:pt x="241270" y="130634"/>
                </a:cubicBezTo>
                <a:cubicBezTo>
                  <a:pt x="240376" y="123259"/>
                  <a:pt x="239955" y="116368"/>
                  <a:pt x="238769" y="109581"/>
                </a:cubicBezTo>
                <a:cubicBezTo>
                  <a:pt x="237584" y="102794"/>
                  <a:pt x="235613" y="96759"/>
                  <a:pt x="234159" y="89911"/>
                </a:cubicBezTo>
                <a:cubicBezTo>
                  <a:pt x="232704" y="83064"/>
                  <a:pt x="232277" y="74628"/>
                  <a:pt x="230041" y="68494"/>
                </a:cubicBezTo>
                <a:cubicBezTo>
                  <a:pt x="227804" y="62359"/>
                  <a:pt x="225539" y="55765"/>
                  <a:pt x="220739" y="53104"/>
                </a:cubicBezTo>
                <a:cubicBezTo>
                  <a:pt x="215938" y="50442"/>
                  <a:pt x="207853" y="52395"/>
                  <a:pt x="201238" y="52523"/>
                </a:cubicBezTo>
                <a:cubicBezTo>
                  <a:pt x="194624" y="52651"/>
                  <a:pt x="186275" y="55776"/>
                  <a:pt x="181051" y="53871"/>
                </a:cubicBezTo>
                <a:cubicBezTo>
                  <a:pt x="175827" y="51965"/>
                  <a:pt x="173217" y="46116"/>
                  <a:pt x="169896" y="41090"/>
                </a:cubicBezTo>
                <a:cubicBezTo>
                  <a:pt x="166576" y="36064"/>
                  <a:pt x="165111" y="27743"/>
                  <a:pt x="161130" y="23714"/>
                </a:cubicBezTo>
                <a:cubicBezTo>
                  <a:pt x="157149" y="19685"/>
                  <a:pt x="151380" y="18549"/>
                  <a:pt x="146011" y="16915"/>
                </a:cubicBezTo>
                <a:cubicBezTo>
                  <a:pt x="140642" y="15281"/>
                  <a:pt x="134185" y="15701"/>
                  <a:pt x="128916" y="13911"/>
                </a:cubicBezTo>
                <a:cubicBezTo>
                  <a:pt x="123648" y="12121"/>
                  <a:pt x="119694" y="7859"/>
                  <a:pt x="114399" y="6177"/>
                </a:cubicBezTo>
                <a:cubicBezTo>
                  <a:pt x="109105" y="4496"/>
                  <a:pt x="103659" y="2960"/>
                  <a:pt x="97149" y="3823"/>
                </a:cubicBezTo>
                <a:cubicBezTo>
                  <a:pt x="90639" y="4686"/>
                  <a:pt x="82155" y="9672"/>
                  <a:pt x="75340" y="11355"/>
                </a:cubicBezTo>
                <a:cubicBezTo>
                  <a:pt x="68525" y="13038"/>
                  <a:pt x="61787" y="14859"/>
                  <a:pt x="56261" y="13921"/>
                </a:cubicBezTo>
                <a:cubicBezTo>
                  <a:pt x="50735" y="12984"/>
                  <a:pt x="47127" y="7915"/>
                  <a:pt x="42182" y="5730"/>
                </a:cubicBezTo>
                <a:cubicBezTo>
                  <a:pt x="37238" y="3544"/>
                  <a:pt x="32991" y="0"/>
                  <a:pt x="26594" y="808"/>
                </a:cubicBezTo>
                <a:cubicBezTo>
                  <a:pt x="20197" y="1616"/>
                  <a:pt x="7598" y="8949"/>
                  <a:pt x="3799" y="10577"/>
                </a:cubicBezTo>
                <a:cubicBezTo>
                  <a:pt x="0" y="12205"/>
                  <a:pt x="1767" y="8070"/>
                  <a:pt x="3799" y="10577"/>
                </a:cubicBezTo>
                <a:cubicBezTo>
                  <a:pt x="5832" y="13084"/>
                  <a:pt x="12059" y="20858"/>
                  <a:pt x="15994" y="25617"/>
                </a:cubicBezTo>
                <a:cubicBezTo>
                  <a:pt x="19929" y="30376"/>
                  <a:pt x="23583" y="34787"/>
                  <a:pt x="27409" y="39132"/>
                </a:cubicBezTo>
                <a:cubicBezTo>
                  <a:pt x="31236" y="43477"/>
                  <a:pt x="35173" y="47466"/>
                  <a:pt x="38954" y="51687"/>
                </a:cubicBezTo>
                <a:cubicBezTo>
                  <a:pt x="42735" y="55909"/>
                  <a:pt x="46797" y="59473"/>
                  <a:pt x="50097" y="64462"/>
                </a:cubicBezTo>
                <a:cubicBezTo>
                  <a:pt x="53398" y="69450"/>
                  <a:pt x="56278" y="75270"/>
                  <a:pt x="58756" y="81619"/>
                </a:cubicBezTo>
                <a:cubicBezTo>
                  <a:pt x="61233" y="87968"/>
                  <a:pt x="62579" y="96409"/>
                  <a:pt x="64963" y="102558"/>
                </a:cubicBezTo>
                <a:cubicBezTo>
                  <a:pt x="67347" y="108707"/>
                  <a:pt x="69247" y="115374"/>
                  <a:pt x="73061" y="118515"/>
                </a:cubicBezTo>
                <a:cubicBezTo>
                  <a:pt x="76875" y="121655"/>
                  <a:pt x="81909" y="122152"/>
                  <a:pt x="87848" y="121400"/>
                </a:cubicBezTo>
                <a:cubicBezTo>
                  <a:pt x="93787" y="120648"/>
                  <a:pt x="101714" y="116352"/>
                  <a:pt x="108697" y="114002"/>
                </a:cubicBezTo>
                <a:cubicBezTo>
                  <a:pt x="115679" y="111652"/>
                  <a:pt x="123445" y="108239"/>
                  <a:pt x="129743" y="107300"/>
                </a:cubicBezTo>
                <a:cubicBezTo>
                  <a:pt x="136041" y="106361"/>
                  <a:pt x="141484" y="107100"/>
                  <a:pt x="146485" y="108370"/>
                </a:cubicBezTo>
                <a:cubicBezTo>
                  <a:pt x="151486" y="109640"/>
                  <a:pt x="155418" y="112606"/>
                  <a:pt x="159749" y="114921"/>
                </a:cubicBezTo>
                <a:cubicBezTo>
                  <a:pt x="164080" y="117236"/>
                  <a:pt x="168309" y="119696"/>
                  <a:pt x="172471" y="122261"/>
                </a:cubicBezTo>
                <a:cubicBezTo>
                  <a:pt x="176633" y="124826"/>
                  <a:pt x="180993" y="127220"/>
                  <a:pt x="184721" y="130312"/>
                </a:cubicBezTo>
                <a:cubicBezTo>
                  <a:pt x="188448" y="133405"/>
                  <a:pt x="191509" y="137304"/>
                  <a:pt x="194838" y="140817"/>
                </a:cubicBezTo>
                <a:cubicBezTo>
                  <a:pt x="198168" y="144329"/>
                  <a:pt x="200665" y="148783"/>
                  <a:pt x="204698" y="151387"/>
                </a:cubicBezTo>
                <a:cubicBezTo>
                  <a:pt x="208731" y="153991"/>
                  <a:pt x="212463" y="156031"/>
                  <a:pt x="219035" y="156438"/>
                </a:cubicBezTo>
                <a:cubicBezTo>
                  <a:pt x="225607" y="156845"/>
                  <a:pt x="239947" y="154263"/>
                  <a:pt x="244130" y="153828"/>
                </a:cubicBezTo>
                <a:cubicBezTo>
                  <a:pt x="248312" y="153393"/>
                  <a:pt x="244606" y="157693"/>
                  <a:pt x="244130" y="153828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60"/>
                </a:srgbClr>
              </a:gs>
              <a:gs pos="18000">
                <a:srgbClr val="767676">
                  <a:alpha val="2482"/>
                </a:srgbClr>
              </a:gs>
              <a:gs pos="48000">
                <a:srgbClr val="767676">
                  <a:alpha val="4004"/>
                </a:srgbClr>
              </a:gs>
              <a:gs pos="78000">
                <a:srgbClr val="767676">
                  <a:alpha val="3002"/>
                </a:srgbClr>
              </a:gs>
              <a:gs pos="100000">
                <a:srgbClr val="767676">
                  <a:alpha val="180"/>
                </a:srgbClr>
              </a:gs>
            </a:gsLst>
            <a:lin ang="12662007" scaled="0"/>
          </a:gradFill>
          <a:ln w="0">
            <a:noFill/>
            <a:prstDash val="solid"/>
          </a:ln>
        </p:spPr>
      </p:sp>
      <p:sp>
        <p:nvSpPr>
          <p:cNvPr id="1171" name="PANEL_D-intermittent-gas-wisp-5-feather-2_126">
            <a:extLst>
              <a:ext uri="{FF2B5EF4-FFF2-40B4-BE49-F238E27FC236}">
                <a16:creationId xmlns:a16="http://schemas.microsoft.com/office/drawing/2014/main" id="{469DA968-1EFB-4F28-9F12-D700678FFAA8}"/>
              </a:ext>
            </a:extLst>
          </p:cNvPr>
          <p:cNvSpPr>
            <a:spLocks/>
          </p:cNvSpPr>
          <p:nvPr/>
        </p:nvSpPr>
        <p:spPr>
          <a:xfrm>
            <a:off x="14789444" y="4295558"/>
            <a:ext cx="235670" cy="144610"/>
          </a:xfrm>
          <a:custGeom>
            <a:pathLst>
              <a:path w="247423" h="151822">
                <a:moveTo>
                  <a:pt x="243811" y="148617"/>
                </a:moveTo>
                <a:cubicBezTo>
                  <a:pt x="242764" y="145413"/>
                  <a:pt x="239391" y="135580"/>
                  <a:pt x="237531" y="129392"/>
                </a:cubicBezTo>
                <a:cubicBezTo>
                  <a:pt x="235671" y="123203"/>
                  <a:pt x="234482" y="117361"/>
                  <a:pt x="232651" y="111486"/>
                </a:cubicBezTo>
                <a:cubicBezTo>
                  <a:pt x="230821" y="105611"/>
                  <a:pt x="228531" y="100136"/>
                  <a:pt x="226547" y="94142"/>
                </a:cubicBezTo>
                <a:cubicBezTo>
                  <a:pt x="224563" y="88148"/>
                  <a:pt x="223336" y="80986"/>
                  <a:pt x="220748" y="75523"/>
                </a:cubicBezTo>
                <a:cubicBezTo>
                  <a:pt x="218160" y="70060"/>
                  <a:pt x="215520" y="64266"/>
                  <a:pt x="211019" y="61362"/>
                </a:cubicBezTo>
                <a:cubicBezTo>
                  <a:pt x="206519" y="58458"/>
                  <a:pt x="199674" y="58830"/>
                  <a:pt x="193746" y="58100"/>
                </a:cubicBezTo>
                <a:cubicBezTo>
                  <a:pt x="187819" y="57370"/>
                  <a:pt x="180587" y="58864"/>
                  <a:pt x="175454" y="56982"/>
                </a:cubicBezTo>
                <a:cubicBezTo>
                  <a:pt x="170320" y="55101"/>
                  <a:pt x="166880" y="50655"/>
                  <a:pt x="162948" y="46811"/>
                </a:cubicBezTo>
                <a:cubicBezTo>
                  <a:pt x="159016" y="42967"/>
                  <a:pt x="156285" y="36986"/>
                  <a:pt x="151860" y="33918"/>
                </a:cubicBezTo>
                <a:cubicBezTo>
                  <a:pt x="147435" y="30849"/>
                  <a:pt x="141739" y="29861"/>
                  <a:pt x="136398" y="28401"/>
                </a:cubicBezTo>
                <a:cubicBezTo>
                  <a:pt x="131056" y="26940"/>
                  <a:pt x="124986" y="26889"/>
                  <a:pt x="119812" y="25153"/>
                </a:cubicBezTo>
                <a:cubicBezTo>
                  <a:pt x="114638" y="23416"/>
                  <a:pt x="110434" y="19870"/>
                  <a:pt x="105353" y="17981"/>
                </a:cubicBezTo>
                <a:cubicBezTo>
                  <a:pt x="100272" y="16091"/>
                  <a:pt x="95160" y="14152"/>
                  <a:pt x="89326" y="13816"/>
                </a:cubicBezTo>
                <a:cubicBezTo>
                  <a:pt x="83493" y="13480"/>
                  <a:pt x="76360" y="15850"/>
                  <a:pt x="70353" y="15964"/>
                </a:cubicBezTo>
                <a:cubicBezTo>
                  <a:pt x="64347" y="16079"/>
                  <a:pt x="58429" y="16189"/>
                  <a:pt x="53287" y="14504"/>
                </a:cubicBezTo>
                <a:cubicBezTo>
                  <a:pt x="48146" y="12818"/>
                  <a:pt x="44327" y="8254"/>
                  <a:pt x="39505" y="5850"/>
                </a:cubicBezTo>
                <a:cubicBezTo>
                  <a:pt x="34684" y="3446"/>
                  <a:pt x="30363" y="161"/>
                  <a:pt x="24359" y="81"/>
                </a:cubicBezTo>
                <a:cubicBezTo>
                  <a:pt x="18355" y="0"/>
                  <a:pt x="6960" y="4486"/>
                  <a:pt x="3480" y="5366"/>
                </a:cubicBezTo>
                <a:cubicBezTo>
                  <a:pt x="0" y="6247"/>
                  <a:pt x="1223" y="3385"/>
                  <a:pt x="3480" y="5366"/>
                </a:cubicBezTo>
                <a:cubicBezTo>
                  <a:pt x="5737" y="7348"/>
                  <a:pt x="12721" y="13321"/>
                  <a:pt x="17021" y="17256"/>
                </a:cubicBezTo>
                <a:cubicBezTo>
                  <a:pt x="21321" y="21191"/>
                  <a:pt x="25231" y="25076"/>
                  <a:pt x="29278" y="28975"/>
                </a:cubicBezTo>
                <a:cubicBezTo>
                  <a:pt x="33325" y="32874"/>
                  <a:pt x="37372" y="36690"/>
                  <a:pt x="41305" y="40649"/>
                </a:cubicBezTo>
                <a:cubicBezTo>
                  <a:pt x="45239" y="44608"/>
                  <a:pt x="49304" y="48226"/>
                  <a:pt x="52878" y="52730"/>
                </a:cubicBezTo>
                <a:cubicBezTo>
                  <a:pt x="56451" y="57235"/>
                  <a:pt x="59705" y="62346"/>
                  <a:pt x="62746" y="67675"/>
                </a:cubicBezTo>
                <a:cubicBezTo>
                  <a:pt x="65788" y="73004"/>
                  <a:pt x="68062" y="79723"/>
                  <a:pt x="71128" y="84706"/>
                </a:cubicBezTo>
                <a:cubicBezTo>
                  <a:pt x="74194" y="89689"/>
                  <a:pt x="76976" y="94899"/>
                  <a:pt x="81143" y="97571"/>
                </a:cubicBezTo>
                <a:cubicBezTo>
                  <a:pt x="85310" y="100242"/>
                  <a:pt x="90395" y="100927"/>
                  <a:pt x="96131" y="100736"/>
                </a:cubicBezTo>
                <a:cubicBezTo>
                  <a:pt x="101867" y="100545"/>
                  <a:pt x="109056" y="97773"/>
                  <a:pt x="115559" y="96425"/>
                </a:cubicBezTo>
                <a:cubicBezTo>
                  <a:pt x="122062" y="95077"/>
                  <a:pt x="129155" y="92934"/>
                  <a:pt x="135149" y="92649"/>
                </a:cubicBezTo>
                <a:cubicBezTo>
                  <a:pt x="141143" y="92363"/>
                  <a:pt x="146544" y="93271"/>
                  <a:pt x="151523" y="94712"/>
                </a:cubicBezTo>
                <a:cubicBezTo>
                  <a:pt x="156502" y="96154"/>
                  <a:pt x="160676" y="98877"/>
                  <a:pt x="165023" y="101298"/>
                </a:cubicBezTo>
                <a:cubicBezTo>
                  <a:pt x="169370" y="103720"/>
                  <a:pt x="173545" y="106403"/>
                  <a:pt x="177603" y="109240"/>
                </a:cubicBezTo>
                <a:cubicBezTo>
                  <a:pt x="181662" y="112077"/>
                  <a:pt x="185753" y="114963"/>
                  <a:pt x="189373" y="118320"/>
                </a:cubicBezTo>
                <a:cubicBezTo>
                  <a:pt x="192993" y="121678"/>
                  <a:pt x="196043" y="125699"/>
                  <a:pt x="199325" y="129384"/>
                </a:cubicBezTo>
                <a:cubicBezTo>
                  <a:pt x="202607" y="133069"/>
                  <a:pt x="205261" y="137450"/>
                  <a:pt x="209064" y="140429"/>
                </a:cubicBezTo>
                <a:cubicBezTo>
                  <a:pt x="212866" y="143407"/>
                  <a:pt x="216347" y="145891"/>
                  <a:pt x="222138" y="147256"/>
                </a:cubicBezTo>
                <a:cubicBezTo>
                  <a:pt x="227929" y="148621"/>
                  <a:pt x="240198" y="148390"/>
                  <a:pt x="243811" y="148617"/>
                </a:cubicBezTo>
                <a:cubicBezTo>
                  <a:pt x="247423" y="148844"/>
                  <a:pt x="244857" y="151822"/>
                  <a:pt x="243811" y="14861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06"/>
                </a:srgbClr>
              </a:gs>
              <a:gs pos="18000">
                <a:srgbClr val="767676">
                  <a:alpha val="3186"/>
                </a:srgbClr>
              </a:gs>
              <a:gs pos="48000">
                <a:srgbClr val="767676">
                  <a:alpha val="5137"/>
                </a:srgbClr>
              </a:gs>
              <a:gs pos="78000">
                <a:srgbClr val="767676">
                  <a:alpha val="3854"/>
                </a:srgbClr>
              </a:gs>
              <a:gs pos="100000">
                <a:srgbClr val="767676">
                  <a:alpha val="231"/>
                </a:srgbClr>
              </a:gs>
            </a:gsLst>
            <a:lin ang="12662007" scaled="0"/>
          </a:gradFill>
          <a:ln w="0">
            <a:noFill/>
            <a:prstDash val="solid"/>
          </a:ln>
        </p:spPr>
      </p:sp>
      <p:sp>
        <p:nvSpPr>
          <p:cNvPr id="1172" name="PANEL_D-intermittent-gas-core-6-feather-0_127">
            <a:extLst>
              <a:ext uri="{FF2B5EF4-FFF2-40B4-BE49-F238E27FC236}">
                <a16:creationId xmlns:a16="http://schemas.microsoft.com/office/drawing/2014/main" id="{7934EED9-7BBB-4DE6-93A5-4DBE417852F8}"/>
              </a:ext>
            </a:extLst>
          </p:cNvPr>
          <p:cNvSpPr>
            <a:spLocks/>
          </p:cNvSpPr>
          <p:nvPr/>
        </p:nvSpPr>
        <p:spPr>
          <a:xfrm>
            <a:off x="14396019" y="3791703"/>
            <a:ext cx="474439" cy="495983"/>
          </a:xfrm>
          <a:custGeom>
            <a:pathLst>
              <a:path w="498099" h="520717">
                <a:moveTo>
                  <a:pt x="491585" y="336313"/>
                </a:moveTo>
                <a:cubicBezTo>
                  <a:pt x="491745" y="322881"/>
                  <a:pt x="496617" y="271955"/>
                  <a:pt x="492546" y="255720"/>
                </a:cubicBezTo>
                <a:cubicBezTo>
                  <a:pt x="488474" y="239486"/>
                  <a:pt x="476825" y="241103"/>
                  <a:pt x="467156" y="238906"/>
                </a:cubicBezTo>
                <a:cubicBezTo>
                  <a:pt x="457486" y="236709"/>
                  <a:pt x="442927" y="248331"/>
                  <a:pt x="434529" y="242538"/>
                </a:cubicBezTo>
                <a:cubicBezTo>
                  <a:pt x="426132" y="236744"/>
                  <a:pt x="421235" y="221726"/>
                  <a:pt x="416770" y="204146"/>
                </a:cubicBezTo>
                <a:cubicBezTo>
                  <a:pt x="412304" y="186565"/>
                  <a:pt x="412376" y="154881"/>
                  <a:pt x="407735" y="137054"/>
                </a:cubicBezTo>
                <a:cubicBezTo>
                  <a:pt x="403093" y="119226"/>
                  <a:pt x="395900" y="108398"/>
                  <a:pt x="388920" y="97182"/>
                </a:cubicBezTo>
                <a:cubicBezTo>
                  <a:pt x="381940" y="85966"/>
                  <a:pt x="372638" y="82140"/>
                  <a:pt x="365853" y="69759"/>
                </a:cubicBezTo>
                <a:cubicBezTo>
                  <a:pt x="359068" y="57378"/>
                  <a:pt x="355747" y="33772"/>
                  <a:pt x="348209" y="22895"/>
                </a:cubicBezTo>
                <a:cubicBezTo>
                  <a:pt x="340671" y="12019"/>
                  <a:pt x="332846" y="0"/>
                  <a:pt x="320623" y="4500"/>
                </a:cubicBezTo>
                <a:cubicBezTo>
                  <a:pt x="308401" y="9001"/>
                  <a:pt x="289414" y="36244"/>
                  <a:pt x="274872" y="49897"/>
                </a:cubicBezTo>
                <a:cubicBezTo>
                  <a:pt x="260331" y="63550"/>
                  <a:pt x="244407" y="85506"/>
                  <a:pt x="233375" y="86417"/>
                </a:cubicBezTo>
                <a:cubicBezTo>
                  <a:pt x="222342" y="87327"/>
                  <a:pt x="216699" y="67043"/>
                  <a:pt x="208676" y="55359"/>
                </a:cubicBezTo>
                <a:cubicBezTo>
                  <a:pt x="200653" y="43676"/>
                  <a:pt x="194761" y="20718"/>
                  <a:pt x="185235" y="16315"/>
                </a:cubicBezTo>
                <a:cubicBezTo>
                  <a:pt x="175709" y="11913"/>
                  <a:pt x="163232" y="21177"/>
                  <a:pt x="151521" y="28942"/>
                </a:cubicBezTo>
                <a:cubicBezTo>
                  <a:pt x="139810" y="36707"/>
                  <a:pt x="126844" y="52224"/>
                  <a:pt x="114970" y="62904"/>
                </a:cubicBezTo>
                <a:cubicBezTo>
                  <a:pt x="103095" y="73584"/>
                  <a:pt x="92169" y="79732"/>
                  <a:pt x="80273" y="93020"/>
                </a:cubicBezTo>
                <a:cubicBezTo>
                  <a:pt x="68377" y="106308"/>
                  <a:pt x="55936" y="123657"/>
                  <a:pt x="43595" y="142630"/>
                </a:cubicBezTo>
                <a:cubicBezTo>
                  <a:pt x="31254" y="161603"/>
                  <a:pt x="12456" y="196154"/>
                  <a:pt x="6228" y="206859"/>
                </a:cubicBezTo>
                <a:cubicBezTo>
                  <a:pt x="0" y="217564"/>
                  <a:pt x="3267" y="195951"/>
                  <a:pt x="6228" y="206859"/>
                </a:cubicBezTo>
                <a:cubicBezTo>
                  <a:pt x="9189" y="217768"/>
                  <a:pt x="17903" y="252662"/>
                  <a:pt x="23993" y="272310"/>
                </a:cubicBezTo>
                <a:cubicBezTo>
                  <a:pt x="30084" y="291957"/>
                  <a:pt x="35850" y="312165"/>
                  <a:pt x="42769" y="324745"/>
                </a:cubicBezTo>
                <a:cubicBezTo>
                  <a:pt x="49689" y="337326"/>
                  <a:pt x="56983" y="345680"/>
                  <a:pt x="65512" y="347794"/>
                </a:cubicBezTo>
                <a:cubicBezTo>
                  <a:pt x="74040" y="349908"/>
                  <a:pt x="84236" y="341740"/>
                  <a:pt x="93941" y="337430"/>
                </a:cubicBezTo>
                <a:cubicBezTo>
                  <a:pt x="103646" y="333120"/>
                  <a:pt x="114441" y="323734"/>
                  <a:pt x="123743" y="321934"/>
                </a:cubicBezTo>
                <a:cubicBezTo>
                  <a:pt x="133046" y="320133"/>
                  <a:pt x="141658" y="322652"/>
                  <a:pt x="149754" y="326627"/>
                </a:cubicBezTo>
                <a:cubicBezTo>
                  <a:pt x="157851" y="330601"/>
                  <a:pt x="164808" y="339748"/>
                  <a:pt x="172323" y="345781"/>
                </a:cubicBezTo>
                <a:cubicBezTo>
                  <a:pt x="179838" y="351813"/>
                  <a:pt x="187562" y="356527"/>
                  <a:pt x="194843" y="362822"/>
                </a:cubicBezTo>
                <a:cubicBezTo>
                  <a:pt x="202124" y="369118"/>
                  <a:pt x="210027" y="372892"/>
                  <a:pt x="216008" y="383555"/>
                </a:cubicBezTo>
                <a:cubicBezTo>
                  <a:pt x="221988" y="394219"/>
                  <a:pt x="226629" y="409895"/>
                  <a:pt x="230726" y="426805"/>
                </a:cubicBezTo>
                <a:cubicBezTo>
                  <a:pt x="234823" y="443714"/>
                  <a:pt x="236208" y="469742"/>
                  <a:pt x="240589" y="485014"/>
                </a:cubicBezTo>
                <a:cubicBezTo>
                  <a:pt x="244970" y="500286"/>
                  <a:pt x="248779" y="516159"/>
                  <a:pt x="257012" y="518438"/>
                </a:cubicBezTo>
                <a:cubicBezTo>
                  <a:pt x="265246" y="520717"/>
                  <a:pt x="276895" y="511184"/>
                  <a:pt x="289990" y="498689"/>
                </a:cubicBezTo>
                <a:cubicBezTo>
                  <a:pt x="303084" y="486195"/>
                  <a:pt x="320464" y="460831"/>
                  <a:pt x="335581" y="443474"/>
                </a:cubicBezTo>
                <a:cubicBezTo>
                  <a:pt x="350698" y="426116"/>
                  <a:pt x="366908" y="406654"/>
                  <a:pt x="380692" y="394543"/>
                </a:cubicBezTo>
                <a:cubicBezTo>
                  <a:pt x="394475" y="382432"/>
                  <a:pt x="406310" y="376767"/>
                  <a:pt x="418279" y="370807"/>
                </a:cubicBezTo>
                <a:cubicBezTo>
                  <a:pt x="430248" y="364847"/>
                  <a:pt x="440287" y="364533"/>
                  <a:pt x="452505" y="358784"/>
                </a:cubicBezTo>
                <a:cubicBezTo>
                  <a:pt x="464723" y="353035"/>
                  <a:pt x="485072" y="340058"/>
                  <a:pt x="491585" y="336313"/>
                </a:cubicBezTo>
                <a:cubicBezTo>
                  <a:pt x="498099" y="332568"/>
                  <a:pt x="491425" y="349745"/>
                  <a:pt x="491585" y="336313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51"/>
                </a:srgbClr>
              </a:gs>
              <a:gs pos="18000">
                <a:srgbClr val="919191">
                  <a:alpha val="2356"/>
                </a:srgbClr>
              </a:gs>
              <a:gs pos="48000">
                <a:srgbClr val="919191">
                  <a:alpha val="3800"/>
                </a:srgbClr>
              </a:gs>
              <a:gs pos="78000">
                <a:srgbClr val="919191">
                  <a:alpha val="2849"/>
                </a:srgbClr>
              </a:gs>
              <a:gs pos="100000">
                <a:srgbClr val="919191">
                  <a:alpha val="172"/>
                </a:srgbClr>
              </a:gs>
            </a:gsLst>
            <a:lin ang="11695979" scaled="0"/>
          </a:gradFill>
          <a:ln w="0">
            <a:noFill/>
            <a:prstDash val="solid"/>
          </a:ln>
        </p:spPr>
      </p:sp>
      <p:sp>
        <p:nvSpPr>
          <p:cNvPr id="1173" name="PANEL_D-intermittent-gas-core-6-feather-1_128">
            <a:extLst>
              <a:ext uri="{FF2B5EF4-FFF2-40B4-BE49-F238E27FC236}">
                <a16:creationId xmlns:a16="http://schemas.microsoft.com/office/drawing/2014/main" id="{48EEE7F2-FFCF-4541-939F-991E05C3B485}"/>
              </a:ext>
            </a:extLst>
          </p:cNvPr>
          <p:cNvSpPr>
            <a:spLocks/>
          </p:cNvSpPr>
          <p:nvPr/>
        </p:nvSpPr>
        <p:spPr>
          <a:xfrm>
            <a:off x="14396411" y="3842217"/>
            <a:ext cx="473541" cy="402768"/>
          </a:xfrm>
          <a:custGeom>
            <a:pathLst>
              <a:path w="497155" h="422854">
                <a:moveTo>
                  <a:pt x="491173" y="283280"/>
                </a:moveTo>
                <a:cubicBezTo>
                  <a:pt x="490396" y="272260"/>
                  <a:pt x="491637" y="230547"/>
                  <a:pt x="486511" y="217159"/>
                </a:cubicBezTo>
                <a:cubicBezTo>
                  <a:pt x="481385" y="203770"/>
                  <a:pt x="470120" y="204815"/>
                  <a:pt x="460416" y="202949"/>
                </a:cubicBezTo>
                <a:cubicBezTo>
                  <a:pt x="450712" y="201083"/>
                  <a:pt x="437072" y="210355"/>
                  <a:pt x="428288" y="205963"/>
                </a:cubicBezTo>
                <a:cubicBezTo>
                  <a:pt x="419504" y="201571"/>
                  <a:pt x="413390" y="190214"/>
                  <a:pt x="407713" y="176594"/>
                </a:cubicBezTo>
                <a:cubicBezTo>
                  <a:pt x="402036" y="162974"/>
                  <a:pt x="399910" y="138389"/>
                  <a:pt x="394225" y="124246"/>
                </a:cubicBezTo>
                <a:cubicBezTo>
                  <a:pt x="388541" y="110102"/>
                  <a:pt x="380941" y="101245"/>
                  <a:pt x="373607" y="91733"/>
                </a:cubicBezTo>
                <a:cubicBezTo>
                  <a:pt x="366274" y="82221"/>
                  <a:pt x="357241" y="78146"/>
                  <a:pt x="350222" y="67176"/>
                </a:cubicBezTo>
                <a:cubicBezTo>
                  <a:pt x="343203" y="56206"/>
                  <a:pt x="339005" y="36105"/>
                  <a:pt x="331493" y="25914"/>
                </a:cubicBezTo>
                <a:cubicBezTo>
                  <a:pt x="323982" y="15722"/>
                  <a:pt x="316331" y="4328"/>
                  <a:pt x="305152" y="6029"/>
                </a:cubicBezTo>
                <a:cubicBezTo>
                  <a:pt x="293974" y="7730"/>
                  <a:pt x="277516" y="27039"/>
                  <a:pt x="264421" y="36118"/>
                </a:cubicBezTo>
                <a:cubicBezTo>
                  <a:pt x="251325" y="45196"/>
                  <a:pt x="237087" y="60847"/>
                  <a:pt x="226579" y="60500"/>
                </a:cubicBezTo>
                <a:cubicBezTo>
                  <a:pt x="216072" y="60153"/>
                  <a:pt x="209677" y="43570"/>
                  <a:pt x="201376" y="34034"/>
                </a:cubicBezTo>
                <a:cubicBezTo>
                  <a:pt x="193075" y="24499"/>
                  <a:pt x="186346" y="6576"/>
                  <a:pt x="176773" y="3288"/>
                </a:cubicBezTo>
                <a:cubicBezTo>
                  <a:pt x="167201" y="0"/>
                  <a:pt x="155256" y="7766"/>
                  <a:pt x="143941" y="14307"/>
                </a:cubicBezTo>
                <a:cubicBezTo>
                  <a:pt x="132627" y="20848"/>
                  <a:pt x="120304" y="33703"/>
                  <a:pt x="108887" y="42535"/>
                </a:cubicBezTo>
                <a:cubicBezTo>
                  <a:pt x="97470" y="51368"/>
                  <a:pt x="86803" y="56731"/>
                  <a:pt x="75440" y="67302"/>
                </a:cubicBezTo>
                <a:cubicBezTo>
                  <a:pt x="64077" y="77873"/>
                  <a:pt x="52313" y="91541"/>
                  <a:pt x="40709" y="105962"/>
                </a:cubicBezTo>
                <a:cubicBezTo>
                  <a:pt x="29105" y="120383"/>
                  <a:pt x="11631" y="145849"/>
                  <a:pt x="5816" y="153826"/>
                </a:cubicBezTo>
                <a:cubicBezTo>
                  <a:pt x="0" y="161803"/>
                  <a:pt x="2548" y="144945"/>
                  <a:pt x="5816" y="153826"/>
                </a:cubicBezTo>
                <a:cubicBezTo>
                  <a:pt x="9083" y="162707"/>
                  <a:pt x="18691" y="191408"/>
                  <a:pt x="25420" y="207112"/>
                </a:cubicBezTo>
                <a:cubicBezTo>
                  <a:pt x="32148" y="222816"/>
                  <a:pt x="38706" y="238441"/>
                  <a:pt x="46187" y="248047"/>
                </a:cubicBezTo>
                <a:cubicBezTo>
                  <a:pt x="53669" y="257654"/>
                  <a:pt x="61502" y="263603"/>
                  <a:pt x="70309" y="264750"/>
                </a:cubicBezTo>
                <a:cubicBezTo>
                  <a:pt x="79116" y="265896"/>
                  <a:pt x="89279" y="258774"/>
                  <a:pt x="99029" y="254927"/>
                </a:cubicBezTo>
                <a:cubicBezTo>
                  <a:pt x="108779" y="251081"/>
                  <a:pt x="119412" y="243221"/>
                  <a:pt x="128810" y="241670"/>
                </a:cubicBezTo>
                <a:cubicBezTo>
                  <a:pt x="138208" y="240119"/>
                  <a:pt x="147059" y="242100"/>
                  <a:pt x="155417" y="245623"/>
                </a:cubicBezTo>
                <a:cubicBezTo>
                  <a:pt x="163776" y="249145"/>
                  <a:pt x="171196" y="257041"/>
                  <a:pt x="178959" y="262804"/>
                </a:cubicBezTo>
                <a:cubicBezTo>
                  <a:pt x="186723" y="268567"/>
                  <a:pt x="194566" y="273718"/>
                  <a:pt x="201998" y="280200"/>
                </a:cubicBezTo>
                <a:cubicBezTo>
                  <a:pt x="209430" y="286681"/>
                  <a:pt x="217243" y="291565"/>
                  <a:pt x="223552" y="301692"/>
                </a:cubicBezTo>
                <a:cubicBezTo>
                  <a:pt x="229862" y="311819"/>
                  <a:pt x="235029" y="326066"/>
                  <a:pt x="239857" y="340963"/>
                </a:cubicBezTo>
                <a:cubicBezTo>
                  <a:pt x="244684" y="355860"/>
                  <a:pt x="247372" y="377850"/>
                  <a:pt x="252516" y="391075"/>
                </a:cubicBezTo>
                <a:cubicBezTo>
                  <a:pt x="257660" y="404300"/>
                  <a:pt x="262408" y="417772"/>
                  <a:pt x="270720" y="420313"/>
                </a:cubicBezTo>
                <a:cubicBezTo>
                  <a:pt x="279031" y="422854"/>
                  <a:pt x="290107" y="415829"/>
                  <a:pt x="302384" y="406322"/>
                </a:cubicBezTo>
                <a:cubicBezTo>
                  <a:pt x="314662" y="396815"/>
                  <a:pt x="330401" y="376902"/>
                  <a:pt x="344386" y="363270"/>
                </a:cubicBezTo>
                <a:cubicBezTo>
                  <a:pt x="358371" y="349637"/>
                  <a:pt x="373310" y="334100"/>
                  <a:pt x="386294" y="324527"/>
                </a:cubicBezTo>
                <a:cubicBezTo>
                  <a:pt x="399279" y="314954"/>
                  <a:pt x="410794" y="310328"/>
                  <a:pt x="422292" y="305832"/>
                </a:cubicBezTo>
                <a:cubicBezTo>
                  <a:pt x="433789" y="301335"/>
                  <a:pt x="443799" y="301307"/>
                  <a:pt x="455279" y="297549"/>
                </a:cubicBezTo>
                <a:cubicBezTo>
                  <a:pt x="466760" y="293790"/>
                  <a:pt x="485191" y="285658"/>
                  <a:pt x="491173" y="283280"/>
                </a:cubicBezTo>
                <a:cubicBezTo>
                  <a:pt x="497155" y="280902"/>
                  <a:pt x="491950" y="294300"/>
                  <a:pt x="491173" y="283280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02"/>
                </a:srgbClr>
              </a:gs>
              <a:gs pos="18000">
                <a:srgbClr val="767676">
                  <a:alpha val="3142"/>
                </a:srgbClr>
              </a:gs>
              <a:gs pos="48000">
                <a:srgbClr val="767676">
                  <a:alpha val="5066"/>
                </a:srgbClr>
              </a:gs>
              <a:gs pos="78000">
                <a:srgbClr val="767676">
                  <a:alpha val="3800"/>
                </a:srgbClr>
              </a:gs>
              <a:gs pos="100000">
                <a:srgbClr val="767676">
                  <a:alpha val="228"/>
                </a:srgbClr>
              </a:gs>
            </a:gsLst>
            <a:lin ang="11695979" scaled="0"/>
          </a:gradFill>
          <a:ln w="0">
            <a:noFill/>
            <a:prstDash val="solid"/>
          </a:ln>
        </p:spPr>
      </p:sp>
      <p:sp>
        <p:nvSpPr>
          <p:cNvPr id="1174" name="PANEL_D-intermittent-gas-core-6-feather-2_129">
            <a:extLst>
              <a:ext uri="{FF2B5EF4-FFF2-40B4-BE49-F238E27FC236}">
                <a16:creationId xmlns:a16="http://schemas.microsoft.com/office/drawing/2014/main" id="{6A2B0C9C-B8F8-4CA3-8941-AAA4A0D361EE}"/>
              </a:ext>
            </a:extLst>
          </p:cNvPr>
          <p:cNvSpPr>
            <a:spLocks/>
          </p:cNvSpPr>
          <p:nvPr/>
        </p:nvSpPr>
        <p:spPr>
          <a:xfrm>
            <a:off x="14396840" y="3884946"/>
            <a:ext cx="472560" cy="313458"/>
          </a:xfrm>
          <a:custGeom>
            <a:pathLst>
              <a:path w="496126" h="329089">
                <a:moveTo>
                  <a:pt x="490723" y="238421"/>
                </a:moveTo>
                <a:cubicBezTo>
                  <a:pt x="488924" y="230032"/>
                  <a:pt x="486205" y="198371"/>
                  <a:pt x="479928" y="188087"/>
                </a:cubicBezTo>
                <a:cubicBezTo>
                  <a:pt x="473651" y="177803"/>
                  <a:pt x="462805" y="178223"/>
                  <a:pt x="453063" y="176718"/>
                </a:cubicBezTo>
                <a:cubicBezTo>
                  <a:pt x="443321" y="175214"/>
                  <a:pt x="430684" y="181923"/>
                  <a:pt x="421479" y="179059"/>
                </a:cubicBezTo>
                <a:cubicBezTo>
                  <a:pt x="412274" y="176195"/>
                  <a:pt x="404831" y="168831"/>
                  <a:pt x="397833" y="159533"/>
                </a:cubicBezTo>
                <a:cubicBezTo>
                  <a:pt x="390835" y="150235"/>
                  <a:pt x="386310" y="133394"/>
                  <a:pt x="379488" y="123269"/>
                </a:cubicBezTo>
                <a:cubicBezTo>
                  <a:pt x="372666" y="113145"/>
                  <a:pt x="364623" y="106437"/>
                  <a:pt x="356903" y="98784"/>
                </a:cubicBezTo>
                <a:cubicBezTo>
                  <a:pt x="349183" y="91132"/>
                  <a:pt x="340444" y="86784"/>
                  <a:pt x="333170" y="77353"/>
                </a:cubicBezTo>
                <a:cubicBezTo>
                  <a:pt x="325896" y="67923"/>
                  <a:pt x="320740" y="51645"/>
                  <a:pt x="313258" y="42202"/>
                </a:cubicBezTo>
                <a:cubicBezTo>
                  <a:pt x="305776" y="32758"/>
                  <a:pt x="298315" y="22045"/>
                  <a:pt x="288275" y="20692"/>
                </a:cubicBezTo>
                <a:cubicBezTo>
                  <a:pt x="278235" y="19339"/>
                  <a:pt x="264538" y="29993"/>
                  <a:pt x="253019" y="34081"/>
                </a:cubicBezTo>
                <a:cubicBezTo>
                  <a:pt x="241501" y="38170"/>
                  <a:pt x="229101" y="46942"/>
                  <a:pt x="219166" y="45223"/>
                </a:cubicBezTo>
                <a:cubicBezTo>
                  <a:pt x="209232" y="43504"/>
                  <a:pt x="202017" y="30958"/>
                  <a:pt x="193413" y="23766"/>
                </a:cubicBezTo>
                <a:cubicBezTo>
                  <a:pt x="184809" y="16574"/>
                  <a:pt x="177166" y="4143"/>
                  <a:pt x="167543" y="2071"/>
                </a:cubicBezTo>
                <a:cubicBezTo>
                  <a:pt x="157919" y="0"/>
                  <a:pt x="146555" y="6131"/>
                  <a:pt x="135673" y="11337"/>
                </a:cubicBezTo>
                <a:cubicBezTo>
                  <a:pt x="124791" y="16544"/>
                  <a:pt x="113168" y="26493"/>
                  <a:pt x="102251" y="33310"/>
                </a:cubicBezTo>
                <a:cubicBezTo>
                  <a:pt x="91333" y="40128"/>
                  <a:pt x="80949" y="44633"/>
                  <a:pt x="70167" y="52241"/>
                </a:cubicBezTo>
                <a:cubicBezTo>
                  <a:pt x="59386" y="59848"/>
                  <a:pt x="48361" y="69501"/>
                  <a:pt x="37561" y="78956"/>
                </a:cubicBezTo>
                <a:cubicBezTo>
                  <a:pt x="26760" y="88410"/>
                  <a:pt x="10732" y="103965"/>
                  <a:pt x="5366" y="108967"/>
                </a:cubicBezTo>
                <a:cubicBezTo>
                  <a:pt x="0" y="113968"/>
                  <a:pt x="1764" y="102297"/>
                  <a:pt x="5366" y="108967"/>
                </a:cubicBezTo>
                <a:cubicBezTo>
                  <a:pt x="8967" y="115636"/>
                  <a:pt x="19551" y="137582"/>
                  <a:pt x="26976" y="148983"/>
                </a:cubicBezTo>
                <a:cubicBezTo>
                  <a:pt x="34401" y="160384"/>
                  <a:pt x="41821" y="171011"/>
                  <a:pt x="49915" y="177372"/>
                </a:cubicBezTo>
                <a:cubicBezTo>
                  <a:pt x="58010" y="183734"/>
                  <a:pt x="66433" y="187060"/>
                  <a:pt x="75543" y="187151"/>
                </a:cubicBezTo>
                <a:cubicBezTo>
                  <a:pt x="84654" y="187242"/>
                  <a:pt x="94781" y="181262"/>
                  <a:pt x="104580" y="177921"/>
                </a:cubicBezTo>
                <a:cubicBezTo>
                  <a:pt x="114379" y="174580"/>
                  <a:pt x="124834" y="168384"/>
                  <a:pt x="134337" y="167105"/>
                </a:cubicBezTo>
                <a:cubicBezTo>
                  <a:pt x="143840" y="165827"/>
                  <a:pt x="152952" y="167221"/>
                  <a:pt x="161595" y="170250"/>
                </a:cubicBezTo>
                <a:cubicBezTo>
                  <a:pt x="170239" y="173279"/>
                  <a:pt x="178164" y="179811"/>
                  <a:pt x="186199" y="185280"/>
                </a:cubicBezTo>
                <a:cubicBezTo>
                  <a:pt x="194233" y="190748"/>
                  <a:pt x="202206" y="196377"/>
                  <a:pt x="209804" y="203061"/>
                </a:cubicBezTo>
                <a:cubicBezTo>
                  <a:pt x="217401" y="209745"/>
                  <a:pt x="225114" y="215840"/>
                  <a:pt x="231783" y="225382"/>
                </a:cubicBezTo>
                <a:cubicBezTo>
                  <a:pt x="238452" y="234924"/>
                  <a:pt x="244193" y="247611"/>
                  <a:pt x="249817" y="260313"/>
                </a:cubicBezTo>
                <a:cubicBezTo>
                  <a:pt x="255441" y="273014"/>
                  <a:pt x="259551" y="290600"/>
                  <a:pt x="265527" y="301591"/>
                </a:cubicBezTo>
                <a:cubicBezTo>
                  <a:pt x="271503" y="312583"/>
                  <a:pt x="277277" y="323436"/>
                  <a:pt x="285673" y="326263"/>
                </a:cubicBezTo>
                <a:cubicBezTo>
                  <a:pt x="294069" y="329089"/>
                  <a:pt x="304519" y="324801"/>
                  <a:pt x="315906" y="318553"/>
                </a:cubicBezTo>
                <a:cubicBezTo>
                  <a:pt x="327292" y="312304"/>
                  <a:pt x="341241" y="298339"/>
                  <a:pt x="353991" y="288770"/>
                </a:cubicBezTo>
                <a:cubicBezTo>
                  <a:pt x="366741" y="279202"/>
                  <a:pt x="380293" y="267946"/>
                  <a:pt x="392406" y="261142"/>
                </a:cubicBezTo>
                <a:cubicBezTo>
                  <a:pt x="404519" y="254337"/>
                  <a:pt x="415686" y="250845"/>
                  <a:pt x="426669" y="247945"/>
                </a:cubicBezTo>
                <a:cubicBezTo>
                  <a:pt x="437653" y="245045"/>
                  <a:pt x="447630" y="245329"/>
                  <a:pt x="458306" y="243742"/>
                </a:cubicBezTo>
                <a:cubicBezTo>
                  <a:pt x="468982" y="242154"/>
                  <a:pt x="485320" y="239307"/>
                  <a:pt x="490723" y="238421"/>
                </a:cubicBezTo>
                <a:cubicBezTo>
                  <a:pt x="496126" y="237534"/>
                  <a:pt x="492523" y="246809"/>
                  <a:pt x="490723" y="238421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60"/>
                </a:srgbClr>
              </a:gs>
              <a:gs pos="18000">
                <a:srgbClr val="767676">
                  <a:alpha val="4031"/>
                </a:srgbClr>
              </a:gs>
              <a:gs pos="48000">
                <a:srgbClr val="767676">
                  <a:alpha val="6502"/>
                </a:srgbClr>
              </a:gs>
              <a:gs pos="78000">
                <a:srgbClr val="767676">
                  <a:alpha val="4876"/>
                </a:srgbClr>
              </a:gs>
              <a:gs pos="100000">
                <a:srgbClr val="767676">
                  <a:alpha val="292"/>
                </a:srgbClr>
              </a:gs>
            </a:gsLst>
            <a:lin ang="11695979" scaled="0"/>
          </a:gradFill>
          <a:ln w="0">
            <a:noFill/>
            <a:prstDash val="solid"/>
          </a:ln>
        </p:spPr>
      </p:sp>
      <p:sp>
        <p:nvSpPr>
          <p:cNvPr id="1175" name="PANEL_D-intermittent-gas-core-6-feather-3_130">
            <a:extLst>
              <a:ext uri="{FF2B5EF4-FFF2-40B4-BE49-F238E27FC236}">
                <a16:creationId xmlns:a16="http://schemas.microsoft.com/office/drawing/2014/main" id="{13651DD5-4F92-47DF-A666-7FEC0194236A}"/>
              </a:ext>
            </a:extLst>
          </p:cNvPr>
          <p:cNvSpPr>
            <a:spLocks/>
          </p:cNvSpPr>
          <p:nvPr/>
        </p:nvSpPr>
        <p:spPr>
          <a:xfrm>
            <a:off x="14397268" y="3927674"/>
            <a:ext cx="471580" cy="224147"/>
          </a:xfrm>
          <a:custGeom>
            <a:pathLst>
              <a:path w="495097" h="235325">
                <a:moveTo>
                  <a:pt x="490274" y="193561"/>
                </a:moveTo>
                <a:cubicBezTo>
                  <a:pt x="487452" y="187804"/>
                  <a:pt x="480772" y="166194"/>
                  <a:pt x="473345" y="159015"/>
                </a:cubicBezTo>
                <a:cubicBezTo>
                  <a:pt x="465917" y="151836"/>
                  <a:pt x="455489" y="151631"/>
                  <a:pt x="445710" y="150488"/>
                </a:cubicBezTo>
                <a:cubicBezTo>
                  <a:pt x="435931" y="149344"/>
                  <a:pt x="424296" y="153490"/>
                  <a:pt x="414670" y="152155"/>
                </a:cubicBezTo>
                <a:cubicBezTo>
                  <a:pt x="405043" y="150819"/>
                  <a:pt x="396273" y="147449"/>
                  <a:pt x="387953" y="142472"/>
                </a:cubicBezTo>
                <a:cubicBezTo>
                  <a:pt x="379633" y="137495"/>
                  <a:pt x="372709" y="128399"/>
                  <a:pt x="364750" y="122293"/>
                </a:cubicBezTo>
                <a:cubicBezTo>
                  <a:pt x="356791" y="116187"/>
                  <a:pt x="348304" y="111629"/>
                  <a:pt x="340199" y="105835"/>
                </a:cubicBezTo>
                <a:cubicBezTo>
                  <a:pt x="332093" y="100042"/>
                  <a:pt x="323647" y="95422"/>
                  <a:pt x="316118" y="87531"/>
                </a:cubicBezTo>
                <a:cubicBezTo>
                  <a:pt x="308589" y="79640"/>
                  <a:pt x="302476" y="67186"/>
                  <a:pt x="295023" y="58490"/>
                </a:cubicBezTo>
                <a:cubicBezTo>
                  <a:pt x="287569" y="49794"/>
                  <a:pt x="280298" y="39763"/>
                  <a:pt x="271398" y="35355"/>
                </a:cubicBezTo>
                <a:cubicBezTo>
                  <a:pt x="262497" y="30948"/>
                  <a:pt x="251559" y="32946"/>
                  <a:pt x="241618" y="32045"/>
                </a:cubicBezTo>
                <a:cubicBezTo>
                  <a:pt x="231677" y="31143"/>
                  <a:pt x="221115" y="33037"/>
                  <a:pt x="211753" y="29946"/>
                </a:cubicBezTo>
                <a:cubicBezTo>
                  <a:pt x="202392" y="26855"/>
                  <a:pt x="194357" y="18346"/>
                  <a:pt x="185450" y="13498"/>
                </a:cubicBezTo>
                <a:cubicBezTo>
                  <a:pt x="176543" y="8649"/>
                  <a:pt x="167986" y="1710"/>
                  <a:pt x="158312" y="855"/>
                </a:cubicBezTo>
                <a:cubicBezTo>
                  <a:pt x="148637" y="0"/>
                  <a:pt x="137854" y="4496"/>
                  <a:pt x="127404" y="8367"/>
                </a:cubicBezTo>
                <a:cubicBezTo>
                  <a:pt x="116955" y="12239"/>
                  <a:pt x="106033" y="19283"/>
                  <a:pt x="95615" y="24085"/>
                </a:cubicBezTo>
                <a:cubicBezTo>
                  <a:pt x="85196" y="28888"/>
                  <a:pt x="75095" y="32536"/>
                  <a:pt x="64895" y="37180"/>
                </a:cubicBezTo>
                <a:cubicBezTo>
                  <a:pt x="54694" y="41824"/>
                  <a:pt x="44409" y="47462"/>
                  <a:pt x="34412" y="51950"/>
                </a:cubicBezTo>
                <a:cubicBezTo>
                  <a:pt x="24416" y="56437"/>
                  <a:pt x="9832" y="62081"/>
                  <a:pt x="4916" y="64107"/>
                </a:cubicBezTo>
                <a:cubicBezTo>
                  <a:pt x="0" y="66134"/>
                  <a:pt x="980" y="59650"/>
                  <a:pt x="4916" y="64107"/>
                </a:cubicBezTo>
                <a:cubicBezTo>
                  <a:pt x="8852" y="68565"/>
                  <a:pt x="20411" y="83755"/>
                  <a:pt x="28532" y="90853"/>
                </a:cubicBezTo>
                <a:cubicBezTo>
                  <a:pt x="36653" y="97952"/>
                  <a:pt x="44936" y="103581"/>
                  <a:pt x="53644" y="106698"/>
                </a:cubicBezTo>
                <a:cubicBezTo>
                  <a:pt x="62351" y="109814"/>
                  <a:pt x="71363" y="110517"/>
                  <a:pt x="80777" y="109553"/>
                </a:cubicBezTo>
                <a:cubicBezTo>
                  <a:pt x="90192" y="108589"/>
                  <a:pt x="100283" y="103749"/>
                  <a:pt x="110131" y="100914"/>
                </a:cubicBezTo>
                <a:cubicBezTo>
                  <a:pt x="119978" y="98078"/>
                  <a:pt x="130257" y="93547"/>
                  <a:pt x="139864" y="92541"/>
                </a:cubicBezTo>
                <a:cubicBezTo>
                  <a:pt x="149471" y="91535"/>
                  <a:pt x="158844" y="92342"/>
                  <a:pt x="167773" y="94878"/>
                </a:cubicBezTo>
                <a:cubicBezTo>
                  <a:pt x="176702" y="97414"/>
                  <a:pt x="185132" y="102581"/>
                  <a:pt x="193438" y="107755"/>
                </a:cubicBezTo>
                <a:cubicBezTo>
                  <a:pt x="201744" y="112929"/>
                  <a:pt x="209847" y="119036"/>
                  <a:pt x="217609" y="125922"/>
                </a:cubicBezTo>
                <a:cubicBezTo>
                  <a:pt x="225372" y="132808"/>
                  <a:pt x="232985" y="140115"/>
                  <a:pt x="240013" y="149072"/>
                </a:cubicBezTo>
                <a:cubicBezTo>
                  <a:pt x="247041" y="158028"/>
                  <a:pt x="253357" y="169157"/>
                  <a:pt x="259778" y="179663"/>
                </a:cubicBezTo>
                <a:cubicBezTo>
                  <a:pt x="266199" y="190169"/>
                  <a:pt x="271731" y="203349"/>
                  <a:pt x="278539" y="212108"/>
                </a:cubicBezTo>
                <a:cubicBezTo>
                  <a:pt x="285347" y="220866"/>
                  <a:pt x="292145" y="229100"/>
                  <a:pt x="300626" y="232212"/>
                </a:cubicBezTo>
                <a:cubicBezTo>
                  <a:pt x="309108" y="235325"/>
                  <a:pt x="318932" y="233774"/>
                  <a:pt x="329427" y="230783"/>
                </a:cubicBezTo>
                <a:cubicBezTo>
                  <a:pt x="339922" y="227793"/>
                  <a:pt x="352081" y="219775"/>
                  <a:pt x="363596" y="214271"/>
                </a:cubicBezTo>
                <a:cubicBezTo>
                  <a:pt x="375112" y="208766"/>
                  <a:pt x="387276" y="201792"/>
                  <a:pt x="398518" y="197756"/>
                </a:cubicBezTo>
                <a:cubicBezTo>
                  <a:pt x="409760" y="193721"/>
                  <a:pt x="420578" y="191361"/>
                  <a:pt x="431047" y="190058"/>
                </a:cubicBezTo>
                <a:cubicBezTo>
                  <a:pt x="441516" y="188754"/>
                  <a:pt x="451461" y="189351"/>
                  <a:pt x="461332" y="189935"/>
                </a:cubicBezTo>
                <a:cubicBezTo>
                  <a:pt x="471203" y="190518"/>
                  <a:pt x="485450" y="192957"/>
                  <a:pt x="490274" y="193561"/>
                </a:cubicBezTo>
                <a:cubicBezTo>
                  <a:pt x="495097" y="194166"/>
                  <a:pt x="493095" y="199319"/>
                  <a:pt x="490274" y="193561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04"/>
                </a:srgbClr>
              </a:gs>
              <a:gs pos="18000">
                <a:srgbClr val="767676">
                  <a:alpha val="4712"/>
                </a:srgbClr>
              </a:gs>
              <a:gs pos="48000">
                <a:srgbClr val="767676">
                  <a:alpha val="7599"/>
                </a:srgbClr>
              </a:gs>
              <a:gs pos="78000">
                <a:srgbClr val="767676">
                  <a:alpha val="5700"/>
                </a:srgbClr>
              </a:gs>
              <a:gs pos="100000">
                <a:srgbClr val="767676">
                  <a:alpha val="342"/>
                </a:srgbClr>
              </a:gs>
            </a:gsLst>
            <a:lin ang="11695979" scaled="0"/>
          </a:gradFill>
          <a:ln w="0">
            <a:noFill/>
            <a:prstDash val="solid"/>
          </a:ln>
        </p:spPr>
      </p:sp>
      <p:sp>
        <p:nvSpPr>
          <p:cNvPr id="1176" name="PANEL_D-intermittent-gas-wisp-6-feather-0_131">
            <a:extLst>
              <a:ext uri="{FF2B5EF4-FFF2-40B4-BE49-F238E27FC236}">
                <a16:creationId xmlns:a16="http://schemas.microsoft.com/office/drawing/2014/main" id="{95AFB3A8-4554-4875-B28B-8E606963DCDB}"/>
              </a:ext>
            </a:extLst>
          </p:cNvPr>
          <p:cNvSpPr>
            <a:spLocks/>
          </p:cNvSpPr>
          <p:nvPr/>
        </p:nvSpPr>
        <p:spPr>
          <a:xfrm>
            <a:off x="14574417" y="3757537"/>
            <a:ext cx="375054" cy="206218"/>
          </a:xfrm>
          <a:custGeom>
            <a:pathLst>
              <a:path w="393757" h="216502">
                <a:moveTo>
                  <a:pt x="388896" y="177023"/>
                </a:moveTo>
                <a:cubicBezTo>
                  <a:pt x="387935" y="169630"/>
                  <a:pt x="386283" y="145317"/>
                  <a:pt x="383129" y="132668"/>
                </a:cubicBezTo>
                <a:cubicBezTo>
                  <a:pt x="379974" y="120018"/>
                  <a:pt x="375310" y="109194"/>
                  <a:pt x="369971" y="101126"/>
                </a:cubicBezTo>
                <a:cubicBezTo>
                  <a:pt x="364633" y="93058"/>
                  <a:pt x="357448" y="89695"/>
                  <a:pt x="351097" y="84261"/>
                </a:cubicBezTo>
                <a:cubicBezTo>
                  <a:pt x="344745" y="78826"/>
                  <a:pt x="338640" y="72685"/>
                  <a:pt x="331862" y="68519"/>
                </a:cubicBezTo>
                <a:cubicBezTo>
                  <a:pt x="325084" y="64353"/>
                  <a:pt x="318473" y="59586"/>
                  <a:pt x="310428" y="59266"/>
                </a:cubicBezTo>
                <a:cubicBezTo>
                  <a:pt x="302383" y="58945"/>
                  <a:pt x="292040" y="65415"/>
                  <a:pt x="283590" y="66599"/>
                </a:cubicBezTo>
                <a:cubicBezTo>
                  <a:pt x="275140" y="67783"/>
                  <a:pt x="266060" y="71381"/>
                  <a:pt x="259730" y="66368"/>
                </a:cubicBezTo>
                <a:cubicBezTo>
                  <a:pt x="253400" y="61356"/>
                  <a:pt x="250286" y="46701"/>
                  <a:pt x="245612" y="36521"/>
                </a:cubicBezTo>
                <a:cubicBezTo>
                  <a:pt x="240938" y="26342"/>
                  <a:pt x="237905" y="10584"/>
                  <a:pt x="231685" y="5292"/>
                </a:cubicBezTo>
                <a:cubicBezTo>
                  <a:pt x="225465" y="0"/>
                  <a:pt x="216658" y="2846"/>
                  <a:pt x="208294" y="4768"/>
                </a:cubicBezTo>
                <a:cubicBezTo>
                  <a:pt x="199931" y="6691"/>
                  <a:pt x="189825" y="14861"/>
                  <a:pt x="181504" y="16829"/>
                </a:cubicBezTo>
                <a:cubicBezTo>
                  <a:pt x="173183" y="18796"/>
                  <a:pt x="166309" y="16554"/>
                  <a:pt x="158367" y="16575"/>
                </a:cubicBezTo>
                <a:cubicBezTo>
                  <a:pt x="150424" y="16596"/>
                  <a:pt x="142620" y="15050"/>
                  <a:pt x="133848" y="16957"/>
                </a:cubicBezTo>
                <a:cubicBezTo>
                  <a:pt x="125076" y="18863"/>
                  <a:pt x="114613" y="25839"/>
                  <a:pt x="105734" y="28015"/>
                </a:cubicBezTo>
                <a:cubicBezTo>
                  <a:pt x="96854" y="30192"/>
                  <a:pt x="88404" y="31390"/>
                  <a:pt x="80571" y="30014"/>
                </a:cubicBezTo>
                <a:cubicBezTo>
                  <a:pt x="72738" y="28639"/>
                  <a:pt x="66514" y="20723"/>
                  <a:pt x="58736" y="19764"/>
                </a:cubicBezTo>
                <a:cubicBezTo>
                  <a:pt x="50958" y="18805"/>
                  <a:pt x="42883" y="17754"/>
                  <a:pt x="33901" y="24260"/>
                </a:cubicBezTo>
                <a:cubicBezTo>
                  <a:pt x="24919" y="30765"/>
                  <a:pt x="9686" y="53041"/>
                  <a:pt x="4843" y="58797"/>
                </a:cubicBezTo>
                <a:cubicBezTo>
                  <a:pt x="0" y="64553"/>
                  <a:pt x="2097" y="54844"/>
                  <a:pt x="4843" y="58797"/>
                </a:cubicBezTo>
                <a:cubicBezTo>
                  <a:pt x="7589" y="62750"/>
                  <a:pt x="15310" y="76027"/>
                  <a:pt x="21319" y="82516"/>
                </a:cubicBezTo>
                <a:cubicBezTo>
                  <a:pt x="27328" y="89005"/>
                  <a:pt x="34060" y="93964"/>
                  <a:pt x="40897" y="97732"/>
                </a:cubicBezTo>
                <a:cubicBezTo>
                  <a:pt x="47735" y="101500"/>
                  <a:pt x="55076" y="103003"/>
                  <a:pt x="62342" y="105124"/>
                </a:cubicBezTo>
                <a:cubicBezTo>
                  <a:pt x="69608" y="107246"/>
                  <a:pt x="77617" y="106707"/>
                  <a:pt x="84492" y="110460"/>
                </a:cubicBezTo>
                <a:cubicBezTo>
                  <a:pt x="91366" y="114212"/>
                  <a:pt x="98155" y="119213"/>
                  <a:pt x="103589" y="127640"/>
                </a:cubicBezTo>
                <a:cubicBezTo>
                  <a:pt x="109023" y="136067"/>
                  <a:pt x="112883" y="149628"/>
                  <a:pt x="117096" y="161023"/>
                </a:cubicBezTo>
                <a:cubicBezTo>
                  <a:pt x="121309" y="172417"/>
                  <a:pt x="124168" y="187201"/>
                  <a:pt x="128867" y="196005"/>
                </a:cubicBezTo>
                <a:cubicBezTo>
                  <a:pt x="133567" y="204810"/>
                  <a:pt x="138814" y="211196"/>
                  <a:pt x="145293" y="213849"/>
                </a:cubicBezTo>
                <a:cubicBezTo>
                  <a:pt x="151772" y="216502"/>
                  <a:pt x="159849" y="213734"/>
                  <a:pt x="167742" y="211924"/>
                </a:cubicBezTo>
                <a:cubicBezTo>
                  <a:pt x="175634" y="210114"/>
                  <a:pt x="184405" y="205601"/>
                  <a:pt x="192651" y="202988"/>
                </a:cubicBezTo>
                <a:cubicBezTo>
                  <a:pt x="200896" y="200375"/>
                  <a:pt x="208914" y="198640"/>
                  <a:pt x="217212" y="196247"/>
                </a:cubicBezTo>
                <a:cubicBezTo>
                  <a:pt x="225511" y="193854"/>
                  <a:pt x="233717" y="191873"/>
                  <a:pt x="242442" y="188631"/>
                </a:cubicBezTo>
                <a:cubicBezTo>
                  <a:pt x="251168" y="185390"/>
                  <a:pt x="260624" y="180206"/>
                  <a:pt x="269566" y="176801"/>
                </a:cubicBezTo>
                <a:cubicBezTo>
                  <a:pt x="278508" y="173396"/>
                  <a:pt x="287943" y="168957"/>
                  <a:pt x="296094" y="168202"/>
                </a:cubicBezTo>
                <a:cubicBezTo>
                  <a:pt x="304245" y="167446"/>
                  <a:pt x="311524" y="169455"/>
                  <a:pt x="318472" y="172269"/>
                </a:cubicBezTo>
                <a:cubicBezTo>
                  <a:pt x="325419" y="175083"/>
                  <a:pt x="330904" y="181868"/>
                  <a:pt x="337780" y="185085"/>
                </a:cubicBezTo>
                <a:cubicBezTo>
                  <a:pt x="344656" y="188302"/>
                  <a:pt x="351210" y="192915"/>
                  <a:pt x="359729" y="191571"/>
                </a:cubicBezTo>
                <a:cubicBezTo>
                  <a:pt x="368249" y="190227"/>
                  <a:pt x="384035" y="179448"/>
                  <a:pt x="388896" y="177023"/>
                </a:cubicBezTo>
                <a:cubicBezTo>
                  <a:pt x="393757" y="174598"/>
                  <a:pt x="389857" y="184416"/>
                  <a:pt x="388896" y="177023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92"/>
                </a:srgbClr>
              </a:gs>
              <a:gs pos="18000">
                <a:srgbClr val="919191">
                  <a:alpha val="1413"/>
                </a:srgbClr>
              </a:gs>
              <a:gs pos="48000">
                <a:srgbClr val="919191">
                  <a:alpha val="2280"/>
                </a:srgbClr>
              </a:gs>
              <a:gs pos="78000">
                <a:srgbClr val="919191">
                  <a:alpha val="1710"/>
                </a:srgbClr>
              </a:gs>
              <a:gs pos="100000">
                <a:srgbClr val="919191">
                  <a:alpha val="102"/>
                </a:srgbClr>
              </a:gs>
            </a:gsLst>
            <a:lin ang="11827880" scaled="0"/>
          </a:gradFill>
          <a:ln w="0">
            <a:noFill/>
            <a:prstDash val="solid"/>
          </a:ln>
        </p:spPr>
      </p:sp>
      <p:sp>
        <p:nvSpPr>
          <p:cNvPr id="1177" name="PANEL_D-intermittent-gas-wisp-6-feather-1_132">
            <a:extLst>
              <a:ext uri="{FF2B5EF4-FFF2-40B4-BE49-F238E27FC236}">
                <a16:creationId xmlns:a16="http://schemas.microsoft.com/office/drawing/2014/main" id="{26A7094F-EDE2-457D-A213-3A450407C499}"/>
              </a:ext>
            </a:extLst>
          </p:cNvPr>
          <p:cNvSpPr>
            <a:spLocks/>
          </p:cNvSpPr>
          <p:nvPr/>
        </p:nvSpPr>
        <p:spPr>
          <a:xfrm>
            <a:off x="14574673" y="3782975"/>
            <a:ext cx="374448" cy="161083"/>
          </a:xfrm>
          <a:custGeom>
            <a:pathLst>
              <a:path w="393121" h="169116">
                <a:moveTo>
                  <a:pt x="388628" y="150316"/>
                </a:moveTo>
                <a:cubicBezTo>
                  <a:pt x="387177" y="144157"/>
                  <a:pt x="383816" y="124077"/>
                  <a:pt x="379922" y="113359"/>
                </a:cubicBezTo>
                <a:cubicBezTo>
                  <a:pt x="376027" y="102641"/>
                  <a:pt x="370896" y="93185"/>
                  <a:pt x="365261" y="86006"/>
                </a:cubicBezTo>
                <a:cubicBezTo>
                  <a:pt x="359625" y="78828"/>
                  <a:pt x="352569" y="75287"/>
                  <a:pt x="346109" y="70287"/>
                </a:cubicBezTo>
                <a:cubicBezTo>
                  <a:pt x="339649" y="65287"/>
                  <a:pt x="333362" y="59794"/>
                  <a:pt x="326501" y="56007"/>
                </a:cubicBezTo>
                <a:cubicBezTo>
                  <a:pt x="319640" y="52220"/>
                  <a:pt x="312866" y="48096"/>
                  <a:pt x="304943" y="47564"/>
                </a:cubicBezTo>
                <a:cubicBezTo>
                  <a:pt x="297020" y="47032"/>
                  <a:pt x="287254" y="51965"/>
                  <a:pt x="278965" y="52814"/>
                </a:cubicBezTo>
                <a:cubicBezTo>
                  <a:pt x="270675" y="53664"/>
                  <a:pt x="261853" y="56549"/>
                  <a:pt x="255207" y="52661"/>
                </a:cubicBezTo>
                <a:cubicBezTo>
                  <a:pt x="248560" y="48773"/>
                  <a:pt x="244406" y="37451"/>
                  <a:pt x="239085" y="29486"/>
                </a:cubicBezTo>
                <a:cubicBezTo>
                  <a:pt x="233764" y="21521"/>
                  <a:pt x="229738" y="9199"/>
                  <a:pt x="223283" y="4871"/>
                </a:cubicBezTo>
                <a:cubicBezTo>
                  <a:pt x="216828" y="542"/>
                  <a:pt x="208395" y="2465"/>
                  <a:pt x="200356" y="3515"/>
                </a:cubicBezTo>
                <a:cubicBezTo>
                  <a:pt x="192318" y="4565"/>
                  <a:pt x="182984" y="10333"/>
                  <a:pt x="175052" y="11173"/>
                </a:cubicBezTo>
                <a:cubicBezTo>
                  <a:pt x="167119" y="12012"/>
                  <a:pt x="160393" y="9404"/>
                  <a:pt x="152761" y="8551"/>
                </a:cubicBezTo>
                <a:cubicBezTo>
                  <a:pt x="145129" y="7698"/>
                  <a:pt x="137601" y="5480"/>
                  <a:pt x="129259" y="6054"/>
                </a:cubicBezTo>
                <a:cubicBezTo>
                  <a:pt x="120918" y="6628"/>
                  <a:pt x="111200" y="11101"/>
                  <a:pt x="102712" y="11997"/>
                </a:cubicBezTo>
                <a:cubicBezTo>
                  <a:pt x="94224" y="12893"/>
                  <a:pt x="86049" y="13083"/>
                  <a:pt x="78331" y="11431"/>
                </a:cubicBezTo>
                <a:cubicBezTo>
                  <a:pt x="70613" y="9779"/>
                  <a:pt x="64120" y="3158"/>
                  <a:pt x="56402" y="2086"/>
                </a:cubicBezTo>
                <a:cubicBezTo>
                  <a:pt x="48684" y="1015"/>
                  <a:pt x="40662" y="0"/>
                  <a:pt x="32024" y="5001"/>
                </a:cubicBezTo>
                <a:cubicBezTo>
                  <a:pt x="23387" y="10001"/>
                  <a:pt x="9150" y="27575"/>
                  <a:pt x="4575" y="32090"/>
                </a:cubicBezTo>
                <a:cubicBezTo>
                  <a:pt x="0" y="36605"/>
                  <a:pt x="1636" y="29032"/>
                  <a:pt x="4575" y="32090"/>
                </a:cubicBezTo>
                <a:cubicBezTo>
                  <a:pt x="7514" y="35149"/>
                  <a:pt x="15892" y="45305"/>
                  <a:pt x="22211" y="50441"/>
                </a:cubicBezTo>
                <a:cubicBezTo>
                  <a:pt x="28529" y="55576"/>
                  <a:pt x="35504" y="59639"/>
                  <a:pt x="42488" y="62902"/>
                </a:cubicBezTo>
                <a:cubicBezTo>
                  <a:pt x="49472" y="66164"/>
                  <a:pt x="56837" y="67783"/>
                  <a:pt x="64113" y="70017"/>
                </a:cubicBezTo>
                <a:cubicBezTo>
                  <a:pt x="71389" y="72251"/>
                  <a:pt x="79219" y="72575"/>
                  <a:pt x="86143" y="76303"/>
                </a:cubicBezTo>
                <a:cubicBezTo>
                  <a:pt x="93067" y="80032"/>
                  <a:pt x="99920" y="84901"/>
                  <a:pt x="105658" y="92387"/>
                </a:cubicBezTo>
                <a:cubicBezTo>
                  <a:pt x="111395" y="99873"/>
                  <a:pt x="115847" y="111463"/>
                  <a:pt x="120570" y="121220"/>
                </a:cubicBezTo>
                <a:cubicBezTo>
                  <a:pt x="125293" y="130977"/>
                  <a:pt x="128887" y="143368"/>
                  <a:pt x="133995" y="150930"/>
                </a:cubicBezTo>
                <a:cubicBezTo>
                  <a:pt x="139103" y="158493"/>
                  <a:pt x="144647" y="164079"/>
                  <a:pt x="151216" y="166598"/>
                </a:cubicBezTo>
                <a:cubicBezTo>
                  <a:pt x="157784" y="169116"/>
                  <a:pt x="165647" y="167255"/>
                  <a:pt x="173407" y="166044"/>
                </a:cubicBezTo>
                <a:cubicBezTo>
                  <a:pt x="181167" y="164832"/>
                  <a:pt x="189669" y="161343"/>
                  <a:pt x="197775" y="159330"/>
                </a:cubicBezTo>
                <a:cubicBezTo>
                  <a:pt x="205881" y="157317"/>
                  <a:pt x="213860" y="155855"/>
                  <a:pt x="222043" y="153966"/>
                </a:cubicBezTo>
                <a:cubicBezTo>
                  <a:pt x="230225" y="152078"/>
                  <a:pt x="238365" y="150454"/>
                  <a:pt x="246869" y="148000"/>
                </a:cubicBezTo>
                <a:cubicBezTo>
                  <a:pt x="255374" y="145546"/>
                  <a:pt x="264448" y="141615"/>
                  <a:pt x="273071" y="139242"/>
                </a:cubicBezTo>
                <a:cubicBezTo>
                  <a:pt x="281693" y="136868"/>
                  <a:pt x="290670" y="133810"/>
                  <a:pt x="298602" y="133759"/>
                </a:cubicBezTo>
                <a:cubicBezTo>
                  <a:pt x="306534" y="133708"/>
                  <a:pt x="313736" y="135977"/>
                  <a:pt x="320661" y="138933"/>
                </a:cubicBezTo>
                <a:cubicBezTo>
                  <a:pt x="327586" y="141889"/>
                  <a:pt x="333316" y="148100"/>
                  <a:pt x="340151" y="151495"/>
                </a:cubicBezTo>
                <a:cubicBezTo>
                  <a:pt x="346986" y="154890"/>
                  <a:pt x="353591" y="159500"/>
                  <a:pt x="361670" y="159304"/>
                </a:cubicBezTo>
                <a:cubicBezTo>
                  <a:pt x="369750" y="159107"/>
                  <a:pt x="384135" y="151814"/>
                  <a:pt x="388628" y="150316"/>
                </a:cubicBezTo>
                <a:cubicBezTo>
                  <a:pt x="393121" y="148818"/>
                  <a:pt x="390079" y="156476"/>
                  <a:pt x="388628" y="150316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22"/>
                </a:srgbClr>
              </a:gs>
              <a:gs pos="18000">
                <a:srgbClr val="767676">
                  <a:alpha val="1885"/>
                </a:srgbClr>
              </a:gs>
              <a:gs pos="48000">
                <a:srgbClr val="767676">
                  <a:alpha val="3040"/>
                </a:srgbClr>
              </a:gs>
              <a:gs pos="78000">
                <a:srgbClr val="767676">
                  <a:alpha val="2280"/>
                </a:srgbClr>
              </a:gs>
              <a:gs pos="100000">
                <a:srgbClr val="767676">
                  <a:alpha val="136"/>
                </a:srgbClr>
              </a:gs>
            </a:gsLst>
            <a:lin ang="11827880" scaled="0"/>
          </a:gradFill>
          <a:ln w="0">
            <a:noFill/>
            <a:prstDash val="solid"/>
          </a:ln>
        </p:spPr>
      </p:sp>
      <p:sp>
        <p:nvSpPr>
          <p:cNvPr id="1178" name="PANEL_D-intermittent-gas-wisp-6-feather-2_133">
            <a:extLst>
              <a:ext uri="{FF2B5EF4-FFF2-40B4-BE49-F238E27FC236}">
                <a16:creationId xmlns:a16="http://schemas.microsoft.com/office/drawing/2014/main" id="{EE1094E9-3EEB-46EC-9D7C-5C32007F0BAC}"/>
              </a:ext>
            </a:extLst>
          </p:cNvPr>
          <p:cNvSpPr>
            <a:spLocks/>
          </p:cNvSpPr>
          <p:nvPr/>
        </p:nvSpPr>
        <p:spPr>
          <a:xfrm>
            <a:off x="14574951" y="3792277"/>
            <a:ext cx="373787" cy="138460"/>
          </a:xfrm>
          <a:custGeom>
            <a:pathLst>
              <a:path w="392427" h="145365">
                <a:moveTo>
                  <a:pt x="388336" y="140550"/>
                </a:moveTo>
                <a:cubicBezTo>
                  <a:pt x="386350" y="135736"/>
                  <a:pt x="381126" y="120275"/>
                  <a:pt x="376423" y="111663"/>
                </a:cubicBezTo>
                <a:cubicBezTo>
                  <a:pt x="371721" y="103052"/>
                  <a:pt x="366081" y="95089"/>
                  <a:pt x="360122" y="88881"/>
                </a:cubicBezTo>
                <a:cubicBezTo>
                  <a:pt x="354162" y="82672"/>
                  <a:pt x="347245" y="78937"/>
                  <a:pt x="340667" y="74411"/>
                </a:cubicBezTo>
                <a:cubicBezTo>
                  <a:pt x="334089" y="69885"/>
                  <a:pt x="327604" y="65099"/>
                  <a:pt x="320652" y="61725"/>
                </a:cubicBezTo>
                <a:cubicBezTo>
                  <a:pt x="313701" y="58351"/>
                  <a:pt x="306748" y="54931"/>
                  <a:pt x="298960" y="54168"/>
                </a:cubicBezTo>
                <a:cubicBezTo>
                  <a:pt x="291171" y="53404"/>
                  <a:pt x="282034" y="56660"/>
                  <a:pt x="273919" y="57145"/>
                </a:cubicBezTo>
                <a:cubicBezTo>
                  <a:pt x="265804" y="57630"/>
                  <a:pt x="257264" y="59736"/>
                  <a:pt x="250272" y="57075"/>
                </a:cubicBezTo>
                <a:cubicBezTo>
                  <a:pt x="243279" y="54414"/>
                  <a:pt x="237991" y="46729"/>
                  <a:pt x="231965" y="41180"/>
                </a:cubicBezTo>
                <a:cubicBezTo>
                  <a:pt x="225939" y="35631"/>
                  <a:pt x="220828" y="27057"/>
                  <a:pt x="214117" y="23780"/>
                </a:cubicBezTo>
                <a:cubicBezTo>
                  <a:pt x="207405" y="20502"/>
                  <a:pt x="199381" y="21417"/>
                  <a:pt x="191697" y="21516"/>
                </a:cubicBezTo>
                <a:cubicBezTo>
                  <a:pt x="184013" y="21614"/>
                  <a:pt x="175522" y="24762"/>
                  <a:pt x="168013" y="24371"/>
                </a:cubicBezTo>
                <a:cubicBezTo>
                  <a:pt x="160504" y="23979"/>
                  <a:pt x="153938" y="20973"/>
                  <a:pt x="146645" y="19166"/>
                </a:cubicBezTo>
                <a:cubicBezTo>
                  <a:pt x="139352" y="17359"/>
                  <a:pt x="132125" y="14408"/>
                  <a:pt x="124253" y="13529"/>
                </a:cubicBezTo>
                <a:cubicBezTo>
                  <a:pt x="116382" y="12650"/>
                  <a:pt x="107476" y="14391"/>
                  <a:pt x="99415" y="13890"/>
                </a:cubicBezTo>
                <a:cubicBezTo>
                  <a:pt x="91354" y="13390"/>
                  <a:pt x="83481" y="12480"/>
                  <a:pt x="75888" y="10527"/>
                </a:cubicBezTo>
                <a:cubicBezTo>
                  <a:pt x="68295" y="8573"/>
                  <a:pt x="61508" y="3365"/>
                  <a:pt x="53856" y="2170"/>
                </a:cubicBezTo>
                <a:cubicBezTo>
                  <a:pt x="46204" y="976"/>
                  <a:pt x="38240" y="0"/>
                  <a:pt x="29977" y="3359"/>
                </a:cubicBezTo>
                <a:cubicBezTo>
                  <a:pt x="21715" y="6718"/>
                  <a:pt x="8565" y="19163"/>
                  <a:pt x="4282" y="22324"/>
                </a:cubicBezTo>
                <a:cubicBezTo>
                  <a:pt x="0" y="25485"/>
                  <a:pt x="1132" y="20242"/>
                  <a:pt x="4282" y="22324"/>
                </a:cubicBezTo>
                <a:cubicBezTo>
                  <a:pt x="7433" y="24406"/>
                  <a:pt x="16526" y="31159"/>
                  <a:pt x="23183" y="34817"/>
                </a:cubicBezTo>
                <a:cubicBezTo>
                  <a:pt x="29840" y="38476"/>
                  <a:pt x="37080" y="41562"/>
                  <a:pt x="44223" y="44273"/>
                </a:cubicBezTo>
                <a:cubicBezTo>
                  <a:pt x="51367" y="46985"/>
                  <a:pt x="58758" y="48730"/>
                  <a:pt x="66045" y="51086"/>
                </a:cubicBezTo>
                <a:cubicBezTo>
                  <a:pt x="73331" y="53442"/>
                  <a:pt x="80966" y="54708"/>
                  <a:pt x="87945" y="58410"/>
                </a:cubicBezTo>
                <a:cubicBezTo>
                  <a:pt x="94923" y="62112"/>
                  <a:pt x="101845" y="66838"/>
                  <a:pt x="107914" y="73298"/>
                </a:cubicBezTo>
                <a:cubicBezTo>
                  <a:pt x="113983" y="79757"/>
                  <a:pt x="119080" y="89196"/>
                  <a:pt x="124359" y="97167"/>
                </a:cubicBezTo>
                <a:cubicBezTo>
                  <a:pt x="129638" y="105139"/>
                  <a:pt x="134036" y="114918"/>
                  <a:pt x="139589" y="121126"/>
                </a:cubicBezTo>
                <a:cubicBezTo>
                  <a:pt x="145142" y="127335"/>
                  <a:pt x="151010" y="132047"/>
                  <a:pt x="157677" y="134419"/>
                </a:cubicBezTo>
                <a:cubicBezTo>
                  <a:pt x="164343" y="136792"/>
                  <a:pt x="171972" y="135919"/>
                  <a:pt x="179587" y="135361"/>
                </a:cubicBezTo>
                <a:cubicBezTo>
                  <a:pt x="187202" y="134803"/>
                  <a:pt x="195412" y="132431"/>
                  <a:pt x="203366" y="131072"/>
                </a:cubicBezTo>
                <a:cubicBezTo>
                  <a:pt x="211320" y="129714"/>
                  <a:pt x="219257" y="128548"/>
                  <a:pt x="227312" y="127210"/>
                </a:cubicBezTo>
                <a:cubicBezTo>
                  <a:pt x="235368" y="125871"/>
                  <a:pt x="243436" y="124638"/>
                  <a:pt x="251699" y="123043"/>
                </a:cubicBezTo>
                <a:cubicBezTo>
                  <a:pt x="259963" y="121447"/>
                  <a:pt x="268621" y="118885"/>
                  <a:pt x="276894" y="117636"/>
                </a:cubicBezTo>
                <a:cubicBezTo>
                  <a:pt x="285167" y="116388"/>
                  <a:pt x="293645" y="114837"/>
                  <a:pt x="301338" y="115553"/>
                </a:cubicBezTo>
                <a:cubicBezTo>
                  <a:pt x="309030" y="116270"/>
                  <a:pt x="316149" y="118825"/>
                  <a:pt x="323049" y="121935"/>
                </a:cubicBezTo>
                <a:cubicBezTo>
                  <a:pt x="329949" y="125046"/>
                  <a:pt x="335948" y="130629"/>
                  <a:pt x="342738" y="134219"/>
                </a:cubicBezTo>
                <a:cubicBezTo>
                  <a:pt x="349528" y="137808"/>
                  <a:pt x="356188" y="142416"/>
                  <a:pt x="363788" y="143471"/>
                </a:cubicBezTo>
                <a:cubicBezTo>
                  <a:pt x="371387" y="144526"/>
                  <a:pt x="384244" y="141037"/>
                  <a:pt x="388336" y="140550"/>
                </a:cubicBezTo>
                <a:cubicBezTo>
                  <a:pt x="392427" y="140063"/>
                  <a:pt x="390321" y="145365"/>
                  <a:pt x="388336" y="140550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56"/>
                </a:srgbClr>
              </a:gs>
              <a:gs pos="18000">
                <a:srgbClr val="767676">
                  <a:alpha val="2419"/>
                </a:srgbClr>
              </a:gs>
              <a:gs pos="48000">
                <a:srgbClr val="767676">
                  <a:alpha val="3902"/>
                </a:srgbClr>
              </a:gs>
              <a:gs pos="78000">
                <a:srgbClr val="767676">
                  <a:alpha val="2926"/>
                </a:srgbClr>
              </a:gs>
              <a:gs pos="100000">
                <a:srgbClr val="767676">
                  <a:alpha val="175"/>
                </a:srgbClr>
              </a:gs>
            </a:gsLst>
            <a:lin ang="11827880" scaled="0"/>
          </a:gradFill>
          <a:ln w="0">
            <a:noFill/>
            <a:prstDash val="solid"/>
          </a:ln>
        </p:spPr>
      </p:sp>
      <p:sp>
        <p:nvSpPr>
          <p:cNvPr id="1179" name="PANEL_D-intermittent-gas-wisp-26-feather-0_134">
            <a:extLst>
              <a:ext uri="{FF2B5EF4-FFF2-40B4-BE49-F238E27FC236}">
                <a16:creationId xmlns:a16="http://schemas.microsoft.com/office/drawing/2014/main" id="{F906634A-F117-49EF-BC1F-8298F7BEB96B}"/>
              </a:ext>
            </a:extLst>
          </p:cNvPr>
          <p:cNvSpPr>
            <a:spLocks/>
          </p:cNvSpPr>
          <p:nvPr/>
        </p:nvSpPr>
        <p:spPr>
          <a:xfrm>
            <a:off x="14573302" y="4267329"/>
            <a:ext cx="224480" cy="135071"/>
          </a:xfrm>
          <a:custGeom>
            <a:pathLst>
              <a:path w="235675" h="141807">
                <a:moveTo>
                  <a:pt x="232647" y="117244"/>
                </a:moveTo>
                <a:cubicBezTo>
                  <a:pt x="232324" y="112034"/>
                  <a:pt x="232171" y="94124"/>
                  <a:pt x="230704" y="85983"/>
                </a:cubicBezTo>
                <a:cubicBezTo>
                  <a:pt x="229237" y="77842"/>
                  <a:pt x="226971" y="72369"/>
                  <a:pt x="223845" y="68397"/>
                </a:cubicBezTo>
                <a:cubicBezTo>
                  <a:pt x="220719" y="64424"/>
                  <a:pt x="215883" y="64357"/>
                  <a:pt x="211947" y="62146"/>
                </a:cubicBezTo>
                <a:cubicBezTo>
                  <a:pt x="208012" y="59936"/>
                  <a:pt x="204170" y="57402"/>
                  <a:pt x="200235" y="55133"/>
                </a:cubicBezTo>
                <a:cubicBezTo>
                  <a:pt x="196300" y="52864"/>
                  <a:pt x="192778" y="49525"/>
                  <a:pt x="188337" y="48532"/>
                </a:cubicBezTo>
                <a:cubicBezTo>
                  <a:pt x="183897" y="47539"/>
                  <a:pt x="178155" y="49920"/>
                  <a:pt x="173592" y="49173"/>
                </a:cubicBezTo>
                <a:cubicBezTo>
                  <a:pt x="169029" y="48425"/>
                  <a:pt x="164163" y="48574"/>
                  <a:pt x="160958" y="44047"/>
                </a:cubicBezTo>
                <a:cubicBezTo>
                  <a:pt x="157753" y="39519"/>
                  <a:pt x="156787" y="28893"/>
                  <a:pt x="154361" y="22006"/>
                </a:cubicBezTo>
                <a:cubicBezTo>
                  <a:pt x="151936" y="15119"/>
                  <a:pt x="150364" y="5449"/>
                  <a:pt x="146406" y="2724"/>
                </a:cubicBezTo>
                <a:cubicBezTo>
                  <a:pt x="142448" y="0"/>
                  <a:pt x="136270" y="3453"/>
                  <a:pt x="130615" y="5660"/>
                </a:cubicBezTo>
                <a:cubicBezTo>
                  <a:pt x="124960" y="7867"/>
                  <a:pt x="117897" y="14393"/>
                  <a:pt x="112476" y="15967"/>
                </a:cubicBezTo>
                <a:cubicBezTo>
                  <a:pt x="107054" y="17541"/>
                  <a:pt x="102746" y="15792"/>
                  <a:pt x="98085" y="15105"/>
                </a:cubicBezTo>
                <a:cubicBezTo>
                  <a:pt x="93425" y="14417"/>
                  <a:pt x="89378" y="11863"/>
                  <a:pt x="84513" y="11842"/>
                </a:cubicBezTo>
                <a:cubicBezTo>
                  <a:pt x="79647" y="11821"/>
                  <a:pt x="73896" y="14568"/>
                  <a:pt x="68891" y="14978"/>
                </a:cubicBezTo>
                <a:cubicBezTo>
                  <a:pt x="63886" y="15388"/>
                  <a:pt x="59042" y="15331"/>
                  <a:pt x="54481" y="14300"/>
                </a:cubicBezTo>
                <a:cubicBezTo>
                  <a:pt x="49921" y="13270"/>
                  <a:pt x="46398" y="8808"/>
                  <a:pt x="41530" y="8795"/>
                </a:cubicBezTo>
                <a:cubicBezTo>
                  <a:pt x="36662" y="8783"/>
                  <a:pt x="31594" y="9604"/>
                  <a:pt x="25274" y="14225"/>
                </a:cubicBezTo>
                <a:cubicBezTo>
                  <a:pt x="18954" y="18847"/>
                  <a:pt x="7221" y="32809"/>
                  <a:pt x="3611" y="36525"/>
                </a:cubicBezTo>
                <a:cubicBezTo>
                  <a:pt x="0" y="40242"/>
                  <a:pt x="1985" y="33479"/>
                  <a:pt x="3611" y="36525"/>
                </a:cubicBezTo>
                <a:cubicBezTo>
                  <a:pt x="5237" y="39572"/>
                  <a:pt x="9906" y="49866"/>
                  <a:pt x="13367" y="54804"/>
                </a:cubicBezTo>
                <a:cubicBezTo>
                  <a:pt x="16827" y="59743"/>
                  <a:pt x="20373" y="63566"/>
                  <a:pt x="24374" y="66157"/>
                </a:cubicBezTo>
                <a:cubicBezTo>
                  <a:pt x="28376" y="68748"/>
                  <a:pt x="32864" y="69549"/>
                  <a:pt x="37378" y="70348"/>
                </a:cubicBezTo>
                <a:cubicBezTo>
                  <a:pt x="41892" y="71147"/>
                  <a:pt x="47117" y="69651"/>
                  <a:pt x="51457" y="70952"/>
                </a:cubicBezTo>
                <a:cubicBezTo>
                  <a:pt x="55797" y="72254"/>
                  <a:pt x="60087" y="73810"/>
                  <a:pt x="63418" y="78158"/>
                </a:cubicBezTo>
                <a:cubicBezTo>
                  <a:pt x="66749" y="82505"/>
                  <a:pt x="69034" y="90049"/>
                  <a:pt x="71443" y="97036"/>
                </a:cubicBezTo>
                <a:cubicBezTo>
                  <a:pt x="73852" y="104024"/>
                  <a:pt x="75376" y="113663"/>
                  <a:pt x="77873" y="120083"/>
                </a:cubicBezTo>
                <a:cubicBezTo>
                  <a:pt x="80370" y="126503"/>
                  <a:pt x="83010" y="132126"/>
                  <a:pt x="86426" y="135556"/>
                </a:cubicBezTo>
                <a:cubicBezTo>
                  <a:pt x="89841" y="138987"/>
                  <a:pt x="94136" y="139707"/>
                  <a:pt x="98365" y="140667"/>
                </a:cubicBezTo>
                <a:cubicBezTo>
                  <a:pt x="102595" y="141627"/>
                  <a:pt x="107278" y="141270"/>
                  <a:pt x="111802" y="141317"/>
                </a:cubicBezTo>
                <a:cubicBezTo>
                  <a:pt x="116325" y="141364"/>
                  <a:pt x="120647" y="141807"/>
                  <a:pt x="125507" y="140950"/>
                </a:cubicBezTo>
                <a:cubicBezTo>
                  <a:pt x="130366" y="140093"/>
                  <a:pt x="135401" y="138817"/>
                  <a:pt x="140960" y="136175"/>
                </a:cubicBezTo>
                <a:cubicBezTo>
                  <a:pt x="146519" y="133532"/>
                  <a:pt x="152891" y="128718"/>
                  <a:pt x="158860" y="125095"/>
                </a:cubicBezTo>
                <a:cubicBezTo>
                  <a:pt x="164829" y="121471"/>
                  <a:pt x="171352" y="116493"/>
                  <a:pt x="176773" y="114433"/>
                </a:cubicBezTo>
                <a:cubicBezTo>
                  <a:pt x="182194" y="112374"/>
                  <a:pt x="187068" y="111969"/>
                  <a:pt x="191386" y="112737"/>
                </a:cubicBezTo>
                <a:cubicBezTo>
                  <a:pt x="195704" y="113505"/>
                  <a:pt x="198832" y="117217"/>
                  <a:pt x="202681" y="119040"/>
                </a:cubicBezTo>
                <a:cubicBezTo>
                  <a:pt x="206530" y="120864"/>
                  <a:pt x="209487" y="123978"/>
                  <a:pt x="214482" y="123678"/>
                </a:cubicBezTo>
                <a:cubicBezTo>
                  <a:pt x="219476" y="123379"/>
                  <a:pt x="229620" y="118317"/>
                  <a:pt x="232647" y="117244"/>
                </a:cubicBezTo>
                <a:cubicBezTo>
                  <a:pt x="235675" y="116172"/>
                  <a:pt x="232971" y="122454"/>
                  <a:pt x="232647" y="117244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54"/>
                </a:srgbClr>
              </a:gs>
              <a:gs pos="18000">
                <a:srgbClr val="919191">
                  <a:alpha val="848"/>
                </a:srgbClr>
              </a:gs>
              <a:gs pos="48000">
                <a:srgbClr val="919191">
                  <a:alpha val="1368"/>
                </a:srgbClr>
              </a:gs>
              <a:gs pos="78000">
                <a:srgbClr val="919191">
                  <a:alpha val="1025"/>
                </a:srgbClr>
              </a:gs>
              <a:gs pos="100000">
                <a:srgbClr val="919191">
                  <a:alpha val="61"/>
                </a:srgbClr>
              </a:gs>
            </a:gsLst>
            <a:lin ang="11968262" scaled="0"/>
          </a:gradFill>
          <a:ln w="0">
            <a:noFill/>
            <a:prstDash val="solid"/>
          </a:ln>
        </p:spPr>
      </p:sp>
      <p:sp>
        <p:nvSpPr>
          <p:cNvPr id="1180" name="PANEL_D-intermittent-gas-wisp-26-feather-1_135">
            <a:extLst>
              <a:ext uri="{FF2B5EF4-FFF2-40B4-BE49-F238E27FC236}">
                <a16:creationId xmlns:a16="http://schemas.microsoft.com/office/drawing/2014/main" id="{989E147F-0E3A-4500-89B0-7F25DF2EFD03}"/>
              </a:ext>
            </a:extLst>
          </p:cNvPr>
          <p:cNvSpPr>
            <a:spLocks/>
          </p:cNvSpPr>
          <p:nvPr/>
        </p:nvSpPr>
        <p:spPr>
          <a:xfrm>
            <a:off x="14573543" y="4281917"/>
            <a:ext cx="224017" cy="109428"/>
          </a:xfrm>
          <a:custGeom>
            <a:pathLst>
              <a:path w="235189" h="114885">
                <a:moveTo>
                  <a:pt x="232395" y="101929"/>
                </a:moveTo>
                <a:cubicBezTo>
                  <a:pt x="231710" y="97557"/>
                  <a:pt x="230261" y="82626"/>
                  <a:pt x="228287" y="75698"/>
                </a:cubicBezTo>
                <a:cubicBezTo>
                  <a:pt x="226313" y="68770"/>
                  <a:pt x="223812" y="63951"/>
                  <a:pt x="220551" y="60362"/>
                </a:cubicBezTo>
                <a:cubicBezTo>
                  <a:pt x="217289" y="56772"/>
                  <a:pt x="212672" y="56252"/>
                  <a:pt x="208716" y="54161"/>
                </a:cubicBezTo>
                <a:cubicBezTo>
                  <a:pt x="204760" y="52071"/>
                  <a:pt x="200836" y="49801"/>
                  <a:pt x="196817" y="47820"/>
                </a:cubicBezTo>
                <a:cubicBezTo>
                  <a:pt x="192797" y="45838"/>
                  <a:pt x="189063" y="43127"/>
                  <a:pt x="184598" y="42272"/>
                </a:cubicBezTo>
                <a:cubicBezTo>
                  <a:pt x="180133" y="41418"/>
                  <a:pt x="174614" y="43293"/>
                  <a:pt x="170026" y="42693"/>
                </a:cubicBezTo>
                <a:cubicBezTo>
                  <a:pt x="165437" y="42093"/>
                  <a:pt x="160586" y="42249"/>
                  <a:pt x="157068" y="38674"/>
                </a:cubicBezTo>
                <a:cubicBezTo>
                  <a:pt x="153550" y="35100"/>
                  <a:pt x="151787" y="26773"/>
                  <a:pt x="148917" y="21247"/>
                </a:cubicBezTo>
                <a:cubicBezTo>
                  <a:pt x="146046" y="15722"/>
                  <a:pt x="143859" y="7965"/>
                  <a:pt x="139846" y="5522"/>
                </a:cubicBezTo>
                <a:cubicBezTo>
                  <a:pt x="135832" y="3079"/>
                  <a:pt x="130121" y="5352"/>
                  <a:pt x="124836" y="6589"/>
                </a:cubicBezTo>
                <a:cubicBezTo>
                  <a:pt x="119551" y="7827"/>
                  <a:pt x="113209" y="12323"/>
                  <a:pt x="108137" y="12949"/>
                </a:cubicBezTo>
                <a:cubicBezTo>
                  <a:pt x="103064" y="13575"/>
                  <a:pt x="98878" y="11517"/>
                  <a:pt x="94401" y="10344"/>
                </a:cubicBezTo>
                <a:cubicBezTo>
                  <a:pt x="89924" y="9171"/>
                  <a:pt x="85938" y="6505"/>
                  <a:pt x="81276" y="5910"/>
                </a:cubicBezTo>
                <a:cubicBezTo>
                  <a:pt x="76613" y="5314"/>
                  <a:pt x="71244" y="6903"/>
                  <a:pt x="66425" y="6771"/>
                </a:cubicBezTo>
                <a:cubicBezTo>
                  <a:pt x="61605" y="6640"/>
                  <a:pt x="56882" y="6220"/>
                  <a:pt x="52357" y="5121"/>
                </a:cubicBezTo>
                <a:cubicBezTo>
                  <a:pt x="47832" y="4021"/>
                  <a:pt x="44083" y="350"/>
                  <a:pt x="39275" y="175"/>
                </a:cubicBezTo>
                <a:cubicBezTo>
                  <a:pt x="34467" y="0"/>
                  <a:pt x="29493" y="565"/>
                  <a:pt x="23507" y="4071"/>
                </a:cubicBezTo>
                <a:cubicBezTo>
                  <a:pt x="17521" y="7577"/>
                  <a:pt x="6716" y="18354"/>
                  <a:pt x="3358" y="21210"/>
                </a:cubicBezTo>
                <a:cubicBezTo>
                  <a:pt x="0" y="24067"/>
                  <a:pt x="1548" y="18791"/>
                  <a:pt x="3358" y="21210"/>
                </a:cubicBezTo>
                <a:cubicBezTo>
                  <a:pt x="5168" y="23629"/>
                  <a:pt x="10464" y="31772"/>
                  <a:pt x="14220" y="35723"/>
                </a:cubicBezTo>
                <a:cubicBezTo>
                  <a:pt x="17975" y="39674"/>
                  <a:pt x="21761" y="42731"/>
                  <a:pt x="25894" y="44917"/>
                </a:cubicBezTo>
                <a:cubicBezTo>
                  <a:pt x="30027" y="47103"/>
                  <a:pt x="34528" y="47919"/>
                  <a:pt x="39016" y="48838"/>
                </a:cubicBezTo>
                <a:cubicBezTo>
                  <a:pt x="43505" y="49757"/>
                  <a:pt x="48525" y="48965"/>
                  <a:pt x="52826" y="50431"/>
                </a:cubicBezTo>
                <a:cubicBezTo>
                  <a:pt x="57127" y="51897"/>
                  <a:pt x="61356" y="53666"/>
                  <a:pt x="64822" y="57636"/>
                </a:cubicBezTo>
                <a:cubicBezTo>
                  <a:pt x="68288" y="61606"/>
                  <a:pt x="70899" y="68163"/>
                  <a:pt x="73620" y="74250"/>
                </a:cubicBezTo>
                <a:cubicBezTo>
                  <a:pt x="76340" y="80338"/>
                  <a:pt x="78355" y="88550"/>
                  <a:pt x="81147" y="94159"/>
                </a:cubicBezTo>
                <a:cubicBezTo>
                  <a:pt x="83938" y="99769"/>
                  <a:pt x="86831" y="104749"/>
                  <a:pt x="90369" y="107908"/>
                </a:cubicBezTo>
                <a:cubicBezTo>
                  <a:pt x="93907" y="111068"/>
                  <a:pt x="98149" y="112050"/>
                  <a:pt x="102374" y="113117"/>
                </a:cubicBezTo>
                <a:cubicBezTo>
                  <a:pt x="106599" y="114184"/>
                  <a:pt x="111213" y="114119"/>
                  <a:pt x="115720" y="114310"/>
                </a:cubicBezTo>
                <a:cubicBezTo>
                  <a:pt x="120227" y="114500"/>
                  <a:pt x="124607" y="114885"/>
                  <a:pt x="129416" y="114259"/>
                </a:cubicBezTo>
                <a:cubicBezTo>
                  <a:pt x="134225" y="113633"/>
                  <a:pt x="139207" y="112599"/>
                  <a:pt x="144573" y="110554"/>
                </a:cubicBezTo>
                <a:cubicBezTo>
                  <a:pt x="149938" y="108510"/>
                  <a:pt x="155949" y="104738"/>
                  <a:pt x="161606" y="101991"/>
                </a:cubicBezTo>
                <a:cubicBezTo>
                  <a:pt x="167264" y="99245"/>
                  <a:pt x="173338" y="95469"/>
                  <a:pt x="178517" y="94074"/>
                </a:cubicBezTo>
                <a:cubicBezTo>
                  <a:pt x="183695" y="92679"/>
                  <a:pt x="188424" y="92657"/>
                  <a:pt x="192678" y="93622"/>
                </a:cubicBezTo>
                <a:cubicBezTo>
                  <a:pt x="196932" y="94587"/>
                  <a:pt x="200217" y="97951"/>
                  <a:pt x="204042" y="99864"/>
                </a:cubicBezTo>
                <a:cubicBezTo>
                  <a:pt x="207868" y="101777"/>
                  <a:pt x="210908" y="104756"/>
                  <a:pt x="215634" y="105101"/>
                </a:cubicBezTo>
                <a:cubicBezTo>
                  <a:pt x="220359" y="105445"/>
                  <a:pt x="229601" y="102458"/>
                  <a:pt x="232395" y="101929"/>
                </a:cubicBezTo>
                <a:cubicBezTo>
                  <a:pt x="235189" y="101401"/>
                  <a:pt x="233080" y="106301"/>
                  <a:pt x="232395" y="101929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73"/>
                </a:srgbClr>
              </a:gs>
              <a:gs pos="18000">
                <a:srgbClr val="767676">
                  <a:alpha val="1130"/>
                </a:srgbClr>
              </a:gs>
              <a:gs pos="48000">
                <a:srgbClr val="767676">
                  <a:alpha val="1824"/>
                </a:srgbClr>
              </a:gs>
              <a:gs pos="78000">
                <a:srgbClr val="767676">
                  <a:alpha val="1368"/>
                </a:srgbClr>
              </a:gs>
              <a:gs pos="100000">
                <a:srgbClr val="767676">
                  <a:alpha val="82"/>
                </a:srgbClr>
              </a:gs>
            </a:gsLst>
            <a:lin ang="11968262" scaled="0"/>
          </a:gradFill>
          <a:ln w="0">
            <a:noFill/>
            <a:prstDash val="solid"/>
          </a:ln>
        </p:spPr>
      </p:sp>
      <p:sp>
        <p:nvSpPr>
          <p:cNvPr id="1181" name="PANEL_D-intermittent-gas-wisp-26-feather-2_136">
            <a:extLst>
              <a:ext uri="{FF2B5EF4-FFF2-40B4-BE49-F238E27FC236}">
                <a16:creationId xmlns:a16="http://schemas.microsoft.com/office/drawing/2014/main" id="{CB23631A-4A4B-472C-BC49-0C965B43D147}"/>
              </a:ext>
            </a:extLst>
          </p:cNvPr>
          <p:cNvSpPr>
            <a:spLocks/>
          </p:cNvSpPr>
          <p:nvPr/>
        </p:nvSpPr>
        <p:spPr>
          <a:xfrm>
            <a:off x="14573805" y="4288704"/>
            <a:ext cx="223512" cy="93593"/>
          </a:xfrm>
          <a:custGeom>
            <a:pathLst>
              <a:path w="234658" h="98261">
                <a:moveTo>
                  <a:pt x="232120" y="94803"/>
                </a:moveTo>
                <a:cubicBezTo>
                  <a:pt x="231041" y="91346"/>
                  <a:pt x="228177" y="79664"/>
                  <a:pt x="225650" y="74060"/>
                </a:cubicBezTo>
                <a:cubicBezTo>
                  <a:pt x="223123" y="68456"/>
                  <a:pt x="220366" y="64349"/>
                  <a:pt x="216956" y="61178"/>
                </a:cubicBezTo>
                <a:cubicBezTo>
                  <a:pt x="213546" y="58006"/>
                  <a:pt x="209169" y="56991"/>
                  <a:pt x="205191" y="55032"/>
                </a:cubicBezTo>
                <a:cubicBezTo>
                  <a:pt x="201213" y="53073"/>
                  <a:pt x="197200" y="51090"/>
                  <a:pt x="193088" y="49423"/>
                </a:cubicBezTo>
                <a:cubicBezTo>
                  <a:pt x="188976" y="47755"/>
                  <a:pt x="185012" y="45728"/>
                  <a:pt x="180520" y="45025"/>
                </a:cubicBezTo>
                <a:cubicBezTo>
                  <a:pt x="176027" y="44322"/>
                  <a:pt x="170751" y="45643"/>
                  <a:pt x="166135" y="45205"/>
                </a:cubicBezTo>
                <a:cubicBezTo>
                  <a:pt x="161519" y="44767"/>
                  <a:pt x="156684" y="44929"/>
                  <a:pt x="152824" y="42395"/>
                </a:cubicBezTo>
                <a:cubicBezTo>
                  <a:pt x="148965" y="39861"/>
                  <a:pt x="146333" y="34040"/>
                  <a:pt x="142977" y="30000"/>
                </a:cubicBezTo>
                <a:cubicBezTo>
                  <a:pt x="139621" y="25960"/>
                  <a:pt x="136763" y="20291"/>
                  <a:pt x="132689" y="18155"/>
                </a:cubicBezTo>
                <a:cubicBezTo>
                  <a:pt x="128615" y="16019"/>
                  <a:pt x="123413" y="17004"/>
                  <a:pt x="118532" y="17184"/>
                </a:cubicBezTo>
                <a:cubicBezTo>
                  <a:pt x="113651" y="17365"/>
                  <a:pt x="108095" y="19646"/>
                  <a:pt x="103403" y="19237"/>
                </a:cubicBezTo>
                <a:cubicBezTo>
                  <a:pt x="98711" y="18828"/>
                  <a:pt x="94658" y="16434"/>
                  <a:pt x="90381" y="14731"/>
                </a:cubicBezTo>
                <a:cubicBezTo>
                  <a:pt x="86105" y="13029"/>
                  <a:pt x="82186" y="10242"/>
                  <a:pt x="77744" y="9020"/>
                </a:cubicBezTo>
                <a:cubicBezTo>
                  <a:pt x="73303" y="7798"/>
                  <a:pt x="68352" y="8122"/>
                  <a:pt x="63734" y="7400"/>
                </a:cubicBezTo>
                <a:cubicBezTo>
                  <a:pt x="59116" y="6678"/>
                  <a:pt x="54525" y="5863"/>
                  <a:pt x="50039" y="4688"/>
                </a:cubicBezTo>
                <a:cubicBezTo>
                  <a:pt x="45553" y="3514"/>
                  <a:pt x="41559" y="704"/>
                  <a:pt x="36816" y="352"/>
                </a:cubicBezTo>
                <a:cubicBezTo>
                  <a:pt x="32072" y="0"/>
                  <a:pt x="27202" y="286"/>
                  <a:pt x="21580" y="2575"/>
                </a:cubicBezTo>
                <a:cubicBezTo>
                  <a:pt x="15958" y="4864"/>
                  <a:pt x="6166" y="12166"/>
                  <a:pt x="3083" y="14084"/>
                </a:cubicBezTo>
                <a:cubicBezTo>
                  <a:pt x="0" y="16002"/>
                  <a:pt x="1072" y="12350"/>
                  <a:pt x="3083" y="14084"/>
                </a:cubicBezTo>
                <a:cubicBezTo>
                  <a:pt x="5094" y="15818"/>
                  <a:pt x="11072" y="21614"/>
                  <a:pt x="15150" y="24488"/>
                </a:cubicBezTo>
                <a:cubicBezTo>
                  <a:pt x="19228" y="27362"/>
                  <a:pt x="23276" y="29583"/>
                  <a:pt x="27552" y="31327"/>
                </a:cubicBezTo>
                <a:cubicBezTo>
                  <a:pt x="31827" y="33072"/>
                  <a:pt x="36342" y="33904"/>
                  <a:pt x="40803" y="34954"/>
                </a:cubicBezTo>
                <a:cubicBezTo>
                  <a:pt x="45264" y="36004"/>
                  <a:pt x="50061" y="35980"/>
                  <a:pt x="54320" y="37626"/>
                </a:cubicBezTo>
                <a:cubicBezTo>
                  <a:pt x="58578" y="39272"/>
                  <a:pt x="62741" y="41272"/>
                  <a:pt x="66353" y="44830"/>
                </a:cubicBezTo>
                <a:cubicBezTo>
                  <a:pt x="69966" y="48389"/>
                  <a:pt x="72934" y="53870"/>
                  <a:pt x="75995" y="58974"/>
                </a:cubicBezTo>
                <a:cubicBezTo>
                  <a:pt x="79055" y="64079"/>
                  <a:pt x="81605" y="70734"/>
                  <a:pt x="84718" y="75460"/>
                </a:cubicBezTo>
                <a:cubicBezTo>
                  <a:pt x="87830" y="80186"/>
                  <a:pt x="90999" y="84464"/>
                  <a:pt x="94670" y="87328"/>
                </a:cubicBezTo>
                <a:cubicBezTo>
                  <a:pt x="98342" y="90192"/>
                  <a:pt x="102526" y="91460"/>
                  <a:pt x="106747" y="92643"/>
                </a:cubicBezTo>
                <a:cubicBezTo>
                  <a:pt x="110968" y="93827"/>
                  <a:pt x="115506" y="94082"/>
                  <a:pt x="119995" y="94428"/>
                </a:cubicBezTo>
                <a:cubicBezTo>
                  <a:pt x="124484" y="94775"/>
                  <a:pt x="128928" y="95096"/>
                  <a:pt x="133681" y="94723"/>
                </a:cubicBezTo>
                <a:cubicBezTo>
                  <a:pt x="138434" y="94349"/>
                  <a:pt x="143360" y="93579"/>
                  <a:pt x="148514" y="92186"/>
                </a:cubicBezTo>
                <a:cubicBezTo>
                  <a:pt x="153667" y="90794"/>
                  <a:pt x="159285" y="88159"/>
                  <a:pt x="164602" y="86369"/>
                </a:cubicBezTo>
                <a:cubicBezTo>
                  <a:pt x="169919" y="84579"/>
                  <a:pt x="175504" y="82114"/>
                  <a:pt x="180419" y="81445"/>
                </a:cubicBezTo>
                <a:cubicBezTo>
                  <a:pt x="185333" y="80775"/>
                  <a:pt x="189903" y="81171"/>
                  <a:pt x="194088" y="82351"/>
                </a:cubicBezTo>
                <a:cubicBezTo>
                  <a:pt x="198272" y="83531"/>
                  <a:pt x="201727" y="86515"/>
                  <a:pt x="205528" y="88526"/>
                </a:cubicBezTo>
                <a:cubicBezTo>
                  <a:pt x="209328" y="90536"/>
                  <a:pt x="212458" y="93369"/>
                  <a:pt x="216890" y="94415"/>
                </a:cubicBezTo>
                <a:cubicBezTo>
                  <a:pt x="221322" y="95462"/>
                  <a:pt x="229581" y="94739"/>
                  <a:pt x="232120" y="94803"/>
                </a:cubicBezTo>
                <a:cubicBezTo>
                  <a:pt x="234658" y="94868"/>
                  <a:pt x="233198" y="98261"/>
                  <a:pt x="232120" y="94803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94"/>
                </a:srgbClr>
              </a:gs>
              <a:gs pos="18000">
                <a:srgbClr val="767676">
                  <a:alpha val="1452"/>
                </a:srgbClr>
              </a:gs>
              <a:gs pos="48000">
                <a:srgbClr val="767676">
                  <a:alpha val="2341"/>
                </a:srgbClr>
              </a:gs>
              <a:gs pos="78000">
                <a:srgbClr val="767676">
                  <a:alpha val="1756"/>
                </a:srgbClr>
              </a:gs>
              <a:gs pos="100000">
                <a:srgbClr val="767676">
                  <a:alpha val="105"/>
                </a:srgbClr>
              </a:gs>
            </a:gsLst>
            <a:lin ang="11968262" scaled="0"/>
          </a:gradFill>
          <a:ln w="0">
            <a:noFill/>
            <a:prstDash val="solid"/>
          </a:ln>
        </p:spPr>
      </p:sp>
      <p:sp>
        <p:nvSpPr>
          <p:cNvPr id="1182" name="PANEL_D-intermittent-gas-core-7-feather-0_137">
            <a:extLst>
              <a:ext uri="{FF2B5EF4-FFF2-40B4-BE49-F238E27FC236}">
                <a16:creationId xmlns:a16="http://schemas.microsoft.com/office/drawing/2014/main" id="{1BA1F571-B9AF-41CB-975A-028BAE2F8940}"/>
              </a:ext>
            </a:extLst>
          </p:cNvPr>
          <p:cNvSpPr>
            <a:spLocks/>
          </p:cNvSpPr>
          <p:nvPr/>
        </p:nvSpPr>
        <p:spPr>
          <a:xfrm>
            <a:off x="13845911" y="3781382"/>
            <a:ext cx="518639" cy="435793"/>
          </a:xfrm>
          <a:custGeom>
            <a:pathLst>
              <a:path w="544503" h="457525">
                <a:moveTo>
                  <a:pt x="538427" y="278870"/>
                </a:moveTo>
                <a:cubicBezTo>
                  <a:pt x="534378" y="271121"/>
                  <a:pt x="522903" y="242717"/>
                  <a:pt x="514130" y="232375"/>
                </a:cubicBezTo>
                <a:cubicBezTo>
                  <a:pt x="505357" y="222032"/>
                  <a:pt x="495099" y="223493"/>
                  <a:pt x="485789" y="216815"/>
                </a:cubicBezTo>
                <a:cubicBezTo>
                  <a:pt x="476480" y="210137"/>
                  <a:pt x="466617" y="208946"/>
                  <a:pt x="458271" y="192305"/>
                </a:cubicBezTo>
                <a:cubicBezTo>
                  <a:pt x="449925" y="175664"/>
                  <a:pt x="443227" y="143341"/>
                  <a:pt x="435712" y="116970"/>
                </a:cubicBezTo>
                <a:cubicBezTo>
                  <a:pt x="428196" y="90600"/>
                  <a:pt x="421781" y="51022"/>
                  <a:pt x="413179" y="34082"/>
                </a:cubicBezTo>
                <a:cubicBezTo>
                  <a:pt x="404578" y="17141"/>
                  <a:pt x="394342" y="15377"/>
                  <a:pt x="384103" y="15327"/>
                </a:cubicBezTo>
                <a:cubicBezTo>
                  <a:pt x="373865" y="15278"/>
                  <a:pt x="362153" y="31574"/>
                  <a:pt x="351749" y="33785"/>
                </a:cubicBezTo>
                <a:cubicBezTo>
                  <a:pt x="341345" y="35996"/>
                  <a:pt x="331709" y="30021"/>
                  <a:pt x="321679" y="28593"/>
                </a:cubicBezTo>
                <a:cubicBezTo>
                  <a:pt x="311650" y="27165"/>
                  <a:pt x="302056" y="20579"/>
                  <a:pt x="291573" y="25217"/>
                </a:cubicBezTo>
                <a:cubicBezTo>
                  <a:pt x="281090" y="29855"/>
                  <a:pt x="269405" y="49423"/>
                  <a:pt x="258780" y="56420"/>
                </a:cubicBezTo>
                <a:cubicBezTo>
                  <a:pt x="248155" y="63416"/>
                  <a:pt x="237432" y="72364"/>
                  <a:pt x="227824" y="67194"/>
                </a:cubicBezTo>
                <a:cubicBezTo>
                  <a:pt x="218216" y="62024"/>
                  <a:pt x="210298" y="35737"/>
                  <a:pt x="201131" y="25401"/>
                </a:cubicBezTo>
                <a:cubicBezTo>
                  <a:pt x="191964" y="15065"/>
                  <a:pt x="183180" y="0"/>
                  <a:pt x="172822" y="5177"/>
                </a:cubicBezTo>
                <a:cubicBezTo>
                  <a:pt x="162464" y="10354"/>
                  <a:pt x="150471" y="36781"/>
                  <a:pt x="138983" y="56463"/>
                </a:cubicBezTo>
                <a:cubicBezTo>
                  <a:pt x="127496" y="76145"/>
                  <a:pt x="115203" y="106062"/>
                  <a:pt x="103899" y="123270"/>
                </a:cubicBezTo>
                <a:cubicBezTo>
                  <a:pt x="92595" y="140477"/>
                  <a:pt x="82007" y="148657"/>
                  <a:pt x="71158" y="159708"/>
                </a:cubicBezTo>
                <a:cubicBezTo>
                  <a:pt x="60308" y="170760"/>
                  <a:pt x="49739" y="177801"/>
                  <a:pt x="38803" y="189581"/>
                </a:cubicBezTo>
                <a:cubicBezTo>
                  <a:pt x="27867" y="201360"/>
                  <a:pt x="11087" y="223583"/>
                  <a:pt x="5543" y="230384"/>
                </a:cubicBezTo>
                <a:cubicBezTo>
                  <a:pt x="0" y="237184"/>
                  <a:pt x="1290" y="221622"/>
                  <a:pt x="5543" y="230384"/>
                </a:cubicBezTo>
                <a:cubicBezTo>
                  <a:pt x="9796" y="239146"/>
                  <a:pt x="22569" y="265100"/>
                  <a:pt x="31062" y="282956"/>
                </a:cubicBezTo>
                <a:cubicBezTo>
                  <a:pt x="39555" y="300813"/>
                  <a:pt x="47802" y="321428"/>
                  <a:pt x="56502" y="337523"/>
                </a:cubicBezTo>
                <a:cubicBezTo>
                  <a:pt x="65203" y="353617"/>
                  <a:pt x="74033" y="369444"/>
                  <a:pt x="83265" y="379523"/>
                </a:cubicBezTo>
                <a:cubicBezTo>
                  <a:pt x="92497" y="389602"/>
                  <a:pt x="102223" y="393677"/>
                  <a:pt x="111895" y="397995"/>
                </a:cubicBezTo>
                <a:cubicBezTo>
                  <a:pt x="121567" y="402314"/>
                  <a:pt x="131487" y="403335"/>
                  <a:pt x="141296" y="405435"/>
                </a:cubicBezTo>
                <a:cubicBezTo>
                  <a:pt x="151105" y="407534"/>
                  <a:pt x="160741" y="411538"/>
                  <a:pt x="170751" y="410592"/>
                </a:cubicBezTo>
                <a:cubicBezTo>
                  <a:pt x="180761" y="409646"/>
                  <a:pt x="190812" y="407764"/>
                  <a:pt x="201355" y="399761"/>
                </a:cubicBezTo>
                <a:cubicBezTo>
                  <a:pt x="211898" y="391757"/>
                  <a:pt x="223096" y="375224"/>
                  <a:pt x="234009" y="362572"/>
                </a:cubicBezTo>
                <a:cubicBezTo>
                  <a:pt x="244921" y="349920"/>
                  <a:pt x="256446" y="329996"/>
                  <a:pt x="266830" y="323850"/>
                </a:cubicBezTo>
                <a:cubicBezTo>
                  <a:pt x="277215" y="317704"/>
                  <a:pt x="287213" y="316987"/>
                  <a:pt x="296315" y="325695"/>
                </a:cubicBezTo>
                <a:cubicBezTo>
                  <a:pt x="305416" y="334402"/>
                  <a:pt x="313259" y="357948"/>
                  <a:pt x="321440" y="376096"/>
                </a:cubicBezTo>
                <a:cubicBezTo>
                  <a:pt x="329622" y="394245"/>
                  <a:pt x="336929" y="421130"/>
                  <a:pt x="345402" y="434586"/>
                </a:cubicBezTo>
                <a:cubicBezTo>
                  <a:pt x="353875" y="448042"/>
                  <a:pt x="362690" y="456138"/>
                  <a:pt x="372278" y="456831"/>
                </a:cubicBezTo>
                <a:cubicBezTo>
                  <a:pt x="381866" y="457525"/>
                  <a:pt x="392424" y="447296"/>
                  <a:pt x="402929" y="438748"/>
                </a:cubicBezTo>
                <a:cubicBezTo>
                  <a:pt x="413434" y="430201"/>
                  <a:pt x="424451" y="416706"/>
                  <a:pt x="435308" y="405546"/>
                </a:cubicBezTo>
                <a:cubicBezTo>
                  <a:pt x="446165" y="394386"/>
                  <a:pt x="456962" y="384002"/>
                  <a:pt x="468073" y="371791"/>
                </a:cubicBezTo>
                <a:cubicBezTo>
                  <a:pt x="479184" y="359580"/>
                  <a:pt x="490248" y="347768"/>
                  <a:pt x="501974" y="332281"/>
                </a:cubicBezTo>
                <a:cubicBezTo>
                  <a:pt x="513700" y="316794"/>
                  <a:pt x="532352" y="287772"/>
                  <a:pt x="538427" y="278870"/>
                </a:cubicBezTo>
                <a:cubicBezTo>
                  <a:pt x="544503" y="269968"/>
                  <a:pt x="542477" y="286619"/>
                  <a:pt x="538427" y="278870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82"/>
                </a:srgbClr>
              </a:gs>
              <a:gs pos="18000">
                <a:srgbClr val="919191">
                  <a:alpha val="2822"/>
                </a:srgbClr>
              </a:gs>
              <a:gs pos="48000">
                <a:srgbClr val="919191">
                  <a:alpha val="4551"/>
                </a:srgbClr>
              </a:gs>
              <a:gs pos="78000">
                <a:srgbClr val="919191">
                  <a:alpha val="3412"/>
                </a:srgbClr>
              </a:gs>
              <a:gs pos="100000">
                <a:srgbClr val="919191">
                  <a:alpha val="204"/>
                </a:srgbClr>
              </a:gs>
            </a:gsLst>
            <a:lin ang="11112046" scaled="0"/>
          </a:gradFill>
          <a:ln w="0">
            <a:noFill/>
            <a:prstDash val="solid"/>
          </a:ln>
        </p:spPr>
      </p:sp>
      <p:sp>
        <p:nvSpPr>
          <p:cNvPr id="1183" name="PANEL_D-intermittent-gas-core-7-feather-1_138">
            <a:extLst>
              <a:ext uri="{FF2B5EF4-FFF2-40B4-BE49-F238E27FC236}">
                <a16:creationId xmlns:a16="http://schemas.microsoft.com/office/drawing/2014/main" id="{A5388EC7-B2F2-438B-A742-5B157BDE27AE}"/>
              </a:ext>
            </a:extLst>
          </p:cNvPr>
          <p:cNvSpPr>
            <a:spLocks/>
          </p:cNvSpPr>
          <p:nvPr/>
        </p:nvSpPr>
        <p:spPr>
          <a:xfrm>
            <a:off x="13846068" y="3831782"/>
            <a:ext cx="518278" cy="348447"/>
          </a:xfrm>
          <a:custGeom>
            <a:pathLst>
              <a:path w="544123" h="365823">
                <a:moveTo>
                  <a:pt x="538263" y="225957"/>
                </a:moveTo>
                <a:cubicBezTo>
                  <a:pt x="533982" y="220106"/>
                  <a:pt x="521659" y="198512"/>
                  <a:pt x="512579" y="190851"/>
                </a:cubicBezTo>
                <a:cubicBezTo>
                  <a:pt x="503500" y="183190"/>
                  <a:pt x="493259" y="184901"/>
                  <a:pt x="483785" y="179993"/>
                </a:cubicBezTo>
                <a:cubicBezTo>
                  <a:pt x="474311" y="175085"/>
                  <a:pt x="464415" y="174450"/>
                  <a:pt x="455736" y="161403"/>
                </a:cubicBezTo>
                <a:cubicBezTo>
                  <a:pt x="447057" y="148355"/>
                  <a:pt x="439691" y="122865"/>
                  <a:pt x="431711" y="101708"/>
                </a:cubicBezTo>
                <a:cubicBezTo>
                  <a:pt x="423732" y="80550"/>
                  <a:pt x="416645" y="48751"/>
                  <a:pt x="407859" y="34459"/>
                </a:cubicBezTo>
                <a:cubicBezTo>
                  <a:pt x="399073" y="20166"/>
                  <a:pt x="389042" y="17357"/>
                  <a:pt x="378996" y="15952"/>
                </a:cubicBezTo>
                <a:cubicBezTo>
                  <a:pt x="368951" y="14548"/>
                  <a:pt x="357772" y="25646"/>
                  <a:pt x="347586" y="26030"/>
                </a:cubicBezTo>
                <a:cubicBezTo>
                  <a:pt x="337400" y="26414"/>
                  <a:pt x="327810" y="20363"/>
                  <a:pt x="317880" y="18257"/>
                </a:cubicBezTo>
                <a:cubicBezTo>
                  <a:pt x="307949" y="16152"/>
                  <a:pt x="298339" y="10193"/>
                  <a:pt x="288004" y="13395"/>
                </a:cubicBezTo>
                <a:cubicBezTo>
                  <a:pt x="277668" y="16597"/>
                  <a:pt x="266365" y="31790"/>
                  <a:pt x="255867" y="37469"/>
                </a:cubicBezTo>
                <a:cubicBezTo>
                  <a:pt x="245370" y="43148"/>
                  <a:pt x="234762" y="50767"/>
                  <a:pt x="225018" y="47467"/>
                </a:cubicBezTo>
                <a:cubicBezTo>
                  <a:pt x="215274" y="44167"/>
                  <a:pt x="206821" y="24761"/>
                  <a:pt x="197403" y="17669"/>
                </a:cubicBezTo>
                <a:cubicBezTo>
                  <a:pt x="187985" y="10576"/>
                  <a:pt x="178851" y="0"/>
                  <a:pt x="168511" y="4914"/>
                </a:cubicBezTo>
                <a:cubicBezTo>
                  <a:pt x="158170" y="9828"/>
                  <a:pt x="146554" y="31303"/>
                  <a:pt x="135360" y="47152"/>
                </a:cubicBezTo>
                <a:cubicBezTo>
                  <a:pt x="124166" y="63001"/>
                  <a:pt x="112359" y="86616"/>
                  <a:pt x="101347" y="100008"/>
                </a:cubicBezTo>
                <a:cubicBezTo>
                  <a:pt x="90334" y="113401"/>
                  <a:pt x="79902" y="119410"/>
                  <a:pt x="69286" y="127508"/>
                </a:cubicBezTo>
                <a:cubicBezTo>
                  <a:pt x="58670" y="135607"/>
                  <a:pt x="48301" y="140270"/>
                  <a:pt x="37649" y="148597"/>
                </a:cubicBezTo>
                <a:cubicBezTo>
                  <a:pt x="26998" y="156924"/>
                  <a:pt x="10757" y="172659"/>
                  <a:pt x="5378" y="177471"/>
                </a:cubicBezTo>
                <a:cubicBezTo>
                  <a:pt x="0" y="182283"/>
                  <a:pt x="1006" y="170145"/>
                  <a:pt x="5378" y="177471"/>
                </a:cubicBezTo>
                <a:cubicBezTo>
                  <a:pt x="9751" y="184798"/>
                  <a:pt x="22865" y="206641"/>
                  <a:pt x="31611" y="221430"/>
                </a:cubicBezTo>
                <a:cubicBezTo>
                  <a:pt x="40357" y="236219"/>
                  <a:pt x="48914" y="253128"/>
                  <a:pt x="57854" y="266204"/>
                </a:cubicBezTo>
                <a:cubicBezTo>
                  <a:pt x="66794" y="279279"/>
                  <a:pt x="75856" y="291995"/>
                  <a:pt x="85252" y="299886"/>
                </a:cubicBezTo>
                <a:cubicBezTo>
                  <a:pt x="94648" y="307776"/>
                  <a:pt x="104454" y="310676"/>
                  <a:pt x="114232" y="313547"/>
                </a:cubicBezTo>
                <a:cubicBezTo>
                  <a:pt x="124010" y="316418"/>
                  <a:pt x="134008" y="316353"/>
                  <a:pt x="143920" y="317115"/>
                </a:cubicBezTo>
                <a:cubicBezTo>
                  <a:pt x="153833" y="317877"/>
                  <a:pt x="163631" y="319825"/>
                  <a:pt x="173707" y="318118"/>
                </a:cubicBezTo>
                <a:cubicBezTo>
                  <a:pt x="183782" y="316410"/>
                  <a:pt x="193899" y="313844"/>
                  <a:pt x="204372" y="306869"/>
                </a:cubicBezTo>
                <a:cubicBezTo>
                  <a:pt x="214845" y="299894"/>
                  <a:pt x="225824" y="286358"/>
                  <a:pt x="236546" y="276268"/>
                </a:cubicBezTo>
                <a:cubicBezTo>
                  <a:pt x="247268" y="266178"/>
                  <a:pt x="258446" y="250707"/>
                  <a:pt x="268704" y="246328"/>
                </a:cubicBezTo>
                <a:cubicBezTo>
                  <a:pt x="278963" y="241950"/>
                  <a:pt x="288888" y="242213"/>
                  <a:pt x="298095" y="249997"/>
                </a:cubicBezTo>
                <a:cubicBezTo>
                  <a:pt x="307302" y="257781"/>
                  <a:pt x="315493" y="277537"/>
                  <a:pt x="323945" y="293033"/>
                </a:cubicBezTo>
                <a:cubicBezTo>
                  <a:pt x="332397" y="308529"/>
                  <a:pt x="340141" y="331112"/>
                  <a:pt x="348809" y="342974"/>
                </a:cubicBezTo>
                <a:cubicBezTo>
                  <a:pt x="357478" y="354836"/>
                  <a:pt x="366401" y="362583"/>
                  <a:pt x="375956" y="364203"/>
                </a:cubicBezTo>
                <a:cubicBezTo>
                  <a:pt x="385511" y="365823"/>
                  <a:pt x="395829" y="358773"/>
                  <a:pt x="406141" y="352695"/>
                </a:cubicBezTo>
                <a:cubicBezTo>
                  <a:pt x="416452" y="346616"/>
                  <a:pt x="427187" y="336368"/>
                  <a:pt x="437825" y="327731"/>
                </a:cubicBezTo>
                <a:cubicBezTo>
                  <a:pt x="448463" y="319094"/>
                  <a:pt x="459087" y="310700"/>
                  <a:pt x="469966" y="300875"/>
                </a:cubicBezTo>
                <a:cubicBezTo>
                  <a:pt x="480845" y="291049"/>
                  <a:pt x="491715" y="281264"/>
                  <a:pt x="503098" y="268778"/>
                </a:cubicBezTo>
                <a:cubicBezTo>
                  <a:pt x="514481" y="256291"/>
                  <a:pt x="532402" y="233094"/>
                  <a:pt x="538263" y="225957"/>
                </a:cubicBezTo>
                <a:cubicBezTo>
                  <a:pt x="544123" y="218820"/>
                  <a:pt x="542543" y="231808"/>
                  <a:pt x="538263" y="22595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43"/>
                </a:srgbClr>
              </a:gs>
              <a:gs pos="18000">
                <a:srgbClr val="767676">
                  <a:alpha val="3762"/>
                </a:srgbClr>
              </a:gs>
              <a:gs pos="48000">
                <a:srgbClr val="767676">
                  <a:alpha val="6067"/>
                </a:srgbClr>
              </a:gs>
              <a:gs pos="78000">
                <a:srgbClr val="767676">
                  <a:alpha val="4551"/>
                </a:srgbClr>
              </a:gs>
              <a:gs pos="100000">
                <a:srgbClr val="767676">
                  <a:alpha val="274"/>
                </a:srgbClr>
              </a:gs>
            </a:gsLst>
            <a:lin ang="11112046" scaled="0"/>
          </a:gradFill>
          <a:ln w="0">
            <a:noFill/>
            <a:prstDash val="solid"/>
          </a:ln>
        </p:spPr>
      </p:sp>
      <p:sp>
        <p:nvSpPr>
          <p:cNvPr id="1184" name="PANEL_D-intermittent-gas-core-7-feather-2_139">
            <a:extLst>
              <a:ext uri="{FF2B5EF4-FFF2-40B4-BE49-F238E27FC236}">
                <a16:creationId xmlns:a16="http://schemas.microsoft.com/office/drawing/2014/main" id="{B8079FB7-2720-495E-9ED8-375891C7CDD6}"/>
              </a:ext>
            </a:extLst>
          </p:cNvPr>
          <p:cNvSpPr>
            <a:spLocks/>
          </p:cNvSpPr>
          <p:nvPr/>
        </p:nvSpPr>
        <p:spPr>
          <a:xfrm>
            <a:off x="13846239" y="3885679"/>
            <a:ext cx="517883" cy="254244"/>
          </a:xfrm>
          <a:custGeom>
            <a:pathLst>
              <a:path w="543709" h="266923">
                <a:moveTo>
                  <a:pt x="538083" y="169372"/>
                </a:moveTo>
                <a:cubicBezTo>
                  <a:pt x="533550" y="165592"/>
                  <a:pt x="520302" y="151425"/>
                  <a:pt x="510888" y="146690"/>
                </a:cubicBezTo>
                <a:cubicBezTo>
                  <a:pt x="501474" y="141955"/>
                  <a:pt x="491251" y="143939"/>
                  <a:pt x="481598" y="140962"/>
                </a:cubicBezTo>
                <a:cubicBezTo>
                  <a:pt x="471946" y="137986"/>
                  <a:pt x="462012" y="137957"/>
                  <a:pt x="452970" y="128829"/>
                </a:cubicBezTo>
                <a:cubicBezTo>
                  <a:pt x="443928" y="119701"/>
                  <a:pt x="435833" y="101666"/>
                  <a:pt x="427347" y="86196"/>
                </a:cubicBezTo>
                <a:cubicBezTo>
                  <a:pt x="418861" y="70725"/>
                  <a:pt x="411041" y="47411"/>
                  <a:pt x="402055" y="36007"/>
                </a:cubicBezTo>
                <a:cubicBezTo>
                  <a:pt x="393068" y="24604"/>
                  <a:pt x="383260" y="20655"/>
                  <a:pt x="373425" y="17772"/>
                </a:cubicBezTo>
                <a:cubicBezTo>
                  <a:pt x="363590" y="14889"/>
                  <a:pt x="352993" y="20317"/>
                  <a:pt x="343044" y="18708"/>
                </a:cubicBezTo>
                <a:cubicBezTo>
                  <a:pt x="333096" y="17099"/>
                  <a:pt x="323557" y="10965"/>
                  <a:pt x="313734" y="8120"/>
                </a:cubicBezTo>
                <a:cubicBezTo>
                  <a:pt x="303912" y="5275"/>
                  <a:pt x="294284" y="0"/>
                  <a:pt x="284110" y="1636"/>
                </a:cubicBezTo>
                <a:cubicBezTo>
                  <a:pt x="273936" y="3271"/>
                  <a:pt x="263048" y="13692"/>
                  <a:pt x="252690" y="17934"/>
                </a:cubicBezTo>
                <a:cubicBezTo>
                  <a:pt x="242331" y="22175"/>
                  <a:pt x="231849" y="28345"/>
                  <a:pt x="221957" y="27085"/>
                </a:cubicBezTo>
                <a:cubicBezTo>
                  <a:pt x="212065" y="25825"/>
                  <a:pt x="203028" y="13925"/>
                  <a:pt x="193336" y="10371"/>
                </a:cubicBezTo>
                <a:cubicBezTo>
                  <a:pt x="183644" y="6818"/>
                  <a:pt x="174128" y="1138"/>
                  <a:pt x="163807" y="5765"/>
                </a:cubicBezTo>
                <a:cubicBezTo>
                  <a:pt x="153486" y="10391"/>
                  <a:pt x="142282" y="26465"/>
                  <a:pt x="131408" y="38132"/>
                </a:cubicBezTo>
                <a:cubicBezTo>
                  <a:pt x="120534" y="49800"/>
                  <a:pt x="109256" y="66539"/>
                  <a:pt x="98562" y="75770"/>
                </a:cubicBezTo>
                <a:cubicBezTo>
                  <a:pt x="87868" y="85001"/>
                  <a:pt x="77606" y="88643"/>
                  <a:pt x="67244" y="93519"/>
                </a:cubicBezTo>
                <a:cubicBezTo>
                  <a:pt x="56882" y="98395"/>
                  <a:pt x="46731" y="100464"/>
                  <a:pt x="36391" y="105025"/>
                </a:cubicBezTo>
                <a:cubicBezTo>
                  <a:pt x="26050" y="109586"/>
                  <a:pt x="10397" y="118243"/>
                  <a:pt x="5199" y="120886"/>
                </a:cubicBezTo>
                <a:cubicBezTo>
                  <a:pt x="0" y="123529"/>
                  <a:pt x="697" y="115126"/>
                  <a:pt x="5199" y="120886"/>
                </a:cubicBezTo>
                <a:cubicBezTo>
                  <a:pt x="9701" y="126646"/>
                  <a:pt x="23189" y="144006"/>
                  <a:pt x="32210" y="155448"/>
                </a:cubicBezTo>
                <a:cubicBezTo>
                  <a:pt x="41232" y="166890"/>
                  <a:pt x="50128" y="179756"/>
                  <a:pt x="59330" y="189539"/>
                </a:cubicBezTo>
                <a:cubicBezTo>
                  <a:pt x="68531" y="199322"/>
                  <a:pt x="77845" y="208643"/>
                  <a:pt x="87420" y="214147"/>
                </a:cubicBezTo>
                <a:cubicBezTo>
                  <a:pt x="96995" y="219650"/>
                  <a:pt x="106887" y="221267"/>
                  <a:pt x="116780" y="222560"/>
                </a:cubicBezTo>
                <a:cubicBezTo>
                  <a:pt x="126674" y="223852"/>
                  <a:pt x="136758" y="222601"/>
                  <a:pt x="146783" y="221904"/>
                </a:cubicBezTo>
                <a:cubicBezTo>
                  <a:pt x="156808" y="221206"/>
                  <a:pt x="166784" y="220913"/>
                  <a:pt x="176931" y="218375"/>
                </a:cubicBezTo>
                <a:cubicBezTo>
                  <a:pt x="187078" y="215836"/>
                  <a:pt x="197266" y="212524"/>
                  <a:pt x="207664" y="206671"/>
                </a:cubicBezTo>
                <a:cubicBezTo>
                  <a:pt x="218061" y="200818"/>
                  <a:pt x="228799" y="190551"/>
                  <a:pt x="239313" y="183256"/>
                </a:cubicBezTo>
                <a:cubicBezTo>
                  <a:pt x="249827" y="175960"/>
                  <a:pt x="260628" y="165347"/>
                  <a:pt x="270749" y="162897"/>
                </a:cubicBezTo>
                <a:cubicBezTo>
                  <a:pt x="280870" y="160447"/>
                  <a:pt x="290716" y="161778"/>
                  <a:pt x="300037" y="168555"/>
                </a:cubicBezTo>
                <a:cubicBezTo>
                  <a:pt x="309359" y="175331"/>
                  <a:pt x="317929" y="190953"/>
                  <a:pt x="326678" y="203556"/>
                </a:cubicBezTo>
                <a:cubicBezTo>
                  <a:pt x="335426" y="216159"/>
                  <a:pt x="343645" y="234049"/>
                  <a:pt x="352526" y="244172"/>
                </a:cubicBezTo>
                <a:cubicBezTo>
                  <a:pt x="361408" y="254294"/>
                  <a:pt x="370448" y="261661"/>
                  <a:pt x="379968" y="264292"/>
                </a:cubicBezTo>
                <a:cubicBezTo>
                  <a:pt x="389488" y="266923"/>
                  <a:pt x="399544" y="263341"/>
                  <a:pt x="409644" y="259956"/>
                </a:cubicBezTo>
                <a:cubicBezTo>
                  <a:pt x="419745" y="256570"/>
                  <a:pt x="430173" y="249864"/>
                  <a:pt x="440571" y="243979"/>
                </a:cubicBezTo>
                <a:cubicBezTo>
                  <a:pt x="450968" y="238095"/>
                  <a:pt x="461406" y="231873"/>
                  <a:pt x="472032" y="224649"/>
                </a:cubicBezTo>
                <a:cubicBezTo>
                  <a:pt x="482657" y="217426"/>
                  <a:pt x="493315" y="209852"/>
                  <a:pt x="504324" y="200639"/>
                </a:cubicBezTo>
                <a:cubicBezTo>
                  <a:pt x="515332" y="191426"/>
                  <a:pt x="532456" y="174583"/>
                  <a:pt x="538083" y="169372"/>
                </a:cubicBezTo>
                <a:cubicBezTo>
                  <a:pt x="543709" y="164161"/>
                  <a:pt x="542615" y="173152"/>
                  <a:pt x="538083" y="169372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11"/>
                </a:srgbClr>
              </a:gs>
              <a:gs pos="18000">
                <a:srgbClr val="767676">
                  <a:alpha val="4828"/>
                </a:srgbClr>
              </a:gs>
              <a:gs pos="48000">
                <a:srgbClr val="767676">
                  <a:alpha val="7786"/>
                </a:srgbClr>
              </a:gs>
              <a:gs pos="78000">
                <a:srgbClr val="767676">
                  <a:alpha val="5840"/>
                </a:srgbClr>
              </a:gs>
              <a:gs pos="100000">
                <a:srgbClr val="767676">
                  <a:alpha val="350"/>
                </a:srgbClr>
              </a:gs>
            </a:gsLst>
            <a:lin ang="11112046" scaled="0"/>
          </a:gradFill>
          <a:ln w="0">
            <a:noFill/>
            <a:prstDash val="solid"/>
          </a:ln>
        </p:spPr>
      </p:sp>
      <p:sp>
        <p:nvSpPr>
          <p:cNvPr id="1185" name="PANEL_D-intermittent-gas-core-7-feather-3_140">
            <a:extLst>
              <a:ext uri="{FF2B5EF4-FFF2-40B4-BE49-F238E27FC236}">
                <a16:creationId xmlns:a16="http://schemas.microsoft.com/office/drawing/2014/main" id="{F28AC1C2-D997-4009-9CC6-FB9386DCF12A}"/>
              </a:ext>
            </a:extLst>
          </p:cNvPr>
          <p:cNvSpPr>
            <a:spLocks/>
          </p:cNvSpPr>
          <p:nvPr/>
        </p:nvSpPr>
        <p:spPr>
          <a:xfrm>
            <a:off x="13846410" y="3929868"/>
            <a:ext cx="517489" cy="169750"/>
          </a:xfrm>
          <a:custGeom>
            <a:pathLst>
              <a:path w="543295" h="178215">
                <a:moveTo>
                  <a:pt x="537903" y="122980"/>
                </a:moveTo>
                <a:cubicBezTo>
                  <a:pt x="533119" y="121270"/>
                  <a:pt x="518945" y="114531"/>
                  <a:pt x="509196" y="112722"/>
                </a:cubicBezTo>
                <a:cubicBezTo>
                  <a:pt x="499448" y="110912"/>
                  <a:pt x="489244" y="113170"/>
                  <a:pt x="479412" y="112124"/>
                </a:cubicBezTo>
                <a:cubicBezTo>
                  <a:pt x="469580" y="111078"/>
                  <a:pt x="459610" y="111656"/>
                  <a:pt x="450205" y="106449"/>
                </a:cubicBezTo>
                <a:cubicBezTo>
                  <a:pt x="440800" y="101241"/>
                  <a:pt x="431975" y="90660"/>
                  <a:pt x="422983" y="80877"/>
                </a:cubicBezTo>
                <a:cubicBezTo>
                  <a:pt x="413990" y="71093"/>
                  <a:pt x="405438" y="56264"/>
                  <a:pt x="396250" y="47749"/>
                </a:cubicBezTo>
                <a:cubicBezTo>
                  <a:pt x="387062" y="39234"/>
                  <a:pt x="377479" y="34146"/>
                  <a:pt x="367854" y="29785"/>
                </a:cubicBezTo>
                <a:cubicBezTo>
                  <a:pt x="358230" y="25423"/>
                  <a:pt x="348213" y="25180"/>
                  <a:pt x="338503" y="21579"/>
                </a:cubicBezTo>
                <a:cubicBezTo>
                  <a:pt x="328792" y="17977"/>
                  <a:pt x="319304" y="11761"/>
                  <a:pt x="309589" y="8176"/>
                </a:cubicBezTo>
                <a:cubicBezTo>
                  <a:pt x="299875" y="4591"/>
                  <a:pt x="290229" y="0"/>
                  <a:pt x="280216" y="69"/>
                </a:cubicBezTo>
                <a:cubicBezTo>
                  <a:pt x="270203" y="138"/>
                  <a:pt x="259732" y="5787"/>
                  <a:pt x="249512" y="8591"/>
                </a:cubicBezTo>
                <a:cubicBezTo>
                  <a:pt x="239292" y="11395"/>
                  <a:pt x="228936" y="16116"/>
                  <a:pt x="218896" y="16895"/>
                </a:cubicBezTo>
                <a:cubicBezTo>
                  <a:pt x="208855" y="17675"/>
                  <a:pt x="199234" y="13282"/>
                  <a:pt x="189269" y="13267"/>
                </a:cubicBezTo>
                <a:cubicBezTo>
                  <a:pt x="179303" y="13253"/>
                  <a:pt x="169405" y="12469"/>
                  <a:pt x="159103" y="16808"/>
                </a:cubicBezTo>
                <a:cubicBezTo>
                  <a:pt x="148801" y="21148"/>
                  <a:pt x="138010" y="31819"/>
                  <a:pt x="127456" y="39305"/>
                </a:cubicBezTo>
                <a:cubicBezTo>
                  <a:pt x="116901" y="46791"/>
                  <a:pt x="106154" y="56655"/>
                  <a:pt x="95778" y="61725"/>
                </a:cubicBezTo>
                <a:cubicBezTo>
                  <a:pt x="85402" y="66794"/>
                  <a:pt x="75309" y="68069"/>
                  <a:pt x="65201" y="69723"/>
                </a:cubicBezTo>
                <a:cubicBezTo>
                  <a:pt x="55094" y="71376"/>
                  <a:pt x="45162" y="70851"/>
                  <a:pt x="35132" y="71647"/>
                </a:cubicBezTo>
                <a:cubicBezTo>
                  <a:pt x="25102" y="72442"/>
                  <a:pt x="10038" y="74019"/>
                  <a:pt x="5019" y="74494"/>
                </a:cubicBezTo>
                <a:cubicBezTo>
                  <a:pt x="0" y="74968"/>
                  <a:pt x="387" y="70299"/>
                  <a:pt x="5019" y="74494"/>
                </a:cubicBezTo>
                <a:cubicBezTo>
                  <a:pt x="9651" y="78688"/>
                  <a:pt x="23512" y="91564"/>
                  <a:pt x="32810" y="99659"/>
                </a:cubicBezTo>
                <a:cubicBezTo>
                  <a:pt x="42107" y="107755"/>
                  <a:pt x="51342" y="116576"/>
                  <a:pt x="60805" y="123067"/>
                </a:cubicBezTo>
                <a:cubicBezTo>
                  <a:pt x="70268" y="129557"/>
                  <a:pt x="79834" y="135484"/>
                  <a:pt x="89588" y="138601"/>
                </a:cubicBezTo>
                <a:cubicBezTo>
                  <a:pt x="99342" y="141717"/>
                  <a:pt x="109320" y="142051"/>
                  <a:pt x="119329" y="141765"/>
                </a:cubicBezTo>
                <a:cubicBezTo>
                  <a:pt x="129339" y="141479"/>
                  <a:pt x="139508" y="139042"/>
                  <a:pt x="149645" y="136886"/>
                </a:cubicBezTo>
                <a:cubicBezTo>
                  <a:pt x="159783" y="134729"/>
                  <a:pt x="169936" y="132194"/>
                  <a:pt x="180155" y="128824"/>
                </a:cubicBezTo>
                <a:cubicBezTo>
                  <a:pt x="190373" y="125454"/>
                  <a:pt x="200634" y="121397"/>
                  <a:pt x="210955" y="116665"/>
                </a:cubicBezTo>
                <a:cubicBezTo>
                  <a:pt x="221276" y="111934"/>
                  <a:pt x="231774" y="104938"/>
                  <a:pt x="242081" y="100437"/>
                </a:cubicBezTo>
                <a:cubicBezTo>
                  <a:pt x="252387" y="95935"/>
                  <a:pt x="262810" y="90181"/>
                  <a:pt x="272793" y="89659"/>
                </a:cubicBezTo>
                <a:cubicBezTo>
                  <a:pt x="282776" y="89137"/>
                  <a:pt x="292544" y="91537"/>
                  <a:pt x="301980" y="97306"/>
                </a:cubicBezTo>
                <a:cubicBezTo>
                  <a:pt x="311416" y="103075"/>
                  <a:pt x="320366" y="114563"/>
                  <a:pt x="329410" y="124272"/>
                </a:cubicBezTo>
                <a:cubicBezTo>
                  <a:pt x="338454" y="133982"/>
                  <a:pt x="347149" y="147179"/>
                  <a:pt x="356244" y="155562"/>
                </a:cubicBezTo>
                <a:cubicBezTo>
                  <a:pt x="365339" y="163946"/>
                  <a:pt x="374496" y="170933"/>
                  <a:pt x="383980" y="174574"/>
                </a:cubicBezTo>
                <a:cubicBezTo>
                  <a:pt x="393464" y="178215"/>
                  <a:pt x="403258" y="178102"/>
                  <a:pt x="413148" y="177410"/>
                </a:cubicBezTo>
                <a:cubicBezTo>
                  <a:pt x="423037" y="176718"/>
                  <a:pt x="433158" y="173553"/>
                  <a:pt x="443316" y="170421"/>
                </a:cubicBezTo>
                <a:cubicBezTo>
                  <a:pt x="453474" y="167289"/>
                  <a:pt x="463725" y="163238"/>
                  <a:pt x="474097" y="158617"/>
                </a:cubicBezTo>
                <a:cubicBezTo>
                  <a:pt x="484469" y="153996"/>
                  <a:pt x="494915" y="148633"/>
                  <a:pt x="505550" y="142693"/>
                </a:cubicBezTo>
                <a:cubicBezTo>
                  <a:pt x="516184" y="136754"/>
                  <a:pt x="532511" y="126265"/>
                  <a:pt x="537903" y="122980"/>
                </a:cubicBezTo>
                <a:cubicBezTo>
                  <a:pt x="543295" y="119694"/>
                  <a:pt x="542687" y="124689"/>
                  <a:pt x="537903" y="122980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64"/>
                </a:srgbClr>
              </a:gs>
              <a:gs pos="18000">
                <a:srgbClr val="767676">
                  <a:alpha val="5642"/>
                </a:srgbClr>
              </a:gs>
              <a:gs pos="48000">
                <a:srgbClr val="767676">
                  <a:alpha val="9100"/>
                </a:srgbClr>
              </a:gs>
              <a:gs pos="78000">
                <a:srgbClr val="767676">
                  <a:alpha val="6826"/>
                </a:srgbClr>
              </a:gs>
              <a:gs pos="100000">
                <a:srgbClr val="767676">
                  <a:alpha val="410"/>
                </a:srgbClr>
              </a:gs>
            </a:gsLst>
            <a:lin ang="11112046" scaled="0"/>
          </a:gradFill>
          <a:ln w="0">
            <a:noFill/>
            <a:prstDash val="solid"/>
          </a:ln>
        </p:spPr>
      </p:sp>
      <p:sp>
        <p:nvSpPr>
          <p:cNvPr id="1186" name="PANEL_D-intermittent-gas-wisp-7-feather-0_141">
            <a:extLst>
              <a:ext uri="{FF2B5EF4-FFF2-40B4-BE49-F238E27FC236}">
                <a16:creationId xmlns:a16="http://schemas.microsoft.com/office/drawing/2014/main" id="{FE8E581C-DC3F-46FB-8717-BFE6F504A14D}"/>
              </a:ext>
            </a:extLst>
          </p:cNvPr>
          <p:cNvSpPr>
            <a:spLocks/>
          </p:cNvSpPr>
          <p:nvPr/>
        </p:nvSpPr>
        <p:spPr>
          <a:xfrm>
            <a:off x="13827356" y="4104136"/>
            <a:ext cx="370876" cy="213482"/>
          </a:xfrm>
          <a:custGeom>
            <a:pathLst>
              <a:path w="389372" h="224128">
                <a:moveTo>
                  <a:pt x="385620" y="132319"/>
                </a:moveTo>
                <a:cubicBezTo>
                  <a:pt x="382767" y="124991"/>
                  <a:pt x="374606" y="98416"/>
                  <a:pt x="368503" y="88351"/>
                </a:cubicBezTo>
                <a:cubicBezTo>
                  <a:pt x="362400" y="78285"/>
                  <a:pt x="355795" y="74296"/>
                  <a:pt x="349001" y="71924"/>
                </a:cubicBezTo>
                <a:cubicBezTo>
                  <a:pt x="342207" y="69552"/>
                  <a:pt x="334750" y="74388"/>
                  <a:pt x="327741" y="74118"/>
                </a:cubicBezTo>
                <a:cubicBezTo>
                  <a:pt x="320732" y="73848"/>
                  <a:pt x="313810" y="72524"/>
                  <a:pt x="306946" y="70301"/>
                </a:cubicBezTo>
                <a:cubicBezTo>
                  <a:pt x="300082" y="68078"/>
                  <a:pt x="293478" y="62585"/>
                  <a:pt x="286556" y="60779"/>
                </a:cubicBezTo>
                <a:cubicBezTo>
                  <a:pt x="279634" y="58974"/>
                  <a:pt x="272372" y="61124"/>
                  <a:pt x="265415" y="59469"/>
                </a:cubicBezTo>
                <a:cubicBezTo>
                  <a:pt x="258457" y="57814"/>
                  <a:pt x="251407" y="57266"/>
                  <a:pt x="244810" y="50849"/>
                </a:cubicBezTo>
                <a:cubicBezTo>
                  <a:pt x="238213" y="44431"/>
                  <a:pt x="232300" y="29317"/>
                  <a:pt x="225833" y="20963"/>
                </a:cubicBezTo>
                <a:cubicBezTo>
                  <a:pt x="219365" y="12609"/>
                  <a:pt x="213097" y="1454"/>
                  <a:pt x="206005" y="727"/>
                </a:cubicBezTo>
                <a:cubicBezTo>
                  <a:pt x="198912" y="0"/>
                  <a:pt x="190961" y="10022"/>
                  <a:pt x="183276" y="16600"/>
                </a:cubicBezTo>
                <a:cubicBezTo>
                  <a:pt x="175592" y="23178"/>
                  <a:pt x="167396" y="36187"/>
                  <a:pt x="159897" y="40195"/>
                </a:cubicBezTo>
                <a:cubicBezTo>
                  <a:pt x="152398" y="44202"/>
                  <a:pt x="145407" y="41633"/>
                  <a:pt x="138283" y="40645"/>
                </a:cubicBezTo>
                <a:cubicBezTo>
                  <a:pt x="131159" y="39658"/>
                  <a:pt x="124363" y="34449"/>
                  <a:pt x="117153" y="34272"/>
                </a:cubicBezTo>
                <a:cubicBezTo>
                  <a:pt x="109944" y="34095"/>
                  <a:pt x="102401" y="37997"/>
                  <a:pt x="95027" y="39583"/>
                </a:cubicBezTo>
                <a:cubicBezTo>
                  <a:pt x="87653" y="41170"/>
                  <a:pt x="80236" y="42965"/>
                  <a:pt x="72909" y="43793"/>
                </a:cubicBezTo>
                <a:cubicBezTo>
                  <a:pt x="65583" y="44621"/>
                  <a:pt x="58505" y="41478"/>
                  <a:pt x="51071" y="44551"/>
                </a:cubicBezTo>
                <a:cubicBezTo>
                  <a:pt x="43637" y="47624"/>
                  <a:pt x="36146" y="52874"/>
                  <a:pt x="28308" y="62232"/>
                </a:cubicBezTo>
                <a:cubicBezTo>
                  <a:pt x="20470" y="71590"/>
                  <a:pt x="8088" y="94286"/>
                  <a:pt x="4044" y="100697"/>
                </a:cubicBezTo>
                <a:cubicBezTo>
                  <a:pt x="0" y="107108"/>
                  <a:pt x="891" y="96303"/>
                  <a:pt x="4044" y="100697"/>
                </a:cubicBezTo>
                <a:cubicBezTo>
                  <a:pt x="7197" y="105091"/>
                  <a:pt x="16496" y="120030"/>
                  <a:pt x="22962" y="127061"/>
                </a:cubicBezTo>
                <a:cubicBezTo>
                  <a:pt x="29428" y="134093"/>
                  <a:pt x="35910" y="139840"/>
                  <a:pt x="42842" y="142888"/>
                </a:cubicBezTo>
                <a:cubicBezTo>
                  <a:pt x="49773" y="145936"/>
                  <a:pt x="57185" y="146104"/>
                  <a:pt x="64551" y="145349"/>
                </a:cubicBezTo>
                <a:cubicBezTo>
                  <a:pt x="71917" y="144594"/>
                  <a:pt x="79656" y="139523"/>
                  <a:pt x="87039" y="138356"/>
                </a:cubicBezTo>
                <a:cubicBezTo>
                  <a:pt x="94421" y="137189"/>
                  <a:pt x="101826" y="135417"/>
                  <a:pt x="108846" y="138348"/>
                </a:cubicBezTo>
                <a:cubicBezTo>
                  <a:pt x="115867" y="141279"/>
                  <a:pt x="122527" y="148508"/>
                  <a:pt x="129162" y="155940"/>
                </a:cubicBezTo>
                <a:cubicBezTo>
                  <a:pt x="135797" y="163372"/>
                  <a:pt x="142090" y="174997"/>
                  <a:pt x="148656" y="182939"/>
                </a:cubicBezTo>
                <a:cubicBezTo>
                  <a:pt x="155223" y="190882"/>
                  <a:pt x="161803" y="198486"/>
                  <a:pt x="168559" y="203595"/>
                </a:cubicBezTo>
                <a:cubicBezTo>
                  <a:pt x="175314" y="208704"/>
                  <a:pt x="182282" y="210903"/>
                  <a:pt x="189190" y="213594"/>
                </a:cubicBezTo>
                <a:cubicBezTo>
                  <a:pt x="196099" y="216285"/>
                  <a:pt x="203055" y="218106"/>
                  <a:pt x="210009" y="219740"/>
                </a:cubicBezTo>
                <a:cubicBezTo>
                  <a:pt x="216963" y="221373"/>
                  <a:pt x="223804" y="224128"/>
                  <a:pt x="230914" y="223397"/>
                </a:cubicBezTo>
                <a:cubicBezTo>
                  <a:pt x="238024" y="222666"/>
                  <a:pt x="245204" y="220740"/>
                  <a:pt x="252668" y="215355"/>
                </a:cubicBezTo>
                <a:cubicBezTo>
                  <a:pt x="260133" y="209970"/>
                  <a:pt x="267964" y="199883"/>
                  <a:pt x="275701" y="191086"/>
                </a:cubicBezTo>
                <a:cubicBezTo>
                  <a:pt x="283438" y="182289"/>
                  <a:pt x="291474" y="169950"/>
                  <a:pt x="299090" y="162572"/>
                </a:cubicBezTo>
                <a:cubicBezTo>
                  <a:pt x="306705" y="155195"/>
                  <a:pt x="314183" y="149584"/>
                  <a:pt x="321392" y="146821"/>
                </a:cubicBezTo>
                <a:cubicBezTo>
                  <a:pt x="328601" y="144058"/>
                  <a:pt x="335391" y="146050"/>
                  <a:pt x="342344" y="145996"/>
                </a:cubicBezTo>
                <a:cubicBezTo>
                  <a:pt x="349297" y="145941"/>
                  <a:pt x="355899" y="148775"/>
                  <a:pt x="363112" y="146495"/>
                </a:cubicBezTo>
                <a:cubicBezTo>
                  <a:pt x="370324" y="144216"/>
                  <a:pt x="381869" y="134682"/>
                  <a:pt x="385620" y="132319"/>
                </a:cubicBezTo>
                <a:cubicBezTo>
                  <a:pt x="389372" y="129956"/>
                  <a:pt x="388473" y="139647"/>
                  <a:pt x="385620" y="132319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09"/>
                </a:srgbClr>
              </a:gs>
              <a:gs pos="18000">
                <a:srgbClr val="919191">
                  <a:alpha val="1693"/>
                </a:srgbClr>
              </a:gs>
              <a:gs pos="48000">
                <a:srgbClr val="919191">
                  <a:alpha val="2730"/>
                </a:srgbClr>
              </a:gs>
              <a:gs pos="78000">
                <a:srgbClr val="919191">
                  <a:alpha val="2047"/>
                </a:srgbClr>
              </a:gs>
              <a:gs pos="100000">
                <a:srgbClr val="919191">
                  <a:alpha val="122"/>
                </a:srgbClr>
              </a:gs>
            </a:gsLst>
            <a:lin ang="11084376" scaled="0"/>
          </a:gradFill>
          <a:ln w="0">
            <a:noFill/>
            <a:prstDash val="solid"/>
          </a:ln>
        </p:spPr>
      </p:sp>
      <p:sp>
        <p:nvSpPr>
          <p:cNvPr id="1187" name="PANEL_D-intermittent-gas-wisp-7-feather-1_142">
            <a:extLst>
              <a:ext uri="{FF2B5EF4-FFF2-40B4-BE49-F238E27FC236}">
                <a16:creationId xmlns:a16="http://schemas.microsoft.com/office/drawing/2014/main" id="{ADA128DD-1FF0-4A23-A7E8-EB29311AFB46}"/>
              </a:ext>
            </a:extLst>
          </p:cNvPr>
          <p:cNvSpPr>
            <a:spLocks/>
          </p:cNvSpPr>
          <p:nvPr/>
        </p:nvSpPr>
        <p:spPr>
          <a:xfrm>
            <a:off x="13827463" y="4131429"/>
            <a:ext cx="370700" cy="167694"/>
          </a:xfrm>
          <a:custGeom>
            <a:pathLst>
              <a:path w="389187" h="176057">
                <a:moveTo>
                  <a:pt x="385507" y="103664"/>
                </a:moveTo>
                <a:cubicBezTo>
                  <a:pt x="382529" y="97690"/>
                  <a:pt x="373902" y="76085"/>
                  <a:pt x="367637" y="67820"/>
                </a:cubicBezTo>
                <a:cubicBezTo>
                  <a:pt x="361372" y="59555"/>
                  <a:pt x="354732" y="56120"/>
                  <a:pt x="347917" y="54074"/>
                </a:cubicBezTo>
                <a:cubicBezTo>
                  <a:pt x="341102" y="52028"/>
                  <a:pt x="333757" y="55715"/>
                  <a:pt x="326748" y="55543"/>
                </a:cubicBezTo>
                <a:cubicBezTo>
                  <a:pt x="319739" y="55372"/>
                  <a:pt x="312781" y="54534"/>
                  <a:pt x="305862" y="53045"/>
                </a:cubicBezTo>
                <a:cubicBezTo>
                  <a:pt x="298944" y="51556"/>
                  <a:pt x="292213" y="47667"/>
                  <a:pt x="285236" y="46610"/>
                </a:cubicBezTo>
                <a:cubicBezTo>
                  <a:pt x="278260" y="45552"/>
                  <a:pt x="271009" y="47675"/>
                  <a:pt x="264003" y="46700"/>
                </a:cubicBezTo>
                <a:cubicBezTo>
                  <a:pt x="256997" y="45724"/>
                  <a:pt x="249918" y="45619"/>
                  <a:pt x="243202" y="40756"/>
                </a:cubicBezTo>
                <a:cubicBezTo>
                  <a:pt x="236487" y="35894"/>
                  <a:pt x="230311" y="24158"/>
                  <a:pt x="223712" y="17525"/>
                </a:cubicBezTo>
                <a:cubicBezTo>
                  <a:pt x="217114" y="10892"/>
                  <a:pt x="210681" y="1914"/>
                  <a:pt x="203610" y="957"/>
                </a:cubicBezTo>
                <a:cubicBezTo>
                  <a:pt x="196539" y="0"/>
                  <a:pt x="188810" y="7245"/>
                  <a:pt x="181287" y="11783"/>
                </a:cubicBezTo>
                <a:cubicBezTo>
                  <a:pt x="173764" y="16320"/>
                  <a:pt x="165851" y="25725"/>
                  <a:pt x="158474" y="28184"/>
                </a:cubicBezTo>
                <a:cubicBezTo>
                  <a:pt x="151096" y="30642"/>
                  <a:pt x="144117" y="27898"/>
                  <a:pt x="137020" y="26533"/>
                </a:cubicBezTo>
                <a:cubicBezTo>
                  <a:pt x="129923" y="25167"/>
                  <a:pt x="123077" y="20534"/>
                  <a:pt x="115893" y="19991"/>
                </a:cubicBezTo>
                <a:cubicBezTo>
                  <a:pt x="108709" y="19447"/>
                  <a:pt x="101254" y="22197"/>
                  <a:pt x="93916" y="23271"/>
                </a:cubicBezTo>
                <a:cubicBezTo>
                  <a:pt x="86579" y="24345"/>
                  <a:pt x="79187" y="25741"/>
                  <a:pt x="71867" y="26436"/>
                </a:cubicBezTo>
                <a:cubicBezTo>
                  <a:pt x="64546" y="27130"/>
                  <a:pt x="57384" y="24880"/>
                  <a:pt x="49992" y="27439"/>
                </a:cubicBezTo>
                <a:cubicBezTo>
                  <a:pt x="42601" y="29997"/>
                  <a:pt x="35195" y="34354"/>
                  <a:pt x="27518" y="41788"/>
                </a:cubicBezTo>
                <a:cubicBezTo>
                  <a:pt x="19841" y="49222"/>
                  <a:pt x="7862" y="67000"/>
                  <a:pt x="3931" y="72042"/>
                </a:cubicBezTo>
                <a:cubicBezTo>
                  <a:pt x="0" y="77084"/>
                  <a:pt x="695" y="68657"/>
                  <a:pt x="3931" y="72042"/>
                </a:cubicBezTo>
                <a:cubicBezTo>
                  <a:pt x="7167" y="75427"/>
                  <a:pt x="16741" y="87005"/>
                  <a:pt x="23348" y="92355"/>
                </a:cubicBezTo>
                <a:cubicBezTo>
                  <a:pt x="29955" y="97705"/>
                  <a:pt x="36574" y="101925"/>
                  <a:pt x="43574" y="104141"/>
                </a:cubicBezTo>
                <a:cubicBezTo>
                  <a:pt x="50573" y="106357"/>
                  <a:pt x="57995" y="106287"/>
                  <a:pt x="65347" y="105649"/>
                </a:cubicBezTo>
                <a:cubicBezTo>
                  <a:pt x="72699" y="105012"/>
                  <a:pt x="80341" y="101060"/>
                  <a:pt x="87685" y="100313"/>
                </a:cubicBezTo>
                <a:cubicBezTo>
                  <a:pt x="95030" y="99567"/>
                  <a:pt x="102377" y="98478"/>
                  <a:pt x="109414" y="101170"/>
                </a:cubicBezTo>
                <a:cubicBezTo>
                  <a:pt x="116450" y="103861"/>
                  <a:pt x="123190" y="110070"/>
                  <a:pt x="129905" y="116462"/>
                </a:cubicBezTo>
                <a:cubicBezTo>
                  <a:pt x="136621" y="122855"/>
                  <a:pt x="143055" y="132662"/>
                  <a:pt x="149706" y="139525"/>
                </a:cubicBezTo>
                <a:cubicBezTo>
                  <a:pt x="156356" y="146387"/>
                  <a:pt x="163009" y="153061"/>
                  <a:pt x="169808" y="157639"/>
                </a:cubicBezTo>
                <a:cubicBezTo>
                  <a:pt x="176606" y="162217"/>
                  <a:pt x="183568" y="164505"/>
                  <a:pt x="190495" y="166993"/>
                </a:cubicBezTo>
                <a:cubicBezTo>
                  <a:pt x="197422" y="169482"/>
                  <a:pt x="204392" y="171179"/>
                  <a:pt x="211370" y="172571"/>
                </a:cubicBezTo>
                <a:cubicBezTo>
                  <a:pt x="218348" y="173963"/>
                  <a:pt x="225248" y="176057"/>
                  <a:pt x="232363" y="175344"/>
                </a:cubicBezTo>
                <a:cubicBezTo>
                  <a:pt x="239478" y="174630"/>
                  <a:pt x="246660" y="172807"/>
                  <a:pt x="254061" y="168291"/>
                </a:cubicBezTo>
                <a:cubicBezTo>
                  <a:pt x="261462" y="163775"/>
                  <a:pt x="269157" y="155461"/>
                  <a:pt x="276769" y="148249"/>
                </a:cubicBezTo>
                <a:cubicBezTo>
                  <a:pt x="284382" y="141036"/>
                  <a:pt x="292230" y="131016"/>
                  <a:pt x="299735" y="125016"/>
                </a:cubicBezTo>
                <a:cubicBezTo>
                  <a:pt x="307239" y="119017"/>
                  <a:pt x="314631" y="114446"/>
                  <a:pt x="321796" y="112252"/>
                </a:cubicBezTo>
                <a:cubicBezTo>
                  <a:pt x="328961" y="110057"/>
                  <a:pt x="335786" y="111697"/>
                  <a:pt x="342725" y="111850"/>
                </a:cubicBezTo>
                <a:cubicBezTo>
                  <a:pt x="349664" y="112004"/>
                  <a:pt x="356301" y="114537"/>
                  <a:pt x="363432" y="113173"/>
                </a:cubicBezTo>
                <a:cubicBezTo>
                  <a:pt x="370562" y="111808"/>
                  <a:pt x="381828" y="105249"/>
                  <a:pt x="385507" y="103664"/>
                </a:cubicBezTo>
                <a:cubicBezTo>
                  <a:pt x="389187" y="102079"/>
                  <a:pt x="388486" y="109638"/>
                  <a:pt x="385507" y="103664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46"/>
                </a:srgbClr>
              </a:gs>
              <a:gs pos="18000">
                <a:srgbClr val="767676">
                  <a:alpha val="2258"/>
                </a:srgbClr>
              </a:gs>
              <a:gs pos="48000">
                <a:srgbClr val="767676">
                  <a:alpha val="3640"/>
                </a:srgbClr>
              </a:gs>
              <a:gs pos="78000">
                <a:srgbClr val="767676">
                  <a:alpha val="2730"/>
                </a:srgbClr>
              </a:gs>
              <a:gs pos="100000">
                <a:srgbClr val="767676">
                  <a:alpha val="163"/>
                </a:srgbClr>
              </a:gs>
            </a:gsLst>
            <a:lin ang="11084376" scaled="0"/>
          </a:gradFill>
          <a:ln w="0">
            <a:noFill/>
            <a:prstDash val="solid"/>
          </a:ln>
        </p:spPr>
      </p:sp>
      <p:sp>
        <p:nvSpPr>
          <p:cNvPr id="1188" name="PANEL_D-intermittent-gas-wisp-7-feather-2_143">
            <a:extLst>
              <a:ext uri="{FF2B5EF4-FFF2-40B4-BE49-F238E27FC236}">
                <a16:creationId xmlns:a16="http://schemas.microsoft.com/office/drawing/2014/main" id="{8E674778-D383-4CA9-9B22-7966CEBE3148}"/>
              </a:ext>
            </a:extLst>
          </p:cNvPr>
          <p:cNvSpPr>
            <a:spLocks/>
          </p:cNvSpPr>
          <p:nvPr/>
        </p:nvSpPr>
        <p:spPr>
          <a:xfrm>
            <a:off x="13827580" y="4161205"/>
            <a:ext cx="370508" cy="117745"/>
          </a:xfrm>
          <a:custGeom>
            <a:pathLst>
              <a:path w="388985" h="123617">
                <a:moveTo>
                  <a:pt x="385384" y="72404"/>
                </a:moveTo>
                <a:cubicBezTo>
                  <a:pt x="382269" y="67907"/>
                  <a:pt x="373133" y="51723"/>
                  <a:pt x="366692" y="45422"/>
                </a:cubicBezTo>
                <a:cubicBezTo>
                  <a:pt x="360250" y="39122"/>
                  <a:pt x="353573" y="36292"/>
                  <a:pt x="346735" y="34602"/>
                </a:cubicBezTo>
                <a:cubicBezTo>
                  <a:pt x="339897" y="32911"/>
                  <a:pt x="332674" y="35343"/>
                  <a:pt x="325664" y="35280"/>
                </a:cubicBezTo>
                <a:cubicBezTo>
                  <a:pt x="318655" y="35216"/>
                  <a:pt x="311659" y="34908"/>
                  <a:pt x="304681" y="34220"/>
                </a:cubicBezTo>
                <a:cubicBezTo>
                  <a:pt x="297703" y="33532"/>
                  <a:pt x="290833" y="31393"/>
                  <a:pt x="283797" y="31152"/>
                </a:cubicBezTo>
                <a:cubicBezTo>
                  <a:pt x="276760" y="30910"/>
                  <a:pt x="269521" y="33004"/>
                  <a:pt x="262463" y="32770"/>
                </a:cubicBezTo>
                <a:cubicBezTo>
                  <a:pt x="255405" y="32536"/>
                  <a:pt x="248292" y="32912"/>
                  <a:pt x="241448" y="29746"/>
                </a:cubicBezTo>
                <a:cubicBezTo>
                  <a:pt x="234605" y="26580"/>
                  <a:pt x="228141" y="18531"/>
                  <a:pt x="221399" y="13775"/>
                </a:cubicBezTo>
                <a:cubicBezTo>
                  <a:pt x="214658" y="9019"/>
                  <a:pt x="208045" y="2416"/>
                  <a:pt x="200998" y="1208"/>
                </a:cubicBezTo>
                <a:cubicBezTo>
                  <a:pt x="193951" y="0"/>
                  <a:pt x="186464" y="4216"/>
                  <a:pt x="179117" y="6528"/>
                </a:cubicBezTo>
                <a:cubicBezTo>
                  <a:pt x="171771" y="8840"/>
                  <a:pt x="164167" y="14313"/>
                  <a:pt x="156921" y="15081"/>
                </a:cubicBezTo>
                <a:cubicBezTo>
                  <a:pt x="149675" y="15849"/>
                  <a:pt x="142709" y="12915"/>
                  <a:pt x="135642" y="11137"/>
                </a:cubicBezTo>
                <a:cubicBezTo>
                  <a:pt x="128575" y="9359"/>
                  <a:pt x="121675" y="5355"/>
                  <a:pt x="114519" y="4411"/>
                </a:cubicBezTo>
                <a:cubicBezTo>
                  <a:pt x="107362" y="3467"/>
                  <a:pt x="100002" y="4961"/>
                  <a:pt x="92704" y="5476"/>
                </a:cubicBezTo>
                <a:cubicBezTo>
                  <a:pt x="85406" y="5991"/>
                  <a:pt x="78044" y="6952"/>
                  <a:pt x="70729" y="7501"/>
                </a:cubicBezTo>
                <a:cubicBezTo>
                  <a:pt x="63414" y="8050"/>
                  <a:pt x="56161" y="6773"/>
                  <a:pt x="48815" y="8770"/>
                </a:cubicBezTo>
                <a:cubicBezTo>
                  <a:pt x="41470" y="10768"/>
                  <a:pt x="34157" y="14150"/>
                  <a:pt x="26656" y="19485"/>
                </a:cubicBezTo>
                <a:cubicBezTo>
                  <a:pt x="19155" y="24820"/>
                  <a:pt x="7616" y="37232"/>
                  <a:pt x="3808" y="40782"/>
                </a:cubicBezTo>
                <a:cubicBezTo>
                  <a:pt x="0" y="44332"/>
                  <a:pt x="481" y="38497"/>
                  <a:pt x="3808" y="40782"/>
                </a:cubicBezTo>
                <a:cubicBezTo>
                  <a:pt x="7135" y="43067"/>
                  <a:pt x="17009" y="50978"/>
                  <a:pt x="23769" y="54493"/>
                </a:cubicBezTo>
                <a:cubicBezTo>
                  <a:pt x="30530" y="58008"/>
                  <a:pt x="37297" y="60564"/>
                  <a:pt x="44372" y="61872"/>
                </a:cubicBezTo>
                <a:cubicBezTo>
                  <a:pt x="51446" y="63180"/>
                  <a:pt x="58879" y="62851"/>
                  <a:pt x="66216" y="62341"/>
                </a:cubicBezTo>
                <a:cubicBezTo>
                  <a:pt x="73552" y="61831"/>
                  <a:pt x="81088" y="59101"/>
                  <a:pt x="88390" y="58813"/>
                </a:cubicBezTo>
                <a:cubicBezTo>
                  <a:pt x="95693" y="58525"/>
                  <a:pt x="102978" y="58181"/>
                  <a:pt x="110033" y="60612"/>
                </a:cubicBezTo>
                <a:cubicBezTo>
                  <a:pt x="117087" y="63042"/>
                  <a:pt x="123913" y="68138"/>
                  <a:pt x="130716" y="73396"/>
                </a:cubicBezTo>
                <a:cubicBezTo>
                  <a:pt x="137519" y="78655"/>
                  <a:pt x="144108" y="86478"/>
                  <a:pt x="150851" y="92163"/>
                </a:cubicBezTo>
                <a:cubicBezTo>
                  <a:pt x="157593" y="97848"/>
                  <a:pt x="164325" y="103506"/>
                  <a:pt x="171170" y="107505"/>
                </a:cubicBezTo>
                <a:cubicBezTo>
                  <a:pt x="178015" y="111504"/>
                  <a:pt x="184971" y="113888"/>
                  <a:pt x="191918" y="116156"/>
                </a:cubicBezTo>
                <a:cubicBezTo>
                  <a:pt x="198866" y="118424"/>
                  <a:pt x="205850" y="119987"/>
                  <a:pt x="212854" y="121115"/>
                </a:cubicBezTo>
                <a:cubicBezTo>
                  <a:pt x="219859" y="122242"/>
                  <a:pt x="226823" y="123617"/>
                  <a:pt x="233944" y="122922"/>
                </a:cubicBezTo>
                <a:cubicBezTo>
                  <a:pt x="241065" y="122228"/>
                  <a:pt x="248248" y="120516"/>
                  <a:pt x="255580" y="116948"/>
                </a:cubicBezTo>
                <a:cubicBezTo>
                  <a:pt x="262911" y="113381"/>
                  <a:pt x="270459" y="107001"/>
                  <a:pt x="277935" y="101517"/>
                </a:cubicBezTo>
                <a:cubicBezTo>
                  <a:pt x="285412" y="96033"/>
                  <a:pt x="293055" y="88543"/>
                  <a:pt x="300438" y="84046"/>
                </a:cubicBezTo>
                <a:cubicBezTo>
                  <a:pt x="307822" y="79550"/>
                  <a:pt x="315119" y="76114"/>
                  <a:pt x="322236" y="74539"/>
                </a:cubicBezTo>
                <a:cubicBezTo>
                  <a:pt x="329353" y="72965"/>
                  <a:pt x="336216" y="74220"/>
                  <a:pt x="343140" y="74600"/>
                </a:cubicBezTo>
                <a:cubicBezTo>
                  <a:pt x="350064" y="74981"/>
                  <a:pt x="356740" y="77187"/>
                  <a:pt x="363781" y="76821"/>
                </a:cubicBezTo>
                <a:cubicBezTo>
                  <a:pt x="370821" y="76454"/>
                  <a:pt x="381784" y="73140"/>
                  <a:pt x="385384" y="72404"/>
                </a:cubicBezTo>
                <a:cubicBezTo>
                  <a:pt x="388985" y="71668"/>
                  <a:pt x="388500" y="76901"/>
                  <a:pt x="385384" y="72404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87"/>
                </a:srgbClr>
              </a:gs>
              <a:gs pos="18000">
                <a:srgbClr val="767676">
                  <a:alpha val="2897"/>
                </a:srgbClr>
              </a:gs>
              <a:gs pos="48000">
                <a:srgbClr val="767676">
                  <a:alpha val="4672"/>
                </a:srgbClr>
              </a:gs>
              <a:gs pos="78000">
                <a:srgbClr val="767676">
                  <a:alpha val="3504"/>
                </a:srgbClr>
              </a:gs>
              <a:gs pos="100000">
                <a:srgbClr val="767676">
                  <a:alpha val="211"/>
                </a:srgbClr>
              </a:gs>
            </a:gsLst>
            <a:lin ang="11084376" scaled="0"/>
          </a:gradFill>
          <a:ln w="0">
            <a:noFill/>
            <a:prstDash val="solid"/>
          </a:ln>
        </p:spPr>
      </p:sp>
      <p:sp>
        <p:nvSpPr>
          <p:cNvPr id="1189" name="PANEL_D-intermittent-gas-core-8-feather-0_144">
            <a:extLst>
              <a:ext uri="{FF2B5EF4-FFF2-40B4-BE49-F238E27FC236}">
                <a16:creationId xmlns:a16="http://schemas.microsoft.com/office/drawing/2014/main" id="{AA360598-5E49-415C-8C76-C2B2663827DC}"/>
              </a:ext>
            </a:extLst>
          </p:cNvPr>
          <p:cNvSpPr>
            <a:spLocks/>
          </p:cNvSpPr>
          <p:nvPr/>
        </p:nvSpPr>
        <p:spPr>
          <a:xfrm>
            <a:off x="13293418" y="3725581"/>
            <a:ext cx="473277" cy="421527"/>
          </a:xfrm>
          <a:custGeom>
            <a:pathLst>
              <a:path w="496878" h="442548">
                <a:moveTo>
                  <a:pt x="491729" y="237905"/>
                </a:moveTo>
                <a:cubicBezTo>
                  <a:pt x="487652" y="230355"/>
                  <a:pt x="475504" y="207186"/>
                  <a:pt x="467266" y="192601"/>
                </a:cubicBezTo>
                <a:cubicBezTo>
                  <a:pt x="459029" y="178016"/>
                  <a:pt x="450648" y="164871"/>
                  <a:pt x="442305" y="150396"/>
                </a:cubicBezTo>
                <a:cubicBezTo>
                  <a:pt x="433963" y="135920"/>
                  <a:pt x="425467" y="123657"/>
                  <a:pt x="417211" y="105747"/>
                </a:cubicBezTo>
                <a:cubicBezTo>
                  <a:pt x="408954" y="87837"/>
                  <a:pt x="401135" y="60167"/>
                  <a:pt x="392765" y="42937"/>
                </a:cubicBezTo>
                <a:cubicBezTo>
                  <a:pt x="384396" y="25707"/>
                  <a:pt x="376100" y="4734"/>
                  <a:pt x="366992" y="2367"/>
                </a:cubicBezTo>
                <a:cubicBezTo>
                  <a:pt x="357885" y="0"/>
                  <a:pt x="347827" y="17193"/>
                  <a:pt x="338121" y="28736"/>
                </a:cubicBezTo>
                <a:cubicBezTo>
                  <a:pt x="328416" y="40278"/>
                  <a:pt x="318167" y="65973"/>
                  <a:pt x="308757" y="71621"/>
                </a:cubicBezTo>
                <a:cubicBezTo>
                  <a:pt x="299348" y="77269"/>
                  <a:pt x="290570" y="69078"/>
                  <a:pt x="281665" y="62625"/>
                </a:cubicBezTo>
                <a:cubicBezTo>
                  <a:pt x="272761" y="56172"/>
                  <a:pt x="264310" y="37410"/>
                  <a:pt x="255331" y="32905"/>
                </a:cubicBezTo>
                <a:cubicBezTo>
                  <a:pt x="246351" y="28399"/>
                  <a:pt x="236982" y="33965"/>
                  <a:pt x="227786" y="35592"/>
                </a:cubicBezTo>
                <a:cubicBezTo>
                  <a:pt x="218591" y="37219"/>
                  <a:pt x="209243" y="43867"/>
                  <a:pt x="200156" y="42667"/>
                </a:cubicBezTo>
                <a:cubicBezTo>
                  <a:pt x="191069" y="41467"/>
                  <a:pt x="182371" y="28454"/>
                  <a:pt x="173263" y="28391"/>
                </a:cubicBezTo>
                <a:cubicBezTo>
                  <a:pt x="164155" y="28328"/>
                  <a:pt x="154990" y="29413"/>
                  <a:pt x="145507" y="42288"/>
                </a:cubicBezTo>
                <a:cubicBezTo>
                  <a:pt x="136023" y="55164"/>
                  <a:pt x="125992" y="86602"/>
                  <a:pt x="116361" y="105642"/>
                </a:cubicBezTo>
                <a:cubicBezTo>
                  <a:pt x="106731" y="124683"/>
                  <a:pt x="97045" y="146968"/>
                  <a:pt x="87722" y="156530"/>
                </a:cubicBezTo>
                <a:cubicBezTo>
                  <a:pt x="78400" y="166091"/>
                  <a:pt x="69524" y="160767"/>
                  <a:pt x="60428" y="163010"/>
                </a:cubicBezTo>
                <a:cubicBezTo>
                  <a:pt x="51331" y="165253"/>
                  <a:pt x="42424" y="160716"/>
                  <a:pt x="33142" y="169987"/>
                </a:cubicBezTo>
                <a:cubicBezTo>
                  <a:pt x="23860" y="179259"/>
                  <a:pt x="9469" y="210530"/>
                  <a:pt x="4735" y="218639"/>
                </a:cubicBezTo>
                <a:cubicBezTo>
                  <a:pt x="0" y="226747"/>
                  <a:pt x="383" y="212894"/>
                  <a:pt x="4735" y="218639"/>
                </a:cubicBezTo>
                <a:cubicBezTo>
                  <a:pt x="9086" y="224383"/>
                  <a:pt x="22139" y="241868"/>
                  <a:pt x="30845" y="253106"/>
                </a:cubicBezTo>
                <a:cubicBezTo>
                  <a:pt x="39551" y="264344"/>
                  <a:pt x="48255" y="275605"/>
                  <a:pt x="56971" y="286067"/>
                </a:cubicBezTo>
                <a:cubicBezTo>
                  <a:pt x="65687" y="296529"/>
                  <a:pt x="74412" y="306451"/>
                  <a:pt x="83139" y="315878"/>
                </a:cubicBezTo>
                <a:cubicBezTo>
                  <a:pt x="91866" y="325304"/>
                  <a:pt x="100662" y="332175"/>
                  <a:pt x="109335" y="342628"/>
                </a:cubicBezTo>
                <a:cubicBezTo>
                  <a:pt x="118009" y="353081"/>
                  <a:pt x="126620" y="365474"/>
                  <a:pt x="135179" y="378594"/>
                </a:cubicBezTo>
                <a:cubicBezTo>
                  <a:pt x="143738" y="391713"/>
                  <a:pt x="152084" y="410939"/>
                  <a:pt x="160692" y="421346"/>
                </a:cubicBezTo>
                <a:cubicBezTo>
                  <a:pt x="169300" y="431753"/>
                  <a:pt x="177847" y="442548"/>
                  <a:pt x="186827" y="441033"/>
                </a:cubicBezTo>
                <a:cubicBezTo>
                  <a:pt x="195808" y="439518"/>
                  <a:pt x="205118" y="427193"/>
                  <a:pt x="214574" y="412257"/>
                </a:cubicBezTo>
                <a:cubicBezTo>
                  <a:pt x="224031" y="397320"/>
                  <a:pt x="233957" y="369376"/>
                  <a:pt x="243568" y="351415"/>
                </a:cubicBezTo>
                <a:cubicBezTo>
                  <a:pt x="253179" y="333455"/>
                  <a:pt x="262925" y="313476"/>
                  <a:pt x="272240" y="304491"/>
                </a:cubicBezTo>
                <a:cubicBezTo>
                  <a:pt x="281556" y="295507"/>
                  <a:pt x="290559" y="295841"/>
                  <a:pt x="299463" y="297509"/>
                </a:cubicBezTo>
                <a:cubicBezTo>
                  <a:pt x="308367" y="299177"/>
                  <a:pt x="316916" y="309497"/>
                  <a:pt x="325664" y="314502"/>
                </a:cubicBezTo>
                <a:cubicBezTo>
                  <a:pt x="334412" y="319507"/>
                  <a:pt x="343123" y="324815"/>
                  <a:pt x="351953" y="327539"/>
                </a:cubicBezTo>
                <a:cubicBezTo>
                  <a:pt x="360783" y="330262"/>
                  <a:pt x="369744" y="329935"/>
                  <a:pt x="378645" y="330842"/>
                </a:cubicBezTo>
                <a:cubicBezTo>
                  <a:pt x="387547" y="331750"/>
                  <a:pt x="396404" y="333286"/>
                  <a:pt x="405362" y="332983"/>
                </a:cubicBezTo>
                <a:cubicBezTo>
                  <a:pt x="414320" y="332680"/>
                  <a:pt x="423147" y="334257"/>
                  <a:pt x="432392" y="329023"/>
                </a:cubicBezTo>
                <a:cubicBezTo>
                  <a:pt x="441638" y="323789"/>
                  <a:pt x="450945" y="316766"/>
                  <a:pt x="460835" y="301580"/>
                </a:cubicBezTo>
                <a:cubicBezTo>
                  <a:pt x="470724" y="286393"/>
                  <a:pt x="486580" y="248518"/>
                  <a:pt x="491729" y="237905"/>
                </a:cubicBezTo>
                <a:cubicBezTo>
                  <a:pt x="496878" y="227293"/>
                  <a:pt x="495806" y="245456"/>
                  <a:pt x="491729" y="237905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89"/>
                </a:srgbClr>
              </a:gs>
              <a:gs pos="18000">
                <a:srgbClr val="919191">
                  <a:alpha val="2916"/>
                </a:srgbClr>
              </a:gs>
              <a:gs pos="48000">
                <a:srgbClr val="919191">
                  <a:alpha val="4702"/>
                </a:srgbClr>
              </a:gs>
              <a:gs pos="78000">
                <a:srgbClr val="919191">
                  <a:alpha val="3528"/>
                </a:srgbClr>
              </a:gs>
              <a:gs pos="100000">
                <a:srgbClr val="919191">
                  <a:alpha val="211"/>
                </a:srgbClr>
              </a:gs>
            </a:gsLst>
            <a:lin ang="10935921" scaled="0"/>
          </a:gradFill>
          <a:ln w="0">
            <a:noFill/>
            <a:prstDash val="solid"/>
          </a:ln>
        </p:spPr>
      </p:sp>
      <p:sp>
        <p:nvSpPr>
          <p:cNvPr id="1190" name="PANEL_D-intermittent-gas-core-8-feather-1_145">
            <a:extLst>
              <a:ext uri="{FF2B5EF4-FFF2-40B4-BE49-F238E27FC236}">
                <a16:creationId xmlns:a16="http://schemas.microsoft.com/office/drawing/2014/main" id="{48474F54-D536-4DC0-99EE-6BF82885956D}"/>
              </a:ext>
            </a:extLst>
          </p:cNvPr>
          <p:cNvSpPr>
            <a:spLocks/>
          </p:cNvSpPr>
          <p:nvPr/>
        </p:nvSpPr>
        <p:spPr>
          <a:xfrm>
            <a:off x="13293465" y="3768228"/>
            <a:ext cx="473112" cy="337228"/>
          </a:xfrm>
          <a:custGeom>
            <a:pathLst>
              <a:path w="496705" h="354045">
                <a:moveTo>
                  <a:pt x="491680" y="193132"/>
                </a:moveTo>
                <a:cubicBezTo>
                  <a:pt x="487490" y="187485"/>
                  <a:pt x="474967" y="170463"/>
                  <a:pt x="466542" y="159253"/>
                </a:cubicBezTo>
                <a:cubicBezTo>
                  <a:pt x="458118" y="148044"/>
                  <a:pt x="449607" y="137558"/>
                  <a:pt x="441132" y="125874"/>
                </a:cubicBezTo>
                <a:cubicBezTo>
                  <a:pt x="432657" y="114189"/>
                  <a:pt x="424081" y="103907"/>
                  <a:pt x="415692" y="89147"/>
                </a:cubicBezTo>
                <a:cubicBezTo>
                  <a:pt x="407303" y="74387"/>
                  <a:pt x="399268" y="51721"/>
                  <a:pt x="390796" y="37314"/>
                </a:cubicBezTo>
                <a:cubicBezTo>
                  <a:pt x="382323" y="22907"/>
                  <a:pt x="373913" y="5409"/>
                  <a:pt x="364856" y="2704"/>
                </a:cubicBezTo>
                <a:cubicBezTo>
                  <a:pt x="355799" y="0"/>
                  <a:pt x="345997" y="12566"/>
                  <a:pt x="336453" y="21088"/>
                </a:cubicBezTo>
                <a:cubicBezTo>
                  <a:pt x="326910" y="29610"/>
                  <a:pt x="316932" y="49373"/>
                  <a:pt x="307597" y="53835"/>
                </a:cubicBezTo>
                <a:cubicBezTo>
                  <a:pt x="298263" y="58297"/>
                  <a:pt x="289406" y="52298"/>
                  <a:pt x="280446" y="47860"/>
                </a:cubicBezTo>
                <a:cubicBezTo>
                  <a:pt x="271486" y="43421"/>
                  <a:pt x="262867" y="29747"/>
                  <a:pt x="253838" y="27204"/>
                </a:cubicBezTo>
                <a:cubicBezTo>
                  <a:pt x="244809" y="24661"/>
                  <a:pt x="235468" y="30259"/>
                  <a:pt x="226271" y="32602"/>
                </a:cubicBezTo>
                <a:cubicBezTo>
                  <a:pt x="217074" y="34945"/>
                  <a:pt x="207758" y="41322"/>
                  <a:pt x="198655" y="41262"/>
                </a:cubicBezTo>
                <a:cubicBezTo>
                  <a:pt x="189553" y="41202"/>
                  <a:pt x="180760" y="31844"/>
                  <a:pt x="171658" y="32240"/>
                </a:cubicBezTo>
                <a:cubicBezTo>
                  <a:pt x="162555" y="32636"/>
                  <a:pt x="153419" y="33673"/>
                  <a:pt x="144041" y="43639"/>
                </a:cubicBezTo>
                <a:cubicBezTo>
                  <a:pt x="134662" y="53605"/>
                  <a:pt x="124868" y="77708"/>
                  <a:pt x="115388" y="92036"/>
                </a:cubicBezTo>
                <a:cubicBezTo>
                  <a:pt x="105908" y="106365"/>
                  <a:pt x="96393" y="122904"/>
                  <a:pt x="87159" y="129610"/>
                </a:cubicBezTo>
                <a:cubicBezTo>
                  <a:pt x="77925" y="136316"/>
                  <a:pt x="69044" y="131213"/>
                  <a:pt x="59984" y="132274"/>
                </a:cubicBezTo>
                <a:cubicBezTo>
                  <a:pt x="50923" y="133336"/>
                  <a:pt x="42012" y="129047"/>
                  <a:pt x="32795" y="135979"/>
                </a:cubicBezTo>
                <a:cubicBezTo>
                  <a:pt x="23579" y="142910"/>
                  <a:pt x="9370" y="167551"/>
                  <a:pt x="4685" y="173865"/>
                </a:cubicBezTo>
                <a:cubicBezTo>
                  <a:pt x="0" y="180180"/>
                  <a:pt x="299" y="169374"/>
                  <a:pt x="4685" y="173865"/>
                </a:cubicBezTo>
                <a:cubicBezTo>
                  <a:pt x="9071" y="178356"/>
                  <a:pt x="22237" y="191745"/>
                  <a:pt x="31004" y="200811"/>
                </a:cubicBezTo>
                <a:cubicBezTo>
                  <a:pt x="39771" y="209877"/>
                  <a:pt x="48524" y="219410"/>
                  <a:pt x="57287" y="228259"/>
                </a:cubicBezTo>
                <a:cubicBezTo>
                  <a:pt x="66051" y="237107"/>
                  <a:pt x="74814" y="245797"/>
                  <a:pt x="83584" y="253901"/>
                </a:cubicBezTo>
                <a:cubicBezTo>
                  <a:pt x="92354" y="262006"/>
                  <a:pt x="101174" y="268209"/>
                  <a:pt x="109907" y="276885"/>
                </a:cubicBezTo>
                <a:cubicBezTo>
                  <a:pt x="118641" y="285561"/>
                  <a:pt x="127328" y="295647"/>
                  <a:pt x="135985" y="305957"/>
                </a:cubicBezTo>
                <a:cubicBezTo>
                  <a:pt x="144643" y="316267"/>
                  <a:pt x="153140" y="331073"/>
                  <a:pt x="161853" y="338745"/>
                </a:cubicBezTo>
                <a:cubicBezTo>
                  <a:pt x="170565" y="346417"/>
                  <a:pt x="179240" y="354045"/>
                  <a:pt x="188259" y="351988"/>
                </a:cubicBezTo>
                <a:cubicBezTo>
                  <a:pt x="197278" y="349930"/>
                  <a:pt x="206565" y="339125"/>
                  <a:pt x="215966" y="326400"/>
                </a:cubicBezTo>
                <a:cubicBezTo>
                  <a:pt x="225367" y="313676"/>
                  <a:pt x="235142" y="290623"/>
                  <a:pt x="244663" y="275642"/>
                </a:cubicBezTo>
                <a:cubicBezTo>
                  <a:pt x="254185" y="260662"/>
                  <a:pt x="263814" y="244118"/>
                  <a:pt x="273095" y="236516"/>
                </a:cubicBezTo>
                <a:cubicBezTo>
                  <a:pt x="282376" y="228913"/>
                  <a:pt x="291408" y="228783"/>
                  <a:pt x="300348" y="230028"/>
                </a:cubicBezTo>
                <a:cubicBezTo>
                  <a:pt x="309288" y="231273"/>
                  <a:pt x="317940" y="239601"/>
                  <a:pt x="326737" y="243986"/>
                </a:cubicBezTo>
                <a:cubicBezTo>
                  <a:pt x="335533" y="248371"/>
                  <a:pt x="344285" y="253356"/>
                  <a:pt x="353126" y="256338"/>
                </a:cubicBezTo>
                <a:cubicBezTo>
                  <a:pt x="361967" y="259321"/>
                  <a:pt x="370895" y="260204"/>
                  <a:pt x="379782" y="261880"/>
                </a:cubicBezTo>
                <a:cubicBezTo>
                  <a:pt x="388669" y="263555"/>
                  <a:pt x="397514" y="265837"/>
                  <a:pt x="406450" y="266391"/>
                </a:cubicBezTo>
                <a:cubicBezTo>
                  <a:pt x="415386" y="266945"/>
                  <a:pt x="424220" y="268892"/>
                  <a:pt x="433400" y="265203"/>
                </a:cubicBezTo>
                <a:cubicBezTo>
                  <a:pt x="442579" y="261514"/>
                  <a:pt x="451812" y="256268"/>
                  <a:pt x="461526" y="244257"/>
                </a:cubicBezTo>
                <a:cubicBezTo>
                  <a:pt x="471239" y="232245"/>
                  <a:pt x="486654" y="201653"/>
                  <a:pt x="491680" y="193132"/>
                </a:cubicBezTo>
                <a:cubicBezTo>
                  <a:pt x="496705" y="184611"/>
                  <a:pt x="495869" y="198778"/>
                  <a:pt x="491680" y="193132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52"/>
                </a:srgbClr>
              </a:gs>
              <a:gs pos="18000">
                <a:srgbClr val="767676">
                  <a:alpha val="3888"/>
                </a:srgbClr>
              </a:gs>
              <a:gs pos="48000">
                <a:srgbClr val="767676">
                  <a:alpha val="6270"/>
                </a:srgbClr>
              </a:gs>
              <a:gs pos="78000">
                <a:srgbClr val="767676">
                  <a:alpha val="4702"/>
                </a:srgbClr>
              </a:gs>
              <a:gs pos="100000">
                <a:srgbClr val="767676">
                  <a:alpha val="282"/>
                </a:srgbClr>
              </a:gs>
            </a:gsLst>
            <a:lin ang="10935921" scaled="0"/>
          </a:gradFill>
          <a:ln w="0">
            <a:noFill/>
            <a:prstDash val="solid"/>
          </a:ln>
        </p:spPr>
      </p:sp>
      <p:sp>
        <p:nvSpPr>
          <p:cNvPr id="1191" name="PANEL_D-intermittent-gas-core-8-feather-2_146">
            <a:extLst>
              <a:ext uri="{FF2B5EF4-FFF2-40B4-BE49-F238E27FC236}">
                <a16:creationId xmlns:a16="http://schemas.microsoft.com/office/drawing/2014/main" id="{C8AA4A3B-08C1-4FFA-A49C-CCA6ECA2BC90}"/>
              </a:ext>
            </a:extLst>
          </p:cNvPr>
          <p:cNvSpPr>
            <a:spLocks/>
          </p:cNvSpPr>
          <p:nvPr/>
        </p:nvSpPr>
        <p:spPr>
          <a:xfrm>
            <a:off x="13293517" y="3814751"/>
            <a:ext cx="472932" cy="245265"/>
          </a:xfrm>
          <a:custGeom>
            <a:pathLst>
              <a:path w="496516" h="257496">
                <a:moveTo>
                  <a:pt x="491625" y="144288"/>
                </a:moveTo>
                <a:cubicBezTo>
                  <a:pt x="487313" y="140719"/>
                  <a:pt x="474382" y="130401"/>
                  <a:pt x="465753" y="122874"/>
                </a:cubicBezTo>
                <a:cubicBezTo>
                  <a:pt x="457124" y="115346"/>
                  <a:pt x="448471" y="107761"/>
                  <a:pt x="439852" y="99122"/>
                </a:cubicBezTo>
                <a:cubicBezTo>
                  <a:pt x="431232" y="90483"/>
                  <a:pt x="422569" y="82362"/>
                  <a:pt x="414035" y="71038"/>
                </a:cubicBezTo>
                <a:cubicBezTo>
                  <a:pt x="405501" y="59714"/>
                  <a:pt x="397232" y="42507"/>
                  <a:pt x="388647" y="31179"/>
                </a:cubicBezTo>
                <a:cubicBezTo>
                  <a:pt x="380062" y="19851"/>
                  <a:pt x="371528" y="6145"/>
                  <a:pt x="362526" y="3072"/>
                </a:cubicBezTo>
                <a:cubicBezTo>
                  <a:pt x="353524" y="0"/>
                  <a:pt x="343999" y="7518"/>
                  <a:pt x="334634" y="12745"/>
                </a:cubicBezTo>
                <a:cubicBezTo>
                  <a:pt x="325268" y="17972"/>
                  <a:pt x="315585" y="31265"/>
                  <a:pt x="306332" y="34432"/>
                </a:cubicBezTo>
                <a:cubicBezTo>
                  <a:pt x="297079" y="37600"/>
                  <a:pt x="288137" y="33994"/>
                  <a:pt x="279117" y="31752"/>
                </a:cubicBezTo>
                <a:cubicBezTo>
                  <a:pt x="270096" y="29511"/>
                  <a:pt x="261293" y="21387"/>
                  <a:pt x="252210" y="20985"/>
                </a:cubicBezTo>
                <a:cubicBezTo>
                  <a:pt x="243127" y="20583"/>
                  <a:pt x="233817" y="26216"/>
                  <a:pt x="224618" y="29340"/>
                </a:cubicBezTo>
                <a:cubicBezTo>
                  <a:pt x="215420" y="32464"/>
                  <a:pt x="206137" y="38546"/>
                  <a:pt x="197018" y="39729"/>
                </a:cubicBezTo>
                <a:cubicBezTo>
                  <a:pt x="187900" y="40912"/>
                  <a:pt x="179003" y="35542"/>
                  <a:pt x="169907" y="36439"/>
                </a:cubicBezTo>
                <a:cubicBezTo>
                  <a:pt x="160811" y="37336"/>
                  <a:pt x="151705" y="38321"/>
                  <a:pt x="142441" y="45113"/>
                </a:cubicBezTo>
                <a:cubicBezTo>
                  <a:pt x="133178" y="51905"/>
                  <a:pt x="123642" y="68004"/>
                  <a:pt x="114326" y="77193"/>
                </a:cubicBezTo>
                <a:cubicBezTo>
                  <a:pt x="105010" y="86381"/>
                  <a:pt x="95683" y="96651"/>
                  <a:pt x="86545" y="100243"/>
                </a:cubicBezTo>
                <a:cubicBezTo>
                  <a:pt x="77407" y="103835"/>
                  <a:pt x="68521" y="98972"/>
                  <a:pt x="59499" y="98744"/>
                </a:cubicBezTo>
                <a:cubicBezTo>
                  <a:pt x="50478" y="98517"/>
                  <a:pt x="41561" y="94499"/>
                  <a:pt x="32416" y="98878"/>
                </a:cubicBezTo>
                <a:cubicBezTo>
                  <a:pt x="23272" y="103258"/>
                  <a:pt x="9262" y="120664"/>
                  <a:pt x="4631" y="125021"/>
                </a:cubicBezTo>
                <a:cubicBezTo>
                  <a:pt x="0" y="129378"/>
                  <a:pt x="207" y="121898"/>
                  <a:pt x="4631" y="125021"/>
                </a:cubicBezTo>
                <a:cubicBezTo>
                  <a:pt x="9055" y="128145"/>
                  <a:pt x="22343" y="137067"/>
                  <a:pt x="31176" y="143762"/>
                </a:cubicBezTo>
                <a:cubicBezTo>
                  <a:pt x="40010" y="150458"/>
                  <a:pt x="48817" y="158107"/>
                  <a:pt x="57633" y="165195"/>
                </a:cubicBezTo>
                <a:cubicBezTo>
                  <a:pt x="66448" y="172283"/>
                  <a:pt x="75254" y="179629"/>
                  <a:pt x="84070" y="186291"/>
                </a:cubicBezTo>
                <a:cubicBezTo>
                  <a:pt x="92886" y="192953"/>
                  <a:pt x="101733" y="198427"/>
                  <a:pt x="110532" y="205165"/>
                </a:cubicBezTo>
                <a:cubicBezTo>
                  <a:pt x="119331" y="211903"/>
                  <a:pt x="128100" y="219473"/>
                  <a:pt x="136864" y="226718"/>
                </a:cubicBezTo>
                <a:cubicBezTo>
                  <a:pt x="145629" y="233963"/>
                  <a:pt x="154293" y="243947"/>
                  <a:pt x="163119" y="248635"/>
                </a:cubicBezTo>
                <a:cubicBezTo>
                  <a:pt x="171945" y="253323"/>
                  <a:pt x="180760" y="257496"/>
                  <a:pt x="189821" y="254847"/>
                </a:cubicBezTo>
                <a:cubicBezTo>
                  <a:pt x="198882" y="252198"/>
                  <a:pt x="208144" y="243050"/>
                  <a:pt x="217484" y="232739"/>
                </a:cubicBezTo>
                <a:cubicBezTo>
                  <a:pt x="226823" y="222428"/>
                  <a:pt x="236434" y="204711"/>
                  <a:pt x="245858" y="192981"/>
                </a:cubicBezTo>
                <a:cubicBezTo>
                  <a:pt x="255282" y="181251"/>
                  <a:pt x="264785" y="168455"/>
                  <a:pt x="274027" y="162360"/>
                </a:cubicBezTo>
                <a:cubicBezTo>
                  <a:pt x="283270" y="156265"/>
                  <a:pt x="292333" y="155629"/>
                  <a:pt x="301313" y="156412"/>
                </a:cubicBezTo>
                <a:cubicBezTo>
                  <a:pt x="310293" y="157195"/>
                  <a:pt x="319058" y="163350"/>
                  <a:pt x="327907" y="167059"/>
                </a:cubicBezTo>
                <a:cubicBezTo>
                  <a:pt x="336755" y="170768"/>
                  <a:pt x="345552" y="175400"/>
                  <a:pt x="354405" y="178665"/>
                </a:cubicBezTo>
                <a:cubicBezTo>
                  <a:pt x="363258" y="181930"/>
                  <a:pt x="372150" y="184134"/>
                  <a:pt x="381022" y="186648"/>
                </a:cubicBezTo>
                <a:cubicBezTo>
                  <a:pt x="389894" y="189161"/>
                  <a:pt x="398724" y="192256"/>
                  <a:pt x="407637" y="193745"/>
                </a:cubicBezTo>
                <a:cubicBezTo>
                  <a:pt x="416550" y="195234"/>
                  <a:pt x="425392" y="197585"/>
                  <a:pt x="434499" y="195581"/>
                </a:cubicBezTo>
                <a:cubicBezTo>
                  <a:pt x="443606" y="193577"/>
                  <a:pt x="452758" y="190271"/>
                  <a:pt x="462280" y="181722"/>
                </a:cubicBezTo>
                <a:cubicBezTo>
                  <a:pt x="471801" y="173173"/>
                  <a:pt x="486735" y="150527"/>
                  <a:pt x="491625" y="144288"/>
                </a:cubicBezTo>
                <a:cubicBezTo>
                  <a:pt x="496516" y="138049"/>
                  <a:pt x="495938" y="147857"/>
                  <a:pt x="491625" y="144288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21"/>
                </a:srgbClr>
              </a:gs>
              <a:gs pos="18000">
                <a:srgbClr val="767676">
                  <a:alpha val="4990"/>
                </a:srgbClr>
              </a:gs>
              <a:gs pos="48000">
                <a:srgbClr val="767676">
                  <a:alpha val="8046"/>
                </a:srgbClr>
              </a:gs>
              <a:gs pos="78000">
                <a:srgbClr val="767676">
                  <a:alpha val="6035"/>
                </a:srgbClr>
              </a:gs>
              <a:gs pos="100000">
                <a:srgbClr val="767676">
                  <a:alpha val="362"/>
                </a:srgbClr>
              </a:gs>
            </a:gsLst>
            <a:lin ang="10935921" scaled="0"/>
          </a:gradFill>
          <a:ln w="0">
            <a:noFill/>
            <a:prstDash val="solid"/>
          </a:ln>
        </p:spPr>
      </p:sp>
      <p:sp>
        <p:nvSpPr>
          <p:cNvPr id="1192" name="PANEL_D-intermittent-gas-core-8-feather-3_147">
            <a:extLst>
              <a:ext uri="{FF2B5EF4-FFF2-40B4-BE49-F238E27FC236}">
                <a16:creationId xmlns:a16="http://schemas.microsoft.com/office/drawing/2014/main" id="{A2411BDE-32EE-4818-9874-9C4CA6079E5F}"/>
              </a:ext>
            </a:extLst>
          </p:cNvPr>
          <p:cNvSpPr>
            <a:spLocks/>
          </p:cNvSpPr>
          <p:nvPr/>
        </p:nvSpPr>
        <p:spPr>
          <a:xfrm>
            <a:off x="13293568" y="3861275"/>
            <a:ext cx="472752" cy="153302"/>
          </a:xfrm>
          <a:custGeom>
            <a:pathLst>
              <a:path w="496328" h="160947">
                <a:moveTo>
                  <a:pt x="491571" y="95444"/>
                </a:moveTo>
                <a:cubicBezTo>
                  <a:pt x="487137" y="93952"/>
                  <a:pt x="473796" y="90340"/>
                  <a:pt x="464963" y="86494"/>
                </a:cubicBezTo>
                <a:cubicBezTo>
                  <a:pt x="456130" y="82649"/>
                  <a:pt x="447336" y="77965"/>
                  <a:pt x="438572" y="72371"/>
                </a:cubicBezTo>
                <a:cubicBezTo>
                  <a:pt x="429808" y="66776"/>
                  <a:pt x="421058" y="60816"/>
                  <a:pt x="412379" y="52929"/>
                </a:cubicBezTo>
                <a:cubicBezTo>
                  <a:pt x="403700" y="45041"/>
                  <a:pt x="395195" y="33292"/>
                  <a:pt x="386498" y="25044"/>
                </a:cubicBezTo>
                <a:cubicBezTo>
                  <a:pt x="377801" y="16796"/>
                  <a:pt x="369143" y="6881"/>
                  <a:pt x="360196" y="3440"/>
                </a:cubicBezTo>
                <a:cubicBezTo>
                  <a:pt x="351249" y="0"/>
                  <a:pt x="342002" y="2470"/>
                  <a:pt x="332814" y="4402"/>
                </a:cubicBezTo>
                <a:cubicBezTo>
                  <a:pt x="323626" y="6333"/>
                  <a:pt x="314238" y="13156"/>
                  <a:pt x="305066" y="15030"/>
                </a:cubicBezTo>
                <a:cubicBezTo>
                  <a:pt x="295895" y="16903"/>
                  <a:pt x="286868" y="15689"/>
                  <a:pt x="277787" y="15645"/>
                </a:cubicBezTo>
                <a:cubicBezTo>
                  <a:pt x="268706" y="15601"/>
                  <a:pt x="259719" y="13027"/>
                  <a:pt x="250582" y="14766"/>
                </a:cubicBezTo>
                <a:cubicBezTo>
                  <a:pt x="241445" y="16505"/>
                  <a:pt x="232165" y="22173"/>
                  <a:pt x="222965" y="26078"/>
                </a:cubicBezTo>
                <a:cubicBezTo>
                  <a:pt x="213765" y="29983"/>
                  <a:pt x="204516" y="35770"/>
                  <a:pt x="195381" y="38196"/>
                </a:cubicBezTo>
                <a:cubicBezTo>
                  <a:pt x="186246" y="40623"/>
                  <a:pt x="177246" y="39240"/>
                  <a:pt x="168156" y="40638"/>
                </a:cubicBezTo>
                <a:cubicBezTo>
                  <a:pt x="159066" y="42036"/>
                  <a:pt x="149991" y="42968"/>
                  <a:pt x="140842" y="46587"/>
                </a:cubicBezTo>
                <a:cubicBezTo>
                  <a:pt x="131693" y="50205"/>
                  <a:pt x="122415" y="58301"/>
                  <a:pt x="113264" y="62349"/>
                </a:cubicBezTo>
                <a:cubicBezTo>
                  <a:pt x="104112" y="66398"/>
                  <a:pt x="94972" y="70399"/>
                  <a:pt x="85931" y="70876"/>
                </a:cubicBezTo>
                <a:cubicBezTo>
                  <a:pt x="76889" y="71354"/>
                  <a:pt x="67997" y="66730"/>
                  <a:pt x="59015" y="65214"/>
                </a:cubicBezTo>
                <a:cubicBezTo>
                  <a:pt x="50033" y="63698"/>
                  <a:pt x="41111" y="59951"/>
                  <a:pt x="32038" y="61778"/>
                </a:cubicBezTo>
                <a:cubicBezTo>
                  <a:pt x="22965" y="63605"/>
                  <a:pt x="9154" y="73777"/>
                  <a:pt x="4577" y="76177"/>
                </a:cubicBezTo>
                <a:cubicBezTo>
                  <a:pt x="0" y="78577"/>
                  <a:pt x="115" y="74421"/>
                  <a:pt x="4577" y="76177"/>
                </a:cubicBezTo>
                <a:cubicBezTo>
                  <a:pt x="9039" y="77933"/>
                  <a:pt x="22449" y="82388"/>
                  <a:pt x="31349" y="86714"/>
                </a:cubicBezTo>
                <a:cubicBezTo>
                  <a:pt x="40249" y="91039"/>
                  <a:pt x="49110" y="96803"/>
                  <a:pt x="57978" y="102131"/>
                </a:cubicBezTo>
                <a:cubicBezTo>
                  <a:pt x="66846" y="107459"/>
                  <a:pt x="75693" y="113462"/>
                  <a:pt x="84556" y="118681"/>
                </a:cubicBezTo>
                <a:cubicBezTo>
                  <a:pt x="93419" y="123900"/>
                  <a:pt x="102291" y="128646"/>
                  <a:pt x="111156" y="133445"/>
                </a:cubicBezTo>
                <a:cubicBezTo>
                  <a:pt x="120020" y="138245"/>
                  <a:pt x="128872" y="143298"/>
                  <a:pt x="137744" y="147478"/>
                </a:cubicBezTo>
                <a:cubicBezTo>
                  <a:pt x="146615" y="151658"/>
                  <a:pt x="155445" y="156820"/>
                  <a:pt x="164385" y="158525"/>
                </a:cubicBezTo>
                <a:cubicBezTo>
                  <a:pt x="173324" y="160229"/>
                  <a:pt x="182280" y="160947"/>
                  <a:pt x="191383" y="157706"/>
                </a:cubicBezTo>
                <a:cubicBezTo>
                  <a:pt x="200485" y="154465"/>
                  <a:pt x="209723" y="146976"/>
                  <a:pt x="219002" y="139078"/>
                </a:cubicBezTo>
                <a:cubicBezTo>
                  <a:pt x="228280" y="131180"/>
                  <a:pt x="237727" y="118798"/>
                  <a:pt x="247053" y="110319"/>
                </a:cubicBezTo>
                <a:cubicBezTo>
                  <a:pt x="256379" y="101841"/>
                  <a:pt x="265755" y="92792"/>
                  <a:pt x="274959" y="88205"/>
                </a:cubicBezTo>
                <a:cubicBezTo>
                  <a:pt x="284164" y="83618"/>
                  <a:pt x="293259" y="82475"/>
                  <a:pt x="302278" y="82796"/>
                </a:cubicBezTo>
                <a:cubicBezTo>
                  <a:pt x="311298" y="83117"/>
                  <a:pt x="320176" y="87099"/>
                  <a:pt x="329077" y="90132"/>
                </a:cubicBezTo>
                <a:cubicBezTo>
                  <a:pt x="337978" y="93165"/>
                  <a:pt x="346820" y="97445"/>
                  <a:pt x="355684" y="100992"/>
                </a:cubicBezTo>
                <a:cubicBezTo>
                  <a:pt x="364549" y="104539"/>
                  <a:pt x="373406" y="108064"/>
                  <a:pt x="382262" y="111416"/>
                </a:cubicBezTo>
                <a:cubicBezTo>
                  <a:pt x="391119" y="114767"/>
                  <a:pt x="399935" y="118676"/>
                  <a:pt x="408824" y="121100"/>
                </a:cubicBezTo>
                <a:cubicBezTo>
                  <a:pt x="417713" y="123523"/>
                  <a:pt x="426563" y="126277"/>
                  <a:pt x="435598" y="125959"/>
                </a:cubicBezTo>
                <a:cubicBezTo>
                  <a:pt x="444633" y="125640"/>
                  <a:pt x="453705" y="124274"/>
                  <a:pt x="463033" y="119188"/>
                </a:cubicBezTo>
                <a:cubicBezTo>
                  <a:pt x="472362" y="114102"/>
                  <a:pt x="486815" y="99401"/>
                  <a:pt x="491571" y="95444"/>
                </a:cubicBezTo>
                <a:cubicBezTo>
                  <a:pt x="496328" y="91487"/>
                  <a:pt x="496006" y="96936"/>
                  <a:pt x="491571" y="95444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376"/>
                </a:srgbClr>
              </a:gs>
              <a:gs pos="18000">
                <a:srgbClr val="767676">
                  <a:alpha val="5831"/>
                </a:srgbClr>
              </a:gs>
              <a:gs pos="48000">
                <a:srgbClr val="767676">
                  <a:alpha val="9406"/>
                </a:srgbClr>
              </a:gs>
              <a:gs pos="78000">
                <a:srgbClr val="767676">
                  <a:alpha val="7053"/>
                </a:srgbClr>
              </a:gs>
              <a:gs pos="100000">
                <a:srgbClr val="767676">
                  <a:alpha val="423"/>
                </a:srgbClr>
              </a:gs>
            </a:gsLst>
            <a:lin ang="10935921" scaled="0"/>
          </a:gradFill>
          <a:ln w="0">
            <a:noFill/>
            <a:prstDash val="solid"/>
          </a:ln>
        </p:spPr>
      </p:sp>
      <p:sp>
        <p:nvSpPr>
          <p:cNvPr id="1193" name="PANEL_D-intermittent-gas-wisp-8-feather-0_148">
            <a:extLst>
              <a:ext uri="{FF2B5EF4-FFF2-40B4-BE49-F238E27FC236}">
                <a16:creationId xmlns:a16="http://schemas.microsoft.com/office/drawing/2014/main" id="{96758CD7-AB99-4D18-BEEC-1BD0EB438623}"/>
              </a:ext>
            </a:extLst>
          </p:cNvPr>
          <p:cNvSpPr>
            <a:spLocks/>
          </p:cNvSpPr>
          <p:nvPr/>
        </p:nvSpPr>
        <p:spPr>
          <a:xfrm>
            <a:off x="13434780" y="3665474"/>
            <a:ext cx="346011" cy="195863"/>
          </a:xfrm>
          <a:custGeom>
            <a:pathLst>
              <a:path w="363267" h="205630">
                <a:moveTo>
                  <a:pt x="359847" y="113896"/>
                </a:moveTo>
                <a:cubicBezTo>
                  <a:pt x="356873" y="108546"/>
                  <a:pt x="348293" y="87939"/>
                  <a:pt x="342006" y="81801"/>
                </a:cubicBezTo>
                <a:cubicBezTo>
                  <a:pt x="335719" y="75663"/>
                  <a:pt x="328842" y="76985"/>
                  <a:pt x="322126" y="77066"/>
                </a:cubicBezTo>
                <a:cubicBezTo>
                  <a:pt x="315411" y="77147"/>
                  <a:pt x="308359" y="83209"/>
                  <a:pt x="301711" y="82287"/>
                </a:cubicBezTo>
                <a:cubicBezTo>
                  <a:pt x="295063" y="81364"/>
                  <a:pt x="288639" y="77055"/>
                  <a:pt x="282240" y="71531"/>
                </a:cubicBezTo>
                <a:cubicBezTo>
                  <a:pt x="275841" y="66007"/>
                  <a:pt x="269714" y="54973"/>
                  <a:pt x="263316" y="49142"/>
                </a:cubicBezTo>
                <a:cubicBezTo>
                  <a:pt x="256917" y="43311"/>
                  <a:pt x="250360" y="40215"/>
                  <a:pt x="243849" y="36546"/>
                </a:cubicBezTo>
                <a:cubicBezTo>
                  <a:pt x="237338" y="32878"/>
                  <a:pt x="230722" y="31765"/>
                  <a:pt x="224251" y="27132"/>
                </a:cubicBezTo>
                <a:cubicBezTo>
                  <a:pt x="217780" y="22499"/>
                  <a:pt x="211524" y="12871"/>
                  <a:pt x="205023" y="8748"/>
                </a:cubicBezTo>
                <a:cubicBezTo>
                  <a:pt x="198521" y="4624"/>
                  <a:pt x="192015" y="0"/>
                  <a:pt x="185244" y="2392"/>
                </a:cubicBezTo>
                <a:cubicBezTo>
                  <a:pt x="178473" y="4785"/>
                  <a:pt x="171315" y="16625"/>
                  <a:pt x="164395" y="23102"/>
                </a:cubicBezTo>
                <a:cubicBezTo>
                  <a:pt x="157475" y="29579"/>
                  <a:pt x="150429" y="39700"/>
                  <a:pt x="143724" y="41253"/>
                </a:cubicBezTo>
                <a:cubicBezTo>
                  <a:pt x="137019" y="42807"/>
                  <a:pt x="130652" y="36097"/>
                  <a:pt x="124162" y="32425"/>
                </a:cubicBezTo>
                <a:cubicBezTo>
                  <a:pt x="117673" y="28754"/>
                  <a:pt x="111358" y="20496"/>
                  <a:pt x="104785" y="19224"/>
                </a:cubicBezTo>
                <a:cubicBezTo>
                  <a:pt x="98212" y="17951"/>
                  <a:pt x="91447" y="21700"/>
                  <a:pt x="84725" y="24789"/>
                </a:cubicBezTo>
                <a:cubicBezTo>
                  <a:pt x="78002" y="27879"/>
                  <a:pt x="71191" y="33630"/>
                  <a:pt x="64452" y="37760"/>
                </a:cubicBezTo>
                <a:cubicBezTo>
                  <a:pt x="57713" y="41889"/>
                  <a:pt x="51050" y="44139"/>
                  <a:pt x="44289" y="49568"/>
                </a:cubicBezTo>
                <a:cubicBezTo>
                  <a:pt x="37528" y="54997"/>
                  <a:pt x="30697" y="62245"/>
                  <a:pt x="23885" y="70333"/>
                </a:cubicBezTo>
                <a:cubicBezTo>
                  <a:pt x="17072" y="78421"/>
                  <a:pt x="6824" y="93471"/>
                  <a:pt x="3412" y="98099"/>
                </a:cubicBezTo>
                <a:cubicBezTo>
                  <a:pt x="0" y="102726"/>
                  <a:pt x="280" y="93958"/>
                  <a:pt x="3412" y="98099"/>
                </a:cubicBezTo>
                <a:cubicBezTo>
                  <a:pt x="6544" y="102240"/>
                  <a:pt x="15900" y="115660"/>
                  <a:pt x="22206" y="122945"/>
                </a:cubicBezTo>
                <a:cubicBezTo>
                  <a:pt x="28513" y="130230"/>
                  <a:pt x="34839" y="137536"/>
                  <a:pt x="41252" y="141809"/>
                </a:cubicBezTo>
                <a:cubicBezTo>
                  <a:pt x="47665" y="146082"/>
                  <a:pt x="54128" y="148495"/>
                  <a:pt x="60682" y="148583"/>
                </a:cubicBezTo>
                <a:cubicBezTo>
                  <a:pt x="67237" y="148670"/>
                  <a:pt x="73935" y="144607"/>
                  <a:pt x="80580" y="142332"/>
                </a:cubicBezTo>
                <a:cubicBezTo>
                  <a:pt x="87225" y="140058"/>
                  <a:pt x="93949" y="135858"/>
                  <a:pt x="100552" y="134936"/>
                </a:cubicBezTo>
                <a:cubicBezTo>
                  <a:pt x="107155" y="134014"/>
                  <a:pt x="113691" y="135058"/>
                  <a:pt x="120201" y="136799"/>
                </a:cubicBezTo>
                <a:cubicBezTo>
                  <a:pt x="126711" y="138540"/>
                  <a:pt x="133137" y="142656"/>
                  <a:pt x="139611" y="145383"/>
                </a:cubicBezTo>
                <a:cubicBezTo>
                  <a:pt x="146085" y="148109"/>
                  <a:pt x="152573" y="150509"/>
                  <a:pt x="159045" y="153160"/>
                </a:cubicBezTo>
                <a:cubicBezTo>
                  <a:pt x="165517" y="155811"/>
                  <a:pt x="172030" y="157381"/>
                  <a:pt x="178444" y="161291"/>
                </a:cubicBezTo>
                <a:cubicBezTo>
                  <a:pt x="184858" y="165200"/>
                  <a:pt x="191206" y="170788"/>
                  <a:pt x="197526" y="176616"/>
                </a:cubicBezTo>
                <a:cubicBezTo>
                  <a:pt x="203846" y="182443"/>
                  <a:pt x="210009" y="191532"/>
                  <a:pt x="216366" y="196256"/>
                </a:cubicBezTo>
                <a:cubicBezTo>
                  <a:pt x="222722" y="200980"/>
                  <a:pt x="229051" y="205630"/>
                  <a:pt x="235665" y="204960"/>
                </a:cubicBezTo>
                <a:cubicBezTo>
                  <a:pt x="242278" y="204290"/>
                  <a:pt x="249120" y="198721"/>
                  <a:pt x="256045" y="192237"/>
                </a:cubicBezTo>
                <a:cubicBezTo>
                  <a:pt x="262970" y="185753"/>
                  <a:pt x="270173" y="174152"/>
                  <a:pt x="277217" y="166057"/>
                </a:cubicBezTo>
                <a:cubicBezTo>
                  <a:pt x="284261" y="157962"/>
                  <a:pt x="291357" y="149275"/>
                  <a:pt x="298307" y="143666"/>
                </a:cubicBezTo>
                <a:cubicBezTo>
                  <a:pt x="305256" y="138057"/>
                  <a:pt x="312077" y="135370"/>
                  <a:pt x="318913" y="132402"/>
                </a:cubicBezTo>
                <a:cubicBezTo>
                  <a:pt x="325750" y="129434"/>
                  <a:pt x="332504" y="128943"/>
                  <a:pt x="339327" y="125859"/>
                </a:cubicBezTo>
                <a:cubicBezTo>
                  <a:pt x="346149" y="122774"/>
                  <a:pt x="356427" y="115889"/>
                  <a:pt x="359847" y="113896"/>
                </a:cubicBezTo>
                <a:cubicBezTo>
                  <a:pt x="363267" y="111902"/>
                  <a:pt x="362820" y="119245"/>
                  <a:pt x="359847" y="113896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12"/>
                </a:srgbClr>
              </a:gs>
              <a:gs pos="18000">
                <a:srgbClr val="919191">
                  <a:alpha val="1749"/>
                </a:srgbClr>
              </a:gs>
              <a:gs pos="48000">
                <a:srgbClr val="919191">
                  <a:alpha val="2822"/>
                </a:srgbClr>
              </a:gs>
              <a:gs pos="78000">
                <a:srgbClr val="919191">
                  <a:alpha val="2116"/>
                </a:srgbClr>
              </a:gs>
              <a:gs pos="100000">
                <a:srgbClr val="919191">
                  <a:alpha val="128"/>
                </a:srgbClr>
              </a:gs>
            </a:gsLst>
            <a:lin ang="10952111" scaled="0"/>
          </a:gradFill>
          <a:ln w="0">
            <a:noFill/>
            <a:prstDash val="solid"/>
          </a:ln>
        </p:spPr>
      </p:sp>
      <p:sp>
        <p:nvSpPr>
          <p:cNvPr id="1194" name="PANEL_D-intermittent-gas-wisp-8-feather-1_149">
            <a:extLst>
              <a:ext uri="{FF2B5EF4-FFF2-40B4-BE49-F238E27FC236}">
                <a16:creationId xmlns:a16="http://schemas.microsoft.com/office/drawing/2014/main" id="{10721ED2-4FCF-45D2-87BD-4538B13861A2}"/>
              </a:ext>
            </a:extLst>
          </p:cNvPr>
          <p:cNvSpPr>
            <a:spLocks/>
          </p:cNvSpPr>
          <p:nvPr/>
        </p:nvSpPr>
        <p:spPr>
          <a:xfrm>
            <a:off x="13434813" y="3688196"/>
            <a:ext cx="345945" cy="155465"/>
          </a:xfrm>
          <a:custGeom>
            <a:pathLst>
              <a:path w="363196" h="163218">
                <a:moveTo>
                  <a:pt x="359811" y="90041"/>
                </a:moveTo>
                <a:cubicBezTo>
                  <a:pt x="356774" y="85734"/>
                  <a:pt x="347949" y="69107"/>
                  <a:pt x="341591" y="64199"/>
                </a:cubicBezTo>
                <a:cubicBezTo>
                  <a:pt x="335232" y="59290"/>
                  <a:pt x="328379" y="60407"/>
                  <a:pt x="321663" y="60592"/>
                </a:cubicBezTo>
                <a:cubicBezTo>
                  <a:pt x="314946" y="60778"/>
                  <a:pt x="307960" y="65777"/>
                  <a:pt x="301294" y="65311"/>
                </a:cubicBezTo>
                <a:cubicBezTo>
                  <a:pt x="294628" y="64846"/>
                  <a:pt x="288136" y="61843"/>
                  <a:pt x="281667" y="57798"/>
                </a:cubicBezTo>
                <a:cubicBezTo>
                  <a:pt x="275198" y="53752"/>
                  <a:pt x="268940" y="45439"/>
                  <a:pt x="262480" y="41038"/>
                </a:cubicBezTo>
                <a:cubicBezTo>
                  <a:pt x="256020" y="36638"/>
                  <a:pt x="249440" y="34315"/>
                  <a:pt x="242905" y="31393"/>
                </a:cubicBezTo>
                <a:cubicBezTo>
                  <a:pt x="236371" y="28472"/>
                  <a:pt x="229763" y="27418"/>
                  <a:pt x="223272" y="23508"/>
                </a:cubicBezTo>
                <a:cubicBezTo>
                  <a:pt x="216781" y="19598"/>
                  <a:pt x="210465" y="11635"/>
                  <a:pt x="203958" y="7933"/>
                </a:cubicBezTo>
                <a:cubicBezTo>
                  <a:pt x="197452" y="4231"/>
                  <a:pt x="190947" y="0"/>
                  <a:pt x="184235" y="1297"/>
                </a:cubicBezTo>
                <a:cubicBezTo>
                  <a:pt x="177522" y="2594"/>
                  <a:pt x="170513" y="11182"/>
                  <a:pt x="163682" y="15714"/>
                </a:cubicBezTo>
                <a:cubicBezTo>
                  <a:pt x="156852" y="20246"/>
                  <a:pt x="149921" y="27628"/>
                  <a:pt x="143251" y="28487"/>
                </a:cubicBezTo>
                <a:cubicBezTo>
                  <a:pt x="136580" y="29345"/>
                  <a:pt x="130170" y="23850"/>
                  <a:pt x="123660" y="20866"/>
                </a:cubicBezTo>
                <a:cubicBezTo>
                  <a:pt x="117151" y="17881"/>
                  <a:pt x="110775" y="11466"/>
                  <a:pt x="104194" y="10579"/>
                </a:cubicBezTo>
                <a:cubicBezTo>
                  <a:pt x="97613" y="9691"/>
                  <a:pt x="90876" y="12876"/>
                  <a:pt x="84174" y="15541"/>
                </a:cubicBezTo>
                <a:cubicBezTo>
                  <a:pt x="77473" y="18207"/>
                  <a:pt x="70699" y="23064"/>
                  <a:pt x="63986" y="26572"/>
                </a:cubicBezTo>
                <a:cubicBezTo>
                  <a:pt x="57273" y="30080"/>
                  <a:pt x="50620" y="32164"/>
                  <a:pt x="43895" y="36589"/>
                </a:cubicBezTo>
                <a:cubicBezTo>
                  <a:pt x="37171" y="41013"/>
                  <a:pt x="30391" y="46841"/>
                  <a:pt x="23638" y="53117"/>
                </a:cubicBezTo>
                <a:cubicBezTo>
                  <a:pt x="16885" y="59393"/>
                  <a:pt x="6754" y="70723"/>
                  <a:pt x="3377" y="74244"/>
                </a:cubicBezTo>
                <a:cubicBezTo>
                  <a:pt x="0" y="77765"/>
                  <a:pt x="218" y="70926"/>
                  <a:pt x="3377" y="74244"/>
                </a:cubicBezTo>
                <a:cubicBezTo>
                  <a:pt x="6535" y="77562"/>
                  <a:pt x="15970" y="88438"/>
                  <a:pt x="22328" y="94154"/>
                </a:cubicBezTo>
                <a:cubicBezTo>
                  <a:pt x="28687" y="99869"/>
                  <a:pt x="35074" y="105393"/>
                  <a:pt x="41527" y="108536"/>
                </a:cubicBezTo>
                <a:cubicBezTo>
                  <a:pt x="47980" y="111680"/>
                  <a:pt x="54476" y="113233"/>
                  <a:pt x="61045" y="113014"/>
                </a:cubicBezTo>
                <a:cubicBezTo>
                  <a:pt x="67615" y="112796"/>
                  <a:pt x="74301" y="109255"/>
                  <a:pt x="80942" y="107225"/>
                </a:cubicBezTo>
                <a:cubicBezTo>
                  <a:pt x="87583" y="105195"/>
                  <a:pt x="94287" y="101659"/>
                  <a:pt x="100892" y="100835"/>
                </a:cubicBezTo>
                <a:cubicBezTo>
                  <a:pt x="107496" y="100010"/>
                  <a:pt x="114045" y="100798"/>
                  <a:pt x="120571" y="102277"/>
                </a:cubicBezTo>
                <a:cubicBezTo>
                  <a:pt x="127096" y="103756"/>
                  <a:pt x="133553" y="107227"/>
                  <a:pt x="140043" y="109707"/>
                </a:cubicBezTo>
                <a:cubicBezTo>
                  <a:pt x="146533" y="112188"/>
                  <a:pt x="153028" y="114571"/>
                  <a:pt x="159509" y="117159"/>
                </a:cubicBezTo>
                <a:cubicBezTo>
                  <a:pt x="165991" y="119748"/>
                  <a:pt x="172497" y="121619"/>
                  <a:pt x="178931" y="125237"/>
                </a:cubicBezTo>
                <a:cubicBezTo>
                  <a:pt x="185364" y="128856"/>
                  <a:pt x="191746" y="133839"/>
                  <a:pt x="198111" y="138870"/>
                </a:cubicBezTo>
                <a:cubicBezTo>
                  <a:pt x="204476" y="143902"/>
                  <a:pt x="210720" y="151444"/>
                  <a:pt x="217122" y="155425"/>
                </a:cubicBezTo>
                <a:cubicBezTo>
                  <a:pt x="223523" y="159406"/>
                  <a:pt x="229907" y="163218"/>
                  <a:pt x="236521" y="162756"/>
                </a:cubicBezTo>
                <a:cubicBezTo>
                  <a:pt x="243136" y="162294"/>
                  <a:pt x="249938" y="157857"/>
                  <a:pt x="256809" y="152652"/>
                </a:cubicBezTo>
                <a:cubicBezTo>
                  <a:pt x="263680" y="147448"/>
                  <a:pt x="270777" y="138105"/>
                  <a:pt x="277749" y="131528"/>
                </a:cubicBezTo>
                <a:cubicBezTo>
                  <a:pt x="284721" y="124950"/>
                  <a:pt x="291737" y="117816"/>
                  <a:pt x="298639" y="113187"/>
                </a:cubicBezTo>
                <a:cubicBezTo>
                  <a:pt x="305540" y="108558"/>
                  <a:pt x="312346" y="106191"/>
                  <a:pt x="319156" y="103754"/>
                </a:cubicBezTo>
                <a:cubicBezTo>
                  <a:pt x="325967" y="101317"/>
                  <a:pt x="332725" y="100849"/>
                  <a:pt x="339501" y="98563"/>
                </a:cubicBezTo>
                <a:cubicBezTo>
                  <a:pt x="346276" y="96278"/>
                  <a:pt x="356426" y="91461"/>
                  <a:pt x="359811" y="90041"/>
                </a:cubicBezTo>
                <a:cubicBezTo>
                  <a:pt x="363196" y="88620"/>
                  <a:pt x="362848" y="94348"/>
                  <a:pt x="359811" y="90041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51"/>
                </a:srgbClr>
              </a:gs>
              <a:gs pos="18000">
                <a:srgbClr val="767676">
                  <a:alpha val="2332"/>
                </a:srgbClr>
              </a:gs>
              <a:gs pos="48000">
                <a:srgbClr val="767676">
                  <a:alpha val="3762"/>
                </a:srgbClr>
              </a:gs>
              <a:gs pos="78000">
                <a:srgbClr val="767676">
                  <a:alpha val="2822"/>
                </a:srgbClr>
              </a:gs>
              <a:gs pos="100000">
                <a:srgbClr val="767676">
                  <a:alpha val="170"/>
                </a:srgbClr>
              </a:gs>
            </a:gsLst>
            <a:lin ang="10952111" scaled="0"/>
          </a:gradFill>
          <a:ln w="0">
            <a:noFill/>
            <a:prstDash val="solid"/>
          </a:ln>
        </p:spPr>
      </p:sp>
      <p:sp>
        <p:nvSpPr>
          <p:cNvPr id="1195" name="PANEL_D-intermittent-gas-wisp-8-feather-2_150">
            <a:extLst>
              <a:ext uri="{FF2B5EF4-FFF2-40B4-BE49-F238E27FC236}">
                <a16:creationId xmlns:a16="http://schemas.microsoft.com/office/drawing/2014/main" id="{315AAE63-1168-4B99-98D2-2AEB37B778CC}"/>
              </a:ext>
            </a:extLst>
          </p:cNvPr>
          <p:cNvSpPr>
            <a:spLocks/>
          </p:cNvSpPr>
          <p:nvPr/>
        </p:nvSpPr>
        <p:spPr>
          <a:xfrm>
            <a:off x="13434850" y="3712983"/>
            <a:ext cx="345872" cy="111395"/>
          </a:xfrm>
          <a:custGeom>
            <a:pathLst>
              <a:path w="363120" h="116951">
                <a:moveTo>
                  <a:pt x="359773" y="64017"/>
                </a:moveTo>
                <a:cubicBezTo>
                  <a:pt x="356667" y="60847"/>
                  <a:pt x="347573" y="48562"/>
                  <a:pt x="341137" y="44996"/>
                </a:cubicBezTo>
                <a:cubicBezTo>
                  <a:pt x="334701" y="41430"/>
                  <a:pt x="327873" y="42322"/>
                  <a:pt x="321156" y="42621"/>
                </a:cubicBezTo>
                <a:cubicBezTo>
                  <a:pt x="314440" y="42920"/>
                  <a:pt x="307525" y="46760"/>
                  <a:pt x="300839" y="46792"/>
                </a:cubicBezTo>
                <a:cubicBezTo>
                  <a:pt x="294154" y="46825"/>
                  <a:pt x="287587" y="45248"/>
                  <a:pt x="281042" y="42816"/>
                </a:cubicBezTo>
                <a:cubicBezTo>
                  <a:pt x="274496" y="40383"/>
                  <a:pt x="268096" y="35039"/>
                  <a:pt x="261568" y="32198"/>
                </a:cubicBezTo>
                <a:cubicBezTo>
                  <a:pt x="255041" y="29357"/>
                  <a:pt x="248436" y="27879"/>
                  <a:pt x="241875" y="25772"/>
                </a:cubicBezTo>
                <a:cubicBezTo>
                  <a:pt x="235315" y="23665"/>
                  <a:pt x="228718" y="22676"/>
                  <a:pt x="222205" y="19555"/>
                </a:cubicBezTo>
                <a:cubicBezTo>
                  <a:pt x="215692" y="16434"/>
                  <a:pt x="209309" y="10287"/>
                  <a:pt x="202797" y="7045"/>
                </a:cubicBezTo>
                <a:cubicBezTo>
                  <a:pt x="196286" y="3803"/>
                  <a:pt x="189782" y="0"/>
                  <a:pt x="183134" y="102"/>
                </a:cubicBezTo>
                <a:cubicBezTo>
                  <a:pt x="176485" y="203"/>
                  <a:pt x="169638" y="5245"/>
                  <a:pt x="162905" y="7654"/>
                </a:cubicBezTo>
                <a:cubicBezTo>
                  <a:pt x="156172" y="10064"/>
                  <a:pt x="149366" y="14459"/>
                  <a:pt x="142734" y="14559"/>
                </a:cubicBezTo>
                <a:cubicBezTo>
                  <a:pt x="136102" y="14659"/>
                  <a:pt x="129644" y="10490"/>
                  <a:pt x="123113" y="8255"/>
                </a:cubicBezTo>
                <a:cubicBezTo>
                  <a:pt x="116582" y="6020"/>
                  <a:pt x="110138" y="1615"/>
                  <a:pt x="103548" y="1148"/>
                </a:cubicBezTo>
                <a:cubicBezTo>
                  <a:pt x="96958" y="681"/>
                  <a:pt x="90252" y="3249"/>
                  <a:pt x="83574" y="5453"/>
                </a:cubicBezTo>
                <a:cubicBezTo>
                  <a:pt x="76895" y="7656"/>
                  <a:pt x="70162" y="11539"/>
                  <a:pt x="63477" y="14368"/>
                </a:cubicBezTo>
                <a:cubicBezTo>
                  <a:pt x="56793" y="17197"/>
                  <a:pt x="50151" y="19101"/>
                  <a:pt x="43466" y="22429"/>
                </a:cubicBezTo>
                <a:cubicBezTo>
                  <a:pt x="36782" y="25757"/>
                  <a:pt x="30056" y="30036"/>
                  <a:pt x="23368" y="34335"/>
                </a:cubicBezTo>
                <a:cubicBezTo>
                  <a:pt x="16680" y="38634"/>
                  <a:pt x="6677" y="45906"/>
                  <a:pt x="3338" y="48220"/>
                </a:cubicBezTo>
                <a:cubicBezTo>
                  <a:pt x="0" y="50535"/>
                  <a:pt x="151" y="45800"/>
                  <a:pt x="3338" y="48220"/>
                </a:cubicBezTo>
                <a:cubicBezTo>
                  <a:pt x="6526" y="50641"/>
                  <a:pt x="16047" y="58742"/>
                  <a:pt x="22462" y="62745"/>
                </a:cubicBezTo>
                <a:cubicBezTo>
                  <a:pt x="28876" y="66748"/>
                  <a:pt x="35330" y="70328"/>
                  <a:pt x="41827" y="72239"/>
                </a:cubicBezTo>
                <a:cubicBezTo>
                  <a:pt x="48323" y="74150"/>
                  <a:pt x="54857" y="74764"/>
                  <a:pt x="61442" y="74212"/>
                </a:cubicBezTo>
                <a:cubicBezTo>
                  <a:pt x="68026" y="73660"/>
                  <a:pt x="74699" y="70689"/>
                  <a:pt x="81336" y="68926"/>
                </a:cubicBezTo>
                <a:cubicBezTo>
                  <a:pt x="87973" y="67163"/>
                  <a:pt x="94656" y="64351"/>
                  <a:pt x="101262" y="63633"/>
                </a:cubicBezTo>
                <a:cubicBezTo>
                  <a:pt x="107868" y="62914"/>
                  <a:pt x="114432" y="63424"/>
                  <a:pt x="120974" y="64617"/>
                </a:cubicBezTo>
                <a:cubicBezTo>
                  <a:pt x="127516" y="65809"/>
                  <a:pt x="134007" y="68578"/>
                  <a:pt x="140514" y="70789"/>
                </a:cubicBezTo>
                <a:cubicBezTo>
                  <a:pt x="147021" y="73000"/>
                  <a:pt x="153524" y="75366"/>
                  <a:pt x="160016" y="77886"/>
                </a:cubicBezTo>
                <a:cubicBezTo>
                  <a:pt x="166507" y="80405"/>
                  <a:pt x="173006" y="82605"/>
                  <a:pt x="179462" y="85907"/>
                </a:cubicBezTo>
                <a:cubicBezTo>
                  <a:pt x="185917" y="89208"/>
                  <a:pt x="192335" y="93531"/>
                  <a:pt x="198749" y="97694"/>
                </a:cubicBezTo>
                <a:cubicBezTo>
                  <a:pt x="205163" y="101856"/>
                  <a:pt x="211496" y="107712"/>
                  <a:pt x="217947" y="110882"/>
                </a:cubicBezTo>
                <a:cubicBezTo>
                  <a:pt x="224398" y="114052"/>
                  <a:pt x="230840" y="116951"/>
                  <a:pt x="237455" y="116715"/>
                </a:cubicBezTo>
                <a:cubicBezTo>
                  <a:pt x="244071" y="116480"/>
                  <a:pt x="250830" y="113279"/>
                  <a:pt x="257642" y="109469"/>
                </a:cubicBezTo>
                <a:cubicBezTo>
                  <a:pt x="264455" y="105660"/>
                  <a:pt x="271436" y="98782"/>
                  <a:pt x="278329" y="93860"/>
                </a:cubicBezTo>
                <a:cubicBezTo>
                  <a:pt x="285222" y="88938"/>
                  <a:pt x="292152" y="83497"/>
                  <a:pt x="299001" y="79937"/>
                </a:cubicBezTo>
                <a:cubicBezTo>
                  <a:pt x="305850" y="76378"/>
                  <a:pt x="312640" y="74361"/>
                  <a:pt x="319421" y="72502"/>
                </a:cubicBezTo>
                <a:cubicBezTo>
                  <a:pt x="326203" y="70644"/>
                  <a:pt x="332965" y="70201"/>
                  <a:pt x="339690" y="68787"/>
                </a:cubicBezTo>
                <a:cubicBezTo>
                  <a:pt x="346416" y="67373"/>
                  <a:pt x="356426" y="64812"/>
                  <a:pt x="359773" y="64017"/>
                </a:cubicBezTo>
                <a:cubicBezTo>
                  <a:pt x="363120" y="63222"/>
                  <a:pt x="362879" y="67188"/>
                  <a:pt x="359773" y="64017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94"/>
                </a:srgbClr>
              </a:gs>
              <a:gs pos="18000">
                <a:srgbClr val="767676">
                  <a:alpha val="2994"/>
                </a:srgbClr>
              </a:gs>
              <a:gs pos="48000">
                <a:srgbClr val="767676">
                  <a:alpha val="4828"/>
                </a:srgbClr>
              </a:gs>
              <a:gs pos="78000">
                <a:srgbClr val="767676">
                  <a:alpha val="3621"/>
                </a:srgbClr>
              </a:gs>
              <a:gs pos="100000">
                <a:srgbClr val="767676">
                  <a:alpha val="218"/>
                </a:srgbClr>
              </a:gs>
            </a:gsLst>
            <a:lin ang="10952111" scaled="0"/>
          </a:gradFill>
          <a:ln w="0">
            <a:noFill/>
            <a:prstDash val="solid"/>
          </a:ln>
        </p:spPr>
      </p:sp>
      <p:sp>
        <p:nvSpPr>
          <p:cNvPr id="1196" name="PANEL_D-intermittent-gas-wisp-28-feather-0_151">
            <a:extLst>
              <a:ext uri="{FF2B5EF4-FFF2-40B4-BE49-F238E27FC236}">
                <a16:creationId xmlns:a16="http://schemas.microsoft.com/office/drawing/2014/main" id="{25DE01F6-E863-4403-B35F-59FACDE1CE19}"/>
              </a:ext>
            </a:extLst>
          </p:cNvPr>
          <p:cNvSpPr>
            <a:spLocks/>
          </p:cNvSpPr>
          <p:nvPr/>
        </p:nvSpPr>
        <p:spPr>
          <a:xfrm>
            <a:off x="13535461" y="4124310"/>
            <a:ext cx="252943" cy="125771"/>
          </a:xfrm>
          <a:custGeom>
            <a:pathLst>
              <a:path w="265557" h="132043">
                <a:moveTo>
                  <a:pt x="263012" y="74460"/>
                </a:moveTo>
                <a:cubicBezTo>
                  <a:pt x="260769" y="71501"/>
                  <a:pt x="254174" y="59983"/>
                  <a:pt x="249552" y="56706"/>
                </a:cubicBezTo>
                <a:cubicBezTo>
                  <a:pt x="244931" y="53430"/>
                  <a:pt x="240074" y="54928"/>
                  <a:pt x="235283" y="54802"/>
                </a:cubicBezTo>
                <a:cubicBezTo>
                  <a:pt x="230493" y="54677"/>
                  <a:pt x="225510" y="57741"/>
                  <a:pt x="220809" y="55953"/>
                </a:cubicBezTo>
                <a:cubicBezTo>
                  <a:pt x="216109" y="54165"/>
                  <a:pt x="211595" y="49240"/>
                  <a:pt x="207079" y="44073"/>
                </a:cubicBezTo>
                <a:cubicBezTo>
                  <a:pt x="202563" y="38905"/>
                  <a:pt x="198270" y="29727"/>
                  <a:pt x="193714" y="24948"/>
                </a:cubicBezTo>
                <a:cubicBezTo>
                  <a:pt x="189157" y="20169"/>
                  <a:pt x="184461" y="17626"/>
                  <a:pt x="179743" y="15399"/>
                </a:cubicBezTo>
                <a:cubicBezTo>
                  <a:pt x="175024" y="13173"/>
                  <a:pt x="170151" y="13575"/>
                  <a:pt x="165401" y="11590"/>
                </a:cubicBezTo>
                <a:cubicBezTo>
                  <a:pt x="160651" y="9606"/>
                  <a:pt x="156020" y="5109"/>
                  <a:pt x="151241" y="3494"/>
                </a:cubicBezTo>
                <a:cubicBezTo>
                  <a:pt x="146463" y="1879"/>
                  <a:pt x="141689" y="0"/>
                  <a:pt x="136731" y="1900"/>
                </a:cubicBezTo>
                <a:cubicBezTo>
                  <a:pt x="131773" y="3799"/>
                  <a:pt x="126538" y="11268"/>
                  <a:pt x="121495" y="14892"/>
                </a:cubicBezTo>
                <a:cubicBezTo>
                  <a:pt x="116453" y="18516"/>
                  <a:pt x="111344" y="23680"/>
                  <a:pt x="106476" y="23642"/>
                </a:cubicBezTo>
                <a:cubicBezTo>
                  <a:pt x="101608" y="23603"/>
                  <a:pt x="97015" y="17709"/>
                  <a:pt x="92285" y="14660"/>
                </a:cubicBezTo>
                <a:cubicBezTo>
                  <a:pt x="87555" y="11610"/>
                  <a:pt x="82943" y="5881"/>
                  <a:pt x="78095" y="5345"/>
                </a:cubicBezTo>
                <a:cubicBezTo>
                  <a:pt x="73248" y="4809"/>
                  <a:pt x="68211" y="8401"/>
                  <a:pt x="63201" y="11443"/>
                </a:cubicBezTo>
                <a:cubicBezTo>
                  <a:pt x="58192" y="14486"/>
                  <a:pt x="53072" y="19938"/>
                  <a:pt x="48039" y="23601"/>
                </a:cubicBezTo>
                <a:cubicBezTo>
                  <a:pt x="43006" y="27264"/>
                  <a:pt x="38029" y="29674"/>
                  <a:pt x="33002" y="33421"/>
                </a:cubicBezTo>
                <a:cubicBezTo>
                  <a:pt x="27976" y="37169"/>
                  <a:pt x="22955" y="41499"/>
                  <a:pt x="17880" y="46088"/>
                </a:cubicBezTo>
                <a:cubicBezTo>
                  <a:pt x="12805" y="50676"/>
                  <a:pt x="5109" y="58475"/>
                  <a:pt x="2554" y="60953"/>
                </a:cubicBezTo>
                <a:cubicBezTo>
                  <a:pt x="0" y="63430"/>
                  <a:pt x="203" y="58268"/>
                  <a:pt x="2554" y="60953"/>
                </a:cubicBezTo>
                <a:cubicBezTo>
                  <a:pt x="4905" y="63638"/>
                  <a:pt x="11975" y="72053"/>
                  <a:pt x="16660" y="77062"/>
                </a:cubicBezTo>
                <a:cubicBezTo>
                  <a:pt x="21344" y="82071"/>
                  <a:pt x="25952" y="87478"/>
                  <a:pt x="30661" y="91006"/>
                </a:cubicBezTo>
                <a:cubicBezTo>
                  <a:pt x="35369" y="94533"/>
                  <a:pt x="40101" y="97269"/>
                  <a:pt x="44911" y="98228"/>
                </a:cubicBezTo>
                <a:cubicBezTo>
                  <a:pt x="49720" y="99188"/>
                  <a:pt x="54635" y="97679"/>
                  <a:pt x="59515" y="96764"/>
                </a:cubicBezTo>
                <a:cubicBezTo>
                  <a:pt x="64396" y="95849"/>
                  <a:pt x="69326" y="93541"/>
                  <a:pt x="74193" y="92736"/>
                </a:cubicBezTo>
                <a:cubicBezTo>
                  <a:pt x="79060" y="91931"/>
                  <a:pt x="83887" y="91893"/>
                  <a:pt x="88717" y="91936"/>
                </a:cubicBezTo>
                <a:cubicBezTo>
                  <a:pt x="93546" y="91979"/>
                  <a:pt x="98346" y="92874"/>
                  <a:pt x="103171" y="92993"/>
                </a:cubicBezTo>
                <a:cubicBezTo>
                  <a:pt x="107996" y="93112"/>
                  <a:pt x="112857" y="92478"/>
                  <a:pt x="117668" y="92652"/>
                </a:cubicBezTo>
                <a:cubicBezTo>
                  <a:pt x="122479" y="92825"/>
                  <a:pt x="127319" y="92228"/>
                  <a:pt x="132036" y="94033"/>
                </a:cubicBezTo>
                <a:cubicBezTo>
                  <a:pt x="136753" y="95839"/>
                  <a:pt x="141388" y="99244"/>
                  <a:pt x="145970" y="103484"/>
                </a:cubicBezTo>
                <a:cubicBezTo>
                  <a:pt x="150551" y="107724"/>
                  <a:pt x="154981" y="114945"/>
                  <a:pt x="159527" y="119473"/>
                </a:cubicBezTo>
                <a:cubicBezTo>
                  <a:pt x="164073" y="124002"/>
                  <a:pt x="168549" y="129264"/>
                  <a:pt x="173245" y="130653"/>
                </a:cubicBezTo>
                <a:cubicBezTo>
                  <a:pt x="177941" y="132043"/>
                  <a:pt x="182770" y="130577"/>
                  <a:pt x="187704" y="127809"/>
                </a:cubicBezTo>
                <a:cubicBezTo>
                  <a:pt x="192638" y="125040"/>
                  <a:pt x="197790" y="118715"/>
                  <a:pt x="202851" y="114041"/>
                </a:cubicBezTo>
                <a:cubicBezTo>
                  <a:pt x="207912" y="109368"/>
                  <a:pt x="213050" y="103701"/>
                  <a:pt x="218071" y="99768"/>
                </a:cubicBezTo>
                <a:cubicBezTo>
                  <a:pt x="223091" y="95835"/>
                  <a:pt x="228027" y="93141"/>
                  <a:pt x="232973" y="90444"/>
                </a:cubicBezTo>
                <a:cubicBezTo>
                  <a:pt x="237919" y="87747"/>
                  <a:pt x="242739" y="86249"/>
                  <a:pt x="247746" y="83585"/>
                </a:cubicBezTo>
                <a:cubicBezTo>
                  <a:pt x="252753" y="80921"/>
                  <a:pt x="260468" y="75981"/>
                  <a:pt x="263012" y="74460"/>
                </a:cubicBezTo>
                <a:cubicBezTo>
                  <a:pt x="265557" y="72939"/>
                  <a:pt x="265256" y="77419"/>
                  <a:pt x="263012" y="74460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68"/>
                </a:srgbClr>
              </a:gs>
              <a:gs pos="18000">
                <a:srgbClr val="919191">
                  <a:alpha val="1049"/>
                </a:srgbClr>
              </a:gs>
              <a:gs pos="48000">
                <a:srgbClr val="919191">
                  <a:alpha val="1693"/>
                </a:srgbClr>
              </a:gs>
              <a:gs pos="78000">
                <a:srgbClr val="919191">
                  <a:alpha val="1270"/>
                </a:srgbClr>
              </a:gs>
              <a:gs pos="100000">
                <a:srgbClr val="919191">
                  <a:alpha val="76"/>
                </a:srgbClr>
              </a:gs>
            </a:gsLst>
            <a:lin ang="10978274" scaled="0"/>
          </a:gradFill>
          <a:ln w="0">
            <a:noFill/>
            <a:prstDash val="solid"/>
          </a:ln>
        </p:spPr>
      </p:sp>
      <p:sp>
        <p:nvSpPr>
          <p:cNvPr id="1197" name="PANEL_D-intermittent-gas-wisp-28-feather-1_152">
            <a:extLst>
              <a:ext uri="{FF2B5EF4-FFF2-40B4-BE49-F238E27FC236}">
                <a16:creationId xmlns:a16="http://schemas.microsoft.com/office/drawing/2014/main" id="{C929A030-BAD8-4673-BDAD-387BE4BAA4CA}"/>
              </a:ext>
            </a:extLst>
          </p:cNvPr>
          <p:cNvSpPr>
            <a:spLocks/>
          </p:cNvSpPr>
          <p:nvPr/>
        </p:nvSpPr>
        <p:spPr>
          <a:xfrm>
            <a:off x="13535486" y="4137740"/>
            <a:ext cx="252894" cy="100943"/>
          </a:xfrm>
          <a:custGeom>
            <a:pathLst>
              <a:path w="265506" h="105977">
                <a:moveTo>
                  <a:pt x="262987" y="60361"/>
                </a:moveTo>
                <a:cubicBezTo>
                  <a:pt x="260702" y="58008"/>
                  <a:pt x="253950" y="48807"/>
                  <a:pt x="249282" y="46247"/>
                </a:cubicBezTo>
                <a:cubicBezTo>
                  <a:pt x="244614" y="43687"/>
                  <a:pt x="239775" y="44984"/>
                  <a:pt x="234979" y="45000"/>
                </a:cubicBezTo>
                <a:cubicBezTo>
                  <a:pt x="230182" y="45016"/>
                  <a:pt x="225233" y="47600"/>
                  <a:pt x="220503" y="46343"/>
                </a:cubicBezTo>
                <a:cubicBezTo>
                  <a:pt x="215773" y="45086"/>
                  <a:pt x="211185" y="41412"/>
                  <a:pt x="206601" y="37458"/>
                </a:cubicBezTo>
                <a:cubicBezTo>
                  <a:pt x="202017" y="33504"/>
                  <a:pt x="197608" y="26394"/>
                  <a:pt x="193000" y="22617"/>
                </a:cubicBezTo>
                <a:cubicBezTo>
                  <a:pt x="188393" y="18840"/>
                  <a:pt x="183683" y="16732"/>
                  <a:pt x="178956" y="14796"/>
                </a:cubicBezTo>
                <a:cubicBezTo>
                  <a:pt x="174229" y="12859"/>
                  <a:pt x="169388" y="12873"/>
                  <a:pt x="164640" y="11000"/>
                </a:cubicBezTo>
                <a:cubicBezTo>
                  <a:pt x="159892" y="9126"/>
                  <a:pt x="155238" y="5200"/>
                  <a:pt x="150469" y="3553"/>
                </a:cubicBezTo>
                <a:cubicBezTo>
                  <a:pt x="145700" y="1907"/>
                  <a:pt x="140938" y="0"/>
                  <a:pt x="136026" y="1121"/>
                </a:cubicBezTo>
                <a:cubicBezTo>
                  <a:pt x="131115" y="2243"/>
                  <a:pt x="125988" y="7709"/>
                  <a:pt x="121002" y="10281"/>
                </a:cubicBezTo>
                <a:cubicBezTo>
                  <a:pt x="116017" y="12854"/>
                  <a:pt x="110975" y="16685"/>
                  <a:pt x="106116" y="16556"/>
                </a:cubicBezTo>
                <a:cubicBezTo>
                  <a:pt x="101257" y="16426"/>
                  <a:pt x="96606" y="11826"/>
                  <a:pt x="91847" y="9505"/>
                </a:cubicBezTo>
                <a:cubicBezTo>
                  <a:pt x="87087" y="7184"/>
                  <a:pt x="82417" y="2879"/>
                  <a:pt x="77561" y="2631"/>
                </a:cubicBezTo>
                <a:cubicBezTo>
                  <a:pt x="72706" y="2383"/>
                  <a:pt x="67699" y="5438"/>
                  <a:pt x="62715" y="8016"/>
                </a:cubicBezTo>
                <a:cubicBezTo>
                  <a:pt x="57730" y="10595"/>
                  <a:pt x="52655" y="15089"/>
                  <a:pt x="47653" y="18103"/>
                </a:cubicBezTo>
                <a:cubicBezTo>
                  <a:pt x="42651" y="21117"/>
                  <a:pt x="37693" y="23135"/>
                  <a:pt x="32701" y="26101"/>
                </a:cubicBezTo>
                <a:cubicBezTo>
                  <a:pt x="27709" y="29068"/>
                  <a:pt x="22729" y="32444"/>
                  <a:pt x="17700" y="35902"/>
                </a:cubicBezTo>
                <a:cubicBezTo>
                  <a:pt x="12671" y="39361"/>
                  <a:pt x="5057" y="45028"/>
                  <a:pt x="2529" y="46853"/>
                </a:cubicBezTo>
                <a:cubicBezTo>
                  <a:pt x="0" y="48678"/>
                  <a:pt x="159" y="44652"/>
                  <a:pt x="2529" y="46853"/>
                </a:cubicBezTo>
                <a:cubicBezTo>
                  <a:pt x="4899" y="49055"/>
                  <a:pt x="12024" y="56035"/>
                  <a:pt x="16748" y="60062"/>
                </a:cubicBezTo>
                <a:cubicBezTo>
                  <a:pt x="21473" y="64089"/>
                  <a:pt x="26130" y="68308"/>
                  <a:pt x="30874" y="71017"/>
                </a:cubicBezTo>
                <a:cubicBezTo>
                  <a:pt x="35619" y="73725"/>
                  <a:pt x="40385" y="75721"/>
                  <a:pt x="45213" y="76313"/>
                </a:cubicBezTo>
                <a:cubicBezTo>
                  <a:pt x="50040" y="76904"/>
                  <a:pt x="54955" y="75486"/>
                  <a:pt x="59839" y="74567"/>
                </a:cubicBezTo>
                <a:cubicBezTo>
                  <a:pt x="64724" y="73647"/>
                  <a:pt x="69647" y="71594"/>
                  <a:pt x="74517" y="70796"/>
                </a:cubicBezTo>
                <a:cubicBezTo>
                  <a:pt x="79388" y="69998"/>
                  <a:pt x="84226" y="69805"/>
                  <a:pt x="89063" y="69781"/>
                </a:cubicBezTo>
                <a:cubicBezTo>
                  <a:pt x="93900" y="69757"/>
                  <a:pt x="98713" y="70458"/>
                  <a:pt x="103538" y="70650"/>
                </a:cubicBezTo>
                <a:cubicBezTo>
                  <a:pt x="108364" y="70842"/>
                  <a:pt x="113213" y="70545"/>
                  <a:pt x="118017" y="70934"/>
                </a:cubicBezTo>
                <a:cubicBezTo>
                  <a:pt x="122821" y="71323"/>
                  <a:pt x="127641" y="71217"/>
                  <a:pt x="132364" y="72986"/>
                </a:cubicBezTo>
                <a:cubicBezTo>
                  <a:pt x="137088" y="74754"/>
                  <a:pt x="141742" y="77852"/>
                  <a:pt x="146357" y="81546"/>
                </a:cubicBezTo>
                <a:cubicBezTo>
                  <a:pt x="150973" y="85240"/>
                  <a:pt x="155469" y="91290"/>
                  <a:pt x="160058" y="95148"/>
                </a:cubicBezTo>
                <a:cubicBezTo>
                  <a:pt x="164646" y="99006"/>
                  <a:pt x="169179" y="103410"/>
                  <a:pt x="173888" y="104694"/>
                </a:cubicBezTo>
                <a:cubicBezTo>
                  <a:pt x="178597" y="105977"/>
                  <a:pt x="183411" y="104959"/>
                  <a:pt x="188313" y="102848"/>
                </a:cubicBezTo>
                <a:cubicBezTo>
                  <a:pt x="193216" y="100738"/>
                  <a:pt x="198294" y="95755"/>
                  <a:pt x="203303" y="92033"/>
                </a:cubicBezTo>
                <a:cubicBezTo>
                  <a:pt x="208312" y="88312"/>
                  <a:pt x="213388" y="83724"/>
                  <a:pt x="218367" y="80518"/>
                </a:cubicBezTo>
                <a:cubicBezTo>
                  <a:pt x="223346" y="77313"/>
                  <a:pt x="228259" y="75019"/>
                  <a:pt x="233177" y="72801"/>
                </a:cubicBezTo>
                <a:cubicBezTo>
                  <a:pt x="238094" y="70583"/>
                  <a:pt x="242905" y="69285"/>
                  <a:pt x="247873" y="67212"/>
                </a:cubicBezTo>
                <a:cubicBezTo>
                  <a:pt x="252841" y="65139"/>
                  <a:pt x="260468" y="61503"/>
                  <a:pt x="262987" y="60361"/>
                </a:cubicBezTo>
                <a:cubicBezTo>
                  <a:pt x="265506" y="59219"/>
                  <a:pt x="265271" y="62713"/>
                  <a:pt x="262987" y="60361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90"/>
                </a:srgbClr>
              </a:gs>
              <a:gs pos="18000">
                <a:srgbClr val="767676">
                  <a:alpha val="1399"/>
                </a:srgbClr>
              </a:gs>
              <a:gs pos="48000">
                <a:srgbClr val="767676">
                  <a:alpha val="2258"/>
                </a:srgbClr>
              </a:gs>
              <a:gs pos="78000">
                <a:srgbClr val="767676">
                  <a:alpha val="1693"/>
                </a:srgbClr>
              </a:gs>
              <a:gs pos="100000">
                <a:srgbClr val="767676">
                  <a:alpha val="102"/>
                </a:srgbClr>
              </a:gs>
            </a:gsLst>
            <a:lin ang="10978274" scaled="0"/>
          </a:gradFill>
          <a:ln w="0">
            <a:noFill/>
            <a:prstDash val="solid"/>
          </a:ln>
        </p:spPr>
      </p:sp>
      <p:sp>
        <p:nvSpPr>
          <p:cNvPr id="1198" name="PANEL_D-intermittent-gas-wisp-28-feather-2_153">
            <a:extLst>
              <a:ext uri="{FF2B5EF4-FFF2-40B4-BE49-F238E27FC236}">
                <a16:creationId xmlns:a16="http://schemas.microsoft.com/office/drawing/2014/main" id="{824115D4-B2B8-4837-A9E5-032BF0B3150A}"/>
              </a:ext>
            </a:extLst>
          </p:cNvPr>
          <p:cNvSpPr>
            <a:spLocks/>
          </p:cNvSpPr>
          <p:nvPr/>
        </p:nvSpPr>
        <p:spPr>
          <a:xfrm>
            <a:off x="13535512" y="4152014"/>
            <a:ext cx="252841" cy="74236"/>
          </a:xfrm>
          <a:custGeom>
            <a:pathLst>
              <a:path w="265450" h="77938">
                <a:moveTo>
                  <a:pt x="262959" y="45375"/>
                </a:moveTo>
                <a:cubicBezTo>
                  <a:pt x="260630" y="43685"/>
                  <a:pt x="253706" y="37011"/>
                  <a:pt x="248987" y="35232"/>
                </a:cubicBezTo>
                <a:cubicBezTo>
                  <a:pt x="244268" y="33454"/>
                  <a:pt x="239450" y="34533"/>
                  <a:pt x="234647" y="34703"/>
                </a:cubicBezTo>
                <a:cubicBezTo>
                  <a:pt x="229844" y="34874"/>
                  <a:pt x="224930" y="36932"/>
                  <a:pt x="220169" y="36255"/>
                </a:cubicBezTo>
                <a:cubicBezTo>
                  <a:pt x="215408" y="35577"/>
                  <a:pt x="210737" y="33269"/>
                  <a:pt x="206080" y="30638"/>
                </a:cubicBezTo>
                <a:cubicBezTo>
                  <a:pt x="201422" y="28007"/>
                  <a:pt x="196886" y="23155"/>
                  <a:pt x="192222" y="20470"/>
                </a:cubicBezTo>
                <a:cubicBezTo>
                  <a:pt x="187559" y="17786"/>
                  <a:pt x="182833" y="16153"/>
                  <a:pt x="178098" y="14533"/>
                </a:cubicBezTo>
                <a:cubicBezTo>
                  <a:pt x="173363" y="12913"/>
                  <a:pt x="168555" y="12504"/>
                  <a:pt x="163809" y="10751"/>
                </a:cubicBezTo>
                <a:cubicBezTo>
                  <a:pt x="159064" y="8998"/>
                  <a:pt x="154385" y="5695"/>
                  <a:pt x="149627" y="4014"/>
                </a:cubicBezTo>
                <a:cubicBezTo>
                  <a:pt x="144868" y="2334"/>
                  <a:pt x="140118" y="396"/>
                  <a:pt x="135258" y="668"/>
                </a:cubicBezTo>
                <a:cubicBezTo>
                  <a:pt x="130398" y="940"/>
                  <a:pt x="125387" y="4222"/>
                  <a:pt x="120465" y="5647"/>
                </a:cubicBezTo>
                <a:cubicBezTo>
                  <a:pt x="115542" y="7073"/>
                  <a:pt x="110573" y="9450"/>
                  <a:pt x="105723" y="9222"/>
                </a:cubicBezTo>
                <a:cubicBezTo>
                  <a:pt x="100874" y="8993"/>
                  <a:pt x="96159" y="5804"/>
                  <a:pt x="91368" y="4278"/>
                </a:cubicBezTo>
                <a:cubicBezTo>
                  <a:pt x="86577" y="2752"/>
                  <a:pt x="81843" y="0"/>
                  <a:pt x="76979" y="66"/>
                </a:cubicBezTo>
                <a:cubicBezTo>
                  <a:pt x="72115" y="132"/>
                  <a:pt x="67141" y="2601"/>
                  <a:pt x="62184" y="4674"/>
                </a:cubicBezTo>
                <a:cubicBezTo>
                  <a:pt x="57226" y="6746"/>
                  <a:pt x="52200" y="10195"/>
                  <a:pt x="47231" y="12501"/>
                </a:cubicBezTo>
                <a:cubicBezTo>
                  <a:pt x="42263" y="14808"/>
                  <a:pt x="37327" y="16397"/>
                  <a:pt x="32372" y="18512"/>
                </a:cubicBezTo>
                <a:cubicBezTo>
                  <a:pt x="27417" y="20626"/>
                  <a:pt x="22482" y="22960"/>
                  <a:pt x="17504" y="25186"/>
                </a:cubicBezTo>
                <a:cubicBezTo>
                  <a:pt x="12525" y="27412"/>
                  <a:pt x="5001" y="30754"/>
                  <a:pt x="2501" y="31868"/>
                </a:cubicBezTo>
                <a:cubicBezTo>
                  <a:pt x="0" y="32981"/>
                  <a:pt x="110" y="30194"/>
                  <a:pt x="2501" y="31868"/>
                </a:cubicBezTo>
                <a:cubicBezTo>
                  <a:pt x="4891" y="33542"/>
                  <a:pt x="12077" y="38956"/>
                  <a:pt x="16845" y="41913"/>
                </a:cubicBezTo>
                <a:cubicBezTo>
                  <a:pt x="21613" y="44869"/>
                  <a:pt x="26325" y="47792"/>
                  <a:pt x="31108" y="49607"/>
                </a:cubicBezTo>
                <a:cubicBezTo>
                  <a:pt x="35891" y="51422"/>
                  <a:pt x="40694" y="52610"/>
                  <a:pt x="45542" y="52800"/>
                </a:cubicBezTo>
                <a:cubicBezTo>
                  <a:pt x="50390" y="52990"/>
                  <a:pt x="55305" y="51671"/>
                  <a:pt x="60193" y="50747"/>
                </a:cubicBezTo>
                <a:cubicBezTo>
                  <a:pt x="65081" y="49823"/>
                  <a:pt x="69997" y="48047"/>
                  <a:pt x="74871" y="47257"/>
                </a:cubicBezTo>
                <a:cubicBezTo>
                  <a:pt x="79746" y="46467"/>
                  <a:pt x="84596" y="46105"/>
                  <a:pt x="89441" y="46007"/>
                </a:cubicBezTo>
                <a:cubicBezTo>
                  <a:pt x="94285" y="45910"/>
                  <a:pt x="99113" y="46400"/>
                  <a:pt x="103939" y="46671"/>
                </a:cubicBezTo>
                <a:cubicBezTo>
                  <a:pt x="108765" y="46943"/>
                  <a:pt x="113601" y="47013"/>
                  <a:pt x="118398" y="47638"/>
                </a:cubicBezTo>
                <a:cubicBezTo>
                  <a:pt x="123195" y="48262"/>
                  <a:pt x="127992" y="48692"/>
                  <a:pt x="132723" y="50420"/>
                </a:cubicBezTo>
                <a:cubicBezTo>
                  <a:pt x="137453" y="52149"/>
                  <a:pt x="142128" y="54911"/>
                  <a:pt x="146780" y="58009"/>
                </a:cubicBezTo>
                <a:cubicBezTo>
                  <a:pt x="151433" y="61107"/>
                  <a:pt x="156002" y="65881"/>
                  <a:pt x="160637" y="69008"/>
                </a:cubicBezTo>
                <a:cubicBezTo>
                  <a:pt x="165272" y="72135"/>
                  <a:pt x="169866" y="75602"/>
                  <a:pt x="174589" y="76770"/>
                </a:cubicBezTo>
                <a:cubicBezTo>
                  <a:pt x="179313" y="77938"/>
                  <a:pt x="184109" y="77407"/>
                  <a:pt x="188977" y="76015"/>
                </a:cubicBezTo>
                <a:cubicBezTo>
                  <a:pt x="193845" y="74624"/>
                  <a:pt x="198844" y="71104"/>
                  <a:pt x="203796" y="68421"/>
                </a:cubicBezTo>
                <a:cubicBezTo>
                  <a:pt x="208748" y="65737"/>
                  <a:pt x="213756" y="62327"/>
                  <a:pt x="218690" y="59915"/>
                </a:cubicBezTo>
                <a:cubicBezTo>
                  <a:pt x="223624" y="57503"/>
                  <a:pt x="228512" y="55645"/>
                  <a:pt x="233399" y="53950"/>
                </a:cubicBezTo>
                <a:cubicBezTo>
                  <a:pt x="238286" y="52255"/>
                  <a:pt x="243085" y="51176"/>
                  <a:pt x="248012" y="49747"/>
                </a:cubicBezTo>
                <a:cubicBezTo>
                  <a:pt x="252938" y="48318"/>
                  <a:pt x="260467" y="46104"/>
                  <a:pt x="262959" y="45375"/>
                </a:cubicBezTo>
                <a:cubicBezTo>
                  <a:pt x="265450" y="44647"/>
                  <a:pt x="265287" y="47066"/>
                  <a:pt x="262959" y="45375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16"/>
                </a:srgbClr>
              </a:gs>
              <a:gs pos="18000">
                <a:srgbClr val="767676">
                  <a:alpha val="1795"/>
                </a:srgbClr>
              </a:gs>
              <a:gs pos="48000">
                <a:srgbClr val="767676">
                  <a:alpha val="2897"/>
                </a:srgbClr>
              </a:gs>
              <a:gs pos="78000">
                <a:srgbClr val="767676">
                  <a:alpha val="2173"/>
                </a:srgbClr>
              </a:gs>
              <a:gs pos="100000">
                <a:srgbClr val="767676">
                  <a:alpha val="131"/>
                </a:srgbClr>
              </a:gs>
            </a:gsLst>
            <a:lin ang="10978274" scaled="0"/>
          </a:gradFill>
          <a:ln w="0">
            <a:noFill/>
            <a:prstDash val="solid"/>
          </a:ln>
        </p:spPr>
      </p:sp>
      <p:sp>
        <p:nvSpPr>
          <p:cNvPr id="1199" name="PANEL_D-intermittent-gas-core-9-feather-0_154">
            <a:extLst>
              <a:ext uri="{FF2B5EF4-FFF2-40B4-BE49-F238E27FC236}">
                <a16:creationId xmlns:a16="http://schemas.microsoft.com/office/drawing/2014/main" id="{B5D51239-725D-429E-9D5B-C981144AFE41}"/>
              </a:ext>
            </a:extLst>
          </p:cNvPr>
          <p:cNvSpPr>
            <a:spLocks/>
          </p:cNvSpPr>
          <p:nvPr/>
        </p:nvSpPr>
        <p:spPr>
          <a:xfrm>
            <a:off x="12753913" y="3641171"/>
            <a:ext cx="508413" cy="581944"/>
          </a:xfrm>
          <a:custGeom>
            <a:pathLst>
              <a:path w="533767" h="610965">
                <a:moveTo>
                  <a:pt x="528596" y="304727"/>
                </a:moveTo>
                <a:cubicBezTo>
                  <a:pt x="524216" y="288031"/>
                  <a:pt x="511197" y="232789"/>
                  <a:pt x="502318" y="204550"/>
                </a:cubicBezTo>
                <a:cubicBezTo>
                  <a:pt x="493440" y="176311"/>
                  <a:pt x="484470" y="152285"/>
                  <a:pt x="475327" y="135294"/>
                </a:cubicBezTo>
                <a:cubicBezTo>
                  <a:pt x="466183" y="118303"/>
                  <a:pt x="456732" y="113060"/>
                  <a:pt x="447455" y="102604"/>
                </a:cubicBezTo>
                <a:cubicBezTo>
                  <a:pt x="438179" y="92148"/>
                  <a:pt x="429099" y="78745"/>
                  <a:pt x="419665" y="72559"/>
                </a:cubicBezTo>
                <a:cubicBezTo>
                  <a:pt x="410231" y="66373"/>
                  <a:pt x="400804" y="59028"/>
                  <a:pt x="390850" y="65488"/>
                </a:cubicBezTo>
                <a:cubicBezTo>
                  <a:pt x="380897" y="71949"/>
                  <a:pt x="370137" y="99190"/>
                  <a:pt x="359942" y="111323"/>
                </a:cubicBezTo>
                <a:cubicBezTo>
                  <a:pt x="349747" y="123455"/>
                  <a:pt x="339362" y="143672"/>
                  <a:pt x="329680" y="138284"/>
                </a:cubicBezTo>
                <a:cubicBezTo>
                  <a:pt x="319997" y="132897"/>
                  <a:pt x="311111" y="100432"/>
                  <a:pt x="301847" y="78996"/>
                </a:cubicBezTo>
                <a:cubicBezTo>
                  <a:pt x="292582" y="57561"/>
                  <a:pt x="283689" y="19349"/>
                  <a:pt x="274093" y="9674"/>
                </a:cubicBezTo>
                <a:cubicBezTo>
                  <a:pt x="264498" y="0"/>
                  <a:pt x="254325" y="11540"/>
                  <a:pt x="244273" y="20951"/>
                </a:cubicBezTo>
                <a:cubicBezTo>
                  <a:pt x="234221" y="30361"/>
                  <a:pt x="223813" y="56187"/>
                  <a:pt x="213779" y="66138"/>
                </a:cubicBezTo>
                <a:cubicBezTo>
                  <a:pt x="203746" y="76090"/>
                  <a:pt x="193990" y="74517"/>
                  <a:pt x="184072" y="80660"/>
                </a:cubicBezTo>
                <a:cubicBezTo>
                  <a:pt x="174155" y="86803"/>
                  <a:pt x="164292" y="90215"/>
                  <a:pt x="154274" y="102998"/>
                </a:cubicBezTo>
                <a:cubicBezTo>
                  <a:pt x="144256" y="115781"/>
                  <a:pt x="133963" y="144014"/>
                  <a:pt x="123965" y="157358"/>
                </a:cubicBezTo>
                <a:cubicBezTo>
                  <a:pt x="113966" y="170703"/>
                  <a:pt x="104058" y="181203"/>
                  <a:pt x="94285" y="183067"/>
                </a:cubicBezTo>
                <a:cubicBezTo>
                  <a:pt x="84512" y="184931"/>
                  <a:pt x="75075" y="167469"/>
                  <a:pt x="65329" y="168543"/>
                </a:cubicBezTo>
                <a:cubicBezTo>
                  <a:pt x="55583" y="169617"/>
                  <a:pt x="45846" y="168931"/>
                  <a:pt x="35811" y="189513"/>
                </a:cubicBezTo>
                <a:cubicBezTo>
                  <a:pt x="25775" y="210096"/>
                  <a:pt x="10232" y="274951"/>
                  <a:pt x="5116" y="292039"/>
                </a:cubicBezTo>
                <a:cubicBezTo>
                  <a:pt x="0" y="309127"/>
                  <a:pt x="401" y="283514"/>
                  <a:pt x="5116" y="292039"/>
                </a:cubicBezTo>
                <a:cubicBezTo>
                  <a:pt x="9830" y="300564"/>
                  <a:pt x="23924" y="329850"/>
                  <a:pt x="33402" y="343188"/>
                </a:cubicBezTo>
                <a:cubicBezTo>
                  <a:pt x="42880" y="356527"/>
                  <a:pt x="52410" y="365608"/>
                  <a:pt x="61983" y="372072"/>
                </a:cubicBezTo>
                <a:cubicBezTo>
                  <a:pt x="71555" y="378535"/>
                  <a:pt x="81211" y="379327"/>
                  <a:pt x="90837" y="381969"/>
                </a:cubicBezTo>
                <a:cubicBezTo>
                  <a:pt x="100464" y="384612"/>
                  <a:pt x="110212" y="380613"/>
                  <a:pt x="119739" y="387927"/>
                </a:cubicBezTo>
                <a:cubicBezTo>
                  <a:pt x="129267" y="395240"/>
                  <a:pt x="138739" y="406266"/>
                  <a:pt x="148000" y="425848"/>
                </a:cubicBezTo>
                <a:cubicBezTo>
                  <a:pt x="157260" y="445429"/>
                  <a:pt x="166234" y="479011"/>
                  <a:pt x="175301" y="505415"/>
                </a:cubicBezTo>
                <a:cubicBezTo>
                  <a:pt x="184368" y="531819"/>
                  <a:pt x="193200" y="566879"/>
                  <a:pt x="202400" y="584271"/>
                </a:cubicBezTo>
                <a:cubicBezTo>
                  <a:pt x="211600" y="601663"/>
                  <a:pt x="220911" y="610965"/>
                  <a:pt x="230501" y="609767"/>
                </a:cubicBezTo>
                <a:cubicBezTo>
                  <a:pt x="240092" y="608569"/>
                  <a:pt x="250036" y="591031"/>
                  <a:pt x="259944" y="577082"/>
                </a:cubicBezTo>
                <a:cubicBezTo>
                  <a:pt x="269852" y="563132"/>
                  <a:pt x="279974" y="541229"/>
                  <a:pt x="289948" y="526070"/>
                </a:cubicBezTo>
                <a:cubicBezTo>
                  <a:pt x="299921" y="510910"/>
                  <a:pt x="309837" y="498872"/>
                  <a:pt x="319787" y="486127"/>
                </a:cubicBezTo>
                <a:cubicBezTo>
                  <a:pt x="329738" y="473383"/>
                  <a:pt x="339623" y="463131"/>
                  <a:pt x="349651" y="449601"/>
                </a:cubicBezTo>
                <a:cubicBezTo>
                  <a:pt x="359679" y="436072"/>
                  <a:pt x="369861" y="418341"/>
                  <a:pt x="379954" y="404953"/>
                </a:cubicBezTo>
                <a:cubicBezTo>
                  <a:pt x="390048" y="391564"/>
                  <a:pt x="400286" y="375820"/>
                  <a:pt x="410212" y="369269"/>
                </a:cubicBezTo>
                <a:cubicBezTo>
                  <a:pt x="420137" y="362719"/>
                  <a:pt x="429840" y="363632"/>
                  <a:pt x="439506" y="365650"/>
                </a:cubicBezTo>
                <a:cubicBezTo>
                  <a:pt x="449172" y="367668"/>
                  <a:pt x="458533" y="379980"/>
                  <a:pt x="468210" y="381375"/>
                </a:cubicBezTo>
                <a:cubicBezTo>
                  <a:pt x="477886" y="382771"/>
                  <a:pt x="487500" y="386799"/>
                  <a:pt x="497564" y="374024"/>
                </a:cubicBezTo>
                <a:cubicBezTo>
                  <a:pt x="507629" y="361250"/>
                  <a:pt x="523424" y="316276"/>
                  <a:pt x="528596" y="304727"/>
                </a:cubicBezTo>
                <a:cubicBezTo>
                  <a:pt x="533767" y="293177"/>
                  <a:pt x="532975" y="321423"/>
                  <a:pt x="528596" y="304727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133"/>
                </a:srgbClr>
              </a:gs>
              <a:gs pos="18000">
                <a:srgbClr val="919191">
                  <a:alpha val="2066"/>
                </a:srgbClr>
              </a:gs>
              <a:gs pos="48000">
                <a:srgbClr val="919191">
                  <a:alpha val="3332"/>
                </a:srgbClr>
              </a:gs>
              <a:gs pos="78000">
                <a:srgbClr val="919191">
                  <a:alpha val="2499"/>
                </a:srgbClr>
              </a:gs>
              <a:gs pos="100000">
                <a:srgbClr val="919191">
                  <a:alpha val="150"/>
                </a:srgbClr>
              </a:gs>
            </a:gsLst>
            <a:lin ang="10883308" scaled="0"/>
          </a:gradFill>
          <a:ln w="0">
            <a:noFill/>
            <a:prstDash val="solid"/>
          </a:ln>
        </p:spPr>
      </p:sp>
      <p:sp>
        <p:nvSpPr>
          <p:cNvPr id="1200" name="PANEL_D-intermittent-gas-core-9-feather-1_155">
            <a:extLst>
              <a:ext uri="{FF2B5EF4-FFF2-40B4-BE49-F238E27FC236}">
                <a16:creationId xmlns:a16="http://schemas.microsoft.com/office/drawing/2014/main" id="{E398F0DA-C966-4BEB-B47E-B881EC5F24AA}"/>
              </a:ext>
            </a:extLst>
          </p:cNvPr>
          <p:cNvSpPr>
            <a:spLocks/>
          </p:cNvSpPr>
          <p:nvPr/>
        </p:nvSpPr>
        <p:spPr>
          <a:xfrm>
            <a:off x="12753962" y="3712095"/>
            <a:ext cx="508291" cy="455117"/>
          </a:xfrm>
          <a:custGeom>
            <a:pathLst>
              <a:path w="533639" h="477813">
                <a:moveTo>
                  <a:pt x="528544" y="230266"/>
                </a:moveTo>
                <a:cubicBezTo>
                  <a:pt x="524068" y="217027"/>
                  <a:pt x="510724" y="173528"/>
                  <a:pt x="501685" y="150833"/>
                </a:cubicBezTo>
                <a:cubicBezTo>
                  <a:pt x="492647" y="128138"/>
                  <a:pt x="483550" y="108264"/>
                  <a:pt x="474313" y="94097"/>
                </a:cubicBezTo>
                <a:cubicBezTo>
                  <a:pt x="465076" y="79930"/>
                  <a:pt x="455608" y="74719"/>
                  <a:pt x="446265" y="65828"/>
                </a:cubicBezTo>
                <a:cubicBezTo>
                  <a:pt x="436922" y="56938"/>
                  <a:pt x="427737" y="45804"/>
                  <a:pt x="418255" y="40753"/>
                </a:cubicBezTo>
                <a:cubicBezTo>
                  <a:pt x="408772" y="35703"/>
                  <a:pt x="399285" y="30038"/>
                  <a:pt x="389371" y="35524"/>
                </a:cubicBezTo>
                <a:cubicBezTo>
                  <a:pt x="379457" y="41010"/>
                  <a:pt x="368893" y="63144"/>
                  <a:pt x="358771" y="73668"/>
                </a:cubicBezTo>
                <a:cubicBezTo>
                  <a:pt x="348649" y="84193"/>
                  <a:pt x="338365" y="101464"/>
                  <a:pt x="328637" y="98673"/>
                </a:cubicBezTo>
                <a:cubicBezTo>
                  <a:pt x="318909" y="95882"/>
                  <a:pt x="309797" y="72266"/>
                  <a:pt x="300401" y="56920"/>
                </a:cubicBezTo>
                <a:cubicBezTo>
                  <a:pt x="291005" y="41574"/>
                  <a:pt x="281901" y="13193"/>
                  <a:pt x="272262" y="6597"/>
                </a:cubicBezTo>
                <a:cubicBezTo>
                  <a:pt x="262622" y="0"/>
                  <a:pt x="252542" y="9737"/>
                  <a:pt x="242565" y="17340"/>
                </a:cubicBezTo>
                <a:cubicBezTo>
                  <a:pt x="232587" y="24942"/>
                  <a:pt x="222344" y="44931"/>
                  <a:pt x="212398" y="52211"/>
                </a:cubicBezTo>
                <a:cubicBezTo>
                  <a:pt x="202452" y="59491"/>
                  <a:pt x="192734" y="57289"/>
                  <a:pt x="182889" y="61020"/>
                </a:cubicBezTo>
                <a:cubicBezTo>
                  <a:pt x="173044" y="64751"/>
                  <a:pt x="163249" y="65932"/>
                  <a:pt x="153328" y="74596"/>
                </a:cubicBezTo>
                <a:cubicBezTo>
                  <a:pt x="143407" y="83259"/>
                  <a:pt x="133273" y="103754"/>
                  <a:pt x="123362" y="113001"/>
                </a:cubicBezTo>
                <a:cubicBezTo>
                  <a:pt x="113451" y="122248"/>
                  <a:pt x="103606" y="129315"/>
                  <a:pt x="93861" y="130077"/>
                </a:cubicBezTo>
                <a:cubicBezTo>
                  <a:pt x="84116" y="130840"/>
                  <a:pt x="74627" y="116798"/>
                  <a:pt x="64891" y="117575"/>
                </a:cubicBezTo>
                <a:cubicBezTo>
                  <a:pt x="55156" y="118352"/>
                  <a:pt x="45422" y="118074"/>
                  <a:pt x="35451" y="134741"/>
                </a:cubicBezTo>
                <a:cubicBezTo>
                  <a:pt x="25479" y="151408"/>
                  <a:pt x="10129" y="203772"/>
                  <a:pt x="5064" y="217578"/>
                </a:cubicBezTo>
                <a:cubicBezTo>
                  <a:pt x="0" y="231385"/>
                  <a:pt x="313" y="211407"/>
                  <a:pt x="5064" y="217578"/>
                </a:cubicBezTo>
                <a:cubicBezTo>
                  <a:pt x="9816" y="223750"/>
                  <a:pt x="24036" y="244816"/>
                  <a:pt x="33572" y="254608"/>
                </a:cubicBezTo>
                <a:cubicBezTo>
                  <a:pt x="43108" y="264399"/>
                  <a:pt x="52681" y="271225"/>
                  <a:pt x="62281" y="276327"/>
                </a:cubicBezTo>
                <a:cubicBezTo>
                  <a:pt x="71881" y="281429"/>
                  <a:pt x="81542" y="282468"/>
                  <a:pt x="91172" y="285221"/>
                </a:cubicBezTo>
                <a:cubicBezTo>
                  <a:pt x="100803" y="287974"/>
                  <a:pt x="110522" y="285978"/>
                  <a:pt x="120066" y="292844"/>
                </a:cubicBezTo>
                <a:cubicBezTo>
                  <a:pt x="129609" y="299710"/>
                  <a:pt x="139103" y="309838"/>
                  <a:pt x="148434" y="326418"/>
                </a:cubicBezTo>
                <a:cubicBezTo>
                  <a:pt x="157764" y="342999"/>
                  <a:pt x="166866" y="370673"/>
                  <a:pt x="176047" y="392329"/>
                </a:cubicBezTo>
                <a:cubicBezTo>
                  <a:pt x="185229" y="413985"/>
                  <a:pt x="194226" y="442307"/>
                  <a:pt x="203522" y="456355"/>
                </a:cubicBezTo>
                <a:cubicBezTo>
                  <a:pt x="212818" y="470402"/>
                  <a:pt x="222205" y="477813"/>
                  <a:pt x="231823" y="476616"/>
                </a:cubicBezTo>
                <a:cubicBezTo>
                  <a:pt x="241440" y="475420"/>
                  <a:pt x="251342" y="461004"/>
                  <a:pt x="261225" y="449175"/>
                </a:cubicBezTo>
                <a:cubicBezTo>
                  <a:pt x="271108" y="437345"/>
                  <a:pt x="281170" y="418834"/>
                  <a:pt x="291120" y="405637"/>
                </a:cubicBezTo>
                <a:cubicBezTo>
                  <a:pt x="301069" y="392439"/>
                  <a:pt x="310984" y="381342"/>
                  <a:pt x="320921" y="369990"/>
                </a:cubicBezTo>
                <a:cubicBezTo>
                  <a:pt x="330858" y="358638"/>
                  <a:pt x="340752" y="349140"/>
                  <a:pt x="350744" y="337526"/>
                </a:cubicBezTo>
                <a:cubicBezTo>
                  <a:pt x="360735" y="325912"/>
                  <a:pt x="370849" y="311196"/>
                  <a:pt x="380872" y="300306"/>
                </a:cubicBezTo>
                <a:cubicBezTo>
                  <a:pt x="390895" y="289417"/>
                  <a:pt x="401015" y="277071"/>
                  <a:pt x="410881" y="272187"/>
                </a:cubicBezTo>
                <a:cubicBezTo>
                  <a:pt x="420746" y="267303"/>
                  <a:pt x="430418" y="268695"/>
                  <a:pt x="440065" y="271004"/>
                </a:cubicBezTo>
                <a:cubicBezTo>
                  <a:pt x="449711" y="273313"/>
                  <a:pt x="459110" y="284038"/>
                  <a:pt x="468762" y="286041"/>
                </a:cubicBezTo>
                <a:cubicBezTo>
                  <a:pt x="478414" y="288044"/>
                  <a:pt x="488013" y="292318"/>
                  <a:pt x="497977" y="283023"/>
                </a:cubicBezTo>
                <a:cubicBezTo>
                  <a:pt x="507941" y="273727"/>
                  <a:pt x="523450" y="239059"/>
                  <a:pt x="528544" y="230266"/>
                </a:cubicBezTo>
                <a:cubicBezTo>
                  <a:pt x="533639" y="221473"/>
                  <a:pt x="533021" y="243505"/>
                  <a:pt x="528544" y="230266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78"/>
                </a:srgbClr>
              </a:gs>
              <a:gs pos="18000">
                <a:srgbClr val="767676">
                  <a:alpha val="2756"/>
                </a:srgbClr>
              </a:gs>
              <a:gs pos="48000">
                <a:srgbClr val="767676">
                  <a:alpha val="4444"/>
                </a:srgbClr>
              </a:gs>
              <a:gs pos="78000">
                <a:srgbClr val="767676">
                  <a:alpha val="3332"/>
                </a:srgbClr>
              </a:gs>
              <a:gs pos="100000">
                <a:srgbClr val="767676">
                  <a:alpha val="201"/>
                </a:srgbClr>
              </a:gs>
            </a:gsLst>
            <a:lin ang="10883308" scaled="0"/>
          </a:gradFill>
          <a:ln w="0">
            <a:noFill/>
            <a:prstDash val="solid"/>
          </a:ln>
        </p:spPr>
      </p:sp>
      <p:sp>
        <p:nvSpPr>
          <p:cNvPr id="1201" name="PANEL_D-intermittent-gas-core-9-feather-2_156">
            <a:extLst>
              <a:ext uri="{FF2B5EF4-FFF2-40B4-BE49-F238E27FC236}">
                <a16:creationId xmlns:a16="http://schemas.microsoft.com/office/drawing/2014/main" id="{97B627DC-CCED-4ADD-91ED-D47927FCF15B}"/>
              </a:ext>
            </a:extLst>
          </p:cNvPr>
          <p:cNvSpPr>
            <a:spLocks/>
          </p:cNvSpPr>
          <p:nvPr/>
        </p:nvSpPr>
        <p:spPr>
          <a:xfrm>
            <a:off x="12754016" y="3787955"/>
            <a:ext cx="508157" cy="318271"/>
          </a:xfrm>
          <a:custGeom>
            <a:pathLst>
              <a:path w="533498" h="334142">
                <a:moveTo>
                  <a:pt x="528488" y="150623"/>
                </a:moveTo>
                <a:cubicBezTo>
                  <a:pt x="523906" y="141155"/>
                  <a:pt x="510208" y="110465"/>
                  <a:pt x="500994" y="93818"/>
                </a:cubicBezTo>
                <a:cubicBezTo>
                  <a:pt x="491781" y="77172"/>
                  <a:pt x="482545" y="61829"/>
                  <a:pt x="473208" y="50742"/>
                </a:cubicBezTo>
                <a:cubicBezTo>
                  <a:pt x="463870" y="39655"/>
                  <a:pt x="454382" y="34479"/>
                  <a:pt x="444967" y="27296"/>
                </a:cubicBezTo>
                <a:cubicBezTo>
                  <a:pt x="435551" y="20113"/>
                  <a:pt x="426251" y="11455"/>
                  <a:pt x="416716" y="7642"/>
                </a:cubicBezTo>
                <a:cubicBezTo>
                  <a:pt x="407181" y="3830"/>
                  <a:pt x="397627" y="0"/>
                  <a:pt x="387757" y="4423"/>
                </a:cubicBezTo>
                <a:cubicBezTo>
                  <a:pt x="377886" y="8845"/>
                  <a:pt x="367536" y="25407"/>
                  <a:pt x="357493" y="34178"/>
                </a:cubicBezTo>
                <a:cubicBezTo>
                  <a:pt x="347451" y="42948"/>
                  <a:pt x="337278" y="57006"/>
                  <a:pt x="327500" y="57047"/>
                </a:cubicBezTo>
                <a:cubicBezTo>
                  <a:pt x="317722" y="57088"/>
                  <a:pt x="308363" y="43126"/>
                  <a:pt x="298824" y="34423"/>
                </a:cubicBezTo>
                <a:cubicBezTo>
                  <a:pt x="289285" y="25719"/>
                  <a:pt x="279951" y="8065"/>
                  <a:pt x="270264" y="4826"/>
                </a:cubicBezTo>
                <a:cubicBezTo>
                  <a:pt x="260577" y="1587"/>
                  <a:pt x="250596" y="9357"/>
                  <a:pt x="240701" y="14987"/>
                </a:cubicBezTo>
                <a:cubicBezTo>
                  <a:pt x="230805" y="20616"/>
                  <a:pt x="220742" y="34239"/>
                  <a:pt x="210892" y="38604"/>
                </a:cubicBezTo>
                <a:cubicBezTo>
                  <a:pt x="201041" y="42970"/>
                  <a:pt x="191364" y="40082"/>
                  <a:pt x="181598" y="41181"/>
                </a:cubicBezTo>
                <a:cubicBezTo>
                  <a:pt x="171832" y="42280"/>
                  <a:pt x="162111" y="41029"/>
                  <a:pt x="152295" y="45198"/>
                </a:cubicBezTo>
                <a:cubicBezTo>
                  <a:pt x="142479" y="49367"/>
                  <a:pt x="132520" y="61421"/>
                  <a:pt x="122704" y="66198"/>
                </a:cubicBezTo>
                <a:cubicBezTo>
                  <a:pt x="112888" y="70974"/>
                  <a:pt x="103114" y="74297"/>
                  <a:pt x="93399" y="73857"/>
                </a:cubicBezTo>
                <a:cubicBezTo>
                  <a:pt x="83684" y="73417"/>
                  <a:pt x="74138" y="63106"/>
                  <a:pt x="64414" y="63560"/>
                </a:cubicBezTo>
                <a:cubicBezTo>
                  <a:pt x="54690" y="64013"/>
                  <a:pt x="44959" y="64180"/>
                  <a:pt x="35058" y="76576"/>
                </a:cubicBezTo>
                <a:cubicBezTo>
                  <a:pt x="25157" y="88972"/>
                  <a:pt x="10017" y="127709"/>
                  <a:pt x="5008" y="137935"/>
                </a:cubicBezTo>
                <a:cubicBezTo>
                  <a:pt x="0" y="148162"/>
                  <a:pt x="217" y="134331"/>
                  <a:pt x="5008" y="137935"/>
                </a:cubicBezTo>
                <a:cubicBezTo>
                  <a:pt x="9800" y="141539"/>
                  <a:pt x="24158" y="153639"/>
                  <a:pt x="33757" y="159561"/>
                </a:cubicBezTo>
                <a:cubicBezTo>
                  <a:pt x="43357" y="165482"/>
                  <a:pt x="52977" y="169848"/>
                  <a:pt x="62607" y="173465"/>
                </a:cubicBezTo>
                <a:cubicBezTo>
                  <a:pt x="72237" y="177082"/>
                  <a:pt x="81902" y="178391"/>
                  <a:pt x="91538" y="181264"/>
                </a:cubicBezTo>
                <a:cubicBezTo>
                  <a:pt x="101174" y="184137"/>
                  <a:pt x="110861" y="184326"/>
                  <a:pt x="120422" y="190704"/>
                </a:cubicBezTo>
                <a:cubicBezTo>
                  <a:pt x="129984" y="197083"/>
                  <a:pt x="139500" y="206229"/>
                  <a:pt x="148907" y="219537"/>
                </a:cubicBezTo>
                <a:cubicBezTo>
                  <a:pt x="158313" y="232844"/>
                  <a:pt x="167555" y="254072"/>
                  <a:pt x="176861" y="270549"/>
                </a:cubicBezTo>
                <a:cubicBezTo>
                  <a:pt x="186168" y="287026"/>
                  <a:pt x="195347" y="307996"/>
                  <a:pt x="204747" y="318396"/>
                </a:cubicBezTo>
                <a:cubicBezTo>
                  <a:pt x="214147" y="328796"/>
                  <a:pt x="223618" y="334142"/>
                  <a:pt x="233264" y="332947"/>
                </a:cubicBezTo>
                <a:cubicBezTo>
                  <a:pt x="242910" y="331752"/>
                  <a:pt x="252767" y="320744"/>
                  <a:pt x="262623" y="311226"/>
                </a:cubicBezTo>
                <a:cubicBezTo>
                  <a:pt x="272479" y="301709"/>
                  <a:pt x="282476" y="286900"/>
                  <a:pt x="292398" y="275842"/>
                </a:cubicBezTo>
                <a:cubicBezTo>
                  <a:pt x="302321" y="264785"/>
                  <a:pt x="312235" y="254714"/>
                  <a:pt x="322158" y="244882"/>
                </a:cubicBezTo>
                <a:cubicBezTo>
                  <a:pt x="332081" y="235050"/>
                  <a:pt x="341983" y="226373"/>
                  <a:pt x="351936" y="216848"/>
                </a:cubicBezTo>
                <a:cubicBezTo>
                  <a:pt x="361888" y="207323"/>
                  <a:pt x="371927" y="195897"/>
                  <a:pt x="381873" y="187733"/>
                </a:cubicBezTo>
                <a:cubicBezTo>
                  <a:pt x="391819" y="179570"/>
                  <a:pt x="401811" y="170931"/>
                  <a:pt x="411611" y="167866"/>
                </a:cubicBezTo>
                <a:cubicBezTo>
                  <a:pt x="421411" y="164800"/>
                  <a:pt x="431048" y="166714"/>
                  <a:pt x="440674" y="169341"/>
                </a:cubicBezTo>
                <a:cubicBezTo>
                  <a:pt x="450300" y="171967"/>
                  <a:pt x="459739" y="180960"/>
                  <a:pt x="469364" y="183626"/>
                </a:cubicBezTo>
                <a:cubicBezTo>
                  <a:pt x="478990" y="186292"/>
                  <a:pt x="488573" y="190835"/>
                  <a:pt x="498427" y="185334"/>
                </a:cubicBezTo>
                <a:cubicBezTo>
                  <a:pt x="508281" y="179834"/>
                  <a:pt x="523478" y="156408"/>
                  <a:pt x="528488" y="150623"/>
                </a:cubicBezTo>
                <a:cubicBezTo>
                  <a:pt x="533498" y="144837"/>
                  <a:pt x="533070" y="160090"/>
                  <a:pt x="528488" y="150623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28"/>
                </a:srgbClr>
              </a:gs>
              <a:gs pos="18000">
                <a:srgbClr val="767676">
                  <a:alpha val="3536"/>
                </a:srgbClr>
              </a:gs>
              <a:gs pos="48000">
                <a:srgbClr val="767676">
                  <a:alpha val="5702"/>
                </a:srgbClr>
              </a:gs>
              <a:gs pos="78000">
                <a:srgbClr val="767676">
                  <a:alpha val="4277"/>
                </a:srgbClr>
              </a:gs>
              <a:gs pos="100000">
                <a:srgbClr val="767676">
                  <a:alpha val="257"/>
                </a:srgbClr>
              </a:gs>
            </a:gsLst>
            <a:lin ang="10883308" scaled="0"/>
          </a:gradFill>
          <a:ln w="0">
            <a:noFill/>
            <a:prstDash val="solid"/>
          </a:ln>
        </p:spPr>
      </p:sp>
      <p:sp>
        <p:nvSpPr>
          <p:cNvPr id="1202" name="PANEL_D-intermittent-gas-core-9-feather-3_157">
            <a:extLst>
              <a:ext uri="{FF2B5EF4-FFF2-40B4-BE49-F238E27FC236}">
                <a16:creationId xmlns:a16="http://schemas.microsoft.com/office/drawing/2014/main" id="{3C411A32-1A53-4398-ACDA-D953A8DEBD25}"/>
              </a:ext>
            </a:extLst>
          </p:cNvPr>
          <p:cNvSpPr>
            <a:spLocks/>
          </p:cNvSpPr>
          <p:nvPr/>
        </p:nvSpPr>
        <p:spPr>
          <a:xfrm>
            <a:off x="12754069" y="3835204"/>
            <a:ext cx="508023" cy="210036"/>
          </a:xfrm>
          <a:custGeom>
            <a:pathLst>
              <a:path w="533358" h="220510">
                <a:moveTo>
                  <a:pt x="528432" y="101018"/>
                </a:moveTo>
                <a:cubicBezTo>
                  <a:pt x="523744" y="95322"/>
                  <a:pt x="509692" y="77441"/>
                  <a:pt x="500303" y="66842"/>
                </a:cubicBezTo>
                <a:cubicBezTo>
                  <a:pt x="490915" y="56243"/>
                  <a:pt x="481541" y="45431"/>
                  <a:pt x="472102" y="37425"/>
                </a:cubicBezTo>
                <a:cubicBezTo>
                  <a:pt x="462663" y="29418"/>
                  <a:pt x="453156" y="24277"/>
                  <a:pt x="443668" y="18802"/>
                </a:cubicBezTo>
                <a:cubicBezTo>
                  <a:pt x="434181" y="13326"/>
                  <a:pt x="424765" y="7144"/>
                  <a:pt x="415177" y="4570"/>
                </a:cubicBezTo>
                <a:cubicBezTo>
                  <a:pt x="405590" y="1996"/>
                  <a:pt x="395969" y="0"/>
                  <a:pt x="386142" y="3359"/>
                </a:cubicBezTo>
                <a:cubicBezTo>
                  <a:pt x="376315" y="6718"/>
                  <a:pt x="366179" y="17708"/>
                  <a:pt x="356216" y="24725"/>
                </a:cubicBezTo>
                <a:cubicBezTo>
                  <a:pt x="346252" y="31742"/>
                  <a:pt x="336191" y="42586"/>
                  <a:pt x="326363" y="45459"/>
                </a:cubicBezTo>
                <a:cubicBezTo>
                  <a:pt x="316534" y="48333"/>
                  <a:pt x="306930" y="44025"/>
                  <a:pt x="297247" y="41964"/>
                </a:cubicBezTo>
                <a:cubicBezTo>
                  <a:pt x="287564" y="39903"/>
                  <a:pt x="278001" y="32976"/>
                  <a:pt x="268266" y="33093"/>
                </a:cubicBezTo>
                <a:cubicBezTo>
                  <a:pt x="258531" y="33211"/>
                  <a:pt x="248650" y="39015"/>
                  <a:pt x="238837" y="42672"/>
                </a:cubicBezTo>
                <a:cubicBezTo>
                  <a:pt x="229024" y="46329"/>
                  <a:pt x="219141" y="53585"/>
                  <a:pt x="209386" y="55036"/>
                </a:cubicBezTo>
                <a:cubicBezTo>
                  <a:pt x="199631" y="56487"/>
                  <a:pt x="189994" y="52913"/>
                  <a:pt x="180307" y="51381"/>
                </a:cubicBezTo>
                <a:cubicBezTo>
                  <a:pt x="170620" y="49848"/>
                  <a:pt x="160973" y="46163"/>
                  <a:pt x="151263" y="45838"/>
                </a:cubicBezTo>
                <a:cubicBezTo>
                  <a:pt x="141552" y="45514"/>
                  <a:pt x="131767" y="49126"/>
                  <a:pt x="122046" y="49432"/>
                </a:cubicBezTo>
                <a:cubicBezTo>
                  <a:pt x="112325" y="49738"/>
                  <a:pt x="102622" y="49316"/>
                  <a:pt x="92937" y="47675"/>
                </a:cubicBezTo>
                <a:cubicBezTo>
                  <a:pt x="83252" y="46033"/>
                  <a:pt x="73649" y="39454"/>
                  <a:pt x="63937" y="39583"/>
                </a:cubicBezTo>
                <a:cubicBezTo>
                  <a:pt x="54224" y="39712"/>
                  <a:pt x="44496" y="40325"/>
                  <a:pt x="34665" y="48449"/>
                </a:cubicBezTo>
                <a:cubicBezTo>
                  <a:pt x="24834" y="56574"/>
                  <a:pt x="9904" y="81683"/>
                  <a:pt x="4952" y="88330"/>
                </a:cubicBezTo>
                <a:cubicBezTo>
                  <a:pt x="0" y="94977"/>
                  <a:pt x="120" y="87293"/>
                  <a:pt x="4952" y="88330"/>
                </a:cubicBezTo>
                <a:cubicBezTo>
                  <a:pt x="9784" y="89367"/>
                  <a:pt x="24279" y="92500"/>
                  <a:pt x="33943" y="94552"/>
                </a:cubicBezTo>
                <a:cubicBezTo>
                  <a:pt x="43606" y="96604"/>
                  <a:pt x="53273" y="98509"/>
                  <a:pt x="62933" y="100641"/>
                </a:cubicBezTo>
                <a:cubicBezTo>
                  <a:pt x="72593" y="102774"/>
                  <a:pt x="82262" y="104352"/>
                  <a:pt x="91903" y="107345"/>
                </a:cubicBezTo>
                <a:cubicBezTo>
                  <a:pt x="101544" y="110339"/>
                  <a:pt x="111199" y="112711"/>
                  <a:pt x="120778" y="118603"/>
                </a:cubicBezTo>
                <a:cubicBezTo>
                  <a:pt x="130358" y="124494"/>
                  <a:pt x="139897" y="132659"/>
                  <a:pt x="149380" y="142693"/>
                </a:cubicBezTo>
                <a:cubicBezTo>
                  <a:pt x="158863" y="152727"/>
                  <a:pt x="168243" y="167510"/>
                  <a:pt x="177675" y="178807"/>
                </a:cubicBezTo>
                <a:cubicBezTo>
                  <a:pt x="187107" y="190104"/>
                  <a:pt x="196467" y="203724"/>
                  <a:pt x="205972" y="210476"/>
                </a:cubicBezTo>
                <a:cubicBezTo>
                  <a:pt x="215477" y="217227"/>
                  <a:pt x="225030" y="220510"/>
                  <a:pt x="234705" y="219317"/>
                </a:cubicBezTo>
                <a:cubicBezTo>
                  <a:pt x="244380" y="218123"/>
                  <a:pt x="254192" y="210521"/>
                  <a:pt x="264021" y="203316"/>
                </a:cubicBezTo>
                <a:cubicBezTo>
                  <a:pt x="273850" y="196111"/>
                  <a:pt x="283782" y="185003"/>
                  <a:pt x="293677" y="176086"/>
                </a:cubicBezTo>
                <a:cubicBezTo>
                  <a:pt x="303573" y="167169"/>
                  <a:pt x="313486" y="158125"/>
                  <a:pt x="323395" y="149812"/>
                </a:cubicBezTo>
                <a:cubicBezTo>
                  <a:pt x="333303" y="141499"/>
                  <a:pt x="343215" y="133644"/>
                  <a:pt x="353128" y="126209"/>
                </a:cubicBezTo>
                <a:cubicBezTo>
                  <a:pt x="363041" y="118773"/>
                  <a:pt x="373005" y="110636"/>
                  <a:pt x="382874" y="105199"/>
                </a:cubicBezTo>
                <a:cubicBezTo>
                  <a:pt x="392742" y="99761"/>
                  <a:pt x="402606" y="94830"/>
                  <a:pt x="412341" y="93583"/>
                </a:cubicBezTo>
                <a:cubicBezTo>
                  <a:pt x="422076" y="92336"/>
                  <a:pt x="431679" y="94771"/>
                  <a:pt x="441283" y="97715"/>
                </a:cubicBezTo>
                <a:cubicBezTo>
                  <a:pt x="450888" y="100660"/>
                  <a:pt x="460368" y="107921"/>
                  <a:pt x="469967" y="111249"/>
                </a:cubicBezTo>
                <a:cubicBezTo>
                  <a:pt x="479566" y="114577"/>
                  <a:pt x="489133" y="119390"/>
                  <a:pt x="498877" y="117684"/>
                </a:cubicBezTo>
                <a:cubicBezTo>
                  <a:pt x="508621" y="115979"/>
                  <a:pt x="523506" y="103795"/>
                  <a:pt x="528432" y="101018"/>
                </a:cubicBezTo>
                <a:cubicBezTo>
                  <a:pt x="533358" y="98240"/>
                  <a:pt x="533120" y="106714"/>
                  <a:pt x="528432" y="101018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267"/>
                </a:srgbClr>
              </a:gs>
              <a:gs pos="18000">
                <a:srgbClr val="767676">
                  <a:alpha val="4133"/>
                </a:srgbClr>
              </a:gs>
              <a:gs pos="48000">
                <a:srgbClr val="767676">
                  <a:alpha val="6666"/>
                </a:srgbClr>
              </a:gs>
              <a:gs pos="78000">
                <a:srgbClr val="767676">
                  <a:alpha val="5000"/>
                </a:srgbClr>
              </a:gs>
              <a:gs pos="100000">
                <a:srgbClr val="767676">
                  <a:alpha val="299"/>
                </a:srgbClr>
              </a:gs>
            </a:gsLst>
            <a:lin ang="10883308" scaled="0"/>
          </a:gradFill>
          <a:ln w="0">
            <a:noFill/>
            <a:prstDash val="solid"/>
          </a:ln>
        </p:spPr>
      </p:sp>
      <p:sp>
        <p:nvSpPr>
          <p:cNvPr id="1203" name="PANEL_D-intermittent-gas-wisp-9-feather-0_158">
            <a:extLst>
              <a:ext uri="{FF2B5EF4-FFF2-40B4-BE49-F238E27FC236}">
                <a16:creationId xmlns:a16="http://schemas.microsoft.com/office/drawing/2014/main" id="{D9F1796F-2D66-4C10-AFEB-A50D73801D00}"/>
              </a:ext>
            </a:extLst>
          </p:cNvPr>
          <p:cNvSpPr>
            <a:spLocks/>
          </p:cNvSpPr>
          <p:nvPr/>
        </p:nvSpPr>
        <p:spPr>
          <a:xfrm>
            <a:off x="12746226" y="4038398"/>
            <a:ext cx="362053" cy="235896"/>
          </a:xfrm>
          <a:custGeom>
            <a:pathLst>
              <a:path w="380108" h="247660">
                <a:moveTo>
                  <a:pt x="376522" y="134089"/>
                </a:moveTo>
                <a:cubicBezTo>
                  <a:pt x="373202" y="129447"/>
                  <a:pt x="363347" y="111425"/>
                  <a:pt x="356603" y="106239"/>
                </a:cubicBezTo>
                <a:cubicBezTo>
                  <a:pt x="349858" y="101052"/>
                  <a:pt x="342907" y="104137"/>
                  <a:pt x="336056" y="102969"/>
                </a:cubicBezTo>
                <a:cubicBezTo>
                  <a:pt x="329204" y="101802"/>
                  <a:pt x="322225" y="105215"/>
                  <a:pt x="315491" y="99233"/>
                </a:cubicBezTo>
                <a:cubicBezTo>
                  <a:pt x="308757" y="93252"/>
                  <a:pt x="302237" y="79526"/>
                  <a:pt x="295653" y="67078"/>
                </a:cubicBezTo>
                <a:cubicBezTo>
                  <a:pt x="289069" y="54631"/>
                  <a:pt x="282669" y="34209"/>
                  <a:pt x="275988" y="24548"/>
                </a:cubicBezTo>
                <a:cubicBezTo>
                  <a:pt x="269306" y="14886"/>
                  <a:pt x="262445" y="11386"/>
                  <a:pt x="255564" y="9109"/>
                </a:cubicBezTo>
                <a:cubicBezTo>
                  <a:pt x="248684" y="6833"/>
                  <a:pt x="241625" y="11800"/>
                  <a:pt x="234704" y="10889"/>
                </a:cubicBezTo>
                <a:cubicBezTo>
                  <a:pt x="227783" y="9978"/>
                  <a:pt x="220955" y="4804"/>
                  <a:pt x="214037" y="3643"/>
                </a:cubicBezTo>
                <a:cubicBezTo>
                  <a:pt x="207119" y="2482"/>
                  <a:pt x="200220" y="0"/>
                  <a:pt x="193195" y="3924"/>
                </a:cubicBezTo>
                <a:cubicBezTo>
                  <a:pt x="186169" y="7848"/>
                  <a:pt x="178948" y="21310"/>
                  <a:pt x="171887" y="27187"/>
                </a:cubicBezTo>
                <a:cubicBezTo>
                  <a:pt x="164826" y="33065"/>
                  <a:pt x="157744" y="40663"/>
                  <a:pt x="150828" y="39189"/>
                </a:cubicBezTo>
                <a:cubicBezTo>
                  <a:pt x="143911" y="37715"/>
                  <a:pt x="137224" y="24346"/>
                  <a:pt x="130388" y="18344"/>
                </a:cubicBezTo>
                <a:cubicBezTo>
                  <a:pt x="123552" y="12343"/>
                  <a:pt x="116776" y="2257"/>
                  <a:pt x="109810" y="3178"/>
                </a:cubicBezTo>
                <a:cubicBezTo>
                  <a:pt x="102844" y="4098"/>
                  <a:pt x="95694" y="15042"/>
                  <a:pt x="88594" y="23867"/>
                </a:cubicBezTo>
                <a:cubicBezTo>
                  <a:pt x="81493" y="32691"/>
                  <a:pt x="74305" y="47059"/>
                  <a:pt x="67208" y="56122"/>
                </a:cubicBezTo>
                <a:cubicBezTo>
                  <a:pt x="60111" y="65186"/>
                  <a:pt x="53076" y="70853"/>
                  <a:pt x="46012" y="78248"/>
                </a:cubicBezTo>
                <a:cubicBezTo>
                  <a:pt x="38948" y="85643"/>
                  <a:pt x="31901" y="92536"/>
                  <a:pt x="24823" y="100490"/>
                </a:cubicBezTo>
                <a:cubicBezTo>
                  <a:pt x="17746" y="108444"/>
                  <a:pt x="7092" y="121725"/>
                  <a:pt x="3546" y="125972"/>
                </a:cubicBezTo>
                <a:cubicBezTo>
                  <a:pt x="0" y="130219"/>
                  <a:pt x="141" y="121035"/>
                  <a:pt x="3546" y="125972"/>
                </a:cubicBezTo>
                <a:cubicBezTo>
                  <a:pt x="6951" y="130909"/>
                  <a:pt x="17180" y="145902"/>
                  <a:pt x="23978" y="155594"/>
                </a:cubicBezTo>
                <a:cubicBezTo>
                  <a:pt x="30776" y="165286"/>
                  <a:pt x="37531" y="176299"/>
                  <a:pt x="44335" y="184125"/>
                </a:cubicBezTo>
                <a:cubicBezTo>
                  <a:pt x="51140" y="191950"/>
                  <a:pt x="57945" y="199027"/>
                  <a:pt x="64807" y="202546"/>
                </a:cubicBezTo>
                <a:cubicBezTo>
                  <a:pt x="71669" y="206065"/>
                  <a:pt x="78590" y="205460"/>
                  <a:pt x="85506" y="205239"/>
                </a:cubicBezTo>
                <a:cubicBezTo>
                  <a:pt x="92422" y="205017"/>
                  <a:pt x="99378" y="202296"/>
                  <a:pt x="106304" y="201218"/>
                </a:cubicBezTo>
                <a:cubicBezTo>
                  <a:pt x="113229" y="200139"/>
                  <a:pt x="120134" y="200032"/>
                  <a:pt x="127059" y="198768"/>
                </a:cubicBezTo>
                <a:cubicBezTo>
                  <a:pt x="133984" y="197504"/>
                  <a:pt x="140899" y="196622"/>
                  <a:pt x="147856" y="193634"/>
                </a:cubicBezTo>
                <a:cubicBezTo>
                  <a:pt x="154813" y="190646"/>
                  <a:pt x="161829" y="184622"/>
                  <a:pt x="168801" y="180840"/>
                </a:cubicBezTo>
                <a:cubicBezTo>
                  <a:pt x="175773" y="177058"/>
                  <a:pt x="182800" y="170807"/>
                  <a:pt x="189688" y="170942"/>
                </a:cubicBezTo>
                <a:cubicBezTo>
                  <a:pt x="196576" y="171077"/>
                  <a:pt x="203399" y="174656"/>
                  <a:pt x="210129" y="181649"/>
                </a:cubicBezTo>
                <a:cubicBezTo>
                  <a:pt x="216859" y="188642"/>
                  <a:pt x="223424" y="202945"/>
                  <a:pt x="230066" y="212900"/>
                </a:cubicBezTo>
                <a:cubicBezTo>
                  <a:pt x="236708" y="222856"/>
                  <a:pt x="243253" y="236038"/>
                  <a:pt x="249981" y="241382"/>
                </a:cubicBezTo>
                <a:cubicBezTo>
                  <a:pt x="256709" y="246726"/>
                  <a:pt x="263518" y="247660"/>
                  <a:pt x="270434" y="244965"/>
                </a:cubicBezTo>
                <a:cubicBezTo>
                  <a:pt x="277350" y="242269"/>
                  <a:pt x="284431" y="232766"/>
                  <a:pt x="291478" y="225209"/>
                </a:cubicBezTo>
                <a:cubicBezTo>
                  <a:pt x="298524" y="217652"/>
                  <a:pt x="305648" y="207417"/>
                  <a:pt x="312713" y="199623"/>
                </a:cubicBezTo>
                <a:cubicBezTo>
                  <a:pt x="319777" y="191828"/>
                  <a:pt x="326816" y="185262"/>
                  <a:pt x="333865" y="178439"/>
                </a:cubicBezTo>
                <a:cubicBezTo>
                  <a:pt x="340913" y="171617"/>
                  <a:pt x="347894" y="166078"/>
                  <a:pt x="355003" y="158687"/>
                </a:cubicBezTo>
                <a:cubicBezTo>
                  <a:pt x="362113" y="151295"/>
                  <a:pt x="372935" y="138189"/>
                  <a:pt x="376522" y="134089"/>
                </a:cubicBezTo>
                <a:cubicBezTo>
                  <a:pt x="380108" y="129990"/>
                  <a:pt x="379841" y="138731"/>
                  <a:pt x="376522" y="134089"/>
                </a:cubicBezTo>
                <a:close/>
              </a:path>
            </a:pathLst>
          </a:custGeom>
          <a:gradFill rotWithShape="1">
            <a:gsLst>
              <a:gs pos="0">
                <a:srgbClr val="919191">
                  <a:alpha val="80"/>
                </a:srgbClr>
              </a:gs>
              <a:gs pos="18000">
                <a:srgbClr val="919191">
                  <a:alpha val="1239"/>
                </a:srgbClr>
              </a:gs>
              <a:gs pos="48000">
                <a:srgbClr val="919191">
                  <a:alpha val="1999"/>
                </a:srgbClr>
              </a:gs>
              <a:gs pos="78000">
                <a:srgbClr val="919191">
                  <a:alpha val="1499"/>
                </a:srgbClr>
              </a:gs>
              <a:gs pos="100000">
                <a:srgbClr val="919191">
                  <a:alpha val="90"/>
                </a:srgbClr>
              </a:gs>
            </a:gsLst>
            <a:lin ang="10874856" scaled="0"/>
          </a:gradFill>
          <a:ln w="0">
            <a:noFill/>
            <a:prstDash val="solid"/>
          </a:ln>
        </p:spPr>
      </p:sp>
      <p:sp>
        <p:nvSpPr>
          <p:cNvPr id="1204" name="PANEL_D-intermittent-gas-wisp-9-feather-1_159">
            <a:extLst>
              <a:ext uri="{FF2B5EF4-FFF2-40B4-BE49-F238E27FC236}">
                <a16:creationId xmlns:a16="http://schemas.microsoft.com/office/drawing/2014/main" id="{7F066C87-A109-41CB-B4A1-BC9C60809E63}"/>
              </a:ext>
            </a:extLst>
          </p:cNvPr>
          <p:cNvSpPr>
            <a:spLocks/>
          </p:cNvSpPr>
          <p:nvPr/>
        </p:nvSpPr>
        <p:spPr>
          <a:xfrm>
            <a:off x="12746243" y="4062343"/>
            <a:ext cx="362012" cy="190155"/>
          </a:xfrm>
          <a:custGeom>
            <a:pathLst>
              <a:path w="380065" h="199637">
                <a:moveTo>
                  <a:pt x="376504" y="108950"/>
                </a:moveTo>
                <a:cubicBezTo>
                  <a:pt x="373151" y="105398"/>
                  <a:pt x="363169" y="91451"/>
                  <a:pt x="356385" y="87639"/>
                </a:cubicBezTo>
                <a:cubicBezTo>
                  <a:pt x="349601" y="83827"/>
                  <a:pt x="342663" y="86663"/>
                  <a:pt x="335798" y="86079"/>
                </a:cubicBezTo>
                <a:cubicBezTo>
                  <a:pt x="328933" y="85496"/>
                  <a:pt x="321966" y="88568"/>
                  <a:pt x="315195" y="84138"/>
                </a:cubicBezTo>
                <a:cubicBezTo>
                  <a:pt x="308424" y="79708"/>
                  <a:pt x="301820" y="69203"/>
                  <a:pt x="295172" y="59497"/>
                </a:cubicBezTo>
                <a:cubicBezTo>
                  <a:pt x="288523" y="49791"/>
                  <a:pt x="282021" y="33729"/>
                  <a:pt x="275302" y="25901"/>
                </a:cubicBezTo>
                <a:cubicBezTo>
                  <a:pt x="268584" y="18073"/>
                  <a:pt x="261729" y="14857"/>
                  <a:pt x="254860" y="12531"/>
                </a:cubicBezTo>
                <a:cubicBezTo>
                  <a:pt x="247990" y="10205"/>
                  <a:pt x="240985" y="13341"/>
                  <a:pt x="234084" y="11944"/>
                </a:cubicBezTo>
                <a:cubicBezTo>
                  <a:pt x="227184" y="10547"/>
                  <a:pt x="220358" y="5705"/>
                  <a:pt x="213456" y="4150"/>
                </a:cubicBezTo>
                <a:cubicBezTo>
                  <a:pt x="206555" y="2595"/>
                  <a:pt x="199667" y="0"/>
                  <a:pt x="192676" y="2615"/>
                </a:cubicBezTo>
                <a:cubicBezTo>
                  <a:pt x="185685" y="5230"/>
                  <a:pt x="178538" y="15390"/>
                  <a:pt x="171511" y="19841"/>
                </a:cubicBezTo>
                <a:cubicBezTo>
                  <a:pt x="164485" y="24292"/>
                  <a:pt x="157437" y="30275"/>
                  <a:pt x="150516" y="29320"/>
                </a:cubicBezTo>
                <a:cubicBezTo>
                  <a:pt x="143595" y="28365"/>
                  <a:pt x="136848" y="18350"/>
                  <a:pt x="129984" y="14109"/>
                </a:cubicBezTo>
                <a:cubicBezTo>
                  <a:pt x="123121" y="9869"/>
                  <a:pt x="116301" y="2623"/>
                  <a:pt x="109335" y="3877"/>
                </a:cubicBezTo>
                <a:cubicBezTo>
                  <a:pt x="102368" y="5132"/>
                  <a:pt x="95256" y="14293"/>
                  <a:pt x="88186" y="21635"/>
                </a:cubicBezTo>
                <a:cubicBezTo>
                  <a:pt x="81116" y="28978"/>
                  <a:pt x="73977" y="40618"/>
                  <a:pt x="66912" y="47932"/>
                </a:cubicBezTo>
                <a:cubicBezTo>
                  <a:pt x="59848" y="55247"/>
                  <a:pt x="52833" y="59787"/>
                  <a:pt x="45797" y="65522"/>
                </a:cubicBezTo>
                <a:cubicBezTo>
                  <a:pt x="38762" y="71257"/>
                  <a:pt x="31743" y="76459"/>
                  <a:pt x="24698" y="82344"/>
                </a:cubicBezTo>
                <a:cubicBezTo>
                  <a:pt x="17653" y="88229"/>
                  <a:pt x="7057" y="97751"/>
                  <a:pt x="3528" y="100832"/>
                </a:cubicBezTo>
                <a:cubicBezTo>
                  <a:pt x="0" y="103914"/>
                  <a:pt x="110" y="96750"/>
                  <a:pt x="3528" y="100832"/>
                </a:cubicBezTo>
                <a:cubicBezTo>
                  <a:pt x="6947" y="104914"/>
                  <a:pt x="17212" y="117446"/>
                  <a:pt x="24039" y="125325"/>
                </a:cubicBezTo>
                <a:cubicBezTo>
                  <a:pt x="30866" y="133204"/>
                  <a:pt x="37656" y="141969"/>
                  <a:pt x="44490" y="148106"/>
                </a:cubicBezTo>
                <a:cubicBezTo>
                  <a:pt x="51323" y="154242"/>
                  <a:pt x="58158" y="159643"/>
                  <a:pt x="65039" y="162143"/>
                </a:cubicBezTo>
                <a:cubicBezTo>
                  <a:pt x="71921" y="164643"/>
                  <a:pt x="78851" y="163738"/>
                  <a:pt x="85777" y="163106"/>
                </a:cubicBezTo>
                <a:cubicBezTo>
                  <a:pt x="92704" y="162473"/>
                  <a:pt x="99665" y="159726"/>
                  <a:pt x="106600" y="158349"/>
                </a:cubicBezTo>
                <a:cubicBezTo>
                  <a:pt x="113535" y="156971"/>
                  <a:pt x="120455" y="156267"/>
                  <a:pt x="127388" y="154840"/>
                </a:cubicBezTo>
                <a:cubicBezTo>
                  <a:pt x="134321" y="153413"/>
                  <a:pt x="141245" y="152312"/>
                  <a:pt x="148198" y="149787"/>
                </a:cubicBezTo>
                <a:cubicBezTo>
                  <a:pt x="155151" y="147262"/>
                  <a:pt x="162147" y="142506"/>
                  <a:pt x="169104" y="139690"/>
                </a:cubicBezTo>
                <a:cubicBezTo>
                  <a:pt x="176061" y="136874"/>
                  <a:pt x="183057" y="132338"/>
                  <a:pt x="189941" y="132889"/>
                </a:cubicBezTo>
                <a:cubicBezTo>
                  <a:pt x="196825" y="133440"/>
                  <a:pt x="203654" y="136891"/>
                  <a:pt x="210408" y="142995"/>
                </a:cubicBezTo>
                <a:cubicBezTo>
                  <a:pt x="217162" y="149099"/>
                  <a:pt x="223784" y="161061"/>
                  <a:pt x="230467" y="169512"/>
                </a:cubicBezTo>
                <a:cubicBezTo>
                  <a:pt x="237150" y="177964"/>
                  <a:pt x="243754" y="188985"/>
                  <a:pt x="250505" y="193704"/>
                </a:cubicBezTo>
                <a:cubicBezTo>
                  <a:pt x="257255" y="198423"/>
                  <a:pt x="264069" y="199637"/>
                  <a:pt x="270971" y="197827"/>
                </a:cubicBezTo>
                <a:cubicBezTo>
                  <a:pt x="277872" y="196016"/>
                  <a:pt x="284905" y="188737"/>
                  <a:pt x="291915" y="182839"/>
                </a:cubicBezTo>
                <a:cubicBezTo>
                  <a:pt x="298924" y="176942"/>
                  <a:pt x="305999" y="168757"/>
                  <a:pt x="313028" y="162442"/>
                </a:cubicBezTo>
                <a:cubicBezTo>
                  <a:pt x="320057" y="156126"/>
                  <a:pt x="327071" y="150595"/>
                  <a:pt x="334089" y="144946"/>
                </a:cubicBezTo>
                <a:cubicBezTo>
                  <a:pt x="341108" y="139297"/>
                  <a:pt x="348069" y="134548"/>
                  <a:pt x="355138" y="128548"/>
                </a:cubicBezTo>
                <a:cubicBezTo>
                  <a:pt x="362207" y="122549"/>
                  <a:pt x="372943" y="112216"/>
                  <a:pt x="376504" y="108950"/>
                </a:cubicBezTo>
                <a:cubicBezTo>
                  <a:pt x="380065" y="105683"/>
                  <a:pt x="379857" y="112501"/>
                  <a:pt x="376504" y="108950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07"/>
                </a:srgbClr>
              </a:gs>
              <a:gs pos="18000">
                <a:srgbClr val="767676">
                  <a:alpha val="1652"/>
                </a:srgbClr>
              </a:gs>
              <a:gs pos="48000">
                <a:srgbClr val="767676">
                  <a:alpha val="2666"/>
                </a:srgbClr>
              </a:gs>
              <a:gs pos="78000">
                <a:srgbClr val="767676">
                  <a:alpha val="1999"/>
                </a:srgbClr>
              </a:gs>
              <a:gs pos="100000">
                <a:srgbClr val="767676">
                  <a:alpha val="121"/>
                </a:srgbClr>
              </a:gs>
            </a:gsLst>
            <a:lin ang="10874856" scaled="0"/>
          </a:gradFill>
          <a:ln w="0">
            <a:noFill/>
            <a:prstDash val="solid"/>
          </a:ln>
        </p:spPr>
      </p:sp>
      <p:sp>
        <p:nvSpPr>
          <p:cNvPr id="1205" name="PANEL_D-intermittent-gas-wisp-9-feather-2_160">
            <a:extLst>
              <a:ext uri="{FF2B5EF4-FFF2-40B4-BE49-F238E27FC236}">
                <a16:creationId xmlns:a16="http://schemas.microsoft.com/office/drawing/2014/main" id="{05676106-5347-469B-8F81-5FA118D5FE4A}"/>
              </a:ext>
            </a:extLst>
          </p:cNvPr>
          <p:cNvSpPr>
            <a:spLocks/>
          </p:cNvSpPr>
          <p:nvPr/>
        </p:nvSpPr>
        <p:spPr>
          <a:xfrm>
            <a:off x="12746262" y="4088465"/>
            <a:ext cx="361967" cy="140254"/>
          </a:xfrm>
          <a:custGeom>
            <a:pathLst>
              <a:path w="380017" h="147249">
                <a:moveTo>
                  <a:pt x="376484" y="81525"/>
                </a:moveTo>
                <a:cubicBezTo>
                  <a:pt x="373095" y="79162"/>
                  <a:pt x="362976" y="69660"/>
                  <a:pt x="356148" y="67349"/>
                </a:cubicBezTo>
                <a:cubicBezTo>
                  <a:pt x="349320" y="65037"/>
                  <a:pt x="342397" y="67601"/>
                  <a:pt x="335517" y="67654"/>
                </a:cubicBezTo>
                <a:cubicBezTo>
                  <a:pt x="328638" y="67708"/>
                  <a:pt x="321684" y="70408"/>
                  <a:pt x="314873" y="67670"/>
                </a:cubicBezTo>
                <a:cubicBezTo>
                  <a:pt x="308061" y="64932"/>
                  <a:pt x="301366" y="57942"/>
                  <a:pt x="294646" y="51227"/>
                </a:cubicBezTo>
                <a:cubicBezTo>
                  <a:pt x="287927" y="44511"/>
                  <a:pt x="281314" y="33205"/>
                  <a:pt x="274555" y="27378"/>
                </a:cubicBezTo>
                <a:cubicBezTo>
                  <a:pt x="267795" y="21551"/>
                  <a:pt x="260949" y="18645"/>
                  <a:pt x="254091" y="16264"/>
                </a:cubicBezTo>
                <a:cubicBezTo>
                  <a:pt x="247234" y="13883"/>
                  <a:pt x="240287" y="15021"/>
                  <a:pt x="233409" y="13094"/>
                </a:cubicBezTo>
                <a:cubicBezTo>
                  <a:pt x="226531" y="11168"/>
                  <a:pt x="219705" y="6688"/>
                  <a:pt x="212822" y="4704"/>
                </a:cubicBezTo>
                <a:cubicBezTo>
                  <a:pt x="205939" y="2719"/>
                  <a:pt x="199064" y="0"/>
                  <a:pt x="192111" y="1187"/>
                </a:cubicBezTo>
                <a:cubicBezTo>
                  <a:pt x="185158" y="2374"/>
                  <a:pt x="178091" y="8933"/>
                  <a:pt x="171102" y="11827"/>
                </a:cubicBezTo>
                <a:cubicBezTo>
                  <a:pt x="164113" y="14722"/>
                  <a:pt x="157102" y="18944"/>
                  <a:pt x="150176" y="18554"/>
                </a:cubicBezTo>
                <a:cubicBezTo>
                  <a:pt x="143250" y="18165"/>
                  <a:pt x="136437" y="11808"/>
                  <a:pt x="129544" y="9489"/>
                </a:cubicBezTo>
                <a:cubicBezTo>
                  <a:pt x="122651" y="7170"/>
                  <a:pt x="115783" y="3022"/>
                  <a:pt x="108816" y="4641"/>
                </a:cubicBezTo>
                <a:cubicBezTo>
                  <a:pt x="101849" y="6259"/>
                  <a:pt x="94779" y="13475"/>
                  <a:pt x="87741" y="19201"/>
                </a:cubicBezTo>
                <a:cubicBezTo>
                  <a:pt x="80703" y="24927"/>
                  <a:pt x="73619" y="33592"/>
                  <a:pt x="66590" y="38998"/>
                </a:cubicBezTo>
                <a:cubicBezTo>
                  <a:pt x="59560" y="44404"/>
                  <a:pt x="52568" y="47714"/>
                  <a:pt x="45563" y="51639"/>
                </a:cubicBezTo>
                <a:cubicBezTo>
                  <a:pt x="38559" y="55564"/>
                  <a:pt x="31571" y="58920"/>
                  <a:pt x="24562" y="62548"/>
                </a:cubicBezTo>
                <a:cubicBezTo>
                  <a:pt x="17553" y="66176"/>
                  <a:pt x="7018" y="71597"/>
                  <a:pt x="3509" y="73407"/>
                </a:cubicBezTo>
                <a:cubicBezTo>
                  <a:pt x="0" y="75217"/>
                  <a:pt x="76" y="70258"/>
                  <a:pt x="3509" y="73407"/>
                </a:cubicBezTo>
                <a:cubicBezTo>
                  <a:pt x="6942" y="76557"/>
                  <a:pt x="17247" y="86403"/>
                  <a:pt x="24105" y="92304"/>
                </a:cubicBezTo>
                <a:cubicBezTo>
                  <a:pt x="30963" y="98205"/>
                  <a:pt x="37794" y="104518"/>
                  <a:pt x="44658" y="108812"/>
                </a:cubicBezTo>
                <a:cubicBezTo>
                  <a:pt x="51523" y="113106"/>
                  <a:pt x="58390" y="116679"/>
                  <a:pt x="65293" y="118067"/>
                </a:cubicBezTo>
                <a:cubicBezTo>
                  <a:pt x="72195" y="119455"/>
                  <a:pt x="79135" y="118223"/>
                  <a:pt x="86074" y="117142"/>
                </a:cubicBezTo>
                <a:cubicBezTo>
                  <a:pt x="93012" y="116061"/>
                  <a:pt x="99977" y="113286"/>
                  <a:pt x="106923" y="111582"/>
                </a:cubicBezTo>
                <a:cubicBezTo>
                  <a:pt x="113868" y="109878"/>
                  <a:pt x="120805" y="108523"/>
                  <a:pt x="127746" y="106918"/>
                </a:cubicBezTo>
                <a:cubicBezTo>
                  <a:pt x="134688" y="105313"/>
                  <a:pt x="141623" y="103975"/>
                  <a:pt x="148571" y="101955"/>
                </a:cubicBezTo>
                <a:cubicBezTo>
                  <a:pt x="155520" y="99935"/>
                  <a:pt x="162495" y="96563"/>
                  <a:pt x="169436" y="94800"/>
                </a:cubicBezTo>
                <a:cubicBezTo>
                  <a:pt x="176377" y="93037"/>
                  <a:pt x="183338" y="90372"/>
                  <a:pt x="190217" y="91377"/>
                </a:cubicBezTo>
                <a:cubicBezTo>
                  <a:pt x="197097" y="92381"/>
                  <a:pt x="203931" y="95693"/>
                  <a:pt x="210712" y="100827"/>
                </a:cubicBezTo>
                <a:cubicBezTo>
                  <a:pt x="217493" y="105961"/>
                  <a:pt x="224177" y="115370"/>
                  <a:pt x="230904" y="122180"/>
                </a:cubicBezTo>
                <a:cubicBezTo>
                  <a:pt x="237632" y="128991"/>
                  <a:pt x="244301" y="137654"/>
                  <a:pt x="251076" y="141691"/>
                </a:cubicBezTo>
                <a:cubicBezTo>
                  <a:pt x="257852" y="145728"/>
                  <a:pt x="264670" y="147249"/>
                  <a:pt x="271556" y="146403"/>
                </a:cubicBezTo>
                <a:cubicBezTo>
                  <a:pt x="278442" y="145558"/>
                  <a:pt x="285422" y="140705"/>
                  <a:pt x="292392" y="136618"/>
                </a:cubicBezTo>
                <a:cubicBezTo>
                  <a:pt x="299361" y="132530"/>
                  <a:pt x="306382" y="126582"/>
                  <a:pt x="313372" y="121880"/>
                </a:cubicBezTo>
                <a:cubicBezTo>
                  <a:pt x="320363" y="117179"/>
                  <a:pt x="327349" y="112776"/>
                  <a:pt x="334334" y="108408"/>
                </a:cubicBezTo>
                <a:cubicBezTo>
                  <a:pt x="341320" y="104040"/>
                  <a:pt x="348260" y="100151"/>
                  <a:pt x="355285" y="95670"/>
                </a:cubicBezTo>
                <a:cubicBezTo>
                  <a:pt x="362310" y="91190"/>
                  <a:pt x="372951" y="83882"/>
                  <a:pt x="376484" y="81525"/>
                </a:cubicBezTo>
                <a:cubicBezTo>
                  <a:pt x="380017" y="79167"/>
                  <a:pt x="379874" y="83887"/>
                  <a:pt x="376484" y="81525"/>
                </a:cubicBezTo>
                <a:close/>
              </a:path>
            </a:pathLst>
          </a:custGeom>
          <a:gradFill rotWithShape="1">
            <a:gsLst>
              <a:gs pos="0">
                <a:srgbClr val="767676">
                  <a:alpha val="138"/>
                </a:srgbClr>
              </a:gs>
              <a:gs pos="18000">
                <a:srgbClr val="767676">
                  <a:alpha val="2122"/>
                </a:srgbClr>
              </a:gs>
              <a:gs pos="48000">
                <a:srgbClr val="767676">
                  <a:alpha val="3422"/>
                </a:srgbClr>
              </a:gs>
              <a:gs pos="78000">
                <a:srgbClr val="767676">
                  <a:alpha val="2565"/>
                </a:srgbClr>
              </a:gs>
              <a:gs pos="100000">
                <a:srgbClr val="767676">
                  <a:alpha val="155"/>
                </a:srgbClr>
              </a:gs>
            </a:gsLst>
            <a:lin ang="10874856" scaled="0"/>
          </a:gradFill>
          <a:ln w="0">
            <a:noFill/>
            <a:prstDash val="solid"/>
          </a:ln>
        </p:spPr>
      </p:sp>
      <p:sp>
        <p:nvSpPr>
          <p:cNvPr id="1207" name="PANEL_D-gas-flow-direction-102-shaft_292">
            <a:extLst>
              <a:ext uri="{FF2B5EF4-FFF2-40B4-BE49-F238E27FC236}">
                <a16:creationId xmlns:a16="http://schemas.microsoft.com/office/drawing/2014/main" id="{AFEC6AC6-1E8A-458C-93B3-CE91672B4B59}"/>
              </a:ext>
            </a:extLst>
          </p:cNvPr>
          <p:cNvSpPr>
            <a:spLocks/>
          </p:cNvSpPr>
          <p:nvPr/>
        </p:nvSpPr>
        <p:spPr>
          <a:xfrm>
            <a:off x="13772981" y="5851214"/>
            <a:ext cx="170309" cy="25531"/>
          </a:xfrm>
          <a:custGeom>
            <a:pathLst>
              <a:path w="178802" h="26804">
                <a:moveTo>
                  <a:pt x="0" y="26804"/>
                </a:moveTo>
                <a:lnTo>
                  <a:pt x="178802" y="0"/>
                </a:lnTo>
              </a:path>
            </a:pathLst>
          </a:custGeom>
          <a:noFill/>
          <a:ln w="10954">
            <a:solidFill>
              <a:srgbClr val="555555">
                <a:alpha val="78000"/>
              </a:srgbClr>
            </a:solidFill>
            <a:prstDash val="solid"/>
          </a:ln>
        </p:spPr>
      </p:sp>
      <p:sp>
        <p:nvSpPr>
          <p:cNvPr id="1208" name="PANEL_D-gas-flow-direction-102-head_293">
            <a:extLst>
              <a:ext uri="{FF2B5EF4-FFF2-40B4-BE49-F238E27FC236}">
                <a16:creationId xmlns:a16="http://schemas.microsoft.com/office/drawing/2014/main" id="{D513F255-4B01-4D76-9BB7-D9CA73686487}"/>
              </a:ext>
            </a:extLst>
          </p:cNvPr>
          <p:cNvSpPr>
            <a:spLocks/>
          </p:cNvSpPr>
          <p:nvPr/>
        </p:nvSpPr>
        <p:spPr>
          <a:xfrm>
            <a:off x="13913314" y="5836290"/>
            <a:ext cx="48062" cy="37980"/>
          </a:xfrm>
          <a:custGeom>
            <a:pathLst>
              <a:path w="50458" h="39874">
                <a:moveTo>
                  <a:pt x="50458" y="12821"/>
                </a:moveTo>
                <a:lnTo>
                  <a:pt x="5977" y="39874"/>
                </a:lnTo>
                <a:lnTo>
                  <a:pt x="0" y="0"/>
                </a:lnTo>
                <a:close/>
              </a:path>
            </a:pathLst>
          </a:custGeom>
          <a:solidFill>
            <a:srgbClr val="555555">
              <a:alpha val="78000"/>
            </a:srgbClr>
          </a:solidFill>
          <a:ln w="0">
            <a:noFill/>
            <a:prstDash val="solid"/>
          </a:ln>
        </p:spPr>
      </p:sp>
      <p:sp>
        <p:nvSpPr>
          <p:cNvPr id="1209" name="PANEL_D-gas-flow-direction-319-shaft_294">
            <a:extLst>
              <a:ext uri="{FF2B5EF4-FFF2-40B4-BE49-F238E27FC236}">
                <a16:creationId xmlns:a16="http://schemas.microsoft.com/office/drawing/2014/main" id="{51C4B629-84FC-4632-A96F-4FB586E2B3D9}"/>
              </a:ext>
            </a:extLst>
          </p:cNvPr>
          <p:cNvSpPr>
            <a:spLocks/>
          </p:cNvSpPr>
          <p:nvPr/>
        </p:nvSpPr>
        <p:spPr>
          <a:xfrm>
            <a:off x="15295625" y="4502166"/>
            <a:ext cx="76523" cy="154276"/>
          </a:xfrm>
          <a:custGeom>
            <a:pathLst>
              <a:path w="80339" h="161970">
                <a:moveTo>
                  <a:pt x="80339" y="161970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555555">
                <a:alpha val="78000"/>
              </a:srgbClr>
            </a:solidFill>
            <a:prstDash val="solid"/>
          </a:ln>
        </p:spPr>
      </p:sp>
      <p:sp>
        <p:nvSpPr>
          <p:cNvPr id="1210" name="PANEL_D-gas-flow-direction-319-head_295">
            <a:extLst>
              <a:ext uri="{FF2B5EF4-FFF2-40B4-BE49-F238E27FC236}">
                <a16:creationId xmlns:a16="http://schemas.microsoft.com/office/drawing/2014/main" id="{0160EF9A-8ABE-4D7F-BC88-ABC05791AAEF}"/>
              </a:ext>
            </a:extLst>
          </p:cNvPr>
          <p:cNvSpPr>
            <a:spLocks/>
          </p:cNvSpPr>
          <p:nvPr/>
        </p:nvSpPr>
        <p:spPr>
          <a:xfrm>
            <a:off x="15287498" y="4485783"/>
            <a:ext cx="37518" cy="49491"/>
          </a:xfrm>
          <a:custGeom>
            <a:pathLst>
              <a:path w="39389" h="51959">
                <a:moveTo>
                  <a:pt x="0" y="0"/>
                </a:moveTo>
                <a:lnTo>
                  <a:pt x="39389" y="34043"/>
                </a:lnTo>
                <a:lnTo>
                  <a:pt x="3269" y="51959"/>
                </a:lnTo>
                <a:close/>
              </a:path>
            </a:pathLst>
          </a:custGeom>
          <a:solidFill>
            <a:srgbClr val="555555">
              <a:alpha val="78000"/>
            </a:srgbClr>
          </a:solidFill>
          <a:ln w="0">
            <a:noFill/>
            <a:prstDash val="solid"/>
          </a:ln>
        </p:spPr>
      </p:sp>
      <p:sp>
        <p:nvSpPr>
          <p:cNvPr id="1211" name="PANEL_D-gas-flow-direction-536-shaft_296">
            <a:extLst>
              <a:ext uri="{FF2B5EF4-FFF2-40B4-BE49-F238E27FC236}">
                <a16:creationId xmlns:a16="http://schemas.microsoft.com/office/drawing/2014/main" id="{9C074DD0-660D-4F83-A338-499445A912A5}"/>
              </a:ext>
            </a:extLst>
          </p:cNvPr>
          <p:cNvSpPr>
            <a:spLocks/>
          </p:cNvSpPr>
          <p:nvPr/>
        </p:nvSpPr>
        <p:spPr>
          <a:xfrm>
            <a:off x="13375114" y="3947624"/>
            <a:ext cx="172124" cy="5509"/>
          </a:xfrm>
          <a:custGeom>
            <a:pathLst>
              <a:path w="180707" h="5784">
                <a:moveTo>
                  <a:pt x="180707" y="5784"/>
                </a:moveTo>
                <a:lnTo>
                  <a:pt x="0" y="0"/>
                </a:lnTo>
              </a:path>
            </a:pathLst>
          </a:custGeom>
          <a:noFill/>
          <a:ln w="10954">
            <a:solidFill>
              <a:srgbClr val="555555">
                <a:alpha val="78000"/>
              </a:srgbClr>
            </a:solidFill>
            <a:prstDash val="solid"/>
          </a:ln>
        </p:spPr>
      </p:sp>
      <p:sp>
        <p:nvSpPr>
          <p:cNvPr id="1212" name="PANEL_D-gas-flow-direction-536-head_297">
            <a:extLst>
              <a:ext uri="{FF2B5EF4-FFF2-40B4-BE49-F238E27FC236}">
                <a16:creationId xmlns:a16="http://schemas.microsoft.com/office/drawing/2014/main" id="{45531096-B67F-4BDB-ACCF-581C4D62B045}"/>
              </a:ext>
            </a:extLst>
          </p:cNvPr>
          <p:cNvSpPr>
            <a:spLocks/>
          </p:cNvSpPr>
          <p:nvPr/>
        </p:nvSpPr>
        <p:spPr>
          <a:xfrm>
            <a:off x="13356835" y="3929309"/>
            <a:ext cx="46311" cy="38385"/>
          </a:xfrm>
          <a:custGeom>
            <a:pathLst>
              <a:path w="48620" h="40299">
                <a:moveTo>
                  <a:pt x="0" y="18614"/>
                </a:moveTo>
                <a:lnTo>
                  <a:pt x="48620" y="0"/>
                </a:lnTo>
                <a:lnTo>
                  <a:pt x="47331" y="40299"/>
                </a:lnTo>
                <a:close/>
              </a:path>
            </a:pathLst>
          </a:custGeom>
          <a:solidFill>
            <a:srgbClr val="555555">
              <a:alpha val="78000"/>
            </a:srgbClr>
          </a:solidFill>
          <a:ln w="0">
            <a:noFill/>
            <a:prstDash val="solid"/>
          </a:ln>
        </p:spPr>
      </p:sp>
      <p:sp>
        <p:nvSpPr>
          <p:cNvPr id="1214" name="PANEL_D-profile-sampling-column-0_1696">
            <a:extLst>
              <a:ext uri="{FF2B5EF4-FFF2-40B4-BE49-F238E27FC236}">
                <a16:creationId xmlns:a16="http://schemas.microsoft.com/office/drawing/2014/main" id="{74C2F42E-8413-4632-B833-27827E74BEA0}"/>
              </a:ext>
            </a:extLst>
          </p:cNvPr>
          <p:cNvSpPr>
            <a:spLocks/>
          </p:cNvSpPr>
          <p:nvPr/>
        </p:nvSpPr>
        <p:spPr>
          <a:xfrm>
            <a:off x="11962899" y="3714750"/>
            <a:ext cx="1905" cy="1983813"/>
          </a:xfrm>
          <a:custGeom>
            <a:pathLst>
              <a:path w="2000" h="2082743">
                <a:moveTo>
                  <a:pt x="0" y="2082743"/>
                </a:moveTo>
                <a:lnTo>
                  <a:pt x="0" y="0"/>
                </a:lnTo>
              </a:path>
            </a:pathLst>
          </a:custGeom>
          <a:noFill/>
          <a:ln w="5239">
            <a:solidFill>
              <a:srgbClr val="C0C0C0">
                <a:alpha val="28000"/>
              </a:srgbClr>
            </a:solidFill>
            <a:prstDash val="dash"/>
          </a:ln>
        </p:spPr>
      </p:sp>
      <p:sp>
        <p:nvSpPr>
          <p:cNvPr id="1215" name="PANEL_D-wind-profile-gate-0-0_1697">
            <a:extLst>
              <a:ext uri="{FF2B5EF4-FFF2-40B4-BE49-F238E27FC236}">
                <a16:creationId xmlns:a16="http://schemas.microsoft.com/office/drawing/2014/main" id="{F779EDB3-3AC3-4997-BCC5-11D298644CB5}"/>
              </a:ext>
            </a:extLst>
          </p:cNvPr>
          <p:cNvSpPr>
            <a:spLocks/>
          </p:cNvSpPr>
          <p:nvPr/>
        </p:nvSpPr>
        <p:spPr>
          <a:xfrm>
            <a:off x="11940991" y="5524256"/>
            <a:ext cx="43815" cy="43815"/>
          </a:xfrm>
          <a:prstGeom prst="ellipse">
            <a:avLst/>
          </a:prstGeom>
          <a:solidFill>
            <a:srgbClr val="FCFCFC"/>
          </a:solidFill>
          <a:ln w="6668">
            <a:solidFill>
              <a:srgbClr val="9A9A9A"/>
            </a:solidFill>
            <a:prstDash val="solid"/>
          </a:ln>
        </p:spPr>
      </p:sp>
      <p:sp>
        <p:nvSpPr>
          <p:cNvPr id="1217" name="PANEL_D-layer-vector-0-0-shaft_1698">
            <a:extLst>
              <a:ext uri="{FF2B5EF4-FFF2-40B4-BE49-F238E27FC236}">
                <a16:creationId xmlns:a16="http://schemas.microsoft.com/office/drawing/2014/main" id="{B9ADE3DE-23EB-46DA-A69B-B3B7EB2FDC0F}"/>
              </a:ext>
            </a:extLst>
          </p:cNvPr>
          <p:cNvSpPr>
            <a:spLocks/>
          </p:cNvSpPr>
          <p:nvPr/>
        </p:nvSpPr>
        <p:spPr>
          <a:xfrm>
            <a:off x="11877174" y="5465201"/>
            <a:ext cx="156181" cy="60737"/>
          </a:xfrm>
          <a:custGeom>
            <a:pathLst>
              <a:path w="163970" h="63766">
                <a:moveTo>
                  <a:pt x="0" y="0"/>
                </a:moveTo>
                <a:lnTo>
                  <a:pt x="163970" y="63766"/>
                </a:lnTo>
              </a:path>
            </a:pathLst>
          </a:custGeom>
          <a:noFill/>
          <a:ln w="9525">
            <a:solidFill>
              <a:srgbClr val="868686">
                <a:alpha val="80000"/>
              </a:srgbClr>
            </a:solidFill>
            <a:prstDash val="solid"/>
          </a:ln>
        </p:spPr>
      </p:sp>
      <p:sp>
        <p:nvSpPr>
          <p:cNvPr id="1218" name="PANEL_D-layer-vector-0-0-head_1699">
            <a:extLst>
              <a:ext uri="{FF2B5EF4-FFF2-40B4-BE49-F238E27FC236}">
                <a16:creationId xmlns:a16="http://schemas.microsoft.com/office/drawing/2014/main" id="{8C8B7B99-1DA8-41F7-BCE5-EA7BBB69A0CA}"/>
              </a:ext>
            </a:extLst>
          </p:cNvPr>
          <p:cNvSpPr>
            <a:spLocks/>
          </p:cNvSpPr>
          <p:nvPr/>
        </p:nvSpPr>
        <p:spPr>
          <a:xfrm>
            <a:off x="12004216" y="5500998"/>
            <a:ext cx="44407" cy="32065"/>
          </a:xfrm>
          <a:custGeom>
            <a:pathLst>
              <a:path w="46622" h="33664">
                <a:moveTo>
                  <a:pt x="46622" y="32417"/>
                </a:moveTo>
                <a:lnTo>
                  <a:pt x="0" y="33664"/>
                </a:lnTo>
                <a:lnTo>
                  <a:pt x="13092" y="0"/>
                </a:lnTo>
                <a:close/>
              </a:path>
            </a:pathLst>
          </a:custGeom>
          <a:solidFill>
            <a:srgbClr val="868686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20" name="PANEL_D-wind-profile-gate-0-1_1700">
            <a:extLst>
              <a:ext uri="{FF2B5EF4-FFF2-40B4-BE49-F238E27FC236}">
                <a16:creationId xmlns:a16="http://schemas.microsoft.com/office/drawing/2014/main" id="{FCC7908A-EB75-4491-9859-E18589CCFF43}"/>
              </a:ext>
            </a:extLst>
          </p:cNvPr>
          <p:cNvSpPr>
            <a:spLocks/>
          </p:cNvSpPr>
          <p:nvPr/>
        </p:nvSpPr>
        <p:spPr>
          <a:xfrm>
            <a:off x="11940991" y="4969193"/>
            <a:ext cx="43815" cy="43815"/>
          </a:xfrm>
          <a:prstGeom prst="ellipse">
            <a:avLst/>
          </a:prstGeom>
          <a:solidFill>
            <a:srgbClr val="FCFCFC"/>
          </a:solidFill>
          <a:ln w="6668">
            <a:solidFill>
              <a:srgbClr val="9A9A9A"/>
            </a:solidFill>
            <a:prstDash val="solid"/>
          </a:ln>
        </p:spPr>
      </p:sp>
      <p:sp>
        <p:nvSpPr>
          <p:cNvPr id="1222" name="PANEL_D-layer-vector-0-1-shaft_1701">
            <a:extLst>
              <a:ext uri="{FF2B5EF4-FFF2-40B4-BE49-F238E27FC236}">
                <a16:creationId xmlns:a16="http://schemas.microsoft.com/office/drawing/2014/main" id="{624A16F4-7CCE-4407-9F2B-4BF72E762D5B}"/>
              </a:ext>
            </a:extLst>
          </p:cNvPr>
          <p:cNvSpPr>
            <a:spLocks/>
          </p:cNvSpPr>
          <p:nvPr/>
        </p:nvSpPr>
        <p:spPr>
          <a:xfrm>
            <a:off x="11853361" y="4910138"/>
            <a:ext cx="203402" cy="61905"/>
          </a:xfrm>
          <a:custGeom>
            <a:pathLst>
              <a:path w="213545" h="64992">
                <a:moveTo>
                  <a:pt x="0" y="0"/>
                </a:moveTo>
                <a:lnTo>
                  <a:pt x="213545" y="64992"/>
                </a:lnTo>
              </a:path>
            </a:pathLst>
          </a:custGeom>
          <a:noFill/>
          <a:ln w="9525">
            <a:solidFill>
              <a:srgbClr val="999999">
                <a:alpha val="80000"/>
              </a:srgbClr>
            </a:solidFill>
            <a:prstDash val="solid"/>
          </a:ln>
        </p:spPr>
      </p:sp>
      <p:sp>
        <p:nvSpPr>
          <p:cNvPr id="1223" name="PANEL_D-layer-vector-0-1-head_1702">
            <a:extLst>
              <a:ext uri="{FF2B5EF4-FFF2-40B4-BE49-F238E27FC236}">
                <a16:creationId xmlns:a16="http://schemas.microsoft.com/office/drawing/2014/main" id="{8AB445A3-246C-4A65-83BA-C4678407D31E}"/>
              </a:ext>
            </a:extLst>
          </p:cNvPr>
          <p:cNvSpPr>
            <a:spLocks/>
          </p:cNvSpPr>
          <p:nvPr/>
        </p:nvSpPr>
        <p:spPr>
          <a:xfrm>
            <a:off x="12028245" y="4948430"/>
            <a:ext cx="44192" cy="32914"/>
          </a:xfrm>
          <a:custGeom>
            <a:pathLst>
              <a:path w="46395" h="34555">
                <a:moveTo>
                  <a:pt x="46395" y="29797"/>
                </a:moveTo>
                <a:lnTo>
                  <a:pt x="0" y="34555"/>
                </a:lnTo>
                <a:lnTo>
                  <a:pt x="10517" y="0"/>
                </a:lnTo>
                <a:close/>
              </a:path>
            </a:pathLst>
          </a:custGeom>
          <a:solidFill>
            <a:srgbClr val="999999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25" name="PANEL_D-wind-profile-gate-0-2_1703">
            <a:extLst>
              <a:ext uri="{FF2B5EF4-FFF2-40B4-BE49-F238E27FC236}">
                <a16:creationId xmlns:a16="http://schemas.microsoft.com/office/drawing/2014/main" id="{E2E758F7-B14F-484D-969E-A0BAE70BE195}"/>
              </a:ext>
            </a:extLst>
          </p:cNvPr>
          <p:cNvSpPr>
            <a:spLocks/>
          </p:cNvSpPr>
          <p:nvPr/>
        </p:nvSpPr>
        <p:spPr>
          <a:xfrm>
            <a:off x="11940991" y="4454843"/>
            <a:ext cx="43815" cy="43815"/>
          </a:xfrm>
          <a:prstGeom prst="ellipse">
            <a:avLst/>
          </a:prstGeom>
          <a:solidFill>
            <a:srgbClr val="FCFCFC"/>
          </a:solidFill>
          <a:ln w="6668">
            <a:solidFill>
              <a:srgbClr val="9A9A9A"/>
            </a:solidFill>
            <a:prstDash val="solid"/>
          </a:ln>
        </p:spPr>
      </p:sp>
      <p:sp>
        <p:nvSpPr>
          <p:cNvPr id="1227" name="PANEL_D-layer-vector-0-2-shaft_1704">
            <a:extLst>
              <a:ext uri="{FF2B5EF4-FFF2-40B4-BE49-F238E27FC236}">
                <a16:creationId xmlns:a16="http://schemas.microsoft.com/office/drawing/2014/main" id="{A147C908-445D-4E32-8DC6-0A2AE6C86AD0}"/>
              </a:ext>
            </a:extLst>
          </p:cNvPr>
          <p:cNvSpPr>
            <a:spLocks/>
          </p:cNvSpPr>
          <p:nvPr/>
        </p:nvSpPr>
        <p:spPr>
          <a:xfrm>
            <a:off x="11853361" y="4395788"/>
            <a:ext cx="203402" cy="61905"/>
          </a:xfrm>
          <a:custGeom>
            <a:pathLst>
              <a:path w="213545" h="64992">
                <a:moveTo>
                  <a:pt x="0" y="0"/>
                </a:moveTo>
                <a:lnTo>
                  <a:pt x="213545" y="64992"/>
                </a:lnTo>
              </a:path>
            </a:pathLst>
          </a:custGeom>
          <a:noFill/>
          <a:ln w="9525">
            <a:solidFill>
              <a:srgbClr val="999999">
                <a:alpha val="80000"/>
              </a:srgbClr>
            </a:solidFill>
            <a:prstDash val="solid"/>
          </a:ln>
        </p:spPr>
      </p:sp>
      <p:sp>
        <p:nvSpPr>
          <p:cNvPr id="1228" name="PANEL_D-layer-vector-0-2-head_1705">
            <a:extLst>
              <a:ext uri="{FF2B5EF4-FFF2-40B4-BE49-F238E27FC236}">
                <a16:creationId xmlns:a16="http://schemas.microsoft.com/office/drawing/2014/main" id="{2EBBB8C6-F5DB-40D7-8254-810A46DF705D}"/>
              </a:ext>
            </a:extLst>
          </p:cNvPr>
          <p:cNvSpPr>
            <a:spLocks/>
          </p:cNvSpPr>
          <p:nvPr/>
        </p:nvSpPr>
        <p:spPr>
          <a:xfrm>
            <a:off x="12028245" y="4434080"/>
            <a:ext cx="44192" cy="32914"/>
          </a:xfrm>
          <a:custGeom>
            <a:pathLst>
              <a:path w="46395" h="34555">
                <a:moveTo>
                  <a:pt x="46395" y="29797"/>
                </a:moveTo>
                <a:lnTo>
                  <a:pt x="0" y="34555"/>
                </a:lnTo>
                <a:lnTo>
                  <a:pt x="10517" y="0"/>
                </a:lnTo>
                <a:close/>
              </a:path>
            </a:pathLst>
          </a:custGeom>
          <a:solidFill>
            <a:srgbClr val="999999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30" name="PANEL_D-wind-profile-gate-0-3_1706">
            <a:extLst>
              <a:ext uri="{FF2B5EF4-FFF2-40B4-BE49-F238E27FC236}">
                <a16:creationId xmlns:a16="http://schemas.microsoft.com/office/drawing/2014/main" id="{5BA73A58-9DD9-4F03-95F0-159DC9E179F2}"/>
              </a:ext>
            </a:extLst>
          </p:cNvPr>
          <p:cNvSpPr>
            <a:spLocks/>
          </p:cNvSpPr>
          <p:nvPr/>
        </p:nvSpPr>
        <p:spPr>
          <a:xfrm>
            <a:off x="11940991" y="3807143"/>
            <a:ext cx="43815" cy="43815"/>
          </a:xfrm>
          <a:prstGeom prst="ellipse">
            <a:avLst/>
          </a:prstGeom>
          <a:solidFill>
            <a:srgbClr val="FCFCFC"/>
          </a:solidFill>
          <a:ln w="6668">
            <a:solidFill>
              <a:srgbClr val="9A9A9A"/>
            </a:solidFill>
            <a:prstDash val="solid"/>
          </a:ln>
        </p:spPr>
      </p:sp>
      <p:sp>
        <p:nvSpPr>
          <p:cNvPr id="1232" name="PANEL_D-layer-vector-0-3-shaft_1707">
            <a:extLst>
              <a:ext uri="{FF2B5EF4-FFF2-40B4-BE49-F238E27FC236}">
                <a16:creationId xmlns:a16="http://schemas.microsoft.com/office/drawing/2014/main" id="{D98B60EC-4784-4773-B174-BD7AFC7C3EF7}"/>
              </a:ext>
            </a:extLst>
          </p:cNvPr>
          <p:cNvSpPr>
            <a:spLocks/>
          </p:cNvSpPr>
          <p:nvPr/>
        </p:nvSpPr>
        <p:spPr>
          <a:xfrm>
            <a:off x="11845932" y="3781425"/>
            <a:ext cx="250317" cy="1905"/>
          </a:xfrm>
          <a:custGeom>
            <a:pathLst>
              <a:path w="262800" h="2000">
                <a:moveTo>
                  <a:pt x="26280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757575">
                <a:alpha val="80000"/>
              </a:srgbClr>
            </a:solidFill>
            <a:prstDash val="solid"/>
          </a:ln>
        </p:spPr>
      </p:sp>
      <p:sp>
        <p:nvSpPr>
          <p:cNvPr id="1233" name="PANEL_D-layer-vector-0-3-head_1708">
            <a:extLst>
              <a:ext uri="{FF2B5EF4-FFF2-40B4-BE49-F238E27FC236}">
                <a16:creationId xmlns:a16="http://schemas.microsoft.com/office/drawing/2014/main" id="{CEEF02E1-5400-43EE-8F4C-E3BCEE3D2422}"/>
              </a:ext>
            </a:extLst>
          </p:cNvPr>
          <p:cNvSpPr>
            <a:spLocks/>
          </p:cNvSpPr>
          <p:nvPr/>
        </p:nvSpPr>
        <p:spPr>
          <a:xfrm>
            <a:off x="11829549" y="3764223"/>
            <a:ext cx="40957" cy="34404"/>
          </a:xfrm>
          <a:custGeom>
            <a:pathLst>
              <a:path w="43000" h="36120">
                <a:moveTo>
                  <a:pt x="0" y="18060"/>
                </a:moveTo>
                <a:lnTo>
                  <a:pt x="43000" y="0"/>
                </a:lnTo>
                <a:lnTo>
                  <a:pt x="43000" y="36120"/>
                </a:lnTo>
                <a:close/>
              </a:path>
            </a:pathLst>
          </a:custGeom>
          <a:solidFill>
            <a:srgbClr val="757575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35" name="PANEL_D-profile-sampling-column-1_1709">
            <a:extLst>
              <a:ext uri="{FF2B5EF4-FFF2-40B4-BE49-F238E27FC236}">
                <a16:creationId xmlns:a16="http://schemas.microsoft.com/office/drawing/2014/main" id="{0B1E7C02-9068-41A9-96A8-8E9C7EC6E150}"/>
              </a:ext>
            </a:extLst>
          </p:cNvPr>
          <p:cNvSpPr>
            <a:spLocks/>
          </p:cNvSpPr>
          <p:nvPr/>
        </p:nvSpPr>
        <p:spPr>
          <a:xfrm>
            <a:off x="12827668" y="3714750"/>
            <a:ext cx="1905" cy="2433913"/>
          </a:xfrm>
          <a:custGeom>
            <a:pathLst>
              <a:path w="2000" h="2555289">
                <a:moveTo>
                  <a:pt x="0" y="2555289"/>
                </a:moveTo>
                <a:lnTo>
                  <a:pt x="0" y="0"/>
                </a:lnTo>
              </a:path>
            </a:pathLst>
          </a:custGeom>
          <a:noFill/>
          <a:ln w="5239">
            <a:solidFill>
              <a:srgbClr val="C0C0C0">
                <a:alpha val="28000"/>
              </a:srgbClr>
            </a:solidFill>
            <a:prstDash val="dash"/>
          </a:ln>
        </p:spPr>
      </p:sp>
      <p:sp>
        <p:nvSpPr>
          <p:cNvPr id="1236" name="PANEL_D-wind-profile-gate-1-0_1710">
            <a:extLst>
              <a:ext uri="{FF2B5EF4-FFF2-40B4-BE49-F238E27FC236}">
                <a16:creationId xmlns:a16="http://schemas.microsoft.com/office/drawing/2014/main" id="{8112B9C9-C91C-4425-9770-D69E9C030138}"/>
              </a:ext>
            </a:extLst>
          </p:cNvPr>
          <p:cNvSpPr>
            <a:spLocks/>
          </p:cNvSpPr>
          <p:nvPr/>
        </p:nvSpPr>
        <p:spPr>
          <a:xfrm>
            <a:off x="12805761" y="5650505"/>
            <a:ext cx="43815" cy="43815"/>
          </a:xfrm>
          <a:prstGeom prst="ellipse">
            <a:avLst/>
          </a:prstGeom>
          <a:solidFill>
            <a:srgbClr val="FCFCFC"/>
          </a:solidFill>
          <a:ln w="6668">
            <a:solidFill>
              <a:srgbClr val="9A9A9A"/>
            </a:solidFill>
            <a:prstDash val="solid"/>
          </a:ln>
        </p:spPr>
      </p:sp>
      <p:sp>
        <p:nvSpPr>
          <p:cNvPr id="1238" name="PANEL_D-layer-vector-1-0-shaft_1711">
            <a:extLst>
              <a:ext uri="{FF2B5EF4-FFF2-40B4-BE49-F238E27FC236}">
                <a16:creationId xmlns:a16="http://schemas.microsoft.com/office/drawing/2014/main" id="{3F6A1F0F-4C14-435F-86E3-B365CFE344B8}"/>
              </a:ext>
            </a:extLst>
          </p:cNvPr>
          <p:cNvSpPr>
            <a:spLocks/>
          </p:cNvSpPr>
          <p:nvPr/>
        </p:nvSpPr>
        <p:spPr>
          <a:xfrm>
            <a:off x="12741943" y="5617072"/>
            <a:ext cx="155167" cy="17241"/>
          </a:xfrm>
          <a:custGeom>
            <a:pathLst>
              <a:path w="162905" h="18101">
                <a:moveTo>
                  <a:pt x="0" y="18101"/>
                </a:moveTo>
                <a:lnTo>
                  <a:pt x="162905" y="0"/>
                </a:lnTo>
              </a:path>
            </a:pathLst>
          </a:custGeom>
          <a:noFill/>
          <a:ln w="9525">
            <a:solidFill>
              <a:srgbClr val="868686">
                <a:alpha val="80000"/>
              </a:srgbClr>
            </a:solidFill>
            <a:prstDash val="solid"/>
          </a:ln>
        </p:spPr>
      </p:sp>
      <p:sp>
        <p:nvSpPr>
          <p:cNvPr id="1239" name="PANEL_D-layer-vector-1-0-head_1712">
            <a:extLst>
              <a:ext uri="{FF2B5EF4-FFF2-40B4-BE49-F238E27FC236}">
                <a16:creationId xmlns:a16="http://schemas.microsoft.com/office/drawing/2014/main" id="{7C2AA65E-D74C-4AF4-BDE8-DD6CA0A7DE40}"/>
              </a:ext>
            </a:extLst>
          </p:cNvPr>
          <p:cNvSpPr>
            <a:spLocks/>
          </p:cNvSpPr>
          <p:nvPr/>
        </p:nvSpPr>
        <p:spPr>
          <a:xfrm>
            <a:off x="12870787" y="5602689"/>
            <a:ext cx="42607" cy="34194"/>
          </a:xfrm>
          <a:custGeom>
            <a:pathLst>
              <a:path w="44731" h="35899">
                <a:moveTo>
                  <a:pt x="44731" y="13201"/>
                </a:moveTo>
                <a:lnTo>
                  <a:pt x="3989" y="35899"/>
                </a:lnTo>
                <a:lnTo>
                  <a:pt x="0" y="0"/>
                </a:lnTo>
                <a:close/>
              </a:path>
            </a:pathLst>
          </a:custGeom>
          <a:solidFill>
            <a:srgbClr val="868686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41" name="PANEL_D-wind-profile-gate-1-1_1713">
            <a:extLst>
              <a:ext uri="{FF2B5EF4-FFF2-40B4-BE49-F238E27FC236}">
                <a16:creationId xmlns:a16="http://schemas.microsoft.com/office/drawing/2014/main" id="{13321E0D-30D3-497A-9387-1E07611A52DA}"/>
              </a:ext>
            </a:extLst>
          </p:cNvPr>
          <p:cNvSpPr>
            <a:spLocks/>
          </p:cNvSpPr>
          <p:nvPr/>
        </p:nvSpPr>
        <p:spPr>
          <a:xfrm>
            <a:off x="12805761" y="4969193"/>
            <a:ext cx="43815" cy="43815"/>
          </a:xfrm>
          <a:prstGeom prst="ellipse">
            <a:avLst/>
          </a:prstGeom>
          <a:solidFill>
            <a:srgbClr val="FCFCFC"/>
          </a:solidFill>
          <a:ln w="6668">
            <a:solidFill>
              <a:srgbClr val="9A9A9A"/>
            </a:solidFill>
            <a:prstDash val="solid"/>
          </a:ln>
        </p:spPr>
      </p:sp>
      <p:sp>
        <p:nvSpPr>
          <p:cNvPr id="1243" name="PANEL_D-layer-vector-1-1-shaft_1714">
            <a:extLst>
              <a:ext uri="{FF2B5EF4-FFF2-40B4-BE49-F238E27FC236}">
                <a16:creationId xmlns:a16="http://schemas.microsoft.com/office/drawing/2014/main" id="{71E38405-1F0D-4449-9C23-B4D7311E9D5A}"/>
              </a:ext>
            </a:extLst>
          </p:cNvPr>
          <p:cNvSpPr>
            <a:spLocks/>
          </p:cNvSpPr>
          <p:nvPr/>
        </p:nvSpPr>
        <p:spPr>
          <a:xfrm>
            <a:off x="12718131" y="4935369"/>
            <a:ext cx="202754" cy="17631"/>
          </a:xfrm>
          <a:custGeom>
            <a:pathLst>
              <a:path w="212865" h="18510">
                <a:moveTo>
                  <a:pt x="0" y="18510"/>
                </a:moveTo>
                <a:lnTo>
                  <a:pt x="212865" y="0"/>
                </a:lnTo>
              </a:path>
            </a:pathLst>
          </a:custGeom>
          <a:noFill/>
          <a:ln w="9525">
            <a:solidFill>
              <a:srgbClr val="999999">
                <a:alpha val="80000"/>
              </a:srgbClr>
            </a:solidFill>
            <a:prstDash val="solid"/>
          </a:ln>
        </p:spPr>
      </p:sp>
      <p:sp>
        <p:nvSpPr>
          <p:cNvPr id="1244" name="PANEL_D-layer-vector-1-1-head_1715">
            <a:extLst>
              <a:ext uri="{FF2B5EF4-FFF2-40B4-BE49-F238E27FC236}">
                <a16:creationId xmlns:a16="http://schemas.microsoft.com/office/drawing/2014/main" id="{CE94B0DB-EF72-4FEE-A635-BD25512E8870}"/>
              </a:ext>
            </a:extLst>
          </p:cNvPr>
          <p:cNvSpPr>
            <a:spLocks/>
          </p:cNvSpPr>
          <p:nvPr/>
        </p:nvSpPr>
        <p:spPr>
          <a:xfrm>
            <a:off x="12894912" y="4920361"/>
            <a:ext cx="42294" cy="34275"/>
          </a:xfrm>
          <a:custGeom>
            <a:pathLst>
              <a:path w="44403" h="35984">
                <a:moveTo>
                  <a:pt x="44403" y="14267"/>
                </a:moveTo>
                <a:lnTo>
                  <a:pt x="3129" y="35984"/>
                </a:lnTo>
                <a:lnTo>
                  <a:pt x="0" y="0"/>
                </a:lnTo>
                <a:close/>
              </a:path>
            </a:pathLst>
          </a:custGeom>
          <a:solidFill>
            <a:srgbClr val="999999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46" name="PANEL_D-wind-profile-gate-1-2_1716">
            <a:extLst>
              <a:ext uri="{FF2B5EF4-FFF2-40B4-BE49-F238E27FC236}">
                <a16:creationId xmlns:a16="http://schemas.microsoft.com/office/drawing/2014/main" id="{D70DF1C1-DD77-4AFD-A906-8CBBE62CF3E8}"/>
              </a:ext>
            </a:extLst>
          </p:cNvPr>
          <p:cNvSpPr>
            <a:spLocks/>
          </p:cNvSpPr>
          <p:nvPr/>
        </p:nvSpPr>
        <p:spPr>
          <a:xfrm>
            <a:off x="12805761" y="4454843"/>
            <a:ext cx="43815" cy="43815"/>
          </a:xfrm>
          <a:prstGeom prst="ellipse">
            <a:avLst/>
          </a:prstGeom>
          <a:solidFill>
            <a:srgbClr val="FCFCFC"/>
          </a:solidFill>
          <a:ln w="6668">
            <a:solidFill>
              <a:srgbClr val="9A9A9A"/>
            </a:solidFill>
            <a:prstDash val="solid"/>
          </a:ln>
        </p:spPr>
      </p:sp>
      <p:sp>
        <p:nvSpPr>
          <p:cNvPr id="1248" name="PANEL_D-layer-vector-1-2-shaft_1717">
            <a:extLst>
              <a:ext uri="{FF2B5EF4-FFF2-40B4-BE49-F238E27FC236}">
                <a16:creationId xmlns:a16="http://schemas.microsoft.com/office/drawing/2014/main" id="{7956B80F-DAAD-4E2C-9A18-1F38015EDE89}"/>
              </a:ext>
            </a:extLst>
          </p:cNvPr>
          <p:cNvSpPr>
            <a:spLocks/>
          </p:cNvSpPr>
          <p:nvPr/>
        </p:nvSpPr>
        <p:spPr>
          <a:xfrm>
            <a:off x="12718131" y="4421019"/>
            <a:ext cx="202754" cy="17631"/>
          </a:xfrm>
          <a:custGeom>
            <a:pathLst>
              <a:path w="212865" h="18510">
                <a:moveTo>
                  <a:pt x="0" y="18510"/>
                </a:moveTo>
                <a:lnTo>
                  <a:pt x="212865" y="0"/>
                </a:lnTo>
              </a:path>
            </a:pathLst>
          </a:custGeom>
          <a:noFill/>
          <a:ln w="9525">
            <a:solidFill>
              <a:srgbClr val="999999">
                <a:alpha val="80000"/>
              </a:srgbClr>
            </a:solidFill>
            <a:prstDash val="solid"/>
          </a:ln>
        </p:spPr>
      </p:sp>
      <p:sp>
        <p:nvSpPr>
          <p:cNvPr id="1249" name="PANEL_D-layer-vector-1-2-head_1718">
            <a:extLst>
              <a:ext uri="{FF2B5EF4-FFF2-40B4-BE49-F238E27FC236}">
                <a16:creationId xmlns:a16="http://schemas.microsoft.com/office/drawing/2014/main" id="{8F4AF142-A706-4D3D-9CC1-8BCB71FF2834}"/>
              </a:ext>
            </a:extLst>
          </p:cNvPr>
          <p:cNvSpPr>
            <a:spLocks/>
          </p:cNvSpPr>
          <p:nvPr/>
        </p:nvSpPr>
        <p:spPr>
          <a:xfrm>
            <a:off x="12894912" y="4406011"/>
            <a:ext cx="42294" cy="34275"/>
          </a:xfrm>
          <a:custGeom>
            <a:pathLst>
              <a:path w="44403" h="35984">
                <a:moveTo>
                  <a:pt x="44403" y="14267"/>
                </a:moveTo>
                <a:lnTo>
                  <a:pt x="3129" y="35984"/>
                </a:lnTo>
                <a:lnTo>
                  <a:pt x="0" y="0"/>
                </a:lnTo>
                <a:close/>
              </a:path>
            </a:pathLst>
          </a:custGeom>
          <a:solidFill>
            <a:srgbClr val="999999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51" name="PANEL_D-wind-profile-gate-1-3_1719">
            <a:extLst>
              <a:ext uri="{FF2B5EF4-FFF2-40B4-BE49-F238E27FC236}">
                <a16:creationId xmlns:a16="http://schemas.microsoft.com/office/drawing/2014/main" id="{BF8329F7-3D62-436F-ADA0-536413E73BBB}"/>
              </a:ext>
            </a:extLst>
          </p:cNvPr>
          <p:cNvSpPr>
            <a:spLocks/>
          </p:cNvSpPr>
          <p:nvPr/>
        </p:nvSpPr>
        <p:spPr>
          <a:xfrm>
            <a:off x="12805761" y="3807143"/>
            <a:ext cx="43815" cy="43815"/>
          </a:xfrm>
          <a:prstGeom prst="ellipse">
            <a:avLst/>
          </a:prstGeom>
          <a:solidFill>
            <a:srgbClr val="FCFCFC"/>
          </a:solidFill>
          <a:ln w="6668">
            <a:solidFill>
              <a:srgbClr val="9A9A9A"/>
            </a:solidFill>
            <a:prstDash val="solid"/>
          </a:ln>
        </p:spPr>
      </p:sp>
      <p:sp>
        <p:nvSpPr>
          <p:cNvPr id="1253" name="PANEL_D-layer-vector-1-3-shaft_1720">
            <a:extLst>
              <a:ext uri="{FF2B5EF4-FFF2-40B4-BE49-F238E27FC236}">
                <a16:creationId xmlns:a16="http://schemas.microsoft.com/office/drawing/2014/main" id="{C5AF55A0-5BC4-49CD-843A-7954A95D479F}"/>
              </a:ext>
            </a:extLst>
          </p:cNvPr>
          <p:cNvSpPr>
            <a:spLocks/>
          </p:cNvSpPr>
          <p:nvPr/>
        </p:nvSpPr>
        <p:spPr>
          <a:xfrm>
            <a:off x="12710701" y="3781425"/>
            <a:ext cx="250317" cy="1905"/>
          </a:xfrm>
          <a:custGeom>
            <a:pathLst>
              <a:path w="262800" h="2000">
                <a:moveTo>
                  <a:pt x="26280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757575">
                <a:alpha val="80000"/>
              </a:srgbClr>
            </a:solidFill>
            <a:prstDash val="solid"/>
          </a:ln>
        </p:spPr>
      </p:sp>
      <p:sp>
        <p:nvSpPr>
          <p:cNvPr id="1254" name="PANEL_D-layer-vector-1-3-head_1721">
            <a:extLst>
              <a:ext uri="{FF2B5EF4-FFF2-40B4-BE49-F238E27FC236}">
                <a16:creationId xmlns:a16="http://schemas.microsoft.com/office/drawing/2014/main" id="{3A38BC6C-579E-4B62-8B5A-C13C0D3834A7}"/>
              </a:ext>
            </a:extLst>
          </p:cNvPr>
          <p:cNvSpPr>
            <a:spLocks/>
          </p:cNvSpPr>
          <p:nvPr/>
        </p:nvSpPr>
        <p:spPr>
          <a:xfrm>
            <a:off x="12694318" y="3764223"/>
            <a:ext cx="40957" cy="34404"/>
          </a:xfrm>
          <a:custGeom>
            <a:pathLst>
              <a:path w="43000" h="36120">
                <a:moveTo>
                  <a:pt x="0" y="18060"/>
                </a:moveTo>
                <a:lnTo>
                  <a:pt x="43000" y="0"/>
                </a:lnTo>
                <a:lnTo>
                  <a:pt x="43000" y="36120"/>
                </a:lnTo>
                <a:close/>
              </a:path>
            </a:pathLst>
          </a:custGeom>
          <a:solidFill>
            <a:srgbClr val="757575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56" name="PANEL_D-profile-sampling-column-2_1722">
            <a:extLst>
              <a:ext uri="{FF2B5EF4-FFF2-40B4-BE49-F238E27FC236}">
                <a16:creationId xmlns:a16="http://schemas.microsoft.com/office/drawing/2014/main" id="{92E001DC-F421-4AEA-85B5-E3FE42EDB938}"/>
              </a:ext>
            </a:extLst>
          </p:cNvPr>
          <p:cNvSpPr>
            <a:spLocks/>
          </p:cNvSpPr>
          <p:nvPr/>
        </p:nvSpPr>
        <p:spPr>
          <a:xfrm>
            <a:off x="14218820" y="3714750"/>
            <a:ext cx="1905" cy="2505075"/>
          </a:xfrm>
          <a:custGeom>
            <a:pathLst>
              <a:path w="2000" h="2630000">
                <a:moveTo>
                  <a:pt x="0" y="2630000"/>
                </a:moveTo>
                <a:lnTo>
                  <a:pt x="0" y="0"/>
                </a:lnTo>
              </a:path>
            </a:pathLst>
          </a:custGeom>
          <a:noFill/>
          <a:ln w="5239">
            <a:solidFill>
              <a:srgbClr val="C0C0C0">
                <a:alpha val="28000"/>
              </a:srgbClr>
            </a:solidFill>
            <a:prstDash val="dash"/>
          </a:ln>
        </p:spPr>
      </p:sp>
      <p:sp>
        <p:nvSpPr>
          <p:cNvPr id="1257" name="PANEL_D-wind-profile-gate-2-0_1723">
            <a:extLst>
              <a:ext uri="{FF2B5EF4-FFF2-40B4-BE49-F238E27FC236}">
                <a16:creationId xmlns:a16="http://schemas.microsoft.com/office/drawing/2014/main" id="{D1F5F862-EDC6-4A9B-BE5D-BEA674C63B8B}"/>
              </a:ext>
            </a:extLst>
          </p:cNvPr>
          <p:cNvSpPr>
            <a:spLocks/>
          </p:cNvSpPr>
          <p:nvPr/>
        </p:nvSpPr>
        <p:spPr>
          <a:xfrm>
            <a:off x="14196912" y="6045518"/>
            <a:ext cx="43815" cy="43815"/>
          </a:xfrm>
          <a:prstGeom prst="ellipse">
            <a:avLst/>
          </a:prstGeom>
          <a:solidFill>
            <a:srgbClr val="FCFCFC"/>
          </a:solidFill>
          <a:ln w="6668">
            <a:solidFill>
              <a:srgbClr val="9A9A9A"/>
            </a:solidFill>
            <a:prstDash val="solid"/>
          </a:ln>
        </p:spPr>
      </p:sp>
      <p:sp>
        <p:nvSpPr>
          <p:cNvPr id="1259" name="PANEL_D-layer-vector-2-0-shaft_1724">
            <a:extLst>
              <a:ext uri="{FF2B5EF4-FFF2-40B4-BE49-F238E27FC236}">
                <a16:creationId xmlns:a16="http://schemas.microsoft.com/office/drawing/2014/main" id="{A383951B-C6AB-4474-8AF5-7FF8F4D90500}"/>
              </a:ext>
            </a:extLst>
          </p:cNvPr>
          <p:cNvSpPr>
            <a:spLocks/>
          </p:cNvSpPr>
          <p:nvPr/>
        </p:nvSpPr>
        <p:spPr>
          <a:xfrm>
            <a:off x="14133095" y="5992400"/>
            <a:ext cx="156181" cy="60737"/>
          </a:xfrm>
          <a:custGeom>
            <a:pathLst>
              <a:path w="163970" h="63766">
                <a:moveTo>
                  <a:pt x="0" y="63766"/>
                </a:moveTo>
                <a:lnTo>
                  <a:pt x="163970" y="0"/>
                </a:lnTo>
              </a:path>
            </a:pathLst>
          </a:custGeom>
          <a:noFill/>
          <a:ln w="9525">
            <a:solidFill>
              <a:srgbClr val="868686">
                <a:alpha val="80000"/>
              </a:srgbClr>
            </a:solidFill>
            <a:prstDash val="solid"/>
          </a:ln>
        </p:spPr>
      </p:sp>
      <p:sp>
        <p:nvSpPr>
          <p:cNvPr id="1260" name="PANEL_D-layer-vector-2-0-head_1725">
            <a:extLst>
              <a:ext uri="{FF2B5EF4-FFF2-40B4-BE49-F238E27FC236}">
                <a16:creationId xmlns:a16="http://schemas.microsoft.com/office/drawing/2014/main" id="{8049D6F4-7314-4E47-B4A7-190DC936F97C}"/>
              </a:ext>
            </a:extLst>
          </p:cNvPr>
          <p:cNvSpPr>
            <a:spLocks/>
          </p:cNvSpPr>
          <p:nvPr/>
        </p:nvSpPr>
        <p:spPr>
          <a:xfrm>
            <a:off x="14260137" y="5985275"/>
            <a:ext cx="44407" cy="32065"/>
          </a:xfrm>
          <a:custGeom>
            <a:pathLst>
              <a:path w="46622" h="33664">
                <a:moveTo>
                  <a:pt x="46622" y="1247"/>
                </a:moveTo>
                <a:lnTo>
                  <a:pt x="13092" y="33664"/>
                </a:lnTo>
                <a:lnTo>
                  <a:pt x="0" y="0"/>
                </a:lnTo>
                <a:close/>
              </a:path>
            </a:pathLst>
          </a:custGeom>
          <a:solidFill>
            <a:srgbClr val="868686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62" name="PANEL_D-wind-profile-gate-2-1_1726">
            <a:extLst>
              <a:ext uri="{FF2B5EF4-FFF2-40B4-BE49-F238E27FC236}">
                <a16:creationId xmlns:a16="http://schemas.microsoft.com/office/drawing/2014/main" id="{145E354B-3B8F-4CEB-985C-C816A0F32D79}"/>
              </a:ext>
            </a:extLst>
          </p:cNvPr>
          <p:cNvSpPr>
            <a:spLocks/>
          </p:cNvSpPr>
          <p:nvPr/>
        </p:nvSpPr>
        <p:spPr>
          <a:xfrm>
            <a:off x="14196912" y="4969193"/>
            <a:ext cx="43815" cy="43815"/>
          </a:xfrm>
          <a:prstGeom prst="ellipse">
            <a:avLst/>
          </a:prstGeom>
          <a:solidFill>
            <a:srgbClr val="FCFCFC"/>
          </a:solidFill>
          <a:ln w="6668">
            <a:solidFill>
              <a:srgbClr val="9A9A9A"/>
            </a:solidFill>
            <a:prstDash val="solid"/>
          </a:ln>
        </p:spPr>
      </p:sp>
      <p:sp>
        <p:nvSpPr>
          <p:cNvPr id="1264" name="PANEL_D-layer-vector-2-1-shaft_1727">
            <a:extLst>
              <a:ext uri="{FF2B5EF4-FFF2-40B4-BE49-F238E27FC236}">
                <a16:creationId xmlns:a16="http://schemas.microsoft.com/office/drawing/2014/main" id="{2F967369-10A3-4BD3-822D-252121DA8CED}"/>
              </a:ext>
            </a:extLst>
          </p:cNvPr>
          <p:cNvSpPr>
            <a:spLocks/>
          </p:cNvSpPr>
          <p:nvPr/>
        </p:nvSpPr>
        <p:spPr>
          <a:xfrm>
            <a:off x="14109282" y="4914908"/>
            <a:ext cx="203402" cy="61905"/>
          </a:xfrm>
          <a:custGeom>
            <a:pathLst>
              <a:path w="213545" h="64992">
                <a:moveTo>
                  <a:pt x="0" y="64992"/>
                </a:moveTo>
                <a:lnTo>
                  <a:pt x="213545" y="0"/>
                </a:lnTo>
              </a:path>
            </a:pathLst>
          </a:custGeom>
          <a:noFill/>
          <a:ln w="9525">
            <a:solidFill>
              <a:srgbClr val="999999">
                <a:alpha val="80000"/>
              </a:srgbClr>
            </a:solidFill>
            <a:prstDash val="solid"/>
          </a:ln>
        </p:spPr>
      </p:sp>
      <p:sp>
        <p:nvSpPr>
          <p:cNvPr id="1265" name="PANEL_D-layer-vector-2-1-head_1728">
            <a:extLst>
              <a:ext uri="{FF2B5EF4-FFF2-40B4-BE49-F238E27FC236}">
                <a16:creationId xmlns:a16="http://schemas.microsoft.com/office/drawing/2014/main" id="{48B05C4A-2B5C-4571-AD38-CB3BED455C64}"/>
              </a:ext>
            </a:extLst>
          </p:cNvPr>
          <p:cNvSpPr>
            <a:spLocks/>
          </p:cNvSpPr>
          <p:nvPr/>
        </p:nvSpPr>
        <p:spPr>
          <a:xfrm>
            <a:off x="14284166" y="4905606"/>
            <a:ext cx="44192" cy="32914"/>
          </a:xfrm>
          <a:custGeom>
            <a:pathLst>
              <a:path w="46395" h="34555">
                <a:moveTo>
                  <a:pt x="46395" y="4758"/>
                </a:moveTo>
                <a:lnTo>
                  <a:pt x="10517" y="34555"/>
                </a:lnTo>
                <a:lnTo>
                  <a:pt x="0" y="0"/>
                </a:lnTo>
                <a:close/>
              </a:path>
            </a:pathLst>
          </a:custGeom>
          <a:solidFill>
            <a:srgbClr val="999999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67" name="PANEL_D-wind-profile-gate-2-2_1729">
            <a:extLst>
              <a:ext uri="{FF2B5EF4-FFF2-40B4-BE49-F238E27FC236}">
                <a16:creationId xmlns:a16="http://schemas.microsoft.com/office/drawing/2014/main" id="{B5817547-EB50-4A7F-A842-C7E739C81BA6}"/>
              </a:ext>
            </a:extLst>
          </p:cNvPr>
          <p:cNvSpPr>
            <a:spLocks/>
          </p:cNvSpPr>
          <p:nvPr/>
        </p:nvSpPr>
        <p:spPr>
          <a:xfrm>
            <a:off x="14196912" y="4454843"/>
            <a:ext cx="43815" cy="43815"/>
          </a:xfrm>
          <a:prstGeom prst="ellipse">
            <a:avLst/>
          </a:prstGeom>
          <a:solidFill>
            <a:srgbClr val="FCFCFC"/>
          </a:solidFill>
          <a:ln w="6668">
            <a:solidFill>
              <a:srgbClr val="9A9A9A"/>
            </a:solidFill>
            <a:prstDash val="solid"/>
          </a:ln>
        </p:spPr>
      </p:sp>
      <p:sp>
        <p:nvSpPr>
          <p:cNvPr id="1269" name="PANEL_D-layer-vector-2-2-shaft_1730">
            <a:extLst>
              <a:ext uri="{FF2B5EF4-FFF2-40B4-BE49-F238E27FC236}">
                <a16:creationId xmlns:a16="http://schemas.microsoft.com/office/drawing/2014/main" id="{C5E5D7AE-E360-44BA-8F2F-74E310BC31A7}"/>
              </a:ext>
            </a:extLst>
          </p:cNvPr>
          <p:cNvSpPr>
            <a:spLocks/>
          </p:cNvSpPr>
          <p:nvPr/>
        </p:nvSpPr>
        <p:spPr>
          <a:xfrm>
            <a:off x="14109282" y="4400558"/>
            <a:ext cx="203402" cy="61905"/>
          </a:xfrm>
          <a:custGeom>
            <a:pathLst>
              <a:path w="213545" h="64992">
                <a:moveTo>
                  <a:pt x="0" y="64992"/>
                </a:moveTo>
                <a:lnTo>
                  <a:pt x="213545" y="0"/>
                </a:lnTo>
              </a:path>
            </a:pathLst>
          </a:custGeom>
          <a:noFill/>
          <a:ln w="9525">
            <a:solidFill>
              <a:srgbClr val="999999">
                <a:alpha val="80000"/>
              </a:srgbClr>
            </a:solidFill>
            <a:prstDash val="solid"/>
          </a:ln>
        </p:spPr>
      </p:sp>
      <p:sp>
        <p:nvSpPr>
          <p:cNvPr id="1270" name="PANEL_D-layer-vector-2-2-head_1731">
            <a:extLst>
              <a:ext uri="{FF2B5EF4-FFF2-40B4-BE49-F238E27FC236}">
                <a16:creationId xmlns:a16="http://schemas.microsoft.com/office/drawing/2014/main" id="{053E4E6E-5A39-4F04-B817-A62082EC47D8}"/>
              </a:ext>
            </a:extLst>
          </p:cNvPr>
          <p:cNvSpPr>
            <a:spLocks/>
          </p:cNvSpPr>
          <p:nvPr/>
        </p:nvSpPr>
        <p:spPr>
          <a:xfrm>
            <a:off x="14284166" y="4391256"/>
            <a:ext cx="44192" cy="32914"/>
          </a:xfrm>
          <a:custGeom>
            <a:pathLst>
              <a:path w="46395" h="34555">
                <a:moveTo>
                  <a:pt x="46395" y="4758"/>
                </a:moveTo>
                <a:lnTo>
                  <a:pt x="10517" y="34555"/>
                </a:lnTo>
                <a:lnTo>
                  <a:pt x="0" y="0"/>
                </a:lnTo>
                <a:close/>
              </a:path>
            </a:pathLst>
          </a:custGeom>
          <a:solidFill>
            <a:srgbClr val="999999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72" name="PANEL_D-wind-profile-gate-2-3_1732">
            <a:extLst>
              <a:ext uri="{FF2B5EF4-FFF2-40B4-BE49-F238E27FC236}">
                <a16:creationId xmlns:a16="http://schemas.microsoft.com/office/drawing/2014/main" id="{73146BD3-521D-49D6-A884-EB1A08908469}"/>
              </a:ext>
            </a:extLst>
          </p:cNvPr>
          <p:cNvSpPr>
            <a:spLocks/>
          </p:cNvSpPr>
          <p:nvPr/>
        </p:nvSpPr>
        <p:spPr>
          <a:xfrm>
            <a:off x="14196912" y="3807143"/>
            <a:ext cx="43815" cy="43815"/>
          </a:xfrm>
          <a:prstGeom prst="ellipse">
            <a:avLst/>
          </a:prstGeom>
          <a:solidFill>
            <a:srgbClr val="FCFCFC"/>
          </a:solidFill>
          <a:ln w="6668">
            <a:solidFill>
              <a:srgbClr val="9A9A9A"/>
            </a:solidFill>
            <a:prstDash val="solid"/>
          </a:ln>
        </p:spPr>
      </p:sp>
      <p:sp>
        <p:nvSpPr>
          <p:cNvPr id="1274" name="PANEL_D-layer-vector-2-3-shaft_1733">
            <a:extLst>
              <a:ext uri="{FF2B5EF4-FFF2-40B4-BE49-F238E27FC236}">
                <a16:creationId xmlns:a16="http://schemas.microsoft.com/office/drawing/2014/main" id="{10F8534D-AEE2-400B-A4FE-E6125B438B59}"/>
              </a:ext>
            </a:extLst>
          </p:cNvPr>
          <p:cNvSpPr>
            <a:spLocks/>
          </p:cNvSpPr>
          <p:nvPr/>
        </p:nvSpPr>
        <p:spPr>
          <a:xfrm>
            <a:off x="14101853" y="3781425"/>
            <a:ext cx="250317" cy="1905"/>
          </a:xfrm>
          <a:custGeom>
            <a:pathLst>
              <a:path w="262800" h="2000">
                <a:moveTo>
                  <a:pt x="26280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757575">
                <a:alpha val="80000"/>
              </a:srgbClr>
            </a:solidFill>
            <a:prstDash val="solid"/>
          </a:ln>
        </p:spPr>
      </p:sp>
      <p:sp>
        <p:nvSpPr>
          <p:cNvPr id="1275" name="PANEL_D-layer-vector-2-3-head_1734">
            <a:extLst>
              <a:ext uri="{FF2B5EF4-FFF2-40B4-BE49-F238E27FC236}">
                <a16:creationId xmlns:a16="http://schemas.microsoft.com/office/drawing/2014/main" id="{68E400B5-3DCA-40FA-967B-4D7CFBAA5BDA}"/>
              </a:ext>
            </a:extLst>
          </p:cNvPr>
          <p:cNvSpPr>
            <a:spLocks/>
          </p:cNvSpPr>
          <p:nvPr/>
        </p:nvSpPr>
        <p:spPr>
          <a:xfrm>
            <a:off x="14085470" y="3764223"/>
            <a:ext cx="40957" cy="34404"/>
          </a:xfrm>
          <a:custGeom>
            <a:pathLst>
              <a:path w="43000" h="36120">
                <a:moveTo>
                  <a:pt x="0" y="18060"/>
                </a:moveTo>
                <a:lnTo>
                  <a:pt x="43000" y="0"/>
                </a:lnTo>
                <a:lnTo>
                  <a:pt x="43000" y="36120"/>
                </a:lnTo>
                <a:close/>
              </a:path>
            </a:pathLst>
          </a:custGeom>
          <a:solidFill>
            <a:srgbClr val="757575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77" name="PANEL_D-source-platform-foundation_1735">
            <a:extLst>
              <a:ext uri="{FF2B5EF4-FFF2-40B4-BE49-F238E27FC236}">
                <a16:creationId xmlns:a16="http://schemas.microsoft.com/office/drawing/2014/main" id="{A16FA933-0D17-4CE6-ACD6-9C997901520D}"/>
              </a:ext>
            </a:extLst>
          </p:cNvPr>
          <p:cNvSpPr>
            <a:spLocks/>
          </p:cNvSpPr>
          <p:nvPr/>
        </p:nvSpPr>
        <p:spPr>
          <a:xfrm>
            <a:off x="12379492" y="6011041"/>
            <a:ext cx="533400" cy="198285"/>
          </a:xfrm>
          <a:custGeom>
            <a:pathLst>
              <a:path w="560000" h="208173">
                <a:moveTo>
                  <a:pt x="0" y="0"/>
                </a:moveTo>
                <a:lnTo>
                  <a:pt x="560000" y="0"/>
                </a:lnTo>
                <a:lnTo>
                  <a:pt x="560000" y="208173"/>
                </a:lnTo>
                <a:lnTo>
                  <a:pt x="0" y="158173"/>
                </a:lnTo>
                <a:close/>
              </a:path>
            </a:pathLst>
          </a:custGeom>
          <a:solidFill>
            <a:srgbClr val="CECECE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1278" name="PANEL_D-facility-platform_1736">
            <a:extLst>
              <a:ext uri="{FF2B5EF4-FFF2-40B4-BE49-F238E27FC236}">
                <a16:creationId xmlns:a16="http://schemas.microsoft.com/office/drawing/2014/main" id="{0B9BEC08-A102-4145-AAA8-95848B02B905}"/>
              </a:ext>
            </a:extLst>
          </p:cNvPr>
          <p:cNvSpPr>
            <a:spLocks/>
          </p:cNvSpPr>
          <p:nvPr/>
        </p:nvSpPr>
        <p:spPr>
          <a:xfrm>
            <a:off x="12450739" y="6017518"/>
            <a:ext cx="472821" cy="71247"/>
          </a:xfrm>
          <a:custGeom>
            <a:pathLst>
              <a:path w="496400" h="74800">
                <a:moveTo>
                  <a:pt x="0" y="0"/>
                </a:moveTo>
                <a:lnTo>
                  <a:pt x="455600" y="0"/>
                </a:lnTo>
                <a:lnTo>
                  <a:pt x="496400" y="74800"/>
                </a:lnTo>
                <a:lnTo>
                  <a:pt x="34000" y="74800"/>
                </a:lnTo>
                <a:close/>
              </a:path>
            </a:pathLst>
          </a:custGeom>
          <a:solidFill>
            <a:srgbClr val="E1E1E1"/>
          </a:solidFill>
          <a:ln w="5715">
            <a:solidFill>
              <a:srgbClr val="939393"/>
            </a:solidFill>
            <a:prstDash val="solid"/>
          </a:ln>
        </p:spPr>
      </p:sp>
      <p:sp>
        <p:nvSpPr>
          <p:cNvPr id="1279" name="PANEL_D-tank-0-side_1737">
            <a:extLst>
              <a:ext uri="{FF2B5EF4-FFF2-40B4-BE49-F238E27FC236}">
                <a16:creationId xmlns:a16="http://schemas.microsoft.com/office/drawing/2014/main" id="{FCB3E28B-9583-46B4-9028-4FB9C75EB909}"/>
              </a:ext>
            </a:extLst>
          </p:cNvPr>
          <p:cNvSpPr>
            <a:spLocks/>
          </p:cNvSpPr>
          <p:nvPr/>
        </p:nvSpPr>
        <p:spPr>
          <a:xfrm>
            <a:off x="12509032" y="5855593"/>
            <a:ext cx="103632" cy="142494"/>
          </a:xfrm>
          <a:custGeom>
            <a:pathLst>
              <a:path w="108800" h="149600">
                <a:moveTo>
                  <a:pt x="0" y="0"/>
                </a:moveTo>
                <a:lnTo>
                  <a:pt x="108800" y="0"/>
                </a:lnTo>
                <a:lnTo>
                  <a:pt x="108800" y="149600"/>
                </a:lnTo>
                <a:lnTo>
                  <a:pt x="0" y="149600"/>
                </a:lnTo>
                <a:close/>
              </a:path>
            </a:pathLst>
          </a:custGeom>
          <a:solidFill>
            <a:srgbClr val="696969"/>
          </a:solidFill>
          <a:ln w="0">
            <a:noFill/>
            <a:prstDash val="solid"/>
          </a:ln>
        </p:spPr>
      </p:sp>
      <p:sp>
        <p:nvSpPr>
          <p:cNvPr id="1280" name="PANEL_D-tank-0-bottom_1738">
            <a:extLst>
              <a:ext uri="{FF2B5EF4-FFF2-40B4-BE49-F238E27FC236}">
                <a16:creationId xmlns:a16="http://schemas.microsoft.com/office/drawing/2014/main" id="{13A85EA3-1527-41B7-A822-3A40C0BF29C5}"/>
              </a:ext>
            </a:extLst>
          </p:cNvPr>
          <p:cNvSpPr>
            <a:spLocks/>
          </p:cNvSpPr>
          <p:nvPr/>
        </p:nvSpPr>
        <p:spPr>
          <a:xfrm>
            <a:off x="12509032" y="5975417"/>
            <a:ext cx="103632" cy="45339"/>
          </a:xfrm>
          <a:prstGeom prst="ellipse">
            <a:avLst/>
          </a:prstGeom>
          <a:solidFill>
            <a:srgbClr val="696969"/>
          </a:solidFill>
          <a:ln w="0">
            <a:noFill/>
            <a:prstDash val="solid"/>
          </a:ln>
        </p:spPr>
      </p:sp>
      <p:sp>
        <p:nvSpPr>
          <p:cNvPr id="1281" name="PANEL_D-tank-0-cap_1739">
            <a:extLst>
              <a:ext uri="{FF2B5EF4-FFF2-40B4-BE49-F238E27FC236}">
                <a16:creationId xmlns:a16="http://schemas.microsoft.com/office/drawing/2014/main" id="{0E8CA414-39E9-4B23-894E-F2E1A9227EA5}"/>
              </a:ext>
            </a:extLst>
          </p:cNvPr>
          <p:cNvSpPr>
            <a:spLocks/>
          </p:cNvSpPr>
          <p:nvPr/>
        </p:nvSpPr>
        <p:spPr>
          <a:xfrm>
            <a:off x="12509032" y="5831628"/>
            <a:ext cx="103632" cy="47930"/>
          </a:xfrm>
          <a:prstGeom prst="ellipse">
            <a:avLst/>
          </a:prstGeom>
          <a:solidFill>
            <a:srgbClr val="DBDBDB"/>
          </a:solidFill>
          <a:ln w="6191">
            <a:solidFill>
              <a:srgbClr val="747474"/>
            </a:solidFill>
            <a:prstDash val="solid"/>
          </a:ln>
        </p:spPr>
      </p:sp>
      <p:sp>
        <p:nvSpPr>
          <p:cNvPr id="1282" name="PANEL_D-tank-1-side_1740">
            <a:extLst>
              <a:ext uri="{FF2B5EF4-FFF2-40B4-BE49-F238E27FC236}">
                <a16:creationId xmlns:a16="http://schemas.microsoft.com/office/drawing/2014/main" id="{F535638F-7936-4A78-90B0-63A6DB568908}"/>
              </a:ext>
            </a:extLst>
          </p:cNvPr>
          <p:cNvSpPr>
            <a:spLocks/>
          </p:cNvSpPr>
          <p:nvPr/>
        </p:nvSpPr>
        <p:spPr>
          <a:xfrm>
            <a:off x="12670957" y="5855593"/>
            <a:ext cx="103632" cy="142494"/>
          </a:xfrm>
          <a:custGeom>
            <a:pathLst>
              <a:path w="108800" h="149600">
                <a:moveTo>
                  <a:pt x="0" y="0"/>
                </a:moveTo>
                <a:lnTo>
                  <a:pt x="108800" y="0"/>
                </a:lnTo>
                <a:lnTo>
                  <a:pt x="108800" y="149600"/>
                </a:lnTo>
                <a:lnTo>
                  <a:pt x="0" y="149600"/>
                </a:lnTo>
                <a:close/>
              </a:path>
            </a:pathLst>
          </a:custGeom>
          <a:solidFill>
            <a:srgbClr val="696969"/>
          </a:solidFill>
          <a:ln w="0">
            <a:noFill/>
            <a:prstDash val="solid"/>
          </a:ln>
        </p:spPr>
      </p:sp>
      <p:sp>
        <p:nvSpPr>
          <p:cNvPr id="1283" name="PANEL_D-tank-1-bottom_1741">
            <a:extLst>
              <a:ext uri="{FF2B5EF4-FFF2-40B4-BE49-F238E27FC236}">
                <a16:creationId xmlns:a16="http://schemas.microsoft.com/office/drawing/2014/main" id="{80F56673-13A6-4A25-8800-4EB66B967544}"/>
              </a:ext>
            </a:extLst>
          </p:cNvPr>
          <p:cNvSpPr>
            <a:spLocks/>
          </p:cNvSpPr>
          <p:nvPr/>
        </p:nvSpPr>
        <p:spPr>
          <a:xfrm>
            <a:off x="12670957" y="5975417"/>
            <a:ext cx="103632" cy="45339"/>
          </a:xfrm>
          <a:prstGeom prst="ellipse">
            <a:avLst/>
          </a:prstGeom>
          <a:solidFill>
            <a:srgbClr val="696969"/>
          </a:solidFill>
          <a:ln w="0">
            <a:noFill/>
            <a:prstDash val="solid"/>
          </a:ln>
        </p:spPr>
      </p:sp>
      <p:sp>
        <p:nvSpPr>
          <p:cNvPr id="1284" name="PANEL_D-tank-1-cap_1742">
            <a:extLst>
              <a:ext uri="{FF2B5EF4-FFF2-40B4-BE49-F238E27FC236}">
                <a16:creationId xmlns:a16="http://schemas.microsoft.com/office/drawing/2014/main" id="{03953C91-2C6B-42A3-8ABF-1281EE54C03A}"/>
              </a:ext>
            </a:extLst>
          </p:cNvPr>
          <p:cNvSpPr>
            <a:spLocks/>
          </p:cNvSpPr>
          <p:nvPr/>
        </p:nvSpPr>
        <p:spPr>
          <a:xfrm>
            <a:off x="12670957" y="5831628"/>
            <a:ext cx="103632" cy="47930"/>
          </a:xfrm>
          <a:prstGeom prst="ellipse">
            <a:avLst/>
          </a:prstGeom>
          <a:solidFill>
            <a:srgbClr val="DBDBDB"/>
          </a:solidFill>
          <a:ln w="6191">
            <a:solidFill>
              <a:srgbClr val="747474"/>
            </a:solidFill>
            <a:prstDash val="solid"/>
          </a:ln>
        </p:spPr>
      </p:sp>
      <p:sp>
        <p:nvSpPr>
          <p:cNvPr id="1285" name="PANEL_D-source-pipe_1743">
            <a:extLst>
              <a:ext uri="{FF2B5EF4-FFF2-40B4-BE49-F238E27FC236}">
                <a16:creationId xmlns:a16="http://schemas.microsoft.com/office/drawing/2014/main" id="{FC4F06FC-6C48-4A8C-8C55-26BBC3C26F77}"/>
              </a:ext>
            </a:extLst>
          </p:cNvPr>
          <p:cNvSpPr>
            <a:spLocks/>
          </p:cNvSpPr>
          <p:nvPr/>
        </p:nvSpPr>
        <p:spPr>
          <a:xfrm>
            <a:off x="12722773" y="5933317"/>
            <a:ext cx="142494" cy="1905"/>
          </a:xfrm>
          <a:custGeom>
            <a:pathLst>
              <a:path w="149600" h="2000">
                <a:moveTo>
                  <a:pt x="0" y="0"/>
                </a:moveTo>
                <a:lnTo>
                  <a:pt x="149600" y="0"/>
                </a:lnTo>
              </a:path>
            </a:pathLst>
          </a:custGeom>
          <a:noFill/>
          <a:ln w="14249">
            <a:solidFill>
              <a:srgbClr val="515151"/>
            </a:solidFill>
            <a:prstDash val="solid"/>
          </a:ln>
        </p:spPr>
      </p:sp>
      <p:sp>
        <p:nvSpPr>
          <p:cNvPr id="1286" name="PANEL_D-same-source-node_1744">
            <a:extLst>
              <a:ext uri="{FF2B5EF4-FFF2-40B4-BE49-F238E27FC236}">
                <a16:creationId xmlns:a16="http://schemas.microsoft.com/office/drawing/2014/main" id="{49954E2C-D499-4D8D-8946-8B1F3832F6A3}"/>
              </a:ext>
            </a:extLst>
          </p:cNvPr>
          <p:cNvSpPr>
            <a:spLocks/>
          </p:cNvSpPr>
          <p:nvPr/>
        </p:nvSpPr>
        <p:spPr>
          <a:xfrm>
            <a:off x="12850370" y="5918420"/>
            <a:ext cx="29794" cy="29794"/>
          </a:xfrm>
          <a:prstGeom prst="ellipse">
            <a:avLst/>
          </a:prstGeom>
          <a:solidFill>
            <a:srgbClr val="7A7A7A"/>
          </a:solidFill>
          <a:ln w="0">
            <a:noFill/>
            <a:prstDash val="solid"/>
          </a:ln>
        </p:spPr>
      </p:sp>
      <p:sp>
        <p:nvSpPr>
          <p:cNvPr id="1288" name="PANEL_D-weather-station-mast_1745">
            <a:extLst>
              <a:ext uri="{FF2B5EF4-FFF2-40B4-BE49-F238E27FC236}">
                <a16:creationId xmlns:a16="http://schemas.microsoft.com/office/drawing/2014/main" id="{BA76091E-E8C1-4A84-B7AD-486EDC8EAD6A}"/>
              </a:ext>
            </a:extLst>
          </p:cNvPr>
          <p:cNvSpPr>
            <a:spLocks/>
          </p:cNvSpPr>
          <p:nvPr/>
        </p:nvSpPr>
        <p:spPr>
          <a:xfrm>
            <a:off x="12226089" y="5777030"/>
            <a:ext cx="1905" cy="180975"/>
          </a:xfrm>
          <a:custGeom>
            <a:pathLst>
              <a:path w="2000" h="190000">
                <a:moveTo>
                  <a:pt x="0" y="190000"/>
                </a:moveTo>
                <a:lnTo>
                  <a:pt x="0" y="0"/>
                </a:lnTo>
              </a:path>
            </a:pathLst>
          </a:custGeom>
          <a:noFill/>
          <a:ln w="11906">
            <a:solidFill>
              <a:srgbClr val="7D7D7D"/>
            </a:solidFill>
            <a:prstDash val="solid"/>
          </a:ln>
        </p:spPr>
      </p:sp>
      <p:sp>
        <p:nvSpPr>
          <p:cNvPr id="1289" name="PANEL_D-anemometer-crossbar_1746">
            <a:extLst>
              <a:ext uri="{FF2B5EF4-FFF2-40B4-BE49-F238E27FC236}">
                <a16:creationId xmlns:a16="http://schemas.microsoft.com/office/drawing/2014/main" id="{E570D3C9-A63B-4C91-9D7C-F6ED2CD7927A}"/>
              </a:ext>
            </a:extLst>
          </p:cNvPr>
          <p:cNvSpPr>
            <a:spLocks/>
          </p:cNvSpPr>
          <p:nvPr/>
        </p:nvSpPr>
        <p:spPr>
          <a:xfrm>
            <a:off x="12159414" y="5796080"/>
            <a:ext cx="133350" cy="1905"/>
          </a:xfrm>
          <a:custGeom>
            <a:pathLst>
              <a:path w="140000" h="2000">
                <a:moveTo>
                  <a:pt x="0" y="0"/>
                </a:moveTo>
                <a:lnTo>
                  <a:pt x="140000" y="0"/>
                </a:lnTo>
              </a:path>
            </a:pathLst>
          </a:custGeom>
          <a:noFill/>
          <a:ln w="8573">
            <a:solidFill>
              <a:srgbClr val="7D7D7D"/>
            </a:solidFill>
            <a:prstDash val="solid"/>
          </a:ln>
        </p:spPr>
      </p:sp>
      <p:sp>
        <p:nvSpPr>
          <p:cNvPr id="1290" name="PANEL_D-anemometer-cup-0_1747">
            <a:extLst>
              <a:ext uri="{FF2B5EF4-FFF2-40B4-BE49-F238E27FC236}">
                <a16:creationId xmlns:a16="http://schemas.microsoft.com/office/drawing/2014/main" id="{B2AE4E66-6B3E-45F2-AE11-1A376ACBA900}"/>
              </a:ext>
            </a:extLst>
          </p:cNvPr>
          <p:cNvSpPr>
            <a:spLocks/>
          </p:cNvSpPr>
          <p:nvPr/>
        </p:nvSpPr>
        <p:spPr>
          <a:xfrm>
            <a:off x="12140364" y="5774173"/>
            <a:ext cx="38100" cy="24765"/>
          </a:xfrm>
          <a:prstGeom prst="ellipse">
            <a:avLst/>
          </a:prstGeom>
          <a:solidFill>
            <a:srgbClr val="CFCFCF"/>
          </a:solidFill>
          <a:ln w="5715">
            <a:solidFill>
              <a:srgbClr val="7D7D7D"/>
            </a:solidFill>
            <a:prstDash val="solid"/>
          </a:ln>
        </p:spPr>
      </p:sp>
      <p:sp>
        <p:nvSpPr>
          <p:cNvPr id="1291" name="PANEL_D-anemometer-cup-1_1748">
            <a:extLst>
              <a:ext uri="{FF2B5EF4-FFF2-40B4-BE49-F238E27FC236}">
                <a16:creationId xmlns:a16="http://schemas.microsoft.com/office/drawing/2014/main" id="{042006F9-E169-45E0-9E1C-8F4C44879B1A}"/>
              </a:ext>
            </a:extLst>
          </p:cNvPr>
          <p:cNvSpPr>
            <a:spLocks/>
          </p:cNvSpPr>
          <p:nvPr/>
        </p:nvSpPr>
        <p:spPr>
          <a:xfrm>
            <a:off x="12207039" y="5774173"/>
            <a:ext cx="38100" cy="24765"/>
          </a:xfrm>
          <a:prstGeom prst="ellipse">
            <a:avLst/>
          </a:prstGeom>
          <a:solidFill>
            <a:srgbClr val="CFCFCF"/>
          </a:solidFill>
          <a:ln w="5715">
            <a:solidFill>
              <a:srgbClr val="7D7D7D"/>
            </a:solidFill>
            <a:prstDash val="solid"/>
          </a:ln>
        </p:spPr>
      </p:sp>
      <p:sp>
        <p:nvSpPr>
          <p:cNvPr id="1292" name="PANEL_D-anemometer-cup-2_1749">
            <a:extLst>
              <a:ext uri="{FF2B5EF4-FFF2-40B4-BE49-F238E27FC236}">
                <a16:creationId xmlns:a16="http://schemas.microsoft.com/office/drawing/2014/main" id="{3A641479-CEE6-4396-895C-94D6B9BC6C1C}"/>
              </a:ext>
            </a:extLst>
          </p:cNvPr>
          <p:cNvSpPr>
            <a:spLocks/>
          </p:cNvSpPr>
          <p:nvPr/>
        </p:nvSpPr>
        <p:spPr>
          <a:xfrm>
            <a:off x="12273714" y="5774173"/>
            <a:ext cx="38100" cy="24765"/>
          </a:xfrm>
          <a:prstGeom prst="ellipse">
            <a:avLst/>
          </a:prstGeom>
          <a:solidFill>
            <a:srgbClr val="CFCFCF"/>
          </a:solidFill>
          <a:ln w="5715">
            <a:solidFill>
              <a:srgbClr val="7D7D7D"/>
            </a:solidFill>
            <a:prstDash val="solid"/>
          </a:ln>
        </p:spPr>
      </p:sp>
      <p:sp>
        <p:nvSpPr>
          <p:cNvPr id="1293" name="PANEL_D-weather-station-wind-vane-shaft_1750">
            <a:extLst>
              <a:ext uri="{FF2B5EF4-FFF2-40B4-BE49-F238E27FC236}">
                <a16:creationId xmlns:a16="http://schemas.microsoft.com/office/drawing/2014/main" id="{A01CC3D1-9647-4DA3-8E0F-29874BB3D0DB}"/>
              </a:ext>
            </a:extLst>
          </p:cNvPr>
          <p:cNvSpPr>
            <a:spLocks/>
          </p:cNvSpPr>
          <p:nvPr/>
        </p:nvSpPr>
        <p:spPr>
          <a:xfrm>
            <a:off x="12178464" y="5843705"/>
            <a:ext cx="118110" cy="1905"/>
          </a:xfrm>
          <a:custGeom>
            <a:pathLst>
              <a:path w="124000" h="2000">
                <a:moveTo>
                  <a:pt x="0" y="0"/>
                </a:moveTo>
                <a:lnTo>
                  <a:pt x="124000" y="0"/>
                </a:lnTo>
              </a:path>
            </a:pathLst>
          </a:custGeom>
          <a:noFill/>
          <a:ln w="7620">
            <a:solidFill>
              <a:srgbClr val="757575"/>
            </a:solidFill>
            <a:prstDash val="solid"/>
          </a:ln>
        </p:spPr>
      </p:sp>
      <p:sp>
        <p:nvSpPr>
          <p:cNvPr id="1294" name="PANEL_D-weather-station-wind-vane-head_1751">
            <a:extLst>
              <a:ext uri="{FF2B5EF4-FFF2-40B4-BE49-F238E27FC236}">
                <a16:creationId xmlns:a16="http://schemas.microsoft.com/office/drawing/2014/main" id="{1CA53F94-B7F5-4E07-84E1-2CC31846C5A3}"/>
              </a:ext>
            </a:extLst>
          </p:cNvPr>
          <p:cNvSpPr>
            <a:spLocks/>
          </p:cNvSpPr>
          <p:nvPr/>
        </p:nvSpPr>
        <p:spPr>
          <a:xfrm>
            <a:off x="12273714" y="5827703"/>
            <a:ext cx="38100" cy="32004"/>
          </a:xfrm>
          <a:custGeom>
            <a:pathLst>
              <a:path w="40000" h="33600">
                <a:moveTo>
                  <a:pt x="40000" y="16800"/>
                </a:moveTo>
                <a:lnTo>
                  <a:pt x="0" y="33600"/>
                </a:lnTo>
                <a:lnTo>
                  <a:pt x="0" y="0"/>
                </a:lnTo>
                <a:close/>
              </a:path>
            </a:pathLst>
          </a:custGeom>
          <a:solidFill>
            <a:srgbClr val="757575"/>
          </a:solidFill>
          <a:ln w="0">
            <a:noFill/>
            <a:prstDash val="solid"/>
          </a:ln>
        </p:spPr>
      </p:sp>
      <p:sp>
        <p:nvSpPr>
          <p:cNvPr id="1295" name="PANEL_D-weather-station-sensor-box_1752">
            <a:extLst>
              <a:ext uri="{FF2B5EF4-FFF2-40B4-BE49-F238E27FC236}">
                <a16:creationId xmlns:a16="http://schemas.microsoft.com/office/drawing/2014/main" id="{C967AFA8-0676-4888-B786-958AD6AEF7A5}"/>
              </a:ext>
            </a:extLst>
          </p:cNvPr>
          <p:cNvSpPr>
            <a:spLocks/>
          </p:cNvSpPr>
          <p:nvPr/>
        </p:nvSpPr>
        <p:spPr>
          <a:xfrm>
            <a:off x="12197514" y="5881805"/>
            <a:ext cx="57150" cy="47625"/>
          </a:xfrm>
          <a:custGeom>
            <a:pathLst>
              <a:path w="60000" h="50000">
                <a:moveTo>
                  <a:pt x="0" y="0"/>
                </a:moveTo>
                <a:lnTo>
                  <a:pt x="60000" y="0"/>
                </a:lnTo>
                <a:lnTo>
                  <a:pt x="60000" y="50000"/>
                </a:lnTo>
                <a:lnTo>
                  <a:pt x="0" y="50000"/>
                </a:lnTo>
                <a:close/>
              </a:path>
            </a:pathLst>
          </a:custGeom>
          <a:solidFill>
            <a:srgbClr val="E9E9E9"/>
          </a:solidFill>
          <a:ln w="6668">
            <a:solidFill>
              <a:srgbClr val="7D7D7D"/>
            </a:solidFill>
            <a:prstDash val="solid"/>
          </a:ln>
        </p:spPr>
      </p:sp>
      <p:sp>
        <p:nvSpPr>
          <p:cNvPr id="1297" name="MAIN_D-straight-wind-profile-link"/>
          <p:cNvSpPr/>
          <p:nvPr/>
        </p:nvSpPr>
        <p:spPr>
          <a:xfrm>
            <a:off x="11106150" y="3848100"/>
            <a:ext cx="619125" cy="114300"/>
          </a:xfrm>
          <a:custGeom>
            <a:avLst/>
            <a:gdLst/>
            <a:ahLst/>
            <a:cxnLst/>
            <a:rect l="0" t="0" r="r" b="b"/>
            <a:pathLst>
              <a:path w="650000" h="120000">
                <a:moveTo>
                  <a:pt x="0" y="42000"/>
                </a:moveTo>
                <a:lnTo>
                  <a:pt x="560000" y="42000"/>
                </a:lnTo>
                <a:lnTo>
                  <a:pt x="560000" y="0"/>
                </a:lnTo>
                <a:lnTo>
                  <a:pt x="650000" y="60000"/>
                </a:lnTo>
                <a:lnTo>
                  <a:pt x="560000" y="120000"/>
                </a:lnTo>
                <a:lnTo>
                  <a:pt x="560000" y="78000"/>
                </a:lnTo>
                <a:lnTo>
                  <a:pt x="0" y="78000"/>
                </a:lnTo>
                <a:close/>
              </a:path>
            </a:pathLst>
          </a:custGeom>
          <a:solidFill>
            <a:srgbClr val="707070">
              <a:alpha val="90000"/>
            </a:srgbClr>
          </a:solidFill>
          <a:ln w="0" cap="rnd" cmpd="sng">
            <a:solidFill>
              <a:srgbClr val="707070">
                <a:alpha val="90000"/>
              </a:srgbClr>
            </a:solidFill>
            <a:round/>
          </a:ln>
        </p:spPr>
      </p:sp>
      <p:sp>
        <p:nvSpPr>
          <p:cNvPr id="1298" name="Rectangle 1297"/>
          <p:cNvSpPr/>
          <p:nvPr/>
        </p:nvSpPr>
        <p:spPr>
          <a:xfrm>
            <a:off x="0" y="6565392"/>
            <a:ext cx="15630525" cy="1527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Rectangle 1298"/>
          <p:cNvSpPr/>
          <p:nvPr/>
        </p:nvSpPr>
        <p:spPr>
          <a:xfrm>
            <a:off x="310896" y="6565392"/>
            <a:ext cx="14996159" cy="13716"/>
          </a:xfrm>
          <a:prstGeom prst="rect">
            <a:avLst/>
          </a:prstGeom>
          <a:solidFill>
            <a:srgbClr val="C8D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Rounded Rectangle 1299"/>
          <p:cNvSpPr/>
          <p:nvPr/>
        </p:nvSpPr>
        <p:spPr>
          <a:xfrm>
            <a:off x="3200400" y="4434840"/>
            <a:ext cx="1984248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8D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1" name="TextBox 1300"/>
          <p:cNvSpPr txBox="1"/>
          <p:nvPr/>
        </p:nvSpPr>
        <p:spPr>
          <a:xfrm>
            <a:off x="3291840" y="4464100"/>
            <a:ext cx="1819656" cy="315468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353C"/>
                </a:solidFill>
                <a:latin typeface="Noto Sans CJK SC"/>
              </a:rPr>
              <a:t>泄漏源 s*（未知）</a:t>
            </a:r>
          </a:p>
        </p:txBody>
      </p:sp>
      <p:cxnSp>
        <p:nvCxnSpPr>
          <p:cNvPr id="1302" name="Connector 1301"/>
          <p:cNvCxnSpPr/>
          <p:nvPr/>
        </p:nvCxnSpPr>
        <p:spPr>
          <a:xfrm>
            <a:off x="4078224" y="4791456"/>
            <a:ext cx="91439" cy="237744"/>
          </a:xfrm>
          <a:prstGeom prst="line">
            <a:avLst/>
          </a:prstGeom>
          <a:ln w="17145">
            <a:solidFill>
              <a:srgbClr val="A368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3" name="Rounded Rectangle 1302"/>
          <p:cNvSpPr/>
          <p:nvPr/>
        </p:nvSpPr>
        <p:spPr>
          <a:xfrm>
            <a:off x="5806440" y="1097280"/>
            <a:ext cx="2468880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8D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4" name="TextBox 1303"/>
          <p:cNvSpPr txBox="1"/>
          <p:nvPr/>
        </p:nvSpPr>
        <p:spPr>
          <a:xfrm>
            <a:off x="5897879" y="1126540"/>
            <a:ext cx="2304288" cy="315468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353C"/>
                </a:solidFill>
                <a:latin typeface="Noto Sans CJK SC"/>
              </a:rPr>
              <a:t>间歇羽流（隐藏状态）</a:t>
            </a:r>
          </a:p>
        </p:txBody>
      </p:sp>
      <p:cxnSp>
        <p:nvCxnSpPr>
          <p:cNvPr id="1305" name="Connector 1304"/>
          <p:cNvCxnSpPr/>
          <p:nvPr/>
        </p:nvCxnSpPr>
        <p:spPr>
          <a:xfrm>
            <a:off x="6967728" y="1444752"/>
            <a:ext cx="393192" cy="512064"/>
          </a:xfrm>
          <a:prstGeom prst="line">
            <a:avLst/>
          </a:prstGeom>
          <a:ln w="14604">
            <a:solidFill>
              <a:srgbClr val="596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6" name="Rounded Rectangle 1305"/>
          <p:cNvSpPr/>
          <p:nvPr/>
        </p:nvSpPr>
        <p:spPr>
          <a:xfrm>
            <a:off x="7799831" y="3227832"/>
            <a:ext cx="2487168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8D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7" name="TextBox 1306"/>
          <p:cNvSpPr txBox="1"/>
          <p:nvPr/>
        </p:nvSpPr>
        <p:spPr>
          <a:xfrm>
            <a:off x="7891271" y="3257092"/>
            <a:ext cx="2322576" cy="315468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353C"/>
                </a:solidFill>
                <a:latin typeface="Noto Sans CJK SC"/>
              </a:rPr>
              <a:t>无人机轨迹与采样点</a:t>
            </a:r>
          </a:p>
        </p:txBody>
      </p:sp>
      <p:cxnSp>
        <p:nvCxnSpPr>
          <p:cNvPr id="1308" name="Connector 1307"/>
          <p:cNvCxnSpPr/>
          <p:nvPr/>
        </p:nvCxnSpPr>
        <p:spPr>
          <a:xfrm>
            <a:off x="8951976" y="3584448"/>
            <a:ext cx="256032" cy="393191"/>
          </a:xfrm>
          <a:prstGeom prst="line">
            <a:avLst/>
          </a:prstGeom>
          <a:ln w="13970">
            <a:solidFill>
              <a:srgbClr val="596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9" name="Rounded Rectangle 1308"/>
          <p:cNvSpPr/>
          <p:nvPr/>
        </p:nvSpPr>
        <p:spPr>
          <a:xfrm>
            <a:off x="12435840" y="3172968"/>
            <a:ext cx="2286000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8D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TextBox 1309"/>
          <p:cNvSpPr txBox="1"/>
          <p:nvPr/>
        </p:nvSpPr>
        <p:spPr>
          <a:xfrm>
            <a:off x="12527280" y="3202228"/>
            <a:ext cx="2121408" cy="315468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353C"/>
                </a:solidFill>
                <a:latin typeface="Noto Sans CJK SC"/>
              </a:rPr>
              <a:t>局地风 / 复杂回流</a:t>
            </a:r>
          </a:p>
        </p:txBody>
      </p:sp>
      <p:sp>
        <p:nvSpPr>
          <p:cNvPr id="1311" name="Rounded Rectangle 1310"/>
          <p:cNvSpPr/>
          <p:nvPr/>
        </p:nvSpPr>
        <p:spPr>
          <a:xfrm>
            <a:off x="9738360" y="2084831"/>
            <a:ext cx="2468880" cy="338328"/>
          </a:xfrm>
          <a:prstGeom prst="roundRect">
            <a:avLst/>
          </a:prstGeom>
          <a:solidFill>
            <a:srgbClr val="F6F8F8"/>
          </a:solidFill>
          <a:ln w="8890">
            <a:solidFill>
              <a:srgbClr val="C8D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TextBox 1311"/>
          <p:cNvSpPr txBox="1"/>
          <p:nvPr/>
        </p:nvSpPr>
        <p:spPr>
          <a:xfrm>
            <a:off x="9829800" y="2114092"/>
            <a:ext cx="2304288" cy="306323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25353C"/>
                </a:solidFill>
                <a:latin typeface="Noto Sans CJK SC"/>
              </a:rPr>
              <a:t>另一候选源（独立假设）</a:t>
            </a:r>
          </a:p>
        </p:txBody>
      </p:sp>
      <p:cxnSp>
        <p:nvCxnSpPr>
          <p:cNvPr id="1313" name="Connector 1312"/>
          <p:cNvCxnSpPr/>
          <p:nvPr/>
        </p:nvCxnSpPr>
        <p:spPr>
          <a:xfrm>
            <a:off x="11430000" y="2432304"/>
            <a:ext cx="228600" cy="219456"/>
          </a:xfrm>
          <a:prstGeom prst="line">
            <a:avLst/>
          </a:prstGeom>
          <a:ln w="11430">
            <a:solidFill>
              <a:srgbClr val="9EAB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4" name="Connector 1313"/>
          <p:cNvCxnSpPr/>
          <p:nvPr/>
        </p:nvCxnSpPr>
        <p:spPr>
          <a:xfrm>
            <a:off x="13624560" y="3511296"/>
            <a:ext cx="228600" cy="384048"/>
          </a:xfrm>
          <a:prstGeom prst="line">
            <a:avLst/>
          </a:prstGeom>
          <a:ln w="13970">
            <a:solidFill>
              <a:srgbClr val="596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5" name="Rounded Rectangle 1314"/>
          <p:cNvSpPr/>
          <p:nvPr/>
        </p:nvSpPr>
        <p:spPr>
          <a:xfrm>
            <a:off x="12124944" y="265176"/>
            <a:ext cx="2880360" cy="3383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8D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TextBox 1315"/>
          <p:cNvSpPr txBox="1"/>
          <p:nvPr/>
        </p:nvSpPr>
        <p:spPr>
          <a:xfrm>
            <a:off x="12216384" y="294436"/>
            <a:ext cx="2715768" cy="306323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353C"/>
                </a:solidFill>
                <a:latin typeface="Noto Sans CJK SC"/>
              </a:rPr>
              <a:t>候选路径（下一步采样）</a:t>
            </a:r>
          </a:p>
        </p:txBody>
      </p:sp>
      <p:sp>
        <p:nvSpPr>
          <p:cNvPr id="1317" name="Rectangle 1316"/>
          <p:cNvSpPr/>
          <p:nvPr/>
        </p:nvSpPr>
        <p:spPr>
          <a:xfrm>
            <a:off x="521207" y="6766560"/>
            <a:ext cx="4498848" cy="960120"/>
          </a:xfrm>
          <a:prstGeom prst="rect">
            <a:avLst/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TextBox 1317"/>
          <p:cNvSpPr txBox="1"/>
          <p:nvPr/>
        </p:nvSpPr>
        <p:spPr>
          <a:xfrm>
            <a:off x="722376" y="6876288"/>
            <a:ext cx="1371600" cy="283464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353C"/>
                </a:solidFill>
                <a:latin typeface="Noto Sans CJK SC"/>
              </a:rPr>
              <a:t>任务输入  Dₜ</a:t>
            </a:r>
          </a:p>
        </p:txBody>
      </p:sp>
      <p:sp>
        <p:nvSpPr>
          <p:cNvPr id="1319" name="TextBox 1318"/>
          <p:cNvSpPr txBox="1"/>
          <p:nvPr/>
        </p:nvSpPr>
        <p:spPr>
          <a:xfrm>
            <a:off x="722376" y="7205472"/>
            <a:ext cx="4114800" cy="365760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6A70"/>
                </a:solidFill>
                <a:latin typeface="Noto Sans CJK SC"/>
              </a:rPr>
              <a:t>沿航迹的浓度 c、局地风 u、位姿 x 与时间 t</a:t>
            </a:r>
          </a:p>
        </p:txBody>
      </p:sp>
      <p:cxnSp>
        <p:nvCxnSpPr>
          <p:cNvPr id="1320" name="Connector 1319"/>
          <p:cNvCxnSpPr/>
          <p:nvPr/>
        </p:nvCxnSpPr>
        <p:spPr>
          <a:xfrm>
            <a:off x="5074920" y="7242048"/>
            <a:ext cx="521208" cy="0"/>
          </a:xfrm>
          <a:prstGeom prst="line">
            <a:avLst/>
          </a:prstGeom>
          <a:ln w="22860">
            <a:solidFill>
              <a:srgbClr val="176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1" name="Isosceles Triangle 1320"/>
          <p:cNvSpPr/>
          <p:nvPr/>
        </p:nvSpPr>
        <p:spPr>
          <a:xfrm rot="5400000">
            <a:off x="5548579" y="7192670"/>
            <a:ext cx="95097" cy="98755"/>
          </a:xfrm>
          <a:prstGeom prst="triangle">
            <a:avLst/>
          </a:prstGeom>
          <a:solidFill>
            <a:srgbClr val="176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Rectangle 1321"/>
          <p:cNvSpPr/>
          <p:nvPr/>
        </p:nvSpPr>
        <p:spPr>
          <a:xfrm>
            <a:off x="5641848" y="6766560"/>
            <a:ext cx="4572000" cy="960120"/>
          </a:xfrm>
          <a:prstGeom prst="rect">
            <a:avLst/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TextBox 1322"/>
          <p:cNvSpPr txBox="1"/>
          <p:nvPr/>
        </p:nvSpPr>
        <p:spPr>
          <a:xfrm>
            <a:off x="5833872" y="6867144"/>
            <a:ext cx="4206240" cy="347472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353C"/>
                </a:solidFill>
                <a:latin typeface="Noto Sans CJK SC"/>
              </a:rPr>
              <a:t>核心任务  由局地观测反推未知源位置</a:t>
            </a:r>
          </a:p>
        </p:txBody>
      </p:sp>
      <p:sp>
        <p:nvSpPr>
          <p:cNvPr id="1324" name="TextBox 1323"/>
          <p:cNvSpPr txBox="1"/>
          <p:nvPr/>
        </p:nvSpPr>
        <p:spPr>
          <a:xfrm>
            <a:off x="5833872" y="7251192"/>
            <a:ext cx="4251960" cy="310896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6A70"/>
                </a:solidFill>
                <a:latin typeface="Noto Sans CJK SC"/>
              </a:rPr>
              <a:t>源位置与传播状态相互混淆，不能沿浓度梯度直接找源</a:t>
            </a:r>
          </a:p>
        </p:txBody>
      </p:sp>
      <p:cxnSp>
        <p:nvCxnSpPr>
          <p:cNvPr id="1325" name="Connector 1324"/>
          <p:cNvCxnSpPr/>
          <p:nvPr/>
        </p:nvCxnSpPr>
        <p:spPr>
          <a:xfrm>
            <a:off x="10259568" y="7242048"/>
            <a:ext cx="512064" cy="0"/>
          </a:xfrm>
          <a:prstGeom prst="line">
            <a:avLst/>
          </a:prstGeom>
          <a:ln w="22860">
            <a:solidFill>
              <a:srgbClr val="176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6" name="Isosceles Triangle 1325"/>
          <p:cNvSpPr/>
          <p:nvPr/>
        </p:nvSpPr>
        <p:spPr>
          <a:xfrm rot="5400000">
            <a:off x="10724083" y="7192670"/>
            <a:ext cx="95097" cy="98755"/>
          </a:xfrm>
          <a:prstGeom prst="triangle">
            <a:avLst/>
          </a:prstGeom>
          <a:solidFill>
            <a:srgbClr val="176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Rectangle 1326"/>
          <p:cNvSpPr/>
          <p:nvPr/>
        </p:nvSpPr>
        <p:spPr>
          <a:xfrm>
            <a:off x="10826496" y="6766560"/>
            <a:ext cx="4370832" cy="960120"/>
          </a:xfrm>
          <a:prstGeom prst="rect">
            <a:avLst/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TextBox 1327"/>
          <p:cNvSpPr txBox="1"/>
          <p:nvPr/>
        </p:nvSpPr>
        <p:spPr>
          <a:xfrm>
            <a:off x="10991088" y="6839712"/>
            <a:ext cx="1645920" cy="292608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353C"/>
                </a:solidFill>
                <a:latin typeface="Noto Sans CJK SC"/>
              </a:rPr>
              <a:t>任务输出</a:t>
            </a:r>
          </a:p>
        </p:txBody>
      </p:sp>
      <p:sp>
        <p:nvSpPr>
          <p:cNvPr id="1329" name="TextBox 1328"/>
          <p:cNvSpPr txBox="1"/>
          <p:nvPr/>
        </p:nvSpPr>
        <p:spPr>
          <a:xfrm>
            <a:off x="10991088" y="7187184"/>
            <a:ext cx="2889504" cy="493776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6A70"/>
                </a:solidFill>
                <a:latin typeface="Noto Sans CJK SC"/>
              </a:rPr>
              <a:t>源概率图 + 估计位置 + 后续采样点</a:t>
            </a:r>
          </a:p>
        </p:txBody>
      </p:sp>
      <p:sp>
        <p:nvSpPr>
          <p:cNvPr id="1330" name="Rectangle 1329"/>
          <p:cNvSpPr/>
          <p:nvPr/>
        </p:nvSpPr>
        <p:spPr>
          <a:xfrm>
            <a:off x="13889736" y="6858000"/>
            <a:ext cx="88696" cy="86868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1" name="Rectangle 1330"/>
          <p:cNvSpPr/>
          <p:nvPr/>
        </p:nvSpPr>
        <p:spPr>
          <a:xfrm>
            <a:off x="13889736" y="6954012"/>
            <a:ext cx="88696" cy="8686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Rectangle 1331"/>
          <p:cNvSpPr/>
          <p:nvPr/>
        </p:nvSpPr>
        <p:spPr>
          <a:xfrm>
            <a:off x="13889736" y="7050024"/>
            <a:ext cx="88696" cy="86868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Rectangle 1332"/>
          <p:cNvSpPr/>
          <p:nvPr/>
        </p:nvSpPr>
        <p:spPr>
          <a:xfrm>
            <a:off x="13889736" y="7146036"/>
            <a:ext cx="88696" cy="86868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Rectangle 1333"/>
          <p:cNvSpPr/>
          <p:nvPr/>
        </p:nvSpPr>
        <p:spPr>
          <a:xfrm>
            <a:off x="13889736" y="7242048"/>
            <a:ext cx="88696" cy="8686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Rectangle 1334"/>
          <p:cNvSpPr/>
          <p:nvPr/>
        </p:nvSpPr>
        <p:spPr>
          <a:xfrm>
            <a:off x="13987576" y="6858000"/>
            <a:ext cx="88696" cy="8686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Rectangle 1335"/>
          <p:cNvSpPr/>
          <p:nvPr/>
        </p:nvSpPr>
        <p:spPr>
          <a:xfrm>
            <a:off x="13987576" y="6954012"/>
            <a:ext cx="88696" cy="8686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Rectangle 1336"/>
          <p:cNvSpPr/>
          <p:nvPr/>
        </p:nvSpPr>
        <p:spPr>
          <a:xfrm>
            <a:off x="13987576" y="7050024"/>
            <a:ext cx="88696" cy="86868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Rectangle 1337"/>
          <p:cNvSpPr/>
          <p:nvPr/>
        </p:nvSpPr>
        <p:spPr>
          <a:xfrm>
            <a:off x="13987576" y="7146036"/>
            <a:ext cx="88696" cy="86868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Rectangle 1338"/>
          <p:cNvSpPr/>
          <p:nvPr/>
        </p:nvSpPr>
        <p:spPr>
          <a:xfrm>
            <a:off x="13987576" y="7242048"/>
            <a:ext cx="88696" cy="86868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Rectangle 1339"/>
          <p:cNvSpPr/>
          <p:nvPr/>
        </p:nvSpPr>
        <p:spPr>
          <a:xfrm>
            <a:off x="14085417" y="6858000"/>
            <a:ext cx="88696" cy="8686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Rectangle 1340"/>
          <p:cNvSpPr/>
          <p:nvPr/>
        </p:nvSpPr>
        <p:spPr>
          <a:xfrm>
            <a:off x="14085417" y="6954012"/>
            <a:ext cx="88696" cy="86868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Rectangle 1341"/>
          <p:cNvSpPr/>
          <p:nvPr/>
        </p:nvSpPr>
        <p:spPr>
          <a:xfrm>
            <a:off x="14085417" y="7050024"/>
            <a:ext cx="88696" cy="86868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Rectangle 1342"/>
          <p:cNvSpPr/>
          <p:nvPr/>
        </p:nvSpPr>
        <p:spPr>
          <a:xfrm>
            <a:off x="14085417" y="7146036"/>
            <a:ext cx="88696" cy="86868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Rectangle 1343"/>
          <p:cNvSpPr/>
          <p:nvPr/>
        </p:nvSpPr>
        <p:spPr>
          <a:xfrm>
            <a:off x="14085417" y="7242048"/>
            <a:ext cx="88696" cy="86868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Rectangle 1344"/>
          <p:cNvSpPr/>
          <p:nvPr/>
        </p:nvSpPr>
        <p:spPr>
          <a:xfrm>
            <a:off x="14183258" y="6858000"/>
            <a:ext cx="88696" cy="8686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Rectangle 1345"/>
          <p:cNvSpPr/>
          <p:nvPr/>
        </p:nvSpPr>
        <p:spPr>
          <a:xfrm>
            <a:off x="14183258" y="6954012"/>
            <a:ext cx="88696" cy="86868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Rectangle 1346"/>
          <p:cNvSpPr/>
          <p:nvPr/>
        </p:nvSpPr>
        <p:spPr>
          <a:xfrm>
            <a:off x="14183258" y="7050024"/>
            <a:ext cx="88696" cy="86868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Rectangle 1347"/>
          <p:cNvSpPr/>
          <p:nvPr/>
        </p:nvSpPr>
        <p:spPr>
          <a:xfrm>
            <a:off x="14183258" y="7146036"/>
            <a:ext cx="88696" cy="86868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Rectangle 1348"/>
          <p:cNvSpPr/>
          <p:nvPr/>
        </p:nvSpPr>
        <p:spPr>
          <a:xfrm>
            <a:off x="14183258" y="7242048"/>
            <a:ext cx="88696" cy="86868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Rectangle 1349"/>
          <p:cNvSpPr/>
          <p:nvPr/>
        </p:nvSpPr>
        <p:spPr>
          <a:xfrm>
            <a:off x="14281099" y="6858000"/>
            <a:ext cx="88696" cy="8686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Rectangle 1350"/>
          <p:cNvSpPr/>
          <p:nvPr/>
        </p:nvSpPr>
        <p:spPr>
          <a:xfrm>
            <a:off x="14281099" y="6954012"/>
            <a:ext cx="88696" cy="86868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Rectangle 1351"/>
          <p:cNvSpPr/>
          <p:nvPr/>
        </p:nvSpPr>
        <p:spPr>
          <a:xfrm>
            <a:off x="14281099" y="7050024"/>
            <a:ext cx="88696" cy="86868"/>
          </a:xfrm>
          <a:prstGeom prst="rect">
            <a:avLst/>
          </a:prstGeom>
          <a:solidFill>
            <a:srgbClr val="6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Rectangle 1352"/>
          <p:cNvSpPr/>
          <p:nvPr/>
        </p:nvSpPr>
        <p:spPr>
          <a:xfrm>
            <a:off x="14281099" y="7146036"/>
            <a:ext cx="88696" cy="86868"/>
          </a:xfrm>
          <a:prstGeom prst="rect">
            <a:avLst/>
          </a:prstGeom>
          <a:solidFill>
            <a:srgbClr val="6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Rectangle 1353"/>
          <p:cNvSpPr/>
          <p:nvPr/>
        </p:nvSpPr>
        <p:spPr>
          <a:xfrm>
            <a:off x="14281099" y="7242048"/>
            <a:ext cx="88696" cy="86868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Rectangle 1354"/>
          <p:cNvSpPr/>
          <p:nvPr/>
        </p:nvSpPr>
        <p:spPr>
          <a:xfrm>
            <a:off x="14378940" y="6858000"/>
            <a:ext cx="88696" cy="8686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Rectangle 1355"/>
          <p:cNvSpPr/>
          <p:nvPr/>
        </p:nvSpPr>
        <p:spPr>
          <a:xfrm>
            <a:off x="14378940" y="6954012"/>
            <a:ext cx="88696" cy="86868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Rectangle 1356"/>
          <p:cNvSpPr/>
          <p:nvPr/>
        </p:nvSpPr>
        <p:spPr>
          <a:xfrm>
            <a:off x="14378940" y="7050024"/>
            <a:ext cx="88696" cy="86868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Rectangle 1357"/>
          <p:cNvSpPr/>
          <p:nvPr/>
        </p:nvSpPr>
        <p:spPr>
          <a:xfrm>
            <a:off x="14378940" y="7146036"/>
            <a:ext cx="88696" cy="86868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Rectangle 1358"/>
          <p:cNvSpPr/>
          <p:nvPr/>
        </p:nvSpPr>
        <p:spPr>
          <a:xfrm>
            <a:off x="14378940" y="7242048"/>
            <a:ext cx="88696" cy="86868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Rectangle 1359"/>
          <p:cNvSpPr/>
          <p:nvPr/>
        </p:nvSpPr>
        <p:spPr>
          <a:xfrm>
            <a:off x="14476780" y="6858000"/>
            <a:ext cx="88696" cy="86868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Rectangle 1360"/>
          <p:cNvSpPr/>
          <p:nvPr/>
        </p:nvSpPr>
        <p:spPr>
          <a:xfrm>
            <a:off x="14476780" y="6954012"/>
            <a:ext cx="88696" cy="8686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2" name="Rectangle 1361"/>
          <p:cNvSpPr/>
          <p:nvPr/>
        </p:nvSpPr>
        <p:spPr>
          <a:xfrm>
            <a:off x="14476780" y="7050024"/>
            <a:ext cx="88696" cy="86868"/>
          </a:xfrm>
          <a:prstGeom prst="rect">
            <a:avLst/>
          </a:prstGeom>
          <a:solidFill>
            <a:srgbClr val="515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Rectangle 1362"/>
          <p:cNvSpPr/>
          <p:nvPr/>
        </p:nvSpPr>
        <p:spPr>
          <a:xfrm>
            <a:off x="14476780" y="7146036"/>
            <a:ext cx="88696" cy="86868"/>
          </a:xfrm>
          <a:prstGeom prst="rect">
            <a:avLst/>
          </a:prstGeom>
          <a:solidFill>
            <a:srgbClr val="515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Rectangle 1363"/>
          <p:cNvSpPr/>
          <p:nvPr/>
        </p:nvSpPr>
        <p:spPr>
          <a:xfrm>
            <a:off x="14476780" y="7242048"/>
            <a:ext cx="88696" cy="8686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5" name="Rectangle 1364"/>
          <p:cNvSpPr/>
          <p:nvPr/>
        </p:nvSpPr>
        <p:spPr>
          <a:xfrm>
            <a:off x="14574621" y="6858000"/>
            <a:ext cx="88696" cy="86868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Rectangle 1365"/>
          <p:cNvSpPr/>
          <p:nvPr/>
        </p:nvSpPr>
        <p:spPr>
          <a:xfrm>
            <a:off x="14574621" y="6954012"/>
            <a:ext cx="88696" cy="86868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Rectangle 1366"/>
          <p:cNvSpPr/>
          <p:nvPr/>
        </p:nvSpPr>
        <p:spPr>
          <a:xfrm>
            <a:off x="14574621" y="7050024"/>
            <a:ext cx="88696" cy="86868"/>
          </a:xfrm>
          <a:prstGeom prst="rect">
            <a:avLst/>
          </a:prstGeom>
          <a:solidFill>
            <a:srgbClr val="6C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8" name="Rectangle 1367"/>
          <p:cNvSpPr/>
          <p:nvPr/>
        </p:nvSpPr>
        <p:spPr>
          <a:xfrm>
            <a:off x="14574621" y="7146036"/>
            <a:ext cx="88696" cy="86868"/>
          </a:xfrm>
          <a:prstGeom prst="rect">
            <a:avLst/>
          </a:prstGeom>
          <a:solidFill>
            <a:srgbClr val="6C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Rectangle 1368"/>
          <p:cNvSpPr/>
          <p:nvPr/>
        </p:nvSpPr>
        <p:spPr>
          <a:xfrm>
            <a:off x="14574621" y="7242048"/>
            <a:ext cx="88696" cy="86868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Rectangle 1369"/>
          <p:cNvSpPr/>
          <p:nvPr/>
        </p:nvSpPr>
        <p:spPr>
          <a:xfrm>
            <a:off x="14672462" y="6858000"/>
            <a:ext cx="88696" cy="8686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1" name="Rectangle 1370"/>
          <p:cNvSpPr/>
          <p:nvPr/>
        </p:nvSpPr>
        <p:spPr>
          <a:xfrm>
            <a:off x="14672462" y="6954012"/>
            <a:ext cx="88696" cy="86868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Rectangle 1371"/>
          <p:cNvSpPr/>
          <p:nvPr/>
        </p:nvSpPr>
        <p:spPr>
          <a:xfrm>
            <a:off x="14672462" y="7050024"/>
            <a:ext cx="88696" cy="86868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Rectangle 1372"/>
          <p:cNvSpPr/>
          <p:nvPr/>
        </p:nvSpPr>
        <p:spPr>
          <a:xfrm>
            <a:off x="14672462" y="7146036"/>
            <a:ext cx="88696" cy="86868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4" name="Rectangle 1373"/>
          <p:cNvSpPr/>
          <p:nvPr/>
        </p:nvSpPr>
        <p:spPr>
          <a:xfrm>
            <a:off x="14672462" y="7242048"/>
            <a:ext cx="88696" cy="86868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Rectangle 1374"/>
          <p:cNvSpPr/>
          <p:nvPr/>
        </p:nvSpPr>
        <p:spPr>
          <a:xfrm>
            <a:off x="14770303" y="6858000"/>
            <a:ext cx="88696" cy="86868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Rectangle 1375"/>
          <p:cNvSpPr/>
          <p:nvPr/>
        </p:nvSpPr>
        <p:spPr>
          <a:xfrm>
            <a:off x="14770303" y="6954012"/>
            <a:ext cx="88696" cy="8686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7" name="Rectangle 1376"/>
          <p:cNvSpPr/>
          <p:nvPr/>
        </p:nvSpPr>
        <p:spPr>
          <a:xfrm>
            <a:off x="14770303" y="7050024"/>
            <a:ext cx="88696" cy="8686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Rectangle 1377"/>
          <p:cNvSpPr/>
          <p:nvPr/>
        </p:nvSpPr>
        <p:spPr>
          <a:xfrm>
            <a:off x="14770303" y="7146036"/>
            <a:ext cx="88696" cy="8686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Rectangle 1378"/>
          <p:cNvSpPr/>
          <p:nvPr/>
        </p:nvSpPr>
        <p:spPr>
          <a:xfrm>
            <a:off x="14770303" y="7242048"/>
            <a:ext cx="88696" cy="8686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Rectangle 1379"/>
          <p:cNvSpPr/>
          <p:nvPr/>
        </p:nvSpPr>
        <p:spPr>
          <a:xfrm>
            <a:off x="14868143" y="6858000"/>
            <a:ext cx="88696" cy="86868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1" name="Rectangle 1380"/>
          <p:cNvSpPr/>
          <p:nvPr/>
        </p:nvSpPr>
        <p:spPr>
          <a:xfrm>
            <a:off x="14868143" y="6954012"/>
            <a:ext cx="88696" cy="8686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Rectangle 1381"/>
          <p:cNvSpPr/>
          <p:nvPr/>
        </p:nvSpPr>
        <p:spPr>
          <a:xfrm>
            <a:off x="14868143" y="7050024"/>
            <a:ext cx="88696" cy="86868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3" name="Rectangle 1382"/>
          <p:cNvSpPr/>
          <p:nvPr/>
        </p:nvSpPr>
        <p:spPr>
          <a:xfrm>
            <a:off x="14868143" y="7146036"/>
            <a:ext cx="88696" cy="86868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4" name="Rectangle 1383"/>
          <p:cNvSpPr/>
          <p:nvPr/>
        </p:nvSpPr>
        <p:spPr>
          <a:xfrm>
            <a:off x="14868143" y="7242048"/>
            <a:ext cx="88696" cy="8686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TextBox 1384"/>
          <p:cNvSpPr txBox="1"/>
          <p:nvPr/>
        </p:nvSpPr>
        <p:spPr>
          <a:xfrm>
            <a:off x="603504" y="7882127"/>
            <a:ext cx="14191488" cy="201168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596A70"/>
                </a:solidFill>
                <a:latin typeface="Noto Sans CJK SC"/>
              </a:rPr>
              <a:t>注：不同设施羽流用于展示独立候选假设，不表示同一时刻有两个真实泄漏源。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82880"/>
            <a:ext cx="8138160" cy="228600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6F77"/>
                </a:solidFill>
                <a:latin typeface="Noto Sans CJK SC"/>
              </a:rPr>
              <a:t>RESEARCH FRAMEWORK   /   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30352"/>
            <a:ext cx="14767559" cy="548640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5353C"/>
                </a:solidFill>
                <a:latin typeface="Noto Sans CJK SC"/>
              </a:rPr>
              <a:t>现有概率定位利用局地观测、源条件预测和主动采样完成闭环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1078992"/>
            <a:ext cx="14630400" cy="338328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96A70"/>
                </a:solidFill>
                <a:latin typeface="Noto Sans CJK SC"/>
              </a:rPr>
              <a:t>环境困难：风场非均匀且信息不完整；羽流间歇；不同候选源可能产生相近读数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435608"/>
            <a:ext cx="14767559" cy="10972"/>
          </a:xfrm>
          <a:prstGeom prst="rect">
            <a:avLst/>
          </a:prstGeom>
          <a:solidFill>
            <a:srgbClr val="C8D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00784"/>
            <a:ext cx="6812280" cy="2816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874519"/>
            <a:ext cx="3566160" cy="374904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5353C"/>
                </a:solidFill>
                <a:latin typeface="Noto Sans CJK SC"/>
              </a:rPr>
              <a:t>A  实际观测分支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2450592"/>
            <a:ext cx="2441448" cy="1024128"/>
          </a:xfrm>
          <a:prstGeom prst="rect">
            <a:avLst/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624328"/>
            <a:ext cx="1874519" cy="265176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5353C"/>
                </a:solidFill>
                <a:latin typeface="Noto Sans CJK SC"/>
              </a:rPr>
              <a:t>气体浓度 / 命中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3008376"/>
            <a:ext cx="1463040" cy="210312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6A70"/>
                </a:solidFill>
                <a:latin typeface="Noto Sans CJK SC"/>
              </a:rPr>
              <a:t>cₜ, yₜ, xₜ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28416" y="2944368"/>
            <a:ext cx="539496" cy="0"/>
          </a:xfrm>
          <a:prstGeom prst="line">
            <a:avLst/>
          </a:prstGeom>
          <a:ln w="22860">
            <a:solidFill>
              <a:srgbClr val="176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5400000">
            <a:off x="3820363" y="2894990"/>
            <a:ext cx="95097" cy="98755"/>
          </a:xfrm>
          <a:prstGeom prst="triangle">
            <a:avLst/>
          </a:prstGeom>
          <a:solidFill>
            <a:srgbClr val="176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50208" y="2450592"/>
            <a:ext cx="2770632" cy="1024128"/>
          </a:xfrm>
          <a:prstGeom prst="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51376" y="2633472"/>
            <a:ext cx="2377440" cy="320040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353C"/>
                </a:solidFill>
                <a:latin typeface="Noto Sans CJK SC"/>
              </a:rPr>
              <a:t>实测气体命中图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5384" y="3017520"/>
            <a:ext cx="2313432" cy="219456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6A70"/>
                </a:solidFill>
                <a:latin typeface="Noto Sans CJK SC"/>
              </a:rPr>
              <a:t>fᶻᵢ = P(hitᵢ | Dₜ)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62856" y="3685032"/>
            <a:ext cx="128015" cy="118872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62856" y="3813048"/>
            <a:ext cx="128015" cy="1188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62856" y="3941064"/>
            <a:ext cx="128015" cy="118872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62856" y="4069080"/>
            <a:ext cx="128015" cy="118872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62856" y="4197096"/>
            <a:ext cx="128015" cy="1188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0016" y="3685032"/>
            <a:ext cx="128015" cy="11887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0016" y="3813048"/>
            <a:ext cx="128015" cy="118872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00016" y="3941064"/>
            <a:ext cx="128015" cy="118872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0016" y="4069080"/>
            <a:ext cx="128015" cy="118872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00016" y="4197096"/>
            <a:ext cx="128015" cy="118872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7176" y="3685032"/>
            <a:ext cx="128015" cy="1188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37176" y="3813048"/>
            <a:ext cx="128015" cy="118872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7176" y="3941064"/>
            <a:ext cx="128015" cy="118872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37176" y="4069080"/>
            <a:ext cx="128015" cy="118872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37176" y="4197096"/>
            <a:ext cx="128015" cy="118872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74336" y="3685032"/>
            <a:ext cx="128015" cy="1188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74336" y="3813048"/>
            <a:ext cx="128015" cy="118872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74336" y="3941064"/>
            <a:ext cx="128015" cy="118872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74336" y="4069080"/>
            <a:ext cx="128015" cy="118872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4197096"/>
            <a:ext cx="128015" cy="118872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11496" y="3685032"/>
            <a:ext cx="128015" cy="1188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11496" y="3813048"/>
            <a:ext cx="128015" cy="118872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11496" y="3941064"/>
            <a:ext cx="128015" cy="118872"/>
          </a:xfrm>
          <a:prstGeom prst="rect">
            <a:avLst/>
          </a:prstGeom>
          <a:solidFill>
            <a:srgbClr val="6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111496" y="4069080"/>
            <a:ext cx="128015" cy="118872"/>
          </a:xfrm>
          <a:prstGeom prst="rect">
            <a:avLst/>
          </a:prstGeom>
          <a:solidFill>
            <a:srgbClr val="6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11496" y="4197096"/>
            <a:ext cx="128015" cy="118872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48656" y="3685032"/>
            <a:ext cx="128015" cy="1188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248656" y="3813048"/>
            <a:ext cx="128015" cy="118872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248656" y="3941064"/>
            <a:ext cx="128015" cy="118872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48656" y="4069080"/>
            <a:ext cx="128015" cy="118872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248656" y="4197096"/>
            <a:ext cx="128015" cy="118872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385816" y="3685032"/>
            <a:ext cx="128015" cy="1188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385816" y="3813048"/>
            <a:ext cx="128015" cy="11887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85816" y="3941064"/>
            <a:ext cx="128015" cy="118872"/>
          </a:xfrm>
          <a:prstGeom prst="rect">
            <a:avLst/>
          </a:prstGeom>
          <a:solidFill>
            <a:srgbClr val="515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85816" y="4069080"/>
            <a:ext cx="128015" cy="118872"/>
          </a:xfrm>
          <a:prstGeom prst="rect">
            <a:avLst/>
          </a:prstGeom>
          <a:solidFill>
            <a:srgbClr val="515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385816" y="4197096"/>
            <a:ext cx="128015" cy="11887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522976" y="3685032"/>
            <a:ext cx="128015" cy="1188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522976" y="3813048"/>
            <a:ext cx="128015" cy="118872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522976" y="3941064"/>
            <a:ext cx="128015" cy="118872"/>
          </a:xfrm>
          <a:prstGeom prst="rect">
            <a:avLst/>
          </a:prstGeom>
          <a:solidFill>
            <a:srgbClr val="6C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22976" y="4069080"/>
            <a:ext cx="128015" cy="118872"/>
          </a:xfrm>
          <a:prstGeom prst="rect">
            <a:avLst/>
          </a:prstGeom>
          <a:solidFill>
            <a:srgbClr val="6C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522976" y="4197096"/>
            <a:ext cx="128015" cy="118872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660136" y="3685032"/>
            <a:ext cx="128015" cy="11887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60136" y="3813048"/>
            <a:ext cx="128015" cy="118872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60136" y="3941064"/>
            <a:ext cx="128015" cy="118872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60136" y="4069080"/>
            <a:ext cx="128015" cy="118872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60136" y="4197096"/>
            <a:ext cx="128015" cy="118872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7296" y="3685032"/>
            <a:ext cx="128015" cy="118872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7296" y="3813048"/>
            <a:ext cx="128015" cy="11887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97296" y="3941064"/>
            <a:ext cx="128015" cy="118872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7296" y="4069080"/>
            <a:ext cx="128015" cy="118872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97296" y="4197096"/>
            <a:ext cx="128015" cy="11887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680960" y="1700784"/>
            <a:ext cx="7424927" cy="2816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00416" y="1874519"/>
            <a:ext cx="3474720" cy="374904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5353C"/>
                </a:solidFill>
                <a:latin typeface="Noto Sans CJK SC"/>
              </a:rPr>
              <a:t>B  候选源预测分支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01000" y="2450592"/>
            <a:ext cx="2487168" cy="1024128"/>
          </a:xfrm>
          <a:prstGeom prst="rect">
            <a:avLst/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02168" y="2633472"/>
            <a:ext cx="2240280" cy="283464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353C"/>
                </a:solidFill>
                <a:latin typeface="Noto Sans CJK SC"/>
              </a:rPr>
              <a:t>源假设 sᵢ / 地图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3017520"/>
            <a:ext cx="1911095" cy="210312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6A70"/>
                </a:solidFill>
                <a:latin typeface="Noto Sans CJK SC"/>
              </a:rPr>
              <a:t>局地风 → GMRF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0561320" y="2944368"/>
            <a:ext cx="612648" cy="0"/>
          </a:xfrm>
          <a:prstGeom prst="line">
            <a:avLst/>
          </a:prstGeom>
          <a:ln w="22860">
            <a:solidFill>
              <a:srgbClr val="176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/>
          <p:cNvSpPr/>
          <p:nvPr/>
        </p:nvSpPr>
        <p:spPr>
          <a:xfrm rot="5400000">
            <a:off x="11126419" y="2894990"/>
            <a:ext cx="95097" cy="98755"/>
          </a:xfrm>
          <a:prstGeom prst="triangle">
            <a:avLst/>
          </a:prstGeom>
          <a:solidFill>
            <a:srgbClr val="176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256264" y="2450592"/>
            <a:ext cx="3493008" cy="1024128"/>
          </a:xfrm>
          <a:prstGeom prst="rect">
            <a:avLst/>
          </a:prstGeom>
          <a:solidFill>
            <a:srgbClr val="E4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494008" y="2633472"/>
            <a:ext cx="3054096" cy="310896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5353C"/>
                </a:solidFill>
                <a:latin typeface="Noto Sans CJK SC"/>
              </a:rPr>
              <a:t>简化二维随机传播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704320" y="3017520"/>
            <a:ext cx="2807208" cy="210312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6A70"/>
                </a:solidFill>
                <a:latin typeface="Noto Sans CJK SC"/>
              </a:rPr>
              <a:t>fˢᵢ = P(hitᵢ | S=s)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2070080" y="3685032"/>
            <a:ext cx="128015" cy="118872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2070080" y="3813048"/>
            <a:ext cx="128015" cy="1188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2070080" y="3941064"/>
            <a:ext cx="128015" cy="118872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2070080" y="4069080"/>
            <a:ext cx="128015" cy="118872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2070080" y="4197096"/>
            <a:ext cx="128015" cy="118872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2207240" y="3685032"/>
            <a:ext cx="128015" cy="118872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2207240" y="3813048"/>
            <a:ext cx="128015" cy="118872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2207240" y="3941064"/>
            <a:ext cx="128015" cy="118872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2207240" y="4069080"/>
            <a:ext cx="128015" cy="118872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2207240" y="4197096"/>
            <a:ext cx="128015" cy="118872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2344400" y="3685032"/>
            <a:ext cx="128015" cy="11887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2344400" y="3813048"/>
            <a:ext cx="128015" cy="118872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2344400" y="3941064"/>
            <a:ext cx="128015" cy="118872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2344400" y="4069080"/>
            <a:ext cx="128015" cy="118872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2344400" y="4197096"/>
            <a:ext cx="128015" cy="118872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2481559" y="3685032"/>
            <a:ext cx="128015" cy="1188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2481559" y="3813048"/>
            <a:ext cx="128015" cy="118872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2481559" y="3941064"/>
            <a:ext cx="128015" cy="118872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2481559" y="4069080"/>
            <a:ext cx="128015" cy="118872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2481559" y="4197096"/>
            <a:ext cx="128015" cy="118872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2618719" y="3685032"/>
            <a:ext cx="128015" cy="11887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2618719" y="3813048"/>
            <a:ext cx="128015" cy="118872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2618719" y="3941064"/>
            <a:ext cx="128015" cy="118872"/>
          </a:xfrm>
          <a:prstGeom prst="rect">
            <a:avLst/>
          </a:prstGeom>
          <a:solidFill>
            <a:srgbClr val="6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2618719" y="4069080"/>
            <a:ext cx="128015" cy="118872"/>
          </a:xfrm>
          <a:prstGeom prst="rect">
            <a:avLst/>
          </a:prstGeom>
          <a:solidFill>
            <a:srgbClr val="6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2618719" y="4197096"/>
            <a:ext cx="128015" cy="118872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755880" y="3685032"/>
            <a:ext cx="128015" cy="1188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2755880" y="3813048"/>
            <a:ext cx="128015" cy="118872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755880" y="3941064"/>
            <a:ext cx="128015" cy="118872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2755880" y="4069080"/>
            <a:ext cx="128015" cy="118872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2755880" y="4197096"/>
            <a:ext cx="128015" cy="118872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2893040" y="3685032"/>
            <a:ext cx="128015" cy="1188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893040" y="3813048"/>
            <a:ext cx="128015" cy="11887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2893040" y="3941064"/>
            <a:ext cx="128015" cy="118872"/>
          </a:xfrm>
          <a:prstGeom prst="rect">
            <a:avLst/>
          </a:prstGeom>
          <a:solidFill>
            <a:srgbClr val="515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2893040" y="4069080"/>
            <a:ext cx="128015" cy="118872"/>
          </a:xfrm>
          <a:prstGeom prst="rect">
            <a:avLst/>
          </a:prstGeom>
          <a:solidFill>
            <a:srgbClr val="515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2893040" y="4197096"/>
            <a:ext cx="128015" cy="11887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3030200" y="3685032"/>
            <a:ext cx="128015" cy="1188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3030200" y="3813048"/>
            <a:ext cx="128015" cy="118872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3030200" y="3941064"/>
            <a:ext cx="128015" cy="118872"/>
          </a:xfrm>
          <a:prstGeom prst="rect">
            <a:avLst/>
          </a:prstGeom>
          <a:solidFill>
            <a:srgbClr val="6C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3030200" y="4069080"/>
            <a:ext cx="128015" cy="118872"/>
          </a:xfrm>
          <a:prstGeom prst="rect">
            <a:avLst/>
          </a:prstGeom>
          <a:solidFill>
            <a:srgbClr val="6C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3030200" y="4197096"/>
            <a:ext cx="128015" cy="118872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3167359" y="3685032"/>
            <a:ext cx="128015" cy="11887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3167359" y="3813048"/>
            <a:ext cx="128015" cy="118872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3167359" y="3941064"/>
            <a:ext cx="128015" cy="118872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3167359" y="4069080"/>
            <a:ext cx="128015" cy="118872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3167359" y="4197096"/>
            <a:ext cx="128015" cy="118872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3304519" y="3685032"/>
            <a:ext cx="128015" cy="118872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3304519" y="3813048"/>
            <a:ext cx="128015" cy="11887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3304519" y="3941064"/>
            <a:ext cx="128015" cy="118872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3304519" y="4069080"/>
            <a:ext cx="128015" cy="118872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3304519" y="4197096"/>
            <a:ext cx="128015" cy="11887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3441680" y="3685032"/>
            <a:ext cx="128015" cy="11887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3441680" y="3813048"/>
            <a:ext cx="128015" cy="11887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3441680" y="3941064"/>
            <a:ext cx="128015" cy="118872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3441680" y="4069080"/>
            <a:ext cx="128015" cy="118872"/>
          </a:xfrm>
          <a:prstGeom prst="rect">
            <a:avLst/>
          </a:prstGeom>
          <a:solidFill>
            <a:srgbClr val="DBD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3441680" y="4197096"/>
            <a:ext cx="128015" cy="11887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5907024" y="4645152"/>
            <a:ext cx="0" cy="182880"/>
          </a:xfrm>
          <a:prstGeom prst="line">
            <a:avLst/>
          </a:prstGeom>
          <a:ln w="19050">
            <a:solidFill>
              <a:srgbClr val="176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3322808" y="4645152"/>
            <a:ext cx="0" cy="182880"/>
          </a:xfrm>
          <a:prstGeom prst="line">
            <a:avLst/>
          </a:prstGeom>
          <a:ln w="19050">
            <a:solidFill>
              <a:srgbClr val="176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5907024" y="4828032"/>
            <a:ext cx="3694176" cy="0"/>
          </a:xfrm>
          <a:prstGeom prst="line">
            <a:avLst/>
          </a:prstGeom>
          <a:ln w="17780">
            <a:solidFill>
              <a:srgbClr val="176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H="1">
            <a:off x="9601200" y="4828032"/>
            <a:ext cx="3721608" cy="0"/>
          </a:xfrm>
          <a:prstGeom prst="line">
            <a:avLst/>
          </a:prstGeom>
          <a:ln w="17780">
            <a:solidFill>
              <a:srgbClr val="176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601200" y="4828032"/>
            <a:ext cx="0" cy="338328"/>
          </a:xfrm>
          <a:prstGeom prst="line">
            <a:avLst/>
          </a:prstGeom>
          <a:ln w="22860">
            <a:solidFill>
              <a:srgbClr val="176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Isosceles Triangle 135"/>
          <p:cNvSpPr/>
          <p:nvPr/>
        </p:nvSpPr>
        <p:spPr>
          <a:xfrm rot="10800000">
            <a:off x="9553651" y="5116982"/>
            <a:ext cx="95097" cy="98755"/>
          </a:xfrm>
          <a:prstGeom prst="triangle">
            <a:avLst/>
          </a:prstGeom>
          <a:solidFill>
            <a:srgbClr val="176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017520" y="5266944"/>
            <a:ext cx="12819888" cy="594360"/>
          </a:xfrm>
          <a:prstGeom prst="rect">
            <a:avLst/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264408" y="5367528"/>
            <a:ext cx="12481560" cy="320040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5353C"/>
                </a:solidFill>
                <a:latin typeface="Noto Sans CJK SC"/>
              </a:rPr>
              <a:t>C  带置信度的逐格地图比较  →  候选源兼容评分  →  二维源位置概率图 P(S | Dₜ)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21207" y="5266944"/>
            <a:ext cx="2176272" cy="594360"/>
          </a:xfrm>
          <a:prstGeom prst="rect">
            <a:avLst/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58952" y="5422392"/>
            <a:ext cx="1655064" cy="292608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6F77"/>
                </a:solidFill>
                <a:latin typeface="Noto Sans CJK SC"/>
              </a:rPr>
              <a:t>映射与建模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12064" y="6172200"/>
            <a:ext cx="14657832" cy="786384"/>
          </a:xfrm>
          <a:prstGeom prst="rect">
            <a:avLst/>
          </a:prstGeom>
          <a:solidFill>
            <a:srgbClr val="F3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31520" y="6391656"/>
            <a:ext cx="14100048" cy="329184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5353C"/>
                </a:solidFill>
                <a:latin typeface="Noto Sans CJK SC"/>
              </a:rPr>
              <a:t>D  依据源后验与候选源预测差异选择下一采样位置；机器人移动后获得新观测，循环更新概率图。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39496" y="7269480"/>
            <a:ext cx="14648688" cy="12801"/>
          </a:xfrm>
          <a:prstGeom prst="rect">
            <a:avLst/>
          </a:prstGeom>
          <a:solidFill>
            <a:srgbClr val="C8D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13232" y="7397496"/>
            <a:ext cx="14356080" cy="283464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6F77"/>
                </a:solidFill>
                <a:latin typeface="Noto Sans CJK SC"/>
              </a:rPr>
              <a:t>现有工作的优势：用有限浓度与局地风实现在线概率定位，表达源位置不确定性，并驱动自主采样。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13232" y="7799831"/>
            <a:ext cx="14292072" cy="201168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6A70"/>
                </a:solidFill>
                <a:latin typeface="Noto Sans CJK SC"/>
              </a:rPr>
              <a:t>依据 Ojeda et al., IEEE T-RO (2024) PMFS 原理概括；实测气体命中图 ≠ 最终的源位置概率图。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82880"/>
            <a:ext cx="8138160" cy="228600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6F77"/>
                </a:solidFill>
                <a:latin typeface="Noto Sans CJK SC"/>
              </a:rPr>
              <a:t>RESEARCH FRAMEWORK   /   2.2 → 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30352"/>
            <a:ext cx="14767559" cy="548640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5353C"/>
                </a:solidFill>
                <a:latin typeface="Noto Sans CJK SC"/>
              </a:rPr>
              <a:t>从具体证据失配出发，建立可比较的源条件观测预测与可信后验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" y="1078992"/>
            <a:ext cx="14630400" cy="338328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96A70"/>
                </a:solidFill>
                <a:latin typeface="Noto Sans CJK SC"/>
              </a:rPr>
              <a:t>仅使用局地测风与实际气体观测；完整真风、真实气团状态只允许用于离线诊断与上界比较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435608"/>
            <a:ext cx="14767559" cy="10972"/>
          </a:xfrm>
          <a:prstGeom prst="rect">
            <a:avLst/>
          </a:prstGeom>
          <a:solidFill>
            <a:srgbClr val="C8D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56231"/>
            <a:ext cx="4187952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084831"/>
            <a:ext cx="3749039" cy="384048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5353C"/>
                </a:solidFill>
                <a:latin typeface="Noto Sans CJK SC"/>
              </a:rPr>
              <a:t>2.2  已发现的局部问题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2688336"/>
            <a:ext cx="3602736" cy="832104"/>
          </a:xfrm>
          <a:prstGeom prst="rect">
            <a:avLst/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779776"/>
            <a:ext cx="3209544" cy="283464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353C"/>
                </a:solidFill>
                <a:latin typeface="Noto Sans CJK SC"/>
              </a:rPr>
              <a:t>E3：事件统计不一致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3108960"/>
            <a:ext cx="3282696" cy="320040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96A70"/>
                </a:solidFill>
                <a:latin typeface="Noto Sans CJK SC"/>
              </a:rPr>
              <a:t>浓度检出与二维中心占格并非同一事件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767328"/>
            <a:ext cx="3602736" cy="832104"/>
          </a:xfrm>
          <a:prstGeom prst="rect">
            <a:avLst/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858768"/>
            <a:ext cx="3209544" cy="283464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353C"/>
                </a:solidFill>
                <a:latin typeface="Noto Sans CJK SC"/>
              </a:rPr>
              <a:t>E3：空间证据放大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4187952"/>
            <a:ext cx="3282696" cy="320040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96A70"/>
                </a:solidFill>
                <a:latin typeface="Noto Sans CJK SC"/>
              </a:rPr>
              <a:t>未直采格可加重对真源的不利评分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4846320"/>
            <a:ext cx="3602736" cy="832104"/>
          </a:xfrm>
          <a:prstGeom prst="rect">
            <a:avLst/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937759"/>
            <a:ext cx="3209544" cy="283464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353C"/>
                </a:solidFill>
                <a:latin typeface="Noto Sans CJK SC"/>
              </a:rPr>
              <a:t>House14：错误后验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5266944"/>
            <a:ext cx="3282696" cy="320040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96A70"/>
                </a:solidFill>
                <a:latin typeface="Noto Sans CJK SC"/>
              </a:rPr>
              <a:t>快风声明后真源不在90% HPD；根因未定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82312" y="4032504"/>
            <a:ext cx="457200" cy="0"/>
          </a:xfrm>
          <a:prstGeom prst="line">
            <a:avLst/>
          </a:prstGeom>
          <a:ln w="22860">
            <a:solidFill>
              <a:srgbClr val="176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5191963" y="3983126"/>
            <a:ext cx="95097" cy="98755"/>
          </a:xfrm>
          <a:prstGeom prst="triangle">
            <a:avLst/>
          </a:prstGeom>
          <a:solidFill>
            <a:srgbClr val="176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21808" y="1856231"/>
            <a:ext cx="5687568" cy="4434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8D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05272" y="2084831"/>
            <a:ext cx="5120640" cy="393192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6F77"/>
                </a:solidFill>
                <a:latin typeface="Noto Sans CJK SC"/>
              </a:rPr>
              <a:t>2.3  拟议研究方案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05272" y="2697480"/>
            <a:ext cx="5129784" cy="841248"/>
          </a:xfrm>
          <a:prstGeom prst="rect">
            <a:avLst/>
          </a:prstGeom>
          <a:solidFill>
            <a:srgbClr val="E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1576" y="2775204"/>
            <a:ext cx="4828032" cy="283464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353C"/>
                </a:solidFill>
                <a:latin typeface="Noto Sans CJK SC"/>
              </a:rPr>
              <a:t>① 局地风约束的源条件状态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51576" y="3118104"/>
            <a:ext cx="4782312" cy="310896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96A70"/>
                </a:solidFill>
                <a:latin typeface="Noto Sans CJK SC"/>
              </a:rPr>
              <a:t>用风历史、几何和源假设预测可能传播状态及其不确定性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05272" y="3785616"/>
            <a:ext cx="5129784" cy="841248"/>
          </a:xfrm>
          <a:prstGeom prst="rect">
            <a:avLst/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3863340"/>
            <a:ext cx="4828032" cy="283464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353C"/>
                </a:solidFill>
                <a:latin typeface="Noto Sans CJK SC"/>
              </a:rPr>
              <a:t>② 与实测同尺度的受体响应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51576" y="4206240"/>
            <a:ext cx="4782312" cy="310896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96A70"/>
                </a:solidFill>
                <a:latin typeface="Noto Sans CJK SC"/>
              </a:rPr>
              <a:t>比较同位置、同时间窗的浓度/检出事件，而非混合不同统计量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05272" y="4873752"/>
            <a:ext cx="5129784" cy="841248"/>
          </a:xfrm>
          <a:prstGeom prst="rect">
            <a:avLst/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51576" y="4951476"/>
            <a:ext cx="4828032" cy="283464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353C"/>
                </a:solidFill>
                <a:latin typeface="Noto Sans CJK SC"/>
              </a:rPr>
              <a:t>③ 源级可信证据更新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51576" y="5294376"/>
            <a:ext cx="4782312" cy="310896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96A70"/>
                </a:solidFill>
                <a:latin typeface="Noto Sans CJK SC"/>
              </a:rPr>
              <a:t>考虑空间外推的共源依赖，避免把相关网格当独立测量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091672" y="4032504"/>
            <a:ext cx="411480" cy="0"/>
          </a:xfrm>
          <a:prstGeom prst="line">
            <a:avLst/>
          </a:prstGeom>
          <a:ln w="22860">
            <a:solidFill>
              <a:srgbClr val="176F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11455603" y="3983126"/>
            <a:ext cx="95097" cy="98755"/>
          </a:xfrm>
          <a:prstGeom prst="triangle">
            <a:avLst/>
          </a:prstGeom>
          <a:solidFill>
            <a:srgbClr val="176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1612880" y="1856231"/>
            <a:ext cx="3493008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96344" y="2084831"/>
            <a:ext cx="2926080" cy="356616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5353C"/>
                </a:solidFill>
                <a:latin typeface="Noto Sans CJK SC"/>
              </a:rPr>
              <a:t>输出与验证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887200" y="2688336"/>
            <a:ext cx="2916936" cy="1225296"/>
          </a:xfrm>
          <a:prstGeom prst="rect">
            <a:avLst/>
          </a:prstGeom>
          <a:solidFill>
            <a:srgbClr val="ED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51792" y="2825496"/>
            <a:ext cx="111556" cy="112471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51792" y="2947111"/>
            <a:ext cx="111556" cy="11247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051792" y="3068726"/>
            <a:ext cx="111556" cy="112471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51792" y="3190341"/>
            <a:ext cx="111556" cy="112471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51792" y="3311956"/>
            <a:ext cx="111556" cy="112471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172492" y="2825496"/>
            <a:ext cx="111556" cy="112471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172492" y="2947111"/>
            <a:ext cx="111556" cy="112471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172492" y="3068726"/>
            <a:ext cx="111556" cy="112471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172492" y="3190341"/>
            <a:ext cx="111556" cy="112471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2172492" y="3311956"/>
            <a:ext cx="111556" cy="112471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2293193" y="2825496"/>
            <a:ext cx="111556" cy="112471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293193" y="2947111"/>
            <a:ext cx="111556" cy="112471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2293193" y="3068726"/>
            <a:ext cx="111556" cy="112471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293193" y="3190341"/>
            <a:ext cx="111556" cy="112471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293193" y="3311956"/>
            <a:ext cx="111556" cy="112471"/>
          </a:xfrm>
          <a:prstGeom prst="rect">
            <a:avLst/>
          </a:prstGeom>
          <a:solidFill>
            <a:srgbClr val="D4D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413894" y="2825496"/>
            <a:ext cx="111556" cy="112471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413894" y="2947111"/>
            <a:ext cx="111556" cy="112471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413894" y="3068726"/>
            <a:ext cx="111556" cy="112471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413894" y="3190341"/>
            <a:ext cx="111556" cy="112471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2413894" y="3311956"/>
            <a:ext cx="111556" cy="112471"/>
          </a:xfrm>
          <a:prstGeom prst="rect">
            <a:avLst/>
          </a:prstGeom>
          <a:solidFill>
            <a:srgbClr val="BCB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2534595" y="2825496"/>
            <a:ext cx="111556" cy="11247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2534595" y="2947111"/>
            <a:ext cx="111556" cy="11247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2534595" y="3068726"/>
            <a:ext cx="111556" cy="112471"/>
          </a:xfrm>
          <a:prstGeom prst="rect">
            <a:avLst/>
          </a:prstGeom>
          <a:solidFill>
            <a:srgbClr val="6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534595" y="3190341"/>
            <a:ext cx="111556" cy="112471"/>
          </a:xfrm>
          <a:prstGeom prst="rect">
            <a:avLst/>
          </a:prstGeom>
          <a:solidFill>
            <a:srgbClr val="6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534595" y="3311956"/>
            <a:ext cx="111556" cy="112471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2655296" y="2825496"/>
            <a:ext cx="111556" cy="112471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2655296" y="2947111"/>
            <a:ext cx="111556" cy="112471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2655296" y="3068726"/>
            <a:ext cx="111556" cy="112471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2655296" y="3190341"/>
            <a:ext cx="111556" cy="112471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2655296" y="3311956"/>
            <a:ext cx="111556" cy="112471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2775996" y="2825496"/>
            <a:ext cx="111556" cy="112471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2775996" y="2947111"/>
            <a:ext cx="111556" cy="112471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2775996" y="3068726"/>
            <a:ext cx="111556" cy="112471"/>
          </a:xfrm>
          <a:prstGeom prst="rect">
            <a:avLst/>
          </a:prstGeom>
          <a:solidFill>
            <a:srgbClr val="515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2775996" y="3190341"/>
            <a:ext cx="111556" cy="112471"/>
          </a:xfrm>
          <a:prstGeom prst="rect">
            <a:avLst/>
          </a:prstGeom>
          <a:solidFill>
            <a:srgbClr val="515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2775996" y="3311956"/>
            <a:ext cx="111556" cy="112471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2896697" y="2825496"/>
            <a:ext cx="111556" cy="112471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896697" y="2947111"/>
            <a:ext cx="111556" cy="112471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2896697" y="3068726"/>
            <a:ext cx="111556" cy="112471"/>
          </a:xfrm>
          <a:prstGeom prst="rect">
            <a:avLst/>
          </a:prstGeom>
          <a:solidFill>
            <a:srgbClr val="6C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2896697" y="3190341"/>
            <a:ext cx="111556" cy="112471"/>
          </a:xfrm>
          <a:prstGeom prst="rect">
            <a:avLst/>
          </a:prstGeom>
          <a:solidFill>
            <a:srgbClr val="6C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896697" y="3311956"/>
            <a:ext cx="111556" cy="112471"/>
          </a:xfrm>
          <a:prstGeom prst="rect">
            <a:avLst/>
          </a:prstGeom>
          <a:solidFill>
            <a:srgbClr val="A9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3017398" y="2825496"/>
            <a:ext cx="111556" cy="112471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017398" y="2947111"/>
            <a:ext cx="111556" cy="112471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3017398" y="3068726"/>
            <a:ext cx="111556" cy="112471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3017398" y="3190341"/>
            <a:ext cx="111556" cy="112471"/>
          </a:xfrm>
          <a:prstGeom prst="rect">
            <a:avLst/>
          </a:prstGeom>
          <a:solidFill>
            <a:srgbClr val="949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3017398" y="3311956"/>
            <a:ext cx="111556" cy="112471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3158216" y="3044952"/>
            <a:ext cx="1508760" cy="557784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5353C"/>
                </a:solidFill>
                <a:latin typeface="Noto Sans CJK SC"/>
              </a:rPr>
              <a:t>源概率图 / 估计坐标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896344" y="4142232"/>
            <a:ext cx="2880360" cy="320040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6F77"/>
                </a:solidFill>
                <a:latin typeface="Noto Sans CJK SC"/>
              </a:rPr>
              <a:t>验证指标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896344" y="4562856"/>
            <a:ext cx="2926080" cy="1252728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96A70"/>
                </a:solidFill>
                <a:latin typeface="Noto Sans CJK SC"/>
              </a:rPr>
              <a:t>源排名 / Top-5% / HPD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96A70"/>
                </a:solidFill>
                <a:latin typeface="Noto Sans CJK SC"/>
              </a:rPr>
              <a:t>不同风况下的稳定性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96A70"/>
                </a:solidFill>
                <a:latin typeface="Noto Sans CJK SC"/>
              </a:rPr>
              <a:t>预测精度与计算代价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30352" y="6601968"/>
            <a:ext cx="14648688" cy="12801"/>
          </a:xfrm>
          <a:prstGeom prst="rect">
            <a:avLst/>
          </a:prstGeom>
          <a:solidFill>
            <a:srgbClr val="C8D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22376" y="6803136"/>
            <a:ext cx="14474952" cy="347472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5353C"/>
                </a:solidFill>
                <a:latin typeface="Noto Sans CJK SC"/>
              </a:rPr>
              <a:t>公平基线：原 PMFS → 观测一致的普通二维/三维模型 → 所提方案；先离线检验源判别，再进行独立世界真实闭环。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" y="7269480"/>
            <a:ext cx="14474952" cy="274320"/>
          </a:xfrm>
          <a:prstGeom prst="rect">
            <a:avLst/>
          </a:prstGeom>
          <a:noFill/>
        </p:spPr>
        <p:txBody>
          <a:bodyPr wrap="square" lIns="22860" rIns="22860" tIns="22860" bIns="2286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A36859"/>
                </a:solidFill>
                <a:latin typeface="Noto Sans CJK SC"/>
              </a:rPr>
              <a:t>研究假设图：不是新模块效果证明。不得以真风、隐藏中心或已暴露目标源信息替代可用传感器观测。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